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8F42-0742-8FD5-5BA6-3104FB2BB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053DB-1C59-3733-5D6C-597EDF492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F39A3-C919-115B-F1AF-294A89FC0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9CE2-6F97-1F21-8426-1ECF1249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E7E6C-25D6-E716-9434-0B0A476E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77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2FB5-59D4-701A-DD4A-E269361E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CB786-122D-8C27-E64B-1D13F2ABA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51295-025B-F658-F861-86CFB788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BCFC8-15CD-FAD1-28AA-5AF950C9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E2877-F8EA-313D-620D-E61FACDD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8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2D78-5293-58CD-AD23-37339CB9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CECBA-0177-7D45-9F0F-4914AA02C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D5D7-A42F-86B7-9779-C4DED0A1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9CB1D-0A66-AEF3-8ABE-A39583F7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1C23A-7898-94E8-FADB-0D3E2760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3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97E4-3A22-DA93-0A76-102EC876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5E361-C97B-2A37-AF47-78B3CBB09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1DF40-0361-5043-0F36-3E6064F31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4900A-E3C1-AA16-C38D-33007CFF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AF0C0-4C27-2C9F-BF68-730FEDB8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B165A-C2AB-930B-34D0-77C669FB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607B-43D8-5594-CD4B-5066A71F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1A457-895C-DA82-8163-BE917F8A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BF1B4-26A2-3639-4421-DCE250B6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D3AF9-5C17-41A8-6A4B-07F0356B8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F2C51-5012-AE45-800D-DCE10721F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8F34A-BCD0-9EC7-A040-503AC4B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C3DFA-47A5-5D9B-0913-AE0187B2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AD47A-5928-3E13-2FAA-F164AB4C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6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040B-BF8E-7941-1CB1-F41DE500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C542B-1579-8B5E-7D57-5822798C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757BC-E22C-5090-FBC4-CAEC877A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53BAD-6CD4-51B2-F0D0-124EC8FF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4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F1B03-CB59-0BBD-A7D4-56AA98B4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A876B-8486-304F-FBB9-4686D7CE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92CFA-F8FD-B469-AE70-C11794E0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0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4BD7-38D1-6224-B38C-5CCE2B80C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76BD6-837F-C3A1-5D69-C8A95BF8A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63C09-883A-451D-6FE8-4635AE665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6FF16-2838-0C13-1BFC-59502552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61F68-702C-4DB8-6D85-47079C12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50C5F-F8E5-6C49-A816-DEECEBB7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7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D828-B4D0-3FB0-2BFA-45D82307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1C20C-495E-FD4A-F3E6-82118981C4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F0543-7444-E95E-A803-66F90AEF4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99B1C-5124-ECFB-30E9-BD9F6CD2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4ABA6-B9E3-6D15-91BF-F5451F7C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005B4-DB89-86A8-C395-1C74BCE1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3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7FE7-D319-765E-3EF5-1D7AA70F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05D8E-A783-2F31-DDFB-EFE20A1FF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84435-DF75-CB5A-FED8-B677B379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46120-C136-DF15-D989-160F4E25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4CE53-FE30-3733-295F-D81444F4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8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84DB0-D550-7F1C-0A91-C4323B70E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4481-72AB-1C79-0D26-D6E4C7691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4AFF0-5802-8565-5DE0-13FB2BF8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FF64-885E-70C7-69A4-90D0EE97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EB57B-AA6D-9F6F-C571-7E194044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6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DBC5B5-9ED3-F6E6-D825-ECAE0437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E0902-614B-8D46-9224-2E153F9C6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FA779-B421-D901-63EF-C52C636C9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67CBF-BFA0-4CEC-B848-06E172580D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E51C-0F45-A004-8416-CCC49E32F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A0442-A2AD-E575-B33F-D4DAB41FF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09657-79E3-4C1F-93D8-32C87CEFD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9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384A-0A9D-C5B1-79B0-C390598C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954037-A673-C65D-FB9C-8000A1F96C71}"/>
              </a:ext>
            </a:extLst>
          </p:cNvPr>
          <p:cNvSpPr/>
          <p:nvPr/>
        </p:nvSpPr>
        <p:spPr>
          <a:xfrm>
            <a:off x="1270000" y="1270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896256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APPLAUSE.WAV"/>
          </p:stSnd>
        </p:sndAc>
      </p:transition>
    </mc:Choice>
    <mc:Fallback>
      <p:transition spd="slow"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2026-09-06T08:58:02Z</dcterms:created>
  <dcterms:modified xsi:type="dcterms:W3CDTF">2026-09-06T08:58:02Z</dcterms:modified>
</cp:coreProperties>
</file>