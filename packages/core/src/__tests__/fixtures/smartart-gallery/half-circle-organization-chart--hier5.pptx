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8E4ACA-897F-49DB-AFBD-BBB44A049299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032A46-74AB-4C18-B360-B7563A5688CD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3A68FC7E-FC3C-4091-8195-F0A97D1D1A2F}" type="parTrans" cxnId="{BBA4683E-3C07-4358-80E7-A73ECFFA44DD}">
      <dgm:prSet/>
      <dgm:spPr/>
    </dgm:pt>
    <dgm:pt modelId="{BF88A298-5A11-49DB-9549-15EAF3E53ED0}" type="sibTrans" cxnId="{BBA4683E-3C07-4358-80E7-A73ECFFA44DD}">
      <dgm:prSet/>
      <dgm:spPr/>
    </dgm:pt>
    <dgm:pt modelId="{A9F1BB15-B5B7-43FC-9E40-A2F672764134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6322E624-1143-469F-91E6-0D690B575C6E}" type="parTrans" cxnId="{BB7F5374-11BC-4688-B3A1-A433CA7AD0F5}">
      <dgm:prSet/>
      <dgm:spPr/>
    </dgm:pt>
    <dgm:pt modelId="{5A6355C8-BC9B-459E-96EB-7D5855FE0A0C}" type="sibTrans" cxnId="{BB7F5374-11BC-4688-B3A1-A433CA7AD0F5}">
      <dgm:prSet/>
      <dgm:spPr/>
    </dgm:pt>
    <dgm:pt modelId="{6CCA2702-5128-445C-932C-D3B45A8A0C2E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96405867-FC5A-4B5E-836D-1994F4D3ED5D}" type="parTrans" cxnId="{F3550E7A-B4DF-4D49-9E31-0ADD6BE1E3E2}">
      <dgm:prSet/>
      <dgm:spPr/>
    </dgm:pt>
    <dgm:pt modelId="{EE3B4F5E-01E1-47CC-8652-CD5D6B175869}" type="sibTrans" cxnId="{F3550E7A-B4DF-4D49-9E31-0ADD6BE1E3E2}">
      <dgm:prSet/>
      <dgm:spPr/>
    </dgm:pt>
    <dgm:pt modelId="{2BC20EEE-F7F1-4425-8113-0A75E52EBC0A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CA1D064A-62ED-411F-A677-833AB38A07D0}" type="parTrans" cxnId="{C2222C75-A216-47BD-A5AA-B21BB4143F3F}">
      <dgm:prSet/>
      <dgm:spPr/>
    </dgm:pt>
    <dgm:pt modelId="{43EC79F4-D60E-4A90-BE07-CFE5EBC832E5}" type="sibTrans" cxnId="{C2222C75-A216-47BD-A5AA-B21BB4143F3F}">
      <dgm:prSet/>
      <dgm:spPr/>
    </dgm:pt>
    <dgm:pt modelId="{8574D710-E87B-4E90-817E-BECEDAB7753C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125115F5-9890-4180-BA7C-61BA623A65E0}" type="parTrans" cxnId="{F4FE09C2-530A-40EC-BFBE-F0082B3510DE}">
      <dgm:prSet/>
      <dgm:spPr/>
    </dgm:pt>
    <dgm:pt modelId="{FEB84BC0-ABB9-45EB-8D8B-0D368CBA5854}" type="sibTrans" cxnId="{F4FE09C2-530A-40EC-BFBE-F0082B3510DE}">
      <dgm:prSet/>
      <dgm:spPr/>
    </dgm:pt>
    <dgm:pt modelId="{41C9A2DE-1831-4A4A-B3AD-888717552C60}" type="pres">
      <dgm:prSet presAssocID="{C58E4ACA-897F-49DB-AFBD-BBB44A049299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0981736-B4D1-4383-8096-1F4277B52E42}" type="pres">
      <dgm:prSet presAssocID="{82032A46-74AB-4C18-B360-B7563A5688CD}" presName="hierRoot1" presStyleCnt="0">
        <dgm:presLayoutVars>
          <dgm:hierBranch val="init"/>
        </dgm:presLayoutVars>
      </dgm:prSet>
      <dgm:spPr/>
    </dgm:pt>
    <dgm:pt modelId="{AB0004E9-E6C6-494E-AC66-ED2E31DE3682}" type="pres">
      <dgm:prSet presAssocID="{82032A46-74AB-4C18-B360-B7563A5688CD}" presName="rootComposite1" presStyleCnt="0"/>
      <dgm:spPr/>
    </dgm:pt>
    <dgm:pt modelId="{4C0D28CA-0F33-4C5C-A6EE-12B5661C1E9A}" type="pres">
      <dgm:prSet presAssocID="{82032A46-74AB-4C18-B360-B7563A5688CD}" presName="rootText1" presStyleLbl="alignAcc1" presStyleIdx="0" presStyleCnt="0">
        <dgm:presLayoutVars>
          <dgm:chPref val="3"/>
        </dgm:presLayoutVars>
      </dgm:prSet>
      <dgm:spPr/>
    </dgm:pt>
    <dgm:pt modelId="{17383445-32B8-4653-9A1A-F63559DDDAC9}" type="pres">
      <dgm:prSet presAssocID="{82032A46-74AB-4C18-B360-B7563A5688CD}" presName="topArc1" presStyleLbl="parChTrans1D1" presStyleIdx="0" presStyleCnt="10"/>
      <dgm:spPr/>
    </dgm:pt>
    <dgm:pt modelId="{4D87338C-05FC-4122-BA2E-95F9EBAC45C1}" type="pres">
      <dgm:prSet presAssocID="{82032A46-74AB-4C18-B360-B7563A5688CD}" presName="bottomArc1" presStyleLbl="parChTrans1D1" presStyleIdx="1" presStyleCnt="10"/>
      <dgm:spPr/>
    </dgm:pt>
    <dgm:pt modelId="{00594DDE-4B18-472B-80D6-F99920A93476}" type="pres">
      <dgm:prSet presAssocID="{82032A46-74AB-4C18-B360-B7563A5688CD}" presName="topConnNode1" presStyleLbl="node1" presStyleIdx="0" presStyleCnt="0"/>
      <dgm:spPr/>
    </dgm:pt>
    <dgm:pt modelId="{DE5369AA-8CC4-4077-B19C-D9E60AF6FDAD}" type="pres">
      <dgm:prSet presAssocID="{82032A46-74AB-4C18-B360-B7563A5688CD}" presName="hierChild2" presStyleCnt="0"/>
      <dgm:spPr/>
    </dgm:pt>
    <dgm:pt modelId="{CA53538F-BF25-4874-B2FB-AB0958C434D3}" type="pres">
      <dgm:prSet presAssocID="{6322E624-1143-469F-91E6-0D690B575C6E}" presName="Name28" presStyleLbl="parChTrans1D2" presStyleIdx="0" presStyleCnt="2"/>
      <dgm:spPr/>
    </dgm:pt>
    <dgm:pt modelId="{72487B46-57EF-4F0E-A607-EA40367E1B61}" type="pres">
      <dgm:prSet presAssocID="{A9F1BB15-B5B7-43FC-9E40-A2F672764134}" presName="hierRoot2" presStyleCnt="0">
        <dgm:presLayoutVars>
          <dgm:hierBranch val="init"/>
        </dgm:presLayoutVars>
      </dgm:prSet>
      <dgm:spPr/>
    </dgm:pt>
    <dgm:pt modelId="{9CABD4D2-B4E4-4A55-B62F-E6BE5544F4C5}" type="pres">
      <dgm:prSet presAssocID="{A9F1BB15-B5B7-43FC-9E40-A2F672764134}" presName="rootComposite2" presStyleCnt="0"/>
      <dgm:spPr/>
    </dgm:pt>
    <dgm:pt modelId="{5B3EC9A5-11C9-4C89-A602-806FC5E00A59}" type="pres">
      <dgm:prSet presAssocID="{A9F1BB15-B5B7-43FC-9E40-A2F672764134}" presName="rootText2" presStyleLbl="alignAcc1" presStyleIdx="0" presStyleCnt="0">
        <dgm:presLayoutVars>
          <dgm:chPref val="3"/>
        </dgm:presLayoutVars>
      </dgm:prSet>
      <dgm:spPr/>
    </dgm:pt>
    <dgm:pt modelId="{66AB5288-33C8-422B-88FC-DA1C3521CE3D}" type="pres">
      <dgm:prSet presAssocID="{A9F1BB15-B5B7-43FC-9E40-A2F672764134}" presName="topArc2" presStyleLbl="parChTrans1D1" presStyleIdx="2" presStyleCnt="10"/>
      <dgm:spPr/>
    </dgm:pt>
    <dgm:pt modelId="{6F040A46-56B5-4FDA-A720-89E523EA3198}" type="pres">
      <dgm:prSet presAssocID="{A9F1BB15-B5B7-43FC-9E40-A2F672764134}" presName="bottomArc2" presStyleLbl="parChTrans1D1" presStyleIdx="3" presStyleCnt="10"/>
      <dgm:spPr/>
    </dgm:pt>
    <dgm:pt modelId="{B6EBD79D-91D8-4B85-B32C-7FB0B9DEB34E}" type="pres">
      <dgm:prSet presAssocID="{A9F1BB15-B5B7-43FC-9E40-A2F672764134}" presName="topConnNode2" presStyleLbl="node2" presStyleIdx="0" presStyleCnt="0"/>
      <dgm:spPr/>
    </dgm:pt>
    <dgm:pt modelId="{5EA2CB3C-9CE3-4045-9AC5-A02719417CF3}" type="pres">
      <dgm:prSet presAssocID="{A9F1BB15-B5B7-43FC-9E40-A2F672764134}" presName="hierChild4" presStyleCnt="0"/>
      <dgm:spPr/>
    </dgm:pt>
    <dgm:pt modelId="{285C8DDD-512E-4C6D-B2B0-23F272D66D2E}" type="pres">
      <dgm:prSet presAssocID="{125115F5-9890-4180-BA7C-61BA623A65E0}" presName="Name28" presStyleLbl="parChTrans1D3" presStyleIdx="0" presStyleCnt="2"/>
      <dgm:spPr/>
    </dgm:pt>
    <dgm:pt modelId="{FC4D9551-4CA9-4188-B84D-D3A4AD300117}" type="pres">
      <dgm:prSet presAssocID="{8574D710-E87B-4E90-817E-BECEDAB7753C}" presName="hierRoot2" presStyleCnt="0">
        <dgm:presLayoutVars>
          <dgm:hierBranch val="init"/>
        </dgm:presLayoutVars>
      </dgm:prSet>
      <dgm:spPr/>
    </dgm:pt>
    <dgm:pt modelId="{A951C1A8-4420-4820-8BA9-4A215E0452D5}" type="pres">
      <dgm:prSet presAssocID="{8574D710-E87B-4E90-817E-BECEDAB7753C}" presName="rootComposite2" presStyleCnt="0"/>
      <dgm:spPr/>
    </dgm:pt>
    <dgm:pt modelId="{98FA4C02-B327-4E0F-B50D-AC13A01CFC16}" type="pres">
      <dgm:prSet presAssocID="{8574D710-E87B-4E90-817E-BECEDAB7753C}" presName="rootText2" presStyleLbl="alignAcc1" presStyleIdx="0" presStyleCnt="0">
        <dgm:presLayoutVars>
          <dgm:chPref val="3"/>
        </dgm:presLayoutVars>
      </dgm:prSet>
      <dgm:spPr/>
    </dgm:pt>
    <dgm:pt modelId="{C650765A-A93F-47C2-994A-82CAFBA65BFD}" type="pres">
      <dgm:prSet presAssocID="{8574D710-E87B-4E90-817E-BECEDAB7753C}" presName="topArc2" presStyleLbl="parChTrans1D1" presStyleIdx="4" presStyleCnt="10"/>
      <dgm:spPr/>
    </dgm:pt>
    <dgm:pt modelId="{4832E67F-D20C-4288-9000-C93D728F47FC}" type="pres">
      <dgm:prSet presAssocID="{8574D710-E87B-4E90-817E-BECEDAB7753C}" presName="bottomArc2" presStyleLbl="parChTrans1D1" presStyleIdx="5" presStyleCnt="10"/>
      <dgm:spPr/>
    </dgm:pt>
    <dgm:pt modelId="{956E7B0E-FBEA-4844-9478-B9290010F050}" type="pres">
      <dgm:prSet presAssocID="{8574D710-E87B-4E90-817E-BECEDAB7753C}" presName="topConnNode2" presStyleLbl="node3" presStyleIdx="0" presStyleCnt="0"/>
      <dgm:spPr/>
    </dgm:pt>
    <dgm:pt modelId="{F9216EDF-65D2-4DA4-97CF-732EFDA5DC42}" type="pres">
      <dgm:prSet presAssocID="{8574D710-E87B-4E90-817E-BECEDAB7753C}" presName="hierChild4" presStyleCnt="0"/>
      <dgm:spPr/>
    </dgm:pt>
    <dgm:pt modelId="{B54F9DA7-EA64-4B86-A002-3AD102583885}" type="pres">
      <dgm:prSet presAssocID="{8574D710-E87B-4E90-817E-BECEDAB7753C}" presName="hierChild5" presStyleCnt="0"/>
      <dgm:spPr/>
    </dgm:pt>
    <dgm:pt modelId="{254C9E17-48D2-4744-B504-57B52A4F8E66}" type="pres">
      <dgm:prSet presAssocID="{A9F1BB15-B5B7-43FC-9E40-A2F672764134}" presName="hierChild5" presStyleCnt="0"/>
      <dgm:spPr/>
    </dgm:pt>
    <dgm:pt modelId="{D69156E9-E331-4B68-8914-E1CD8ACF122A}" type="pres">
      <dgm:prSet presAssocID="{96405867-FC5A-4B5E-836D-1994F4D3ED5D}" presName="Name28" presStyleLbl="parChTrans1D2" presStyleIdx="1" presStyleCnt="2"/>
      <dgm:spPr/>
    </dgm:pt>
    <dgm:pt modelId="{4579F946-331F-47F0-877D-3AD47E972014}" type="pres">
      <dgm:prSet presAssocID="{6CCA2702-5128-445C-932C-D3B45A8A0C2E}" presName="hierRoot2" presStyleCnt="0">
        <dgm:presLayoutVars>
          <dgm:hierBranch val="init"/>
        </dgm:presLayoutVars>
      </dgm:prSet>
      <dgm:spPr/>
    </dgm:pt>
    <dgm:pt modelId="{0D478C09-9A4E-4790-A777-E19ABD253EF9}" type="pres">
      <dgm:prSet presAssocID="{6CCA2702-5128-445C-932C-D3B45A8A0C2E}" presName="rootComposite2" presStyleCnt="0"/>
      <dgm:spPr/>
    </dgm:pt>
    <dgm:pt modelId="{790FD9BD-EA0E-47C3-A939-30FDA5B6A8AA}" type="pres">
      <dgm:prSet presAssocID="{6CCA2702-5128-445C-932C-D3B45A8A0C2E}" presName="rootText2" presStyleLbl="alignAcc1" presStyleIdx="0" presStyleCnt="0">
        <dgm:presLayoutVars>
          <dgm:chPref val="3"/>
        </dgm:presLayoutVars>
      </dgm:prSet>
      <dgm:spPr/>
    </dgm:pt>
    <dgm:pt modelId="{F3C6AE42-BA4D-46B6-A26E-4279CE47D352}" type="pres">
      <dgm:prSet presAssocID="{6CCA2702-5128-445C-932C-D3B45A8A0C2E}" presName="topArc2" presStyleLbl="parChTrans1D1" presStyleIdx="6" presStyleCnt="10"/>
      <dgm:spPr/>
    </dgm:pt>
    <dgm:pt modelId="{1C9A2F12-A3DF-4344-8002-FDD7390B8317}" type="pres">
      <dgm:prSet presAssocID="{6CCA2702-5128-445C-932C-D3B45A8A0C2E}" presName="bottomArc2" presStyleLbl="parChTrans1D1" presStyleIdx="7" presStyleCnt="10"/>
      <dgm:spPr/>
    </dgm:pt>
    <dgm:pt modelId="{583ED861-AD4C-4F91-9B8A-83E51A816246}" type="pres">
      <dgm:prSet presAssocID="{6CCA2702-5128-445C-932C-D3B45A8A0C2E}" presName="topConnNode2" presStyleLbl="node2" presStyleIdx="0" presStyleCnt="0"/>
      <dgm:spPr/>
    </dgm:pt>
    <dgm:pt modelId="{9B59BE5C-D028-4DA1-9A53-768CF331D46F}" type="pres">
      <dgm:prSet presAssocID="{6CCA2702-5128-445C-932C-D3B45A8A0C2E}" presName="hierChild4" presStyleCnt="0"/>
      <dgm:spPr/>
    </dgm:pt>
    <dgm:pt modelId="{859D162F-5FDE-4C44-9BC1-4349272ACC92}" type="pres">
      <dgm:prSet presAssocID="{CA1D064A-62ED-411F-A677-833AB38A07D0}" presName="Name28" presStyleLbl="parChTrans1D3" presStyleIdx="1" presStyleCnt="2"/>
      <dgm:spPr/>
    </dgm:pt>
    <dgm:pt modelId="{E88C8C77-F6EB-42FA-AC86-80E2CC87C15B}" type="pres">
      <dgm:prSet presAssocID="{2BC20EEE-F7F1-4425-8113-0A75E52EBC0A}" presName="hierRoot2" presStyleCnt="0">
        <dgm:presLayoutVars>
          <dgm:hierBranch val="init"/>
        </dgm:presLayoutVars>
      </dgm:prSet>
      <dgm:spPr/>
    </dgm:pt>
    <dgm:pt modelId="{AEFAC6FB-0971-447E-B745-08B4123668CA}" type="pres">
      <dgm:prSet presAssocID="{2BC20EEE-F7F1-4425-8113-0A75E52EBC0A}" presName="rootComposite2" presStyleCnt="0"/>
      <dgm:spPr/>
    </dgm:pt>
    <dgm:pt modelId="{8721B747-A616-4BE1-8FD4-21C587423B30}" type="pres">
      <dgm:prSet presAssocID="{2BC20EEE-F7F1-4425-8113-0A75E52EBC0A}" presName="rootText2" presStyleLbl="alignAcc1" presStyleIdx="0" presStyleCnt="0">
        <dgm:presLayoutVars>
          <dgm:chPref val="3"/>
        </dgm:presLayoutVars>
      </dgm:prSet>
      <dgm:spPr/>
    </dgm:pt>
    <dgm:pt modelId="{12B95DD4-EFB7-4D28-AD3C-E6F01B9EE130}" type="pres">
      <dgm:prSet presAssocID="{2BC20EEE-F7F1-4425-8113-0A75E52EBC0A}" presName="topArc2" presStyleLbl="parChTrans1D1" presStyleIdx="8" presStyleCnt="10"/>
      <dgm:spPr/>
    </dgm:pt>
    <dgm:pt modelId="{A74AB352-9DFB-4E77-A9C9-82D54F99E630}" type="pres">
      <dgm:prSet presAssocID="{2BC20EEE-F7F1-4425-8113-0A75E52EBC0A}" presName="bottomArc2" presStyleLbl="parChTrans1D1" presStyleIdx="9" presStyleCnt="10"/>
      <dgm:spPr/>
    </dgm:pt>
    <dgm:pt modelId="{01D13F26-FC83-4F3D-A4E3-0047DDC8FDA9}" type="pres">
      <dgm:prSet presAssocID="{2BC20EEE-F7F1-4425-8113-0A75E52EBC0A}" presName="topConnNode2" presStyleLbl="node3" presStyleIdx="0" presStyleCnt="0"/>
      <dgm:spPr/>
    </dgm:pt>
    <dgm:pt modelId="{924279A4-59F1-40E0-92CC-50F370367FE6}" type="pres">
      <dgm:prSet presAssocID="{2BC20EEE-F7F1-4425-8113-0A75E52EBC0A}" presName="hierChild4" presStyleCnt="0"/>
      <dgm:spPr/>
    </dgm:pt>
    <dgm:pt modelId="{9C087A0E-4E7B-45D2-84A7-2776BB904922}" type="pres">
      <dgm:prSet presAssocID="{2BC20EEE-F7F1-4425-8113-0A75E52EBC0A}" presName="hierChild5" presStyleCnt="0"/>
      <dgm:spPr/>
    </dgm:pt>
    <dgm:pt modelId="{6D469BCF-E940-47F5-8703-44CCA883348D}" type="pres">
      <dgm:prSet presAssocID="{6CCA2702-5128-445C-932C-D3B45A8A0C2E}" presName="hierChild5" presStyleCnt="0"/>
      <dgm:spPr/>
    </dgm:pt>
    <dgm:pt modelId="{E819A123-11EB-4DD0-8182-CCB44CE994F2}" type="pres">
      <dgm:prSet presAssocID="{82032A46-74AB-4C18-B360-B7563A5688CD}" presName="hierChild3" presStyleCnt="0"/>
      <dgm:spPr/>
    </dgm:pt>
  </dgm:ptLst>
  <dgm:cxnLst>
    <dgm:cxn modelId="{C436CD2F-B0B9-461B-ABE0-7A55754F49E4}" type="presOf" srcId="{2BC20EEE-F7F1-4425-8113-0A75E52EBC0A}" destId="{8721B747-A616-4BE1-8FD4-21C587423B30}" srcOrd="0" destOrd="0" presId="urn:microsoft.com/office/officeart/2008/layout/HalfCircleOrganizationChart"/>
    <dgm:cxn modelId="{C2BDEE33-29DE-4E7B-AA26-3880936AB3F5}" type="presOf" srcId="{82032A46-74AB-4C18-B360-B7563A5688CD}" destId="{4C0D28CA-0F33-4C5C-A6EE-12B5661C1E9A}" srcOrd="0" destOrd="0" presId="urn:microsoft.com/office/officeart/2008/layout/HalfCircleOrganizationChart"/>
    <dgm:cxn modelId="{BBA4683E-3C07-4358-80E7-A73ECFFA44DD}" srcId="{C58E4ACA-897F-49DB-AFBD-BBB44A049299}" destId="{82032A46-74AB-4C18-B360-B7563A5688CD}" srcOrd="0" destOrd="0" parTransId="{3A68FC7E-FC3C-4091-8195-F0A97D1D1A2F}" sibTransId="{BF88A298-5A11-49DB-9549-15EAF3E53ED0}"/>
    <dgm:cxn modelId="{817DA542-7FD0-4BEE-8E5B-111022CE0963}" type="presOf" srcId="{82032A46-74AB-4C18-B360-B7563A5688CD}" destId="{00594DDE-4B18-472B-80D6-F99920A93476}" srcOrd="1" destOrd="0" presId="urn:microsoft.com/office/officeart/2008/layout/HalfCircleOrganizationChart"/>
    <dgm:cxn modelId="{3CA9A868-136C-41DB-B881-D2439C461C44}" type="presOf" srcId="{A9F1BB15-B5B7-43FC-9E40-A2F672764134}" destId="{B6EBD79D-91D8-4B85-B32C-7FB0B9DEB34E}" srcOrd="1" destOrd="0" presId="urn:microsoft.com/office/officeart/2008/layout/HalfCircleOrganizationChart"/>
    <dgm:cxn modelId="{48CEE76D-A4CD-41A1-BE3E-F039AD8882F2}" type="presOf" srcId="{8574D710-E87B-4E90-817E-BECEDAB7753C}" destId="{98FA4C02-B327-4E0F-B50D-AC13A01CFC16}" srcOrd="0" destOrd="0" presId="urn:microsoft.com/office/officeart/2008/layout/HalfCircleOrganizationChart"/>
    <dgm:cxn modelId="{24EB244E-B322-4AFD-B51D-F688EB95AFE2}" type="presOf" srcId="{8574D710-E87B-4E90-817E-BECEDAB7753C}" destId="{956E7B0E-FBEA-4844-9478-B9290010F050}" srcOrd="1" destOrd="0" presId="urn:microsoft.com/office/officeart/2008/layout/HalfCircleOrganizationChart"/>
    <dgm:cxn modelId="{B3458053-4A78-4297-9BB2-7AD2DD4A9581}" type="presOf" srcId="{6CCA2702-5128-445C-932C-D3B45A8A0C2E}" destId="{583ED861-AD4C-4F91-9B8A-83E51A816246}" srcOrd="1" destOrd="0" presId="urn:microsoft.com/office/officeart/2008/layout/HalfCircleOrganizationChart"/>
    <dgm:cxn modelId="{BB7F5374-11BC-4688-B3A1-A433CA7AD0F5}" srcId="{82032A46-74AB-4C18-B360-B7563A5688CD}" destId="{A9F1BB15-B5B7-43FC-9E40-A2F672764134}" srcOrd="0" destOrd="0" parTransId="{6322E624-1143-469F-91E6-0D690B575C6E}" sibTransId="{5A6355C8-BC9B-459E-96EB-7D5855FE0A0C}"/>
    <dgm:cxn modelId="{C2222C75-A216-47BD-A5AA-B21BB4143F3F}" srcId="{6CCA2702-5128-445C-932C-D3B45A8A0C2E}" destId="{2BC20EEE-F7F1-4425-8113-0A75E52EBC0A}" srcOrd="0" destOrd="0" parTransId="{CA1D064A-62ED-411F-A677-833AB38A07D0}" sibTransId="{43EC79F4-D60E-4A90-BE07-CFE5EBC832E5}"/>
    <dgm:cxn modelId="{F3550E7A-B4DF-4D49-9E31-0ADD6BE1E3E2}" srcId="{82032A46-74AB-4C18-B360-B7563A5688CD}" destId="{6CCA2702-5128-445C-932C-D3B45A8A0C2E}" srcOrd="1" destOrd="0" parTransId="{96405867-FC5A-4B5E-836D-1994F4D3ED5D}" sibTransId="{EE3B4F5E-01E1-47CC-8652-CD5D6B175869}"/>
    <dgm:cxn modelId="{45A9DC8C-B0C7-48CA-99A0-D9A3CE0CE117}" type="presOf" srcId="{C58E4ACA-897F-49DB-AFBD-BBB44A049299}" destId="{41C9A2DE-1831-4A4A-B3AD-888717552C60}" srcOrd="0" destOrd="0" presId="urn:microsoft.com/office/officeart/2008/layout/HalfCircleOrganizationChart"/>
    <dgm:cxn modelId="{A7238D97-78E7-425A-8942-4B691085B01E}" type="presOf" srcId="{96405867-FC5A-4B5E-836D-1994F4D3ED5D}" destId="{D69156E9-E331-4B68-8914-E1CD8ACF122A}" srcOrd="0" destOrd="0" presId="urn:microsoft.com/office/officeart/2008/layout/HalfCircleOrganizationChart"/>
    <dgm:cxn modelId="{429AE79D-74DE-4BF9-BA7B-42E22D3A2CA3}" type="presOf" srcId="{CA1D064A-62ED-411F-A677-833AB38A07D0}" destId="{859D162F-5FDE-4C44-9BC1-4349272ACC92}" srcOrd="0" destOrd="0" presId="urn:microsoft.com/office/officeart/2008/layout/HalfCircleOrganizationChart"/>
    <dgm:cxn modelId="{F4FE09C2-530A-40EC-BFBE-F0082B3510DE}" srcId="{A9F1BB15-B5B7-43FC-9E40-A2F672764134}" destId="{8574D710-E87B-4E90-817E-BECEDAB7753C}" srcOrd="0" destOrd="0" parTransId="{125115F5-9890-4180-BA7C-61BA623A65E0}" sibTransId="{FEB84BC0-ABB9-45EB-8D8B-0D368CBA5854}"/>
    <dgm:cxn modelId="{49BC40C3-3ECB-48FD-90D2-598142BEE359}" type="presOf" srcId="{6CCA2702-5128-445C-932C-D3B45A8A0C2E}" destId="{790FD9BD-EA0E-47C3-A939-30FDA5B6A8AA}" srcOrd="0" destOrd="0" presId="urn:microsoft.com/office/officeart/2008/layout/HalfCircleOrganizationChart"/>
    <dgm:cxn modelId="{E634D2CD-33FC-44D2-B569-8F84257F39E6}" type="presOf" srcId="{125115F5-9890-4180-BA7C-61BA623A65E0}" destId="{285C8DDD-512E-4C6D-B2B0-23F272D66D2E}" srcOrd="0" destOrd="0" presId="urn:microsoft.com/office/officeart/2008/layout/HalfCircleOrganizationChart"/>
    <dgm:cxn modelId="{55914BDD-1AC8-4B14-94A8-9E8C343E4A9C}" type="presOf" srcId="{A9F1BB15-B5B7-43FC-9E40-A2F672764134}" destId="{5B3EC9A5-11C9-4C89-A602-806FC5E00A59}" srcOrd="0" destOrd="0" presId="urn:microsoft.com/office/officeart/2008/layout/HalfCircleOrganizationChart"/>
    <dgm:cxn modelId="{734078DE-9FB4-4D08-A86B-A5D96549B8BF}" type="presOf" srcId="{6322E624-1143-469F-91E6-0D690B575C6E}" destId="{CA53538F-BF25-4874-B2FB-AB0958C434D3}" srcOrd="0" destOrd="0" presId="urn:microsoft.com/office/officeart/2008/layout/HalfCircleOrganizationChart"/>
    <dgm:cxn modelId="{3CB9CFE9-BC21-4140-BCC5-2CB0610F5F2E}" type="presOf" srcId="{2BC20EEE-F7F1-4425-8113-0A75E52EBC0A}" destId="{01D13F26-FC83-4F3D-A4E3-0047DDC8FDA9}" srcOrd="1" destOrd="0" presId="urn:microsoft.com/office/officeart/2008/layout/HalfCircleOrganizationChart"/>
    <dgm:cxn modelId="{34EEE194-84FA-4780-B644-5520F7745A6A}" type="presParOf" srcId="{41C9A2DE-1831-4A4A-B3AD-888717552C60}" destId="{B0981736-B4D1-4383-8096-1F4277B52E42}" srcOrd="0" destOrd="0" presId="urn:microsoft.com/office/officeart/2008/layout/HalfCircleOrganizationChart"/>
    <dgm:cxn modelId="{56571F07-5B5A-4F04-9471-C108090C6B31}" type="presParOf" srcId="{B0981736-B4D1-4383-8096-1F4277B52E42}" destId="{AB0004E9-E6C6-494E-AC66-ED2E31DE3682}" srcOrd="0" destOrd="0" presId="urn:microsoft.com/office/officeart/2008/layout/HalfCircleOrganizationChart"/>
    <dgm:cxn modelId="{4906413A-EE46-4F61-808F-EB7156D48145}" type="presParOf" srcId="{AB0004E9-E6C6-494E-AC66-ED2E31DE3682}" destId="{4C0D28CA-0F33-4C5C-A6EE-12B5661C1E9A}" srcOrd="0" destOrd="0" presId="urn:microsoft.com/office/officeart/2008/layout/HalfCircleOrganizationChart"/>
    <dgm:cxn modelId="{836D89BF-6688-4252-BB5A-9A870D3C92C0}" type="presParOf" srcId="{AB0004E9-E6C6-494E-AC66-ED2E31DE3682}" destId="{17383445-32B8-4653-9A1A-F63559DDDAC9}" srcOrd="1" destOrd="0" presId="urn:microsoft.com/office/officeart/2008/layout/HalfCircleOrganizationChart"/>
    <dgm:cxn modelId="{C5B3D73C-CE36-434B-A09A-5A9BBE0CFDD9}" type="presParOf" srcId="{AB0004E9-E6C6-494E-AC66-ED2E31DE3682}" destId="{4D87338C-05FC-4122-BA2E-95F9EBAC45C1}" srcOrd="2" destOrd="0" presId="urn:microsoft.com/office/officeart/2008/layout/HalfCircleOrganizationChart"/>
    <dgm:cxn modelId="{AF539685-6700-416A-954B-C21BF8B72883}" type="presParOf" srcId="{AB0004E9-E6C6-494E-AC66-ED2E31DE3682}" destId="{00594DDE-4B18-472B-80D6-F99920A93476}" srcOrd="3" destOrd="0" presId="urn:microsoft.com/office/officeart/2008/layout/HalfCircleOrganizationChart"/>
    <dgm:cxn modelId="{9712F055-931E-43CD-B8ED-958CB7AC71C3}" type="presParOf" srcId="{B0981736-B4D1-4383-8096-1F4277B52E42}" destId="{DE5369AA-8CC4-4077-B19C-D9E60AF6FDAD}" srcOrd="1" destOrd="0" presId="urn:microsoft.com/office/officeart/2008/layout/HalfCircleOrganizationChart"/>
    <dgm:cxn modelId="{E60F81D3-E385-44ED-9D04-B3AF81AD628D}" type="presParOf" srcId="{DE5369AA-8CC4-4077-B19C-D9E60AF6FDAD}" destId="{CA53538F-BF25-4874-B2FB-AB0958C434D3}" srcOrd="0" destOrd="0" presId="urn:microsoft.com/office/officeart/2008/layout/HalfCircleOrganizationChart"/>
    <dgm:cxn modelId="{FE1501C1-F2B5-44A2-BB30-D483C365302B}" type="presParOf" srcId="{DE5369AA-8CC4-4077-B19C-D9E60AF6FDAD}" destId="{72487B46-57EF-4F0E-A607-EA40367E1B61}" srcOrd="1" destOrd="0" presId="urn:microsoft.com/office/officeart/2008/layout/HalfCircleOrganizationChart"/>
    <dgm:cxn modelId="{CFC1D666-CFD1-484B-8410-E5DDD096980D}" type="presParOf" srcId="{72487B46-57EF-4F0E-A607-EA40367E1B61}" destId="{9CABD4D2-B4E4-4A55-B62F-E6BE5544F4C5}" srcOrd="0" destOrd="0" presId="urn:microsoft.com/office/officeart/2008/layout/HalfCircleOrganizationChart"/>
    <dgm:cxn modelId="{5FE703CF-FF7C-4FDE-B842-A90B9C6A77C6}" type="presParOf" srcId="{9CABD4D2-B4E4-4A55-B62F-E6BE5544F4C5}" destId="{5B3EC9A5-11C9-4C89-A602-806FC5E00A59}" srcOrd="0" destOrd="0" presId="urn:microsoft.com/office/officeart/2008/layout/HalfCircleOrganizationChart"/>
    <dgm:cxn modelId="{16684D82-5B79-4478-9302-716B69CCD9A4}" type="presParOf" srcId="{9CABD4D2-B4E4-4A55-B62F-E6BE5544F4C5}" destId="{66AB5288-33C8-422B-88FC-DA1C3521CE3D}" srcOrd="1" destOrd="0" presId="urn:microsoft.com/office/officeart/2008/layout/HalfCircleOrganizationChart"/>
    <dgm:cxn modelId="{0B8D6E39-E20C-4F96-86A7-E0B34E4BA194}" type="presParOf" srcId="{9CABD4D2-B4E4-4A55-B62F-E6BE5544F4C5}" destId="{6F040A46-56B5-4FDA-A720-89E523EA3198}" srcOrd="2" destOrd="0" presId="urn:microsoft.com/office/officeart/2008/layout/HalfCircleOrganizationChart"/>
    <dgm:cxn modelId="{B4EA059A-3194-42E9-AD38-9CD8DECBFED5}" type="presParOf" srcId="{9CABD4D2-B4E4-4A55-B62F-E6BE5544F4C5}" destId="{B6EBD79D-91D8-4B85-B32C-7FB0B9DEB34E}" srcOrd="3" destOrd="0" presId="urn:microsoft.com/office/officeart/2008/layout/HalfCircleOrganizationChart"/>
    <dgm:cxn modelId="{6C51501B-FB62-4F19-BF22-98BC2E128DBB}" type="presParOf" srcId="{72487B46-57EF-4F0E-A607-EA40367E1B61}" destId="{5EA2CB3C-9CE3-4045-9AC5-A02719417CF3}" srcOrd="1" destOrd="0" presId="urn:microsoft.com/office/officeart/2008/layout/HalfCircleOrganizationChart"/>
    <dgm:cxn modelId="{2F418774-186D-4641-BC36-C65F46CD9AE1}" type="presParOf" srcId="{5EA2CB3C-9CE3-4045-9AC5-A02719417CF3}" destId="{285C8DDD-512E-4C6D-B2B0-23F272D66D2E}" srcOrd="0" destOrd="0" presId="urn:microsoft.com/office/officeart/2008/layout/HalfCircleOrganizationChart"/>
    <dgm:cxn modelId="{B4ADF613-E890-40D8-8408-BF882AE36232}" type="presParOf" srcId="{5EA2CB3C-9CE3-4045-9AC5-A02719417CF3}" destId="{FC4D9551-4CA9-4188-B84D-D3A4AD300117}" srcOrd="1" destOrd="0" presId="urn:microsoft.com/office/officeart/2008/layout/HalfCircleOrganizationChart"/>
    <dgm:cxn modelId="{A9C055C2-6210-4E07-9176-7581AA51FF2C}" type="presParOf" srcId="{FC4D9551-4CA9-4188-B84D-D3A4AD300117}" destId="{A951C1A8-4420-4820-8BA9-4A215E0452D5}" srcOrd="0" destOrd="0" presId="urn:microsoft.com/office/officeart/2008/layout/HalfCircleOrganizationChart"/>
    <dgm:cxn modelId="{7C424EEE-2CCE-4D48-9E7E-F78F05FFCD13}" type="presParOf" srcId="{A951C1A8-4420-4820-8BA9-4A215E0452D5}" destId="{98FA4C02-B327-4E0F-B50D-AC13A01CFC16}" srcOrd="0" destOrd="0" presId="urn:microsoft.com/office/officeart/2008/layout/HalfCircleOrganizationChart"/>
    <dgm:cxn modelId="{4C6B347E-98A3-49EB-A68B-11BB3C828B3A}" type="presParOf" srcId="{A951C1A8-4420-4820-8BA9-4A215E0452D5}" destId="{C650765A-A93F-47C2-994A-82CAFBA65BFD}" srcOrd="1" destOrd="0" presId="urn:microsoft.com/office/officeart/2008/layout/HalfCircleOrganizationChart"/>
    <dgm:cxn modelId="{241C934F-A242-4261-9350-25312224E46B}" type="presParOf" srcId="{A951C1A8-4420-4820-8BA9-4A215E0452D5}" destId="{4832E67F-D20C-4288-9000-C93D728F47FC}" srcOrd="2" destOrd="0" presId="urn:microsoft.com/office/officeart/2008/layout/HalfCircleOrganizationChart"/>
    <dgm:cxn modelId="{98343625-B98C-4509-BBB4-7B86A4CCBC27}" type="presParOf" srcId="{A951C1A8-4420-4820-8BA9-4A215E0452D5}" destId="{956E7B0E-FBEA-4844-9478-B9290010F050}" srcOrd="3" destOrd="0" presId="urn:microsoft.com/office/officeart/2008/layout/HalfCircleOrganizationChart"/>
    <dgm:cxn modelId="{7C1DF81E-D7E1-4B75-BA1E-FAB071002123}" type="presParOf" srcId="{FC4D9551-4CA9-4188-B84D-D3A4AD300117}" destId="{F9216EDF-65D2-4DA4-97CF-732EFDA5DC42}" srcOrd="1" destOrd="0" presId="urn:microsoft.com/office/officeart/2008/layout/HalfCircleOrganizationChart"/>
    <dgm:cxn modelId="{BB019821-5993-4E36-9C5D-BFB31F8A8FE4}" type="presParOf" srcId="{FC4D9551-4CA9-4188-B84D-D3A4AD300117}" destId="{B54F9DA7-EA64-4B86-A002-3AD102583885}" srcOrd="2" destOrd="0" presId="urn:microsoft.com/office/officeart/2008/layout/HalfCircleOrganizationChart"/>
    <dgm:cxn modelId="{9BAEB0BE-9196-45CD-BBB0-ED1A689B9F89}" type="presParOf" srcId="{72487B46-57EF-4F0E-A607-EA40367E1B61}" destId="{254C9E17-48D2-4744-B504-57B52A4F8E66}" srcOrd="2" destOrd="0" presId="urn:microsoft.com/office/officeart/2008/layout/HalfCircleOrganizationChart"/>
    <dgm:cxn modelId="{41F9213D-EED6-4CC2-879F-EBADDB75D617}" type="presParOf" srcId="{DE5369AA-8CC4-4077-B19C-D9E60AF6FDAD}" destId="{D69156E9-E331-4B68-8914-E1CD8ACF122A}" srcOrd="2" destOrd="0" presId="urn:microsoft.com/office/officeart/2008/layout/HalfCircleOrganizationChart"/>
    <dgm:cxn modelId="{33834160-BA49-45E8-AD3A-E0BCB8C6DAA9}" type="presParOf" srcId="{DE5369AA-8CC4-4077-B19C-D9E60AF6FDAD}" destId="{4579F946-331F-47F0-877D-3AD47E972014}" srcOrd="3" destOrd="0" presId="urn:microsoft.com/office/officeart/2008/layout/HalfCircleOrganizationChart"/>
    <dgm:cxn modelId="{06395A70-18B6-4109-A8C1-E173FFF50F19}" type="presParOf" srcId="{4579F946-331F-47F0-877D-3AD47E972014}" destId="{0D478C09-9A4E-4790-A777-E19ABD253EF9}" srcOrd="0" destOrd="0" presId="urn:microsoft.com/office/officeart/2008/layout/HalfCircleOrganizationChart"/>
    <dgm:cxn modelId="{E2E8C20E-09B1-4BD1-B110-C023A295F077}" type="presParOf" srcId="{0D478C09-9A4E-4790-A777-E19ABD253EF9}" destId="{790FD9BD-EA0E-47C3-A939-30FDA5B6A8AA}" srcOrd="0" destOrd="0" presId="urn:microsoft.com/office/officeart/2008/layout/HalfCircleOrganizationChart"/>
    <dgm:cxn modelId="{DE4AFE45-D91E-4325-ACB7-0B0D34B5BD6E}" type="presParOf" srcId="{0D478C09-9A4E-4790-A777-E19ABD253EF9}" destId="{F3C6AE42-BA4D-46B6-A26E-4279CE47D352}" srcOrd="1" destOrd="0" presId="urn:microsoft.com/office/officeart/2008/layout/HalfCircleOrganizationChart"/>
    <dgm:cxn modelId="{E9DB5D7D-A9DA-4A3D-96F9-D0A34713DB67}" type="presParOf" srcId="{0D478C09-9A4E-4790-A777-E19ABD253EF9}" destId="{1C9A2F12-A3DF-4344-8002-FDD7390B8317}" srcOrd="2" destOrd="0" presId="urn:microsoft.com/office/officeart/2008/layout/HalfCircleOrganizationChart"/>
    <dgm:cxn modelId="{77530435-61FE-4877-805C-2C0279A5BBEE}" type="presParOf" srcId="{0D478C09-9A4E-4790-A777-E19ABD253EF9}" destId="{583ED861-AD4C-4F91-9B8A-83E51A816246}" srcOrd="3" destOrd="0" presId="urn:microsoft.com/office/officeart/2008/layout/HalfCircleOrganizationChart"/>
    <dgm:cxn modelId="{535A2A6B-0EB1-4559-A591-46FD91E8E1AB}" type="presParOf" srcId="{4579F946-331F-47F0-877D-3AD47E972014}" destId="{9B59BE5C-D028-4DA1-9A53-768CF331D46F}" srcOrd="1" destOrd="0" presId="urn:microsoft.com/office/officeart/2008/layout/HalfCircleOrganizationChart"/>
    <dgm:cxn modelId="{016DA1E7-C9D2-41E8-BEE2-C1A282F0DC8A}" type="presParOf" srcId="{9B59BE5C-D028-4DA1-9A53-768CF331D46F}" destId="{859D162F-5FDE-4C44-9BC1-4349272ACC92}" srcOrd="0" destOrd="0" presId="urn:microsoft.com/office/officeart/2008/layout/HalfCircleOrganizationChart"/>
    <dgm:cxn modelId="{82755BB2-4A4E-46AC-B923-9104238571F8}" type="presParOf" srcId="{9B59BE5C-D028-4DA1-9A53-768CF331D46F}" destId="{E88C8C77-F6EB-42FA-AC86-80E2CC87C15B}" srcOrd="1" destOrd="0" presId="urn:microsoft.com/office/officeart/2008/layout/HalfCircleOrganizationChart"/>
    <dgm:cxn modelId="{FAE43E35-2F62-4396-8FC8-10B11EAB4CAE}" type="presParOf" srcId="{E88C8C77-F6EB-42FA-AC86-80E2CC87C15B}" destId="{AEFAC6FB-0971-447E-B745-08B4123668CA}" srcOrd="0" destOrd="0" presId="urn:microsoft.com/office/officeart/2008/layout/HalfCircleOrganizationChart"/>
    <dgm:cxn modelId="{8A8B1177-0DE0-49BD-93F7-0AAC0886475A}" type="presParOf" srcId="{AEFAC6FB-0971-447E-B745-08B4123668CA}" destId="{8721B747-A616-4BE1-8FD4-21C587423B30}" srcOrd="0" destOrd="0" presId="urn:microsoft.com/office/officeart/2008/layout/HalfCircleOrganizationChart"/>
    <dgm:cxn modelId="{DF74B928-166B-4BFC-B8D2-8D6255BD9DAC}" type="presParOf" srcId="{AEFAC6FB-0971-447E-B745-08B4123668CA}" destId="{12B95DD4-EFB7-4D28-AD3C-E6F01B9EE130}" srcOrd="1" destOrd="0" presId="urn:microsoft.com/office/officeart/2008/layout/HalfCircleOrganizationChart"/>
    <dgm:cxn modelId="{B35806B3-C56D-4361-81FA-0874658E833A}" type="presParOf" srcId="{AEFAC6FB-0971-447E-B745-08B4123668CA}" destId="{A74AB352-9DFB-4E77-A9C9-82D54F99E630}" srcOrd="2" destOrd="0" presId="urn:microsoft.com/office/officeart/2008/layout/HalfCircleOrganizationChart"/>
    <dgm:cxn modelId="{C8B59EE9-3BB8-421E-B91D-85B34A980703}" type="presParOf" srcId="{AEFAC6FB-0971-447E-B745-08B4123668CA}" destId="{01D13F26-FC83-4F3D-A4E3-0047DDC8FDA9}" srcOrd="3" destOrd="0" presId="urn:microsoft.com/office/officeart/2008/layout/HalfCircleOrganizationChart"/>
    <dgm:cxn modelId="{BFD501F0-3270-4D5A-8AF3-5FD2D249883F}" type="presParOf" srcId="{E88C8C77-F6EB-42FA-AC86-80E2CC87C15B}" destId="{924279A4-59F1-40E0-92CC-50F370367FE6}" srcOrd="1" destOrd="0" presId="urn:microsoft.com/office/officeart/2008/layout/HalfCircleOrganizationChart"/>
    <dgm:cxn modelId="{A1E8603A-FE6A-4F87-AC8F-E620FBF9D22C}" type="presParOf" srcId="{E88C8C77-F6EB-42FA-AC86-80E2CC87C15B}" destId="{9C087A0E-4E7B-45D2-84A7-2776BB904922}" srcOrd="2" destOrd="0" presId="urn:microsoft.com/office/officeart/2008/layout/HalfCircleOrganizationChart"/>
    <dgm:cxn modelId="{27CF792C-DF49-4872-9E4D-2852B8C119DE}" type="presParOf" srcId="{4579F946-331F-47F0-877D-3AD47E972014}" destId="{6D469BCF-E940-47F5-8703-44CCA883348D}" srcOrd="2" destOrd="0" presId="urn:microsoft.com/office/officeart/2008/layout/HalfCircleOrganizationChart"/>
    <dgm:cxn modelId="{3322D5A2-0125-4584-A8B0-7EE31A6223CF}" type="presParOf" srcId="{B0981736-B4D1-4383-8096-1F4277B52E42}" destId="{E819A123-11EB-4DD0-8182-CCB44CE994F2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9D162F-5FDE-4C44-9BC1-4349272ACC92}">
      <dsp:nvSpPr>
        <dsp:cNvPr id="0" name=""/>
        <dsp:cNvSpPr/>
      </dsp:nvSpPr>
      <dsp:spPr>
        <a:xfrm>
          <a:off x="4868152" y="3201296"/>
          <a:ext cx="1216786" cy="7935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3556"/>
              </a:lnTo>
              <a:lnTo>
                <a:pt x="1216786" y="79355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9156E9-E331-4B68-8914-E1CD8ACF122A}">
      <dsp:nvSpPr>
        <dsp:cNvPr id="0" name=""/>
        <dsp:cNvSpPr/>
      </dsp:nvSpPr>
      <dsp:spPr>
        <a:xfrm>
          <a:off x="3267814" y="1323213"/>
          <a:ext cx="1600338" cy="5554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7744"/>
              </a:lnTo>
              <a:lnTo>
                <a:pt x="1600338" y="277744"/>
              </a:lnTo>
              <a:lnTo>
                <a:pt x="1600338" y="55548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5C8DDD-512E-4C6D-B2B0-23F272D66D2E}">
      <dsp:nvSpPr>
        <dsp:cNvPr id="0" name=""/>
        <dsp:cNvSpPr/>
      </dsp:nvSpPr>
      <dsp:spPr>
        <a:xfrm>
          <a:off x="1667475" y="3201296"/>
          <a:ext cx="1216786" cy="7935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3556"/>
              </a:lnTo>
              <a:lnTo>
                <a:pt x="1216786" y="79355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53538F-BF25-4874-B2FB-AB0958C434D3}">
      <dsp:nvSpPr>
        <dsp:cNvPr id="0" name=""/>
        <dsp:cNvSpPr/>
      </dsp:nvSpPr>
      <dsp:spPr>
        <a:xfrm>
          <a:off x="1667475" y="1323213"/>
          <a:ext cx="1600338" cy="555489"/>
        </a:xfrm>
        <a:custGeom>
          <a:avLst/>
          <a:gdLst/>
          <a:ahLst/>
          <a:cxnLst/>
          <a:rect l="0" t="0" r="0" b="0"/>
          <a:pathLst>
            <a:path>
              <a:moveTo>
                <a:pt x="1600338" y="0"/>
              </a:moveTo>
              <a:lnTo>
                <a:pt x="1600338" y="277744"/>
              </a:lnTo>
              <a:lnTo>
                <a:pt x="0" y="277744"/>
              </a:lnTo>
              <a:lnTo>
                <a:pt x="0" y="55548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383445-32B8-4653-9A1A-F63559DDDAC9}">
      <dsp:nvSpPr>
        <dsp:cNvPr id="0" name=""/>
        <dsp:cNvSpPr/>
      </dsp:nvSpPr>
      <dsp:spPr>
        <a:xfrm>
          <a:off x="2606517" y="620"/>
          <a:ext cx="1322593" cy="1322593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87338C-05FC-4122-BA2E-95F9EBAC45C1}">
      <dsp:nvSpPr>
        <dsp:cNvPr id="0" name=""/>
        <dsp:cNvSpPr/>
      </dsp:nvSpPr>
      <dsp:spPr>
        <a:xfrm>
          <a:off x="2606517" y="620"/>
          <a:ext cx="1322593" cy="1322593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0D28CA-0F33-4C5C-A6EE-12B5661C1E9A}">
      <dsp:nvSpPr>
        <dsp:cNvPr id="0" name=""/>
        <dsp:cNvSpPr/>
      </dsp:nvSpPr>
      <dsp:spPr>
        <a:xfrm>
          <a:off x="1945220" y="238686"/>
          <a:ext cx="2645187" cy="84645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Node One</a:t>
          </a:r>
        </a:p>
      </dsp:txBody>
      <dsp:txXfrm>
        <a:off x="1945220" y="238686"/>
        <a:ext cx="2645187" cy="846459"/>
      </dsp:txXfrm>
    </dsp:sp>
    <dsp:sp modelId="{66AB5288-33C8-422B-88FC-DA1C3521CE3D}">
      <dsp:nvSpPr>
        <dsp:cNvPr id="0" name=""/>
        <dsp:cNvSpPr/>
      </dsp:nvSpPr>
      <dsp:spPr>
        <a:xfrm>
          <a:off x="1006178" y="1878703"/>
          <a:ext cx="1322593" cy="1322593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040A46-56B5-4FDA-A720-89E523EA3198}">
      <dsp:nvSpPr>
        <dsp:cNvPr id="0" name=""/>
        <dsp:cNvSpPr/>
      </dsp:nvSpPr>
      <dsp:spPr>
        <a:xfrm>
          <a:off x="1006178" y="1878703"/>
          <a:ext cx="1322593" cy="1322593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3EC9A5-11C9-4C89-A602-806FC5E00A59}">
      <dsp:nvSpPr>
        <dsp:cNvPr id="0" name=""/>
        <dsp:cNvSpPr/>
      </dsp:nvSpPr>
      <dsp:spPr>
        <a:xfrm>
          <a:off x="344882" y="2116770"/>
          <a:ext cx="2645187" cy="84645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Node Two has a longer label</a:t>
          </a:r>
        </a:p>
      </dsp:txBody>
      <dsp:txXfrm>
        <a:off x="344882" y="2116770"/>
        <a:ext cx="2645187" cy="846459"/>
      </dsp:txXfrm>
    </dsp:sp>
    <dsp:sp modelId="{C650765A-A93F-47C2-994A-82CAFBA65BFD}">
      <dsp:nvSpPr>
        <dsp:cNvPr id="0" name=""/>
        <dsp:cNvSpPr/>
      </dsp:nvSpPr>
      <dsp:spPr>
        <a:xfrm>
          <a:off x="2725550" y="3756786"/>
          <a:ext cx="1322593" cy="1322593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32E67F-D20C-4288-9000-C93D728F47FC}">
      <dsp:nvSpPr>
        <dsp:cNvPr id="0" name=""/>
        <dsp:cNvSpPr/>
      </dsp:nvSpPr>
      <dsp:spPr>
        <a:xfrm>
          <a:off x="2725550" y="3756786"/>
          <a:ext cx="1322593" cy="1322593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FA4C02-B327-4E0F-B50D-AC13A01CFC16}">
      <dsp:nvSpPr>
        <dsp:cNvPr id="0" name=""/>
        <dsp:cNvSpPr/>
      </dsp:nvSpPr>
      <dsp:spPr>
        <a:xfrm>
          <a:off x="2064253" y="3994853"/>
          <a:ext cx="2645187" cy="84645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Node Five</a:t>
          </a:r>
        </a:p>
      </dsp:txBody>
      <dsp:txXfrm>
        <a:off x="2064253" y="3994853"/>
        <a:ext cx="2645187" cy="846459"/>
      </dsp:txXfrm>
    </dsp:sp>
    <dsp:sp modelId="{F3C6AE42-BA4D-46B6-A26E-4279CE47D352}">
      <dsp:nvSpPr>
        <dsp:cNvPr id="0" name=""/>
        <dsp:cNvSpPr/>
      </dsp:nvSpPr>
      <dsp:spPr>
        <a:xfrm>
          <a:off x="4206855" y="1878703"/>
          <a:ext cx="1322593" cy="1322593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9A2F12-A3DF-4344-8002-FDD7390B8317}">
      <dsp:nvSpPr>
        <dsp:cNvPr id="0" name=""/>
        <dsp:cNvSpPr/>
      </dsp:nvSpPr>
      <dsp:spPr>
        <a:xfrm>
          <a:off x="4206855" y="1878703"/>
          <a:ext cx="1322593" cy="1322593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0FD9BD-EA0E-47C3-A939-30FDA5B6A8AA}">
      <dsp:nvSpPr>
        <dsp:cNvPr id="0" name=""/>
        <dsp:cNvSpPr/>
      </dsp:nvSpPr>
      <dsp:spPr>
        <a:xfrm>
          <a:off x="3545558" y="2116770"/>
          <a:ext cx="2645187" cy="84645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Node Three</a:t>
          </a:r>
        </a:p>
      </dsp:txBody>
      <dsp:txXfrm>
        <a:off x="3545558" y="2116770"/>
        <a:ext cx="2645187" cy="846459"/>
      </dsp:txXfrm>
    </dsp:sp>
    <dsp:sp modelId="{12B95DD4-EFB7-4D28-AD3C-E6F01B9EE130}">
      <dsp:nvSpPr>
        <dsp:cNvPr id="0" name=""/>
        <dsp:cNvSpPr/>
      </dsp:nvSpPr>
      <dsp:spPr>
        <a:xfrm>
          <a:off x="5926227" y="3756786"/>
          <a:ext cx="1322593" cy="1322593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4AB352-9DFB-4E77-A9C9-82D54F99E630}">
      <dsp:nvSpPr>
        <dsp:cNvPr id="0" name=""/>
        <dsp:cNvSpPr/>
      </dsp:nvSpPr>
      <dsp:spPr>
        <a:xfrm>
          <a:off x="5926227" y="3756786"/>
          <a:ext cx="1322593" cy="1322593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21B747-A616-4BE1-8FD4-21C587423B30}">
      <dsp:nvSpPr>
        <dsp:cNvPr id="0" name=""/>
        <dsp:cNvSpPr/>
      </dsp:nvSpPr>
      <dsp:spPr>
        <a:xfrm>
          <a:off x="5264930" y="3994853"/>
          <a:ext cx="2645187" cy="84645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Node Four</a:t>
          </a:r>
        </a:p>
      </dsp:txBody>
      <dsp:txXfrm>
        <a:off x="5264930" y="3994853"/>
        <a:ext cx="2645187" cy="8464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81057-EDD1-6AA0-F689-A9E672C32D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C97AE-C15C-9501-CB56-0BBAE37A2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2BDEA-8E77-6492-882D-138CE569A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420DE-C821-4EB8-B09E-F7333A4711C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C06C6-28EA-2052-9076-4673F1070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DD822-F414-2F18-065B-1CBD5CB48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0480-7307-41BD-A2D3-9691E55D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793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66093-7360-DA56-2787-BF4238522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20A49-786A-2C5E-C909-7528738FF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ED8D6-FCD0-3B83-DEC1-325C5D77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420DE-C821-4EB8-B09E-F7333A4711C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B2346-5698-9971-9681-8D429680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3C831-DFA2-27FE-BF4A-F84943D9C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0480-7307-41BD-A2D3-9691E55D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682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A5A10-CB87-3272-AE1B-A7F8D3E30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0B9CF-6F3D-4548-62FE-166ACA156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71958-B11A-41CE-46DD-7CEC35689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420DE-C821-4EB8-B09E-F7333A4711C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B8DBE-F8ED-C496-0AC5-B280EBEB2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A4DD7-9D5C-76F3-FBCB-9FB3B40A7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0480-7307-41BD-A2D3-9691E55D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87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AB442-51D2-A3E5-F3E7-8BDDEC239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43C86-8845-28F4-A7B3-F2E8850974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C6B6D-E147-ECE3-CB85-52F67D75D0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AB6F6-6EF1-2DC4-8BC7-C16566307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420DE-C821-4EB8-B09E-F7333A4711C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C7C23-F87C-45B4-0E5F-30F559B78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3C66C-24C1-FDB0-B51F-22717ED25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0480-7307-41BD-A2D3-9691E55D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790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ECCC6-E6A4-0976-1BA5-18627E51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A735A-BF37-CDBA-438A-7AA3B0746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2C0145-A583-9BCE-22EC-C40E5B373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30B23C-292C-6E41-0419-EEEEC3FCDD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2D7FD3-BA5F-D926-5000-DBF8C56D36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76C61A-8C92-A873-3DB9-B4F68A65A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420DE-C821-4EB8-B09E-F7333A4711C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4B5EEB-D293-3557-90E7-3929FA458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06F93E-3EF5-8736-9397-291C7B4CE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0480-7307-41BD-A2D3-9691E55D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47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6BEA4-0881-13B3-CD97-7110612A4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07DDF9-7909-E56A-3D7E-A9EBDB94D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420DE-C821-4EB8-B09E-F7333A4711C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68022D-EFD5-680D-98E9-C15F41B2A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09037-EB48-718A-61E0-D9883BB4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0480-7307-41BD-A2D3-9691E55D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339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20AF0D-8290-A79C-ECFD-3A1726C65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420DE-C821-4EB8-B09E-F7333A4711C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AE65BA-1AB6-7E3D-CE2A-E467E0500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306B4-CC08-0A83-6182-A2A996E2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0480-7307-41BD-A2D3-9691E55D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891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D60FF-91B5-F0F2-FDFD-48241F192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9D221-9D26-F7CA-5FCF-2B4D2EA24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8709A-4357-3FDA-BB1E-66BE35E0F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016EC-88EF-2F48-9EFA-6E845AD61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420DE-C821-4EB8-B09E-F7333A4711C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631AD-A0BE-FB82-2BC1-4454DA2C3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38848-15BA-BCEE-2893-2378C12A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0480-7307-41BD-A2D3-9691E55D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960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13D99-7A3F-5E5C-CF58-9E93A1DBD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2BF7F0-36AC-3DA7-40F8-074449ED5E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8480BF-61EF-3D58-D471-9D1D64DD7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F58EB-14F7-B8E2-2B38-4A3D75364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420DE-C821-4EB8-B09E-F7333A4711C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6F0F5-DD3C-B122-A4D6-61CDC0663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2E423-F00E-1A06-2CC3-937829236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0480-7307-41BD-A2D3-9691E55D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03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50D61-8D62-1975-D1DE-FFE8AA0F3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2638A2-5CE1-AAA6-69DC-0F356B2FF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3BFAB-4D97-1FD4-4929-11E4FA1C7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420DE-C821-4EB8-B09E-F7333A4711C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D48DD-271B-E7AD-78E8-2B4B046FE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EEE2A-7A94-5D74-122A-84E0433FA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0480-7307-41BD-A2D3-9691E55D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636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9301B-DEEF-3AE8-9F0B-2FEF3B4FAB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7513EA-79EB-4EAE-D938-C77D2E3BD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5C5D2-B4CE-A9FE-531A-BC547382C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420DE-C821-4EB8-B09E-F7333A4711C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F76D3-F6BE-FE18-9A94-4FD1BE1B9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F381B-CFC4-D9C6-5DED-F9AB4191D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A0480-7307-41BD-A2D3-9691E55D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82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F1614E-0151-1027-96AA-33278A6B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B0184-CD44-5686-6E94-7409A39E8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E9E3A-9737-B3A2-DE56-3215D6FAF2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3420DE-C821-4EB8-B09E-F7333A4711C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DB78B-4CF4-0B98-C8A5-2E6588268B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5F166-8870-D9E8-F5BD-CA5A0A171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EA0480-7307-41BD-A2D3-9691E55D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64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62762A5-D27C-AB20-856A-3E92900DE3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9695609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5535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2026-09-06T08:14:25Z</dcterms:created>
  <dcterms:modified xsi:type="dcterms:W3CDTF">2026-09-06T08:14:25Z</dcterms:modified>
</cp:coreProperties>
</file>