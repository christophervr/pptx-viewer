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3DF5C4-20A1-4937-8182-C21DED27792F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1EF549-D5A7-4B04-8E9E-7F24FF1A81A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DBC0E066-80D4-4EAC-A14C-F505E86320A4}" type="parTrans" cxnId="{C52E8306-6E8C-4569-94C5-79E12770C939}">
      <dgm:prSet/>
      <dgm:spPr/>
    </dgm:pt>
    <dgm:pt modelId="{D3AAA76C-B1A5-4A7C-B2B3-B42F8A29DDA7}" type="sibTrans" cxnId="{C52E8306-6E8C-4569-94C5-79E12770C939}">
      <dgm:prSet/>
      <dgm:spPr/>
    </dgm:pt>
    <dgm:pt modelId="{A3C1FCB2-5CC5-4BE1-B24B-BE56693105D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3BB52493-5BC3-45E8-B7AD-F9DDDAFDAFF4}" type="parTrans" cxnId="{1C95091D-482B-4AEE-A275-F66DE76C504A}">
      <dgm:prSet/>
      <dgm:spPr/>
    </dgm:pt>
    <dgm:pt modelId="{267F54E2-7CF7-49AE-964F-1A53B0C262E1}" type="sibTrans" cxnId="{1C95091D-482B-4AEE-A275-F66DE76C504A}">
      <dgm:prSet/>
      <dgm:spPr/>
    </dgm:pt>
    <dgm:pt modelId="{F8AF2773-296F-4D66-8DF8-0023923D84A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9B4504C-10ED-4815-8EAF-73A2110594A8}" type="parTrans" cxnId="{FCD27EE1-7F93-49E7-B72B-5FF4C2BF1785}">
      <dgm:prSet/>
      <dgm:spPr/>
    </dgm:pt>
    <dgm:pt modelId="{924D9797-224C-4456-BB32-27F60F52BA8D}" type="sibTrans" cxnId="{FCD27EE1-7F93-49E7-B72B-5FF4C2BF1785}">
      <dgm:prSet/>
      <dgm:spPr/>
    </dgm:pt>
    <dgm:pt modelId="{D8D27B90-6BD8-4B42-9C9B-59F9283CDBC9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1D685477-296E-4080-A42D-3E06EC8F7B4E}" type="parTrans" cxnId="{63CD299F-9800-46BD-AEF7-650C8B6A09B7}">
      <dgm:prSet/>
      <dgm:spPr/>
    </dgm:pt>
    <dgm:pt modelId="{20488AB3-9223-444D-822A-CDD6E08337B9}" type="sibTrans" cxnId="{63CD299F-9800-46BD-AEF7-650C8B6A09B7}">
      <dgm:prSet/>
      <dgm:spPr/>
    </dgm:pt>
    <dgm:pt modelId="{C7A095B5-725A-4186-8217-6440E476907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B8EC45B-61FA-45D0-8612-53A60A07244E}" type="parTrans" cxnId="{9C3EE1F3-548A-4CAD-A875-E5D9EEE31437}">
      <dgm:prSet/>
      <dgm:spPr/>
    </dgm:pt>
    <dgm:pt modelId="{83867C19-910B-4D12-9266-3EC80E94C4A8}" type="sibTrans" cxnId="{9C3EE1F3-548A-4CAD-A875-E5D9EEE31437}">
      <dgm:prSet/>
      <dgm:spPr/>
    </dgm:pt>
    <dgm:pt modelId="{45C81ABA-6AE2-4D49-9663-907ABD6204D2}" type="pres">
      <dgm:prSet presAssocID="{E93DF5C4-20A1-4937-8182-C21DED27792F}" presName="Name0" presStyleCnt="0">
        <dgm:presLayoutVars>
          <dgm:dir/>
          <dgm:animLvl val="lvl"/>
          <dgm:resizeHandles val="exact"/>
        </dgm:presLayoutVars>
      </dgm:prSet>
      <dgm:spPr/>
    </dgm:pt>
    <dgm:pt modelId="{2F7C2B60-7989-4460-B54A-9F666F3ADB3F}" type="pres">
      <dgm:prSet presAssocID="{731EF549-D5A7-4B04-8E9E-7F24FF1A81AB}" presName="compositeNode" presStyleCnt="0">
        <dgm:presLayoutVars>
          <dgm:bulletEnabled val="1"/>
        </dgm:presLayoutVars>
      </dgm:prSet>
      <dgm:spPr/>
    </dgm:pt>
    <dgm:pt modelId="{63E68C4F-E651-4E40-861F-D3251F424F98}" type="pres">
      <dgm:prSet presAssocID="{731EF549-D5A7-4B04-8E9E-7F24FF1A81AB}" presName="bgRect" presStyleLbl="node1" presStyleIdx="0" presStyleCnt="3"/>
      <dgm:spPr/>
    </dgm:pt>
    <dgm:pt modelId="{CE6280BC-08B2-4DC3-888E-8A2E38C220D3}" type="pres">
      <dgm:prSet presAssocID="{731EF549-D5A7-4B04-8E9E-7F24FF1A81AB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902C3EFB-9316-44D7-9346-7C86396FE981}" type="pres">
      <dgm:prSet presAssocID="{731EF549-D5A7-4B04-8E9E-7F24FF1A81AB}" presName="childNode" presStyleLbl="node1" presStyleIdx="0" presStyleCnt="3">
        <dgm:presLayoutVars>
          <dgm:bulletEnabled val="1"/>
        </dgm:presLayoutVars>
      </dgm:prSet>
      <dgm:spPr/>
    </dgm:pt>
    <dgm:pt modelId="{BB31A6BA-145B-4533-9DB4-5D75C2B19716}" type="pres">
      <dgm:prSet presAssocID="{D3AAA76C-B1A5-4A7C-B2B3-B42F8A29DDA7}" presName="hSp" presStyleCnt="0"/>
      <dgm:spPr/>
    </dgm:pt>
    <dgm:pt modelId="{ACDCE3AF-8B03-4FFE-9CA6-3CDDD9D3F5B1}" type="pres">
      <dgm:prSet presAssocID="{D3AAA76C-B1A5-4A7C-B2B3-B42F8A29DDA7}" presName="vProcSp" presStyleCnt="0"/>
      <dgm:spPr/>
    </dgm:pt>
    <dgm:pt modelId="{F87396AF-D5A1-4142-9229-E08139ACDB7E}" type="pres">
      <dgm:prSet presAssocID="{D3AAA76C-B1A5-4A7C-B2B3-B42F8A29DDA7}" presName="vSp1" presStyleCnt="0"/>
      <dgm:spPr/>
    </dgm:pt>
    <dgm:pt modelId="{718D30E3-4257-42AF-B73B-345620CC9CB0}" type="pres">
      <dgm:prSet presAssocID="{D3AAA76C-B1A5-4A7C-B2B3-B42F8A29DDA7}" presName="simulatedConn" presStyleLbl="solidFgAcc1" presStyleIdx="0" presStyleCnt="2"/>
      <dgm:spPr/>
    </dgm:pt>
    <dgm:pt modelId="{31F25D5C-60F9-47E7-A553-E2CE944BA01D}" type="pres">
      <dgm:prSet presAssocID="{D3AAA76C-B1A5-4A7C-B2B3-B42F8A29DDA7}" presName="vSp2" presStyleCnt="0"/>
      <dgm:spPr/>
    </dgm:pt>
    <dgm:pt modelId="{908285B2-1893-4A96-8B5A-6A5B02155DF5}" type="pres">
      <dgm:prSet presAssocID="{D3AAA76C-B1A5-4A7C-B2B3-B42F8A29DDA7}" presName="sibTrans" presStyleCnt="0"/>
      <dgm:spPr/>
    </dgm:pt>
    <dgm:pt modelId="{809268B6-465A-46B2-8DC0-96FE2900ED24}" type="pres">
      <dgm:prSet presAssocID="{F8AF2773-296F-4D66-8DF8-0023923D84A9}" presName="compositeNode" presStyleCnt="0">
        <dgm:presLayoutVars>
          <dgm:bulletEnabled val="1"/>
        </dgm:presLayoutVars>
      </dgm:prSet>
      <dgm:spPr/>
    </dgm:pt>
    <dgm:pt modelId="{A1318ECC-61B5-45C8-A903-3BE71419E16F}" type="pres">
      <dgm:prSet presAssocID="{F8AF2773-296F-4D66-8DF8-0023923D84A9}" presName="bgRect" presStyleLbl="node1" presStyleIdx="1" presStyleCnt="3"/>
      <dgm:spPr/>
    </dgm:pt>
    <dgm:pt modelId="{BCF2EED1-0F44-4D02-9333-7B1EB5F9F43C}" type="pres">
      <dgm:prSet presAssocID="{F8AF2773-296F-4D66-8DF8-0023923D84A9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145C388F-66ED-4A64-BD4B-D1C2C9C8E8F4}" type="pres">
      <dgm:prSet presAssocID="{924D9797-224C-4456-BB32-27F60F52BA8D}" presName="hSp" presStyleCnt="0"/>
      <dgm:spPr/>
    </dgm:pt>
    <dgm:pt modelId="{FC3A6504-AAF1-4B50-AC5C-0357F87420A7}" type="pres">
      <dgm:prSet presAssocID="{924D9797-224C-4456-BB32-27F60F52BA8D}" presName="vProcSp" presStyleCnt="0"/>
      <dgm:spPr/>
    </dgm:pt>
    <dgm:pt modelId="{8B233F77-823E-467A-9083-2124998BD7E9}" type="pres">
      <dgm:prSet presAssocID="{924D9797-224C-4456-BB32-27F60F52BA8D}" presName="vSp1" presStyleCnt="0"/>
      <dgm:spPr/>
    </dgm:pt>
    <dgm:pt modelId="{354E0129-8BDC-41BB-96CD-90C486584B61}" type="pres">
      <dgm:prSet presAssocID="{924D9797-224C-4456-BB32-27F60F52BA8D}" presName="simulatedConn" presStyleLbl="solidFgAcc1" presStyleIdx="1" presStyleCnt="2"/>
      <dgm:spPr/>
    </dgm:pt>
    <dgm:pt modelId="{33510766-A15C-4164-BADB-52C102B750E6}" type="pres">
      <dgm:prSet presAssocID="{924D9797-224C-4456-BB32-27F60F52BA8D}" presName="vSp2" presStyleCnt="0"/>
      <dgm:spPr/>
    </dgm:pt>
    <dgm:pt modelId="{ED747D81-DA97-4D0B-8026-41E6B93FE74D}" type="pres">
      <dgm:prSet presAssocID="{924D9797-224C-4456-BB32-27F60F52BA8D}" presName="sibTrans" presStyleCnt="0"/>
      <dgm:spPr/>
    </dgm:pt>
    <dgm:pt modelId="{2C3C4FEE-5E8C-4FF5-B4F7-670EA62006AE}" type="pres">
      <dgm:prSet presAssocID="{D8D27B90-6BD8-4B42-9C9B-59F9283CDBC9}" presName="compositeNode" presStyleCnt="0">
        <dgm:presLayoutVars>
          <dgm:bulletEnabled val="1"/>
        </dgm:presLayoutVars>
      </dgm:prSet>
      <dgm:spPr/>
    </dgm:pt>
    <dgm:pt modelId="{B7F19E63-64C3-4E35-9F0D-55C67CDAD22B}" type="pres">
      <dgm:prSet presAssocID="{D8D27B90-6BD8-4B42-9C9B-59F9283CDBC9}" presName="bgRect" presStyleLbl="node1" presStyleIdx="2" presStyleCnt="3"/>
      <dgm:spPr/>
    </dgm:pt>
    <dgm:pt modelId="{17124B00-97CA-4E9E-B799-7CCDDDCA2BAC}" type="pres">
      <dgm:prSet presAssocID="{D8D27B90-6BD8-4B42-9C9B-59F9283CDBC9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655BB108-1095-4736-B6CC-490D77D9BE3A}" type="pres">
      <dgm:prSet presAssocID="{D8D27B90-6BD8-4B42-9C9B-59F9283CDBC9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C52E8306-6E8C-4569-94C5-79E12770C939}" srcId="{E93DF5C4-20A1-4937-8182-C21DED27792F}" destId="{731EF549-D5A7-4B04-8E9E-7F24FF1A81AB}" srcOrd="0" destOrd="0" parTransId="{DBC0E066-80D4-4EAC-A14C-F505E86320A4}" sibTransId="{D3AAA76C-B1A5-4A7C-B2B3-B42F8A29DDA7}"/>
    <dgm:cxn modelId="{1C95091D-482B-4AEE-A275-F66DE76C504A}" srcId="{731EF549-D5A7-4B04-8E9E-7F24FF1A81AB}" destId="{A3C1FCB2-5CC5-4BE1-B24B-BE56693105D1}" srcOrd="0" destOrd="0" parTransId="{3BB52493-5BC3-45E8-B7AD-F9DDDAFDAFF4}" sibTransId="{267F54E2-7CF7-49AE-964F-1A53B0C262E1}"/>
    <dgm:cxn modelId="{72C6DC21-9572-45DE-9BD5-645B2C123547}" type="presOf" srcId="{A3C1FCB2-5CC5-4BE1-B24B-BE56693105D1}" destId="{902C3EFB-9316-44D7-9346-7C86396FE981}" srcOrd="0" destOrd="0" presId="urn:microsoft.com/office/officeart/2005/8/layout/hProcess7"/>
    <dgm:cxn modelId="{1CFADF28-E87E-4C5B-B7BB-B15CC8812FC4}" type="presOf" srcId="{E93DF5C4-20A1-4937-8182-C21DED27792F}" destId="{45C81ABA-6AE2-4D49-9663-907ABD6204D2}" srcOrd="0" destOrd="0" presId="urn:microsoft.com/office/officeart/2005/8/layout/hProcess7"/>
    <dgm:cxn modelId="{F85B4D4B-C6E7-44FB-95D9-C930357FC1F3}" type="presOf" srcId="{731EF549-D5A7-4B04-8E9E-7F24FF1A81AB}" destId="{63E68C4F-E651-4E40-861F-D3251F424F98}" srcOrd="0" destOrd="0" presId="urn:microsoft.com/office/officeart/2005/8/layout/hProcess7"/>
    <dgm:cxn modelId="{45934295-B0F7-438F-9055-4BDC9E263BD6}" type="presOf" srcId="{731EF549-D5A7-4B04-8E9E-7F24FF1A81AB}" destId="{CE6280BC-08B2-4DC3-888E-8A2E38C220D3}" srcOrd="1" destOrd="0" presId="urn:microsoft.com/office/officeart/2005/8/layout/hProcess7"/>
    <dgm:cxn modelId="{87437698-8DB3-4E34-AF44-A7249965B993}" type="presOf" srcId="{C7A095B5-725A-4186-8217-6440E476907C}" destId="{655BB108-1095-4736-B6CC-490D77D9BE3A}" srcOrd="0" destOrd="0" presId="urn:microsoft.com/office/officeart/2005/8/layout/hProcess7"/>
    <dgm:cxn modelId="{63CD299F-9800-46BD-AEF7-650C8B6A09B7}" srcId="{E93DF5C4-20A1-4937-8182-C21DED27792F}" destId="{D8D27B90-6BD8-4B42-9C9B-59F9283CDBC9}" srcOrd="2" destOrd="0" parTransId="{1D685477-296E-4080-A42D-3E06EC8F7B4E}" sibTransId="{20488AB3-9223-444D-822A-CDD6E08337B9}"/>
    <dgm:cxn modelId="{4D48DFB1-FB82-464B-A3AD-3355C77B42CD}" type="presOf" srcId="{D8D27B90-6BD8-4B42-9C9B-59F9283CDBC9}" destId="{17124B00-97CA-4E9E-B799-7CCDDDCA2BAC}" srcOrd="1" destOrd="0" presId="urn:microsoft.com/office/officeart/2005/8/layout/hProcess7"/>
    <dgm:cxn modelId="{6E8A5FBF-A7B1-4E8A-98BF-55E0AAEBDC77}" type="presOf" srcId="{D8D27B90-6BD8-4B42-9C9B-59F9283CDBC9}" destId="{B7F19E63-64C3-4E35-9F0D-55C67CDAD22B}" srcOrd="0" destOrd="0" presId="urn:microsoft.com/office/officeart/2005/8/layout/hProcess7"/>
    <dgm:cxn modelId="{FCD27EE1-7F93-49E7-B72B-5FF4C2BF1785}" srcId="{E93DF5C4-20A1-4937-8182-C21DED27792F}" destId="{F8AF2773-296F-4D66-8DF8-0023923D84A9}" srcOrd="1" destOrd="0" parTransId="{79B4504C-10ED-4815-8EAF-73A2110594A8}" sibTransId="{924D9797-224C-4456-BB32-27F60F52BA8D}"/>
    <dgm:cxn modelId="{537F4FEA-D494-4BAB-9B1B-A24BD89F0A11}" type="presOf" srcId="{F8AF2773-296F-4D66-8DF8-0023923D84A9}" destId="{BCF2EED1-0F44-4D02-9333-7B1EB5F9F43C}" srcOrd="1" destOrd="0" presId="urn:microsoft.com/office/officeart/2005/8/layout/hProcess7"/>
    <dgm:cxn modelId="{9C3EE1F3-548A-4CAD-A875-E5D9EEE31437}" srcId="{D8D27B90-6BD8-4B42-9C9B-59F9283CDBC9}" destId="{C7A095B5-725A-4186-8217-6440E476907C}" srcOrd="0" destOrd="0" parTransId="{CB8EC45B-61FA-45D0-8612-53A60A07244E}" sibTransId="{83867C19-910B-4D12-9266-3EC80E94C4A8}"/>
    <dgm:cxn modelId="{BEB0C7F9-74E7-4B19-B00E-0C927F70DDA0}" type="presOf" srcId="{F8AF2773-296F-4D66-8DF8-0023923D84A9}" destId="{A1318ECC-61B5-45C8-A903-3BE71419E16F}" srcOrd="0" destOrd="0" presId="urn:microsoft.com/office/officeart/2005/8/layout/hProcess7"/>
    <dgm:cxn modelId="{005AEE01-8F48-4334-911F-1A30A85FB7DF}" type="presParOf" srcId="{45C81ABA-6AE2-4D49-9663-907ABD6204D2}" destId="{2F7C2B60-7989-4460-B54A-9F666F3ADB3F}" srcOrd="0" destOrd="0" presId="urn:microsoft.com/office/officeart/2005/8/layout/hProcess7"/>
    <dgm:cxn modelId="{74A05476-081A-4F16-BE66-E97F46266C48}" type="presParOf" srcId="{2F7C2B60-7989-4460-B54A-9F666F3ADB3F}" destId="{63E68C4F-E651-4E40-861F-D3251F424F98}" srcOrd="0" destOrd="0" presId="urn:microsoft.com/office/officeart/2005/8/layout/hProcess7"/>
    <dgm:cxn modelId="{568A15FC-4889-4AB9-941B-CE51276CF597}" type="presParOf" srcId="{2F7C2B60-7989-4460-B54A-9F666F3ADB3F}" destId="{CE6280BC-08B2-4DC3-888E-8A2E38C220D3}" srcOrd="1" destOrd="0" presId="urn:microsoft.com/office/officeart/2005/8/layout/hProcess7"/>
    <dgm:cxn modelId="{2B1FE145-BECA-4711-A4FF-CB56E03AEB70}" type="presParOf" srcId="{2F7C2B60-7989-4460-B54A-9F666F3ADB3F}" destId="{902C3EFB-9316-44D7-9346-7C86396FE981}" srcOrd="2" destOrd="0" presId="urn:microsoft.com/office/officeart/2005/8/layout/hProcess7"/>
    <dgm:cxn modelId="{3159671D-42D9-47EC-8885-B5E653B701AE}" type="presParOf" srcId="{45C81ABA-6AE2-4D49-9663-907ABD6204D2}" destId="{BB31A6BA-145B-4533-9DB4-5D75C2B19716}" srcOrd="1" destOrd="0" presId="urn:microsoft.com/office/officeart/2005/8/layout/hProcess7"/>
    <dgm:cxn modelId="{AF3DDA1E-476F-4EB6-B4C9-34766473673C}" type="presParOf" srcId="{45C81ABA-6AE2-4D49-9663-907ABD6204D2}" destId="{ACDCE3AF-8B03-4FFE-9CA6-3CDDD9D3F5B1}" srcOrd="2" destOrd="0" presId="urn:microsoft.com/office/officeart/2005/8/layout/hProcess7"/>
    <dgm:cxn modelId="{06D4968D-DD6F-4BDC-B191-14F6FDE2D2E2}" type="presParOf" srcId="{ACDCE3AF-8B03-4FFE-9CA6-3CDDD9D3F5B1}" destId="{F87396AF-D5A1-4142-9229-E08139ACDB7E}" srcOrd="0" destOrd="0" presId="urn:microsoft.com/office/officeart/2005/8/layout/hProcess7"/>
    <dgm:cxn modelId="{E193E9D0-7CE8-4199-A072-EA08AE8584BA}" type="presParOf" srcId="{ACDCE3AF-8B03-4FFE-9CA6-3CDDD9D3F5B1}" destId="{718D30E3-4257-42AF-B73B-345620CC9CB0}" srcOrd="1" destOrd="0" presId="urn:microsoft.com/office/officeart/2005/8/layout/hProcess7"/>
    <dgm:cxn modelId="{743A3BE1-C384-4AE8-AC36-8F185A170553}" type="presParOf" srcId="{ACDCE3AF-8B03-4FFE-9CA6-3CDDD9D3F5B1}" destId="{31F25D5C-60F9-47E7-A553-E2CE944BA01D}" srcOrd="2" destOrd="0" presId="urn:microsoft.com/office/officeart/2005/8/layout/hProcess7"/>
    <dgm:cxn modelId="{AA218148-274F-4E8A-8505-2E6B0EDA0863}" type="presParOf" srcId="{45C81ABA-6AE2-4D49-9663-907ABD6204D2}" destId="{908285B2-1893-4A96-8B5A-6A5B02155DF5}" srcOrd="3" destOrd="0" presId="urn:microsoft.com/office/officeart/2005/8/layout/hProcess7"/>
    <dgm:cxn modelId="{51852B30-CDF8-4246-8599-DE762E070891}" type="presParOf" srcId="{45C81ABA-6AE2-4D49-9663-907ABD6204D2}" destId="{809268B6-465A-46B2-8DC0-96FE2900ED24}" srcOrd="4" destOrd="0" presId="urn:microsoft.com/office/officeart/2005/8/layout/hProcess7"/>
    <dgm:cxn modelId="{E47DE007-5E7C-4BB0-A63D-D80922D133B6}" type="presParOf" srcId="{809268B6-465A-46B2-8DC0-96FE2900ED24}" destId="{A1318ECC-61B5-45C8-A903-3BE71419E16F}" srcOrd="0" destOrd="0" presId="urn:microsoft.com/office/officeart/2005/8/layout/hProcess7"/>
    <dgm:cxn modelId="{DEB64E92-51C2-431D-836C-FF0FF4DE938E}" type="presParOf" srcId="{809268B6-465A-46B2-8DC0-96FE2900ED24}" destId="{BCF2EED1-0F44-4D02-9333-7B1EB5F9F43C}" srcOrd="1" destOrd="0" presId="urn:microsoft.com/office/officeart/2005/8/layout/hProcess7"/>
    <dgm:cxn modelId="{C98D99F1-8DBD-4B12-A921-26BA4161AF33}" type="presParOf" srcId="{45C81ABA-6AE2-4D49-9663-907ABD6204D2}" destId="{145C388F-66ED-4A64-BD4B-D1C2C9C8E8F4}" srcOrd="5" destOrd="0" presId="urn:microsoft.com/office/officeart/2005/8/layout/hProcess7"/>
    <dgm:cxn modelId="{372F6567-99CD-4020-B414-D86EAE8ABA20}" type="presParOf" srcId="{45C81ABA-6AE2-4D49-9663-907ABD6204D2}" destId="{FC3A6504-AAF1-4B50-AC5C-0357F87420A7}" srcOrd="6" destOrd="0" presId="urn:microsoft.com/office/officeart/2005/8/layout/hProcess7"/>
    <dgm:cxn modelId="{CD6D75DD-5FDC-451C-8A72-376AB7884C69}" type="presParOf" srcId="{FC3A6504-AAF1-4B50-AC5C-0357F87420A7}" destId="{8B233F77-823E-467A-9083-2124998BD7E9}" srcOrd="0" destOrd="0" presId="urn:microsoft.com/office/officeart/2005/8/layout/hProcess7"/>
    <dgm:cxn modelId="{922701B9-45B4-4786-B3BC-CB078AE72BD1}" type="presParOf" srcId="{FC3A6504-AAF1-4B50-AC5C-0357F87420A7}" destId="{354E0129-8BDC-41BB-96CD-90C486584B61}" srcOrd="1" destOrd="0" presId="urn:microsoft.com/office/officeart/2005/8/layout/hProcess7"/>
    <dgm:cxn modelId="{FF5E8A53-8D2A-4BA2-9BBD-F989E0B1D94D}" type="presParOf" srcId="{FC3A6504-AAF1-4B50-AC5C-0357F87420A7}" destId="{33510766-A15C-4164-BADB-52C102B750E6}" srcOrd="2" destOrd="0" presId="urn:microsoft.com/office/officeart/2005/8/layout/hProcess7"/>
    <dgm:cxn modelId="{2531DAFC-09A5-4B1F-9EE1-9FEF8E179D60}" type="presParOf" srcId="{45C81ABA-6AE2-4D49-9663-907ABD6204D2}" destId="{ED747D81-DA97-4D0B-8026-41E6B93FE74D}" srcOrd="7" destOrd="0" presId="urn:microsoft.com/office/officeart/2005/8/layout/hProcess7"/>
    <dgm:cxn modelId="{D8751551-DD9D-4D97-B509-1F3941380CCA}" type="presParOf" srcId="{45C81ABA-6AE2-4D49-9663-907ABD6204D2}" destId="{2C3C4FEE-5E8C-4FF5-B4F7-670EA62006AE}" srcOrd="8" destOrd="0" presId="urn:microsoft.com/office/officeart/2005/8/layout/hProcess7"/>
    <dgm:cxn modelId="{798C188C-51BC-4667-941F-5FB66DC7FF4A}" type="presParOf" srcId="{2C3C4FEE-5E8C-4FF5-B4F7-670EA62006AE}" destId="{B7F19E63-64C3-4E35-9F0D-55C67CDAD22B}" srcOrd="0" destOrd="0" presId="urn:microsoft.com/office/officeart/2005/8/layout/hProcess7"/>
    <dgm:cxn modelId="{33C8D858-461C-492B-AB0A-723063263AD5}" type="presParOf" srcId="{2C3C4FEE-5E8C-4FF5-B4F7-670EA62006AE}" destId="{17124B00-97CA-4E9E-B799-7CCDDDCA2BAC}" srcOrd="1" destOrd="0" presId="urn:microsoft.com/office/officeart/2005/8/layout/hProcess7"/>
    <dgm:cxn modelId="{9FF86CDB-1FD8-47F7-A212-4F8B4D076D0C}" type="presParOf" srcId="{2C3C4FEE-5E8C-4FF5-B4F7-670EA62006AE}" destId="{655BB108-1095-4736-B6CC-490D77D9BE3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68C4F-E651-4E40-861F-D3251F424F98}">
      <dsp:nvSpPr>
        <dsp:cNvPr id="0" name=""/>
        <dsp:cNvSpPr/>
      </dsp:nvSpPr>
      <dsp:spPr>
        <a:xfrm>
          <a:off x="624" y="926889"/>
          <a:ext cx="2688518" cy="322622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One</a:t>
          </a:r>
        </a:p>
      </dsp:txBody>
      <dsp:txXfrm rot="16200000">
        <a:off x="-1053274" y="1980788"/>
        <a:ext cx="2645501" cy="537703"/>
      </dsp:txXfrm>
    </dsp:sp>
    <dsp:sp modelId="{902C3EFB-9316-44D7-9346-7C86396FE981}">
      <dsp:nvSpPr>
        <dsp:cNvPr id="0" name=""/>
        <dsp:cNvSpPr/>
      </dsp:nvSpPr>
      <dsp:spPr>
        <a:xfrm>
          <a:off x="538328" y="926889"/>
          <a:ext cx="2002945" cy="322622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4305" rIns="0" bIns="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Two has a longer label</a:t>
          </a:r>
        </a:p>
      </dsp:txBody>
      <dsp:txXfrm>
        <a:off x="538328" y="926889"/>
        <a:ext cx="2002945" cy="3226221"/>
      </dsp:txXfrm>
    </dsp:sp>
    <dsp:sp modelId="{A1318ECC-61B5-45C8-A903-3BE71419E16F}">
      <dsp:nvSpPr>
        <dsp:cNvPr id="0" name=""/>
        <dsp:cNvSpPr/>
      </dsp:nvSpPr>
      <dsp:spPr>
        <a:xfrm>
          <a:off x="2783240" y="926889"/>
          <a:ext cx="2688518" cy="322622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Three</a:t>
          </a:r>
        </a:p>
      </dsp:txBody>
      <dsp:txXfrm rot="16200000">
        <a:off x="1729341" y="1980788"/>
        <a:ext cx="2645501" cy="537703"/>
      </dsp:txXfrm>
    </dsp:sp>
    <dsp:sp modelId="{718D30E3-4257-42AF-B73B-345620CC9CB0}">
      <dsp:nvSpPr>
        <dsp:cNvPr id="0" name=""/>
        <dsp:cNvSpPr/>
      </dsp:nvSpPr>
      <dsp:spPr>
        <a:xfrm rot="5400000">
          <a:off x="2559521" y="3492136"/>
          <a:ext cx="474323" cy="40327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19E63-64C3-4E35-9F0D-55C67CDAD22B}">
      <dsp:nvSpPr>
        <dsp:cNvPr id="0" name=""/>
        <dsp:cNvSpPr/>
      </dsp:nvSpPr>
      <dsp:spPr>
        <a:xfrm>
          <a:off x="5565857" y="926889"/>
          <a:ext cx="2688518" cy="322622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Four</a:t>
          </a:r>
        </a:p>
      </dsp:txBody>
      <dsp:txXfrm rot="16200000">
        <a:off x="4511958" y="1980788"/>
        <a:ext cx="2645501" cy="537703"/>
      </dsp:txXfrm>
    </dsp:sp>
    <dsp:sp modelId="{354E0129-8BDC-41BB-96CD-90C486584B61}">
      <dsp:nvSpPr>
        <dsp:cNvPr id="0" name=""/>
        <dsp:cNvSpPr/>
      </dsp:nvSpPr>
      <dsp:spPr>
        <a:xfrm rot="5400000">
          <a:off x="5342138" y="3492136"/>
          <a:ext cx="474323" cy="40327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BB108-1095-4736-B6CC-490D77D9BE3A}">
      <dsp:nvSpPr>
        <dsp:cNvPr id="0" name=""/>
        <dsp:cNvSpPr/>
      </dsp:nvSpPr>
      <dsp:spPr>
        <a:xfrm>
          <a:off x="6103560" y="926889"/>
          <a:ext cx="2002945" cy="322622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4305" rIns="0" bIns="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Five</a:t>
          </a:r>
        </a:p>
      </dsp:txBody>
      <dsp:txXfrm>
        <a:off x="6103560" y="926889"/>
        <a:ext cx="2002945" cy="3226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48C7-0313-7616-9C1F-B128266D4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44EE9-126E-AB9E-5835-9336F7B7F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E4737-529F-6406-40C5-1A60C74E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061B-1049-0DAB-E1D3-A60D2E5F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DBFC7-8EC5-26C7-B6B7-10D6C9BB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1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DBE7-CFDC-C941-85E1-131468BD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5FFC-B538-215E-E93A-47D60DADC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C438B-748B-0958-FF69-ADD0FFC1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CA20E-912D-84C6-AC3B-29911840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B766E-938B-7142-0074-BC294264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9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41A2-7531-9D69-E9AE-8C572A58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9DE5D-B564-7A34-B9C1-D3D2C0E38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EB967-9AD0-4686-CC6B-476EDE0A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6DDD3-1EFF-761C-959D-F9E9EBB3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D9B35-1EB2-4B1D-6566-A922EDBD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C30E-F612-E752-B6E7-C02F01DC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A7B0E-960C-11D0-1938-458506A52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DFB10-CEF9-9617-31D9-713503110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FB96F-E048-DA2C-9E56-C2491C2B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78D08-5F62-134D-30F9-08C55150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D3414-C728-DEC2-0532-3AC90449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2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D113-312E-435C-6151-052EB176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5FF28-9040-B1E5-E6F8-8D3AC830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6FCE4-FD34-8540-C8BB-7757F9793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721ED-25C1-7886-70EB-A81C856D9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7FB88-7B7E-3F05-8077-8DF80A5A2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F601C-DC91-7B00-CE7B-8FB36911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F31EC0-6DC6-CF17-F964-FB7B589AF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0B8D7-B7A8-820E-7072-E826DB08B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5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5D97-83C5-3786-94D2-1274523D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37BD4-5A80-71B9-9DEF-15ADE63C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FFA65-B150-A88C-ED1C-61922507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94B60-D514-485A-FB36-6E54B911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5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EFD7E-45AA-D9C9-DE25-39B5C035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F5F55-8867-B994-A894-DACCA574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F4504-C13B-82EC-240F-3D9DAC5F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2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7C3A-2015-54EB-3E6B-0B4BC786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2F9E-D206-D0BE-F083-213411EC5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700E7-B2D1-56F9-B72C-492A1F96A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FDC74-BE6C-9D47-AE1B-F36D9371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80AAA-78F6-4BE1-A88A-AC06A3EE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83DFB-56B2-54A8-F4E3-CBEF8C3F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7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3664-E5D6-4B23-8153-AB6153CD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1A1A2-E1F0-2B38-3F18-40AA62C19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4006D-8134-B415-858A-6568C8B3C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76F4D-DDFD-81C6-0893-877E876B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1D5CB-A5DB-E566-D90A-C59309D0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7170E-116F-102A-3F7B-A275FEC6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2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34BD-BEF2-4051-E870-4975705D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5E49D-8DC9-7672-D19F-0A2DF135E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CECDD-2B11-7F76-0C00-816E7E82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DFC90-DC31-12F9-6261-A5C4EB75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02F90-3085-38EE-C6BC-A8C1AA0B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379469-EA0E-0F0B-BA5E-C0B197524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92D27-C90A-61EF-9590-080B0AD7E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B81A0-B4F0-1880-5040-57BCD1C8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1739D-9C8A-7E37-C990-DAB7129F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27A1-A0B9-849A-699C-ECB4C9ED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0C6EE-7FA3-A341-A1E7-F6F8C2B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66FCA-48DC-8605-797B-82C09D16D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667FB-1CA9-ED98-A0FA-246376039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8F2F9-613B-4AB4-BB6E-C351F25906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B90F6-036D-8EE0-9CF2-AFD6BED3D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0DCDC-9B99-BA1C-0F48-70C271EC0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19337-BFFB-44E5-8421-935ACD58C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D6B952F-CF49-F91E-8617-6569EA5F52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542174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0691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2026-09-06T08:12:53Z</dcterms:created>
  <dcterms:modified xsi:type="dcterms:W3CDTF">2026-09-06T08:12:53Z</dcterms:modified>
</cp:coreProperties>
</file>