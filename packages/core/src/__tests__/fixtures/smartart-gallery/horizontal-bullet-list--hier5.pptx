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BB32C2-780A-454E-96AB-44D27012D12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0B0DA0-5DEF-4F10-A8BB-6B96D8295D9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78B46F08-7D47-498F-939B-5764A853E12D}" type="parTrans" cxnId="{4FD37D68-E019-46B5-9EF3-8B2536FEBBAD}">
      <dgm:prSet/>
      <dgm:spPr/>
    </dgm:pt>
    <dgm:pt modelId="{305C5ACA-9730-4A6E-A42B-74D177894FEF}" type="sibTrans" cxnId="{4FD37D68-E019-46B5-9EF3-8B2536FEBBAD}">
      <dgm:prSet/>
      <dgm:spPr/>
    </dgm:pt>
    <dgm:pt modelId="{8989A77F-EC1F-453C-8834-5F0618D534BB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FBCE6F2-7146-4011-8DC5-326B00E81897}" type="parTrans" cxnId="{71ABA323-907A-4561-ADF5-BDD01750CD59}">
      <dgm:prSet/>
      <dgm:spPr/>
    </dgm:pt>
    <dgm:pt modelId="{4F32675F-2B09-43EA-BFB1-8FD091C15998}" type="sibTrans" cxnId="{71ABA323-907A-4561-ADF5-BDD01750CD59}">
      <dgm:prSet/>
      <dgm:spPr/>
    </dgm:pt>
    <dgm:pt modelId="{5077BD71-60F0-466F-B6D7-A29964CD61B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7F12CAE-91E1-4F4D-ACB7-91B5745DC25E}" type="parTrans" cxnId="{3201AB48-BD05-47DF-A51F-1DF7DAFD86F5}">
      <dgm:prSet/>
      <dgm:spPr/>
    </dgm:pt>
    <dgm:pt modelId="{F0340264-BB92-4649-B349-625DF186E263}" type="sibTrans" cxnId="{3201AB48-BD05-47DF-A51F-1DF7DAFD86F5}">
      <dgm:prSet/>
      <dgm:spPr/>
    </dgm:pt>
    <dgm:pt modelId="{7B96B325-A3B3-42D5-AC1E-29FE87929A5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7448B63-A1C5-4FD9-B458-2EFEF5A86426}" type="parTrans" cxnId="{A05A9BF9-F8E9-4CAD-9885-C7C2D6030884}">
      <dgm:prSet/>
      <dgm:spPr/>
    </dgm:pt>
    <dgm:pt modelId="{68A3458E-449E-469B-A397-503F6B67C8C4}" type="sibTrans" cxnId="{A05A9BF9-F8E9-4CAD-9885-C7C2D6030884}">
      <dgm:prSet/>
      <dgm:spPr/>
    </dgm:pt>
    <dgm:pt modelId="{2C807201-2794-4F88-B009-B328449C453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50E8383-0627-4F5F-9FE1-685742363D19}" type="parTrans" cxnId="{7809AECB-FD59-4566-9601-8F9D5D781718}">
      <dgm:prSet/>
      <dgm:spPr/>
    </dgm:pt>
    <dgm:pt modelId="{8A83A53D-4134-4BD9-B255-5B67D88F9C8D}" type="sibTrans" cxnId="{7809AECB-FD59-4566-9601-8F9D5D781718}">
      <dgm:prSet/>
      <dgm:spPr/>
    </dgm:pt>
    <dgm:pt modelId="{F407C216-08C0-4905-B60D-FADF351A6BC2}" type="pres">
      <dgm:prSet presAssocID="{3DBB32C2-780A-454E-96AB-44D27012D126}" presName="Name0" presStyleCnt="0">
        <dgm:presLayoutVars>
          <dgm:dir/>
          <dgm:animLvl val="lvl"/>
          <dgm:resizeHandles val="exact"/>
        </dgm:presLayoutVars>
      </dgm:prSet>
      <dgm:spPr/>
    </dgm:pt>
    <dgm:pt modelId="{0DCE53EF-A200-4B2D-83E2-38C320257B51}" type="pres">
      <dgm:prSet presAssocID="{050B0DA0-5DEF-4F10-A8BB-6B96D8295D94}" presName="composite" presStyleCnt="0"/>
      <dgm:spPr/>
    </dgm:pt>
    <dgm:pt modelId="{3D62C21F-BF5A-4169-A72A-B4D439F01723}" type="pres">
      <dgm:prSet presAssocID="{050B0DA0-5DEF-4F10-A8BB-6B96D8295D9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896E0E3-85E6-4130-AFF5-B8F6514C76C4}" type="pres">
      <dgm:prSet presAssocID="{050B0DA0-5DEF-4F10-A8BB-6B96D8295D94}" presName="desTx" presStyleLbl="alignAccFollowNode1" presStyleIdx="0" presStyleCnt="3">
        <dgm:presLayoutVars>
          <dgm:bulletEnabled val="1"/>
        </dgm:presLayoutVars>
      </dgm:prSet>
      <dgm:spPr/>
    </dgm:pt>
    <dgm:pt modelId="{2DD8DA46-D59D-4477-841E-427DD193797A}" type="pres">
      <dgm:prSet presAssocID="{305C5ACA-9730-4A6E-A42B-74D177894FEF}" presName="space" presStyleCnt="0"/>
      <dgm:spPr/>
    </dgm:pt>
    <dgm:pt modelId="{97CD385F-EC87-4E26-BC57-054AB22E624D}" type="pres">
      <dgm:prSet presAssocID="{5077BD71-60F0-466F-B6D7-A29964CD61B4}" presName="composite" presStyleCnt="0"/>
      <dgm:spPr/>
    </dgm:pt>
    <dgm:pt modelId="{25E681E6-0BD4-4C22-B965-EF44774EC9AC}" type="pres">
      <dgm:prSet presAssocID="{5077BD71-60F0-466F-B6D7-A29964CD61B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48BADCA-604A-42B1-B26A-5C505779BED2}" type="pres">
      <dgm:prSet presAssocID="{5077BD71-60F0-466F-B6D7-A29964CD61B4}" presName="desTx" presStyleLbl="alignAccFollowNode1" presStyleIdx="1" presStyleCnt="3">
        <dgm:presLayoutVars>
          <dgm:bulletEnabled val="1"/>
        </dgm:presLayoutVars>
      </dgm:prSet>
      <dgm:spPr/>
    </dgm:pt>
    <dgm:pt modelId="{623F6981-863B-42BF-8912-7A803D0D075B}" type="pres">
      <dgm:prSet presAssocID="{F0340264-BB92-4649-B349-625DF186E263}" presName="space" presStyleCnt="0"/>
      <dgm:spPr/>
    </dgm:pt>
    <dgm:pt modelId="{507D5C57-F5D6-4D84-9A09-F741B93D3694}" type="pres">
      <dgm:prSet presAssocID="{7B96B325-A3B3-42D5-AC1E-29FE87929A53}" presName="composite" presStyleCnt="0"/>
      <dgm:spPr/>
    </dgm:pt>
    <dgm:pt modelId="{E07D3B66-7CBA-4D5F-89DE-0082B40A65F0}" type="pres">
      <dgm:prSet presAssocID="{7B96B325-A3B3-42D5-AC1E-29FE87929A5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263C7B8-AAE7-4FB4-8A95-C96C424297B0}" type="pres">
      <dgm:prSet presAssocID="{7B96B325-A3B3-42D5-AC1E-29FE87929A5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51F7221-B8EB-4B3B-BF2D-0ACC3F5408AE}" type="presOf" srcId="{050B0DA0-5DEF-4F10-A8BB-6B96D8295D94}" destId="{3D62C21F-BF5A-4169-A72A-B4D439F01723}" srcOrd="0" destOrd="0" presId="urn:microsoft.com/office/officeart/2005/8/layout/hList1"/>
    <dgm:cxn modelId="{71ABA323-907A-4561-ADF5-BDD01750CD59}" srcId="{050B0DA0-5DEF-4F10-A8BB-6B96D8295D94}" destId="{8989A77F-EC1F-453C-8834-5F0618D534BB}" srcOrd="0" destOrd="0" parTransId="{9FBCE6F2-7146-4011-8DC5-326B00E81897}" sibTransId="{4F32675F-2B09-43EA-BFB1-8FD091C15998}"/>
    <dgm:cxn modelId="{4FD37D68-E019-46B5-9EF3-8B2536FEBBAD}" srcId="{3DBB32C2-780A-454E-96AB-44D27012D126}" destId="{050B0DA0-5DEF-4F10-A8BB-6B96D8295D94}" srcOrd="0" destOrd="0" parTransId="{78B46F08-7D47-498F-939B-5764A853E12D}" sibTransId="{305C5ACA-9730-4A6E-A42B-74D177894FEF}"/>
    <dgm:cxn modelId="{3201AB48-BD05-47DF-A51F-1DF7DAFD86F5}" srcId="{3DBB32C2-780A-454E-96AB-44D27012D126}" destId="{5077BD71-60F0-466F-B6D7-A29964CD61B4}" srcOrd="1" destOrd="0" parTransId="{C7F12CAE-91E1-4F4D-ACB7-91B5745DC25E}" sibTransId="{F0340264-BB92-4649-B349-625DF186E263}"/>
    <dgm:cxn modelId="{A80E294F-0F1C-4291-BD21-6F4FBC66FBB8}" type="presOf" srcId="{7B96B325-A3B3-42D5-AC1E-29FE87929A53}" destId="{E07D3B66-7CBA-4D5F-89DE-0082B40A65F0}" srcOrd="0" destOrd="0" presId="urn:microsoft.com/office/officeart/2005/8/layout/hList1"/>
    <dgm:cxn modelId="{F1474E95-EAA9-4297-8143-758E68C153E0}" type="presOf" srcId="{3DBB32C2-780A-454E-96AB-44D27012D126}" destId="{F407C216-08C0-4905-B60D-FADF351A6BC2}" srcOrd="0" destOrd="0" presId="urn:microsoft.com/office/officeart/2005/8/layout/hList1"/>
    <dgm:cxn modelId="{800273B2-554E-415E-9F5F-D44CD88CB092}" type="presOf" srcId="{8989A77F-EC1F-453C-8834-5F0618D534BB}" destId="{1896E0E3-85E6-4130-AFF5-B8F6514C76C4}" srcOrd="0" destOrd="0" presId="urn:microsoft.com/office/officeart/2005/8/layout/hList1"/>
    <dgm:cxn modelId="{7809AECB-FD59-4566-9601-8F9D5D781718}" srcId="{7B96B325-A3B3-42D5-AC1E-29FE87929A53}" destId="{2C807201-2794-4F88-B009-B328449C453A}" srcOrd="0" destOrd="0" parTransId="{450E8383-0627-4F5F-9FE1-685742363D19}" sibTransId="{8A83A53D-4134-4BD9-B255-5B67D88F9C8D}"/>
    <dgm:cxn modelId="{71C25CED-A8A6-4519-B10B-6E19E62E094B}" type="presOf" srcId="{2C807201-2794-4F88-B009-B328449C453A}" destId="{9263C7B8-AAE7-4FB4-8A95-C96C424297B0}" srcOrd="0" destOrd="0" presId="urn:microsoft.com/office/officeart/2005/8/layout/hList1"/>
    <dgm:cxn modelId="{7E6DA1F2-88A7-4677-B412-485809E6EC94}" type="presOf" srcId="{5077BD71-60F0-466F-B6D7-A29964CD61B4}" destId="{25E681E6-0BD4-4C22-B965-EF44774EC9AC}" srcOrd="0" destOrd="0" presId="urn:microsoft.com/office/officeart/2005/8/layout/hList1"/>
    <dgm:cxn modelId="{A05A9BF9-F8E9-4CAD-9885-C7C2D6030884}" srcId="{3DBB32C2-780A-454E-96AB-44D27012D126}" destId="{7B96B325-A3B3-42D5-AC1E-29FE87929A53}" srcOrd="2" destOrd="0" parTransId="{A7448B63-A1C5-4FD9-B458-2EFEF5A86426}" sibTransId="{68A3458E-449E-469B-A397-503F6B67C8C4}"/>
    <dgm:cxn modelId="{A8A101E2-05B9-44E6-A2AD-41283A0A7590}" type="presParOf" srcId="{F407C216-08C0-4905-B60D-FADF351A6BC2}" destId="{0DCE53EF-A200-4B2D-83E2-38C320257B51}" srcOrd="0" destOrd="0" presId="urn:microsoft.com/office/officeart/2005/8/layout/hList1"/>
    <dgm:cxn modelId="{BCDD5883-8E98-42EC-9ECE-D96F9738DB04}" type="presParOf" srcId="{0DCE53EF-A200-4B2D-83E2-38C320257B51}" destId="{3D62C21F-BF5A-4169-A72A-B4D439F01723}" srcOrd="0" destOrd="0" presId="urn:microsoft.com/office/officeart/2005/8/layout/hList1"/>
    <dgm:cxn modelId="{6E2BE11F-34DF-41BB-A1D4-C027A2590A8D}" type="presParOf" srcId="{0DCE53EF-A200-4B2D-83E2-38C320257B51}" destId="{1896E0E3-85E6-4130-AFF5-B8F6514C76C4}" srcOrd="1" destOrd="0" presId="urn:microsoft.com/office/officeart/2005/8/layout/hList1"/>
    <dgm:cxn modelId="{4BB66857-89B7-4178-A95D-A968FB2929BF}" type="presParOf" srcId="{F407C216-08C0-4905-B60D-FADF351A6BC2}" destId="{2DD8DA46-D59D-4477-841E-427DD193797A}" srcOrd="1" destOrd="0" presId="urn:microsoft.com/office/officeart/2005/8/layout/hList1"/>
    <dgm:cxn modelId="{C2F9AAEE-F940-4961-8803-95D00C319B71}" type="presParOf" srcId="{F407C216-08C0-4905-B60D-FADF351A6BC2}" destId="{97CD385F-EC87-4E26-BC57-054AB22E624D}" srcOrd="2" destOrd="0" presId="urn:microsoft.com/office/officeart/2005/8/layout/hList1"/>
    <dgm:cxn modelId="{8ECF1A54-9FD6-4913-AA42-1DB62B19C923}" type="presParOf" srcId="{97CD385F-EC87-4E26-BC57-054AB22E624D}" destId="{25E681E6-0BD4-4C22-B965-EF44774EC9AC}" srcOrd="0" destOrd="0" presId="urn:microsoft.com/office/officeart/2005/8/layout/hList1"/>
    <dgm:cxn modelId="{40B2141C-A2BD-4C77-AAE7-E9E056FB3C3F}" type="presParOf" srcId="{97CD385F-EC87-4E26-BC57-054AB22E624D}" destId="{E48BADCA-604A-42B1-B26A-5C505779BED2}" srcOrd="1" destOrd="0" presId="urn:microsoft.com/office/officeart/2005/8/layout/hList1"/>
    <dgm:cxn modelId="{0C6DA540-2245-416F-AC7C-E1DD05518910}" type="presParOf" srcId="{F407C216-08C0-4905-B60D-FADF351A6BC2}" destId="{623F6981-863B-42BF-8912-7A803D0D075B}" srcOrd="3" destOrd="0" presId="urn:microsoft.com/office/officeart/2005/8/layout/hList1"/>
    <dgm:cxn modelId="{2B3F0162-DFBE-4665-8B55-1B06C76E018C}" type="presParOf" srcId="{F407C216-08C0-4905-B60D-FADF351A6BC2}" destId="{507D5C57-F5D6-4D84-9A09-F741B93D3694}" srcOrd="4" destOrd="0" presId="urn:microsoft.com/office/officeart/2005/8/layout/hList1"/>
    <dgm:cxn modelId="{0258A1DD-4D9D-4043-BC4A-1E014F64503B}" type="presParOf" srcId="{507D5C57-F5D6-4D84-9A09-F741B93D3694}" destId="{E07D3B66-7CBA-4D5F-89DE-0082B40A65F0}" srcOrd="0" destOrd="0" presId="urn:microsoft.com/office/officeart/2005/8/layout/hList1"/>
    <dgm:cxn modelId="{7A0CEDC3-4018-48D5-9029-2D723E8AB759}" type="presParOf" srcId="{507D5C57-F5D6-4D84-9A09-F741B93D3694}" destId="{9263C7B8-AAE7-4FB4-8A95-C96C424297B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2C21F-BF5A-4169-A72A-B4D439F01723}">
      <dsp:nvSpPr>
        <dsp:cNvPr id="0" name=""/>
        <dsp:cNvSpPr/>
      </dsp:nvSpPr>
      <dsp:spPr>
        <a:xfrm>
          <a:off x="2579" y="959240"/>
          <a:ext cx="2515195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</dsp:txBody>
      <dsp:txXfrm>
        <a:off x="2579" y="959240"/>
        <a:ext cx="2515195" cy="921600"/>
      </dsp:txXfrm>
    </dsp:sp>
    <dsp:sp modelId="{1896E0E3-85E6-4130-AFF5-B8F6514C76C4}">
      <dsp:nvSpPr>
        <dsp:cNvPr id="0" name=""/>
        <dsp:cNvSpPr/>
      </dsp:nvSpPr>
      <dsp:spPr>
        <a:xfrm>
          <a:off x="2579" y="1880840"/>
          <a:ext cx="2515195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Two has a longer label</a:t>
          </a:r>
        </a:p>
      </dsp:txBody>
      <dsp:txXfrm>
        <a:off x="2579" y="1880840"/>
        <a:ext cx="2515195" cy="2239920"/>
      </dsp:txXfrm>
    </dsp:sp>
    <dsp:sp modelId="{25E681E6-0BD4-4C22-B965-EF44774EC9AC}">
      <dsp:nvSpPr>
        <dsp:cNvPr id="0" name=""/>
        <dsp:cNvSpPr/>
      </dsp:nvSpPr>
      <dsp:spPr>
        <a:xfrm>
          <a:off x="2869902" y="959240"/>
          <a:ext cx="2515195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2869902" y="959240"/>
        <a:ext cx="2515195" cy="921600"/>
      </dsp:txXfrm>
    </dsp:sp>
    <dsp:sp modelId="{E48BADCA-604A-42B1-B26A-5C505779BED2}">
      <dsp:nvSpPr>
        <dsp:cNvPr id="0" name=""/>
        <dsp:cNvSpPr/>
      </dsp:nvSpPr>
      <dsp:spPr>
        <a:xfrm>
          <a:off x="2869902" y="1880840"/>
          <a:ext cx="2515195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D3B66-7CBA-4D5F-89DE-0082B40A65F0}">
      <dsp:nvSpPr>
        <dsp:cNvPr id="0" name=""/>
        <dsp:cNvSpPr/>
      </dsp:nvSpPr>
      <dsp:spPr>
        <a:xfrm>
          <a:off x="5737225" y="959240"/>
          <a:ext cx="2515195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</dsp:txBody>
      <dsp:txXfrm>
        <a:off x="5737225" y="959240"/>
        <a:ext cx="2515195" cy="921600"/>
      </dsp:txXfrm>
    </dsp:sp>
    <dsp:sp modelId="{9263C7B8-AAE7-4FB4-8A95-C96C424297B0}">
      <dsp:nvSpPr>
        <dsp:cNvPr id="0" name=""/>
        <dsp:cNvSpPr/>
      </dsp:nvSpPr>
      <dsp:spPr>
        <a:xfrm>
          <a:off x="5737225" y="1880840"/>
          <a:ext cx="2515195" cy="2239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Node Five</a:t>
          </a:r>
        </a:p>
      </dsp:txBody>
      <dsp:txXfrm>
        <a:off x="5737225" y="1880840"/>
        <a:ext cx="2515195" cy="2239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EF975-CDE9-F8EC-016F-86229AA0E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AF1F5-C6AC-CB26-F037-48F90618A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E036-67FC-C45E-5E42-CE36F058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8ED55-B9B5-DDC5-211F-6123AB30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FAF10-5708-F50A-8D57-6819E9D43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33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BC52-FF9B-E427-45B4-9E83F0E3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DFC46-C20E-27D7-3920-27BF8DF4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1270-DE16-BB3C-1B16-14C87B98E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A1D08-8FCD-8605-199B-4D9989A99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183C2-16D4-211C-4A0E-38806161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4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6FED-C037-80EC-6956-A3AF2736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E157E-30DE-1323-9CC9-253077113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9EA55-6F33-8ACA-B866-0E03A8E1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4AA0E-AAEE-04FD-FC2B-61DA4D3E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C6D6-B338-1F2D-7818-6B60D1A8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6656-1F2E-FFA9-33E4-C2781993C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05A05-18F3-A461-3552-B67143470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9F445-CA40-859C-98F8-1B5ADB40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256FB-1B55-7CA2-D63A-8D00FDC9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C1FE3-4F17-849E-6610-07EE29DA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F2F7D-E67F-1B86-7D00-7B9B8E048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6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C8D7-23AF-13A9-035F-5319B575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7EF09-C041-4B62-4801-9AD1300B4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9C502-6D7F-D46E-9C56-159B5CA61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7EC81-D2B9-66EC-F8F9-B41292301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A7489-0B7A-8EBE-F99A-1FC7A8BDB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66DC2-DBD6-0219-121F-087569AFF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66760-7C1A-6233-B51E-D89833B3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6BE30-57CD-66F1-D3CE-5DADD7F6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3577-546E-DD3F-E3E7-DC270A32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32AD87-07D4-3D75-0895-BFA1B354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DE99C-9CA7-DEDA-7A6F-8D4F967A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34F9B-B220-337B-8015-9E900D85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8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47E7DB-435E-27C2-A266-0CC51DE6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6D733-327E-EACA-49BC-5AC139F4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A3A53-35FF-BFC0-7F9D-7F530795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2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C61E0-076B-CE12-2599-D48EEDA7E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2283-5E46-2CC2-91E2-7DBDB1A5F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72687-E2CA-B843-E9BE-072A3981B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CC1E8-D0BE-8FFC-12E8-3054D51D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1D894-6611-54A1-68F8-2A0A1D62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8ED9B-341E-D4AC-BCAC-7B48EA0E4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6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F0B8-336B-3E7D-AF2A-A81E9466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A907B3-0C5A-5D97-ED9E-A40C16F647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0C717-9B96-45E5-FEAA-1B800C6D4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12AED-7838-BADE-3201-3D6E20D2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88CB0-89A6-D9FD-4BD3-E044D223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2CD9-F4F0-9F85-4BAF-F46D8E706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60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7212-7D65-C6FA-3463-D8A4B5E2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8AC6D-1E11-8931-922F-36F5E67CD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D5B7-F493-652D-2ED1-BF30B14FD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35EE1-BD3F-9CDF-5E7C-97FAD6CA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BCBDD-053E-D9F6-5E04-98EDD346E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8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356C5E-ADAC-DFBE-F3D8-60989A9FB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47A99A-9C5D-ECA4-F49B-3F3AD2CE6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46723-65F4-6681-83E0-BAACC3C1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2FEC-200A-571B-8427-2DAEF72D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ACC93-FABF-B0A9-F6C5-AD64C1748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9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AB7EB-C88A-CBC4-AF0B-7FF924C3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35BF0-A268-96E8-7634-E3AB339DB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21187-6115-D189-761E-86C8279F66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BD5C9-1041-4DB5-906B-E6A84063F5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B2F97-C9FF-70EB-4103-790C1BF09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6BDC4-2A8A-CA9B-622E-CD8736918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A11FFB-7F78-4C4C-941D-E7BBB0F89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2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7388C79-E009-495D-2D2D-953A4AD4C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21208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653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2026-09-06T08:12:41Z</dcterms:created>
  <dcterms:modified xsi:type="dcterms:W3CDTF">2026-09-06T08:12:41Z</dcterms:modified>
</cp:coreProperties>
</file>