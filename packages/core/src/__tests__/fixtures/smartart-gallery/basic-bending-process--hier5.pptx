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DFADFC-9317-40D4-8BE7-615A444BDEFC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C70394-9F1F-4ADB-A9B5-C6AFA881DCE5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BC664192-4BAE-4F7A-AA4A-06DFCC587098}" type="parTrans" cxnId="{C6CC4D9F-BCB8-4D2D-9E72-FB25611B9BCC}">
      <dgm:prSet/>
      <dgm:spPr/>
    </dgm:pt>
    <dgm:pt modelId="{68BC0E4C-DBB4-4DA3-8883-59DBD9079F94}" type="sibTrans" cxnId="{C6CC4D9F-BCB8-4D2D-9E72-FB25611B9BCC}">
      <dgm:prSet/>
      <dgm:spPr/>
      <dgm:t>
        <a:bodyPr/>
        <a:lstStyle/>
        <a:p>
          <a:endParaRPr lang="en-US"/>
        </a:p>
      </dgm:t>
    </dgm:pt>
    <dgm:pt modelId="{85B4386E-511B-474C-B669-557C50513DB6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3B3A0B63-2AB1-4579-A12E-60DDB1620377}" type="parTrans" cxnId="{AB393723-ECFF-4C44-9531-82636EDFDDBA}">
      <dgm:prSet/>
      <dgm:spPr/>
    </dgm:pt>
    <dgm:pt modelId="{774DD9B2-B1C6-462F-B4D1-827E7F2DDA04}" type="sibTrans" cxnId="{AB393723-ECFF-4C44-9531-82636EDFDDBA}">
      <dgm:prSet/>
      <dgm:spPr/>
      <dgm:t>
        <a:bodyPr/>
        <a:lstStyle/>
        <a:p>
          <a:endParaRPr lang="en-US"/>
        </a:p>
      </dgm:t>
    </dgm:pt>
    <dgm:pt modelId="{20277D4C-954F-4A73-9CCC-43751A6879B1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13F15FFC-D924-48AF-B271-067BBDED6D14}" type="parTrans" cxnId="{2C311E7D-F0D0-4B09-B649-474FA7AE7861}">
      <dgm:prSet/>
      <dgm:spPr/>
    </dgm:pt>
    <dgm:pt modelId="{36F74A13-7EDC-4043-A965-6F10F138BC4D}" type="sibTrans" cxnId="{2C311E7D-F0D0-4B09-B649-474FA7AE7861}">
      <dgm:prSet/>
      <dgm:spPr/>
      <dgm:t>
        <a:bodyPr/>
        <a:lstStyle/>
        <a:p>
          <a:endParaRPr lang="en-US"/>
        </a:p>
      </dgm:t>
    </dgm:pt>
    <dgm:pt modelId="{2AFCCFBA-189E-4929-BDC6-0CD96F74CC60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D52D1C17-DBC3-4A0B-B685-C885B56D3907}" type="parTrans" cxnId="{A72F66CB-9C06-401D-8866-C4702CA3DD63}">
      <dgm:prSet/>
      <dgm:spPr/>
    </dgm:pt>
    <dgm:pt modelId="{6939273A-3F17-457C-844C-6CEF90B14200}" type="sibTrans" cxnId="{A72F66CB-9C06-401D-8866-C4702CA3DD63}">
      <dgm:prSet/>
      <dgm:spPr/>
      <dgm:t>
        <a:bodyPr/>
        <a:lstStyle/>
        <a:p>
          <a:endParaRPr lang="en-US"/>
        </a:p>
      </dgm:t>
    </dgm:pt>
    <dgm:pt modelId="{B60E5659-09DB-4FF9-8D27-F5E0E8F9D9B3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05CED159-2630-4668-8C5C-3FB050E82593}" type="parTrans" cxnId="{57F3AB69-A00D-48D1-89FB-DC6C5BB946DD}">
      <dgm:prSet/>
      <dgm:spPr/>
    </dgm:pt>
    <dgm:pt modelId="{0BC2BBAF-8FA3-49BA-A49A-2CDE649E759F}" type="sibTrans" cxnId="{57F3AB69-A00D-48D1-89FB-DC6C5BB946DD}">
      <dgm:prSet/>
      <dgm:spPr/>
    </dgm:pt>
    <dgm:pt modelId="{039B3DDD-6AA3-4A36-BA88-3E9683B2E5E6}" type="pres">
      <dgm:prSet presAssocID="{B0DFADFC-9317-40D4-8BE7-615A444BDEFC}" presName="diagram" presStyleCnt="0">
        <dgm:presLayoutVars>
          <dgm:dir/>
          <dgm:resizeHandles val="exact"/>
        </dgm:presLayoutVars>
      </dgm:prSet>
      <dgm:spPr/>
    </dgm:pt>
    <dgm:pt modelId="{E28C103C-01E8-4C52-8E7E-A0A6D4D5C75E}" type="pres">
      <dgm:prSet presAssocID="{83C70394-9F1F-4ADB-A9B5-C6AFA881DCE5}" presName="node" presStyleLbl="node1" presStyleIdx="0" presStyleCnt="3">
        <dgm:presLayoutVars>
          <dgm:bulletEnabled val="1"/>
        </dgm:presLayoutVars>
      </dgm:prSet>
      <dgm:spPr/>
    </dgm:pt>
    <dgm:pt modelId="{26148A93-8F1E-4E73-9E91-03F4DE5A575F}" type="pres">
      <dgm:prSet presAssocID="{68BC0E4C-DBB4-4DA3-8883-59DBD9079F94}" presName="sibTrans" presStyleLbl="sibTrans2D1" presStyleIdx="0" presStyleCnt="2"/>
      <dgm:spPr/>
    </dgm:pt>
    <dgm:pt modelId="{12486455-E515-46A3-8AF5-67FA6A67E4D2}" type="pres">
      <dgm:prSet presAssocID="{68BC0E4C-DBB4-4DA3-8883-59DBD9079F94}" presName="connectorText" presStyleLbl="sibTrans2D1" presStyleIdx="0" presStyleCnt="2"/>
      <dgm:spPr/>
    </dgm:pt>
    <dgm:pt modelId="{3566CCDC-3DE3-44A1-BA01-BD807CC58CB5}" type="pres">
      <dgm:prSet presAssocID="{20277D4C-954F-4A73-9CCC-43751A6879B1}" presName="node" presStyleLbl="node1" presStyleIdx="1" presStyleCnt="3">
        <dgm:presLayoutVars>
          <dgm:bulletEnabled val="1"/>
        </dgm:presLayoutVars>
      </dgm:prSet>
      <dgm:spPr/>
    </dgm:pt>
    <dgm:pt modelId="{E72DCB06-D75C-40EE-874A-DA75B77DBA3B}" type="pres">
      <dgm:prSet presAssocID="{36F74A13-7EDC-4043-A965-6F10F138BC4D}" presName="sibTrans" presStyleLbl="sibTrans2D1" presStyleIdx="1" presStyleCnt="2"/>
      <dgm:spPr/>
    </dgm:pt>
    <dgm:pt modelId="{8C7863AA-4A54-4FB7-9580-659F7C450E96}" type="pres">
      <dgm:prSet presAssocID="{36F74A13-7EDC-4043-A965-6F10F138BC4D}" presName="connectorText" presStyleLbl="sibTrans2D1" presStyleIdx="1" presStyleCnt="2"/>
      <dgm:spPr/>
    </dgm:pt>
    <dgm:pt modelId="{6C11DEA5-A743-4E24-86D8-8EDA65F7DBE0}" type="pres">
      <dgm:prSet presAssocID="{2AFCCFBA-189E-4929-BDC6-0CD96F74CC60}" presName="node" presStyleLbl="node1" presStyleIdx="2" presStyleCnt="3">
        <dgm:presLayoutVars>
          <dgm:bulletEnabled val="1"/>
        </dgm:presLayoutVars>
      </dgm:prSet>
      <dgm:spPr/>
    </dgm:pt>
  </dgm:ptLst>
  <dgm:cxnLst>
    <dgm:cxn modelId="{22E27602-21EB-4BED-82DD-70F169C0DC4B}" type="presOf" srcId="{68BC0E4C-DBB4-4DA3-8883-59DBD9079F94}" destId="{12486455-E515-46A3-8AF5-67FA6A67E4D2}" srcOrd="1" destOrd="0" presId="urn:microsoft.com/office/officeart/2005/8/layout/process5"/>
    <dgm:cxn modelId="{F4BBF312-28A4-4CDE-8D3B-1F79DC0BF629}" type="presOf" srcId="{36F74A13-7EDC-4043-A965-6F10F138BC4D}" destId="{E72DCB06-D75C-40EE-874A-DA75B77DBA3B}" srcOrd="0" destOrd="0" presId="urn:microsoft.com/office/officeart/2005/8/layout/process5"/>
    <dgm:cxn modelId="{3D66C915-19FF-462C-A0F1-262B5DD1AEE7}" type="presOf" srcId="{83C70394-9F1F-4ADB-A9B5-C6AFA881DCE5}" destId="{E28C103C-01E8-4C52-8E7E-A0A6D4D5C75E}" srcOrd="0" destOrd="0" presId="urn:microsoft.com/office/officeart/2005/8/layout/process5"/>
    <dgm:cxn modelId="{AB393723-ECFF-4C44-9531-82636EDFDDBA}" srcId="{83C70394-9F1F-4ADB-A9B5-C6AFA881DCE5}" destId="{85B4386E-511B-474C-B669-557C50513DB6}" srcOrd="0" destOrd="0" parTransId="{3B3A0B63-2AB1-4579-A12E-60DDB1620377}" sibTransId="{774DD9B2-B1C6-462F-B4D1-827E7F2DDA04}"/>
    <dgm:cxn modelId="{98683F5E-A90E-4E0F-99B7-B042643C6C16}" type="presOf" srcId="{20277D4C-954F-4A73-9CCC-43751A6879B1}" destId="{3566CCDC-3DE3-44A1-BA01-BD807CC58CB5}" srcOrd="0" destOrd="0" presId="urn:microsoft.com/office/officeart/2005/8/layout/process5"/>
    <dgm:cxn modelId="{57F3AB69-A00D-48D1-89FB-DC6C5BB946DD}" srcId="{2AFCCFBA-189E-4929-BDC6-0CD96F74CC60}" destId="{B60E5659-09DB-4FF9-8D27-F5E0E8F9D9B3}" srcOrd="0" destOrd="0" parTransId="{05CED159-2630-4668-8C5C-3FB050E82593}" sibTransId="{0BC2BBAF-8FA3-49BA-A49A-2CDE649E759F}"/>
    <dgm:cxn modelId="{2C311E7D-F0D0-4B09-B649-474FA7AE7861}" srcId="{B0DFADFC-9317-40D4-8BE7-615A444BDEFC}" destId="{20277D4C-954F-4A73-9CCC-43751A6879B1}" srcOrd="1" destOrd="0" parTransId="{13F15FFC-D924-48AF-B271-067BBDED6D14}" sibTransId="{36F74A13-7EDC-4043-A965-6F10F138BC4D}"/>
    <dgm:cxn modelId="{0F413F86-31B7-4B8A-900A-2F54007EE8CD}" type="presOf" srcId="{B60E5659-09DB-4FF9-8D27-F5E0E8F9D9B3}" destId="{6C11DEA5-A743-4E24-86D8-8EDA65F7DBE0}" srcOrd="0" destOrd="1" presId="urn:microsoft.com/office/officeart/2005/8/layout/process5"/>
    <dgm:cxn modelId="{C6CC4D9F-BCB8-4D2D-9E72-FB25611B9BCC}" srcId="{B0DFADFC-9317-40D4-8BE7-615A444BDEFC}" destId="{83C70394-9F1F-4ADB-A9B5-C6AFA881DCE5}" srcOrd="0" destOrd="0" parTransId="{BC664192-4BAE-4F7A-AA4A-06DFCC587098}" sibTransId="{68BC0E4C-DBB4-4DA3-8883-59DBD9079F94}"/>
    <dgm:cxn modelId="{B67AB3AC-D78D-4D76-AFC8-D0535BA410A4}" type="presOf" srcId="{2AFCCFBA-189E-4929-BDC6-0CD96F74CC60}" destId="{6C11DEA5-A743-4E24-86D8-8EDA65F7DBE0}" srcOrd="0" destOrd="0" presId="urn:microsoft.com/office/officeart/2005/8/layout/process5"/>
    <dgm:cxn modelId="{8BD176B5-0706-4E0A-AA30-4F6F3095F538}" type="presOf" srcId="{85B4386E-511B-474C-B669-557C50513DB6}" destId="{E28C103C-01E8-4C52-8E7E-A0A6D4D5C75E}" srcOrd="0" destOrd="1" presId="urn:microsoft.com/office/officeart/2005/8/layout/process5"/>
    <dgm:cxn modelId="{642540C0-D97B-415B-88AC-CCE153A822AF}" type="presOf" srcId="{36F74A13-7EDC-4043-A965-6F10F138BC4D}" destId="{8C7863AA-4A54-4FB7-9580-659F7C450E96}" srcOrd="1" destOrd="0" presId="urn:microsoft.com/office/officeart/2005/8/layout/process5"/>
    <dgm:cxn modelId="{715E6EC3-AF50-467E-B4D0-DE86D38FACE7}" type="presOf" srcId="{68BC0E4C-DBB4-4DA3-8883-59DBD9079F94}" destId="{26148A93-8F1E-4E73-9E91-03F4DE5A575F}" srcOrd="0" destOrd="0" presId="urn:microsoft.com/office/officeart/2005/8/layout/process5"/>
    <dgm:cxn modelId="{A72F66CB-9C06-401D-8866-C4702CA3DD63}" srcId="{B0DFADFC-9317-40D4-8BE7-615A444BDEFC}" destId="{2AFCCFBA-189E-4929-BDC6-0CD96F74CC60}" srcOrd="2" destOrd="0" parTransId="{D52D1C17-DBC3-4A0B-B685-C885B56D3907}" sibTransId="{6939273A-3F17-457C-844C-6CEF90B14200}"/>
    <dgm:cxn modelId="{31B8F1D7-2F7F-4FE5-8181-AEEBAE709024}" type="presOf" srcId="{B0DFADFC-9317-40D4-8BE7-615A444BDEFC}" destId="{039B3DDD-6AA3-4A36-BA88-3E9683B2E5E6}" srcOrd="0" destOrd="0" presId="urn:microsoft.com/office/officeart/2005/8/layout/process5"/>
    <dgm:cxn modelId="{7966284F-14C7-45BE-9577-6941D3F546EC}" type="presParOf" srcId="{039B3DDD-6AA3-4A36-BA88-3E9683B2E5E6}" destId="{E28C103C-01E8-4C52-8E7E-A0A6D4D5C75E}" srcOrd="0" destOrd="0" presId="urn:microsoft.com/office/officeart/2005/8/layout/process5"/>
    <dgm:cxn modelId="{B1879FD1-4ACC-4CDB-9C80-90D4AD2523FD}" type="presParOf" srcId="{039B3DDD-6AA3-4A36-BA88-3E9683B2E5E6}" destId="{26148A93-8F1E-4E73-9E91-03F4DE5A575F}" srcOrd="1" destOrd="0" presId="urn:microsoft.com/office/officeart/2005/8/layout/process5"/>
    <dgm:cxn modelId="{9886B6B5-D19B-4D92-AC33-ADCF48C05929}" type="presParOf" srcId="{26148A93-8F1E-4E73-9E91-03F4DE5A575F}" destId="{12486455-E515-46A3-8AF5-67FA6A67E4D2}" srcOrd="0" destOrd="0" presId="urn:microsoft.com/office/officeart/2005/8/layout/process5"/>
    <dgm:cxn modelId="{1F934E37-405C-4FC5-8F59-939BE0EBC253}" type="presParOf" srcId="{039B3DDD-6AA3-4A36-BA88-3E9683B2E5E6}" destId="{3566CCDC-3DE3-44A1-BA01-BD807CC58CB5}" srcOrd="2" destOrd="0" presId="urn:microsoft.com/office/officeart/2005/8/layout/process5"/>
    <dgm:cxn modelId="{8C6689CB-5DB8-4730-8098-7136B92FC4D4}" type="presParOf" srcId="{039B3DDD-6AA3-4A36-BA88-3E9683B2E5E6}" destId="{E72DCB06-D75C-40EE-874A-DA75B77DBA3B}" srcOrd="3" destOrd="0" presId="urn:microsoft.com/office/officeart/2005/8/layout/process5"/>
    <dgm:cxn modelId="{312F2CDD-4E5F-4573-B8DA-93C361386356}" type="presParOf" srcId="{E72DCB06-D75C-40EE-874A-DA75B77DBA3B}" destId="{8C7863AA-4A54-4FB7-9580-659F7C450E96}" srcOrd="0" destOrd="0" presId="urn:microsoft.com/office/officeart/2005/8/layout/process5"/>
    <dgm:cxn modelId="{11462F7A-FDB7-414B-AEB5-B9931F609A80}" type="presParOf" srcId="{039B3DDD-6AA3-4A36-BA88-3E9683B2E5E6}" destId="{6C11DEA5-A743-4E24-86D8-8EDA65F7DBE0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8C103C-01E8-4C52-8E7E-A0A6D4D5C75E}">
      <dsp:nvSpPr>
        <dsp:cNvPr id="0" name=""/>
        <dsp:cNvSpPr/>
      </dsp:nvSpPr>
      <dsp:spPr>
        <a:xfrm>
          <a:off x="320848" y="2232"/>
          <a:ext cx="3172209" cy="1903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Node One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Node Two has a longer label</a:t>
          </a:r>
        </a:p>
      </dsp:txBody>
      <dsp:txXfrm>
        <a:off x="376594" y="57978"/>
        <a:ext cx="3060717" cy="1791833"/>
      </dsp:txXfrm>
    </dsp:sp>
    <dsp:sp modelId="{26148A93-8F1E-4E73-9E91-03F4DE5A575F}">
      <dsp:nvSpPr>
        <dsp:cNvPr id="0" name=""/>
        <dsp:cNvSpPr/>
      </dsp:nvSpPr>
      <dsp:spPr>
        <a:xfrm>
          <a:off x="3772212" y="560541"/>
          <a:ext cx="672508" cy="7867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3772212" y="717882"/>
        <a:ext cx="470756" cy="472025"/>
      </dsp:txXfrm>
    </dsp:sp>
    <dsp:sp modelId="{3566CCDC-3DE3-44A1-BA01-BD807CC58CB5}">
      <dsp:nvSpPr>
        <dsp:cNvPr id="0" name=""/>
        <dsp:cNvSpPr/>
      </dsp:nvSpPr>
      <dsp:spPr>
        <a:xfrm>
          <a:off x="4761941" y="2232"/>
          <a:ext cx="3172209" cy="1903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Node Three</a:t>
          </a:r>
        </a:p>
      </dsp:txBody>
      <dsp:txXfrm>
        <a:off x="4817687" y="57978"/>
        <a:ext cx="3060717" cy="1791833"/>
      </dsp:txXfrm>
    </dsp:sp>
    <dsp:sp modelId="{E72DCB06-D75C-40EE-874A-DA75B77DBA3B}">
      <dsp:nvSpPr>
        <dsp:cNvPr id="0" name=""/>
        <dsp:cNvSpPr/>
      </dsp:nvSpPr>
      <dsp:spPr>
        <a:xfrm rot="5400000">
          <a:off x="6011792" y="2127612"/>
          <a:ext cx="672508" cy="7867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 rot="-5400000">
        <a:off x="6112034" y="2184711"/>
        <a:ext cx="472025" cy="470756"/>
      </dsp:txXfrm>
    </dsp:sp>
    <dsp:sp modelId="{6C11DEA5-A743-4E24-86D8-8EDA65F7DBE0}">
      <dsp:nvSpPr>
        <dsp:cNvPr id="0" name=""/>
        <dsp:cNvSpPr/>
      </dsp:nvSpPr>
      <dsp:spPr>
        <a:xfrm>
          <a:off x="4761941" y="3174441"/>
          <a:ext cx="3172209" cy="1903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Node Four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Node Five</a:t>
          </a:r>
        </a:p>
      </dsp:txBody>
      <dsp:txXfrm>
        <a:off x="4817687" y="3230187"/>
        <a:ext cx="3060717" cy="17918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332F1-9182-5C90-9493-126AE6E049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90C44D-E599-24CF-7B22-939535C02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E0CDF-8A65-4B82-64F3-4DA8A5F25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09B5-2992-4B54-8334-A58ECB78761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C8580-41F0-18C0-B5DA-F195E7973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2B6FE-BED8-9587-9CB6-4B902B53D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E31C-F9F5-406B-8E33-DBE700D3E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24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D445B-F4D7-0F80-5032-E79645A96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98141-8CDF-0D05-FF06-658B0033A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F2383-AF31-E794-17F5-37EC5837B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09B5-2992-4B54-8334-A58ECB78761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5F69-2A2E-ADDF-E5B5-3FC34E379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C7CD8-5647-3034-7124-3280D6DA8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E31C-F9F5-406B-8E33-DBE700D3E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129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DCA08-E1E7-51D0-976D-579D84C7A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2827F-1393-053D-63B0-CFC367410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9E01A-2270-A78F-D943-E644345D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09B5-2992-4B54-8334-A58ECB78761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54469-04C6-62B4-22EC-CE21BB24C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D5563-D847-0BFC-3C57-44A7A748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E31C-F9F5-406B-8E33-DBE700D3E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13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CA024-5FE7-A7D9-554D-A779810EC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C4D44-E366-F5D4-D967-B06C3F19DA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7661E-C7C3-BD73-7F61-66027D199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2803F-5FB3-54A7-987A-CCDCA110B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09B5-2992-4B54-8334-A58ECB78761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C2DD4-4332-9DF5-E51A-0E8A624E2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49D80-6FA2-6BD3-94D3-BB0F06492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E31C-F9F5-406B-8E33-DBE700D3E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60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3A37-DB70-72BF-D0B3-28F1FF7E3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73632-0862-E96A-6979-8E048C5C3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E6046-CF54-273D-E79D-05955AEB0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C3B6BE-6D3C-1D86-D720-BF8FA2B061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9CC85F-F5B5-33B4-873B-564721BDC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ACBE4-0F02-6FBA-BBF6-8F0BF8F3E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09B5-2992-4B54-8334-A58ECB78761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5C3C4D-CD91-9BEF-A11C-258FF2F6F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B0698A-CE13-C3FB-65A2-4C788964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E31C-F9F5-406B-8E33-DBE700D3E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68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398EA-6E03-AB26-C57C-88714CEE9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3D228-CD75-18CD-1AF2-CA3C11FC6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09B5-2992-4B54-8334-A58ECB78761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2740BD-B2D3-78D4-50ED-EEACC5981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C07AC-8ACD-4427-6F38-277E054EE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E31C-F9F5-406B-8E33-DBE700D3E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63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C0891B-C50B-8C72-FC3A-FC6A5D434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09B5-2992-4B54-8334-A58ECB78761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2F654C-4BDB-3CDF-115B-8B27E25A1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BA2CD-4DAD-F3F3-3FF1-1CE810A0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E31C-F9F5-406B-8E33-DBE700D3E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02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8354D-C2CA-9D04-3F34-17AA1538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0C8E4-42FE-7994-3125-A044253F4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DF85CC-C695-166F-2E26-77F85FA78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5F3B9-DA93-9C22-CF1C-694AB474D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09B5-2992-4B54-8334-A58ECB78761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DB8C3-F591-0178-3B73-1F5D2FA32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52F73-9DE9-292C-A324-19146E078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E31C-F9F5-406B-8E33-DBE700D3E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99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67209-AC14-11C8-BB90-0B9325E82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75E381-D7CB-4800-2350-99F07F71E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AF5697-7028-16F1-5DC4-2E9785337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F4674-9163-7267-027E-EA39650A6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09B5-2992-4B54-8334-A58ECB78761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DAF55-CD56-00E4-31ED-F9C910FC2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FB8C8-6B1F-ED61-A60E-AF4B685D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E31C-F9F5-406B-8E33-DBE700D3E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97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B1883-A872-A5AB-01AD-726FD5DF0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35A3E-EF08-DD8D-2B1B-5DCB1CE79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DD06A-C674-6DA2-9E1F-60C8C63C6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09B5-2992-4B54-8334-A58ECB78761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8F071-C452-ACA8-481C-4FF5BD698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0FB0C-EBFD-FAD7-641A-9C867BCCC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E31C-F9F5-406B-8E33-DBE700D3E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6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EB115D-6E24-A6DD-6DD8-484CCBFE6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9B9EC-65CE-5290-A8A4-4F658D4E6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4E36C-7DA8-28C2-B636-ABB5D1725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09B5-2992-4B54-8334-A58ECB78761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CA776-1DAF-6A30-FB7F-FDE1B017F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8099F-B5C5-701F-2DAE-D277823C3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E31C-F9F5-406B-8E33-DBE700D3E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76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F691F7-2AC2-6195-C87E-EBBE6E43F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821D8-AC26-A90D-73E8-804F8A41B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B8EB5-1195-A304-4A0A-7C95C2DCBC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F09B5-2992-4B54-8334-A58ECB78761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1916D-3A28-1A5F-C2CB-40F7DC59B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501F7-569A-999F-6E37-97A161F13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BE31C-F9F5-406B-8E33-DBE700D3E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2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E925FFB-0ED6-D871-9359-BE32D33FD3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945846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2441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2026-09-06T08:13:45Z</dcterms:created>
  <dcterms:modified xsi:type="dcterms:W3CDTF">2026-09-06T08:13:46Z</dcterms:modified>
</cp:coreProperties>
</file>