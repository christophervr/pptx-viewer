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45B655-900D-4CFA-AA73-E02878DF9D02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D1B84A-5476-4BD1-9899-DBC0F1BB5DF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C4B72DB-D060-4341-A9B9-7B09E4240E99}" type="parTrans" cxnId="{43FE391C-A5A4-48F1-8D48-B293D2D4A222}">
      <dgm:prSet/>
      <dgm:spPr/>
    </dgm:pt>
    <dgm:pt modelId="{B565F294-27E7-4116-ABF2-BA63D93A49A6}" type="sibTrans" cxnId="{43FE391C-A5A4-48F1-8D48-B293D2D4A222}">
      <dgm:prSet/>
      <dgm:spPr/>
    </dgm:pt>
    <dgm:pt modelId="{A2176215-7BC1-4619-9979-6015C9781F2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5D3BFA9-7248-4AC2-9C76-EB42B0E1AF80}" type="parTrans" cxnId="{EB8C33AB-54AB-4698-B2C2-8A39A8EA85DD}">
      <dgm:prSet/>
      <dgm:spPr/>
      <dgm:t>
        <a:bodyPr/>
        <a:lstStyle/>
        <a:p>
          <a:endParaRPr lang="en-US"/>
        </a:p>
      </dgm:t>
    </dgm:pt>
    <dgm:pt modelId="{8954635E-98D7-4929-9215-172F26A21553}" type="sibTrans" cxnId="{EB8C33AB-54AB-4698-B2C2-8A39A8EA85DD}">
      <dgm:prSet/>
      <dgm:spPr/>
    </dgm:pt>
    <dgm:pt modelId="{C0E72173-1599-40AD-B521-895C25841E4F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9EF3139B-50F3-4307-B8DA-AE6B3C13DCCD}" type="parTrans" cxnId="{51A489B2-B0F3-433B-979D-376CA3032029}">
      <dgm:prSet/>
      <dgm:spPr/>
      <dgm:t>
        <a:bodyPr/>
        <a:lstStyle/>
        <a:p>
          <a:endParaRPr lang="en-US"/>
        </a:p>
      </dgm:t>
    </dgm:pt>
    <dgm:pt modelId="{6C1B7CB6-3F59-4A95-94B5-A45734C8E9C0}" type="sibTrans" cxnId="{51A489B2-B0F3-433B-979D-376CA3032029}">
      <dgm:prSet/>
      <dgm:spPr/>
    </dgm:pt>
    <dgm:pt modelId="{5089829B-59F2-4748-9F0D-FE2A8059428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3D82790-4B07-4A9D-8A56-E27D46D91C3A}" type="parTrans" cxnId="{D204EB03-D619-48E3-9B5F-D46A7B8F4D0C}">
      <dgm:prSet/>
      <dgm:spPr/>
      <dgm:t>
        <a:bodyPr/>
        <a:lstStyle/>
        <a:p>
          <a:endParaRPr lang="en-US"/>
        </a:p>
      </dgm:t>
    </dgm:pt>
    <dgm:pt modelId="{497ABCBD-686E-4DF0-A303-B937D1BE2234}" type="sibTrans" cxnId="{D204EB03-D619-48E3-9B5F-D46A7B8F4D0C}">
      <dgm:prSet/>
      <dgm:spPr/>
    </dgm:pt>
    <dgm:pt modelId="{CA057FE6-4CBB-4205-8EA1-0E169DE8252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98218992-BF74-4BF3-9ACE-1E52255E674A}" type="parTrans" cxnId="{E89917B0-DEEC-4ED3-9F6B-CF7DED3A1432}">
      <dgm:prSet/>
      <dgm:spPr/>
      <dgm:t>
        <a:bodyPr/>
        <a:lstStyle/>
        <a:p>
          <a:endParaRPr lang="en-US"/>
        </a:p>
      </dgm:t>
    </dgm:pt>
    <dgm:pt modelId="{B24E4459-2203-4835-8DA1-8DF6704B72A7}" type="sibTrans" cxnId="{E89917B0-DEEC-4ED3-9F6B-CF7DED3A1432}">
      <dgm:prSet/>
      <dgm:spPr/>
    </dgm:pt>
    <dgm:pt modelId="{8BBC488E-8E1D-4E97-8CBE-C98812AB734C}" type="pres">
      <dgm:prSet presAssocID="{CB45B655-900D-4CFA-AA73-E02878DF9D0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868CEB-1553-4836-A9B6-EA6A8224B546}" type="pres">
      <dgm:prSet presAssocID="{6BD1B84A-5476-4BD1-9899-DBC0F1BB5DF0}" presName="root1" presStyleCnt="0"/>
      <dgm:spPr/>
    </dgm:pt>
    <dgm:pt modelId="{068D4638-5822-4206-97CF-F718E2058580}" type="pres">
      <dgm:prSet presAssocID="{6BD1B84A-5476-4BD1-9899-DBC0F1BB5DF0}" presName="LevelOneTextNode" presStyleLbl="node0" presStyleIdx="0" presStyleCnt="1">
        <dgm:presLayoutVars>
          <dgm:chPref val="3"/>
        </dgm:presLayoutVars>
      </dgm:prSet>
      <dgm:spPr/>
    </dgm:pt>
    <dgm:pt modelId="{DACD3A95-0606-4AAB-A59B-710EAD053D4B}" type="pres">
      <dgm:prSet presAssocID="{6BD1B84A-5476-4BD1-9899-DBC0F1BB5DF0}" presName="level2hierChild" presStyleCnt="0"/>
      <dgm:spPr/>
    </dgm:pt>
    <dgm:pt modelId="{E1E81004-44D7-4A5C-8CAF-E87B0C828C45}" type="pres">
      <dgm:prSet presAssocID="{D5D3BFA9-7248-4AC2-9C76-EB42B0E1AF80}" presName="conn2-1" presStyleLbl="parChTrans1D2" presStyleIdx="0" presStyleCnt="2"/>
      <dgm:spPr/>
    </dgm:pt>
    <dgm:pt modelId="{6C36F07D-54A5-4A5F-BEBF-433759C10217}" type="pres">
      <dgm:prSet presAssocID="{D5D3BFA9-7248-4AC2-9C76-EB42B0E1AF80}" presName="connTx" presStyleLbl="parChTrans1D2" presStyleIdx="0" presStyleCnt="2"/>
      <dgm:spPr/>
    </dgm:pt>
    <dgm:pt modelId="{50B57D6B-8D2D-4B0C-854E-27ABB5544AF6}" type="pres">
      <dgm:prSet presAssocID="{A2176215-7BC1-4619-9979-6015C9781F2B}" presName="root2" presStyleCnt="0"/>
      <dgm:spPr/>
    </dgm:pt>
    <dgm:pt modelId="{FC8DA3AA-5E07-4BF7-A146-7A9F7B13C95A}" type="pres">
      <dgm:prSet presAssocID="{A2176215-7BC1-4619-9979-6015C9781F2B}" presName="LevelTwoTextNode" presStyleLbl="node2" presStyleIdx="0" presStyleCnt="2">
        <dgm:presLayoutVars>
          <dgm:chPref val="3"/>
        </dgm:presLayoutVars>
      </dgm:prSet>
      <dgm:spPr/>
    </dgm:pt>
    <dgm:pt modelId="{4DC83D78-FD29-4E5E-971C-FA78B06B101C}" type="pres">
      <dgm:prSet presAssocID="{A2176215-7BC1-4619-9979-6015C9781F2B}" presName="level3hierChild" presStyleCnt="0"/>
      <dgm:spPr/>
    </dgm:pt>
    <dgm:pt modelId="{BBAD3FBC-34CF-4979-936E-BB822AD31A0C}" type="pres">
      <dgm:prSet presAssocID="{98218992-BF74-4BF3-9ACE-1E52255E674A}" presName="conn2-1" presStyleLbl="parChTrans1D3" presStyleIdx="0" presStyleCnt="2"/>
      <dgm:spPr/>
    </dgm:pt>
    <dgm:pt modelId="{A066AB80-CB95-464A-A869-E05DCD7B287E}" type="pres">
      <dgm:prSet presAssocID="{98218992-BF74-4BF3-9ACE-1E52255E674A}" presName="connTx" presStyleLbl="parChTrans1D3" presStyleIdx="0" presStyleCnt="2"/>
      <dgm:spPr/>
    </dgm:pt>
    <dgm:pt modelId="{5C519079-897C-4BF6-BE15-33F5A9CB754E}" type="pres">
      <dgm:prSet presAssocID="{CA057FE6-4CBB-4205-8EA1-0E169DE8252D}" presName="root2" presStyleCnt="0"/>
      <dgm:spPr/>
    </dgm:pt>
    <dgm:pt modelId="{FA567A39-3679-4B8E-A298-33593D68E7E9}" type="pres">
      <dgm:prSet presAssocID="{CA057FE6-4CBB-4205-8EA1-0E169DE8252D}" presName="LevelTwoTextNode" presStyleLbl="node3" presStyleIdx="0" presStyleCnt="2">
        <dgm:presLayoutVars>
          <dgm:chPref val="3"/>
        </dgm:presLayoutVars>
      </dgm:prSet>
      <dgm:spPr/>
    </dgm:pt>
    <dgm:pt modelId="{8A509FDC-A715-4DE0-A79C-608CB546E61E}" type="pres">
      <dgm:prSet presAssocID="{CA057FE6-4CBB-4205-8EA1-0E169DE8252D}" presName="level3hierChild" presStyleCnt="0"/>
      <dgm:spPr/>
    </dgm:pt>
    <dgm:pt modelId="{55CFE3A2-E062-4784-A4FB-2F0BED095940}" type="pres">
      <dgm:prSet presAssocID="{9EF3139B-50F3-4307-B8DA-AE6B3C13DCCD}" presName="conn2-1" presStyleLbl="parChTrans1D2" presStyleIdx="1" presStyleCnt="2"/>
      <dgm:spPr/>
    </dgm:pt>
    <dgm:pt modelId="{86E3BFDB-F281-41B9-82DB-1DD5654EB820}" type="pres">
      <dgm:prSet presAssocID="{9EF3139B-50F3-4307-B8DA-AE6B3C13DCCD}" presName="connTx" presStyleLbl="parChTrans1D2" presStyleIdx="1" presStyleCnt="2"/>
      <dgm:spPr/>
    </dgm:pt>
    <dgm:pt modelId="{152F5337-A03C-42D9-9164-2488614C2882}" type="pres">
      <dgm:prSet presAssocID="{C0E72173-1599-40AD-B521-895C25841E4F}" presName="root2" presStyleCnt="0"/>
      <dgm:spPr/>
    </dgm:pt>
    <dgm:pt modelId="{5AED3A60-5C33-4BAC-9706-4D0574C4A570}" type="pres">
      <dgm:prSet presAssocID="{C0E72173-1599-40AD-B521-895C25841E4F}" presName="LevelTwoTextNode" presStyleLbl="node2" presStyleIdx="1" presStyleCnt="2">
        <dgm:presLayoutVars>
          <dgm:chPref val="3"/>
        </dgm:presLayoutVars>
      </dgm:prSet>
      <dgm:spPr/>
    </dgm:pt>
    <dgm:pt modelId="{1AC4E34B-EE93-4F09-A4C6-B2500C334A38}" type="pres">
      <dgm:prSet presAssocID="{C0E72173-1599-40AD-B521-895C25841E4F}" presName="level3hierChild" presStyleCnt="0"/>
      <dgm:spPr/>
    </dgm:pt>
    <dgm:pt modelId="{F71B4A0E-BB0C-448A-BE42-5D8F3AEB466C}" type="pres">
      <dgm:prSet presAssocID="{73D82790-4B07-4A9D-8A56-E27D46D91C3A}" presName="conn2-1" presStyleLbl="parChTrans1D3" presStyleIdx="1" presStyleCnt="2"/>
      <dgm:spPr/>
    </dgm:pt>
    <dgm:pt modelId="{84BFAA25-0CC1-4644-80A0-FE5B6262B50C}" type="pres">
      <dgm:prSet presAssocID="{73D82790-4B07-4A9D-8A56-E27D46D91C3A}" presName="connTx" presStyleLbl="parChTrans1D3" presStyleIdx="1" presStyleCnt="2"/>
      <dgm:spPr/>
    </dgm:pt>
    <dgm:pt modelId="{E5C35EBF-3418-4D60-8119-D353CD707878}" type="pres">
      <dgm:prSet presAssocID="{5089829B-59F2-4748-9F0D-FE2A8059428E}" presName="root2" presStyleCnt="0"/>
      <dgm:spPr/>
    </dgm:pt>
    <dgm:pt modelId="{4EFCD235-85FE-4BBD-B2D5-C8F45ED172C5}" type="pres">
      <dgm:prSet presAssocID="{5089829B-59F2-4748-9F0D-FE2A8059428E}" presName="LevelTwoTextNode" presStyleLbl="node3" presStyleIdx="1" presStyleCnt="2">
        <dgm:presLayoutVars>
          <dgm:chPref val="3"/>
        </dgm:presLayoutVars>
      </dgm:prSet>
      <dgm:spPr/>
    </dgm:pt>
    <dgm:pt modelId="{06D05530-4144-4C0A-AA0B-23A1A22AEBA6}" type="pres">
      <dgm:prSet presAssocID="{5089829B-59F2-4748-9F0D-FE2A8059428E}" presName="level3hierChild" presStyleCnt="0"/>
      <dgm:spPr/>
    </dgm:pt>
  </dgm:ptLst>
  <dgm:cxnLst>
    <dgm:cxn modelId="{D204EB03-D619-48E3-9B5F-D46A7B8F4D0C}" srcId="{C0E72173-1599-40AD-B521-895C25841E4F}" destId="{5089829B-59F2-4748-9F0D-FE2A8059428E}" srcOrd="0" destOrd="0" parTransId="{73D82790-4B07-4A9D-8A56-E27D46D91C3A}" sibTransId="{497ABCBD-686E-4DF0-A303-B937D1BE2234}"/>
    <dgm:cxn modelId="{CB238B0E-E5B8-4435-973E-DC6125DCAC84}" type="presOf" srcId="{C0E72173-1599-40AD-B521-895C25841E4F}" destId="{5AED3A60-5C33-4BAC-9706-4D0574C4A570}" srcOrd="0" destOrd="0" presId="urn:microsoft.com/office/officeart/2005/8/layout/hierarchy2"/>
    <dgm:cxn modelId="{3FA6CE1A-BE17-49E7-B5C4-1BB1C9490576}" type="presOf" srcId="{98218992-BF74-4BF3-9ACE-1E52255E674A}" destId="{BBAD3FBC-34CF-4979-936E-BB822AD31A0C}" srcOrd="0" destOrd="0" presId="urn:microsoft.com/office/officeart/2005/8/layout/hierarchy2"/>
    <dgm:cxn modelId="{43FE391C-A5A4-48F1-8D48-B293D2D4A222}" srcId="{CB45B655-900D-4CFA-AA73-E02878DF9D02}" destId="{6BD1B84A-5476-4BD1-9899-DBC0F1BB5DF0}" srcOrd="0" destOrd="0" parTransId="{6C4B72DB-D060-4341-A9B9-7B09E4240E99}" sibTransId="{B565F294-27E7-4116-ABF2-BA63D93A49A6}"/>
    <dgm:cxn modelId="{1C74BA24-FD68-4837-933D-5F2CF1920254}" type="presOf" srcId="{CB45B655-900D-4CFA-AA73-E02878DF9D02}" destId="{8BBC488E-8E1D-4E97-8CBE-C98812AB734C}" srcOrd="0" destOrd="0" presId="urn:microsoft.com/office/officeart/2005/8/layout/hierarchy2"/>
    <dgm:cxn modelId="{695BCB33-4B7D-4C07-A861-6F2A1395D786}" type="presOf" srcId="{9EF3139B-50F3-4307-B8DA-AE6B3C13DCCD}" destId="{86E3BFDB-F281-41B9-82DB-1DD5654EB820}" srcOrd="1" destOrd="0" presId="urn:microsoft.com/office/officeart/2005/8/layout/hierarchy2"/>
    <dgm:cxn modelId="{1A25095F-5CF0-4D5D-B35F-EF507F6E291C}" type="presOf" srcId="{D5D3BFA9-7248-4AC2-9C76-EB42B0E1AF80}" destId="{6C36F07D-54A5-4A5F-BEBF-433759C10217}" srcOrd="1" destOrd="0" presId="urn:microsoft.com/office/officeart/2005/8/layout/hierarchy2"/>
    <dgm:cxn modelId="{F98A464E-1DED-4268-86AB-1208AFD6BAF4}" type="presOf" srcId="{6BD1B84A-5476-4BD1-9899-DBC0F1BB5DF0}" destId="{068D4638-5822-4206-97CF-F718E2058580}" srcOrd="0" destOrd="0" presId="urn:microsoft.com/office/officeart/2005/8/layout/hierarchy2"/>
    <dgm:cxn modelId="{E5614486-8B7C-4FDE-85D5-BBDAF49F2505}" type="presOf" srcId="{A2176215-7BC1-4619-9979-6015C9781F2B}" destId="{FC8DA3AA-5E07-4BF7-A146-7A9F7B13C95A}" srcOrd="0" destOrd="0" presId="urn:microsoft.com/office/officeart/2005/8/layout/hierarchy2"/>
    <dgm:cxn modelId="{F88D4A9F-D1AB-4E03-9340-EE1167A71CF8}" type="presOf" srcId="{D5D3BFA9-7248-4AC2-9C76-EB42B0E1AF80}" destId="{E1E81004-44D7-4A5C-8CAF-E87B0C828C45}" srcOrd="0" destOrd="0" presId="urn:microsoft.com/office/officeart/2005/8/layout/hierarchy2"/>
    <dgm:cxn modelId="{EB8C33AB-54AB-4698-B2C2-8A39A8EA85DD}" srcId="{6BD1B84A-5476-4BD1-9899-DBC0F1BB5DF0}" destId="{A2176215-7BC1-4619-9979-6015C9781F2B}" srcOrd="0" destOrd="0" parTransId="{D5D3BFA9-7248-4AC2-9C76-EB42B0E1AF80}" sibTransId="{8954635E-98D7-4929-9215-172F26A21553}"/>
    <dgm:cxn modelId="{E89917B0-DEEC-4ED3-9F6B-CF7DED3A1432}" srcId="{A2176215-7BC1-4619-9979-6015C9781F2B}" destId="{CA057FE6-4CBB-4205-8EA1-0E169DE8252D}" srcOrd="0" destOrd="0" parTransId="{98218992-BF74-4BF3-9ACE-1E52255E674A}" sibTransId="{B24E4459-2203-4835-8DA1-8DF6704B72A7}"/>
    <dgm:cxn modelId="{51A489B2-B0F3-433B-979D-376CA3032029}" srcId="{6BD1B84A-5476-4BD1-9899-DBC0F1BB5DF0}" destId="{C0E72173-1599-40AD-B521-895C25841E4F}" srcOrd="1" destOrd="0" parTransId="{9EF3139B-50F3-4307-B8DA-AE6B3C13DCCD}" sibTransId="{6C1B7CB6-3F59-4A95-94B5-A45734C8E9C0}"/>
    <dgm:cxn modelId="{706097C4-BB11-46DE-A1E1-6BBCD4588C9B}" type="presOf" srcId="{98218992-BF74-4BF3-9ACE-1E52255E674A}" destId="{A066AB80-CB95-464A-A869-E05DCD7B287E}" srcOrd="1" destOrd="0" presId="urn:microsoft.com/office/officeart/2005/8/layout/hierarchy2"/>
    <dgm:cxn modelId="{B0F0CCDB-9DD4-4DE5-B8A6-2535402C735D}" type="presOf" srcId="{CA057FE6-4CBB-4205-8EA1-0E169DE8252D}" destId="{FA567A39-3679-4B8E-A298-33593D68E7E9}" srcOrd="0" destOrd="0" presId="urn:microsoft.com/office/officeart/2005/8/layout/hierarchy2"/>
    <dgm:cxn modelId="{F5EBF3E9-AC28-402A-B33F-74E5B6A03675}" type="presOf" srcId="{9EF3139B-50F3-4307-B8DA-AE6B3C13DCCD}" destId="{55CFE3A2-E062-4784-A4FB-2F0BED095940}" srcOrd="0" destOrd="0" presId="urn:microsoft.com/office/officeart/2005/8/layout/hierarchy2"/>
    <dgm:cxn modelId="{2AACB0EB-FBB6-4670-A34A-1EE2C9A8BDE1}" type="presOf" srcId="{73D82790-4B07-4A9D-8A56-E27D46D91C3A}" destId="{F71B4A0E-BB0C-448A-BE42-5D8F3AEB466C}" srcOrd="0" destOrd="0" presId="urn:microsoft.com/office/officeart/2005/8/layout/hierarchy2"/>
    <dgm:cxn modelId="{80CBF2FA-A54E-4D2A-BACA-3DBA1AD1660A}" type="presOf" srcId="{73D82790-4B07-4A9D-8A56-E27D46D91C3A}" destId="{84BFAA25-0CC1-4644-80A0-FE5B6262B50C}" srcOrd="1" destOrd="0" presId="urn:microsoft.com/office/officeart/2005/8/layout/hierarchy2"/>
    <dgm:cxn modelId="{DB0C6CFD-C1DF-488F-A1ED-07633E2D99F6}" type="presOf" srcId="{5089829B-59F2-4748-9F0D-FE2A8059428E}" destId="{4EFCD235-85FE-4BBD-B2D5-C8F45ED172C5}" srcOrd="0" destOrd="0" presId="urn:microsoft.com/office/officeart/2005/8/layout/hierarchy2"/>
    <dgm:cxn modelId="{006BD4D0-E8EF-4FDF-9370-858BD4B6E9D3}" type="presParOf" srcId="{8BBC488E-8E1D-4E97-8CBE-C98812AB734C}" destId="{2D868CEB-1553-4836-A9B6-EA6A8224B546}" srcOrd="0" destOrd="0" presId="urn:microsoft.com/office/officeart/2005/8/layout/hierarchy2"/>
    <dgm:cxn modelId="{055F9AFC-FFCB-4812-A9C8-6CB950CED330}" type="presParOf" srcId="{2D868CEB-1553-4836-A9B6-EA6A8224B546}" destId="{068D4638-5822-4206-97CF-F718E2058580}" srcOrd="0" destOrd="0" presId="urn:microsoft.com/office/officeart/2005/8/layout/hierarchy2"/>
    <dgm:cxn modelId="{392819CD-6435-4B79-9B0E-18B5EF386B21}" type="presParOf" srcId="{2D868CEB-1553-4836-A9B6-EA6A8224B546}" destId="{DACD3A95-0606-4AAB-A59B-710EAD053D4B}" srcOrd="1" destOrd="0" presId="urn:microsoft.com/office/officeart/2005/8/layout/hierarchy2"/>
    <dgm:cxn modelId="{8890767E-CA56-49C6-B133-52EF082CDC98}" type="presParOf" srcId="{DACD3A95-0606-4AAB-A59B-710EAD053D4B}" destId="{E1E81004-44D7-4A5C-8CAF-E87B0C828C45}" srcOrd="0" destOrd="0" presId="urn:microsoft.com/office/officeart/2005/8/layout/hierarchy2"/>
    <dgm:cxn modelId="{342CDAF1-C003-40D3-8820-17AE67BD6B3D}" type="presParOf" srcId="{E1E81004-44D7-4A5C-8CAF-E87B0C828C45}" destId="{6C36F07D-54A5-4A5F-BEBF-433759C10217}" srcOrd="0" destOrd="0" presId="urn:microsoft.com/office/officeart/2005/8/layout/hierarchy2"/>
    <dgm:cxn modelId="{F5C1123D-D150-4D46-9F2F-45C7AE8B72A7}" type="presParOf" srcId="{DACD3A95-0606-4AAB-A59B-710EAD053D4B}" destId="{50B57D6B-8D2D-4B0C-854E-27ABB5544AF6}" srcOrd="1" destOrd="0" presId="urn:microsoft.com/office/officeart/2005/8/layout/hierarchy2"/>
    <dgm:cxn modelId="{34A4788C-2F71-4F1C-B099-CF506CE11D52}" type="presParOf" srcId="{50B57D6B-8D2D-4B0C-854E-27ABB5544AF6}" destId="{FC8DA3AA-5E07-4BF7-A146-7A9F7B13C95A}" srcOrd="0" destOrd="0" presId="urn:microsoft.com/office/officeart/2005/8/layout/hierarchy2"/>
    <dgm:cxn modelId="{3EAE3DD7-3EA7-4499-BC5C-CB20398F5742}" type="presParOf" srcId="{50B57D6B-8D2D-4B0C-854E-27ABB5544AF6}" destId="{4DC83D78-FD29-4E5E-971C-FA78B06B101C}" srcOrd="1" destOrd="0" presId="urn:microsoft.com/office/officeart/2005/8/layout/hierarchy2"/>
    <dgm:cxn modelId="{F9EAD187-709B-4DC5-94B8-F95F5589C41C}" type="presParOf" srcId="{4DC83D78-FD29-4E5E-971C-FA78B06B101C}" destId="{BBAD3FBC-34CF-4979-936E-BB822AD31A0C}" srcOrd="0" destOrd="0" presId="urn:microsoft.com/office/officeart/2005/8/layout/hierarchy2"/>
    <dgm:cxn modelId="{6CA552FD-E21F-43F7-AAA8-023B648EAFC5}" type="presParOf" srcId="{BBAD3FBC-34CF-4979-936E-BB822AD31A0C}" destId="{A066AB80-CB95-464A-A869-E05DCD7B287E}" srcOrd="0" destOrd="0" presId="urn:microsoft.com/office/officeart/2005/8/layout/hierarchy2"/>
    <dgm:cxn modelId="{A6C9A765-1621-4765-9CF7-A5C8D5C0D8A2}" type="presParOf" srcId="{4DC83D78-FD29-4E5E-971C-FA78B06B101C}" destId="{5C519079-897C-4BF6-BE15-33F5A9CB754E}" srcOrd="1" destOrd="0" presId="urn:microsoft.com/office/officeart/2005/8/layout/hierarchy2"/>
    <dgm:cxn modelId="{727F43B0-48FC-4348-BB42-F4573197177A}" type="presParOf" srcId="{5C519079-897C-4BF6-BE15-33F5A9CB754E}" destId="{FA567A39-3679-4B8E-A298-33593D68E7E9}" srcOrd="0" destOrd="0" presId="urn:microsoft.com/office/officeart/2005/8/layout/hierarchy2"/>
    <dgm:cxn modelId="{72854286-ACF2-4DBC-B47E-96270A4E7970}" type="presParOf" srcId="{5C519079-897C-4BF6-BE15-33F5A9CB754E}" destId="{8A509FDC-A715-4DE0-A79C-608CB546E61E}" srcOrd="1" destOrd="0" presId="urn:microsoft.com/office/officeart/2005/8/layout/hierarchy2"/>
    <dgm:cxn modelId="{A126CD24-5228-42F1-9D31-42023FD08BEF}" type="presParOf" srcId="{DACD3A95-0606-4AAB-A59B-710EAD053D4B}" destId="{55CFE3A2-E062-4784-A4FB-2F0BED095940}" srcOrd="2" destOrd="0" presId="urn:microsoft.com/office/officeart/2005/8/layout/hierarchy2"/>
    <dgm:cxn modelId="{803BBEAC-ED75-4A7D-9228-C69F8641AF27}" type="presParOf" srcId="{55CFE3A2-E062-4784-A4FB-2F0BED095940}" destId="{86E3BFDB-F281-41B9-82DB-1DD5654EB820}" srcOrd="0" destOrd="0" presId="urn:microsoft.com/office/officeart/2005/8/layout/hierarchy2"/>
    <dgm:cxn modelId="{229AF12C-5BC7-4393-85A6-C22570000F3A}" type="presParOf" srcId="{DACD3A95-0606-4AAB-A59B-710EAD053D4B}" destId="{152F5337-A03C-42D9-9164-2488614C2882}" srcOrd="3" destOrd="0" presId="urn:microsoft.com/office/officeart/2005/8/layout/hierarchy2"/>
    <dgm:cxn modelId="{29B28800-ABDB-4619-96C9-6B0F470D4ADA}" type="presParOf" srcId="{152F5337-A03C-42D9-9164-2488614C2882}" destId="{5AED3A60-5C33-4BAC-9706-4D0574C4A570}" srcOrd="0" destOrd="0" presId="urn:microsoft.com/office/officeart/2005/8/layout/hierarchy2"/>
    <dgm:cxn modelId="{36ADC6AE-A9F3-4257-AE3A-F92733380DEC}" type="presParOf" srcId="{152F5337-A03C-42D9-9164-2488614C2882}" destId="{1AC4E34B-EE93-4F09-A4C6-B2500C334A38}" srcOrd="1" destOrd="0" presId="urn:microsoft.com/office/officeart/2005/8/layout/hierarchy2"/>
    <dgm:cxn modelId="{ABA9A364-205B-4B0E-9E52-03B58F711F72}" type="presParOf" srcId="{1AC4E34B-EE93-4F09-A4C6-B2500C334A38}" destId="{F71B4A0E-BB0C-448A-BE42-5D8F3AEB466C}" srcOrd="0" destOrd="0" presId="urn:microsoft.com/office/officeart/2005/8/layout/hierarchy2"/>
    <dgm:cxn modelId="{28305ABA-8809-4B2C-9043-5930AF2D3A92}" type="presParOf" srcId="{F71B4A0E-BB0C-448A-BE42-5D8F3AEB466C}" destId="{84BFAA25-0CC1-4644-80A0-FE5B6262B50C}" srcOrd="0" destOrd="0" presId="urn:microsoft.com/office/officeart/2005/8/layout/hierarchy2"/>
    <dgm:cxn modelId="{E380217B-841F-48F7-9FC6-671A0C26FBDE}" type="presParOf" srcId="{1AC4E34B-EE93-4F09-A4C6-B2500C334A38}" destId="{E5C35EBF-3418-4D60-8119-D353CD707878}" srcOrd="1" destOrd="0" presId="urn:microsoft.com/office/officeart/2005/8/layout/hierarchy2"/>
    <dgm:cxn modelId="{C826F36E-A72F-405D-8A3F-A8979D149849}" type="presParOf" srcId="{E5C35EBF-3418-4D60-8119-D353CD707878}" destId="{4EFCD235-85FE-4BBD-B2D5-C8F45ED172C5}" srcOrd="0" destOrd="0" presId="urn:microsoft.com/office/officeart/2005/8/layout/hierarchy2"/>
    <dgm:cxn modelId="{2EA2EFBB-BAFF-4A82-BEAC-922A88044BA1}" type="presParOf" srcId="{E5C35EBF-3418-4D60-8119-D353CD707878}" destId="{06D05530-4144-4C0A-AA0B-23A1A22AEBA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D4638-5822-4206-97CF-F718E2058580}">
      <dsp:nvSpPr>
        <dsp:cNvPr id="0" name=""/>
        <dsp:cNvSpPr/>
      </dsp:nvSpPr>
      <dsp:spPr>
        <a:xfrm>
          <a:off x="3720" y="1997397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</dsp:txBody>
      <dsp:txXfrm>
        <a:off x="35505" y="2029182"/>
        <a:ext cx="2106840" cy="1021635"/>
      </dsp:txXfrm>
    </dsp:sp>
    <dsp:sp modelId="{E1E81004-44D7-4A5C-8CAF-E87B0C828C45}">
      <dsp:nvSpPr>
        <dsp:cNvPr id="0" name=""/>
        <dsp:cNvSpPr/>
      </dsp:nvSpPr>
      <dsp:spPr>
        <a:xfrm rot="19457599">
          <a:off x="2073639" y="2208777"/>
          <a:ext cx="1069147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1069147" y="1922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81484" y="2201274"/>
        <a:ext cx="53457" cy="53457"/>
      </dsp:txXfrm>
    </dsp:sp>
    <dsp:sp modelId="{FC8DA3AA-5E07-4BF7-A146-7A9F7B13C95A}">
      <dsp:nvSpPr>
        <dsp:cNvPr id="0" name=""/>
        <dsp:cNvSpPr/>
      </dsp:nvSpPr>
      <dsp:spPr>
        <a:xfrm>
          <a:off x="3042294" y="1373404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Two has a longer label</a:t>
          </a:r>
        </a:p>
      </dsp:txBody>
      <dsp:txXfrm>
        <a:off x="3074079" y="1405189"/>
        <a:ext cx="2106840" cy="1021635"/>
      </dsp:txXfrm>
    </dsp:sp>
    <dsp:sp modelId="{BBAD3FBC-34CF-4979-936E-BB822AD31A0C}">
      <dsp:nvSpPr>
        <dsp:cNvPr id="0" name=""/>
        <dsp:cNvSpPr/>
      </dsp:nvSpPr>
      <dsp:spPr>
        <a:xfrm>
          <a:off x="5212705" y="1896781"/>
          <a:ext cx="868164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868164" y="1922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25083" y="1894302"/>
        <a:ext cx="43408" cy="43408"/>
      </dsp:txXfrm>
    </dsp:sp>
    <dsp:sp modelId="{FA567A39-3679-4B8E-A298-33593D68E7E9}">
      <dsp:nvSpPr>
        <dsp:cNvPr id="0" name=""/>
        <dsp:cNvSpPr/>
      </dsp:nvSpPr>
      <dsp:spPr>
        <a:xfrm>
          <a:off x="6080869" y="1373404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Five</a:t>
          </a:r>
        </a:p>
      </dsp:txBody>
      <dsp:txXfrm>
        <a:off x="6112654" y="1405189"/>
        <a:ext cx="2106840" cy="1021635"/>
      </dsp:txXfrm>
    </dsp:sp>
    <dsp:sp modelId="{55CFE3A2-E062-4784-A4FB-2F0BED095940}">
      <dsp:nvSpPr>
        <dsp:cNvPr id="0" name=""/>
        <dsp:cNvSpPr/>
      </dsp:nvSpPr>
      <dsp:spPr>
        <a:xfrm rot="2142401">
          <a:off x="2073639" y="2832770"/>
          <a:ext cx="1069147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1069147" y="1922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81484" y="2825267"/>
        <a:ext cx="53457" cy="53457"/>
      </dsp:txXfrm>
    </dsp:sp>
    <dsp:sp modelId="{5AED3A60-5C33-4BAC-9706-4D0574C4A570}">
      <dsp:nvSpPr>
        <dsp:cNvPr id="0" name=""/>
        <dsp:cNvSpPr/>
      </dsp:nvSpPr>
      <dsp:spPr>
        <a:xfrm>
          <a:off x="3042294" y="2621390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3074079" y="2653175"/>
        <a:ext cx="2106840" cy="1021635"/>
      </dsp:txXfrm>
    </dsp:sp>
    <dsp:sp modelId="{F71B4A0E-BB0C-448A-BE42-5D8F3AEB466C}">
      <dsp:nvSpPr>
        <dsp:cNvPr id="0" name=""/>
        <dsp:cNvSpPr/>
      </dsp:nvSpPr>
      <dsp:spPr>
        <a:xfrm>
          <a:off x="5212705" y="3144766"/>
          <a:ext cx="868164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868164" y="1922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25083" y="3142288"/>
        <a:ext cx="43408" cy="43408"/>
      </dsp:txXfrm>
    </dsp:sp>
    <dsp:sp modelId="{4EFCD235-85FE-4BBD-B2D5-C8F45ED172C5}">
      <dsp:nvSpPr>
        <dsp:cNvPr id="0" name=""/>
        <dsp:cNvSpPr/>
      </dsp:nvSpPr>
      <dsp:spPr>
        <a:xfrm>
          <a:off x="6080869" y="2621390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</dsp:txBody>
      <dsp:txXfrm>
        <a:off x="6112654" y="2653175"/>
        <a:ext cx="2106840" cy="10216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BF1C-A3A8-0AB2-50C2-592B19135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C8341-3D73-8984-6DE3-9821FF213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9CF27-C48A-1882-8FC3-2AFB2E27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257B8-91DE-0B42-E1BF-2112E72F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4989A-4EC9-7D86-7298-DE19631D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00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962E-0FA7-D246-C1C4-40FF8603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7E4EE-0C61-3267-CBF2-861D0160D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5F8ED-D15B-D079-3273-25D3EA11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DB5CD-7BD1-5FB0-5E7C-F9B67A00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D5F9E-20CA-61F5-2288-7A58C553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2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1364-AEE9-3A5F-DA57-CB9B55A8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6E60E-814D-BED5-9725-0B3AEDCE7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9DFF6-55EB-5235-B564-86C35187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28A9F-47A7-0AA4-4398-B2A18C17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44D52-31B8-3A91-19ED-07990178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4349-5443-3CFA-EABE-3E8FB1DB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4DFD-56B0-8ABC-0BDD-879421CCE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4607E-EAF7-7C1C-1607-1A0C0174C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E7559-5243-2819-1B7D-D07500E2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4AB35-B034-429D-752D-CDF4D679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B624A-4122-CE16-31B9-B2120F33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7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2E51A-20AB-5BE9-88F3-78E0C0F4F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E82AE-5FB3-230A-6B7F-728F8C25F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4E787-5632-43EC-24AA-BC13A14CB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C93A9-36FC-EB28-5623-0C1F9ACD3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8FB1A-DA86-9EC3-B291-52B69EA1C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EA4F8-18DA-579E-EB86-81E01EE0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45388D-21FB-D079-B080-EE0F3631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13C9DE-5443-DC7A-0926-E493EA9F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3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A92A-7DB6-4995-1C2C-3C3F82F4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1E433-2C4F-3C6F-27E0-18E1370B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D6483-1DA9-8BBC-D9A1-B98486DE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2D0FA-73F9-849A-B12C-4C53C663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8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6F8AB-DAC1-06F7-324C-DE2E4B6A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96988-5090-0A5B-E9FA-4DC30211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D307D-1318-6A40-D843-6537C575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0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BFB7-3122-0BD1-1E0F-FF78FDE48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50B65-C5DB-BA30-0FF7-B298F206F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24C29-59F0-3543-FFFC-4E53E5C62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7ECFD-5CB9-F768-9B62-3B078856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4EF49-5112-5265-0B4D-C963F5B7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91954-ED4F-6CAB-5072-680C8BF3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8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19A3-30C7-3B93-EBB1-0AEEE041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3391B-2D13-DC2B-4E86-395360A1A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BC014-FB57-265B-D27E-A35E9347A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DFFC3-76D4-D8BB-72F5-E58CC4D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CC004-038F-87A1-A4E8-C5C6E173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B5519-A0AD-7897-CC58-667A622B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5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40B6-9223-4E24-3FCC-C00EFF25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4EAA5-91B5-BDB4-580B-F7D13FEA6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7935F-D819-6233-3EC4-77F832B3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DD1B9-4087-FBEB-2EBF-6225913F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B31F2-5313-4201-0D58-6305ADA6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C974C-6C5A-240C-444F-BAB5EE13C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4023F-3A8E-FDFE-9619-4EA83BB73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34003-124D-5A28-CA66-EC1EA3EE7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32B42-3603-2F8E-4EBC-E2600A06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5DF18-ABB4-75E4-1A85-919D0775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3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F169F-F94E-33AC-5517-29DEE86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921B5-F5FB-2521-6132-EEEF1821C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E79CF-6601-3C79-8767-6316FBCB7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55C60-DCF7-42D8-9D14-030268DDFB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CAE99-8671-E3C2-1D20-AAD2956C5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B8331-EC0A-AADE-51DC-827602942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70A86-3FA0-4DA0-A4C3-E039F5C43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803030-6297-D82A-F3CC-85E75192CB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294025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366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2026-09-06T08:14:29Z</dcterms:created>
  <dcterms:modified xsi:type="dcterms:W3CDTF">2026-09-06T08:14:29Z</dcterms:modified>
</cp:coreProperties>
</file>