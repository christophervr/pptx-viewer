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78216D-6B63-417A-91A2-0A8F317B7B0A}" type="doc">
      <dgm:prSet loTypeId="urn:microsoft.com/office/officeart/2026/layout/Small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D030C5-64DD-4652-8B69-3EE80209FE12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One</a:t>
          </a:r>
        </a:p>
      </dgm:t>
    </dgm:pt>
    <dgm:pt modelId="{F0034F67-2C7B-4C6F-A13E-DADF0032B417}" type="parTrans" cxnId="{1F75758E-F168-4C90-9F1D-5775FBC0080E}">
      <dgm:prSet/>
      <dgm:spPr/>
    </dgm:pt>
    <dgm:pt modelId="{C912A709-2B92-42B1-9106-8A40113EB2C7}" type="sibTrans" cxnId="{1F75758E-F168-4C90-9F1D-5775FBC0080E}">
      <dgm:prSet/>
      <dgm:spPr/>
    </dgm:pt>
    <dgm:pt modelId="{5B23668C-E53E-44E1-A37E-AC12BB0C2DE4}">
      <dgm:prSet phldrT="Description" phldr="1"/>
      <dgm:spPr/>
      <dgm:t>
        <a:bodyPr/>
        <a:lstStyle/>
        <a:p>
          <a:endParaRPr lang="en-US"/>
        </a:p>
      </dgm:t>
    </dgm:pt>
    <dgm:pt modelId="{41ABB214-708D-4C77-9531-EBE39515912F}" type="parTrans" cxnId="{93CD89A4-ECF1-4CA5-9C5B-ECB986CDF798}">
      <dgm:prSet/>
      <dgm:spPr/>
    </dgm:pt>
    <dgm:pt modelId="{8E9EDA5D-3F2F-4325-BC10-0C978F6460CF}" type="sibTrans" cxnId="{93CD89A4-ECF1-4CA5-9C5B-ECB986CDF798}">
      <dgm:prSet/>
      <dgm:spPr/>
    </dgm:pt>
    <dgm:pt modelId="{AD7B42A2-C1FB-45EE-8D9E-C2DEC838646A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Two has a longer label</a:t>
          </a:r>
        </a:p>
      </dgm:t>
    </dgm:pt>
    <dgm:pt modelId="{9E96796C-5716-412A-803C-2F9D5DC36ACC}" type="parTrans" cxnId="{F4F1473A-2FA1-4C3C-897B-7EF2F1559B88}">
      <dgm:prSet/>
      <dgm:spPr/>
    </dgm:pt>
    <dgm:pt modelId="{5C1C623A-37D2-4770-9E43-5DC857EB2952}" type="sibTrans" cxnId="{F4F1473A-2FA1-4C3C-897B-7EF2F1559B88}">
      <dgm:prSet/>
      <dgm:spPr/>
    </dgm:pt>
    <dgm:pt modelId="{C4C9C519-97A3-42FA-A61E-5FAE81008D6D}">
      <dgm:prSet phldrT="Description" phldr="1"/>
      <dgm:spPr/>
      <dgm:t>
        <a:bodyPr/>
        <a:lstStyle/>
        <a:p>
          <a:endParaRPr lang="en-US"/>
        </a:p>
      </dgm:t>
    </dgm:pt>
    <dgm:pt modelId="{E3EF76AE-96A3-48C5-96CA-2A39D51B69C3}" type="parTrans" cxnId="{106DB9FD-CC58-4BEF-B599-711E59DE50D5}">
      <dgm:prSet/>
      <dgm:spPr/>
    </dgm:pt>
    <dgm:pt modelId="{F35862EB-854E-4623-A841-81D46972175C}" type="sibTrans" cxnId="{106DB9FD-CC58-4BEF-B599-711E59DE50D5}">
      <dgm:prSet/>
      <dgm:spPr/>
    </dgm:pt>
    <dgm:pt modelId="{A14325B5-8768-400B-89BE-F632CD546D60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341B02AA-BBEF-4A77-B7CF-CB7ECE987B09}" type="parTrans" cxnId="{B37C7DE9-9648-4792-8783-EBC81C483ED4}">
      <dgm:prSet/>
      <dgm:spPr/>
    </dgm:pt>
    <dgm:pt modelId="{71B7EB3A-FF37-472B-9F10-08465D5753E9}" type="sibTrans" cxnId="{B37C7DE9-9648-4792-8783-EBC81C483ED4}">
      <dgm:prSet/>
      <dgm:spPr/>
    </dgm:pt>
    <dgm:pt modelId="{0490A4CA-7D9D-4BCE-96DD-90791E7103FB}">
      <dgm:prSet phldrT="Description" phldr="1"/>
      <dgm:spPr/>
      <dgm:t>
        <a:bodyPr/>
        <a:lstStyle/>
        <a:p>
          <a:endParaRPr lang="en-US"/>
        </a:p>
      </dgm:t>
    </dgm:pt>
    <dgm:pt modelId="{94A2B568-D307-437C-A2B0-31BC44EAB1A3}" type="parTrans" cxnId="{31877518-5F43-469C-8D39-545648E472E3}">
      <dgm:prSet/>
      <dgm:spPr/>
    </dgm:pt>
    <dgm:pt modelId="{6A92BA8D-1810-4EF7-9130-52517A095CCD}" type="sibTrans" cxnId="{31877518-5F43-469C-8D39-545648E472E3}">
      <dgm:prSet/>
      <dgm:spPr/>
    </dgm:pt>
    <dgm:pt modelId="{7E528F36-FE89-493A-97B5-6EA3B6B75C0E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Four</a:t>
          </a:r>
        </a:p>
      </dgm:t>
    </dgm:pt>
    <dgm:pt modelId="{81311B0C-5E7E-4319-A681-DE69C580583D}" type="parTrans" cxnId="{55B891A3-0A45-4950-86C6-6DA3108D19CE}">
      <dgm:prSet/>
      <dgm:spPr/>
    </dgm:pt>
    <dgm:pt modelId="{E109FDBE-0AD8-42B0-AF97-04CC782D0621}" type="sibTrans" cxnId="{55B891A3-0A45-4950-86C6-6DA3108D19CE}">
      <dgm:prSet/>
      <dgm:spPr/>
    </dgm:pt>
    <dgm:pt modelId="{D64CDE2F-B9B2-4AD5-95F0-113521DD974D}">
      <dgm:prSet phldrT="Description" phldr="1"/>
      <dgm:spPr/>
      <dgm:t>
        <a:bodyPr/>
        <a:lstStyle/>
        <a:p>
          <a:endParaRPr lang="en-US"/>
        </a:p>
      </dgm:t>
    </dgm:pt>
    <dgm:pt modelId="{3E22E102-2A26-40CB-A790-C5CE93FDB769}" type="parTrans" cxnId="{E22EDECC-D708-4AF6-8899-27F9329976DE}">
      <dgm:prSet/>
      <dgm:spPr/>
    </dgm:pt>
    <dgm:pt modelId="{7FE15233-9B4F-4DFE-B4F1-7126B346432B}" type="sibTrans" cxnId="{E22EDECC-D708-4AF6-8899-27F9329976DE}">
      <dgm:prSet/>
      <dgm:spPr/>
    </dgm:pt>
    <dgm:pt modelId="{35048AD7-6F35-4D7C-B120-52C3A3BB2C33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Five</a:t>
          </a:r>
        </a:p>
      </dgm:t>
    </dgm:pt>
    <dgm:pt modelId="{40A1D581-7F77-46AD-99A8-A4BC0639DEFC}" type="parTrans" cxnId="{06E87DBB-4682-42DA-9EE9-FAE7215629F2}">
      <dgm:prSet/>
      <dgm:spPr/>
    </dgm:pt>
    <dgm:pt modelId="{780D8530-2688-460D-B791-52C8C1315203}" type="sibTrans" cxnId="{06E87DBB-4682-42DA-9EE9-FAE7215629F2}">
      <dgm:prSet/>
      <dgm:spPr/>
    </dgm:pt>
    <dgm:pt modelId="{37F152CE-20D7-4A2D-B02B-C76C5B8126DE}">
      <dgm:prSet phldrT="Description" phldr="1"/>
      <dgm:spPr/>
      <dgm:t>
        <a:bodyPr/>
        <a:lstStyle/>
        <a:p>
          <a:endParaRPr lang="en-US"/>
        </a:p>
      </dgm:t>
    </dgm:pt>
    <dgm:pt modelId="{5A92C369-44AE-437C-A6E5-17D262395A2A}" type="parTrans" cxnId="{555DCDE2-D278-4BB3-8413-8E55C726A63F}">
      <dgm:prSet/>
      <dgm:spPr/>
    </dgm:pt>
    <dgm:pt modelId="{C3766926-DB2A-4A68-B351-160BE0E68FBD}" type="sibTrans" cxnId="{555DCDE2-D278-4BB3-8413-8E55C726A63F}">
      <dgm:prSet/>
      <dgm:spPr/>
    </dgm:pt>
    <dgm:pt modelId="{556A726B-F82A-4C5A-9BE9-5EF318787C46}" type="pres">
      <dgm:prSet presAssocID="{7A78216D-6B63-417A-91A2-0A8F317B7B0A}" presName="root" presStyleCnt="0">
        <dgm:presLayoutVars>
          <dgm:dir/>
          <dgm:resizeHandles val="exact"/>
        </dgm:presLayoutVars>
      </dgm:prSet>
      <dgm:spPr/>
    </dgm:pt>
    <dgm:pt modelId="{74B1F9A0-D50A-442C-BC5F-370421751EE3}" type="pres">
      <dgm:prSet presAssocID="{7A78216D-6B63-417A-91A2-0A8F317B7B0A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A869D1B1-5BE3-4A54-B4EB-A46E0E240C5D}" type="pres">
      <dgm:prSet presAssocID="{7A78216D-6B63-417A-91A2-0A8F317B7B0A}" presName="itemsFlow" presStyleCnt="0"/>
      <dgm:spPr/>
    </dgm:pt>
    <dgm:pt modelId="{2F3B33E6-D0AB-4025-8047-87D742FBF0A2}" type="pres">
      <dgm:prSet presAssocID="{01D030C5-64DD-4652-8B69-3EE80209FE12}" presName="item" presStyleCnt="0"/>
      <dgm:spPr/>
    </dgm:pt>
    <dgm:pt modelId="{CF2AA153-909E-4A2B-B89A-F754C34E46BD}" type="pres">
      <dgm:prSet presAssocID="{01D030C5-64DD-4652-8B69-3EE80209FE12}" presName="anchor" presStyleCnt="0"/>
      <dgm:spPr/>
    </dgm:pt>
    <dgm:pt modelId="{0FC2D4A8-203F-455C-86C4-B36590931A0E}" type="pres">
      <dgm:prSet presAssocID="{01D030C5-64DD-4652-8B69-3EE80209FE12}" presName="titleText" presStyleLbl="revTx" presStyleIdx="0" presStyleCnt="0">
        <dgm:presLayoutVars>
          <dgm:chMax val="0"/>
          <dgm:chPref val="0"/>
        </dgm:presLayoutVars>
      </dgm:prSet>
      <dgm:spPr/>
    </dgm:pt>
    <dgm:pt modelId="{0ACD3F3B-338E-44B5-9AD7-9E974CF8B557}" type="pres">
      <dgm:prSet presAssocID="{01D030C5-64DD-4652-8B69-3EE80209FE12}" presName="dot" presStyleLbl="node1NoLn" presStyleIdx="0" presStyleCnt="4"/>
      <dgm:spPr/>
    </dgm:pt>
    <dgm:pt modelId="{7CC7FC49-0ADF-4B75-A4DB-2AFCCC70DB8E}" type="pres">
      <dgm:prSet presAssocID="{01D030C5-64DD-4652-8B69-3EE80209FE12}" presName="descText" presStyleLbl="revTx" presStyleIdx="0" presStyleCnt="0">
        <dgm:presLayoutVars>
          <dgm:chMax val="0"/>
          <dgm:chPref val="0"/>
        </dgm:presLayoutVars>
      </dgm:prSet>
      <dgm:spPr/>
    </dgm:pt>
    <dgm:pt modelId="{78AB6CAF-7D60-4E9B-97E3-E3182AAE2F91}" type="pres">
      <dgm:prSet presAssocID="{C912A709-2B92-42B1-9106-8A40113EB2C7}" presName="spacer" presStyleCnt="0"/>
      <dgm:spPr/>
    </dgm:pt>
    <dgm:pt modelId="{8480839D-4935-40C5-957C-318064913FB2}" type="pres">
      <dgm:prSet presAssocID="{AD7B42A2-C1FB-45EE-8D9E-C2DEC838646A}" presName="item" presStyleCnt="0"/>
      <dgm:spPr/>
    </dgm:pt>
    <dgm:pt modelId="{B309D732-7A68-45FB-8193-8A64C8FF601A}" type="pres">
      <dgm:prSet presAssocID="{AD7B42A2-C1FB-45EE-8D9E-C2DEC838646A}" presName="anchor" presStyleCnt="0"/>
      <dgm:spPr/>
    </dgm:pt>
    <dgm:pt modelId="{F4DA22DA-80D6-4A01-B10D-5B2C02E6E95B}" type="pres">
      <dgm:prSet presAssocID="{AD7B42A2-C1FB-45EE-8D9E-C2DEC838646A}" presName="titleText" presStyleLbl="revTx" presStyleIdx="0" presStyleCnt="0">
        <dgm:presLayoutVars>
          <dgm:chMax val="0"/>
          <dgm:chPref val="0"/>
        </dgm:presLayoutVars>
      </dgm:prSet>
      <dgm:spPr/>
    </dgm:pt>
    <dgm:pt modelId="{008D4038-DB6D-4674-9195-C1428B6463F6}" type="pres">
      <dgm:prSet presAssocID="{AD7B42A2-C1FB-45EE-8D9E-C2DEC838646A}" presName="dot" presStyleLbl="node1NoLn" presStyleIdx="1" presStyleCnt="4"/>
      <dgm:spPr/>
    </dgm:pt>
    <dgm:pt modelId="{0E4AFA9E-14AE-4BCD-AAD5-18DC8BF00314}" type="pres">
      <dgm:prSet presAssocID="{AD7B42A2-C1FB-45EE-8D9E-C2DEC838646A}" presName="descText" presStyleLbl="revTx" presStyleIdx="0" presStyleCnt="0">
        <dgm:presLayoutVars>
          <dgm:chMax val="0"/>
          <dgm:chPref val="0"/>
        </dgm:presLayoutVars>
      </dgm:prSet>
      <dgm:spPr/>
    </dgm:pt>
    <dgm:pt modelId="{70F03B89-18CA-457D-8A95-C57604B4B53A}" type="pres">
      <dgm:prSet presAssocID="{5C1C623A-37D2-4770-9E43-5DC857EB2952}" presName="spacer" presStyleCnt="0"/>
      <dgm:spPr/>
    </dgm:pt>
    <dgm:pt modelId="{5AD9A3F6-C359-4F1D-AA6E-DADC14C7C259}" type="pres">
      <dgm:prSet presAssocID="{7E528F36-FE89-493A-97B5-6EA3B6B75C0E}" presName="item" presStyleCnt="0"/>
      <dgm:spPr/>
    </dgm:pt>
    <dgm:pt modelId="{AD96A118-AF14-452B-BC37-F633FA61E45C}" type="pres">
      <dgm:prSet presAssocID="{7E528F36-FE89-493A-97B5-6EA3B6B75C0E}" presName="anchor" presStyleCnt="0"/>
      <dgm:spPr/>
    </dgm:pt>
    <dgm:pt modelId="{45596CCD-31D1-4FA2-9E22-D8669B21B499}" type="pres">
      <dgm:prSet presAssocID="{7E528F36-FE89-493A-97B5-6EA3B6B75C0E}" presName="titleText" presStyleLbl="revTx" presStyleIdx="0" presStyleCnt="0">
        <dgm:presLayoutVars>
          <dgm:chMax val="0"/>
          <dgm:chPref val="0"/>
        </dgm:presLayoutVars>
      </dgm:prSet>
      <dgm:spPr/>
    </dgm:pt>
    <dgm:pt modelId="{A666ABFE-6E1D-4904-B816-953EE17CE01D}" type="pres">
      <dgm:prSet presAssocID="{7E528F36-FE89-493A-97B5-6EA3B6B75C0E}" presName="dot" presStyleLbl="node1NoLn" presStyleIdx="2" presStyleCnt="4"/>
      <dgm:spPr/>
    </dgm:pt>
    <dgm:pt modelId="{E74755C9-3320-4043-8808-6873051E5BCB}" type="pres">
      <dgm:prSet presAssocID="{7E528F36-FE89-493A-97B5-6EA3B6B75C0E}" presName="descText" presStyleLbl="revTx" presStyleIdx="0" presStyleCnt="0">
        <dgm:presLayoutVars>
          <dgm:chMax val="0"/>
          <dgm:chPref val="0"/>
        </dgm:presLayoutVars>
      </dgm:prSet>
      <dgm:spPr/>
    </dgm:pt>
    <dgm:pt modelId="{A0798323-748A-435A-B198-DB9C2A8154DD}" type="pres">
      <dgm:prSet presAssocID="{E109FDBE-0AD8-42B0-AF97-04CC782D0621}" presName="spacer" presStyleCnt="0"/>
      <dgm:spPr/>
    </dgm:pt>
    <dgm:pt modelId="{3CD79EB5-7106-42B6-81FF-1A49B63EB1E7}" type="pres">
      <dgm:prSet presAssocID="{35048AD7-6F35-4D7C-B120-52C3A3BB2C33}" presName="item" presStyleCnt="0"/>
      <dgm:spPr/>
    </dgm:pt>
    <dgm:pt modelId="{32B73012-4B2C-4853-A5DE-D57676E8430A}" type="pres">
      <dgm:prSet presAssocID="{35048AD7-6F35-4D7C-B120-52C3A3BB2C33}" presName="anchor" presStyleCnt="0"/>
      <dgm:spPr/>
    </dgm:pt>
    <dgm:pt modelId="{5266FEAB-5E6E-4AED-901B-B52C29679251}" type="pres">
      <dgm:prSet presAssocID="{35048AD7-6F35-4D7C-B120-52C3A3BB2C33}" presName="titleText" presStyleLbl="revTx" presStyleIdx="0" presStyleCnt="0">
        <dgm:presLayoutVars>
          <dgm:chMax val="0"/>
          <dgm:chPref val="0"/>
        </dgm:presLayoutVars>
      </dgm:prSet>
      <dgm:spPr/>
    </dgm:pt>
    <dgm:pt modelId="{144CA91F-11B0-441F-AAB6-ADE79DE0C1A1}" type="pres">
      <dgm:prSet presAssocID="{35048AD7-6F35-4D7C-B120-52C3A3BB2C33}" presName="dot" presStyleLbl="node1NoLn" presStyleIdx="3" presStyleCnt="4"/>
      <dgm:spPr/>
    </dgm:pt>
    <dgm:pt modelId="{99754491-1D20-47B5-9D0B-26E29BC4B1B1}" type="pres">
      <dgm:prSet presAssocID="{35048AD7-6F35-4D7C-B120-52C3A3BB2C33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6C5A8017-FB4B-4B19-AB1C-F1F51FE088BD}" type="presOf" srcId="{7E528F36-FE89-493A-97B5-6EA3B6B75C0E}" destId="{45596CCD-31D1-4FA2-9E22-D8669B21B499}" srcOrd="0" destOrd="0" presId="urn:microsoft.com/office/officeart/2026/layout/SmallDotsVertical"/>
    <dgm:cxn modelId="{31877518-5F43-469C-8D39-545648E472E3}" srcId="{AD7B42A2-C1FB-45EE-8D9E-C2DEC838646A}" destId="{0490A4CA-7D9D-4BCE-96DD-90791E7103FB}" srcOrd="2" destOrd="0" parTransId="{94A2B568-D307-437C-A2B0-31BC44EAB1A3}" sibTransId="{6A92BA8D-1810-4EF7-9130-52517A095CCD}"/>
    <dgm:cxn modelId="{E09BFE23-B895-43F0-9E7B-6449A2D59CC8}" type="presOf" srcId="{AD7B42A2-C1FB-45EE-8D9E-C2DEC838646A}" destId="{F4DA22DA-80D6-4A01-B10D-5B2C02E6E95B}" srcOrd="0" destOrd="0" presId="urn:microsoft.com/office/officeart/2026/layout/SmallDotsVertical"/>
    <dgm:cxn modelId="{F4F1473A-2FA1-4C3C-897B-7EF2F1559B88}" srcId="{7A78216D-6B63-417A-91A2-0A8F317B7B0A}" destId="{AD7B42A2-C1FB-45EE-8D9E-C2DEC838646A}" srcOrd="1" destOrd="0" parTransId="{9E96796C-5716-412A-803C-2F9D5DC36ACC}" sibTransId="{5C1C623A-37D2-4770-9E43-5DC857EB2952}"/>
    <dgm:cxn modelId="{95E48C3F-908E-4057-85DF-974721843611}" type="presOf" srcId="{0490A4CA-7D9D-4BCE-96DD-90791E7103FB}" destId="{0E4AFA9E-14AE-4BCD-AAD5-18DC8BF00314}" srcOrd="0" destOrd="2" presId="urn:microsoft.com/office/officeart/2026/layout/SmallDotsVertical"/>
    <dgm:cxn modelId="{0ED2BF5D-C0CA-4F4F-92DD-4F6A2D0E4BA4}" type="presOf" srcId="{A14325B5-8768-400B-89BE-F632CD546D60}" destId="{0E4AFA9E-14AE-4BCD-AAD5-18DC8BF00314}" srcOrd="0" destOrd="1" presId="urn:microsoft.com/office/officeart/2026/layout/SmallDotsVertical"/>
    <dgm:cxn modelId="{E2898648-2313-4BF3-9696-37C9D60DC43D}" type="presOf" srcId="{C4C9C519-97A3-42FA-A61E-5FAE81008D6D}" destId="{0E4AFA9E-14AE-4BCD-AAD5-18DC8BF00314}" srcOrd="0" destOrd="0" presId="urn:microsoft.com/office/officeart/2026/layout/SmallDotsVertical"/>
    <dgm:cxn modelId="{4B024A4F-33E8-43C2-AAC1-C72CBE855C1A}" type="presOf" srcId="{D64CDE2F-B9B2-4AD5-95F0-113521DD974D}" destId="{E74755C9-3320-4043-8808-6873051E5BCB}" srcOrd="0" destOrd="0" presId="urn:microsoft.com/office/officeart/2026/layout/SmallDotsVertical"/>
    <dgm:cxn modelId="{5E165671-8DD6-43D9-B192-DE5858FF7645}" type="presOf" srcId="{37F152CE-20D7-4A2D-B02B-C76C5B8126DE}" destId="{99754491-1D20-47B5-9D0B-26E29BC4B1B1}" srcOrd="0" destOrd="0" presId="urn:microsoft.com/office/officeart/2026/layout/SmallDotsVertical"/>
    <dgm:cxn modelId="{81AF1C7E-D2B1-476B-9196-C2A2CFA0692E}" type="presOf" srcId="{7A78216D-6B63-417A-91A2-0A8F317B7B0A}" destId="{556A726B-F82A-4C5A-9BE9-5EF318787C46}" srcOrd="0" destOrd="0" presId="urn:microsoft.com/office/officeart/2026/layout/SmallDotsVertical"/>
    <dgm:cxn modelId="{A14EC087-D829-42D7-B7B8-A0E63D97704C}" type="presOf" srcId="{01D030C5-64DD-4652-8B69-3EE80209FE12}" destId="{0FC2D4A8-203F-455C-86C4-B36590931A0E}" srcOrd="0" destOrd="0" presId="urn:microsoft.com/office/officeart/2026/layout/SmallDotsVertical"/>
    <dgm:cxn modelId="{1F75758E-F168-4C90-9F1D-5775FBC0080E}" srcId="{7A78216D-6B63-417A-91A2-0A8F317B7B0A}" destId="{01D030C5-64DD-4652-8B69-3EE80209FE12}" srcOrd="0" destOrd="0" parTransId="{F0034F67-2C7B-4C6F-A13E-DADF0032B417}" sibTransId="{C912A709-2B92-42B1-9106-8A40113EB2C7}"/>
    <dgm:cxn modelId="{89ACA4A1-3D7F-4F53-8610-214D829AAC2D}" type="presOf" srcId="{5B23668C-E53E-44E1-A37E-AC12BB0C2DE4}" destId="{7CC7FC49-0ADF-4B75-A4DB-2AFCCC70DB8E}" srcOrd="0" destOrd="0" presId="urn:microsoft.com/office/officeart/2026/layout/SmallDotsVertical"/>
    <dgm:cxn modelId="{55B891A3-0A45-4950-86C6-6DA3108D19CE}" srcId="{7A78216D-6B63-417A-91A2-0A8F317B7B0A}" destId="{7E528F36-FE89-493A-97B5-6EA3B6B75C0E}" srcOrd="2" destOrd="0" parTransId="{81311B0C-5E7E-4319-A681-DE69C580583D}" sibTransId="{E109FDBE-0AD8-42B0-AF97-04CC782D0621}"/>
    <dgm:cxn modelId="{93CD89A4-ECF1-4CA5-9C5B-ECB986CDF798}" srcId="{01D030C5-64DD-4652-8B69-3EE80209FE12}" destId="{5B23668C-E53E-44E1-A37E-AC12BB0C2DE4}" srcOrd="0" destOrd="0" parTransId="{41ABB214-708D-4C77-9531-EBE39515912F}" sibTransId="{8E9EDA5D-3F2F-4325-BC10-0C978F6460CF}"/>
    <dgm:cxn modelId="{3108FEA4-DC9D-426D-A812-8EE0A3AF3875}" type="presOf" srcId="{35048AD7-6F35-4D7C-B120-52C3A3BB2C33}" destId="{5266FEAB-5E6E-4AED-901B-B52C29679251}" srcOrd="0" destOrd="0" presId="urn:microsoft.com/office/officeart/2026/layout/SmallDotsVertical"/>
    <dgm:cxn modelId="{06E87DBB-4682-42DA-9EE9-FAE7215629F2}" srcId="{7A78216D-6B63-417A-91A2-0A8F317B7B0A}" destId="{35048AD7-6F35-4D7C-B120-52C3A3BB2C33}" srcOrd="3" destOrd="0" parTransId="{40A1D581-7F77-46AD-99A8-A4BC0639DEFC}" sibTransId="{780D8530-2688-460D-B791-52C8C1315203}"/>
    <dgm:cxn modelId="{E22EDECC-D708-4AF6-8899-27F9329976DE}" srcId="{7E528F36-FE89-493A-97B5-6EA3B6B75C0E}" destId="{D64CDE2F-B9B2-4AD5-95F0-113521DD974D}" srcOrd="0" destOrd="0" parTransId="{3E22E102-2A26-40CB-A790-C5CE93FDB769}" sibTransId="{7FE15233-9B4F-4DFE-B4F1-7126B346432B}"/>
    <dgm:cxn modelId="{555DCDE2-D278-4BB3-8413-8E55C726A63F}" srcId="{35048AD7-6F35-4D7C-B120-52C3A3BB2C33}" destId="{37F152CE-20D7-4A2D-B02B-C76C5B8126DE}" srcOrd="0" destOrd="0" parTransId="{5A92C369-44AE-437C-A6E5-17D262395A2A}" sibTransId="{C3766926-DB2A-4A68-B351-160BE0E68FBD}"/>
    <dgm:cxn modelId="{B37C7DE9-9648-4792-8783-EBC81C483ED4}" srcId="{AD7B42A2-C1FB-45EE-8D9E-C2DEC838646A}" destId="{A14325B5-8768-400B-89BE-F632CD546D60}" srcOrd="1" destOrd="0" parTransId="{341B02AA-BBEF-4A77-B7CF-CB7ECE987B09}" sibTransId="{71B7EB3A-FF37-472B-9F10-08465D5753E9}"/>
    <dgm:cxn modelId="{106DB9FD-CC58-4BEF-B599-711E59DE50D5}" srcId="{AD7B42A2-C1FB-45EE-8D9E-C2DEC838646A}" destId="{C4C9C519-97A3-42FA-A61E-5FAE81008D6D}" srcOrd="0" destOrd="0" parTransId="{E3EF76AE-96A3-48C5-96CA-2A39D51B69C3}" sibTransId="{F35862EB-854E-4623-A841-81D46972175C}"/>
    <dgm:cxn modelId="{07A9D63D-8A54-45D7-A74E-A6F0412C2F1B}" type="presParOf" srcId="{556A726B-F82A-4C5A-9BE9-5EF318787C46}" destId="{74B1F9A0-D50A-442C-BC5F-370421751EE3}" srcOrd="0" destOrd="0" presId="urn:microsoft.com/office/officeart/2026/layout/SmallDotsVertical"/>
    <dgm:cxn modelId="{60E55DE2-5CCD-4E5D-94FA-9F3931CF463D}" type="presParOf" srcId="{556A726B-F82A-4C5A-9BE9-5EF318787C46}" destId="{A869D1B1-5BE3-4A54-B4EB-A46E0E240C5D}" srcOrd="1" destOrd="0" presId="urn:microsoft.com/office/officeart/2026/layout/SmallDotsVertical"/>
    <dgm:cxn modelId="{08EF9910-B836-402F-986B-CFE364CD01C6}" type="presParOf" srcId="{A869D1B1-5BE3-4A54-B4EB-A46E0E240C5D}" destId="{2F3B33E6-D0AB-4025-8047-87D742FBF0A2}" srcOrd="0" destOrd="0" presId="urn:microsoft.com/office/officeart/2026/layout/SmallDotsVertical"/>
    <dgm:cxn modelId="{FA2D8010-D043-4003-8140-0C5EFB6E8803}" type="presParOf" srcId="{2F3B33E6-D0AB-4025-8047-87D742FBF0A2}" destId="{CF2AA153-909E-4A2B-B89A-F754C34E46BD}" srcOrd="0" destOrd="0" presId="urn:microsoft.com/office/officeart/2026/layout/SmallDotsVertical"/>
    <dgm:cxn modelId="{1BE7CD8F-6412-42C7-83F5-4A25A7BE884F}" type="presParOf" srcId="{2F3B33E6-D0AB-4025-8047-87D742FBF0A2}" destId="{0FC2D4A8-203F-455C-86C4-B36590931A0E}" srcOrd="1" destOrd="0" presId="urn:microsoft.com/office/officeart/2026/layout/SmallDotsVertical"/>
    <dgm:cxn modelId="{12BDB945-DF67-4827-8039-33C8AD7D280A}" type="presParOf" srcId="{2F3B33E6-D0AB-4025-8047-87D742FBF0A2}" destId="{0ACD3F3B-338E-44B5-9AD7-9E974CF8B557}" srcOrd="2" destOrd="0" presId="urn:microsoft.com/office/officeart/2026/layout/SmallDotsVertical"/>
    <dgm:cxn modelId="{51A6C10E-502B-427C-908C-B8D40D38B283}" type="presParOf" srcId="{2F3B33E6-D0AB-4025-8047-87D742FBF0A2}" destId="{7CC7FC49-0ADF-4B75-A4DB-2AFCCC70DB8E}" srcOrd="3" destOrd="0" presId="urn:microsoft.com/office/officeart/2026/layout/SmallDotsVertical"/>
    <dgm:cxn modelId="{AE992FD6-69D9-4AEC-BD40-4AD22F6F225E}" type="presParOf" srcId="{A869D1B1-5BE3-4A54-B4EB-A46E0E240C5D}" destId="{78AB6CAF-7D60-4E9B-97E3-E3182AAE2F91}" srcOrd="1" destOrd="0" presId="urn:microsoft.com/office/officeart/2026/layout/SmallDotsVertical"/>
    <dgm:cxn modelId="{786FC0FD-CD0C-469F-BA5E-0BC8C8093CCD}" type="presParOf" srcId="{A869D1B1-5BE3-4A54-B4EB-A46E0E240C5D}" destId="{8480839D-4935-40C5-957C-318064913FB2}" srcOrd="2" destOrd="0" presId="urn:microsoft.com/office/officeart/2026/layout/SmallDotsVertical"/>
    <dgm:cxn modelId="{C940DDCF-39A2-4B42-9C6B-20B8263EFF2F}" type="presParOf" srcId="{8480839D-4935-40C5-957C-318064913FB2}" destId="{B309D732-7A68-45FB-8193-8A64C8FF601A}" srcOrd="0" destOrd="0" presId="urn:microsoft.com/office/officeart/2026/layout/SmallDotsVertical"/>
    <dgm:cxn modelId="{AE456C38-5863-49FA-887D-D304BE83542C}" type="presParOf" srcId="{8480839D-4935-40C5-957C-318064913FB2}" destId="{F4DA22DA-80D6-4A01-B10D-5B2C02E6E95B}" srcOrd="1" destOrd="0" presId="urn:microsoft.com/office/officeart/2026/layout/SmallDotsVertical"/>
    <dgm:cxn modelId="{27E87774-61D5-4530-8F99-3606A03D1A78}" type="presParOf" srcId="{8480839D-4935-40C5-957C-318064913FB2}" destId="{008D4038-DB6D-4674-9195-C1428B6463F6}" srcOrd="2" destOrd="0" presId="urn:microsoft.com/office/officeart/2026/layout/SmallDotsVertical"/>
    <dgm:cxn modelId="{59918D71-18FD-4B9D-93D4-9B9FB76611C8}" type="presParOf" srcId="{8480839D-4935-40C5-957C-318064913FB2}" destId="{0E4AFA9E-14AE-4BCD-AAD5-18DC8BF00314}" srcOrd="3" destOrd="0" presId="urn:microsoft.com/office/officeart/2026/layout/SmallDotsVertical"/>
    <dgm:cxn modelId="{F14E3739-AD73-47D7-9C58-474CFDB40265}" type="presParOf" srcId="{A869D1B1-5BE3-4A54-B4EB-A46E0E240C5D}" destId="{70F03B89-18CA-457D-8A95-C57604B4B53A}" srcOrd="3" destOrd="0" presId="urn:microsoft.com/office/officeart/2026/layout/SmallDotsVertical"/>
    <dgm:cxn modelId="{5C2B4DEC-7C31-442A-BDA7-756E5A1E27C7}" type="presParOf" srcId="{A869D1B1-5BE3-4A54-B4EB-A46E0E240C5D}" destId="{5AD9A3F6-C359-4F1D-AA6E-DADC14C7C259}" srcOrd="4" destOrd="0" presId="urn:microsoft.com/office/officeart/2026/layout/SmallDotsVertical"/>
    <dgm:cxn modelId="{60006A96-9BF1-4EFF-A976-78DDBF8D485F}" type="presParOf" srcId="{5AD9A3F6-C359-4F1D-AA6E-DADC14C7C259}" destId="{AD96A118-AF14-452B-BC37-F633FA61E45C}" srcOrd="0" destOrd="0" presId="urn:microsoft.com/office/officeart/2026/layout/SmallDotsVertical"/>
    <dgm:cxn modelId="{BB1A8725-48DA-49F8-BEC7-ABACDCB03A3E}" type="presParOf" srcId="{5AD9A3F6-C359-4F1D-AA6E-DADC14C7C259}" destId="{45596CCD-31D1-4FA2-9E22-D8669B21B499}" srcOrd="1" destOrd="0" presId="urn:microsoft.com/office/officeart/2026/layout/SmallDotsVertical"/>
    <dgm:cxn modelId="{2D5DC9A8-12A2-4AB3-BADA-B47A58075781}" type="presParOf" srcId="{5AD9A3F6-C359-4F1D-AA6E-DADC14C7C259}" destId="{A666ABFE-6E1D-4904-B816-953EE17CE01D}" srcOrd="2" destOrd="0" presId="urn:microsoft.com/office/officeart/2026/layout/SmallDotsVertical"/>
    <dgm:cxn modelId="{8F765CE7-EE3A-4752-9124-D14A4FC4B7A9}" type="presParOf" srcId="{5AD9A3F6-C359-4F1D-AA6E-DADC14C7C259}" destId="{E74755C9-3320-4043-8808-6873051E5BCB}" srcOrd="3" destOrd="0" presId="urn:microsoft.com/office/officeart/2026/layout/SmallDotsVertical"/>
    <dgm:cxn modelId="{DB96C264-D492-4EAE-8573-4139656B6D87}" type="presParOf" srcId="{A869D1B1-5BE3-4A54-B4EB-A46E0E240C5D}" destId="{A0798323-748A-435A-B198-DB9C2A8154DD}" srcOrd="5" destOrd="0" presId="urn:microsoft.com/office/officeart/2026/layout/SmallDotsVertical"/>
    <dgm:cxn modelId="{1146D3A2-B6B3-4F67-89B9-68275DAF8392}" type="presParOf" srcId="{A869D1B1-5BE3-4A54-B4EB-A46E0E240C5D}" destId="{3CD79EB5-7106-42B6-81FF-1A49B63EB1E7}" srcOrd="6" destOrd="0" presId="urn:microsoft.com/office/officeart/2026/layout/SmallDotsVertical"/>
    <dgm:cxn modelId="{35AEE3A5-C806-4359-AE23-10F33CB22511}" type="presParOf" srcId="{3CD79EB5-7106-42B6-81FF-1A49B63EB1E7}" destId="{32B73012-4B2C-4853-A5DE-D57676E8430A}" srcOrd="0" destOrd="0" presId="urn:microsoft.com/office/officeart/2026/layout/SmallDotsVertical"/>
    <dgm:cxn modelId="{D5F9B76E-F88C-46F2-8009-34ABA49AAFCB}" type="presParOf" srcId="{3CD79EB5-7106-42B6-81FF-1A49B63EB1E7}" destId="{5266FEAB-5E6E-4AED-901B-B52C29679251}" srcOrd="1" destOrd="0" presId="urn:microsoft.com/office/officeart/2026/layout/SmallDotsVertical"/>
    <dgm:cxn modelId="{265DF03F-F033-49E4-B683-B0F117F45E7F}" type="presParOf" srcId="{3CD79EB5-7106-42B6-81FF-1A49B63EB1E7}" destId="{144CA91F-11B0-441F-AAB6-ADE79DE0C1A1}" srcOrd="2" destOrd="0" presId="urn:microsoft.com/office/officeart/2026/layout/SmallDotsVertical"/>
    <dgm:cxn modelId="{DB240809-8F4D-4051-9C6D-731345044C1A}" type="presParOf" srcId="{3CD79EB5-7106-42B6-81FF-1A49B63EB1E7}" destId="{99754491-1D20-47B5-9D0B-26E29BC4B1B1}" srcOrd="3" destOrd="0" presId="urn:microsoft.com/office/officeart/2026/layout/SmallDotsVertic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B1F9A0-D50A-442C-BC5F-370421751EE3}">
      <dsp:nvSpPr>
        <dsp:cNvPr id="0" name=""/>
        <dsp:cNvSpPr/>
      </dsp:nvSpPr>
      <dsp:spPr>
        <a:xfrm>
          <a:off x="2839720" y="101600"/>
          <a:ext cx="16510" cy="48768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2D4A8-203F-455C-86C4-B36590931A0E}">
      <dsp:nvSpPr>
        <dsp:cNvPr id="0" name=""/>
        <dsp:cNvSpPr/>
      </dsp:nvSpPr>
      <dsp:spPr>
        <a:xfrm>
          <a:off x="0" y="102790"/>
          <a:ext cx="2575560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/>
            <a:t>Node One</a:t>
          </a:r>
        </a:p>
      </dsp:txBody>
      <dsp:txXfrm>
        <a:off x="0" y="102790"/>
        <a:ext cx="2575560" cy="1095374"/>
      </dsp:txXfrm>
    </dsp:sp>
    <dsp:sp modelId="{0ACD3F3B-338E-44B5-9AD7-9E974CF8B557}">
      <dsp:nvSpPr>
        <dsp:cNvPr id="0" name=""/>
        <dsp:cNvSpPr/>
      </dsp:nvSpPr>
      <dsp:spPr>
        <a:xfrm>
          <a:off x="2771298" y="573801"/>
          <a:ext cx="153352" cy="153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7FC49-0ADF-4B75-A4DB-2AFCCC70DB8E}">
      <dsp:nvSpPr>
        <dsp:cNvPr id="0" name=""/>
        <dsp:cNvSpPr/>
      </dsp:nvSpPr>
      <dsp:spPr>
        <a:xfrm>
          <a:off x="3128644" y="102790"/>
          <a:ext cx="5126355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128644" y="102790"/>
        <a:ext cx="5126355" cy="1095374"/>
      </dsp:txXfrm>
    </dsp:sp>
    <dsp:sp modelId="{F4DA22DA-80D6-4A01-B10D-5B2C02E6E95B}">
      <dsp:nvSpPr>
        <dsp:cNvPr id="0" name=""/>
        <dsp:cNvSpPr/>
      </dsp:nvSpPr>
      <dsp:spPr>
        <a:xfrm>
          <a:off x="0" y="1362471"/>
          <a:ext cx="2575560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/>
            <a:t>Node Two has a longer label</a:t>
          </a:r>
        </a:p>
      </dsp:txBody>
      <dsp:txXfrm>
        <a:off x="0" y="1362471"/>
        <a:ext cx="2575560" cy="1095374"/>
      </dsp:txXfrm>
    </dsp:sp>
    <dsp:sp modelId="{008D4038-DB6D-4674-9195-C1428B6463F6}">
      <dsp:nvSpPr>
        <dsp:cNvPr id="0" name=""/>
        <dsp:cNvSpPr/>
      </dsp:nvSpPr>
      <dsp:spPr>
        <a:xfrm>
          <a:off x="2771298" y="1833483"/>
          <a:ext cx="153352" cy="153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AFA9E-14AE-4BCD-AAD5-18DC8BF00314}">
      <dsp:nvSpPr>
        <dsp:cNvPr id="0" name=""/>
        <dsp:cNvSpPr/>
      </dsp:nvSpPr>
      <dsp:spPr>
        <a:xfrm>
          <a:off x="3128644" y="1362471"/>
          <a:ext cx="5126355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128644" y="1362471"/>
        <a:ext cx="5126355" cy="1095374"/>
      </dsp:txXfrm>
    </dsp:sp>
    <dsp:sp modelId="{45596CCD-31D1-4FA2-9E22-D8669B21B499}">
      <dsp:nvSpPr>
        <dsp:cNvPr id="0" name=""/>
        <dsp:cNvSpPr/>
      </dsp:nvSpPr>
      <dsp:spPr>
        <a:xfrm>
          <a:off x="0" y="2622153"/>
          <a:ext cx="2575560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/>
            <a:t>Node Four</a:t>
          </a:r>
        </a:p>
      </dsp:txBody>
      <dsp:txXfrm>
        <a:off x="0" y="2622153"/>
        <a:ext cx="2575560" cy="1095374"/>
      </dsp:txXfrm>
    </dsp:sp>
    <dsp:sp modelId="{A666ABFE-6E1D-4904-B816-953EE17CE01D}">
      <dsp:nvSpPr>
        <dsp:cNvPr id="0" name=""/>
        <dsp:cNvSpPr/>
      </dsp:nvSpPr>
      <dsp:spPr>
        <a:xfrm>
          <a:off x="2771298" y="3093164"/>
          <a:ext cx="153352" cy="153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755C9-3320-4043-8808-6873051E5BCB}">
      <dsp:nvSpPr>
        <dsp:cNvPr id="0" name=""/>
        <dsp:cNvSpPr/>
      </dsp:nvSpPr>
      <dsp:spPr>
        <a:xfrm>
          <a:off x="3128644" y="2622153"/>
          <a:ext cx="5126355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128644" y="2622153"/>
        <a:ext cx="5126355" cy="1095374"/>
      </dsp:txXfrm>
    </dsp:sp>
    <dsp:sp modelId="{5266FEAB-5E6E-4AED-901B-B52C29679251}">
      <dsp:nvSpPr>
        <dsp:cNvPr id="0" name=""/>
        <dsp:cNvSpPr/>
      </dsp:nvSpPr>
      <dsp:spPr>
        <a:xfrm>
          <a:off x="0" y="3881834"/>
          <a:ext cx="2575560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/>
            <a:t>Node Five</a:t>
          </a:r>
        </a:p>
      </dsp:txBody>
      <dsp:txXfrm>
        <a:off x="0" y="3881834"/>
        <a:ext cx="2575560" cy="1095374"/>
      </dsp:txXfrm>
    </dsp:sp>
    <dsp:sp modelId="{144CA91F-11B0-441F-AAB6-ADE79DE0C1A1}">
      <dsp:nvSpPr>
        <dsp:cNvPr id="0" name=""/>
        <dsp:cNvSpPr/>
      </dsp:nvSpPr>
      <dsp:spPr>
        <a:xfrm>
          <a:off x="2771298" y="4352845"/>
          <a:ext cx="153352" cy="153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54491-1D20-47B5-9D0B-26E29BC4B1B1}">
      <dsp:nvSpPr>
        <dsp:cNvPr id="0" name=""/>
        <dsp:cNvSpPr/>
      </dsp:nvSpPr>
      <dsp:spPr>
        <a:xfrm>
          <a:off x="3128644" y="3881834"/>
          <a:ext cx="5126355" cy="10953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128644" y="3881834"/>
        <a:ext cx="5126355" cy="1095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Vertical">
  <dgm:title val=""/>
  <dgm:desc val=""/>
  <dgm:catLst>
    <dgm:cat type="timeline" pri="108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connLine" refType="w" fact="0.345"/>
      <dgm:constr type="w" for="ch" forName="connLine" refType="w" fact="0.002"/>
      <dgm:constr type="t" for="ch" forName="connLine" refType="h" fact="0.02"/>
      <dgm:constr type="h" for="ch" forName="connLine" refType="h" fact="0.96"/>
      <dgm:constr type="l" for="ch" forName="itemsFlow"/>
      <dgm:constr type="w" for="ch" forName="itemsFlow" refType="w"/>
      <dgm:constr type="t" for="ch" forName="itemsFlow" refType="h" fact="0.02"/>
      <dgm:constr type="h" for="ch" forName="itemsFlow" refType="h" fact="0.96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spacer" refType="h" refFor="ch" refForName="item" fact="0.1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ctrY" for="ch" forName="titleText" refType="h" fact="0.5"/>
            <dgm:constr type="w" for="ch" forName="titleText" refType="w" fact="0.312"/>
            <dgm:constr type="h" for="ch" forName="titleText" refType="h"/>
            <dgm:constr type="ctrX" for="ch" forName="dot" refType="w" fact="0.345"/>
            <dgm:constr type="ctrY" for="ch" forName="dot" refType="h" fact="0.5"/>
            <dgm:constr type="w" for="ch" forName="dot" refType="h" fact="0.14"/>
            <dgm:constr type="h" for="ch" forName="dot" refType="h" fact="0.14"/>
            <dgm:constr type="l" for="ch" forName="descText" refType="w" fact="0.379"/>
            <dgm:constr type="ctrY" for="ch" forName="descText" refType="h" fact="0.5"/>
            <dgm:constr type="w" for="ch" forName="descText" refType="w" fact="0.621"/>
            <dgm:constr type="h" for="ch" forName="descText" refType="h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r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3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l"/>
              <dgm:param type="parTxRTLAlign" val="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3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B59F-F9A6-F7F5-98A4-16CC5CC97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93676-88CA-C8F3-E0AC-FDF0BE37F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60085-5C48-A022-4CAA-8D176F52A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6E59-5F70-0A4F-10E9-E1E64F36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FF9B3-3550-D781-1633-254EA3CB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4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8CE2-F619-4AF6-73EF-DD4BA2CD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3DC9-20E3-1326-F297-27AD56A52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F1BA4-AF4F-4455-C02B-4035FE7F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B9965-F0F3-16D3-5DEA-8786651D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68E4-31DA-78C1-366A-F4C2ABA67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295A-D53E-84C6-1BEA-87DFA003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288C5-599D-ECA1-175B-EA0A42015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84D8E-F4D7-DCC2-D71F-551C96B0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E82FA-425F-E625-2D98-865A20F9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76F05-792D-E444-09A2-686BF25E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6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CB66-1082-5CA8-82E9-36B129CF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4507-90C9-F8C3-CBEC-CF7720CB3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3B7B4-34D0-BF04-112F-9A71846B8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41145-F5B5-5E30-6BD6-797FAD68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117EA-163A-7FB5-DD02-25E57F85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1E677-03A4-F0D3-C18A-1118E624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1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75E5-161F-0AA1-A2F8-493CA6E17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E88D9-1D10-FC34-1E84-985EF5C5C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D9947-6356-59C9-898B-B6C8F88EE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15BB-7B55-D488-5266-792785BF3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B9E90-6C20-50A7-90C9-516A45C66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5FDEF6-4DD6-CC9B-CF56-AF71ED8C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CC58B-FAE3-DE42-65D8-156B402D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76725-F7C7-8117-CC46-75AD5928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2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B631-4B06-AA1A-DDAF-AF95C32D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C1DF8-8CBB-2ED0-E628-A445C3E2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9AFAF-78B8-4760-6A77-A71EC922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439F7-5ECE-4F39-BF91-219BDC71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44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D6F7F9-5749-BE3F-ACF9-DB7259EA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5AC88-910B-92B8-EB69-63765B1E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A47EE-2415-FD56-23DE-DE64F125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0BC9-4E57-F175-E1B1-8E4280CB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CD84-6BAD-2723-5316-A1284BC60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5542E-8F54-753D-A8B0-224A171AB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D8F5-BA86-5CCE-CAC1-CDEC588B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1E7F4-3BB4-7BF2-4BA1-98F18E06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CE5B0-23B5-C8E1-060A-0EAD9ADE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0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AB49-96FC-6236-28F8-A6AA0F0D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388E1-9F09-500A-D6F7-30488E3D8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F5E2B-76ED-E2D2-ACC2-1F882279E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A49B0-AA69-884F-A2BA-0AAE65A6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2692A-232C-FC76-75C2-5702DD09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DD0BB-2FDA-5F1D-E680-806DA8F9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2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0AA2-3F2E-384D-D241-F41427A0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CCBB7-912D-AE34-D71C-1416856B4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06055-C75F-0D7C-3F0E-138D5C0B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DD955-23ED-1D0D-9A77-C0BB15C2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3F9C-AB5E-6AB1-7892-4F71D657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1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6C305-E9FC-9B82-507B-92717C71D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62B9A-702E-EDE4-8D4A-DD38A6C27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8DC95-AAEF-0AB6-25FF-A2A834A3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290E6-0D9F-ABCB-DE58-90103648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EB77F-F8B6-E8C9-F99B-75CC8718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1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130FD-8640-87A1-EAF9-E2FD9592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877CD-5B3F-317A-3BA8-3EB6B1C00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19B7A-477B-8B5F-F20F-1F37DF9C4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63452-3EA2-4666-A820-DBA3BD5E12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4FDE-747F-FCFE-9A4C-7F12D973C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B0EA3-C05A-C4A6-E9D9-D6FBF1DD0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CDB9F-C643-4188-B9FE-9C1BAE41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512E2B4-D7E6-F3C1-7C23-08C9B45832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098940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813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2026-09-06T08:15:12Z</dcterms:created>
  <dcterms:modified xsi:type="dcterms:W3CDTF">2026-09-06T08:15:12Z</dcterms:modified>
</cp:coreProperties>
</file>