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8E004B-055B-4679-B219-84C37E8E4259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70FC7A6-0273-4845-9A6D-B36E59242C8F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53C4A76B-C722-44EE-80C4-5BA57F01E998}" type="parTrans" cxnId="{5D1134F1-4279-45DB-941E-F81660AA0959}">
      <dgm:prSet/>
      <dgm:spPr/>
    </dgm:pt>
    <dgm:pt modelId="{0A785071-78F8-48C4-8070-5EF1147A1B05}" type="sibTrans" cxnId="{5D1134F1-4279-45DB-941E-F81660AA0959}">
      <dgm:prSet/>
      <dgm:spPr/>
    </dgm:pt>
    <dgm:pt modelId="{73818555-791C-4906-8587-C0427F1405B1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E24A3AD-C152-4326-8666-BDA0B1317C31}" type="parTrans" cxnId="{B69996E4-E238-4D5C-A4DB-A2ACD61E54F9}">
      <dgm:prSet/>
      <dgm:spPr/>
    </dgm:pt>
    <dgm:pt modelId="{61950A39-1EC3-426B-8858-1B35290A495A}" type="sibTrans" cxnId="{B69996E4-E238-4D5C-A4DB-A2ACD61E54F9}">
      <dgm:prSet/>
      <dgm:spPr/>
    </dgm:pt>
    <dgm:pt modelId="{013728A2-A9D7-4D8C-A1D6-994C442D3CE4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190950E9-AFFF-4DB8-B5CE-309757C5BA1D}" type="parTrans" cxnId="{738160C6-54BA-4C88-A31E-544912DA74E4}">
      <dgm:prSet/>
      <dgm:spPr/>
    </dgm:pt>
    <dgm:pt modelId="{41C0805A-70CE-4A66-B277-1A0561F4285A}" type="sibTrans" cxnId="{738160C6-54BA-4C88-A31E-544912DA74E4}">
      <dgm:prSet/>
      <dgm:spPr/>
    </dgm:pt>
    <dgm:pt modelId="{8A3AE4EC-1CDD-4E8F-A028-A586DC3509FC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C22D53A1-E080-4DFE-829B-1F678DA19171}" type="parTrans" cxnId="{F4E01084-952E-41B2-92FA-A207A36F735B}">
      <dgm:prSet/>
      <dgm:spPr/>
    </dgm:pt>
    <dgm:pt modelId="{A510D6B0-5293-45B1-81F4-FC60D62032FD}" type="sibTrans" cxnId="{F4E01084-952E-41B2-92FA-A207A36F735B}">
      <dgm:prSet/>
      <dgm:spPr/>
    </dgm:pt>
    <dgm:pt modelId="{67B647D3-FA63-4875-9056-FA2947386FF9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2A71292-F95D-4F18-BECE-72C3ACE2AEE9}" type="parTrans" cxnId="{6909731A-DDD0-43E8-B516-32333501FC57}">
      <dgm:prSet/>
      <dgm:spPr/>
    </dgm:pt>
    <dgm:pt modelId="{29911ED6-C831-4126-B134-D516DDB9F749}" type="sibTrans" cxnId="{6909731A-DDD0-43E8-B516-32333501FC57}">
      <dgm:prSet/>
      <dgm:spPr/>
    </dgm:pt>
    <dgm:pt modelId="{D62B1C71-E699-49C1-BDB1-8C70971530EF}" type="pres">
      <dgm:prSet presAssocID="{458E004B-055B-4679-B219-84C37E8E4259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E6280651-958D-4372-B20C-E8C4E8A1ABF3}" type="pres">
      <dgm:prSet presAssocID="{470FC7A6-0273-4845-9A6D-B36E59242C8F}" presName="Accent1" presStyleCnt="0"/>
      <dgm:spPr/>
    </dgm:pt>
    <dgm:pt modelId="{4B6105B4-5083-4F6A-8B63-9A248E6CAA04}" type="pres">
      <dgm:prSet presAssocID="{470FC7A6-0273-4845-9A6D-B36E59242C8F}" presName="Accent" presStyleLbl="node1" presStyleIdx="0" presStyleCnt="3"/>
      <dgm:spPr/>
    </dgm:pt>
    <dgm:pt modelId="{2408023D-2E5E-43A7-BE35-082A184D1663}" type="pres">
      <dgm:prSet presAssocID="{470FC7A6-0273-4845-9A6D-B36E59242C8F}" presName="Child1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FF870B6F-CA4F-4885-B566-D18CA6016FBD}" type="pres">
      <dgm:prSet presAssocID="{470FC7A6-0273-4845-9A6D-B36E59242C8F}" presName="Parent1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F0157A56-1864-4FC5-A020-267F78554AC9}" type="pres">
      <dgm:prSet presAssocID="{013728A2-A9D7-4D8C-A1D6-994C442D3CE4}" presName="Accent2" presStyleCnt="0"/>
      <dgm:spPr/>
    </dgm:pt>
    <dgm:pt modelId="{B95DA960-3370-4556-B7CF-53B3063086FD}" type="pres">
      <dgm:prSet presAssocID="{013728A2-A9D7-4D8C-A1D6-994C442D3CE4}" presName="Accent" presStyleLbl="node1" presStyleIdx="1" presStyleCnt="3"/>
      <dgm:spPr/>
    </dgm:pt>
    <dgm:pt modelId="{D3758D00-968D-4237-A36C-9EBFDA7A840E}" type="pres">
      <dgm:prSet presAssocID="{013728A2-A9D7-4D8C-A1D6-994C442D3CE4}" presName="Parent2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F922CDBC-3C82-4FB2-A0EC-6F71525D6AB0}" type="pres">
      <dgm:prSet presAssocID="{8A3AE4EC-1CDD-4E8F-A028-A586DC3509FC}" presName="Accent3" presStyleCnt="0"/>
      <dgm:spPr/>
    </dgm:pt>
    <dgm:pt modelId="{9AACB8C2-3C4B-4BA8-8D67-B6BBA5C32796}" type="pres">
      <dgm:prSet presAssocID="{8A3AE4EC-1CDD-4E8F-A028-A586DC3509FC}" presName="Accent" presStyleLbl="node1" presStyleIdx="2" presStyleCnt="3"/>
      <dgm:spPr/>
    </dgm:pt>
    <dgm:pt modelId="{E4DECD4E-431D-4E1E-8926-156F263BD12D}" type="pres">
      <dgm:prSet presAssocID="{8A3AE4EC-1CDD-4E8F-A028-A586DC3509FC}" presName="Child3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168E5631-E9C8-42A3-AF92-5255217EEA89}" type="pres">
      <dgm:prSet presAssocID="{8A3AE4EC-1CDD-4E8F-A028-A586DC3509FC}" presName="Parent3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6909731A-DDD0-43E8-B516-32333501FC57}" srcId="{8A3AE4EC-1CDD-4E8F-A028-A586DC3509FC}" destId="{67B647D3-FA63-4875-9056-FA2947386FF9}" srcOrd="0" destOrd="0" parTransId="{C2A71292-F95D-4F18-BECE-72C3ACE2AEE9}" sibTransId="{29911ED6-C831-4126-B134-D516DDB9F749}"/>
    <dgm:cxn modelId="{F15E431E-AA40-4E6B-91B8-C3798278C1FF}" type="presOf" srcId="{8A3AE4EC-1CDD-4E8F-A028-A586DC3509FC}" destId="{168E5631-E9C8-42A3-AF92-5255217EEA89}" srcOrd="0" destOrd="0" presId="urn:microsoft.com/office/officeart/2009/layout/CircleArrowProcess"/>
    <dgm:cxn modelId="{06894B22-4DBB-41E1-A49B-52B501D89902}" type="presOf" srcId="{458E004B-055B-4679-B219-84C37E8E4259}" destId="{D62B1C71-E699-49C1-BDB1-8C70971530EF}" srcOrd="0" destOrd="0" presId="urn:microsoft.com/office/officeart/2009/layout/CircleArrowProcess"/>
    <dgm:cxn modelId="{4976773A-C251-44A0-A8CD-34847FB58798}" type="presOf" srcId="{013728A2-A9D7-4D8C-A1D6-994C442D3CE4}" destId="{D3758D00-968D-4237-A36C-9EBFDA7A840E}" srcOrd="0" destOrd="0" presId="urn:microsoft.com/office/officeart/2009/layout/CircleArrowProcess"/>
    <dgm:cxn modelId="{FAF3045E-5A60-4A30-801A-4868CCCC1FA3}" type="presOf" srcId="{67B647D3-FA63-4875-9056-FA2947386FF9}" destId="{E4DECD4E-431D-4E1E-8926-156F263BD12D}" srcOrd="0" destOrd="0" presId="urn:microsoft.com/office/officeart/2009/layout/CircleArrowProcess"/>
    <dgm:cxn modelId="{5BE1D14C-7C56-429A-9249-C7A18A3359BA}" type="presOf" srcId="{470FC7A6-0273-4845-9A6D-B36E59242C8F}" destId="{FF870B6F-CA4F-4885-B566-D18CA6016FBD}" srcOrd="0" destOrd="0" presId="urn:microsoft.com/office/officeart/2009/layout/CircleArrowProcess"/>
    <dgm:cxn modelId="{F4E01084-952E-41B2-92FA-A207A36F735B}" srcId="{458E004B-055B-4679-B219-84C37E8E4259}" destId="{8A3AE4EC-1CDD-4E8F-A028-A586DC3509FC}" srcOrd="2" destOrd="0" parTransId="{C22D53A1-E080-4DFE-829B-1F678DA19171}" sibTransId="{A510D6B0-5293-45B1-81F4-FC60D62032FD}"/>
    <dgm:cxn modelId="{738160C6-54BA-4C88-A31E-544912DA74E4}" srcId="{458E004B-055B-4679-B219-84C37E8E4259}" destId="{013728A2-A9D7-4D8C-A1D6-994C442D3CE4}" srcOrd="1" destOrd="0" parTransId="{190950E9-AFFF-4DB8-B5CE-309757C5BA1D}" sibTransId="{41C0805A-70CE-4A66-B277-1A0561F4285A}"/>
    <dgm:cxn modelId="{B69996E4-E238-4D5C-A4DB-A2ACD61E54F9}" srcId="{470FC7A6-0273-4845-9A6D-B36E59242C8F}" destId="{73818555-791C-4906-8587-C0427F1405B1}" srcOrd="0" destOrd="0" parTransId="{0E24A3AD-C152-4326-8666-BDA0B1317C31}" sibTransId="{61950A39-1EC3-426B-8858-1B35290A495A}"/>
    <dgm:cxn modelId="{5D1134F1-4279-45DB-941E-F81660AA0959}" srcId="{458E004B-055B-4679-B219-84C37E8E4259}" destId="{470FC7A6-0273-4845-9A6D-B36E59242C8F}" srcOrd="0" destOrd="0" parTransId="{53C4A76B-C722-44EE-80C4-5BA57F01E998}" sibTransId="{0A785071-78F8-48C4-8070-5EF1147A1B05}"/>
    <dgm:cxn modelId="{245319F4-FEB8-41A2-94BD-434CEF4B42C6}" type="presOf" srcId="{73818555-791C-4906-8587-C0427F1405B1}" destId="{2408023D-2E5E-43A7-BE35-082A184D1663}" srcOrd="0" destOrd="0" presId="urn:microsoft.com/office/officeart/2009/layout/CircleArrowProcess"/>
    <dgm:cxn modelId="{675920C6-A06C-4A9B-8658-897F42F8CF14}" type="presParOf" srcId="{D62B1C71-E699-49C1-BDB1-8C70971530EF}" destId="{E6280651-958D-4372-B20C-E8C4E8A1ABF3}" srcOrd="0" destOrd="0" presId="urn:microsoft.com/office/officeart/2009/layout/CircleArrowProcess"/>
    <dgm:cxn modelId="{353DB08F-A379-442F-977A-EB7C5D6DA633}" type="presParOf" srcId="{E6280651-958D-4372-B20C-E8C4E8A1ABF3}" destId="{4B6105B4-5083-4F6A-8B63-9A248E6CAA04}" srcOrd="0" destOrd="0" presId="urn:microsoft.com/office/officeart/2009/layout/CircleArrowProcess"/>
    <dgm:cxn modelId="{DB8A8E5D-E923-47C5-8673-F8DB0B00BB30}" type="presParOf" srcId="{D62B1C71-E699-49C1-BDB1-8C70971530EF}" destId="{2408023D-2E5E-43A7-BE35-082A184D1663}" srcOrd="1" destOrd="0" presId="urn:microsoft.com/office/officeart/2009/layout/CircleArrowProcess"/>
    <dgm:cxn modelId="{60E8A184-8625-4CA3-A843-AFFF02B7FC58}" type="presParOf" srcId="{D62B1C71-E699-49C1-BDB1-8C70971530EF}" destId="{FF870B6F-CA4F-4885-B566-D18CA6016FBD}" srcOrd="2" destOrd="0" presId="urn:microsoft.com/office/officeart/2009/layout/CircleArrowProcess"/>
    <dgm:cxn modelId="{9C7B143F-2D56-4838-9AE6-0A8F6F0E939C}" type="presParOf" srcId="{D62B1C71-E699-49C1-BDB1-8C70971530EF}" destId="{F0157A56-1864-4FC5-A020-267F78554AC9}" srcOrd="3" destOrd="0" presId="urn:microsoft.com/office/officeart/2009/layout/CircleArrowProcess"/>
    <dgm:cxn modelId="{2AC6FBB9-CBBC-431F-AB3F-2CB40E8A9224}" type="presParOf" srcId="{F0157A56-1864-4FC5-A020-267F78554AC9}" destId="{B95DA960-3370-4556-B7CF-53B3063086FD}" srcOrd="0" destOrd="0" presId="urn:microsoft.com/office/officeart/2009/layout/CircleArrowProcess"/>
    <dgm:cxn modelId="{EF1A4499-2338-4378-959E-6AEC3720C3E0}" type="presParOf" srcId="{D62B1C71-E699-49C1-BDB1-8C70971530EF}" destId="{D3758D00-968D-4237-A36C-9EBFDA7A840E}" srcOrd="4" destOrd="0" presId="urn:microsoft.com/office/officeart/2009/layout/CircleArrowProcess"/>
    <dgm:cxn modelId="{D09BE4C7-2100-4279-B963-3CC660E5ABA4}" type="presParOf" srcId="{D62B1C71-E699-49C1-BDB1-8C70971530EF}" destId="{F922CDBC-3C82-4FB2-A0EC-6F71525D6AB0}" srcOrd="5" destOrd="0" presId="urn:microsoft.com/office/officeart/2009/layout/CircleArrowProcess"/>
    <dgm:cxn modelId="{BCA92DD3-9B1A-4009-BBE8-3E9429FC1A5E}" type="presParOf" srcId="{F922CDBC-3C82-4FB2-A0EC-6F71525D6AB0}" destId="{9AACB8C2-3C4B-4BA8-8D67-B6BBA5C32796}" srcOrd="0" destOrd="0" presId="urn:microsoft.com/office/officeart/2009/layout/CircleArrowProcess"/>
    <dgm:cxn modelId="{EBAC17B2-F1D6-4463-9EA9-C24A573A13A2}" type="presParOf" srcId="{D62B1C71-E699-49C1-BDB1-8C70971530EF}" destId="{E4DECD4E-431D-4E1E-8926-156F263BD12D}" srcOrd="6" destOrd="0" presId="urn:microsoft.com/office/officeart/2009/layout/CircleArrowProcess"/>
    <dgm:cxn modelId="{55B0914B-292D-4036-B375-376EA70E8E8B}" type="presParOf" srcId="{D62B1C71-E699-49C1-BDB1-8C70971530EF}" destId="{168E5631-E9C8-42A3-AF92-5255217EEA89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6105B4-5083-4F6A-8B63-9A248E6CAA04}">
      <dsp:nvSpPr>
        <dsp:cNvPr id="0" name=""/>
        <dsp:cNvSpPr/>
      </dsp:nvSpPr>
      <dsp:spPr>
        <a:xfrm>
          <a:off x="2510722" y="0"/>
          <a:ext cx="2445139" cy="2445512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8023D-2E5E-43A7-BE35-082A184D1663}">
      <dsp:nvSpPr>
        <dsp:cNvPr id="0" name=""/>
        <dsp:cNvSpPr/>
      </dsp:nvSpPr>
      <dsp:spPr>
        <a:xfrm>
          <a:off x="4956322" y="728979"/>
          <a:ext cx="1467083" cy="97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Two has a longer label</a:t>
          </a:r>
        </a:p>
      </dsp:txBody>
      <dsp:txXfrm>
        <a:off x="4956322" y="728979"/>
        <a:ext cx="1467083" cy="978408"/>
      </dsp:txXfrm>
    </dsp:sp>
    <dsp:sp modelId="{FF870B6F-CA4F-4885-B566-D18CA6016FBD}">
      <dsp:nvSpPr>
        <dsp:cNvPr id="0" name=""/>
        <dsp:cNvSpPr/>
      </dsp:nvSpPr>
      <dsp:spPr>
        <a:xfrm>
          <a:off x="3051179" y="882903"/>
          <a:ext cx="1358717" cy="679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</dsp:txBody>
      <dsp:txXfrm>
        <a:off x="3051179" y="882903"/>
        <a:ext cx="1358717" cy="679196"/>
      </dsp:txXfrm>
    </dsp:sp>
    <dsp:sp modelId="{B95DA960-3370-4556-B7CF-53B3063086FD}">
      <dsp:nvSpPr>
        <dsp:cNvPr id="0" name=""/>
        <dsp:cNvSpPr/>
      </dsp:nvSpPr>
      <dsp:spPr>
        <a:xfrm>
          <a:off x="1831593" y="1405127"/>
          <a:ext cx="2445139" cy="2445512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58D00-968D-4237-A36C-9EBFDA7A840E}">
      <dsp:nvSpPr>
        <dsp:cNvPr id="0" name=""/>
        <dsp:cNvSpPr/>
      </dsp:nvSpPr>
      <dsp:spPr>
        <a:xfrm>
          <a:off x="2374805" y="2296159"/>
          <a:ext cx="1358717" cy="679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>
        <a:off x="2374805" y="2296159"/>
        <a:ext cx="1358717" cy="679196"/>
      </dsp:txXfrm>
    </dsp:sp>
    <dsp:sp modelId="{9AACB8C2-3C4B-4BA8-8D67-B6BBA5C32796}">
      <dsp:nvSpPr>
        <dsp:cNvPr id="0" name=""/>
        <dsp:cNvSpPr/>
      </dsp:nvSpPr>
      <dsp:spPr>
        <a:xfrm>
          <a:off x="2684752" y="2978404"/>
          <a:ext cx="2100753" cy="2101596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ECD4E-431D-4E1E-8926-156F263BD12D}">
      <dsp:nvSpPr>
        <dsp:cNvPr id="0" name=""/>
        <dsp:cNvSpPr/>
      </dsp:nvSpPr>
      <dsp:spPr>
        <a:xfrm>
          <a:off x="4956322" y="3554984"/>
          <a:ext cx="1467083" cy="9784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Node Five</a:t>
          </a:r>
        </a:p>
      </dsp:txBody>
      <dsp:txXfrm>
        <a:off x="4956322" y="3554984"/>
        <a:ext cx="1467083" cy="978408"/>
      </dsp:txXfrm>
    </dsp:sp>
    <dsp:sp modelId="{168E5631-E9C8-42A3-AF92-5255217EEA89}">
      <dsp:nvSpPr>
        <dsp:cNvPr id="0" name=""/>
        <dsp:cNvSpPr/>
      </dsp:nvSpPr>
      <dsp:spPr>
        <a:xfrm>
          <a:off x="3054393" y="3711448"/>
          <a:ext cx="1358717" cy="6791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</dsp:txBody>
      <dsp:txXfrm>
        <a:off x="3054393" y="3711448"/>
        <a:ext cx="1358717" cy="6791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AC80-9317-00A6-3551-CC47A2E4D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DDF9C-BB60-078D-9469-671FEA689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13B57-1301-DBF4-8DC7-9D9733D39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67CB5-09D3-EEE9-BA85-0D211FA38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34EAC-313B-6F57-4D16-0AA25265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6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627A2-8FCD-DB9B-B4E8-D30E8128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89955-DBC6-27F0-B785-BB376076B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739FD-1A7F-9065-0512-56B8EB37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9B0CD-9AEF-B3B8-19C5-A8F071FE5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4FBD2-58D1-D565-B069-6334B1D57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3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9DC03-DC7D-EFEE-F2FA-8C36E4D2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A26EF-A2BC-3715-4FBC-F0872076C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B0A31-67B5-2DEC-6A0A-E7DB9EDF9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E544C-91AF-1D32-CCF7-F0012FAA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4CD37-14A2-2B01-24CA-94DEAF3D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84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2D8C-F7AB-9B06-855D-0638C333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50AFD-3518-7352-4354-D6E8E90FBA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9B8FB-F13D-94B7-A1ED-D3A6002EE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DF311-BBEB-423A-DF70-560BA13AE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26B88-B413-9E10-B7AA-0382379DD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D7E8C-8E86-D868-5D3C-8943E7EA1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5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64532-8D75-4931-C637-1FC88AD7A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0C416-0148-77AE-86D3-4BB6F90DC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0784B-D5B5-AFD4-39E7-56045A190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C5354-C133-E01E-2AC4-47E673547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87EB2-2ACF-9D1D-E91A-00276F9DC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5622E-DA57-E710-8A41-70160D39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E7C72E-22FB-7511-0E88-4EDD16CB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5217B-6629-4038-4801-80707247D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1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39D8-21DA-8E35-340D-351248C2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BFBD6-135A-D8DA-661A-8135BE900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F15DF-C191-43C2-12E4-0D5324C0A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E558-3471-65BB-260A-B4439E19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98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B0405-2C8B-BC83-BD11-4DC0C246F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7C835-5BB2-7461-E337-41193D83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058B1-6FAD-7895-7622-86C75A47B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46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25935-E266-F89F-E23C-C4E608B8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29590-79E6-9F42-B3D5-20918A9EE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F8A0A-99D3-0FCF-3F88-B0B3C28AB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5976B-4D2C-0241-AAF7-71D2F81F4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E10D7-79C3-E368-EB51-5E897259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1AEC7-3492-1D23-33E5-7FB53701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02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8DF6-2DD0-2C7D-8E94-6E41780A7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D6132-3A2F-2979-B08C-A9E6B91A7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C8C8B-3451-285E-4E5D-0EE3A0AF9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CFA30-AF66-2076-1336-548ABEF89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294FD-5B0C-7DA5-C623-9BF0F274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604C3-2705-5DE2-8DB4-DA702B45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6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8D5E-C6B9-8CF2-4D0F-914A2D12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3C661-E221-4C2E-AE7B-11DBF445E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E7C77-1E93-B40E-8A49-B25408478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9F94B-A64D-6E4B-ED06-3C04682B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244FE-414D-697E-5E54-E89C720E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347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14497-01E3-C8F4-6EB7-37C760EBAF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3EA31A-6C4B-D690-80D7-A931EE77E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10156-1D0A-685B-7222-96B959F8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391FD-2BC2-3701-3287-B2762B61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A701A-69EF-21A0-3C91-C0DDDED6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2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92AF8-2E4B-F2DF-CA88-498C2A2B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AAE4C-CBBF-958A-72AC-B551AA311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0DBD1-370B-62D8-E864-74FC62E60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859D44-521E-4417-9534-0B00D1522541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BF69D-0CE7-65F8-05B6-A51BD7E71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53355-2542-F4B0-7F69-0B7B52BA6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3BA94-ADC9-4090-864B-2734B059E6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9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2AA0D54-2DAB-6D5E-73C3-7F2908D95B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6640055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643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2026-09-06T08:13:45Z</dcterms:created>
  <dcterms:modified xsi:type="dcterms:W3CDTF">2026-09-06T08:13:45Z</dcterms:modified>
</cp:coreProperties>
</file>