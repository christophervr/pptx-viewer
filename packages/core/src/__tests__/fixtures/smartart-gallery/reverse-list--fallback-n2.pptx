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CFF850-C094-4FC5-B366-5D0B95D95285}" type="doc">
      <dgm:prSet loTypeId="urn:microsoft.com/office/officeart/2009/layout/ReverseList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680137-2AF4-461F-B97C-2B1295340619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CCF352DE-D1BB-45AA-BE11-343B94781EB1}" type="parTrans" cxnId="{CA7C80F4-5865-42E6-9DA6-81419B27D2AC}">
      <dgm:prSet/>
      <dgm:spPr/>
    </dgm:pt>
    <dgm:pt modelId="{82B44918-A4FA-4AD5-95B7-2604F79DB707}" type="sibTrans" cxnId="{CA7C80F4-5865-42E6-9DA6-81419B27D2AC}">
      <dgm:prSet/>
      <dgm:spPr/>
    </dgm:pt>
    <dgm:pt modelId="{6135267F-120C-45F0-9028-E87A8F04988E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0A35D175-586F-4C49-B95D-533DDC23B8D7}" type="parTrans" cxnId="{5C406399-04B5-4CA1-AB0C-1DFCBB67D6DE}">
      <dgm:prSet/>
      <dgm:spPr/>
    </dgm:pt>
    <dgm:pt modelId="{CD52ACFF-BC78-460F-98FC-14459A2094A3}" type="sibTrans" cxnId="{5C406399-04B5-4CA1-AB0C-1DFCBB67D6DE}">
      <dgm:prSet/>
      <dgm:spPr/>
    </dgm:pt>
    <dgm:pt modelId="{6F32B7DA-4E07-4CDE-A1AB-7DBDE762C759}" type="pres">
      <dgm:prSet presAssocID="{ABCFF850-C094-4FC5-B366-5D0B95D95285}" presName="Name0" presStyleCnt="0">
        <dgm:presLayoutVars>
          <dgm:chMax val="2"/>
          <dgm:chPref val="2"/>
          <dgm:animLvl val="lvl"/>
        </dgm:presLayoutVars>
      </dgm:prSet>
      <dgm:spPr/>
    </dgm:pt>
    <dgm:pt modelId="{8774EAF2-9766-4E3A-BEB6-39A5B0433A73}" type="pres">
      <dgm:prSet presAssocID="{ABCFF850-C094-4FC5-B366-5D0B95D95285}" presName="LeftText" presStyleLbl="revTx" presStyleIdx="0" presStyleCnt="0">
        <dgm:presLayoutVars>
          <dgm:bulletEnabled val="1"/>
        </dgm:presLayoutVars>
      </dgm:prSet>
      <dgm:spPr/>
    </dgm:pt>
    <dgm:pt modelId="{B3531999-1868-455E-AE29-B92679000C01}" type="pres">
      <dgm:prSet presAssocID="{ABCFF850-C094-4FC5-B366-5D0B95D95285}" presName="LeftNode" presStyleLbl="bgImgPlace1" presStyleIdx="0" presStyleCnt="2">
        <dgm:presLayoutVars>
          <dgm:chMax val="2"/>
          <dgm:chPref val="2"/>
        </dgm:presLayoutVars>
      </dgm:prSet>
      <dgm:spPr/>
    </dgm:pt>
    <dgm:pt modelId="{33C471D0-FF92-4070-B28F-A56E7B6B2BF5}" type="pres">
      <dgm:prSet presAssocID="{ABCFF850-C094-4FC5-B366-5D0B95D95285}" presName="RightText" presStyleLbl="revTx" presStyleIdx="0" presStyleCnt="0">
        <dgm:presLayoutVars>
          <dgm:bulletEnabled val="1"/>
        </dgm:presLayoutVars>
      </dgm:prSet>
      <dgm:spPr/>
    </dgm:pt>
    <dgm:pt modelId="{14E99772-5BF1-4585-968D-A9327DA90508}" type="pres">
      <dgm:prSet presAssocID="{ABCFF850-C094-4FC5-B366-5D0B95D95285}" presName="RightNode" presStyleLbl="bgImgPlace1" presStyleIdx="1" presStyleCnt="2">
        <dgm:presLayoutVars>
          <dgm:chMax val="0"/>
          <dgm:chPref val="0"/>
        </dgm:presLayoutVars>
      </dgm:prSet>
      <dgm:spPr/>
    </dgm:pt>
    <dgm:pt modelId="{B358CA52-A858-47C3-91AC-2DF9063709B6}" type="pres">
      <dgm:prSet presAssocID="{ABCFF850-C094-4FC5-B366-5D0B95D95285}" presName="TopArrow" presStyleLbl="node1" presStyleIdx="0" presStyleCnt="2"/>
      <dgm:spPr/>
    </dgm:pt>
    <dgm:pt modelId="{968C499B-6534-4C65-818C-7666D3D2161C}" type="pres">
      <dgm:prSet presAssocID="{ABCFF850-C094-4FC5-B366-5D0B95D95285}" presName="BottomArrow" presStyleLbl="node1" presStyleIdx="1" presStyleCnt="2"/>
      <dgm:spPr/>
    </dgm:pt>
  </dgm:ptLst>
  <dgm:cxnLst>
    <dgm:cxn modelId="{36698120-3124-41BC-9B03-31B20FE17E01}" type="presOf" srcId="{66680137-2AF4-461F-B97C-2B1295340619}" destId="{8774EAF2-9766-4E3A-BEB6-39A5B0433A73}" srcOrd="0" destOrd="0" presId="urn:microsoft.com/office/officeart/2009/layout/ReverseList"/>
    <dgm:cxn modelId="{081DD978-419C-480F-8A9C-84596FE7C6C3}" type="presOf" srcId="{6135267F-120C-45F0-9028-E87A8F04988E}" destId="{14E99772-5BF1-4585-968D-A9327DA90508}" srcOrd="1" destOrd="0" presId="urn:microsoft.com/office/officeart/2009/layout/ReverseList"/>
    <dgm:cxn modelId="{6918AA7F-A0DB-4967-A07B-EC140470DDC9}" type="presOf" srcId="{6135267F-120C-45F0-9028-E87A8F04988E}" destId="{33C471D0-FF92-4070-B28F-A56E7B6B2BF5}" srcOrd="0" destOrd="0" presId="urn:microsoft.com/office/officeart/2009/layout/ReverseList"/>
    <dgm:cxn modelId="{5C406399-04B5-4CA1-AB0C-1DFCBB67D6DE}" srcId="{ABCFF850-C094-4FC5-B366-5D0B95D95285}" destId="{6135267F-120C-45F0-9028-E87A8F04988E}" srcOrd="1" destOrd="0" parTransId="{0A35D175-586F-4C49-B95D-533DDC23B8D7}" sibTransId="{CD52ACFF-BC78-460F-98FC-14459A2094A3}"/>
    <dgm:cxn modelId="{9AC613A9-94DF-4C99-B0F6-B36016CD953D}" type="presOf" srcId="{ABCFF850-C094-4FC5-B366-5D0B95D95285}" destId="{6F32B7DA-4E07-4CDE-A1AB-7DBDE762C759}" srcOrd="0" destOrd="0" presId="urn:microsoft.com/office/officeart/2009/layout/ReverseList"/>
    <dgm:cxn modelId="{BCFAA0BE-0AC1-45F4-BEC0-B9D18FF04962}" type="presOf" srcId="{66680137-2AF4-461F-B97C-2B1295340619}" destId="{B3531999-1868-455E-AE29-B92679000C01}" srcOrd="1" destOrd="0" presId="urn:microsoft.com/office/officeart/2009/layout/ReverseList"/>
    <dgm:cxn modelId="{CA7C80F4-5865-42E6-9DA6-81419B27D2AC}" srcId="{ABCFF850-C094-4FC5-B366-5D0B95D95285}" destId="{66680137-2AF4-461F-B97C-2B1295340619}" srcOrd="0" destOrd="0" parTransId="{CCF352DE-D1BB-45AA-BE11-343B94781EB1}" sibTransId="{82B44918-A4FA-4AD5-95B7-2604F79DB707}"/>
    <dgm:cxn modelId="{B52F2675-A7B6-42F5-A40A-6A5D88433BCA}" type="presParOf" srcId="{6F32B7DA-4E07-4CDE-A1AB-7DBDE762C759}" destId="{8774EAF2-9766-4E3A-BEB6-39A5B0433A73}" srcOrd="0" destOrd="0" presId="urn:microsoft.com/office/officeart/2009/layout/ReverseList"/>
    <dgm:cxn modelId="{C1A4DB8F-501F-4031-8B13-0EC1C290E96D}" type="presParOf" srcId="{6F32B7DA-4E07-4CDE-A1AB-7DBDE762C759}" destId="{B3531999-1868-455E-AE29-B92679000C01}" srcOrd="1" destOrd="0" presId="urn:microsoft.com/office/officeart/2009/layout/ReverseList"/>
    <dgm:cxn modelId="{518E811B-034A-40D3-9B3D-B58F8976AE36}" type="presParOf" srcId="{6F32B7DA-4E07-4CDE-A1AB-7DBDE762C759}" destId="{33C471D0-FF92-4070-B28F-A56E7B6B2BF5}" srcOrd="2" destOrd="0" presId="urn:microsoft.com/office/officeart/2009/layout/ReverseList"/>
    <dgm:cxn modelId="{B65916E6-DD62-4880-945B-E6B37F03A5F8}" type="presParOf" srcId="{6F32B7DA-4E07-4CDE-A1AB-7DBDE762C759}" destId="{14E99772-5BF1-4585-968D-A9327DA90508}" srcOrd="3" destOrd="0" presId="urn:microsoft.com/office/officeart/2009/layout/ReverseList"/>
    <dgm:cxn modelId="{8685A7F6-DED2-4E2F-A7BE-9AF85091F89D}" type="presParOf" srcId="{6F32B7DA-4E07-4CDE-A1AB-7DBDE762C759}" destId="{B358CA52-A858-47C3-91AC-2DF9063709B6}" srcOrd="4" destOrd="0" presId="urn:microsoft.com/office/officeart/2009/layout/ReverseList"/>
    <dgm:cxn modelId="{6F82FA0D-E049-4DDB-A852-E7B74EA718A1}" type="presParOf" srcId="{6F32B7DA-4E07-4CDE-A1AB-7DBDE762C759}" destId="{968C499B-6534-4C65-818C-7666D3D2161C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531999-1868-455E-AE29-B92679000C01}">
      <dsp:nvSpPr>
        <dsp:cNvPr id="0" name=""/>
        <dsp:cNvSpPr/>
      </dsp:nvSpPr>
      <dsp:spPr>
        <a:xfrm rot="16200000">
          <a:off x="1451305" y="1542338"/>
          <a:ext cx="3265932" cy="1995830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77800" rIns="160020" bIns="1778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Alpha</a:t>
          </a:r>
        </a:p>
      </dsp:txBody>
      <dsp:txXfrm rot="5400000">
        <a:off x="2183802" y="1004733"/>
        <a:ext cx="1898384" cy="3071040"/>
      </dsp:txXfrm>
    </dsp:sp>
    <dsp:sp modelId="{14E99772-5BF1-4585-968D-A9327DA90508}">
      <dsp:nvSpPr>
        <dsp:cNvPr id="0" name=""/>
        <dsp:cNvSpPr/>
      </dsp:nvSpPr>
      <dsp:spPr>
        <a:xfrm rot="5400000">
          <a:off x="3537762" y="1542338"/>
          <a:ext cx="3265932" cy="1995830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77800" rIns="106680" bIns="1778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 has a noticeably longer label than the others</a:t>
          </a:r>
        </a:p>
      </dsp:txBody>
      <dsp:txXfrm rot="-5400000">
        <a:off x="4172813" y="1004733"/>
        <a:ext cx="1898384" cy="3071040"/>
      </dsp:txXfrm>
    </dsp:sp>
    <dsp:sp modelId="{B358CA52-A858-47C3-91AC-2DF9063709B6}">
      <dsp:nvSpPr>
        <dsp:cNvPr id="0" name=""/>
        <dsp:cNvSpPr/>
      </dsp:nvSpPr>
      <dsp:spPr>
        <a:xfrm>
          <a:off x="3084067" y="0"/>
          <a:ext cx="2086457" cy="2086356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8C499B-6534-4C65-818C-7666D3D2161C}">
      <dsp:nvSpPr>
        <dsp:cNvPr id="0" name=""/>
        <dsp:cNvSpPr/>
      </dsp:nvSpPr>
      <dsp:spPr>
        <a:xfrm rot="10800000">
          <a:off x="3084067" y="2993644"/>
          <a:ext cx="2086457" cy="2086356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70952-2BD7-FA6F-14C0-6F60FF212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5C6C7-E0A0-66DA-A769-4D22DE99C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D2E30-47EA-306C-C189-210BAA505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D498-A9F6-4062-8C98-6E74DC0FA52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7AE6F-8EBF-CC04-9705-DFA5FCCB9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F966A-5D74-403E-7B9B-2C2852CD0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0954-46BC-4E28-8160-1ED72E77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7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A1C40-FBC9-B126-6C79-29DEAA829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F06A8-FEED-2358-835E-F364762C7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340A8-AE9E-3643-AE04-11A6CB1C0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D498-A9F6-4062-8C98-6E74DC0FA52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98641-6A53-BE0D-D01B-8474B1CB1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EE2A0-E1A3-41F2-57E7-A10180D10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0954-46BC-4E28-8160-1ED72E77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3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6B01-F805-8941-5FA6-B1657D971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A7BA9-F3D4-3B04-3605-F524419B8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C0B31-D309-16BD-0F98-E25EAD8A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D498-A9F6-4062-8C98-6E74DC0FA52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C64F2-CD3C-F851-5131-48B769D71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680D8-821D-AB6A-9397-1517A6E3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0954-46BC-4E28-8160-1ED72E77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0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8E43-FAA0-27DB-DB0E-59A77613A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1DCEC-1F99-8E58-5825-9A296B2C8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5FDA9-21FE-7FAF-88A4-849C19EB8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B5BE3D-B741-AE36-A1F9-2AA55533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D498-A9F6-4062-8C98-6E74DC0FA52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FDBB7-8A6E-2CCD-B5BA-3B21D5433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42636-2374-CA59-4A75-BD8F8FDA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0954-46BC-4E28-8160-1ED72E77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B4A0C-0DBC-DDF6-5EF7-134AA7585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AA2D2-040D-CCBE-95DF-8F374EDD5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CBBEB-4D47-E364-BD3C-A890A8A56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3BC2FB-A1B9-20CB-101A-17CEA621F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CA103F-C3A3-7621-D481-9DFE4F3F1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E06E9-A533-7B41-7936-60641A7F7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D498-A9F6-4062-8C98-6E74DC0FA52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78A5CD-80A7-788F-0615-74061EF8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B668C7-DD63-B676-DC3C-D52EF3636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0954-46BC-4E28-8160-1ED72E77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8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4273-5F16-B731-E3D4-F03AAA5B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8954F-7EB1-B8E7-484E-2296EA971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D498-A9F6-4062-8C98-6E74DC0FA52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32C8BD-01BC-306C-7497-9B787B7A6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E9421-A01E-2B84-892A-8428F2732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0954-46BC-4E28-8160-1ED72E77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181B51-E878-6386-6C9F-3BFC6065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D498-A9F6-4062-8C98-6E74DC0FA52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F08872-4465-F8B0-245C-5826CC375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A2E7A-9CC5-1A0A-4F64-B3253CB4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0954-46BC-4E28-8160-1ED72E77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73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E9E8F-9632-5F73-1BEE-3CAB7063F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91AB-99FC-E000-C2B4-F950D0F83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7CFAC-37E3-A0D9-9246-7C3ECB69F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9034F-D721-FE87-1BD3-8BFDFCE68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D498-A9F6-4062-8C98-6E74DC0FA52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302E9-F7A3-6F80-3663-F43531A5F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C5010-48B3-E3BB-B90D-11FA4C51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0954-46BC-4E28-8160-1ED72E77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5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491E-4FE5-669F-2855-80E15E66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925AD5-65AF-D49C-E254-B5926AC3BF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78E86-30B0-E7EE-0AE6-B525B5F82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7107D-8FAD-CD92-DF59-B86C9A37F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D498-A9F6-4062-8C98-6E74DC0FA52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AA55F-2A4D-3F02-3492-B5D9A1D5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DC7C2-3E36-59EC-83F2-094207ED2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0954-46BC-4E28-8160-1ED72E77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9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2AB2-0570-C702-90CD-0B5FE394B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CA06-E49D-A33A-035F-E58551616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5DCA9-91C0-CAF8-E4D1-F0E2EF9C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D498-A9F6-4062-8C98-6E74DC0FA52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7B4C5-C367-9803-59F5-501D6635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C4B88-3230-88FD-5E77-44AB2596F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0954-46BC-4E28-8160-1ED72E77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19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0DDFB3-718A-C2F7-A200-CCE450201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3644C-5B08-1FDB-69D1-3971B1CA1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9BF8D-8D67-19D3-B1E3-C5FF98DFF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D498-A9F6-4062-8C98-6E74DC0FA52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5F51C-B24E-5A98-7E60-AB274276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558B4-4E96-0DDF-645F-FC3C58D31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0954-46BC-4E28-8160-1ED72E77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30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66AEEA-736C-F9CB-3FC8-B72AFB669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58DA0-C6E4-F402-9C90-939F2A72F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BC79B-EA3A-7513-EAB8-6E6AB7FF4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2D498-A9F6-4062-8C98-6E74DC0FA52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3C5AB-FAC9-0EB6-5635-D4E74C915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67254-8239-466B-379E-08CF3B75B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D90954-46BC-4E28-8160-1ED72E77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99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E5A23A2-0D35-4885-BA9F-9B97F60821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887465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7311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2026-09-06T08:14:36Z</dcterms:created>
  <dcterms:modified xsi:type="dcterms:W3CDTF">2026-09-06T08:14:36Z</dcterms:modified>
</cp:coreProperties>
</file>