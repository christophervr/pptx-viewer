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6CD8C5-CD1B-40F8-A027-214B3B172CD1}" type="doc">
      <dgm:prSet loTypeId="urn:microsoft.com/office/officeart/2009/3/layout/Descending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CCC7E2-EDFD-4468-A5C8-B0E885B208C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E6FAE6EA-B2AD-4F63-A235-7A20DEFD6771}" type="parTrans" cxnId="{6601C767-E580-4EAA-8FEF-78D9ACE3EA1A}">
      <dgm:prSet/>
      <dgm:spPr/>
    </dgm:pt>
    <dgm:pt modelId="{EC43EACA-94E9-4E94-9A77-F8D4EEAA7D1B}" type="sibTrans" cxnId="{6601C767-E580-4EAA-8FEF-78D9ACE3EA1A}">
      <dgm:prSet/>
      <dgm:spPr/>
    </dgm:pt>
    <dgm:pt modelId="{4B4C5332-9A64-4D8D-A746-0F91D9F0CCD6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D4641E70-36F6-4F9A-B176-A9C5D2B4246B}" type="parTrans" cxnId="{7D5B4BB4-71AE-4ADD-92E3-EF6C64BC6F39}">
      <dgm:prSet/>
      <dgm:spPr/>
    </dgm:pt>
    <dgm:pt modelId="{F78AE24D-4446-4874-A089-59D84265E54D}" type="sibTrans" cxnId="{7D5B4BB4-71AE-4ADD-92E3-EF6C64BC6F39}">
      <dgm:prSet/>
      <dgm:spPr/>
    </dgm:pt>
    <dgm:pt modelId="{D80DE7D9-C30D-4155-8E9A-07BA2E52B03D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D8BF9600-1AD6-4A65-A222-F0E3C1431DD3}" type="parTrans" cxnId="{DEFAC0C3-1E24-406E-AA42-C9C3E3B7C43D}">
      <dgm:prSet/>
      <dgm:spPr/>
    </dgm:pt>
    <dgm:pt modelId="{C457CFB3-79E6-437B-9829-FBD969E01C25}" type="sibTrans" cxnId="{DEFAC0C3-1E24-406E-AA42-C9C3E3B7C43D}">
      <dgm:prSet/>
      <dgm:spPr/>
    </dgm:pt>
    <dgm:pt modelId="{890B5E30-B21F-43F4-A13E-BB85FE9864E2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CD6BB2AB-F5C3-4188-A9A4-66CA8D6A18BD}" type="parTrans" cxnId="{7251BC57-05B5-4058-A2DA-7ADCA71AC0CA}">
      <dgm:prSet/>
      <dgm:spPr/>
    </dgm:pt>
    <dgm:pt modelId="{0A77E8DB-49C3-4824-9117-C77AE6DE883E}" type="sibTrans" cxnId="{7251BC57-05B5-4058-A2DA-7ADCA71AC0CA}">
      <dgm:prSet/>
      <dgm:spPr/>
    </dgm:pt>
    <dgm:pt modelId="{DAB0CC39-AD2B-4896-92ED-F180D9F3B9CB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CDF6ACBE-1DF2-4E86-9756-CD66D16EE84B}" type="parTrans" cxnId="{79BBF7DD-F813-410C-AD66-53124AC7F9A8}">
      <dgm:prSet/>
      <dgm:spPr/>
    </dgm:pt>
    <dgm:pt modelId="{32A3FB15-4B20-4969-B15F-B4D3F5423EF4}" type="sibTrans" cxnId="{79BBF7DD-F813-410C-AD66-53124AC7F9A8}">
      <dgm:prSet/>
      <dgm:spPr/>
    </dgm:pt>
    <dgm:pt modelId="{C598F73E-A92C-4EDE-AAAD-B4A3A990D050}" type="pres">
      <dgm:prSet presAssocID="{956CD8C5-CD1B-40F8-A027-214B3B172CD1}" presName="Name0" presStyleCnt="0">
        <dgm:presLayoutVars>
          <dgm:chMax val="7"/>
          <dgm:chPref val="5"/>
        </dgm:presLayoutVars>
      </dgm:prSet>
      <dgm:spPr/>
    </dgm:pt>
    <dgm:pt modelId="{75206B41-8F9E-42BD-9186-9F3572D2D2F3}" type="pres">
      <dgm:prSet presAssocID="{956CD8C5-CD1B-40F8-A027-214B3B172CD1}" presName="arrowNode" presStyleLbl="node1" presStyleIdx="0" presStyleCnt="1"/>
      <dgm:spPr/>
    </dgm:pt>
    <dgm:pt modelId="{F3BCD54D-56C8-476E-AB7C-85402D006320}" type="pres">
      <dgm:prSet presAssocID="{9BCCC7E2-EDFD-4468-A5C8-B0E885B208C5}" presName="txNode1" presStyleLbl="revTx" presStyleIdx="0" presStyleCnt="3">
        <dgm:presLayoutVars>
          <dgm:bulletEnabled val="1"/>
        </dgm:presLayoutVars>
      </dgm:prSet>
      <dgm:spPr/>
    </dgm:pt>
    <dgm:pt modelId="{EBE77A28-81D8-44BC-9D62-011B851E5C34}" type="pres">
      <dgm:prSet presAssocID="{D80DE7D9-C30D-4155-8E9A-07BA2E52B03D}" presName="txNode2" presStyleLbl="revTx" presStyleIdx="1" presStyleCnt="3">
        <dgm:presLayoutVars>
          <dgm:bulletEnabled val="1"/>
        </dgm:presLayoutVars>
      </dgm:prSet>
      <dgm:spPr/>
    </dgm:pt>
    <dgm:pt modelId="{988BA60C-29FF-4287-88E3-519728F44F14}" type="pres">
      <dgm:prSet presAssocID="{C457CFB3-79E6-437B-9829-FBD969E01C25}" presName="dotNode2" presStyleCnt="0"/>
      <dgm:spPr/>
    </dgm:pt>
    <dgm:pt modelId="{2AAD7C81-6DEB-425B-8EE5-71281689D0D6}" type="pres">
      <dgm:prSet presAssocID="{C457CFB3-79E6-437B-9829-FBD969E01C25}" presName="dotRepeatNode" presStyleLbl="fgShp" presStyleIdx="0" presStyleCnt="1"/>
      <dgm:spPr/>
    </dgm:pt>
    <dgm:pt modelId="{8899B01C-A08C-4700-BD38-109BED6D02C4}" type="pres">
      <dgm:prSet presAssocID="{890B5E30-B21F-43F4-A13E-BB85FE9864E2}" presName="txNode3" presStyleLbl="revTx" presStyleIdx="2" presStyleCnt="3">
        <dgm:presLayoutVars>
          <dgm:bulletEnabled val="1"/>
        </dgm:presLayoutVars>
      </dgm:prSet>
      <dgm:spPr/>
    </dgm:pt>
  </dgm:ptLst>
  <dgm:cxnLst>
    <dgm:cxn modelId="{F52D2229-E690-49D6-8F32-B98224C11337}" type="presOf" srcId="{C457CFB3-79E6-437B-9829-FBD969E01C25}" destId="{2AAD7C81-6DEB-425B-8EE5-71281689D0D6}" srcOrd="0" destOrd="0" presId="urn:microsoft.com/office/officeart/2009/3/layout/DescendingProcess"/>
    <dgm:cxn modelId="{6601C767-E580-4EAA-8FEF-78D9ACE3EA1A}" srcId="{956CD8C5-CD1B-40F8-A027-214B3B172CD1}" destId="{9BCCC7E2-EDFD-4468-A5C8-B0E885B208C5}" srcOrd="0" destOrd="0" parTransId="{E6FAE6EA-B2AD-4F63-A235-7A20DEFD6771}" sibTransId="{EC43EACA-94E9-4E94-9A77-F8D4EEAA7D1B}"/>
    <dgm:cxn modelId="{E7B6766C-F84D-4016-9737-BD806D2E4C5D}" type="presOf" srcId="{D80DE7D9-C30D-4155-8E9A-07BA2E52B03D}" destId="{EBE77A28-81D8-44BC-9D62-011B851E5C34}" srcOrd="0" destOrd="0" presId="urn:microsoft.com/office/officeart/2009/3/layout/DescendingProcess"/>
    <dgm:cxn modelId="{7680BE75-05A7-4ED8-847D-8E5E1E74DB86}" type="presOf" srcId="{4B4C5332-9A64-4D8D-A746-0F91D9F0CCD6}" destId="{F3BCD54D-56C8-476E-AB7C-85402D006320}" srcOrd="0" destOrd="1" presId="urn:microsoft.com/office/officeart/2009/3/layout/DescendingProcess"/>
    <dgm:cxn modelId="{7251BC57-05B5-4058-A2DA-7ADCA71AC0CA}" srcId="{956CD8C5-CD1B-40F8-A027-214B3B172CD1}" destId="{890B5E30-B21F-43F4-A13E-BB85FE9864E2}" srcOrd="2" destOrd="0" parTransId="{CD6BB2AB-F5C3-4188-A9A4-66CA8D6A18BD}" sibTransId="{0A77E8DB-49C3-4824-9117-C77AE6DE883E}"/>
    <dgm:cxn modelId="{93B045B4-F168-4426-A8C0-40591E7AF5BF}" type="presOf" srcId="{890B5E30-B21F-43F4-A13E-BB85FE9864E2}" destId="{8899B01C-A08C-4700-BD38-109BED6D02C4}" srcOrd="0" destOrd="0" presId="urn:microsoft.com/office/officeart/2009/3/layout/DescendingProcess"/>
    <dgm:cxn modelId="{7D5B4BB4-71AE-4ADD-92E3-EF6C64BC6F39}" srcId="{9BCCC7E2-EDFD-4468-A5C8-B0E885B208C5}" destId="{4B4C5332-9A64-4D8D-A746-0F91D9F0CCD6}" srcOrd="0" destOrd="0" parTransId="{D4641E70-36F6-4F9A-B176-A9C5D2B4246B}" sibTransId="{F78AE24D-4446-4874-A089-59D84265E54D}"/>
    <dgm:cxn modelId="{DEFAC0C3-1E24-406E-AA42-C9C3E3B7C43D}" srcId="{956CD8C5-CD1B-40F8-A027-214B3B172CD1}" destId="{D80DE7D9-C30D-4155-8E9A-07BA2E52B03D}" srcOrd="1" destOrd="0" parTransId="{D8BF9600-1AD6-4A65-A222-F0E3C1431DD3}" sibTransId="{C457CFB3-79E6-437B-9829-FBD969E01C25}"/>
    <dgm:cxn modelId="{847571C5-AE89-493B-9FC6-98118D637022}" type="presOf" srcId="{DAB0CC39-AD2B-4896-92ED-F180D9F3B9CB}" destId="{8899B01C-A08C-4700-BD38-109BED6D02C4}" srcOrd="0" destOrd="1" presId="urn:microsoft.com/office/officeart/2009/3/layout/DescendingProcess"/>
    <dgm:cxn modelId="{79BBF7DD-F813-410C-AD66-53124AC7F9A8}" srcId="{890B5E30-B21F-43F4-A13E-BB85FE9864E2}" destId="{DAB0CC39-AD2B-4896-92ED-F180D9F3B9CB}" srcOrd="0" destOrd="0" parTransId="{CDF6ACBE-1DF2-4E86-9756-CD66D16EE84B}" sibTransId="{32A3FB15-4B20-4969-B15F-B4D3F5423EF4}"/>
    <dgm:cxn modelId="{D12500E1-30C7-44FC-9AE1-66A184EE7CE7}" type="presOf" srcId="{956CD8C5-CD1B-40F8-A027-214B3B172CD1}" destId="{C598F73E-A92C-4EDE-AAAD-B4A3A990D050}" srcOrd="0" destOrd="0" presId="urn:microsoft.com/office/officeart/2009/3/layout/DescendingProcess"/>
    <dgm:cxn modelId="{C8CBC5F4-7C5C-4455-AFFB-CD2272BEA2F6}" type="presOf" srcId="{9BCCC7E2-EDFD-4468-A5C8-B0E885B208C5}" destId="{F3BCD54D-56C8-476E-AB7C-85402D006320}" srcOrd="0" destOrd="0" presId="urn:microsoft.com/office/officeart/2009/3/layout/DescendingProcess"/>
    <dgm:cxn modelId="{1CCE34E4-AAF6-4C26-BA91-E5D009E1F343}" type="presParOf" srcId="{C598F73E-A92C-4EDE-AAAD-B4A3A990D050}" destId="{75206B41-8F9E-42BD-9186-9F3572D2D2F3}" srcOrd="0" destOrd="0" presId="urn:microsoft.com/office/officeart/2009/3/layout/DescendingProcess"/>
    <dgm:cxn modelId="{0053BF8F-182E-44BA-AC1E-62242373FE6F}" type="presParOf" srcId="{C598F73E-A92C-4EDE-AAAD-B4A3A990D050}" destId="{F3BCD54D-56C8-476E-AB7C-85402D006320}" srcOrd="1" destOrd="0" presId="urn:microsoft.com/office/officeart/2009/3/layout/DescendingProcess"/>
    <dgm:cxn modelId="{0524DDBA-3ADF-4722-8BAD-8A08D4D4EB7D}" type="presParOf" srcId="{C598F73E-A92C-4EDE-AAAD-B4A3A990D050}" destId="{EBE77A28-81D8-44BC-9D62-011B851E5C34}" srcOrd="2" destOrd="0" presId="urn:microsoft.com/office/officeart/2009/3/layout/DescendingProcess"/>
    <dgm:cxn modelId="{69DE1C9A-C095-4113-A932-48D0A79FC281}" type="presParOf" srcId="{C598F73E-A92C-4EDE-AAAD-B4A3A990D050}" destId="{988BA60C-29FF-4287-88E3-519728F44F14}" srcOrd="3" destOrd="0" presId="urn:microsoft.com/office/officeart/2009/3/layout/DescendingProcess"/>
    <dgm:cxn modelId="{4BD1889D-832F-4E4C-8B19-082F764B4A62}" type="presParOf" srcId="{988BA60C-29FF-4287-88E3-519728F44F14}" destId="{2AAD7C81-6DEB-425B-8EE5-71281689D0D6}" srcOrd="0" destOrd="0" presId="urn:microsoft.com/office/officeart/2009/3/layout/DescendingProcess"/>
    <dgm:cxn modelId="{F0334942-208E-4CF1-A71A-7C75ED2F5F62}" type="presParOf" srcId="{C598F73E-A92C-4EDE-AAAD-B4A3A990D050}" destId="{8899B01C-A08C-4700-BD38-109BED6D02C4}" srcOrd="4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06B41-8F9E-42BD-9186-9F3572D2D2F3}">
      <dsp:nvSpPr>
        <dsp:cNvPr id="0" name=""/>
        <dsp:cNvSpPr/>
      </dsp:nvSpPr>
      <dsp:spPr>
        <a:xfrm rot="4396374">
          <a:off x="1627481" y="1010880"/>
          <a:ext cx="4385357" cy="3058239"/>
        </a:xfrm>
        <a:prstGeom prst="swooshArrow">
          <a:avLst>
            <a:gd name="adj1" fmla="val 16310"/>
            <a:gd name="adj2" fmla="val 313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AD7C81-6DEB-425B-8EE5-71281689D0D6}">
      <dsp:nvSpPr>
        <dsp:cNvPr id="0" name=""/>
        <dsp:cNvSpPr/>
      </dsp:nvSpPr>
      <dsp:spPr>
        <a:xfrm>
          <a:off x="3950309" y="1972564"/>
          <a:ext cx="110744" cy="110744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BCD54D-56C8-476E-AB7C-85402D006320}">
      <dsp:nvSpPr>
        <dsp:cNvPr id="0" name=""/>
        <dsp:cNvSpPr/>
      </dsp:nvSpPr>
      <dsp:spPr>
        <a:xfrm>
          <a:off x="1333499" y="0"/>
          <a:ext cx="2067560" cy="812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One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Node Two has a longer label</a:t>
          </a:r>
        </a:p>
      </dsp:txBody>
      <dsp:txXfrm>
        <a:off x="1333499" y="0"/>
        <a:ext cx="2067560" cy="812800"/>
      </dsp:txXfrm>
    </dsp:sp>
    <dsp:sp modelId="{EBE77A28-81D8-44BC-9D62-011B851E5C34}">
      <dsp:nvSpPr>
        <dsp:cNvPr id="0" name=""/>
        <dsp:cNvSpPr/>
      </dsp:nvSpPr>
      <dsp:spPr>
        <a:xfrm>
          <a:off x="4462780" y="1621536"/>
          <a:ext cx="2458719" cy="812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Three</a:t>
          </a:r>
        </a:p>
      </dsp:txBody>
      <dsp:txXfrm>
        <a:off x="4462780" y="1621536"/>
        <a:ext cx="2458719" cy="812800"/>
      </dsp:txXfrm>
    </dsp:sp>
    <dsp:sp modelId="{8899B01C-A08C-4700-BD38-109BED6D02C4}">
      <dsp:nvSpPr>
        <dsp:cNvPr id="0" name=""/>
        <dsp:cNvSpPr/>
      </dsp:nvSpPr>
      <dsp:spPr>
        <a:xfrm>
          <a:off x="4127500" y="4267200"/>
          <a:ext cx="2794000" cy="812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Four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Node Five</a:t>
          </a:r>
        </a:p>
      </dsp:txBody>
      <dsp:txXfrm>
        <a:off x="4127500" y="4267200"/>
        <a:ext cx="2794000" cy="812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0E488-AEF6-E3EA-961D-243A7E15F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CF06B-7DDA-8A96-08D7-FD7D07CA6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1B9E1-5FC7-F6F5-CD94-9AB031DE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24BBD-CE0D-4ED6-8262-00BE39B215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AD1A4-2F56-6597-9705-B4FD7577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E58F8-C14D-BA42-C493-2B732876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03168-CE0E-4D81-9C8D-ADED38319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44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73783-A132-1719-E944-C9C31D91F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25FBC-78A3-1E26-E014-EA8A6472E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15313-178C-4A72-8989-33661CE2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24BBD-CE0D-4ED6-8262-00BE39B215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B3217-F161-B434-BFF4-C9E8D209F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508BE-FA34-79C4-B186-B67FC9B2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03168-CE0E-4D81-9C8D-ADED38319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37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E0C3-C2CE-031A-690B-453BC475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C6D4D-A613-C723-4DEA-EB001A64D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4B59B-4FD5-135B-07FD-451DCA3CF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24BBD-CE0D-4ED6-8262-00BE39B215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8783A-5BFD-1860-E842-1082E1566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14F47-49A3-B264-7771-BEDCBF7D9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03168-CE0E-4D81-9C8D-ADED38319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24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4ECD-65A9-F871-AFB3-11B18780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D0EC1-7E25-ADF0-A7F5-AA1BB9794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4563C-B611-80F9-D421-951D6BD12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FFAAD-86EE-C32F-0A29-24BA6F6C8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24BBD-CE0D-4ED6-8262-00BE39B215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D380C-91F9-B953-C4CF-0B053B9B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072F7-431A-9B2B-F7EF-BCE8FAE4A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03168-CE0E-4D81-9C8D-ADED38319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5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8DFAF-A9D8-6CD9-819E-44E7B25D2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8E13A-FD33-B86C-642E-D42D2EC31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9B0E1-B2C1-D9D7-488B-BDA23817E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CA06F-8C67-115A-D0AD-2514362D7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E0B3E4-D38A-CF3B-0170-45374F9BA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25D8EB-D810-DEFA-54C3-282775C0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24BBD-CE0D-4ED6-8262-00BE39B215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A20CFE-B667-E04E-5256-18A0EEB7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B54DE6-3392-882C-A736-AB945D85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03168-CE0E-4D81-9C8D-ADED38319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9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2529-277F-2EC3-790E-C1780832C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6E680-7CCA-273C-9759-4F3FFBA4E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24BBD-CE0D-4ED6-8262-00BE39B215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0ED0F-B32F-CC76-9DCB-7CD798AD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62A60-0C37-11FF-E554-E1D87F6A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03168-CE0E-4D81-9C8D-ADED38319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7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EB53EC-EA3F-6FAC-927A-8AFC2473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24BBD-CE0D-4ED6-8262-00BE39B215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D34955-1998-172D-3B46-BA1E1452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D49A6-0432-CF40-7F3D-85210C4B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03168-CE0E-4D81-9C8D-ADED38319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63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FFF0F-F3DC-10D4-0925-929BA29C9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73EE1-96E7-F0FE-1986-7CC42590F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6F87B-8960-AAC0-5145-C9D3485F4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697D4-4C54-8D64-4E09-188E926D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24BBD-CE0D-4ED6-8262-00BE39B215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60F51-3310-F2C8-F538-FD442207A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FDCE1-7169-9DCB-3B6C-40ED7041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03168-CE0E-4D81-9C8D-ADED38319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5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AE7E4-9443-DE84-398B-A8BF1AF41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C97C93-106D-7FDA-FF62-2E3C01530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3C4DF-0624-2269-C694-8FE9BB807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9E01A-1A94-0381-CA5E-EBD1AFD7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24BBD-CE0D-4ED6-8262-00BE39B215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7FBF4-D80A-3C77-8864-D0740E605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21265-FB99-20BE-B4ED-D6F74236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03168-CE0E-4D81-9C8D-ADED38319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37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A58CD-4917-E4D9-F7E3-26D75A54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41BD4-3CFD-BE13-C697-23C28D08E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B3009-E968-C62C-7D50-810F6D71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24BBD-CE0D-4ED6-8262-00BE39B215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BD829-E4D0-7328-152E-B51A671CA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4832A-7987-68F6-DAC1-56205666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03168-CE0E-4D81-9C8D-ADED38319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00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72DF84-C27B-EF3F-2E10-833AB2941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FEE0D-575D-0327-2EED-995048251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08878-BF11-9ADC-8728-8E5F7FD79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24BBD-CE0D-4ED6-8262-00BE39B215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11F89-0CF4-CA3B-E353-5756C238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CB740-4C45-B066-77F8-93B03BBE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03168-CE0E-4D81-9C8D-ADED38319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57AC48-2228-6C6E-12D1-B27F1D90E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507A2-56A9-0BB4-F4E7-AD067CCF9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3120D-D276-BFEF-92B5-4FA1E6804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24BBD-CE0D-4ED6-8262-00BE39B215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E418D-DD32-2F51-82B1-AF390CD08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9503E-12C0-4AFC-9A3D-8D19C5B05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03168-CE0E-4D81-9C8D-ADED38319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8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C9A3661-58C2-9E37-086E-4A0D00AE3D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230755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1329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2026-09-06T08:13:49Z</dcterms:created>
  <dcterms:modified xsi:type="dcterms:W3CDTF">2026-09-06T08:13:50Z</dcterms:modified>
</cp:coreProperties>
</file>