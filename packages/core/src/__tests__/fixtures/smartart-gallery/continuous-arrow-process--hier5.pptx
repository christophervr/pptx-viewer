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A193E0-90C9-4E34-ACF5-F6871AFA1345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1"/>
      <dgm:spPr/>
    </dgm:pt>
    <dgm:pt modelId="{92040C73-2E7A-4C1A-BA43-490E0DD1074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684E2F14-9576-4A90-A7C7-39485D863C74}" type="parTrans" cxnId="{2A062107-D3FF-4597-BEB5-ACD9C01BB692}">
      <dgm:prSet/>
      <dgm:spPr/>
    </dgm:pt>
    <dgm:pt modelId="{4969FE6E-3443-4669-83E1-7D78C261934A}" type="sibTrans" cxnId="{2A062107-D3FF-4597-BEB5-ACD9C01BB692}">
      <dgm:prSet/>
      <dgm:spPr/>
    </dgm:pt>
    <dgm:pt modelId="{3673E573-45EF-4C23-B0FF-262F08C53C95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CFABC29A-0D3B-4554-B58F-6CDFDB588999}" type="parTrans" cxnId="{0E286B6B-CF08-4351-8DA5-75E8507CFD2F}">
      <dgm:prSet/>
      <dgm:spPr/>
    </dgm:pt>
    <dgm:pt modelId="{891279F1-439E-43EE-9E0F-1035A99E5554}" type="sibTrans" cxnId="{0E286B6B-CF08-4351-8DA5-75E8507CFD2F}">
      <dgm:prSet/>
      <dgm:spPr/>
    </dgm:pt>
    <dgm:pt modelId="{0B1D9632-FBC1-4007-8FCF-84C7D8EA394D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AF19C734-D879-4D89-95D9-53FD35B5E395}" type="parTrans" cxnId="{291AB124-2055-41ED-8F3F-A22AEE7EE9B4}">
      <dgm:prSet/>
      <dgm:spPr/>
    </dgm:pt>
    <dgm:pt modelId="{7EE99A1F-B2D3-4D81-A38B-35A2387F739F}" type="sibTrans" cxnId="{291AB124-2055-41ED-8F3F-A22AEE7EE9B4}">
      <dgm:prSet/>
      <dgm:spPr/>
    </dgm:pt>
    <dgm:pt modelId="{35D6A527-9378-4258-82C1-B0EB3362970F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F9118AA5-E146-42CC-9B4B-7D0267A78501}" type="parTrans" cxnId="{E0751BB2-BAF0-488D-A233-D673D99A76ED}">
      <dgm:prSet/>
      <dgm:spPr/>
    </dgm:pt>
    <dgm:pt modelId="{D3D48250-629B-40B5-B07B-2E9DD14A3083}" type="sibTrans" cxnId="{E0751BB2-BAF0-488D-A233-D673D99A76ED}">
      <dgm:prSet/>
      <dgm:spPr/>
    </dgm:pt>
    <dgm:pt modelId="{D8A611E5-9325-4634-B052-429C59CE3E63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DBB7C69A-93A6-4292-86A0-B6B0A4F65AD9}" type="parTrans" cxnId="{72AFEE87-70DA-4A68-A776-3798204D9FB3}">
      <dgm:prSet/>
      <dgm:spPr/>
    </dgm:pt>
    <dgm:pt modelId="{A9EEAAA3-5CB0-4403-8933-427863E7367C}" type="sibTrans" cxnId="{72AFEE87-70DA-4A68-A776-3798204D9FB3}">
      <dgm:prSet/>
      <dgm:spPr/>
    </dgm:pt>
    <dgm:pt modelId="{A1DE367A-6CDB-44D3-9FBB-AAD53B3D75E6}" type="pres">
      <dgm:prSet presAssocID="{44A193E0-90C9-4E34-ACF5-F6871AFA1345}" presName="Name0" presStyleCnt="0">
        <dgm:presLayoutVars>
          <dgm:dir/>
          <dgm:animLvl val="lvl"/>
          <dgm:resizeHandles val="exact"/>
        </dgm:presLayoutVars>
      </dgm:prSet>
      <dgm:spPr/>
    </dgm:pt>
    <dgm:pt modelId="{3177E29C-13C2-4FA0-AD43-8A68BA8936A8}" type="pres">
      <dgm:prSet presAssocID="{44A193E0-90C9-4E34-ACF5-F6871AFA1345}" presName="dummy" presStyleCnt="0"/>
      <dgm:spPr/>
    </dgm:pt>
    <dgm:pt modelId="{3F2D87FB-6032-4AA8-9BAE-1784C3E801C9}" type="pres">
      <dgm:prSet presAssocID="{44A193E0-90C9-4E34-ACF5-F6871AFA1345}" presName="linH" presStyleCnt="0"/>
      <dgm:spPr/>
    </dgm:pt>
    <dgm:pt modelId="{32891F0A-D011-4BB0-A665-39F1E8E69DFA}" type="pres">
      <dgm:prSet presAssocID="{44A193E0-90C9-4E34-ACF5-F6871AFA1345}" presName="padding1" presStyleCnt="0"/>
      <dgm:spPr/>
    </dgm:pt>
    <dgm:pt modelId="{1FDD57C4-4C06-4249-9F42-FE8A30EABE80}" type="pres">
      <dgm:prSet presAssocID="{92040C73-2E7A-4C1A-BA43-490E0DD10748}" presName="linV" presStyleCnt="0"/>
      <dgm:spPr/>
    </dgm:pt>
    <dgm:pt modelId="{E18B7AF0-2E49-46F0-9186-EC56D848C83D}" type="pres">
      <dgm:prSet presAssocID="{92040C73-2E7A-4C1A-BA43-490E0DD10748}" presName="spVertical1" presStyleCnt="0"/>
      <dgm:spPr/>
    </dgm:pt>
    <dgm:pt modelId="{8192E141-2BDC-4C91-87D3-1BBC1CA263C0}" type="pres">
      <dgm:prSet presAssocID="{92040C73-2E7A-4C1A-BA43-490E0DD10748}" presName="parTx" presStyleLbl="revTx" presStyleIdx="0" presStyleCnt="5">
        <dgm:presLayoutVars>
          <dgm:chMax val="0"/>
          <dgm:chPref val="0"/>
          <dgm:bulletEnabled val="1"/>
        </dgm:presLayoutVars>
      </dgm:prSet>
      <dgm:spPr/>
    </dgm:pt>
    <dgm:pt modelId="{67DE130A-4F6D-4D17-A07E-30C21BB98D1D}" type="pres">
      <dgm:prSet presAssocID="{92040C73-2E7A-4C1A-BA43-490E0DD10748}" presName="spVertical2" presStyleCnt="0"/>
      <dgm:spPr/>
    </dgm:pt>
    <dgm:pt modelId="{DB2611EF-E0D7-4584-8EA1-8925BD73C896}" type="pres">
      <dgm:prSet presAssocID="{92040C73-2E7A-4C1A-BA43-490E0DD10748}" presName="spVertical3" presStyleCnt="0"/>
      <dgm:spPr/>
    </dgm:pt>
    <dgm:pt modelId="{81CAB029-1443-4459-A2B8-F89776C1BE96}" type="pres">
      <dgm:prSet presAssocID="{92040C73-2E7A-4C1A-BA43-490E0DD10748}" presName="desTx" presStyleLbl="revTx" presStyleIdx="1" presStyleCnt="5">
        <dgm:presLayoutVars>
          <dgm:bulletEnabled val="1"/>
        </dgm:presLayoutVars>
      </dgm:prSet>
      <dgm:spPr/>
    </dgm:pt>
    <dgm:pt modelId="{AFEFE0FA-8A5E-487E-9FE9-9A7853590E38}" type="pres">
      <dgm:prSet presAssocID="{4969FE6E-3443-4669-83E1-7D78C261934A}" presName="space" presStyleCnt="0"/>
      <dgm:spPr/>
    </dgm:pt>
    <dgm:pt modelId="{99A16C7D-405D-4160-BFE3-7CE515691092}" type="pres">
      <dgm:prSet presAssocID="{0B1D9632-FBC1-4007-8FCF-84C7D8EA394D}" presName="linV" presStyleCnt="0"/>
      <dgm:spPr/>
    </dgm:pt>
    <dgm:pt modelId="{12B9CB04-5B46-4E2D-8FA5-6FAA46FB4353}" type="pres">
      <dgm:prSet presAssocID="{0B1D9632-FBC1-4007-8FCF-84C7D8EA394D}" presName="spVertical1" presStyleCnt="0"/>
      <dgm:spPr/>
    </dgm:pt>
    <dgm:pt modelId="{ED175237-28B7-4052-8465-1D70467A97EF}" type="pres">
      <dgm:prSet presAssocID="{0B1D9632-FBC1-4007-8FCF-84C7D8EA394D}" presName="parTx" presStyleLbl="revTx" presStyleIdx="2" presStyleCnt="5">
        <dgm:presLayoutVars>
          <dgm:chMax val="0"/>
          <dgm:chPref val="0"/>
          <dgm:bulletEnabled val="1"/>
        </dgm:presLayoutVars>
      </dgm:prSet>
      <dgm:spPr/>
    </dgm:pt>
    <dgm:pt modelId="{0FB51B05-19AF-44D2-8594-90A0BCA55203}" type="pres">
      <dgm:prSet presAssocID="{0B1D9632-FBC1-4007-8FCF-84C7D8EA394D}" presName="spVertical2" presStyleCnt="0"/>
      <dgm:spPr/>
    </dgm:pt>
    <dgm:pt modelId="{F64E3314-3EA9-45A5-BE76-32D3A3D1C726}" type="pres">
      <dgm:prSet presAssocID="{0B1D9632-FBC1-4007-8FCF-84C7D8EA394D}" presName="spVertical3" presStyleCnt="0"/>
      <dgm:spPr/>
    </dgm:pt>
    <dgm:pt modelId="{9AC88AFC-AE95-4FA1-B297-F3D0906875BD}" type="pres">
      <dgm:prSet presAssocID="{7EE99A1F-B2D3-4D81-A38B-35A2387F739F}" presName="space" presStyleCnt="0"/>
      <dgm:spPr/>
    </dgm:pt>
    <dgm:pt modelId="{B94CD4BB-6BC7-4E33-9073-54DC2026CE06}" type="pres">
      <dgm:prSet presAssocID="{35D6A527-9378-4258-82C1-B0EB3362970F}" presName="linV" presStyleCnt="0"/>
      <dgm:spPr/>
    </dgm:pt>
    <dgm:pt modelId="{71E9F814-0DCF-44C5-93ED-38ADFE304BFA}" type="pres">
      <dgm:prSet presAssocID="{35D6A527-9378-4258-82C1-B0EB3362970F}" presName="spVertical1" presStyleCnt="0"/>
      <dgm:spPr/>
    </dgm:pt>
    <dgm:pt modelId="{02AA9C5F-0BB0-4872-BE42-F8D09A0B1A5F}" type="pres">
      <dgm:prSet presAssocID="{35D6A527-9378-4258-82C1-B0EB3362970F}" presName="parTx" presStyleLbl="revTx" presStyleIdx="3" presStyleCnt="5">
        <dgm:presLayoutVars>
          <dgm:chMax val="0"/>
          <dgm:chPref val="0"/>
          <dgm:bulletEnabled val="1"/>
        </dgm:presLayoutVars>
      </dgm:prSet>
      <dgm:spPr/>
    </dgm:pt>
    <dgm:pt modelId="{EE35D258-6BD3-4CEE-90C3-7E5667983C85}" type="pres">
      <dgm:prSet presAssocID="{35D6A527-9378-4258-82C1-B0EB3362970F}" presName="spVertical2" presStyleCnt="0"/>
      <dgm:spPr/>
    </dgm:pt>
    <dgm:pt modelId="{6757CE90-BC53-4BB0-9359-8F7105E81838}" type="pres">
      <dgm:prSet presAssocID="{35D6A527-9378-4258-82C1-B0EB3362970F}" presName="spVertical3" presStyleCnt="0"/>
      <dgm:spPr/>
    </dgm:pt>
    <dgm:pt modelId="{1FFF6B99-46D4-4E66-B7D4-F8AAB6C0B940}" type="pres">
      <dgm:prSet presAssocID="{35D6A527-9378-4258-82C1-B0EB3362970F}" presName="desTx" presStyleLbl="revTx" presStyleIdx="4" presStyleCnt="5">
        <dgm:presLayoutVars>
          <dgm:bulletEnabled val="1"/>
        </dgm:presLayoutVars>
      </dgm:prSet>
      <dgm:spPr/>
    </dgm:pt>
    <dgm:pt modelId="{F6DBFEA3-350D-4FCA-957D-304171EDF759}" type="pres">
      <dgm:prSet presAssocID="{44A193E0-90C9-4E34-ACF5-F6871AFA1345}" presName="padding2" presStyleCnt="0"/>
      <dgm:spPr/>
    </dgm:pt>
    <dgm:pt modelId="{49BFEE6C-5A7D-4AAB-B0C1-C02C64E06D66}" type="pres">
      <dgm:prSet presAssocID="{44A193E0-90C9-4E34-ACF5-F6871AFA1345}" presName="negArrow" presStyleCnt="0"/>
      <dgm:spPr/>
    </dgm:pt>
    <dgm:pt modelId="{D29ECDAE-42C0-4779-9C2A-2B1C4DA41940}" type="pres">
      <dgm:prSet presAssocID="{44A193E0-90C9-4E34-ACF5-F6871AFA1345}" presName="backgroundArrow" presStyleLbl="node1" presStyleIdx="0" presStyleCnt="1"/>
      <dgm:spPr/>
    </dgm:pt>
  </dgm:ptLst>
  <dgm:cxnLst>
    <dgm:cxn modelId="{DA6EA705-A333-4121-BA73-E3BF41946726}" type="presOf" srcId="{92040C73-2E7A-4C1A-BA43-490E0DD10748}" destId="{8192E141-2BDC-4C91-87D3-1BBC1CA263C0}" srcOrd="0" destOrd="0" presId="urn:microsoft.com/office/officeart/2005/8/layout/hProcess3"/>
    <dgm:cxn modelId="{2A062107-D3FF-4597-BEB5-ACD9C01BB692}" srcId="{44A193E0-90C9-4E34-ACF5-F6871AFA1345}" destId="{92040C73-2E7A-4C1A-BA43-490E0DD10748}" srcOrd="0" destOrd="0" parTransId="{684E2F14-9576-4A90-A7C7-39485D863C74}" sibTransId="{4969FE6E-3443-4669-83E1-7D78C261934A}"/>
    <dgm:cxn modelId="{18AC1F22-878C-46A4-8F33-7876ED7A795A}" type="presOf" srcId="{44A193E0-90C9-4E34-ACF5-F6871AFA1345}" destId="{A1DE367A-6CDB-44D3-9FBB-AAD53B3D75E6}" srcOrd="0" destOrd="0" presId="urn:microsoft.com/office/officeart/2005/8/layout/hProcess3"/>
    <dgm:cxn modelId="{291AB124-2055-41ED-8F3F-A22AEE7EE9B4}" srcId="{44A193E0-90C9-4E34-ACF5-F6871AFA1345}" destId="{0B1D9632-FBC1-4007-8FCF-84C7D8EA394D}" srcOrd="1" destOrd="0" parTransId="{AF19C734-D879-4D89-95D9-53FD35B5E395}" sibTransId="{7EE99A1F-B2D3-4D81-A38B-35A2387F739F}"/>
    <dgm:cxn modelId="{47E4A22E-A614-4C10-9C17-6D55DCCDB12E}" type="presOf" srcId="{0B1D9632-FBC1-4007-8FCF-84C7D8EA394D}" destId="{ED175237-28B7-4052-8465-1D70467A97EF}" srcOrd="0" destOrd="0" presId="urn:microsoft.com/office/officeart/2005/8/layout/hProcess3"/>
    <dgm:cxn modelId="{C6CD8E3B-37CA-4012-BBB4-56A1B4BF6819}" type="presOf" srcId="{3673E573-45EF-4C23-B0FF-262F08C53C95}" destId="{81CAB029-1443-4459-A2B8-F89776C1BE96}" srcOrd="0" destOrd="0" presId="urn:microsoft.com/office/officeart/2005/8/layout/hProcess3"/>
    <dgm:cxn modelId="{0E286B6B-CF08-4351-8DA5-75E8507CFD2F}" srcId="{92040C73-2E7A-4C1A-BA43-490E0DD10748}" destId="{3673E573-45EF-4C23-B0FF-262F08C53C95}" srcOrd="0" destOrd="0" parTransId="{CFABC29A-0D3B-4554-B58F-6CDFDB588999}" sibTransId="{891279F1-439E-43EE-9E0F-1035A99E5554}"/>
    <dgm:cxn modelId="{206ACB7D-F659-4E77-8F64-A8AFA238F4F3}" type="presOf" srcId="{D8A611E5-9325-4634-B052-429C59CE3E63}" destId="{1FFF6B99-46D4-4E66-B7D4-F8AAB6C0B940}" srcOrd="0" destOrd="0" presId="urn:microsoft.com/office/officeart/2005/8/layout/hProcess3"/>
    <dgm:cxn modelId="{72AFEE87-70DA-4A68-A776-3798204D9FB3}" srcId="{35D6A527-9378-4258-82C1-B0EB3362970F}" destId="{D8A611E5-9325-4634-B052-429C59CE3E63}" srcOrd="0" destOrd="0" parTransId="{DBB7C69A-93A6-4292-86A0-B6B0A4F65AD9}" sibTransId="{A9EEAAA3-5CB0-4403-8933-427863E7367C}"/>
    <dgm:cxn modelId="{E0751BB2-BAF0-488D-A233-D673D99A76ED}" srcId="{44A193E0-90C9-4E34-ACF5-F6871AFA1345}" destId="{35D6A527-9378-4258-82C1-B0EB3362970F}" srcOrd="2" destOrd="0" parTransId="{F9118AA5-E146-42CC-9B4B-7D0267A78501}" sibTransId="{D3D48250-629B-40B5-B07B-2E9DD14A3083}"/>
    <dgm:cxn modelId="{C915FEFB-F78A-45C2-8348-1CC7A369D2B8}" type="presOf" srcId="{35D6A527-9378-4258-82C1-B0EB3362970F}" destId="{02AA9C5F-0BB0-4872-BE42-F8D09A0B1A5F}" srcOrd="0" destOrd="0" presId="urn:microsoft.com/office/officeart/2005/8/layout/hProcess3"/>
    <dgm:cxn modelId="{07B69C63-0630-48E6-A220-45FDA03017C1}" type="presParOf" srcId="{A1DE367A-6CDB-44D3-9FBB-AAD53B3D75E6}" destId="{3177E29C-13C2-4FA0-AD43-8A68BA8936A8}" srcOrd="0" destOrd="0" presId="urn:microsoft.com/office/officeart/2005/8/layout/hProcess3"/>
    <dgm:cxn modelId="{EE048D5E-4634-4FF8-91D8-5F09DFB4B456}" type="presParOf" srcId="{A1DE367A-6CDB-44D3-9FBB-AAD53B3D75E6}" destId="{3F2D87FB-6032-4AA8-9BAE-1784C3E801C9}" srcOrd="1" destOrd="0" presId="urn:microsoft.com/office/officeart/2005/8/layout/hProcess3"/>
    <dgm:cxn modelId="{5F0E1792-F956-4F66-BECA-80ACAE824BBB}" type="presParOf" srcId="{3F2D87FB-6032-4AA8-9BAE-1784C3E801C9}" destId="{32891F0A-D011-4BB0-A665-39F1E8E69DFA}" srcOrd="0" destOrd="0" presId="urn:microsoft.com/office/officeart/2005/8/layout/hProcess3"/>
    <dgm:cxn modelId="{58AB87EA-ADE5-45DA-995E-7BBEF32444B7}" type="presParOf" srcId="{3F2D87FB-6032-4AA8-9BAE-1784C3E801C9}" destId="{1FDD57C4-4C06-4249-9F42-FE8A30EABE80}" srcOrd="1" destOrd="0" presId="urn:microsoft.com/office/officeart/2005/8/layout/hProcess3"/>
    <dgm:cxn modelId="{6EE9D463-1530-4906-8EF4-73125A305C3A}" type="presParOf" srcId="{1FDD57C4-4C06-4249-9F42-FE8A30EABE80}" destId="{E18B7AF0-2E49-46F0-9186-EC56D848C83D}" srcOrd="0" destOrd="0" presId="urn:microsoft.com/office/officeart/2005/8/layout/hProcess3"/>
    <dgm:cxn modelId="{DCE7145B-8188-46FC-AC1A-87CF948BD4E8}" type="presParOf" srcId="{1FDD57C4-4C06-4249-9F42-FE8A30EABE80}" destId="{8192E141-2BDC-4C91-87D3-1BBC1CA263C0}" srcOrd="1" destOrd="0" presId="urn:microsoft.com/office/officeart/2005/8/layout/hProcess3"/>
    <dgm:cxn modelId="{E91E0BE4-9B96-428E-87BB-E86E741F88D3}" type="presParOf" srcId="{1FDD57C4-4C06-4249-9F42-FE8A30EABE80}" destId="{67DE130A-4F6D-4D17-A07E-30C21BB98D1D}" srcOrd="2" destOrd="0" presId="urn:microsoft.com/office/officeart/2005/8/layout/hProcess3"/>
    <dgm:cxn modelId="{15C40075-788A-40E8-8967-06556E3F0B38}" type="presParOf" srcId="{1FDD57C4-4C06-4249-9F42-FE8A30EABE80}" destId="{DB2611EF-E0D7-4584-8EA1-8925BD73C896}" srcOrd="3" destOrd="0" presId="urn:microsoft.com/office/officeart/2005/8/layout/hProcess3"/>
    <dgm:cxn modelId="{46684E73-66FF-4B6A-98C8-C3E83128F89B}" type="presParOf" srcId="{1FDD57C4-4C06-4249-9F42-FE8A30EABE80}" destId="{81CAB029-1443-4459-A2B8-F89776C1BE96}" srcOrd="4" destOrd="0" presId="urn:microsoft.com/office/officeart/2005/8/layout/hProcess3"/>
    <dgm:cxn modelId="{9320D9E8-E948-4F61-8F0D-F2831B94310E}" type="presParOf" srcId="{3F2D87FB-6032-4AA8-9BAE-1784C3E801C9}" destId="{AFEFE0FA-8A5E-487E-9FE9-9A7853590E38}" srcOrd="2" destOrd="0" presId="urn:microsoft.com/office/officeart/2005/8/layout/hProcess3"/>
    <dgm:cxn modelId="{8DC36FD0-A178-4C3B-B87C-6D7E93A2FC48}" type="presParOf" srcId="{3F2D87FB-6032-4AA8-9BAE-1784C3E801C9}" destId="{99A16C7D-405D-4160-BFE3-7CE515691092}" srcOrd="3" destOrd="0" presId="urn:microsoft.com/office/officeart/2005/8/layout/hProcess3"/>
    <dgm:cxn modelId="{876CA6D0-48E7-44A4-B6C2-E4338309B457}" type="presParOf" srcId="{99A16C7D-405D-4160-BFE3-7CE515691092}" destId="{12B9CB04-5B46-4E2D-8FA5-6FAA46FB4353}" srcOrd="0" destOrd="0" presId="urn:microsoft.com/office/officeart/2005/8/layout/hProcess3"/>
    <dgm:cxn modelId="{3E004608-6F20-443B-8382-2F74306C88FE}" type="presParOf" srcId="{99A16C7D-405D-4160-BFE3-7CE515691092}" destId="{ED175237-28B7-4052-8465-1D70467A97EF}" srcOrd="1" destOrd="0" presId="urn:microsoft.com/office/officeart/2005/8/layout/hProcess3"/>
    <dgm:cxn modelId="{A7D97B95-9D5D-46E5-8418-35EBDE0B8AAF}" type="presParOf" srcId="{99A16C7D-405D-4160-BFE3-7CE515691092}" destId="{0FB51B05-19AF-44D2-8594-90A0BCA55203}" srcOrd="2" destOrd="0" presId="urn:microsoft.com/office/officeart/2005/8/layout/hProcess3"/>
    <dgm:cxn modelId="{2592950A-3070-427F-A1F6-D1E443D4570D}" type="presParOf" srcId="{99A16C7D-405D-4160-BFE3-7CE515691092}" destId="{F64E3314-3EA9-45A5-BE76-32D3A3D1C726}" srcOrd="3" destOrd="0" presId="urn:microsoft.com/office/officeart/2005/8/layout/hProcess3"/>
    <dgm:cxn modelId="{3C17153B-D76B-4A66-AD94-4B9B1C84DAC3}" type="presParOf" srcId="{3F2D87FB-6032-4AA8-9BAE-1784C3E801C9}" destId="{9AC88AFC-AE95-4FA1-B297-F3D0906875BD}" srcOrd="4" destOrd="0" presId="urn:microsoft.com/office/officeart/2005/8/layout/hProcess3"/>
    <dgm:cxn modelId="{234F8840-3323-4930-9518-070940AAFE70}" type="presParOf" srcId="{3F2D87FB-6032-4AA8-9BAE-1784C3E801C9}" destId="{B94CD4BB-6BC7-4E33-9073-54DC2026CE06}" srcOrd="5" destOrd="0" presId="urn:microsoft.com/office/officeart/2005/8/layout/hProcess3"/>
    <dgm:cxn modelId="{A4167EE6-3B60-4021-BD85-9221380A494D}" type="presParOf" srcId="{B94CD4BB-6BC7-4E33-9073-54DC2026CE06}" destId="{71E9F814-0DCF-44C5-93ED-38ADFE304BFA}" srcOrd="0" destOrd="0" presId="urn:microsoft.com/office/officeart/2005/8/layout/hProcess3"/>
    <dgm:cxn modelId="{BE1EF4FA-C60C-4556-BABC-D08A5044F226}" type="presParOf" srcId="{B94CD4BB-6BC7-4E33-9073-54DC2026CE06}" destId="{02AA9C5F-0BB0-4872-BE42-F8D09A0B1A5F}" srcOrd="1" destOrd="0" presId="urn:microsoft.com/office/officeart/2005/8/layout/hProcess3"/>
    <dgm:cxn modelId="{2C0FEE2F-CA83-446D-BB03-7F7CCF2B2577}" type="presParOf" srcId="{B94CD4BB-6BC7-4E33-9073-54DC2026CE06}" destId="{EE35D258-6BD3-4CEE-90C3-7E5667983C85}" srcOrd="2" destOrd="0" presId="urn:microsoft.com/office/officeart/2005/8/layout/hProcess3"/>
    <dgm:cxn modelId="{4FE33B0A-09EC-4699-ADB8-6FC24E84A0A3}" type="presParOf" srcId="{B94CD4BB-6BC7-4E33-9073-54DC2026CE06}" destId="{6757CE90-BC53-4BB0-9359-8F7105E81838}" srcOrd="3" destOrd="0" presId="urn:microsoft.com/office/officeart/2005/8/layout/hProcess3"/>
    <dgm:cxn modelId="{BB081EED-E284-4761-94C1-4A762C77D6A0}" type="presParOf" srcId="{B94CD4BB-6BC7-4E33-9073-54DC2026CE06}" destId="{1FFF6B99-46D4-4E66-B7D4-F8AAB6C0B940}" srcOrd="4" destOrd="0" presId="urn:microsoft.com/office/officeart/2005/8/layout/hProcess3"/>
    <dgm:cxn modelId="{E7795A63-F4FF-45A8-9D4D-4992F6782932}" type="presParOf" srcId="{3F2D87FB-6032-4AA8-9BAE-1784C3E801C9}" destId="{F6DBFEA3-350D-4FCA-957D-304171EDF759}" srcOrd="6" destOrd="0" presId="urn:microsoft.com/office/officeart/2005/8/layout/hProcess3"/>
    <dgm:cxn modelId="{259AB42A-F638-4E33-B026-BD2AA35859FA}" type="presParOf" srcId="{3F2D87FB-6032-4AA8-9BAE-1784C3E801C9}" destId="{49BFEE6C-5A7D-4AAB-B0C1-C02C64E06D66}" srcOrd="7" destOrd="0" presId="urn:microsoft.com/office/officeart/2005/8/layout/hProcess3"/>
    <dgm:cxn modelId="{177E4432-CA25-4927-97FC-323E3475BE55}" type="presParOf" srcId="{3F2D87FB-6032-4AA8-9BAE-1784C3E801C9}" destId="{D29ECDAE-42C0-4779-9C2A-2B1C4DA41940}" srcOrd="8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ECDAE-42C0-4779-9C2A-2B1C4DA41940}">
      <dsp:nvSpPr>
        <dsp:cNvPr id="0" name=""/>
        <dsp:cNvSpPr/>
      </dsp:nvSpPr>
      <dsp:spPr>
        <a:xfrm>
          <a:off x="0" y="645450"/>
          <a:ext cx="8255000" cy="3302000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FF6B99-46D4-4E66-B7D4-F8AAB6C0B940}">
      <dsp:nvSpPr>
        <dsp:cNvPr id="0" name=""/>
        <dsp:cNvSpPr/>
      </dsp:nvSpPr>
      <dsp:spPr>
        <a:xfrm>
          <a:off x="5440319" y="3287050"/>
          <a:ext cx="1989180" cy="114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Node Five</a:t>
          </a:r>
        </a:p>
      </dsp:txBody>
      <dsp:txXfrm>
        <a:off x="5440319" y="3287050"/>
        <a:ext cx="1989180" cy="1147500"/>
      </dsp:txXfrm>
    </dsp:sp>
    <dsp:sp modelId="{02AA9C5F-0BB0-4872-BE42-F8D09A0B1A5F}">
      <dsp:nvSpPr>
        <dsp:cNvPr id="0" name=""/>
        <dsp:cNvSpPr/>
      </dsp:nvSpPr>
      <dsp:spPr>
        <a:xfrm>
          <a:off x="5440319" y="1470950"/>
          <a:ext cx="1989180" cy="1651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45440" rIns="0" bIns="3454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Node Four</a:t>
          </a:r>
        </a:p>
      </dsp:txBody>
      <dsp:txXfrm>
        <a:off x="5440319" y="1470950"/>
        <a:ext cx="1989180" cy="1651000"/>
      </dsp:txXfrm>
    </dsp:sp>
    <dsp:sp modelId="{ED175237-28B7-4052-8465-1D70467A97EF}">
      <dsp:nvSpPr>
        <dsp:cNvPr id="0" name=""/>
        <dsp:cNvSpPr/>
      </dsp:nvSpPr>
      <dsp:spPr>
        <a:xfrm>
          <a:off x="3053302" y="1470950"/>
          <a:ext cx="1989180" cy="1651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45440" rIns="0" bIns="3454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Node Three</a:t>
          </a:r>
        </a:p>
      </dsp:txBody>
      <dsp:txXfrm>
        <a:off x="3053302" y="1470950"/>
        <a:ext cx="1989180" cy="1651000"/>
      </dsp:txXfrm>
    </dsp:sp>
    <dsp:sp modelId="{81CAB029-1443-4459-A2B8-F89776C1BE96}">
      <dsp:nvSpPr>
        <dsp:cNvPr id="0" name=""/>
        <dsp:cNvSpPr/>
      </dsp:nvSpPr>
      <dsp:spPr>
        <a:xfrm>
          <a:off x="666284" y="3287050"/>
          <a:ext cx="1989180" cy="114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Node Two has a longer label</a:t>
          </a:r>
        </a:p>
      </dsp:txBody>
      <dsp:txXfrm>
        <a:off x="666284" y="3287050"/>
        <a:ext cx="1989180" cy="1147500"/>
      </dsp:txXfrm>
    </dsp:sp>
    <dsp:sp modelId="{8192E141-2BDC-4C91-87D3-1BBC1CA263C0}">
      <dsp:nvSpPr>
        <dsp:cNvPr id="0" name=""/>
        <dsp:cNvSpPr/>
      </dsp:nvSpPr>
      <dsp:spPr>
        <a:xfrm>
          <a:off x="666284" y="1470950"/>
          <a:ext cx="1989180" cy="1651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45440" rIns="0" bIns="3454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Node One</a:t>
          </a:r>
        </a:p>
      </dsp:txBody>
      <dsp:txXfrm>
        <a:off x="666284" y="1470950"/>
        <a:ext cx="1989180" cy="1651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46F4-F219-7715-D0D4-D99D32324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F591B-E815-5C86-DD25-BABB74D71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10B16-A450-3D97-88B4-58E2B2FC4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0D57-39AB-4F0D-B89F-19CC6C62C5A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2BA38-313F-501C-866C-1DCB5D927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B2A2B-4C84-CF8F-6D49-F5F6C31E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0929-69D4-45FB-BB75-31216E399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65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E5FA-0419-DBB9-634F-E67B67D45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12E86-B291-8035-1599-3A1FC89B7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2E9EA-6D3F-5101-80B8-C0E70678C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0D57-39AB-4F0D-B89F-19CC6C62C5A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DE3ED-FAC9-D094-E85A-B5653B463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8838F-ACDF-E824-AF4A-FF8922974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0929-69D4-45FB-BB75-31216E399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38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83F42-F722-4370-03F2-98D9DCFD1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6D2EAA-16AC-C008-A291-9CDDAC1BA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07908-A896-DED6-DA38-8E8DDB631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0D57-39AB-4F0D-B89F-19CC6C62C5A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D2F90-E769-6086-B50E-0AEB1096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F64ED-8607-815C-0F39-61693A548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0929-69D4-45FB-BB75-31216E399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7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5BDD2-C16C-4D39-A7E2-934B7DA3D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7714B-7F94-5DB8-61C6-FD9080E28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30F83-8FFA-91F5-00AA-6F86C0FFE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E7702-3352-0BD5-3163-A3ED54671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0D57-39AB-4F0D-B89F-19CC6C62C5A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CCD08-5394-6550-94FF-D177839E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76081-E782-6ADF-A569-542DB242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0929-69D4-45FB-BB75-31216E399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5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FBD59-E1D5-F390-7969-456447608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20F0E-7355-0CD2-9478-C262463E3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4238B-E8CD-846E-C0A0-054E36CE1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788CE8-4346-E724-B615-4655E244A3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78B264-FAF1-4CD0-4F60-599ED2CD2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2F11C3-740C-1672-A990-21E720B9D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0D57-39AB-4F0D-B89F-19CC6C62C5A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F9F85D-8950-7C12-988A-EAD9BB9EA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FC2CD2-A5B1-5A70-4611-70422ED24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0929-69D4-45FB-BB75-31216E399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1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6A19-583D-714B-1023-F0981F633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C92A45-CA07-85CD-FCB6-0A220C1D2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0D57-39AB-4F0D-B89F-19CC6C62C5A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47910B-05CD-6273-C6EB-711CB52A0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458197-6652-C730-5577-02161DDA2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0929-69D4-45FB-BB75-31216E399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049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DC52DA-51EF-1240-C2AC-14E13DBD8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0D57-39AB-4F0D-B89F-19CC6C62C5A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9B84D-1BB2-87CE-EF8A-67D7A8A8D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53FDE-C44A-E952-23D6-9E73F67C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0929-69D4-45FB-BB75-31216E399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07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BCD8-5B8F-E6D2-034B-53B184949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97B65-1FF3-FFF0-D0ED-DF6AB64EC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C8575-37FB-267F-1E0D-3D62FCE828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E42DD-4443-2042-A0B8-D475EB7BA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0D57-39AB-4F0D-B89F-19CC6C62C5A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8817C-266E-5C10-0509-DF39DAF88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92454-9794-2C8B-55B7-22BBC1860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0929-69D4-45FB-BB75-31216E399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79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6783-03A6-E043-14FA-149E74E7C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8ADEA-237A-A4B6-C64A-3DB71C5D3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F3025-BAF2-298E-6646-1FCA1E828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8C67D5-3A7F-6EDB-D001-80D4F2AF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0D57-39AB-4F0D-B89F-19CC6C62C5A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EE11-E332-EC93-0098-F411BCB0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C3D864-6AEE-FAF4-9346-AB963729D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0929-69D4-45FB-BB75-31216E399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73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1CC89-6E6B-D6DC-3B23-DCA6F1B70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4FD366-EA25-F041-5F9B-CF6437C524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2E99C-62B2-7F2C-FBCC-1802A3BEB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0D57-39AB-4F0D-B89F-19CC6C62C5A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1E84D-6DAE-455B-248C-83938141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9A88C-0049-32CF-8AC1-7F515DCB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0929-69D4-45FB-BB75-31216E399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70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039FC6-9D19-36EB-E84A-EBB443EB01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733299-9789-8CEE-69EB-7495C80AF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B431F-DCFD-905F-8DB0-EA172B491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A0D57-39AB-4F0D-B89F-19CC6C62C5A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29BA0-A104-22DE-35BF-668F5A643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63BF7-1B5D-A092-576D-77787FED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20929-69D4-45FB-BB75-31216E399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36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D40C4D-E730-522F-CBAB-F1510845D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48930-037E-8C7F-3A3D-30617449A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06F29-02B7-0DE2-0B51-F4C9F4BD91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FA0D57-39AB-4F0D-B89F-19CC6C62C5A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587BC-E04B-3856-43D9-E92A25A01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53C83-D690-D9A7-2487-D9051E57CE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820929-69D4-45FB-BB75-31216E399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576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B00C415-CF3C-7028-CCB1-6249265F7E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7686801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183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2026-09-06T08:13:28Z</dcterms:created>
  <dcterms:modified xsi:type="dcterms:W3CDTF">2026-09-06T08:13:29Z</dcterms:modified>
</cp:coreProperties>
</file>