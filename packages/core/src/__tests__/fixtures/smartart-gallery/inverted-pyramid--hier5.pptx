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49D4A8-2CF2-4F5F-AD38-6D94EEAEED1F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170221CC-D20A-4F5F-B286-F6C337D6DEA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FF2B41E-283C-4D66-9BB5-7C7D93CD7311}" type="parTrans" cxnId="{07B1CD82-3BB0-406B-B69A-B07A29C7A3E6}">
      <dgm:prSet/>
      <dgm:spPr/>
    </dgm:pt>
    <dgm:pt modelId="{DBC51EAA-C112-4354-87D0-D1798DE51062}" type="sibTrans" cxnId="{07B1CD82-3BB0-406B-B69A-B07A29C7A3E6}">
      <dgm:prSet/>
      <dgm:spPr/>
    </dgm:pt>
    <dgm:pt modelId="{184D7317-C10A-492D-A6D1-7E87EEF4F57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EAF5E052-B39D-4299-A4A5-E28E3B31D380}" type="parTrans" cxnId="{6B4116B6-8886-4211-96FD-89AFCC638522}">
      <dgm:prSet/>
      <dgm:spPr/>
    </dgm:pt>
    <dgm:pt modelId="{CC61B766-4843-471A-9E14-9701DDD9730C}" type="sibTrans" cxnId="{6B4116B6-8886-4211-96FD-89AFCC638522}">
      <dgm:prSet/>
      <dgm:spPr/>
    </dgm:pt>
    <dgm:pt modelId="{02462599-AC2E-4E3E-9939-EDDA066B0E82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4A7E8EA-407E-4901-9128-421C41B6CA99}" type="parTrans" cxnId="{1C252161-32AC-49D6-8677-DC4D1A18557F}">
      <dgm:prSet/>
      <dgm:spPr/>
    </dgm:pt>
    <dgm:pt modelId="{A641E8ED-1DAB-432F-B1E8-58DC8F02F97A}" type="sibTrans" cxnId="{1C252161-32AC-49D6-8677-DC4D1A18557F}">
      <dgm:prSet/>
      <dgm:spPr/>
    </dgm:pt>
    <dgm:pt modelId="{82695A1A-2CD9-42B5-8C49-2578F997A2C4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D32292EF-9421-41D0-BBEB-A4A2B9ED278E}" type="parTrans" cxnId="{D0EE2819-D82C-4D89-89CC-3020E7505296}">
      <dgm:prSet/>
      <dgm:spPr/>
    </dgm:pt>
    <dgm:pt modelId="{ED08DB6F-3F78-4401-963B-182F678E8E0D}" type="sibTrans" cxnId="{D0EE2819-D82C-4D89-89CC-3020E7505296}">
      <dgm:prSet/>
      <dgm:spPr/>
    </dgm:pt>
    <dgm:pt modelId="{67E316EE-6291-4E85-AD3D-D597E48BF68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580DBF3-C3FC-4401-A778-56BF38CF987E}" type="parTrans" cxnId="{A7C8C0AA-A8D9-4188-ACB0-4D6A26DA6D56}">
      <dgm:prSet/>
      <dgm:spPr/>
    </dgm:pt>
    <dgm:pt modelId="{99827702-A253-47F1-9BA6-EDCEFA8A8D95}" type="sibTrans" cxnId="{A7C8C0AA-A8D9-4188-ACB0-4D6A26DA6D56}">
      <dgm:prSet/>
      <dgm:spPr/>
    </dgm:pt>
    <dgm:pt modelId="{9AFA0BAF-EF82-4024-9E9D-ACFB96CF7ADB}" type="pres">
      <dgm:prSet presAssocID="{C549D4A8-2CF2-4F5F-AD38-6D94EEAEED1F}" presName="Name0" presStyleCnt="0">
        <dgm:presLayoutVars>
          <dgm:dir/>
          <dgm:animLvl val="lvl"/>
          <dgm:resizeHandles val="exact"/>
        </dgm:presLayoutVars>
      </dgm:prSet>
      <dgm:spPr/>
    </dgm:pt>
    <dgm:pt modelId="{E7BA3673-997E-4CAF-8C99-7DA1AE938D0C}" type="pres">
      <dgm:prSet presAssocID="{170221CC-D20A-4F5F-B286-F6C337D6DEA4}" presName="Name8" presStyleCnt="0"/>
      <dgm:spPr/>
    </dgm:pt>
    <dgm:pt modelId="{DD371B06-7A16-40E2-A58A-693D6680D95E}" type="pres">
      <dgm:prSet presAssocID="{170221CC-D20A-4F5F-B286-F6C337D6DEA4}" presName="acctBkgd" presStyleLbl="alignAcc1" presStyleIdx="0" presStyleCnt="2"/>
      <dgm:spPr/>
    </dgm:pt>
    <dgm:pt modelId="{7C53360F-C5A9-4306-A3E6-452560CE137E}" type="pres">
      <dgm:prSet presAssocID="{170221CC-D20A-4F5F-B286-F6C337D6DEA4}" presName="acctTx" presStyleLbl="alignAcc1" presStyleIdx="0" presStyleCnt="2">
        <dgm:presLayoutVars>
          <dgm:bulletEnabled val="1"/>
        </dgm:presLayoutVars>
      </dgm:prSet>
      <dgm:spPr/>
    </dgm:pt>
    <dgm:pt modelId="{F8EE434E-7965-488D-84D9-BBC9A07A826B}" type="pres">
      <dgm:prSet presAssocID="{170221CC-D20A-4F5F-B286-F6C337D6DEA4}" presName="level" presStyleLbl="node1" presStyleIdx="0" presStyleCnt="3">
        <dgm:presLayoutVars>
          <dgm:chMax val="1"/>
          <dgm:bulletEnabled val="1"/>
        </dgm:presLayoutVars>
      </dgm:prSet>
      <dgm:spPr/>
    </dgm:pt>
    <dgm:pt modelId="{0A6F9AAE-1CEA-4C22-93BE-0173B0468C98}" type="pres">
      <dgm:prSet presAssocID="{170221CC-D20A-4F5F-B286-F6C337D6DEA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FDD34E-1085-423D-AD85-A1614E5B6A5B}" type="pres">
      <dgm:prSet presAssocID="{02462599-AC2E-4E3E-9939-EDDA066B0E82}" presName="Name8" presStyleCnt="0"/>
      <dgm:spPr/>
    </dgm:pt>
    <dgm:pt modelId="{4744B7C6-3B17-4495-A23C-EFA1A2B176AC}" type="pres">
      <dgm:prSet presAssocID="{02462599-AC2E-4E3E-9939-EDDA066B0E82}" presName="level" presStyleLbl="node1" presStyleIdx="1" presStyleCnt="3">
        <dgm:presLayoutVars>
          <dgm:chMax val="1"/>
          <dgm:bulletEnabled val="1"/>
        </dgm:presLayoutVars>
      </dgm:prSet>
      <dgm:spPr/>
    </dgm:pt>
    <dgm:pt modelId="{71D8EC32-05AD-42E2-879A-780BE4FD2A82}" type="pres">
      <dgm:prSet presAssocID="{02462599-AC2E-4E3E-9939-EDDA066B0E8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F23B969-DC77-4E8D-942E-D7F0AC5EF5AF}" type="pres">
      <dgm:prSet presAssocID="{82695A1A-2CD9-42B5-8C49-2578F997A2C4}" presName="Name8" presStyleCnt="0"/>
      <dgm:spPr/>
    </dgm:pt>
    <dgm:pt modelId="{ED997000-6880-4865-931D-1F2259DC67DB}" type="pres">
      <dgm:prSet presAssocID="{82695A1A-2CD9-42B5-8C49-2578F997A2C4}" presName="acctBkgd" presStyleLbl="alignAcc1" presStyleIdx="1" presStyleCnt="2"/>
      <dgm:spPr/>
    </dgm:pt>
    <dgm:pt modelId="{3A3E5B89-29A5-41BC-970A-2A7EC220839A}" type="pres">
      <dgm:prSet presAssocID="{82695A1A-2CD9-42B5-8C49-2578F997A2C4}" presName="acctTx" presStyleLbl="alignAcc1" presStyleIdx="1" presStyleCnt="2">
        <dgm:presLayoutVars>
          <dgm:bulletEnabled val="1"/>
        </dgm:presLayoutVars>
      </dgm:prSet>
      <dgm:spPr/>
    </dgm:pt>
    <dgm:pt modelId="{918111FA-2D65-4C57-B33B-4EAD206F2033}" type="pres">
      <dgm:prSet presAssocID="{82695A1A-2CD9-42B5-8C49-2578F997A2C4}" presName="level" presStyleLbl="node1" presStyleIdx="2" presStyleCnt="3">
        <dgm:presLayoutVars>
          <dgm:chMax val="1"/>
          <dgm:bulletEnabled val="1"/>
        </dgm:presLayoutVars>
      </dgm:prSet>
      <dgm:spPr/>
    </dgm:pt>
    <dgm:pt modelId="{3F6F3D6C-CBB9-4B2E-9B4A-22452F112923}" type="pres">
      <dgm:prSet presAssocID="{82695A1A-2CD9-42B5-8C49-2578F997A2C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0EE2819-D82C-4D89-89CC-3020E7505296}" srcId="{C549D4A8-2CF2-4F5F-AD38-6D94EEAEED1F}" destId="{82695A1A-2CD9-42B5-8C49-2578F997A2C4}" srcOrd="2" destOrd="0" parTransId="{D32292EF-9421-41D0-BBEB-A4A2B9ED278E}" sibTransId="{ED08DB6F-3F78-4401-963B-182F678E8E0D}"/>
    <dgm:cxn modelId="{A8D1881A-1C60-4249-A9EE-A304D362AFC1}" type="presOf" srcId="{184D7317-C10A-492D-A6D1-7E87EEF4F575}" destId="{DD371B06-7A16-40E2-A58A-693D6680D95E}" srcOrd="0" destOrd="0" presId="urn:microsoft.com/office/officeart/2005/8/layout/pyramid3"/>
    <dgm:cxn modelId="{1C252161-32AC-49D6-8677-DC4D1A18557F}" srcId="{C549D4A8-2CF2-4F5F-AD38-6D94EEAEED1F}" destId="{02462599-AC2E-4E3E-9939-EDDA066B0E82}" srcOrd="1" destOrd="0" parTransId="{74A7E8EA-407E-4901-9128-421C41B6CA99}" sibTransId="{A641E8ED-1DAB-432F-B1E8-58DC8F02F97A}"/>
    <dgm:cxn modelId="{F3F9384B-6C86-4240-B984-631E9C485A67}" type="presOf" srcId="{170221CC-D20A-4F5F-B286-F6C337D6DEA4}" destId="{0A6F9AAE-1CEA-4C22-93BE-0173B0468C98}" srcOrd="1" destOrd="0" presId="urn:microsoft.com/office/officeart/2005/8/layout/pyramid3"/>
    <dgm:cxn modelId="{E74F986B-7AA0-4A95-85A2-D299278AF681}" type="presOf" srcId="{170221CC-D20A-4F5F-B286-F6C337D6DEA4}" destId="{F8EE434E-7965-488D-84D9-BBC9A07A826B}" srcOrd="0" destOrd="0" presId="urn:microsoft.com/office/officeart/2005/8/layout/pyramid3"/>
    <dgm:cxn modelId="{4CE4BD56-8D6D-4CA5-85D0-9A4193F20173}" type="presOf" srcId="{02462599-AC2E-4E3E-9939-EDDA066B0E82}" destId="{4744B7C6-3B17-4495-A23C-EFA1A2B176AC}" srcOrd="0" destOrd="0" presId="urn:microsoft.com/office/officeart/2005/8/layout/pyramid3"/>
    <dgm:cxn modelId="{07B1CD82-3BB0-406B-B69A-B07A29C7A3E6}" srcId="{C549D4A8-2CF2-4F5F-AD38-6D94EEAEED1F}" destId="{170221CC-D20A-4F5F-B286-F6C337D6DEA4}" srcOrd="0" destOrd="0" parTransId="{7FF2B41E-283C-4D66-9BB5-7C7D93CD7311}" sibTransId="{DBC51EAA-C112-4354-87D0-D1798DE51062}"/>
    <dgm:cxn modelId="{51CFB488-018E-419A-B143-D90AFC1E85E3}" type="presOf" srcId="{184D7317-C10A-492D-A6D1-7E87EEF4F575}" destId="{7C53360F-C5A9-4306-A3E6-452560CE137E}" srcOrd="1" destOrd="0" presId="urn:microsoft.com/office/officeart/2005/8/layout/pyramid3"/>
    <dgm:cxn modelId="{56613097-2BE8-4345-BA26-CA84D47281FB}" type="presOf" srcId="{02462599-AC2E-4E3E-9939-EDDA066B0E82}" destId="{71D8EC32-05AD-42E2-879A-780BE4FD2A82}" srcOrd="1" destOrd="0" presId="urn:microsoft.com/office/officeart/2005/8/layout/pyramid3"/>
    <dgm:cxn modelId="{4D32309E-900F-4479-B194-BBEB8205709F}" type="presOf" srcId="{82695A1A-2CD9-42B5-8C49-2578F997A2C4}" destId="{918111FA-2D65-4C57-B33B-4EAD206F2033}" srcOrd="0" destOrd="0" presId="urn:microsoft.com/office/officeart/2005/8/layout/pyramid3"/>
    <dgm:cxn modelId="{A7C8C0AA-A8D9-4188-ACB0-4D6A26DA6D56}" srcId="{82695A1A-2CD9-42B5-8C49-2578F997A2C4}" destId="{67E316EE-6291-4E85-AD3D-D597E48BF68D}" srcOrd="0" destOrd="0" parTransId="{5580DBF3-C3FC-4401-A778-56BF38CF987E}" sibTransId="{99827702-A253-47F1-9BA6-EDCEFA8A8D95}"/>
    <dgm:cxn modelId="{6B4116B6-8886-4211-96FD-89AFCC638522}" srcId="{170221CC-D20A-4F5F-B286-F6C337D6DEA4}" destId="{184D7317-C10A-492D-A6D1-7E87EEF4F575}" srcOrd="0" destOrd="0" parTransId="{EAF5E052-B39D-4299-A4A5-E28E3B31D380}" sibTransId="{CC61B766-4843-471A-9E14-9701DDD9730C}"/>
    <dgm:cxn modelId="{9D5578BA-CD84-4760-A39A-361AEECA1628}" type="presOf" srcId="{82695A1A-2CD9-42B5-8C49-2578F997A2C4}" destId="{3F6F3D6C-CBB9-4B2E-9B4A-22452F112923}" srcOrd="1" destOrd="0" presId="urn:microsoft.com/office/officeart/2005/8/layout/pyramid3"/>
    <dgm:cxn modelId="{2783D5C9-BAE4-4CFC-AFAE-FAED211B3669}" type="presOf" srcId="{C549D4A8-2CF2-4F5F-AD38-6D94EEAEED1F}" destId="{9AFA0BAF-EF82-4024-9E9D-ACFB96CF7ADB}" srcOrd="0" destOrd="0" presId="urn:microsoft.com/office/officeart/2005/8/layout/pyramid3"/>
    <dgm:cxn modelId="{782236E5-126A-4A92-BEAE-1DDED0D888F8}" type="presOf" srcId="{67E316EE-6291-4E85-AD3D-D597E48BF68D}" destId="{ED997000-6880-4865-931D-1F2259DC67DB}" srcOrd="0" destOrd="0" presId="urn:microsoft.com/office/officeart/2005/8/layout/pyramid3"/>
    <dgm:cxn modelId="{2A4096EF-F819-4D6B-9DC1-37F69860042C}" type="presOf" srcId="{67E316EE-6291-4E85-AD3D-D597E48BF68D}" destId="{3A3E5B89-29A5-41BC-970A-2A7EC220839A}" srcOrd="1" destOrd="0" presId="urn:microsoft.com/office/officeart/2005/8/layout/pyramid3"/>
    <dgm:cxn modelId="{F09DDFCA-E0AB-4245-8A28-21A9F69BC2A9}" type="presParOf" srcId="{9AFA0BAF-EF82-4024-9E9D-ACFB96CF7ADB}" destId="{E7BA3673-997E-4CAF-8C99-7DA1AE938D0C}" srcOrd="0" destOrd="0" presId="urn:microsoft.com/office/officeart/2005/8/layout/pyramid3"/>
    <dgm:cxn modelId="{EB92E900-0BAE-4DE8-9D5F-2DE544BD865A}" type="presParOf" srcId="{E7BA3673-997E-4CAF-8C99-7DA1AE938D0C}" destId="{DD371B06-7A16-40E2-A58A-693D6680D95E}" srcOrd="0" destOrd="0" presId="urn:microsoft.com/office/officeart/2005/8/layout/pyramid3"/>
    <dgm:cxn modelId="{91CDCCBB-2C06-4176-8C80-A636D5AD0D1B}" type="presParOf" srcId="{E7BA3673-997E-4CAF-8C99-7DA1AE938D0C}" destId="{7C53360F-C5A9-4306-A3E6-452560CE137E}" srcOrd="1" destOrd="0" presId="urn:microsoft.com/office/officeart/2005/8/layout/pyramid3"/>
    <dgm:cxn modelId="{EB373446-875B-4FDC-A461-7A422388F1C9}" type="presParOf" srcId="{E7BA3673-997E-4CAF-8C99-7DA1AE938D0C}" destId="{F8EE434E-7965-488D-84D9-BBC9A07A826B}" srcOrd="2" destOrd="0" presId="urn:microsoft.com/office/officeart/2005/8/layout/pyramid3"/>
    <dgm:cxn modelId="{50C91231-D86F-4EE6-890A-4AFF4B18C446}" type="presParOf" srcId="{E7BA3673-997E-4CAF-8C99-7DA1AE938D0C}" destId="{0A6F9AAE-1CEA-4C22-93BE-0173B0468C98}" srcOrd="3" destOrd="0" presId="urn:microsoft.com/office/officeart/2005/8/layout/pyramid3"/>
    <dgm:cxn modelId="{F0EB0276-C82A-4A5C-8D10-CDE0CC3A559A}" type="presParOf" srcId="{9AFA0BAF-EF82-4024-9E9D-ACFB96CF7ADB}" destId="{DCFDD34E-1085-423D-AD85-A1614E5B6A5B}" srcOrd="1" destOrd="0" presId="urn:microsoft.com/office/officeart/2005/8/layout/pyramid3"/>
    <dgm:cxn modelId="{4BBF1E41-54AE-4259-A7EC-EEE5CC402C55}" type="presParOf" srcId="{DCFDD34E-1085-423D-AD85-A1614E5B6A5B}" destId="{4744B7C6-3B17-4495-A23C-EFA1A2B176AC}" srcOrd="0" destOrd="0" presId="urn:microsoft.com/office/officeart/2005/8/layout/pyramid3"/>
    <dgm:cxn modelId="{E7DAB1AE-F320-4A4C-B96F-868AAB93D3B7}" type="presParOf" srcId="{DCFDD34E-1085-423D-AD85-A1614E5B6A5B}" destId="{71D8EC32-05AD-42E2-879A-780BE4FD2A82}" srcOrd="1" destOrd="0" presId="urn:microsoft.com/office/officeart/2005/8/layout/pyramid3"/>
    <dgm:cxn modelId="{DE93910E-557B-4254-9B1C-EED9D39ED3DA}" type="presParOf" srcId="{9AFA0BAF-EF82-4024-9E9D-ACFB96CF7ADB}" destId="{8F23B969-DC77-4E8D-942E-D7F0AC5EF5AF}" srcOrd="2" destOrd="0" presId="urn:microsoft.com/office/officeart/2005/8/layout/pyramid3"/>
    <dgm:cxn modelId="{E1025541-22A0-472D-AA69-25AD9ACD1964}" type="presParOf" srcId="{8F23B969-DC77-4E8D-942E-D7F0AC5EF5AF}" destId="{ED997000-6880-4865-931D-1F2259DC67DB}" srcOrd="0" destOrd="0" presId="urn:microsoft.com/office/officeart/2005/8/layout/pyramid3"/>
    <dgm:cxn modelId="{961310DE-6FB0-404D-93A1-EF5FD6DE536A}" type="presParOf" srcId="{8F23B969-DC77-4E8D-942E-D7F0AC5EF5AF}" destId="{3A3E5B89-29A5-41BC-970A-2A7EC220839A}" srcOrd="1" destOrd="0" presId="urn:microsoft.com/office/officeart/2005/8/layout/pyramid3"/>
    <dgm:cxn modelId="{1AD3CD77-6BD5-4A03-A0A9-5FC94A9887FB}" type="presParOf" srcId="{8F23B969-DC77-4E8D-942E-D7F0AC5EF5AF}" destId="{918111FA-2D65-4C57-B33B-4EAD206F2033}" srcOrd="2" destOrd="0" presId="urn:microsoft.com/office/officeart/2005/8/layout/pyramid3"/>
    <dgm:cxn modelId="{F78F08E3-73F6-4AC6-B83B-70B7514E744C}" type="presParOf" srcId="{8F23B969-DC77-4E8D-942E-D7F0AC5EF5AF}" destId="{3F6F3D6C-CBB9-4B2E-9B4A-22452F112923}" srcOrd="3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71B06-7A16-40E2-A58A-693D6680D95E}">
      <dsp:nvSpPr>
        <dsp:cNvPr id="0" name=""/>
        <dsp:cNvSpPr/>
      </dsp:nvSpPr>
      <dsp:spPr>
        <a:xfrm>
          <a:off x="4677833" y="0"/>
          <a:ext cx="3577166" cy="1693333"/>
        </a:xfrm>
        <a:prstGeom prst="nonIsoscelesTrapezoid">
          <a:avLst>
            <a:gd name="adj1" fmla="val 5525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Two has a longer label</a:t>
          </a:r>
        </a:p>
      </dsp:txBody>
      <dsp:txXfrm>
        <a:off x="5613399" y="0"/>
        <a:ext cx="2641600" cy="1693333"/>
      </dsp:txXfrm>
    </dsp:sp>
    <dsp:sp modelId="{F8EE434E-7965-488D-84D9-BBC9A07A826B}">
      <dsp:nvSpPr>
        <dsp:cNvPr id="0" name=""/>
        <dsp:cNvSpPr/>
      </dsp:nvSpPr>
      <dsp:spPr>
        <a:xfrm rot="10800000">
          <a:off x="0" y="0"/>
          <a:ext cx="5613399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Node One</a:t>
          </a:r>
        </a:p>
      </dsp:txBody>
      <dsp:txXfrm rot="-10800000">
        <a:off x="982344" y="0"/>
        <a:ext cx="3648710" cy="1693333"/>
      </dsp:txXfrm>
    </dsp:sp>
    <dsp:sp modelId="{4744B7C6-3B17-4495-A23C-EFA1A2B176AC}">
      <dsp:nvSpPr>
        <dsp:cNvPr id="0" name=""/>
        <dsp:cNvSpPr/>
      </dsp:nvSpPr>
      <dsp:spPr>
        <a:xfrm rot="10800000">
          <a:off x="935566" y="1693333"/>
          <a:ext cx="3742266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Node Three</a:t>
          </a:r>
        </a:p>
      </dsp:txBody>
      <dsp:txXfrm rot="-10800000">
        <a:off x="1590463" y="1693333"/>
        <a:ext cx="2432473" cy="1693333"/>
      </dsp:txXfrm>
    </dsp:sp>
    <dsp:sp modelId="{ED997000-6880-4865-931D-1F2259DC67DB}">
      <dsp:nvSpPr>
        <dsp:cNvPr id="0" name=""/>
        <dsp:cNvSpPr/>
      </dsp:nvSpPr>
      <dsp:spPr>
        <a:xfrm>
          <a:off x="2806699" y="3386666"/>
          <a:ext cx="5448300" cy="1693333"/>
        </a:xfrm>
        <a:prstGeom prst="nonIsoscelesTrapezoid">
          <a:avLst>
            <a:gd name="adj1" fmla="val 5525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Five</a:t>
          </a:r>
        </a:p>
      </dsp:txBody>
      <dsp:txXfrm>
        <a:off x="3742266" y="3386666"/>
        <a:ext cx="4512733" cy="1693333"/>
      </dsp:txXfrm>
    </dsp:sp>
    <dsp:sp modelId="{918111FA-2D65-4C57-B33B-4EAD206F2033}">
      <dsp:nvSpPr>
        <dsp:cNvPr id="0" name=""/>
        <dsp:cNvSpPr/>
      </dsp:nvSpPr>
      <dsp:spPr>
        <a:xfrm rot="10800000">
          <a:off x="1871133" y="3386666"/>
          <a:ext cx="1871133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Node Four</a:t>
          </a:r>
        </a:p>
      </dsp:txBody>
      <dsp:txXfrm rot="-10800000">
        <a:off x="1871133" y="3386666"/>
        <a:ext cx="1871133" cy="1693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79E9-E102-7CB5-5658-B7C883694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49AAE-4BC4-098A-00AD-1ECFF55E2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4483-6780-76C6-4152-1107ED43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CA0FD-A40C-6DB5-C080-CE39A83F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40E8E-B565-394A-096E-4873F715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084DA-0576-D2BC-12AF-087BB4EB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86201-9A0B-E4A1-EC6B-CA4ACED3D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C186B-2400-A728-29D6-D5E047DC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932FA-ABEA-9227-33D2-ABE5B67A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618A9-B3F3-D253-49CA-46F6356F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8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A3F5-DAB1-217A-A7B1-F6A1DF00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163DC-1F4E-90B3-D1C1-7B3AB57A1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8EABB-589E-0761-6774-E858BDEF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D9D0-5AF8-B4C6-E491-1D1DF28B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50DA9-E2F1-3748-D3A0-D6030E19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9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1898-B614-C869-65DE-63B6DF67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4C0B-C6D7-077F-B4FA-30DEE3D4D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D7F9A-F708-7901-BE1C-F4946094E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E0B8B-C8F8-CEB7-504B-EB640364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6CFD3-E6F5-8C34-1769-5C7EBC0A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02963-A992-A847-AACF-1467ED7F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35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B8BA-204B-1A15-339F-CD1D238D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C760E-F102-F452-F443-ABB5A83F9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7D6E8-2928-6F98-18BF-8ADD264F3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5627D-FC8C-1638-11D2-16ECC3108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292EE-F6CA-3CF5-D4EF-EE04365BC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793F7-2539-2203-026C-A608D7DE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0A216-0E38-990F-FC92-3BE1E73A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E2420-92E9-3895-8A87-FB3C4295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37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9120-3D8C-45E3-1CAC-7D563644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2E3D9-8607-D634-753F-4F43D564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53E1E-71C1-B5A1-CE61-881AC1C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A0A7F-F0B2-7235-00D8-7E2B498E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5A9E4-4D65-57C1-D899-6189F7DB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AE387-60E7-6F26-8EE8-5E91F3D0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A9E09-B2B4-F662-5521-720FD094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8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13F5-5AE5-6CE2-E2F3-1B6B3014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C89C-DFEE-E061-F8EA-4607ECBEE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52685-FED8-3786-3BA7-5F13ACF82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AFF02-37EC-9E84-1BD8-5EF3BEBE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D56ED-8F1A-56CE-1FA3-61F4D5BC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CB22F-B0CC-F76F-8808-81547BD0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3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B088-6A48-45F1-CDD1-85918723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CFF4E-6FAA-119C-24F4-3E8E6737D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572B9-BC42-99A3-9887-20BCE2865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180B2-E7A7-AF30-2271-CC240974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515E2-5D2A-03D4-77B2-6BFB0A7E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89A9F-C2E1-837A-57D7-ED830E27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6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B5EA-A49A-A4AD-07E8-4992DEBA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70426-24C5-4223-D73F-77F06838B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14590-A7B5-1C2F-20E5-8EF2E600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F770C-519A-B7E5-B188-785CDCF6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DCAE-CE69-71AF-EAFA-E0FC8177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2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41AF6-10B8-FFCC-8C47-61DF004D0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C661-3578-1E69-749A-3B11AA6F1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EE3D5-6DC3-26F7-E9EC-B444E886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CA0D-9B5D-4908-2D06-64A2FF59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88F34-10CD-543A-15A2-9A32B41B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5F2DCD-D401-A908-863A-E294B795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2B646-A381-A9AB-8EE8-0482FB602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C4187-3BBB-4E94-6C27-98BD8EDB7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86382-03C0-408C-A17E-D4D69D1308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BFC61-8C88-F89A-B15D-AC93E5FD8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EF6CE-A53C-82A3-41DA-55BE724CA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EF5FE-848C-41AC-9383-83484E7CD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4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B972F09-A751-A75F-A64F-264B091A4D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66469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035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2026-09-06T08:14:54Z</dcterms:created>
  <dcterms:modified xsi:type="dcterms:W3CDTF">2026-09-06T08:14:55Z</dcterms:modified>
</cp:coreProperties>
</file>