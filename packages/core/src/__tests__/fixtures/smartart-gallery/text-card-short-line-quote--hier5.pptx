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C37A31-4DAA-492D-BB37-3449C5A3E593}" type="doc">
      <dgm:prSet loTypeId="urn:microsoft.com/office/officeart/2026/layout/TextCardShortLineQuot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0DE16D-741A-4000-96AE-BB2F49A8180F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One</a:t>
          </a:r>
        </a:p>
      </dgm:t>
    </dgm:pt>
    <dgm:pt modelId="{E5222972-72F5-4F4A-AFFA-61C557E9B408}" type="parTrans" cxnId="{48AB6AAA-1AAB-4987-BB48-508590298B8A}">
      <dgm:prSet/>
      <dgm:spPr/>
    </dgm:pt>
    <dgm:pt modelId="{4DD1F266-0A35-45B2-BBAF-DFAE3C4B9D20}" type="sibTrans" cxnId="{48AB6AAA-1AAB-4987-BB48-508590298B8A}">
      <dgm:prSet/>
      <dgm:spPr/>
    </dgm:pt>
    <dgm:pt modelId="{A9F5E5FE-9C8E-4461-BEDA-B8166729F31B}">
      <dgm:prSet phldrT="Description" phldr="1"/>
      <dgm:spPr/>
      <dgm:t>
        <a:bodyPr/>
        <a:lstStyle/>
        <a:p>
          <a:endParaRPr lang="en-US"/>
        </a:p>
      </dgm:t>
    </dgm:pt>
    <dgm:pt modelId="{1E1ABF69-1E02-4652-99E9-96FF5210EB90}" type="parTrans" cxnId="{2B1143B5-262E-4CD0-ACB5-FB3E99C6BF82}">
      <dgm:prSet/>
      <dgm:spPr/>
    </dgm:pt>
    <dgm:pt modelId="{7981A8E6-F8D9-4201-B455-B697E82B8E43}" type="sibTrans" cxnId="{2B1143B5-262E-4CD0-ACB5-FB3E99C6BF82}">
      <dgm:prSet/>
      <dgm:spPr/>
    </dgm:pt>
    <dgm:pt modelId="{1C482A49-F520-4B17-AD55-8FB30DD1D2C3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Two has a longer label</a:t>
          </a:r>
        </a:p>
      </dgm:t>
    </dgm:pt>
    <dgm:pt modelId="{C368E8B5-F843-4259-B468-06650131DF9E}" type="parTrans" cxnId="{E5721D78-BC18-460B-A60C-96FAB7718A09}">
      <dgm:prSet/>
      <dgm:spPr/>
    </dgm:pt>
    <dgm:pt modelId="{BA546EE3-E41B-4AAC-A739-566B63AA017D}" type="sibTrans" cxnId="{E5721D78-BC18-460B-A60C-96FAB7718A09}">
      <dgm:prSet/>
      <dgm:spPr/>
    </dgm:pt>
    <dgm:pt modelId="{A0FD7FEC-27A2-453D-9B3D-74030198EB0A}">
      <dgm:prSet phldrT="Description" phldr="1"/>
      <dgm:spPr/>
      <dgm:t>
        <a:bodyPr/>
        <a:lstStyle/>
        <a:p>
          <a:endParaRPr lang="en-US"/>
        </a:p>
      </dgm:t>
    </dgm:pt>
    <dgm:pt modelId="{2D177AB5-CA93-43D4-A188-24C0FE901444}" type="parTrans" cxnId="{FB4E01EB-AE39-45A6-B9E2-51BBBF06310E}">
      <dgm:prSet/>
      <dgm:spPr/>
    </dgm:pt>
    <dgm:pt modelId="{11839099-B9BA-4BB6-8BDD-99CA641FF326}" type="sibTrans" cxnId="{FB4E01EB-AE39-45A6-B9E2-51BBBF06310E}">
      <dgm:prSet/>
      <dgm:spPr/>
    </dgm:pt>
    <dgm:pt modelId="{75F63452-18E8-4240-8B34-959060B457FC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E7EFA038-F812-4655-A99D-FDEA33D11FD1}" type="parTrans" cxnId="{42085D13-D033-4948-937C-64B71274DE2D}">
      <dgm:prSet/>
      <dgm:spPr/>
    </dgm:pt>
    <dgm:pt modelId="{9F9B7FFB-9F51-44F1-A720-EAD46155B2A3}" type="sibTrans" cxnId="{42085D13-D033-4948-937C-64B71274DE2D}">
      <dgm:prSet/>
      <dgm:spPr/>
    </dgm:pt>
    <dgm:pt modelId="{32EC40C7-3C56-4FC5-BEDF-FB509826C799}">
      <dgm:prSet phldrT="Description" phldr="1"/>
      <dgm:spPr/>
      <dgm:t>
        <a:bodyPr/>
        <a:lstStyle/>
        <a:p>
          <a:endParaRPr lang="en-US"/>
        </a:p>
      </dgm:t>
    </dgm:pt>
    <dgm:pt modelId="{FAC4E862-414F-42D9-9F5E-53C804D7F353}" type="parTrans" cxnId="{0D01B5B9-BF97-4E5A-A56C-CF37555C2C65}">
      <dgm:prSet/>
      <dgm:spPr/>
    </dgm:pt>
    <dgm:pt modelId="{82F3294D-346B-4ECA-B578-8D538B316ACB}" type="sibTrans" cxnId="{0D01B5B9-BF97-4E5A-A56C-CF37555C2C65}">
      <dgm:prSet/>
      <dgm:spPr/>
    </dgm:pt>
    <dgm:pt modelId="{17427B69-08E5-4FBB-B9EA-4297860B79A6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Four</a:t>
          </a:r>
        </a:p>
      </dgm:t>
    </dgm:pt>
    <dgm:pt modelId="{9BE8EA7B-03AD-4D22-980E-9F9674A2C689}" type="parTrans" cxnId="{71CD2F7C-2D8E-4034-ACD4-18ED6E931492}">
      <dgm:prSet/>
      <dgm:spPr/>
    </dgm:pt>
    <dgm:pt modelId="{C827FE4E-4AC5-4F12-A418-71C8AC2C729F}" type="sibTrans" cxnId="{71CD2F7C-2D8E-4034-ACD4-18ED6E931492}">
      <dgm:prSet/>
      <dgm:spPr/>
    </dgm:pt>
    <dgm:pt modelId="{EDC1C2B3-8ED2-4617-A4B0-6B82F2736A9A}">
      <dgm:prSet phldrT="Description" phldr="1"/>
      <dgm:spPr/>
      <dgm:t>
        <a:bodyPr/>
        <a:lstStyle/>
        <a:p>
          <a:endParaRPr lang="en-US"/>
        </a:p>
      </dgm:t>
    </dgm:pt>
    <dgm:pt modelId="{42703A21-5463-46AA-8DCB-189066AC23BD}" type="parTrans" cxnId="{6130570D-7F38-44A5-9FC5-CE4C67BF3C33}">
      <dgm:prSet/>
      <dgm:spPr/>
    </dgm:pt>
    <dgm:pt modelId="{EC20C894-8347-4364-B1A4-4487C288F46E}" type="sibTrans" cxnId="{6130570D-7F38-44A5-9FC5-CE4C67BF3C33}">
      <dgm:prSet/>
      <dgm:spPr/>
    </dgm:pt>
    <dgm:pt modelId="{45F44989-C6C4-4934-99EF-71003027A510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Five</a:t>
          </a:r>
        </a:p>
      </dgm:t>
    </dgm:pt>
    <dgm:pt modelId="{BE137050-4AB5-41ED-ADD7-10D25D522B4F}" type="parTrans" cxnId="{4B7DD2A8-0E60-4B9C-9E29-7B32B0BABBF0}">
      <dgm:prSet/>
      <dgm:spPr/>
    </dgm:pt>
    <dgm:pt modelId="{19A9D75E-8F4A-4267-8572-DE78B5332DDD}" type="sibTrans" cxnId="{4B7DD2A8-0E60-4B9C-9E29-7B32B0BABBF0}">
      <dgm:prSet/>
      <dgm:spPr/>
    </dgm:pt>
    <dgm:pt modelId="{617B5D20-8450-4486-A15E-E7090D3953AE}">
      <dgm:prSet phldrT="Description" phldr="1"/>
      <dgm:spPr/>
      <dgm:t>
        <a:bodyPr/>
        <a:lstStyle/>
        <a:p>
          <a:endParaRPr lang="en-US"/>
        </a:p>
      </dgm:t>
    </dgm:pt>
    <dgm:pt modelId="{B0256AA3-EDDC-4DB6-AA21-0AD3E7E3B5F9}" type="parTrans" cxnId="{D9FE8C65-6B61-42A2-B399-688C446578A9}">
      <dgm:prSet/>
      <dgm:spPr/>
    </dgm:pt>
    <dgm:pt modelId="{2FB90B87-F34B-4816-BE42-97E0C213508E}" type="sibTrans" cxnId="{D9FE8C65-6B61-42A2-B399-688C446578A9}">
      <dgm:prSet/>
      <dgm:spPr/>
    </dgm:pt>
    <dgm:pt modelId="{17E0D25E-ECE9-4CEB-B1AE-B0FCDD01D05D}" type="pres">
      <dgm:prSet presAssocID="{50C37A31-4DAA-492D-BB37-3449C5A3E593}" presName="root" presStyleCnt="0">
        <dgm:presLayoutVars>
          <dgm:dir/>
          <dgm:resizeHandles val="exact"/>
        </dgm:presLayoutVars>
      </dgm:prSet>
      <dgm:spPr/>
    </dgm:pt>
    <dgm:pt modelId="{60C00D7F-409F-480B-9A5C-6B0CBC0A2674}" type="pres">
      <dgm:prSet presAssocID="{780DE16D-741A-4000-96AE-BB2F49A8180F}" presName="compNode" presStyleCnt="0"/>
      <dgm:spPr/>
    </dgm:pt>
    <dgm:pt modelId="{2F1B76B4-5A29-4CA0-9478-558B3574B375}" type="pres">
      <dgm:prSet presAssocID="{780DE16D-741A-4000-96AE-BB2F49A8180F}" presName="bodyText" presStyleLbl="revTx" presStyleIdx="0" presStyleCnt="8">
        <dgm:presLayoutVars>
          <dgm:chMax val="0"/>
          <dgm:chPref val="0"/>
        </dgm:presLayoutVars>
      </dgm:prSet>
      <dgm:spPr/>
    </dgm:pt>
    <dgm:pt modelId="{9D794ECE-1D4F-4AAA-AE5A-6E357467799E}" type="pres">
      <dgm:prSet presAssocID="{780DE16D-741A-4000-96AE-BB2F49A8180F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A37A418-8B11-4376-AFC9-2CB83979B896}" type="pres">
      <dgm:prSet presAssocID="{780DE16D-741A-4000-96AE-BB2F49A8180F}" presName="titleText" presStyleLbl="revTx" presStyleIdx="1" presStyleCnt="8">
        <dgm:presLayoutVars>
          <dgm:chMax val="0"/>
          <dgm:chPref val="0"/>
        </dgm:presLayoutVars>
      </dgm:prSet>
      <dgm:spPr/>
    </dgm:pt>
    <dgm:pt modelId="{B9D46CA7-1B27-476F-98C9-7E65781D3398}" type="pres">
      <dgm:prSet presAssocID="{4DD1F266-0A35-45B2-BBAF-DFAE3C4B9D20}" presName="sibTrans" presStyleCnt="0"/>
      <dgm:spPr/>
    </dgm:pt>
    <dgm:pt modelId="{1CB86D0D-523F-43BF-BC8C-55FEA4A008E1}" type="pres">
      <dgm:prSet presAssocID="{1C482A49-F520-4B17-AD55-8FB30DD1D2C3}" presName="compNode" presStyleCnt="0"/>
      <dgm:spPr/>
    </dgm:pt>
    <dgm:pt modelId="{1D9F141F-36CC-4065-98A9-5BCD130BF716}" type="pres">
      <dgm:prSet presAssocID="{1C482A49-F520-4B17-AD55-8FB30DD1D2C3}" presName="bodyText" presStyleLbl="revTx" presStyleIdx="2" presStyleCnt="8">
        <dgm:presLayoutVars>
          <dgm:chMax val="0"/>
          <dgm:chPref val="0"/>
        </dgm:presLayoutVars>
      </dgm:prSet>
      <dgm:spPr/>
    </dgm:pt>
    <dgm:pt modelId="{3001EEE2-7B0D-4D52-9262-0DDAE94B8A57}" type="pres">
      <dgm:prSet presAssocID="{1C482A49-F520-4B17-AD55-8FB30DD1D2C3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9A1296AE-5541-4E43-BF59-5529B28364D1}" type="pres">
      <dgm:prSet presAssocID="{1C482A49-F520-4B17-AD55-8FB30DD1D2C3}" presName="titleText" presStyleLbl="revTx" presStyleIdx="3" presStyleCnt="8">
        <dgm:presLayoutVars>
          <dgm:chMax val="0"/>
          <dgm:chPref val="0"/>
        </dgm:presLayoutVars>
      </dgm:prSet>
      <dgm:spPr/>
    </dgm:pt>
    <dgm:pt modelId="{45E222D7-932A-4ED8-B3E5-0D110E010CDD}" type="pres">
      <dgm:prSet presAssocID="{BA546EE3-E41B-4AAC-A739-566B63AA017D}" presName="sibTrans" presStyleCnt="0"/>
      <dgm:spPr/>
    </dgm:pt>
    <dgm:pt modelId="{902C4CE7-013D-42BA-A983-80E69A547952}" type="pres">
      <dgm:prSet presAssocID="{17427B69-08E5-4FBB-B9EA-4297860B79A6}" presName="compNode" presStyleCnt="0"/>
      <dgm:spPr/>
    </dgm:pt>
    <dgm:pt modelId="{7E6F21C3-E69E-425F-9CC4-A24FA36E9365}" type="pres">
      <dgm:prSet presAssocID="{17427B69-08E5-4FBB-B9EA-4297860B79A6}" presName="bodyText" presStyleLbl="revTx" presStyleIdx="4" presStyleCnt="8">
        <dgm:presLayoutVars>
          <dgm:chMax val="0"/>
          <dgm:chPref val="0"/>
        </dgm:presLayoutVars>
      </dgm:prSet>
      <dgm:spPr/>
    </dgm:pt>
    <dgm:pt modelId="{B5FB52F1-ED1A-44D3-9972-C14210BA7CCC}" type="pres">
      <dgm:prSet presAssocID="{17427B69-08E5-4FBB-B9EA-4297860B79A6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72C0654-3DE7-4C51-8EA2-221CA6F7813A}" type="pres">
      <dgm:prSet presAssocID="{17427B69-08E5-4FBB-B9EA-4297860B79A6}" presName="titleText" presStyleLbl="revTx" presStyleIdx="5" presStyleCnt="8">
        <dgm:presLayoutVars>
          <dgm:chMax val="0"/>
          <dgm:chPref val="0"/>
        </dgm:presLayoutVars>
      </dgm:prSet>
      <dgm:spPr/>
    </dgm:pt>
    <dgm:pt modelId="{F188EC86-A9B1-481C-BE6B-1D3DE60EF037}" type="pres">
      <dgm:prSet presAssocID="{C827FE4E-4AC5-4F12-A418-71C8AC2C729F}" presName="sibTrans" presStyleCnt="0"/>
      <dgm:spPr/>
    </dgm:pt>
    <dgm:pt modelId="{F49AD26F-3F04-4E2D-80D2-51A7CF40820C}" type="pres">
      <dgm:prSet presAssocID="{45F44989-C6C4-4934-99EF-71003027A510}" presName="compNode" presStyleCnt="0"/>
      <dgm:spPr/>
    </dgm:pt>
    <dgm:pt modelId="{D9413384-7089-45D0-B605-F9C62A5CB1D5}" type="pres">
      <dgm:prSet presAssocID="{45F44989-C6C4-4934-99EF-71003027A510}" presName="bodyText" presStyleLbl="revTx" presStyleIdx="6" presStyleCnt="8">
        <dgm:presLayoutVars>
          <dgm:chMax val="0"/>
          <dgm:chPref val="0"/>
        </dgm:presLayoutVars>
      </dgm:prSet>
      <dgm:spPr/>
    </dgm:pt>
    <dgm:pt modelId="{0F1A6F15-0A93-412A-9A7F-FD0BC6112A05}" type="pres">
      <dgm:prSet presAssocID="{45F44989-C6C4-4934-99EF-71003027A510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08CA1F3-9617-4889-9459-4A00132042FD}" type="pres">
      <dgm:prSet presAssocID="{45F44989-C6C4-4934-99EF-71003027A510}" presName="title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6130570D-7F38-44A5-9FC5-CE4C67BF3C33}" srcId="{17427B69-08E5-4FBB-B9EA-4297860B79A6}" destId="{EDC1C2B3-8ED2-4617-A4B0-6B82F2736A9A}" srcOrd="0" destOrd="0" parTransId="{42703A21-5463-46AA-8DCB-189066AC23BD}" sibTransId="{EC20C894-8347-4364-B1A4-4487C288F46E}"/>
    <dgm:cxn modelId="{B0A6810D-4F50-4BE2-8115-EC74273B1916}" type="presOf" srcId="{A9F5E5FE-9C8E-4461-BEDA-B8166729F31B}" destId="{2F1B76B4-5A29-4CA0-9478-558B3574B375}" srcOrd="0" destOrd="0" presId="urn:microsoft.com/office/officeart/2026/layout/TextCardShortLineQuote"/>
    <dgm:cxn modelId="{42085D13-D033-4948-937C-64B71274DE2D}" srcId="{1C482A49-F520-4B17-AD55-8FB30DD1D2C3}" destId="{75F63452-18E8-4240-8B34-959060B457FC}" srcOrd="1" destOrd="0" parTransId="{E7EFA038-F812-4655-A99D-FDEA33D11FD1}" sibTransId="{9F9B7FFB-9F51-44F1-A720-EAD46155B2A3}"/>
    <dgm:cxn modelId="{D9FE8C65-6B61-42A2-B399-688C446578A9}" srcId="{45F44989-C6C4-4934-99EF-71003027A510}" destId="{617B5D20-8450-4486-A15E-E7090D3953AE}" srcOrd="0" destOrd="0" parTransId="{B0256AA3-EDDC-4DB6-AA21-0AD3E7E3B5F9}" sibTransId="{2FB90B87-F34B-4816-BE42-97E0C213508E}"/>
    <dgm:cxn modelId="{C84DBC4C-0724-40D0-9688-8A6D794AFB9A}" type="presOf" srcId="{780DE16D-741A-4000-96AE-BB2F49A8180F}" destId="{FA37A418-8B11-4376-AFC9-2CB83979B896}" srcOrd="0" destOrd="0" presId="urn:microsoft.com/office/officeart/2026/layout/TextCardShortLineQuote"/>
    <dgm:cxn modelId="{B0EC0173-4849-40DE-95DE-2FA7D6F0D968}" type="presOf" srcId="{32EC40C7-3C56-4FC5-BEDF-FB509826C799}" destId="{1D9F141F-36CC-4065-98A9-5BCD130BF716}" srcOrd="0" destOrd="2" presId="urn:microsoft.com/office/officeart/2026/layout/TextCardShortLineQuote"/>
    <dgm:cxn modelId="{9C987A56-15FB-4FE4-973C-87D1D00B8A1D}" type="presOf" srcId="{50C37A31-4DAA-492D-BB37-3449C5A3E593}" destId="{17E0D25E-ECE9-4CEB-B1AE-B0FCDD01D05D}" srcOrd="0" destOrd="0" presId="urn:microsoft.com/office/officeart/2026/layout/TextCardShortLineQuote"/>
    <dgm:cxn modelId="{E5721D78-BC18-460B-A60C-96FAB7718A09}" srcId="{50C37A31-4DAA-492D-BB37-3449C5A3E593}" destId="{1C482A49-F520-4B17-AD55-8FB30DD1D2C3}" srcOrd="1" destOrd="0" parTransId="{C368E8B5-F843-4259-B468-06650131DF9E}" sibTransId="{BA546EE3-E41B-4AAC-A739-566B63AA017D}"/>
    <dgm:cxn modelId="{71CD2F7C-2D8E-4034-ACD4-18ED6E931492}" srcId="{50C37A31-4DAA-492D-BB37-3449C5A3E593}" destId="{17427B69-08E5-4FBB-B9EA-4297860B79A6}" srcOrd="2" destOrd="0" parTransId="{9BE8EA7B-03AD-4D22-980E-9F9674A2C689}" sibTransId="{C827FE4E-4AC5-4F12-A418-71C8AC2C729F}"/>
    <dgm:cxn modelId="{4B7DD2A8-0E60-4B9C-9E29-7B32B0BABBF0}" srcId="{50C37A31-4DAA-492D-BB37-3449C5A3E593}" destId="{45F44989-C6C4-4934-99EF-71003027A510}" srcOrd="3" destOrd="0" parTransId="{BE137050-4AB5-41ED-ADD7-10D25D522B4F}" sibTransId="{19A9D75E-8F4A-4267-8572-DE78B5332DDD}"/>
    <dgm:cxn modelId="{48AB6AAA-1AAB-4987-BB48-508590298B8A}" srcId="{50C37A31-4DAA-492D-BB37-3449C5A3E593}" destId="{780DE16D-741A-4000-96AE-BB2F49A8180F}" srcOrd="0" destOrd="0" parTransId="{E5222972-72F5-4F4A-AFFA-61C557E9B408}" sibTransId="{4DD1F266-0A35-45B2-BBAF-DFAE3C4B9D20}"/>
    <dgm:cxn modelId="{5BFE5DAB-C06D-48C1-8C51-112DA187428F}" type="presOf" srcId="{1C482A49-F520-4B17-AD55-8FB30DD1D2C3}" destId="{9A1296AE-5541-4E43-BF59-5529B28364D1}" srcOrd="0" destOrd="0" presId="urn:microsoft.com/office/officeart/2026/layout/TextCardShortLineQuote"/>
    <dgm:cxn modelId="{2B1143B5-262E-4CD0-ACB5-FB3E99C6BF82}" srcId="{780DE16D-741A-4000-96AE-BB2F49A8180F}" destId="{A9F5E5FE-9C8E-4461-BEDA-B8166729F31B}" srcOrd="0" destOrd="0" parTransId="{1E1ABF69-1E02-4652-99E9-96FF5210EB90}" sibTransId="{7981A8E6-F8D9-4201-B455-B697E82B8E43}"/>
    <dgm:cxn modelId="{0D01B5B9-BF97-4E5A-A56C-CF37555C2C65}" srcId="{1C482A49-F520-4B17-AD55-8FB30DD1D2C3}" destId="{32EC40C7-3C56-4FC5-BEDF-FB509826C799}" srcOrd="2" destOrd="0" parTransId="{FAC4E862-414F-42D9-9F5E-53C804D7F353}" sibTransId="{82F3294D-346B-4ECA-B578-8D538B316ACB}"/>
    <dgm:cxn modelId="{1006DFC7-1789-4F33-B511-0F9610EE26E3}" type="presOf" srcId="{EDC1C2B3-8ED2-4617-A4B0-6B82F2736A9A}" destId="{7E6F21C3-E69E-425F-9CC4-A24FA36E9365}" srcOrd="0" destOrd="0" presId="urn:microsoft.com/office/officeart/2026/layout/TextCardShortLineQuote"/>
    <dgm:cxn modelId="{9DFB0FCD-81FA-45D0-B44F-BA63FCDDA9DE}" type="presOf" srcId="{A0FD7FEC-27A2-453D-9B3D-74030198EB0A}" destId="{1D9F141F-36CC-4065-98A9-5BCD130BF716}" srcOrd="0" destOrd="0" presId="urn:microsoft.com/office/officeart/2026/layout/TextCardShortLineQuote"/>
    <dgm:cxn modelId="{2514E8CE-B167-49E5-935A-104245495636}" type="presOf" srcId="{75F63452-18E8-4240-8B34-959060B457FC}" destId="{1D9F141F-36CC-4065-98A9-5BCD130BF716}" srcOrd="0" destOrd="1" presId="urn:microsoft.com/office/officeart/2026/layout/TextCardShortLineQuote"/>
    <dgm:cxn modelId="{155E8AD5-B68D-4F46-AF64-2CA6575857CA}" type="presOf" srcId="{617B5D20-8450-4486-A15E-E7090D3953AE}" destId="{D9413384-7089-45D0-B605-F9C62A5CB1D5}" srcOrd="0" destOrd="0" presId="urn:microsoft.com/office/officeart/2026/layout/TextCardShortLineQuote"/>
    <dgm:cxn modelId="{FB4E01EB-AE39-45A6-B9E2-51BBBF06310E}" srcId="{1C482A49-F520-4B17-AD55-8FB30DD1D2C3}" destId="{A0FD7FEC-27A2-453D-9B3D-74030198EB0A}" srcOrd="0" destOrd="0" parTransId="{2D177AB5-CA93-43D4-A188-24C0FE901444}" sibTransId="{11839099-B9BA-4BB6-8BDD-99CA641FF326}"/>
    <dgm:cxn modelId="{FB599EF1-4BE0-49FE-B05D-56C90BEF1BB5}" type="presOf" srcId="{45F44989-C6C4-4934-99EF-71003027A510}" destId="{F08CA1F3-9617-4889-9459-4A00132042FD}" srcOrd="0" destOrd="0" presId="urn:microsoft.com/office/officeart/2026/layout/TextCardShortLineQuote"/>
    <dgm:cxn modelId="{A29DBAF3-107C-4220-AEC1-3BA7A141F030}" type="presOf" srcId="{17427B69-08E5-4FBB-B9EA-4297860B79A6}" destId="{E72C0654-3DE7-4C51-8EA2-221CA6F7813A}" srcOrd="0" destOrd="0" presId="urn:microsoft.com/office/officeart/2026/layout/TextCardShortLineQuote"/>
    <dgm:cxn modelId="{84A10B4C-F31B-4332-A9A9-81C26ECEAB8B}" type="presParOf" srcId="{17E0D25E-ECE9-4CEB-B1AE-B0FCDD01D05D}" destId="{60C00D7F-409F-480B-9A5C-6B0CBC0A2674}" srcOrd="0" destOrd="0" presId="urn:microsoft.com/office/officeart/2026/layout/TextCardShortLineQuote"/>
    <dgm:cxn modelId="{4B8B8B6B-871C-4369-863A-E0EFF67E65D6}" type="presParOf" srcId="{60C00D7F-409F-480B-9A5C-6B0CBC0A2674}" destId="{2F1B76B4-5A29-4CA0-9478-558B3574B375}" srcOrd="0" destOrd="0" presId="urn:microsoft.com/office/officeart/2026/layout/TextCardShortLineQuote"/>
    <dgm:cxn modelId="{42CE2782-DFC0-4E5E-82ED-A56D311ED44F}" type="presParOf" srcId="{60C00D7F-409F-480B-9A5C-6B0CBC0A2674}" destId="{9D794ECE-1D4F-4AAA-AE5A-6E357467799E}" srcOrd="1" destOrd="0" presId="urn:microsoft.com/office/officeart/2026/layout/TextCardShortLineQuote"/>
    <dgm:cxn modelId="{DE1DB2E3-622F-4C71-AC00-A2D9857A5C06}" type="presParOf" srcId="{60C00D7F-409F-480B-9A5C-6B0CBC0A2674}" destId="{FA37A418-8B11-4376-AFC9-2CB83979B896}" srcOrd="2" destOrd="0" presId="urn:microsoft.com/office/officeart/2026/layout/TextCardShortLineQuote"/>
    <dgm:cxn modelId="{BD13F2DA-818C-4B60-ADDA-324939C6D5B4}" type="presParOf" srcId="{17E0D25E-ECE9-4CEB-B1AE-B0FCDD01D05D}" destId="{B9D46CA7-1B27-476F-98C9-7E65781D3398}" srcOrd="1" destOrd="0" presId="urn:microsoft.com/office/officeart/2026/layout/TextCardShortLineQuote"/>
    <dgm:cxn modelId="{00E1118A-9BFE-4796-814A-1703D1FA897B}" type="presParOf" srcId="{17E0D25E-ECE9-4CEB-B1AE-B0FCDD01D05D}" destId="{1CB86D0D-523F-43BF-BC8C-55FEA4A008E1}" srcOrd="2" destOrd="0" presId="urn:microsoft.com/office/officeart/2026/layout/TextCardShortLineQuote"/>
    <dgm:cxn modelId="{75BE82C7-725E-4D6F-92E1-EA5E0E0A7F75}" type="presParOf" srcId="{1CB86D0D-523F-43BF-BC8C-55FEA4A008E1}" destId="{1D9F141F-36CC-4065-98A9-5BCD130BF716}" srcOrd="0" destOrd="0" presId="urn:microsoft.com/office/officeart/2026/layout/TextCardShortLineQuote"/>
    <dgm:cxn modelId="{0435A825-F002-4298-BF29-D320F0A42397}" type="presParOf" srcId="{1CB86D0D-523F-43BF-BC8C-55FEA4A008E1}" destId="{3001EEE2-7B0D-4D52-9262-0DDAE94B8A57}" srcOrd="1" destOrd="0" presId="urn:microsoft.com/office/officeart/2026/layout/TextCardShortLineQuote"/>
    <dgm:cxn modelId="{3A544ED4-C57B-45FF-B5DE-382416038C3A}" type="presParOf" srcId="{1CB86D0D-523F-43BF-BC8C-55FEA4A008E1}" destId="{9A1296AE-5541-4E43-BF59-5529B28364D1}" srcOrd="2" destOrd="0" presId="urn:microsoft.com/office/officeart/2026/layout/TextCardShortLineQuote"/>
    <dgm:cxn modelId="{DC9B7F39-1D80-4B16-9D64-65DF60EC3A2C}" type="presParOf" srcId="{17E0D25E-ECE9-4CEB-B1AE-B0FCDD01D05D}" destId="{45E222D7-932A-4ED8-B3E5-0D110E010CDD}" srcOrd="3" destOrd="0" presId="urn:microsoft.com/office/officeart/2026/layout/TextCardShortLineQuote"/>
    <dgm:cxn modelId="{50F77178-FE65-4040-99D9-56440019B9B0}" type="presParOf" srcId="{17E0D25E-ECE9-4CEB-B1AE-B0FCDD01D05D}" destId="{902C4CE7-013D-42BA-A983-80E69A547952}" srcOrd="4" destOrd="0" presId="urn:microsoft.com/office/officeart/2026/layout/TextCardShortLineQuote"/>
    <dgm:cxn modelId="{D5AD9B75-4F0C-40E7-9BBD-278D724841E7}" type="presParOf" srcId="{902C4CE7-013D-42BA-A983-80E69A547952}" destId="{7E6F21C3-E69E-425F-9CC4-A24FA36E9365}" srcOrd="0" destOrd="0" presId="urn:microsoft.com/office/officeart/2026/layout/TextCardShortLineQuote"/>
    <dgm:cxn modelId="{290E0CE8-9878-419B-82EC-B201CF84CDC2}" type="presParOf" srcId="{902C4CE7-013D-42BA-A983-80E69A547952}" destId="{B5FB52F1-ED1A-44D3-9972-C14210BA7CCC}" srcOrd="1" destOrd="0" presId="urn:microsoft.com/office/officeart/2026/layout/TextCardShortLineQuote"/>
    <dgm:cxn modelId="{C5A75C4A-25C5-44BB-90DB-BFAD4C03AAEF}" type="presParOf" srcId="{902C4CE7-013D-42BA-A983-80E69A547952}" destId="{E72C0654-3DE7-4C51-8EA2-221CA6F7813A}" srcOrd="2" destOrd="0" presId="urn:microsoft.com/office/officeart/2026/layout/TextCardShortLineQuote"/>
    <dgm:cxn modelId="{935F5FBA-2712-46FB-9DBF-AC3FD8C4D55D}" type="presParOf" srcId="{17E0D25E-ECE9-4CEB-B1AE-B0FCDD01D05D}" destId="{F188EC86-A9B1-481C-BE6B-1D3DE60EF037}" srcOrd="5" destOrd="0" presId="urn:microsoft.com/office/officeart/2026/layout/TextCardShortLineQuote"/>
    <dgm:cxn modelId="{40CB060D-9F5A-4FFA-9921-84CC235C7BCF}" type="presParOf" srcId="{17E0D25E-ECE9-4CEB-B1AE-B0FCDD01D05D}" destId="{F49AD26F-3F04-4E2D-80D2-51A7CF40820C}" srcOrd="6" destOrd="0" presId="urn:microsoft.com/office/officeart/2026/layout/TextCardShortLineQuote"/>
    <dgm:cxn modelId="{2F232015-9B66-4A84-85DD-FFE28DC0552A}" type="presParOf" srcId="{F49AD26F-3F04-4E2D-80D2-51A7CF40820C}" destId="{D9413384-7089-45D0-B605-F9C62A5CB1D5}" srcOrd="0" destOrd="0" presId="urn:microsoft.com/office/officeart/2026/layout/TextCardShortLineQuote"/>
    <dgm:cxn modelId="{C9155913-F9F0-49A4-92FC-2F7FCDB5DEF6}" type="presParOf" srcId="{F49AD26F-3F04-4E2D-80D2-51A7CF40820C}" destId="{0F1A6F15-0A93-412A-9A7F-FD0BC6112A05}" srcOrd="1" destOrd="0" presId="urn:microsoft.com/office/officeart/2026/layout/TextCardShortLineQuote"/>
    <dgm:cxn modelId="{B9722A95-5549-4DD9-B019-2DD87E37E925}" type="presParOf" srcId="{F49AD26F-3F04-4E2D-80D2-51A7CF40820C}" destId="{F08CA1F3-9617-4889-9459-4A00132042FD}" srcOrd="2" destOrd="0" presId="urn:microsoft.com/office/officeart/2026/layout/TextCardShortLineQuot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B76B4-5A29-4CA0-9478-558B3574B375}">
      <dsp:nvSpPr>
        <dsp:cNvPr id="0" name=""/>
        <dsp:cNvSpPr/>
      </dsp:nvSpPr>
      <dsp:spPr>
        <a:xfrm>
          <a:off x="288264" y="553719"/>
          <a:ext cx="1816100" cy="293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8264" y="553719"/>
        <a:ext cx="1816100" cy="2936240"/>
      </dsp:txXfrm>
    </dsp:sp>
    <dsp:sp modelId="{9D794ECE-1D4F-4AAA-AE5A-6E357467799E}">
      <dsp:nvSpPr>
        <dsp:cNvPr id="0" name=""/>
        <dsp:cNvSpPr/>
      </dsp:nvSpPr>
      <dsp:spPr>
        <a:xfrm>
          <a:off x="288264" y="3662680"/>
          <a:ext cx="399542" cy="1079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7A418-8B11-4376-AFC9-2CB83979B896}">
      <dsp:nvSpPr>
        <dsp:cNvPr id="0" name=""/>
        <dsp:cNvSpPr/>
      </dsp:nvSpPr>
      <dsp:spPr>
        <a:xfrm>
          <a:off x="288264" y="3921760"/>
          <a:ext cx="1816100" cy="60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One</a:t>
          </a:r>
        </a:p>
      </dsp:txBody>
      <dsp:txXfrm>
        <a:off x="288264" y="3921760"/>
        <a:ext cx="1816100" cy="604520"/>
      </dsp:txXfrm>
    </dsp:sp>
    <dsp:sp modelId="{1D9F141F-36CC-4065-98A9-5BCD130BF716}">
      <dsp:nvSpPr>
        <dsp:cNvPr id="0" name=""/>
        <dsp:cNvSpPr/>
      </dsp:nvSpPr>
      <dsp:spPr>
        <a:xfrm>
          <a:off x="2242388" y="553719"/>
          <a:ext cx="1816100" cy="293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242388" y="553719"/>
        <a:ext cx="1816100" cy="2936240"/>
      </dsp:txXfrm>
    </dsp:sp>
    <dsp:sp modelId="{3001EEE2-7B0D-4D52-9262-0DDAE94B8A57}">
      <dsp:nvSpPr>
        <dsp:cNvPr id="0" name=""/>
        <dsp:cNvSpPr/>
      </dsp:nvSpPr>
      <dsp:spPr>
        <a:xfrm>
          <a:off x="2242388" y="3662680"/>
          <a:ext cx="399542" cy="1079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296AE-5541-4E43-BF59-5529B28364D1}">
      <dsp:nvSpPr>
        <dsp:cNvPr id="0" name=""/>
        <dsp:cNvSpPr/>
      </dsp:nvSpPr>
      <dsp:spPr>
        <a:xfrm>
          <a:off x="2242388" y="3921760"/>
          <a:ext cx="1816100" cy="60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Two has a longer label</a:t>
          </a:r>
        </a:p>
      </dsp:txBody>
      <dsp:txXfrm>
        <a:off x="2242388" y="3921760"/>
        <a:ext cx="1816100" cy="604520"/>
      </dsp:txXfrm>
    </dsp:sp>
    <dsp:sp modelId="{7E6F21C3-E69E-425F-9CC4-A24FA36E9365}">
      <dsp:nvSpPr>
        <dsp:cNvPr id="0" name=""/>
        <dsp:cNvSpPr/>
      </dsp:nvSpPr>
      <dsp:spPr>
        <a:xfrm>
          <a:off x="4196511" y="553719"/>
          <a:ext cx="1816100" cy="293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96511" y="553719"/>
        <a:ext cx="1816100" cy="2936240"/>
      </dsp:txXfrm>
    </dsp:sp>
    <dsp:sp modelId="{B5FB52F1-ED1A-44D3-9972-C14210BA7CCC}">
      <dsp:nvSpPr>
        <dsp:cNvPr id="0" name=""/>
        <dsp:cNvSpPr/>
      </dsp:nvSpPr>
      <dsp:spPr>
        <a:xfrm>
          <a:off x="4196511" y="3662680"/>
          <a:ext cx="399542" cy="1079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C0654-3DE7-4C51-8EA2-221CA6F7813A}">
      <dsp:nvSpPr>
        <dsp:cNvPr id="0" name=""/>
        <dsp:cNvSpPr/>
      </dsp:nvSpPr>
      <dsp:spPr>
        <a:xfrm>
          <a:off x="4196511" y="3921760"/>
          <a:ext cx="1816100" cy="60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Four</a:t>
          </a:r>
        </a:p>
      </dsp:txBody>
      <dsp:txXfrm>
        <a:off x="4196511" y="3921760"/>
        <a:ext cx="1816100" cy="604520"/>
      </dsp:txXfrm>
    </dsp:sp>
    <dsp:sp modelId="{D9413384-7089-45D0-B605-F9C62A5CB1D5}">
      <dsp:nvSpPr>
        <dsp:cNvPr id="0" name=""/>
        <dsp:cNvSpPr/>
      </dsp:nvSpPr>
      <dsp:spPr>
        <a:xfrm>
          <a:off x="6150635" y="553719"/>
          <a:ext cx="1816100" cy="293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150635" y="553719"/>
        <a:ext cx="1816100" cy="2936240"/>
      </dsp:txXfrm>
    </dsp:sp>
    <dsp:sp modelId="{0F1A6F15-0A93-412A-9A7F-FD0BC6112A05}">
      <dsp:nvSpPr>
        <dsp:cNvPr id="0" name=""/>
        <dsp:cNvSpPr/>
      </dsp:nvSpPr>
      <dsp:spPr>
        <a:xfrm>
          <a:off x="6150635" y="3662680"/>
          <a:ext cx="399542" cy="1079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CA1F3-9617-4889-9459-4A00132042FD}">
      <dsp:nvSpPr>
        <dsp:cNvPr id="0" name=""/>
        <dsp:cNvSpPr/>
      </dsp:nvSpPr>
      <dsp:spPr>
        <a:xfrm>
          <a:off x="6150635" y="3921760"/>
          <a:ext cx="1816100" cy="60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Five</a:t>
          </a:r>
        </a:p>
      </dsp:txBody>
      <dsp:txXfrm>
        <a:off x="6150635" y="3921760"/>
        <a:ext cx="1816100" cy="604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Quote">
  <dgm:title val=""/>
  <dgm:desc val=""/>
  <dgm:catLst>
    <dgm:cat type="textcard" pri="106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85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85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85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85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85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bodyText"/>
          <dgm:constr type="t" for="ch" forName="bodyText"/>
          <dgm:constr type="w" for="ch" forName="bodyText" refType="w"/>
          <dgm:constr type="h" for="ch" forName="bodyText" refType="h" fact="0.68"/>
          <dgm:constr type="l" for="ch" forName="accentLine"/>
          <dgm:constr type="t" for="ch" forName="accentLine" refType="h" fact="0.72"/>
          <dgm:constr type="w" for="ch" forName="accentLine" refType="w" fact="0.22"/>
          <dgm:constr type="h" for="ch" forName="accentLine" refType="h" fact="0.025"/>
          <dgm:constr type="l" for="ch" forName="titleText"/>
          <dgm:constr type="t" for="ch" forName="titleText" refType="h" fact="0.78"/>
          <dgm:constr type="w" for="ch" forName="titleText" refType="w"/>
          <dgm:constr type="h" for="ch" forName="titleText" refType="h" fact="0.14"/>
        </dgm:constrLst>
        <dgm:ruleLst/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b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6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68B9-3E91-14CC-48AF-50C0DB9DF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BC68B-1437-EE66-66CE-61DA0381A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2422A-7C31-C6A9-EB9E-24AFCAAA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9EC5-9212-55C5-176E-E0E2E75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89DB-5146-14EA-17A3-5C7C2CB6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9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34B8-350C-2132-14BD-3AB3F3B8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21BF-31C1-95FE-611A-3C3D78292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CF05D-7A3C-CBB9-550E-B6885A4F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02A32-F90B-D410-9E50-85C92B92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4708-F00F-AC64-6B0D-10501CF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7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2FEC-3D02-642A-B658-8293114F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221A4-CAFC-4A4C-4C1B-4F2A326A3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8995-73BA-0E9F-9875-DF35E532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A5AF4-16CC-C3C1-9E91-6BFB120A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5B2F-ECCC-67D4-93B3-FAD51460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5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3A3C-15E5-89EE-4353-B77B181D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7E21C-D7C4-2AEA-5086-96DF0728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67F22-98B9-2056-8170-820AA4761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DB293-6FB1-DF3E-EB0A-90358EA8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F1176-17AD-F347-C7BE-BB1A821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AB45A-869C-E003-BC25-FBC8763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DAEA-2EFC-662A-6ADB-E26A20E9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802EF-916A-3A87-3407-4F23EB998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3D094-1793-7FD6-7EFE-36A580D97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7A097-EA43-BAA9-1480-F6EA581A3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065F8-85C1-939B-8ADE-C16046E36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3599-A43B-A2AA-D923-2A3B2438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E0812-71DB-994F-0B17-98848FE5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B99B6-ADFE-A592-CFAD-17F2B797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8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4C41-4A3C-4D7D-5501-62E85603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8CADB-F83C-F7AD-36E1-C50CAA43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DD205-B4FE-CD98-6297-D6276C9A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7C536-56A3-4F1F-9EB7-DFBB7A4D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DCA59-BB3C-8A76-6E5F-F470556A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03CEB-B06D-19EB-CDF9-EB7C4663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CA52F-01D0-AD10-687F-F6029D4C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2223-D688-B80B-EF29-57D03A57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B5E1-13D9-C9FA-4666-4A6F93E33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0EA42-4CA3-5104-0D39-C020BE97A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0CBDE-11E0-8DA5-5561-0C0EA39F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0DBE8-BF99-7E32-57E1-0E852AB5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8F58B-9750-4828-0BE3-E8BD9DA5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3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7BA6-CA1F-12DD-AAD2-2CC6F9E4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0996B-CAD1-BD69-A70F-A0F128F7C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CC35A-7CDD-BC6C-569A-AB15FB3A6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7037A-5735-06D1-7E53-B8C613E2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572C5-3A07-62AE-4FC8-A8B28B42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90349-BBEF-1732-0E56-3EC5D3B4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2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2F1C-36FF-59B4-72BF-18ADDD03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B997F-CDE7-4C71-99DC-25C32F7B5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6786-1332-599E-04C2-2CA81CCA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BDAAE-1A23-B0C7-78B0-8CB85A2E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306FC-6AD6-E42A-3322-EB59FB93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4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E1C00-E476-7CBD-AD70-01983FFDD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A1DB6-64F6-551D-7084-0F654DDC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6388-0C6B-C1F0-D1AA-63B913EB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2A741-1BFF-62FF-CC92-5F19135C6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6FF6-B398-9FF9-AF0C-DFE77D79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0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6E6A0-9DCE-478D-9BA1-F72484B1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9DFC-C330-5C68-665F-0C76233B1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C0ECF-2212-8F61-8638-E30D51384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903C2-A776-409D-A794-C095E4A8439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CC1D-9B56-529A-C001-961304C50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A968-F497-1095-5314-F04746A08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A04B-532A-4DF8-9E4D-192F22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8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747DE9D-5910-0D9A-C8F1-27C64BE75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2382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7459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2026-09-06T08:15:22Z</dcterms:created>
  <dcterms:modified xsi:type="dcterms:W3CDTF">2026-09-06T08:15:23Z</dcterms:modified>
</cp:coreProperties>
</file>