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E94679-DA92-4924-84A2-7BAB4AFFA5F9}" type="doc">
      <dgm:prSet loTypeId="urn:diagrams.loki3.com/TabbedArc+Icon" loCatId="relationship" qsTypeId="urn:microsoft.com/office/officeart/2005/8/quickstyle/simple1" qsCatId="simple" csTypeId="urn:microsoft.com/office/officeart/2005/8/colors/accent1_2" csCatId="accent1" phldr="1"/>
      <dgm:spPr/>
    </dgm:pt>
    <dgm:pt modelId="{385B919D-EECB-4A03-A72C-06A4EE15E3A6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603FE9E2-14CC-45A7-BC1A-910B874A716C}" type="parTrans" cxnId="{438D04A5-BB58-4AB6-95EC-2B4DF0131C67}">
      <dgm:prSet/>
      <dgm:spPr/>
    </dgm:pt>
    <dgm:pt modelId="{B90E46FB-3561-4A3D-965A-9C460B74C937}" type="sibTrans" cxnId="{438D04A5-BB58-4AB6-95EC-2B4DF0131C67}">
      <dgm:prSet/>
      <dgm:spPr/>
    </dgm:pt>
    <dgm:pt modelId="{2EC24863-7330-4291-B050-52AF77BD9636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EF32DF04-BD5D-4481-AE6C-8DB6A8BA9658}" type="parTrans" cxnId="{DB32699C-72AD-4ABA-AEAC-74D364540B4D}">
      <dgm:prSet/>
      <dgm:spPr/>
    </dgm:pt>
    <dgm:pt modelId="{471F814F-A03C-46AF-8A56-B1EAC0DDC504}" type="sibTrans" cxnId="{DB32699C-72AD-4ABA-AEAC-74D364540B4D}">
      <dgm:prSet/>
      <dgm:spPr/>
    </dgm:pt>
    <dgm:pt modelId="{0D923EE4-4BE0-4F6E-AF1B-3FE36FDB1435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60FB63AA-8150-46D0-B027-FBB4DE3EE316}" type="parTrans" cxnId="{84EB85E1-E445-4873-AE8E-30D6E50A88F1}">
      <dgm:prSet/>
      <dgm:spPr/>
    </dgm:pt>
    <dgm:pt modelId="{4DC655C5-1FED-4E18-9A91-9C0B752E842B}" type="sibTrans" cxnId="{84EB85E1-E445-4873-AE8E-30D6E50A88F1}">
      <dgm:prSet/>
      <dgm:spPr/>
    </dgm:pt>
    <dgm:pt modelId="{2935A009-0520-4CD7-89A1-AC21E721BD0C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2944DCD7-55AA-436A-82C7-C8BC3ACF421A}" type="parTrans" cxnId="{10FAE23C-B94F-416D-BB7C-47A882FEABBC}">
      <dgm:prSet/>
      <dgm:spPr/>
    </dgm:pt>
    <dgm:pt modelId="{94A01A14-5677-4542-8318-44BA2FA0178E}" type="sibTrans" cxnId="{10FAE23C-B94F-416D-BB7C-47A882FEABBC}">
      <dgm:prSet/>
      <dgm:spPr/>
    </dgm:pt>
    <dgm:pt modelId="{C720212F-D3FB-4CA5-8BD7-FE2BD35D9613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32A57E40-0A03-45FD-A6B9-2583BCC842D5}" type="parTrans" cxnId="{A66A543D-32E8-488E-AA3F-4D74BC653F36}">
      <dgm:prSet/>
      <dgm:spPr/>
    </dgm:pt>
    <dgm:pt modelId="{11CB752D-8EA6-4160-B99D-478B6FEC429D}" type="sibTrans" cxnId="{A66A543D-32E8-488E-AA3F-4D74BC653F36}">
      <dgm:prSet/>
      <dgm:spPr/>
    </dgm:pt>
    <dgm:pt modelId="{3B3EAB07-F63B-457C-A973-2A7782F2C911}" type="pres">
      <dgm:prSet presAssocID="{D4E94679-DA92-4924-84A2-7BAB4AFFA5F9}" presName="Name0" presStyleCnt="0">
        <dgm:presLayoutVars>
          <dgm:dir/>
          <dgm:resizeHandles val="exact"/>
        </dgm:presLayoutVars>
      </dgm:prSet>
      <dgm:spPr/>
    </dgm:pt>
    <dgm:pt modelId="{B43EFDF9-FEF5-4721-A38E-F21B5E0B81C0}" type="pres">
      <dgm:prSet presAssocID="{385B919D-EECB-4A03-A72C-06A4EE15E3A6}" presName="twoplus" presStyleLbl="node1" presStyleIdx="0" presStyleCnt="3">
        <dgm:presLayoutVars>
          <dgm:bulletEnabled val="1"/>
        </dgm:presLayoutVars>
      </dgm:prSet>
      <dgm:spPr/>
    </dgm:pt>
    <dgm:pt modelId="{B33DE6D4-95A6-4753-8EF9-E8AFDB262D34}" type="pres">
      <dgm:prSet presAssocID="{0D923EE4-4BE0-4F6E-AF1B-3FE36FDB1435}" presName="twoplus" presStyleLbl="node1" presStyleIdx="1" presStyleCnt="3">
        <dgm:presLayoutVars>
          <dgm:bulletEnabled val="1"/>
        </dgm:presLayoutVars>
      </dgm:prSet>
      <dgm:spPr/>
    </dgm:pt>
    <dgm:pt modelId="{6DA6DC6D-EEA9-4F1C-8F09-937FDF8D6473}" type="pres">
      <dgm:prSet presAssocID="{2935A009-0520-4CD7-89A1-AC21E721BD0C}" presName="twoplus" presStyleLbl="node1" presStyleIdx="2" presStyleCnt="3">
        <dgm:presLayoutVars>
          <dgm:bulletEnabled val="1"/>
        </dgm:presLayoutVars>
      </dgm:prSet>
      <dgm:spPr/>
    </dgm:pt>
  </dgm:ptLst>
  <dgm:cxnLst>
    <dgm:cxn modelId="{19B7F915-0370-4528-BF7F-8E679DC98B27}" type="presOf" srcId="{C720212F-D3FB-4CA5-8BD7-FE2BD35D9613}" destId="{6DA6DC6D-EEA9-4F1C-8F09-937FDF8D6473}" srcOrd="0" destOrd="1" presId="urn:diagrams.loki3.com/TabbedArc+Icon"/>
    <dgm:cxn modelId="{D075F516-E688-4277-B168-25524EC9FCB8}" type="presOf" srcId="{2935A009-0520-4CD7-89A1-AC21E721BD0C}" destId="{6DA6DC6D-EEA9-4F1C-8F09-937FDF8D6473}" srcOrd="0" destOrd="0" presId="urn:diagrams.loki3.com/TabbedArc+Icon"/>
    <dgm:cxn modelId="{10FAE23C-B94F-416D-BB7C-47A882FEABBC}" srcId="{D4E94679-DA92-4924-84A2-7BAB4AFFA5F9}" destId="{2935A009-0520-4CD7-89A1-AC21E721BD0C}" srcOrd="2" destOrd="0" parTransId="{2944DCD7-55AA-436A-82C7-C8BC3ACF421A}" sibTransId="{94A01A14-5677-4542-8318-44BA2FA0178E}"/>
    <dgm:cxn modelId="{A66A543D-32E8-488E-AA3F-4D74BC653F36}" srcId="{2935A009-0520-4CD7-89A1-AC21E721BD0C}" destId="{C720212F-D3FB-4CA5-8BD7-FE2BD35D9613}" srcOrd="0" destOrd="0" parTransId="{32A57E40-0A03-45FD-A6B9-2583BCC842D5}" sibTransId="{11CB752D-8EA6-4160-B99D-478B6FEC429D}"/>
    <dgm:cxn modelId="{967CE54B-E6F4-43A2-88F0-D416918AECB1}" type="presOf" srcId="{2EC24863-7330-4291-B050-52AF77BD9636}" destId="{B43EFDF9-FEF5-4721-A38E-F21B5E0B81C0}" srcOrd="0" destOrd="1" presId="urn:diagrams.loki3.com/TabbedArc+Icon"/>
    <dgm:cxn modelId="{DB32699C-72AD-4ABA-AEAC-74D364540B4D}" srcId="{385B919D-EECB-4A03-A72C-06A4EE15E3A6}" destId="{2EC24863-7330-4291-B050-52AF77BD9636}" srcOrd="0" destOrd="0" parTransId="{EF32DF04-BD5D-4481-AE6C-8DB6A8BA9658}" sibTransId="{471F814F-A03C-46AF-8A56-B1EAC0DDC504}"/>
    <dgm:cxn modelId="{438D04A5-BB58-4AB6-95EC-2B4DF0131C67}" srcId="{D4E94679-DA92-4924-84A2-7BAB4AFFA5F9}" destId="{385B919D-EECB-4A03-A72C-06A4EE15E3A6}" srcOrd="0" destOrd="0" parTransId="{603FE9E2-14CC-45A7-BC1A-910B874A716C}" sibTransId="{B90E46FB-3561-4A3D-965A-9C460B74C937}"/>
    <dgm:cxn modelId="{059426B5-6DB9-4837-9CE7-6F7A31112C00}" type="presOf" srcId="{D4E94679-DA92-4924-84A2-7BAB4AFFA5F9}" destId="{3B3EAB07-F63B-457C-A973-2A7782F2C911}" srcOrd="0" destOrd="0" presId="urn:diagrams.loki3.com/TabbedArc+Icon"/>
    <dgm:cxn modelId="{43B9ECBC-ACAA-4F78-83C7-021F8F069C6F}" type="presOf" srcId="{385B919D-EECB-4A03-A72C-06A4EE15E3A6}" destId="{B43EFDF9-FEF5-4721-A38E-F21B5E0B81C0}" srcOrd="0" destOrd="0" presId="urn:diagrams.loki3.com/TabbedArc+Icon"/>
    <dgm:cxn modelId="{72E3ACE0-AD83-45BA-A370-35B293C6F094}" type="presOf" srcId="{0D923EE4-4BE0-4F6E-AF1B-3FE36FDB1435}" destId="{B33DE6D4-95A6-4753-8EF9-E8AFDB262D34}" srcOrd="0" destOrd="0" presId="urn:diagrams.loki3.com/TabbedArc+Icon"/>
    <dgm:cxn modelId="{84EB85E1-E445-4873-AE8E-30D6E50A88F1}" srcId="{D4E94679-DA92-4924-84A2-7BAB4AFFA5F9}" destId="{0D923EE4-4BE0-4F6E-AF1B-3FE36FDB1435}" srcOrd="1" destOrd="0" parTransId="{60FB63AA-8150-46D0-B027-FBB4DE3EE316}" sibTransId="{4DC655C5-1FED-4E18-9A91-9C0B752E842B}"/>
    <dgm:cxn modelId="{CABCCD83-A89A-4AC7-9B78-C0E4507ED2B2}" type="presParOf" srcId="{3B3EAB07-F63B-457C-A973-2A7782F2C911}" destId="{B43EFDF9-FEF5-4721-A38E-F21B5E0B81C0}" srcOrd="0" destOrd="0" presId="urn:diagrams.loki3.com/TabbedArc+Icon"/>
    <dgm:cxn modelId="{3F943A88-88E1-4D7A-BA50-75CF75DE5827}" type="presParOf" srcId="{3B3EAB07-F63B-457C-A973-2A7782F2C911}" destId="{B33DE6D4-95A6-4753-8EF9-E8AFDB262D34}" srcOrd="1" destOrd="0" presId="urn:diagrams.loki3.com/TabbedArc+Icon"/>
    <dgm:cxn modelId="{57EBE5FF-A721-4469-BF2D-1F888867B81B}" type="presParOf" srcId="{3B3EAB07-F63B-457C-A973-2A7782F2C911}" destId="{6DA6DC6D-EEA9-4F1C-8F09-937FDF8D6473}" srcOrd="2" destOrd="0" presId="urn:diagrams.loki3.com/TabbedArc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3EFDF9-FEF5-4721-A38E-F21B5E0B81C0}">
      <dsp:nvSpPr>
        <dsp:cNvPr id="0" name=""/>
        <dsp:cNvSpPr/>
      </dsp:nvSpPr>
      <dsp:spPr>
        <a:xfrm rot="19200000">
          <a:off x="1118" y="2239607"/>
          <a:ext cx="2527287" cy="1642736"/>
        </a:xfrm>
        <a:prstGeom prst="round2Same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39370" rIns="118110" bIns="3937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Node One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Node Two has a longer label</a:t>
          </a:r>
        </a:p>
      </dsp:txBody>
      <dsp:txXfrm>
        <a:off x="107083" y="2310418"/>
        <a:ext cx="2366903" cy="1562544"/>
      </dsp:txXfrm>
    </dsp:sp>
    <dsp:sp modelId="{B33DE6D4-95A6-4753-8EF9-E8AFDB262D34}">
      <dsp:nvSpPr>
        <dsp:cNvPr id="0" name=""/>
        <dsp:cNvSpPr/>
      </dsp:nvSpPr>
      <dsp:spPr>
        <a:xfrm>
          <a:off x="2863856" y="1197655"/>
          <a:ext cx="2527287" cy="1642736"/>
        </a:xfrm>
        <a:prstGeom prst="round2Same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39370" rIns="11811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Node Three</a:t>
          </a:r>
        </a:p>
      </dsp:txBody>
      <dsp:txXfrm>
        <a:off x="2944048" y="1277847"/>
        <a:ext cx="2366903" cy="1562544"/>
      </dsp:txXfrm>
    </dsp:sp>
    <dsp:sp modelId="{6DA6DC6D-EEA9-4F1C-8F09-937FDF8D6473}">
      <dsp:nvSpPr>
        <dsp:cNvPr id="0" name=""/>
        <dsp:cNvSpPr/>
      </dsp:nvSpPr>
      <dsp:spPr>
        <a:xfrm rot="2400000">
          <a:off x="5726593" y="2239607"/>
          <a:ext cx="2527287" cy="1642736"/>
        </a:xfrm>
        <a:prstGeom prst="round2Same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39370" rIns="118110" bIns="3937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Node Four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Node Five</a:t>
          </a:r>
        </a:p>
      </dsp:txBody>
      <dsp:txXfrm>
        <a:off x="5781012" y="2310418"/>
        <a:ext cx="2366903" cy="15625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TabbedArc+Icon">
  <dgm:title val="Tabbed Arc"/>
  <dgm:desc val="Use to show a set of related items arcing over a common area.  Best with small amounts of text."/>
  <dgm:catLst>
    <dgm:cat type="relationship" pri="20500"/>
    <dgm:cat type="officeonline" pri="4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1">
        <dgm:alg type="cycle"/>
      </dgm:if>
      <dgm:else name="Name3">
        <dgm:choose name="Name4">
          <dgm:if name="Name5" axis="ch" ptType="node" func="cnt" op="lte" val="3">
            <dgm:choose name="Name6">
              <dgm:if name="Name7" func="var" arg="dir" op="equ" val="norm">
                <dgm:alg type="cycle">
                  <dgm:param type="stAng" val="-40"/>
                  <dgm:param type="spanAng" val="80"/>
                  <dgm:param type="rotPath" val="alongPath"/>
                </dgm:alg>
              </dgm:if>
              <dgm:else name="Name8">
                <dgm:alg type="cycle">
                  <dgm:param type="stAng" val="40"/>
                  <dgm:param type="spanAng" val="-80"/>
                  <dgm:param type="rotPath" val="alongPath"/>
                </dgm:alg>
              </dgm:else>
            </dgm:choose>
          </dgm:if>
          <dgm:else name="Name9">
            <dgm:choose name="Name10">
              <dgm:if name="Name11" func="var" arg="dir" op="equ" val="norm">
                <dgm:alg type="cycle">
                  <dgm:param type="stAng" val="-60"/>
                  <dgm:param type="spanAng" val="120"/>
                  <dgm:param type="rotPath" val="alongPath"/>
                </dgm:alg>
              </dgm:if>
              <dgm:else name="Name12">
                <dgm:alg type="cycle">
                  <dgm:param type="stAng" val="60"/>
                  <dgm:param type="spanAng" val="-120"/>
                  <dgm:param type="rotPath" val="alongPath"/>
                </dgm:alg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hoose name="Name13">
      <dgm:if name="Name14" axis="ch" ptType="node" func="cnt" op="equ" val="2">
        <dgm:constrLst>
          <dgm:constr type="w" for="ch" ptType="node" refType="w"/>
          <dgm:constr type="primFontSz" for="ch" ptType="node" op="equ" val="65"/>
          <dgm:constr type="sibSp" refType="w" fact="0.22"/>
        </dgm:constrLst>
      </dgm:if>
      <dgm:else name="Name15">
        <dgm:constrLst>
          <dgm:constr type="w" for="ch" ptType="node" refType="w"/>
          <dgm:constr type="primFontSz" for="ch" ptType="node" op="equ" val="65"/>
          <dgm:constr type="sibSp" refType="w" fact="0.14"/>
        </dgm:constrLst>
      </dgm:else>
    </dgm:choose>
    <dgm:ruleLst/>
    <dgm:forEach name="Name16" axis="ch" ptType="node">
      <dgm:choose name="Name17">
        <dgm:if name="Name18" axis="par ch" ptType="doc node" func="cnt" op="equ" val="1">
          <dgm:layoutNode name="one">
            <dgm:varLst>
              <dgm:bulletEnabled val="1"/>
            </dgm:varLst>
            <dgm:alg type="tx"/>
            <dgm:shape xmlns:r="http://schemas.openxmlformats.org/officeDocument/2006/relationships" type="round2SameRect" r:blip="">
              <dgm:adjLst/>
            </dgm:shape>
            <dgm:presOf axis="desOrSelf" ptType="node"/>
            <dgm:constrLst>
              <dgm:constr type="h" refType="w" fact="0.65"/>
              <dgm:constr type="tMarg" refType="primFontSz" fact="0.1"/>
              <dgm:constr type="bMarg" refType="primFontSz" fact="0.1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9">
          <dgm:layoutNode name="twoplus">
            <dgm:varLst>
              <dgm:bulletEnabled val="1"/>
            </dgm:varLst>
            <dgm:alg type="tx">
              <dgm:param type="autoTxRot" val="grav"/>
            </dgm:alg>
            <dgm:shape xmlns:r="http://schemas.openxmlformats.org/officeDocument/2006/relationships" type="round2SameRect" r:blip="">
              <dgm:adjLst/>
            </dgm:shape>
            <dgm:presOf axis="desOrSelf" ptType="node"/>
            <dgm:constrLst>
              <dgm:constr type="h" refType="w" fact="0.65"/>
              <dgm:constr type="tMarg" refType="primFontSz" fact="0.1"/>
              <dgm:constr type="bMarg" refType="primFontSz" fact="0.1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B58E-774A-F34C-281C-20275480CD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6A9D4F-40B1-61E5-0780-33970AD8C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0BECE-35E4-BFB9-49C7-FB84AE33E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075D-ECB7-4315-9E55-6C93CCB92BB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FE4AD-95C9-35CF-3F10-6882BA37B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21CAA-FF09-4130-C6D5-DC89143C6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64499-0C3A-4C40-A345-33B4DEEB9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273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F47CC-F069-CE48-CF3B-6D5E90740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15DA6-14DC-7C37-9D83-72B4059D2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D0DA1-0672-18A5-ECE9-24E3EE222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075D-ECB7-4315-9E55-6C93CCB92BB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D0330-4791-B485-45D7-8D159B773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09482-84EF-574C-F858-9630122DC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64499-0C3A-4C40-A345-33B4DEEB9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36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D904-1116-4059-6F45-DC94FD167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0007D-5BAF-8182-6B1E-B87882325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D19A5-2C7D-34C9-2FB1-2F87AEA8C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075D-ECB7-4315-9E55-6C93CCB92BB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4335F-26AF-3CB0-FFD9-1A47EA472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4AA4E-4E59-8A03-00A5-6823A4C4B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64499-0C3A-4C40-A345-33B4DEEB9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2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9BE1B-A137-1D23-5B36-984FC61B9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F8E4A-3059-41A1-DFF9-F446AB132A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3601A-BF73-AD44-7013-A43CE30C6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4253C-B2D8-963F-11E3-55263BD29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075D-ECB7-4315-9E55-6C93CCB92BB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C0876-5593-B4B9-123D-48A1A99DD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17EAD-5BCB-C21F-33BC-AAEFB88A3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64499-0C3A-4C40-A345-33B4DEEB9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182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9216F-B2BF-F750-92A3-09ACD9CF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1159E-9B7E-1DC7-A041-83D3298A6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3C89B4-2398-BAB3-D2F5-C3A47098EF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6521EB-A2B0-7C95-223F-918825BF1F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C5FB50-FD6D-4A69-B6AB-0B346B95D2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70E09-CF26-4DDD-B6AE-F6C678D73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075D-ECB7-4315-9E55-6C93CCB92BB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619D5C-CC7F-9F23-2205-9D97CE8A8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85B4D9-B70D-347E-A2BF-EFA5CCCF8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64499-0C3A-4C40-A345-33B4DEEB9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404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5A14D-A469-4F7B-27F3-1AA2878F9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67188-FB59-2D95-EF7E-2CABF389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075D-ECB7-4315-9E55-6C93CCB92BB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C79345-2632-37F2-D926-203C5B1E8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9F40BE-E5C8-92EC-3841-2D5B70675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64499-0C3A-4C40-A345-33B4DEEB9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009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D76866-358A-1C98-FE0A-D348172B8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075D-ECB7-4315-9E55-6C93CCB92BB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FBDD9A-CA71-94A5-4C8A-E0391015B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7AA61-C763-B417-3726-CCF69593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64499-0C3A-4C40-A345-33B4DEEB9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37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DB48-7B0A-F709-8A9F-B97472917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4DCCC-26D8-1E57-E1CD-76033955D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897416-2FE0-E9C7-788F-CE2DE94A3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13CBC-8904-7F51-7F06-B043B9126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075D-ECB7-4315-9E55-6C93CCB92BB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E6B8C3-7FA8-7ADC-C9CF-B29F4A7FA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6D013-4BC0-480B-331E-E04D67D75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64499-0C3A-4C40-A345-33B4DEEB9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90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41663-12DA-8EED-6130-423DD37B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FE49D8-15B7-39BC-8830-9E272A1C8F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3719E6-B388-3908-6196-8B82AE47DB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C413A-7300-DDE6-114C-1766A05F0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075D-ECB7-4315-9E55-6C93CCB92BB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A6C507-E524-4E9C-50AB-B904133F0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B31870-7C1F-36B8-C850-238840306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64499-0C3A-4C40-A345-33B4DEEB9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10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2808A-E6DF-FD6E-5014-E6155CDC2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9064E-DC02-E984-23FF-6B3BAA1DA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F4DFF-1C1C-2257-938B-2D00471F2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075D-ECB7-4315-9E55-6C93CCB92BB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BA83F-C3FE-8618-0B27-E7E36EC56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B11A3-6714-4A70-2042-16D7030D3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64499-0C3A-4C40-A345-33B4DEEB9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12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FDB2E5-3466-2A1E-EECB-013E5F1C07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67F77D-C962-E5AF-7EC6-0CA6FECCA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D4197-7CCB-DCDD-B9EF-01E027224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075D-ECB7-4315-9E55-6C93CCB92BB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4A31D-0830-4D6A-95A9-98A32BFF3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B4BB0-401C-81F3-338A-C89C29EE3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64499-0C3A-4C40-A345-33B4DEEB9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569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B0FB23-83B2-B8D4-9FE6-E2880F060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3A295-E22C-063D-E7E2-4A1E48A0C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FA142-13D0-A8FF-8371-0D4CD8650C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C0075D-ECB7-4315-9E55-6C93CCB92BB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B742A-2B46-1E03-AF93-BBE27CE9FB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93792-A65D-A9F1-0115-7673B8D06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A64499-0C3A-4C40-A345-33B4DEEB9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289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8503500-52C8-2CF2-2BAF-CFC58F9ED6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6416217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9983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2026-09-06T08:14:41Z</dcterms:created>
  <dcterms:modified xsi:type="dcterms:W3CDTF">2026-09-06T08:14:41Z</dcterms:modified>
</cp:coreProperties>
</file>