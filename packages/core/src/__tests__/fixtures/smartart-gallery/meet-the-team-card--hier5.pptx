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410A47-2E4E-4685-8713-8FAC3CA7D7D0}" type="doc">
      <dgm:prSet loTypeId="urn:microsoft.com/office/officeart/2024/layout/MeetTheTeamCard" loCatId="meettheteam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2DBFB2-14DD-425A-BDFA-C558B8E906F0}">
      <dgm:prSet phldrT="Name"/>
      <dgm:spPr/>
      <dgm:t>
        <a:bodyPr/>
        <a:lstStyle/>
        <a:p>
          <a:pPr>
            <a:defRPr b="1"/>
          </a:pPr>
          <a:r>
            <a:rPr lang="en-US"/>
            <a:t>Node One</a:t>
          </a:r>
        </a:p>
      </dgm:t>
    </dgm:pt>
    <dgm:pt modelId="{DA738CA5-E70B-4370-AAFF-0F8D57EB5769}" type="parTrans" cxnId="{5C48D183-5D8B-4640-B4BC-F2142F4857D2}">
      <dgm:prSet/>
      <dgm:spPr/>
    </dgm:pt>
    <dgm:pt modelId="{2985D504-269C-4E9E-8580-DFFC606311B8}" type="sibTrans" cxnId="{5C48D183-5D8B-4640-B4BC-F2142F4857D2}">
      <dgm:prSet/>
      <dgm:spPr/>
    </dgm:pt>
    <dgm:pt modelId="{D1451A99-B18C-464D-B961-A1B9C4D679B0}">
      <dgm:prSet phldrT="Role" phldr="1"/>
      <dgm:spPr/>
      <dgm:t>
        <a:bodyPr/>
        <a:lstStyle/>
        <a:p>
          <a:endParaRPr lang="en-US"/>
        </a:p>
      </dgm:t>
    </dgm:pt>
    <dgm:pt modelId="{BBFB5EE3-43EF-4A7D-9DD8-8BAA51AA3537}" type="parTrans" cxnId="{49085294-CBEF-43AF-A42F-CE6DEB7AE6F2}">
      <dgm:prSet/>
      <dgm:spPr/>
    </dgm:pt>
    <dgm:pt modelId="{F89B7C6D-3A22-451B-AF99-C2D85A730794}" type="sibTrans" cxnId="{49085294-CBEF-43AF-A42F-CE6DEB7AE6F2}">
      <dgm:prSet/>
      <dgm:spPr/>
    </dgm:pt>
    <dgm:pt modelId="{3ACDB323-7A7E-4A60-B69F-82D403E3E058}">
      <dgm:prSet phldrT="Name"/>
      <dgm:spPr/>
      <dgm:t>
        <a:bodyPr/>
        <a:lstStyle/>
        <a:p>
          <a:pPr>
            <a:defRPr b="1"/>
          </a:pPr>
          <a:r>
            <a:rPr lang="en-US"/>
            <a:t>Node Two has a longer label</a:t>
          </a:r>
        </a:p>
      </dgm:t>
    </dgm:pt>
    <dgm:pt modelId="{CCD4338C-4BFD-4E56-8934-BEC27C63A276}" type="parTrans" cxnId="{BC98A024-8C2E-4A29-A6FA-D6E7B26E3BD0}">
      <dgm:prSet/>
      <dgm:spPr/>
    </dgm:pt>
    <dgm:pt modelId="{57DF49B0-412C-4BD9-8805-48EAE17E6B10}" type="sibTrans" cxnId="{BC98A024-8C2E-4A29-A6FA-D6E7B26E3BD0}">
      <dgm:prSet/>
      <dgm:spPr/>
    </dgm:pt>
    <dgm:pt modelId="{5D5D2103-6A41-4DD7-9F52-FDAA6374C1E2}">
      <dgm:prSet phldrT="Role" phldr="1"/>
      <dgm:spPr/>
      <dgm:t>
        <a:bodyPr/>
        <a:lstStyle/>
        <a:p>
          <a:endParaRPr lang="en-US"/>
        </a:p>
      </dgm:t>
    </dgm:pt>
    <dgm:pt modelId="{1A14DA8C-D04D-4250-9370-8308B9B70F10}" type="parTrans" cxnId="{3C324D10-06C9-43D0-8E08-C6F464375918}">
      <dgm:prSet/>
      <dgm:spPr/>
    </dgm:pt>
    <dgm:pt modelId="{0F95A7C6-455B-420E-BB9C-B4880F2B25A6}" type="sibTrans" cxnId="{3C324D10-06C9-43D0-8E08-C6F464375918}">
      <dgm:prSet/>
      <dgm:spPr/>
    </dgm:pt>
    <dgm:pt modelId="{83CC39DA-40B4-4ECD-88D6-C97572F4075B}">
      <dgm:prSet phldrT="Name"/>
      <dgm:spPr/>
      <dgm:t>
        <a:bodyPr/>
        <a:lstStyle/>
        <a:p>
          <a:r>
            <a:rPr lang="en-US"/>
            <a:t>Node Three</a:t>
          </a:r>
        </a:p>
      </dgm:t>
    </dgm:pt>
    <dgm:pt modelId="{EDCA9332-19E2-4CBA-847D-F3FC9639F3E7}" type="parTrans" cxnId="{E836C671-AE3C-4B84-BA31-D3A28A15794D}">
      <dgm:prSet/>
      <dgm:spPr/>
    </dgm:pt>
    <dgm:pt modelId="{7115AE68-6DE2-4D3F-9E79-2DF026E2A3A3}" type="sibTrans" cxnId="{E836C671-AE3C-4B84-BA31-D3A28A15794D}">
      <dgm:prSet/>
      <dgm:spPr/>
    </dgm:pt>
    <dgm:pt modelId="{A9426D0F-2891-43F1-B746-0A2E52E87619}">
      <dgm:prSet phldrT="Role" phldr="1"/>
      <dgm:spPr/>
      <dgm:t>
        <a:bodyPr/>
        <a:lstStyle/>
        <a:p>
          <a:endParaRPr lang="en-US"/>
        </a:p>
      </dgm:t>
    </dgm:pt>
    <dgm:pt modelId="{010DC765-10A7-423D-9A4B-B33A3072694E}" type="parTrans" cxnId="{53CD5D1B-0E2B-45BD-9AA4-ED5A1A739C56}">
      <dgm:prSet/>
      <dgm:spPr/>
    </dgm:pt>
    <dgm:pt modelId="{ADB90C96-8FB0-4E1C-B1D2-3E9C1C74099E}" type="sibTrans" cxnId="{53CD5D1B-0E2B-45BD-9AA4-ED5A1A739C56}">
      <dgm:prSet/>
      <dgm:spPr/>
    </dgm:pt>
    <dgm:pt modelId="{AFB9CECF-E309-404F-8BD2-6B9DB01EB902}">
      <dgm:prSet phldrT="Name"/>
      <dgm:spPr/>
      <dgm:t>
        <a:bodyPr/>
        <a:lstStyle/>
        <a:p>
          <a:pPr>
            <a:defRPr b="1"/>
          </a:pPr>
          <a:r>
            <a:rPr lang="en-US"/>
            <a:t>Node Four</a:t>
          </a:r>
        </a:p>
      </dgm:t>
    </dgm:pt>
    <dgm:pt modelId="{92583D69-9C3B-41EA-A3C6-9E39B6EFC1B7}" type="parTrans" cxnId="{D9FF69CB-2CEC-4EE1-AEB1-8C2F53EDE23B}">
      <dgm:prSet/>
      <dgm:spPr/>
    </dgm:pt>
    <dgm:pt modelId="{3614ADC9-EE35-480E-BA07-A6866752F2C7}" type="sibTrans" cxnId="{D9FF69CB-2CEC-4EE1-AEB1-8C2F53EDE23B}">
      <dgm:prSet/>
      <dgm:spPr/>
    </dgm:pt>
    <dgm:pt modelId="{1F740869-A896-42BF-98B1-76B437969CD6}">
      <dgm:prSet phldrT="Role" phldr="1"/>
      <dgm:spPr/>
      <dgm:t>
        <a:bodyPr/>
        <a:lstStyle/>
        <a:p>
          <a:endParaRPr lang="en-US"/>
        </a:p>
      </dgm:t>
    </dgm:pt>
    <dgm:pt modelId="{49E6807E-56E2-4239-B02E-2B1DDE3C798D}" type="parTrans" cxnId="{C406C565-F4E9-46AA-A37B-61282E3A8E10}">
      <dgm:prSet/>
      <dgm:spPr/>
    </dgm:pt>
    <dgm:pt modelId="{988537E7-B346-4D72-96D0-B9C8750D1130}" type="sibTrans" cxnId="{C406C565-F4E9-46AA-A37B-61282E3A8E10}">
      <dgm:prSet/>
      <dgm:spPr/>
    </dgm:pt>
    <dgm:pt modelId="{186DE227-39C4-4C02-A07A-B9E9FAE6787D}">
      <dgm:prSet phldrT="Name"/>
      <dgm:spPr/>
      <dgm:t>
        <a:bodyPr/>
        <a:lstStyle/>
        <a:p>
          <a:pPr>
            <a:defRPr b="1"/>
          </a:pPr>
          <a:r>
            <a:rPr lang="en-US"/>
            <a:t>Node Five</a:t>
          </a:r>
        </a:p>
      </dgm:t>
    </dgm:pt>
    <dgm:pt modelId="{EF3DA08F-DAFE-4404-87A4-91FBFB13056D}" type="parTrans" cxnId="{B837E24B-81B6-43EF-8C3A-38A642F923C6}">
      <dgm:prSet/>
      <dgm:spPr/>
    </dgm:pt>
    <dgm:pt modelId="{94DDF510-22AD-4818-87C9-9BA073DBE4AC}" type="sibTrans" cxnId="{B837E24B-81B6-43EF-8C3A-38A642F923C6}">
      <dgm:prSet/>
      <dgm:spPr/>
    </dgm:pt>
    <dgm:pt modelId="{A43421D2-C346-4111-9EB4-E6BAE99DC307}">
      <dgm:prSet phldrT="Role" phldr="1"/>
      <dgm:spPr/>
      <dgm:t>
        <a:bodyPr/>
        <a:lstStyle/>
        <a:p>
          <a:endParaRPr lang="en-US"/>
        </a:p>
      </dgm:t>
    </dgm:pt>
    <dgm:pt modelId="{E5099C21-A5B3-43B8-9065-143569C9FF4F}" type="parTrans" cxnId="{8BF703B7-0FD8-413D-BEAA-11898B52243C}">
      <dgm:prSet/>
      <dgm:spPr/>
    </dgm:pt>
    <dgm:pt modelId="{A371330B-5FAB-4A25-8CC7-2629606B7DBB}" type="sibTrans" cxnId="{8BF703B7-0FD8-413D-BEAA-11898B52243C}">
      <dgm:prSet/>
      <dgm:spPr/>
    </dgm:pt>
    <dgm:pt modelId="{2A493404-DC36-44DB-9DFD-955F32370CA7}" type="pres">
      <dgm:prSet presAssocID="{95410A47-2E4E-4685-8713-8FAC3CA7D7D0}" presName="root" presStyleCnt="0">
        <dgm:presLayoutVars>
          <dgm:dir/>
          <dgm:resizeHandles val="exact"/>
        </dgm:presLayoutVars>
      </dgm:prSet>
      <dgm:spPr/>
    </dgm:pt>
    <dgm:pt modelId="{8F4D88C6-EB85-43A8-8D6E-5149DD1DE26D}" type="pres">
      <dgm:prSet presAssocID="{6D2DBFB2-14DD-425A-BDFA-C558B8E906F0}" presName="compNode" presStyleCnt="0"/>
      <dgm:spPr/>
    </dgm:pt>
    <dgm:pt modelId="{A52E414D-B838-4781-8F4D-BBBDB93139AF}" type="pres">
      <dgm:prSet presAssocID="{6D2DBFB2-14DD-425A-BDFA-C558B8E906F0}" presName="bgPill" presStyleLbl="node1NoLn" presStyleIdx="0" presStyleCnt="4"/>
      <dgm:spPr/>
    </dgm:pt>
    <dgm:pt modelId="{705BB713-A9D4-45FF-8675-6FC91E1273EE}" type="pres">
      <dgm:prSet presAssocID="{6D2DBFB2-14DD-425A-BDFA-C558B8E906F0}" presName="photoCircle" presStyleLbl="ltNode1NoLn" presStyleIdx="0" presStyleCnt="4"/>
      <dgm:spPr/>
    </dgm:pt>
    <dgm:pt modelId="{A4102BD1-FE58-4984-B13E-30E0CE7432B3}" type="pres">
      <dgm:prSet presAssocID="{6D2DBFB2-14DD-425A-BDFA-C558B8E906F0}" presName="nameText" presStyleLbl="revTxLt" presStyleIdx="0" presStyleCnt="8">
        <dgm:presLayoutVars>
          <dgm:chMax val="1"/>
          <dgm:chPref val="1"/>
        </dgm:presLayoutVars>
      </dgm:prSet>
      <dgm:spPr/>
    </dgm:pt>
    <dgm:pt modelId="{5DE3A18E-C0FE-4DE6-A1BF-C77236228728}" type="pres">
      <dgm:prSet presAssocID="{6D2DBFB2-14DD-425A-BDFA-C558B8E906F0}" presName="roleText" presStyleLbl="revTxLt" presStyleIdx="1" presStyleCnt="8">
        <dgm:presLayoutVars>
          <dgm:chMax val="0"/>
        </dgm:presLayoutVars>
      </dgm:prSet>
      <dgm:spPr/>
    </dgm:pt>
    <dgm:pt modelId="{2BE4C714-5B5A-4B6E-8AFC-8809277F4DCA}" type="pres">
      <dgm:prSet presAssocID="{2985D504-269C-4E9E-8580-DFFC606311B8}" presName="sibTrans" presStyleCnt="0"/>
      <dgm:spPr/>
    </dgm:pt>
    <dgm:pt modelId="{F159CB6D-94F6-48D2-B67D-E0AEA8CA773A}" type="pres">
      <dgm:prSet presAssocID="{3ACDB323-7A7E-4A60-B69F-82D403E3E058}" presName="compNode" presStyleCnt="0"/>
      <dgm:spPr/>
    </dgm:pt>
    <dgm:pt modelId="{3CE22FF1-7270-4A9F-AAB2-4C2D184103C8}" type="pres">
      <dgm:prSet presAssocID="{3ACDB323-7A7E-4A60-B69F-82D403E3E058}" presName="bgPill" presStyleLbl="node1NoLn" presStyleIdx="1" presStyleCnt="4"/>
      <dgm:spPr/>
    </dgm:pt>
    <dgm:pt modelId="{47717418-ACC6-4DA1-A7DD-A6C513C14BC0}" type="pres">
      <dgm:prSet presAssocID="{3ACDB323-7A7E-4A60-B69F-82D403E3E058}" presName="photoCircle" presStyleLbl="ltNode1NoLn" presStyleIdx="1" presStyleCnt="4"/>
      <dgm:spPr/>
    </dgm:pt>
    <dgm:pt modelId="{84BE4DB5-62D4-4948-A2B7-B965EB1FAB19}" type="pres">
      <dgm:prSet presAssocID="{3ACDB323-7A7E-4A60-B69F-82D403E3E058}" presName="nameText" presStyleLbl="revTxLt" presStyleIdx="2" presStyleCnt="8">
        <dgm:presLayoutVars>
          <dgm:chMax val="1"/>
          <dgm:chPref val="1"/>
        </dgm:presLayoutVars>
      </dgm:prSet>
      <dgm:spPr/>
    </dgm:pt>
    <dgm:pt modelId="{C87BF07C-DFFA-4422-BFFC-22A74F639313}" type="pres">
      <dgm:prSet presAssocID="{3ACDB323-7A7E-4A60-B69F-82D403E3E058}" presName="roleText" presStyleLbl="revTxLt" presStyleIdx="3" presStyleCnt="8">
        <dgm:presLayoutVars>
          <dgm:chMax val="0"/>
        </dgm:presLayoutVars>
      </dgm:prSet>
      <dgm:spPr/>
    </dgm:pt>
    <dgm:pt modelId="{F5BD5908-ABC6-4D8D-9610-0B7164A68CAE}" type="pres">
      <dgm:prSet presAssocID="{57DF49B0-412C-4BD9-8805-48EAE17E6B10}" presName="sibTrans" presStyleCnt="0"/>
      <dgm:spPr/>
    </dgm:pt>
    <dgm:pt modelId="{B2D7AB55-B6EF-4F28-AF85-5F5C1A879F1B}" type="pres">
      <dgm:prSet presAssocID="{AFB9CECF-E309-404F-8BD2-6B9DB01EB902}" presName="compNode" presStyleCnt="0"/>
      <dgm:spPr/>
    </dgm:pt>
    <dgm:pt modelId="{6E551BAE-652D-4A4D-BCEA-760AC626D5E7}" type="pres">
      <dgm:prSet presAssocID="{AFB9CECF-E309-404F-8BD2-6B9DB01EB902}" presName="bgPill" presStyleLbl="node1NoLn" presStyleIdx="2" presStyleCnt="4"/>
      <dgm:spPr/>
    </dgm:pt>
    <dgm:pt modelId="{69E0A7FC-CFA9-4EC7-8D3E-C72AA1B56396}" type="pres">
      <dgm:prSet presAssocID="{AFB9CECF-E309-404F-8BD2-6B9DB01EB902}" presName="photoCircle" presStyleLbl="ltNode1NoLn" presStyleIdx="2" presStyleCnt="4"/>
      <dgm:spPr/>
    </dgm:pt>
    <dgm:pt modelId="{A105BA82-0B29-49D5-982C-D047CEB19AF4}" type="pres">
      <dgm:prSet presAssocID="{AFB9CECF-E309-404F-8BD2-6B9DB01EB902}" presName="nameText" presStyleLbl="revTxLt" presStyleIdx="4" presStyleCnt="8">
        <dgm:presLayoutVars>
          <dgm:chMax val="1"/>
          <dgm:chPref val="1"/>
        </dgm:presLayoutVars>
      </dgm:prSet>
      <dgm:spPr/>
    </dgm:pt>
    <dgm:pt modelId="{52A3888E-90C4-4346-BBB8-BA43165819AB}" type="pres">
      <dgm:prSet presAssocID="{AFB9CECF-E309-404F-8BD2-6B9DB01EB902}" presName="roleText" presStyleLbl="revTxLt" presStyleIdx="5" presStyleCnt="8">
        <dgm:presLayoutVars>
          <dgm:chMax val="0"/>
        </dgm:presLayoutVars>
      </dgm:prSet>
      <dgm:spPr/>
    </dgm:pt>
    <dgm:pt modelId="{6598EA6D-55D2-4C0C-B3CB-23C078C8E3A9}" type="pres">
      <dgm:prSet presAssocID="{3614ADC9-EE35-480E-BA07-A6866752F2C7}" presName="sibTrans" presStyleCnt="0"/>
      <dgm:spPr/>
    </dgm:pt>
    <dgm:pt modelId="{1F7A9138-DDA8-4174-895D-2F5DF58BACFD}" type="pres">
      <dgm:prSet presAssocID="{186DE227-39C4-4C02-A07A-B9E9FAE6787D}" presName="compNode" presStyleCnt="0"/>
      <dgm:spPr/>
    </dgm:pt>
    <dgm:pt modelId="{04339AC2-F5A1-4CFB-A6AC-F51310D7CFDF}" type="pres">
      <dgm:prSet presAssocID="{186DE227-39C4-4C02-A07A-B9E9FAE6787D}" presName="bgPill" presStyleLbl="node1NoLn" presStyleIdx="3" presStyleCnt="4"/>
      <dgm:spPr/>
    </dgm:pt>
    <dgm:pt modelId="{142ABDF7-387E-44E7-8AEE-8B7BB7BDB53C}" type="pres">
      <dgm:prSet presAssocID="{186DE227-39C4-4C02-A07A-B9E9FAE6787D}" presName="photoCircle" presStyleLbl="ltNode1NoLn" presStyleIdx="3" presStyleCnt="4"/>
      <dgm:spPr/>
    </dgm:pt>
    <dgm:pt modelId="{16BAFF2E-DC97-40E8-8EF5-71D890B37B41}" type="pres">
      <dgm:prSet presAssocID="{186DE227-39C4-4C02-A07A-B9E9FAE6787D}" presName="nameText" presStyleLbl="revTxLt" presStyleIdx="6" presStyleCnt="8">
        <dgm:presLayoutVars>
          <dgm:chMax val="1"/>
          <dgm:chPref val="1"/>
        </dgm:presLayoutVars>
      </dgm:prSet>
      <dgm:spPr/>
    </dgm:pt>
    <dgm:pt modelId="{31565C89-FDAB-45F8-8A89-B723A8D1F01F}" type="pres">
      <dgm:prSet presAssocID="{186DE227-39C4-4C02-A07A-B9E9FAE6787D}" presName="roleText" presStyleLbl="revTxLt" presStyleIdx="7" presStyleCnt="8">
        <dgm:presLayoutVars>
          <dgm:chMax val="0"/>
        </dgm:presLayoutVars>
      </dgm:prSet>
      <dgm:spPr/>
    </dgm:pt>
  </dgm:ptLst>
  <dgm:cxnLst>
    <dgm:cxn modelId="{AE349E09-5E84-4A0A-82B7-33804CC4F0E1}" type="presOf" srcId="{AFB9CECF-E309-404F-8BD2-6B9DB01EB902}" destId="{A105BA82-0B29-49D5-982C-D047CEB19AF4}" srcOrd="0" destOrd="0" presId="urn:microsoft.com/office/officeart/2024/layout/MeetTheTeamCard"/>
    <dgm:cxn modelId="{3C324D10-06C9-43D0-8E08-C6F464375918}" srcId="{3ACDB323-7A7E-4A60-B69F-82D403E3E058}" destId="{5D5D2103-6A41-4DD7-9F52-FDAA6374C1E2}" srcOrd="0" destOrd="0" parTransId="{1A14DA8C-D04D-4250-9370-8308B9B70F10}" sibTransId="{0F95A7C6-455B-420E-BB9C-B4880F2B25A6}"/>
    <dgm:cxn modelId="{744E0017-D639-4EA7-8ADF-044496FCFE8A}" type="presOf" srcId="{A9426D0F-2891-43F1-B746-0A2E52E87619}" destId="{C87BF07C-DFFA-4422-BFFC-22A74F639313}" srcOrd="0" destOrd="2" presId="urn:microsoft.com/office/officeart/2024/layout/MeetTheTeamCard"/>
    <dgm:cxn modelId="{53CD5D1B-0E2B-45BD-9AA4-ED5A1A739C56}" srcId="{3ACDB323-7A7E-4A60-B69F-82D403E3E058}" destId="{A9426D0F-2891-43F1-B746-0A2E52E87619}" srcOrd="2" destOrd="0" parTransId="{010DC765-10A7-423D-9A4B-B33A3072694E}" sibTransId="{ADB90C96-8FB0-4E1C-B1D2-3E9C1C74099E}"/>
    <dgm:cxn modelId="{12E55E1F-AEFD-4D15-AC95-8095DE329978}" type="presOf" srcId="{A43421D2-C346-4111-9EB4-E6BAE99DC307}" destId="{31565C89-FDAB-45F8-8A89-B723A8D1F01F}" srcOrd="0" destOrd="0" presId="urn:microsoft.com/office/officeart/2024/layout/MeetTheTeamCard"/>
    <dgm:cxn modelId="{BC98A024-8C2E-4A29-A6FA-D6E7B26E3BD0}" srcId="{95410A47-2E4E-4685-8713-8FAC3CA7D7D0}" destId="{3ACDB323-7A7E-4A60-B69F-82D403E3E058}" srcOrd="1" destOrd="0" parTransId="{CCD4338C-4BFD-4E56-8934-BEC27C63A276}" sibTransId="{57DF49B0-412C-4BD9-8805-48EAE17E6B10}"/>
    <dgm:cxn modelId="{A913323B-5A81-4099-8E60-E224F7EE720F}" type="presOf" srcId="{6D2DBFB2-14DD-425A-BDFA-C558B8E906F0}" destId="{A4102BD1-FE58-4984-B13E-30E0CE7432B3}" srcOrd="0" destOrd="0" presId="urn:microsoft.com/office/officeart/2024/layout/MeetTheTeamCard"/>
    <dgm:cxn modelId="{C406C565-F4E9-46AA-A37B-61282E3A8E10}" srcId="{AFB9CECF-E309-404F-8BD2-6B9DB01EB902}" destId="{1F740869-A896-42BF-98B1-76B437969CD6}" srcOrd="0" destOrd="0" parTransId="{49E6807E-56E2-4239-B02E-2B1DDE3C798D}" sibTransId="{988537E7-B346-4D72-96D0-B9C8750D1130}"/>
    <dgm:cxn modelId="{9CBE346A-77AC-4D64-88DE-79A1F36F48D0}" type="presOf" srcId="{3ACDB323-7A7E-4A60-B69F-82D403E3E058}" destId="{84BE4DB5-62D4-4948-A2B7-B965EB1FAB19}" srcOrd="0" destOrd="0" presId="urn:microsoft.com/office/officeart/2024/layout/MeetTheTeamCard"/>
    <dgm:cxn modelId="{F4A7766A-0090-48E8-BF6A-795211096070}" type="presOf" srcId="{1F740869-A896-42BF-98B1-76B437969CD6}" destId="{52A3888E-90C4-4346-BBB8-BA43165819AB}" srcOrd="0" destOrd="0" presId="urn:microsoft.com/office/officeart/2024/layout/MeetTheTeamCard"/>
    <dgm:cxn modelId="{4E87926B-2DC5-4C19-B216-6401BA5F3D3B}" type="presOf" srcId="{95410A47-2E4E-4685-8713-8FAC3CA7D7D0}" destId="{2A493404-DC36-44DB-9DFD-955F32370CA7}" srcOrd="0" destOrd="0" presId="urn:microsoft.com/office/officeart/2024/layout/MeetTheTeamCard"/>
    <dgm:cxn modelId="{B837E24B-81B6-43EF-8C3A-38A642F923C6}" srcId="{95410A47-2E4E-4685-8713-8FAC3CA7D7D0}" destId="{186DE227-39C4-4C02-A07A-B9E9FAE6787D}" srcOrd="3" destOrd="0" parTransId="{EF3DA08F-DAFE-4404-87A4-91FBFB13056D}" sibTransId="{94DDF510-22AD-4818-87C9-9BA073DBE4AC}"/>
    <dgm:cxn modelId="{E836C671-AE3C-4B84-BA31-D3A28A15794D}" srcId="{3ACDB323-7A7E-4A60-B69F-82D403E3E058}" destId="{83CC39DA-40B4-4ECD-88D6-C97572F4075B}" srcOrd="1" destOrd="0" parTransId="{EDCA9332-19E2-4CBA-847D-F3FC9639F3E7}" sibTransId="{7115AE68-6DE2-4D3F-9E79-2DF026E2A3A3}"/>
    <dgm:cxn modelId="{1E697976-5582-4B82-8A31-4EB9D96FE952}" type="presOf" srcId="{186DE227-39C4-4C02-A07A-B9E9FAE6787D}" destId="{16BAFF2E-DC97-40E8-8EF5-71D890B37B41}" srcOrd="0" destOrd="0" presId="urn:microsoft.com/office/officeart/2024/layout/MeetTheTeamCard"/>
    <dgm:cxn modelId="{C0C08E7D-663B-4EE0-A1AA-0FBDA5766A40}" type="presOf" srcId="{83CC39DA-40B4-4ECD-88D6-C97572F4075B}" destId="{C87BF07C-DFFA-4422-BFFC-22A74F639313}" srcOrd="0" destOrd="1" presId="urn:microsoft.com/office/officeart/2024/layout/MeetTheTeamCard"/>
    <dgm:cxn modelId="{5C48D183-5D8B-4640-B4BC-F2142F4857D2}" srcId="{95410A47-2E4E-4685-8713-8FAC3CA7D7D0}" destId="{6D2DBFB2-14DD-425A-BDFA-C558B8E906F0}" srcOrd="0" destOrd="0" parTransId="{DA738CA5-E70B-4370-AAFF-0F8D57EB5769}" sibTransId="{2985D504-269C-4E9E-8580-DFFC606311B8}"/>
    <dgm:cxn modelId="{557D148E-483F-420E-AE9F-5CAABD154301}" type="presOf" srcId="{5D5D2103-6A41-4DD7-9F52-FDAA6374C1E2}" destId="{C87BF07C-DFFA-4422-BFFC-22A74F639313}" srcOrd="0" destOrd="0" presId="urn:microsoft.com/office/officeart/2024/layout/MeetTheTeamCard"/>
    <dgm:cxn modelId="{49085294-CBEF-43AF-A42F-CE6DEB7AE6F2}" srcId="{6D2DBFB2-14DD-425A-BDFA-C558B8E906F0}" destId="{D1451A99-B18C-464D-B961-A1B9C4D679B0}" srcOrd="0" destOrd="0" parTransId="{BBFB5EE3-43EF-4A7D-9DD8-8BAA51AA3537}" sibTransId="{F89B7C6D-3A22-451B-AF99-C2D85A730794}"/>
    <dgm:cxn modelId="{8BF703B7-0FD8-413D-BEAA-11898B52243C}" srcId="{186DE227-39C4-4C02-A07A-B9E9FAE6787D}" destId="{A43421D2-C346-4111-9EB4-E6BAE99DC307}" srcOrd="0" destOrd="0" parTransId="{E5099C21-A5B3-43B8-9065-143569C9FF4F}" sibTransId="{A371330B-5FAB-4A25-8CC7-2629606B7DBB}"/>
    <dgm:cxn modelId="{D9FF69CB-2CEC-4EE1-AEB1-8C2F53EDE23B}" srcId="{95410A47-2E4E-4685-8713-8FAC3CA7D7D0}" destId="{AFB9CECF-E309-404F-8BD2-6B9DB01EB902}" srcOrd="2" destOrd="0" parTransId="{92583D69-9C3B-41EA-A3C6-9E39B6EFC1B7}" sibTransId="{3614ADC9-EE35-480E-BA07-A6866752F2C7}"/>
    <dgm:cxn modelId="{82A399D2-7EDB-4B79-9639-3FD7C2C54846}" type="presOf" srcId="{D1451A99-B18C-464D-B961-A1B9C4D679B0}" destId="{5DE3A18E-C0FE-4DE6-A1BF-C77236228728}" srcOrd="0" destOrd="0" presId="urn:microsoft.com/office/officeart/2024/layout/MeetTheTeamCard"/>
    <dgm:cxn modelId="{C7DC0746-FC82-4D0A-B889-D2EE14FE9240}" type="presParOf" srcId="{2A493404-DC36-44DB-9DFD-955F32370CA7}" destId="{8F4D88C6-EB85-43A8-8D6E-5149DD1DE26D}" srcOrd="0" destOrd="0" presId="urn:microsoft.com/office/officeart/2024/layout/MeetTheTeamCard"/>
    <dgm:cxn modelId="{1FA5379A-7E0F-40CA-93D9-F2000A813574}" type="presParOf" srcId="{8F4D88C6-EB85-43A8-8D6E-5149DD1DE26D}" destId="{A52E414D-B838-4781-8F4D-BBBDB93139AF}" srcOrd="0" destOrd="0" presId="urn:microsoft.com/office/officeart/2024/layout/MeetTheTeamCard"/>
    <dgm:cxn modelId="{63A3AF9D-A4CF-4DBB-AC7B-D9216054DEBF}" type="presParOf" srcId="{8F4D88C6-EB85-43A8-8D6E-5149DD1DE26D}" destId="{705BB713-A9D4-45FF-8675-6FC91E1273EE}" srcOrd="1" destOrd="0" presId="urn:microsoft.com/office/officeart/2024/layout/MeetTheTeamCard"/>
    <dgm:cxn modelId="{F4872EB4-39F7-4E51-8FC3-ABE89C1F4CCC}" type="presParOf" srcId="{8F4D88C6-EB85-43A8-8D6E-5149DD1DE26D}" destId="{A4102BD1-FE58-4984-B13E-30E0CE7432B3}" srcOrd="2" destOrd="0" presId="urn:microsoft.com/office/officeart/2024/layout/MeetTheTeamCard"/>
    <dgm:cxn modelId="{7A6FA3C7-E5F8-4042-800F-6F6AD7699B37}" type="presParOf" srcId="{8F4D88C6-EB85-43A8-8D6E-5149DD1DE26D}" destId="{5DE3A18E-C0FE-4DE6-A1BF-C77236228728}" srcOrd="3" destOrd="0" presId="urn:microsoft.com/office/officeart/2024/layout/MeetTheTeamCard"/>
    <dgm:cxn modelId="{5FBB145C-96AB-47C9-BB5A-2F4B45039C68}" type="presParOf" srcId="{2A493404-DC36-44DB-9DFD-955F32370CA7}" destId="{2BE4C714-5B5A-4B6E-8AFC-8809277F4DCA}" srcOrd="1" destOrd="0" presId="urn:microsoft.com/office/officeart/2024/layout/MeetTheTeamCard"/>
    <dgm:cxn modelId="{79E4B38E-CBEB-400E-B261-8FCD564A8908}" type="presParOf" srcId="{2A493404-DC36-44DB-9DFD-955F32370CA7}" destId="{F159CB6D-94F6-48D2-B67D-E0AEA8CA773A}" srcOrd="2" destOrd="0" presId="urn:microsoft.com/office/officeart/2024/layout/MeetTheTeamCard"/>
    <dgm:cxn modelId="{E2AE58F1-1A80-47D8-92A7-9D40BC00A6EB}" type="presParOf" srcId="{F159CB6D-94F6-48D2-B67D-E0AEA8CA773A}" destId="{3CE22FF1-7270-4A9F-AAB2-4C2D184103C8}" srcOrd="0" destOrd="0" presId="urn:microsoft.com/office/officeart/2024/layout/MeetTheTeamCard"/>
    <dgm:cxn modelId="{E9FBA29C-DB77-488C-A53E-C27D5EA6C24F}" type="presParOf" srcId="{F159CB6D-94F6-48D2-B67D-E0AEA8CA773A}" destId="{47717418-ACC6-4DA1-A7DD-A6C513C14BC0}" srcOrd="1" destOrd="0" presId="urn:microsoft.com/office/officeart/2024/layout/MeetTheTeamCard"/>
    <dgm:cxn modelId="{093DA028-0788-4CFF-AC2B-13705F6074DF}" type="presParOf" srcId="{F159CB6D-94F6-48D2-B67D-E0AEA8CA773A}" destId="{84BE4DB5-62D4-4948-A2B7-B965EB1FAB19}" srcOrd="2" destOrd="0" presId="urn:microsoft.com/office/officeart/2024/layout/MeetTheTeamCard"/>
    <dgm:cxn modelId="{A7D20199-2C4B-4686-9DCC-AEDD0AC30E79}" type="presParOf" srcId="{F159CB6D-94F6-48D2-B67D-E0AEA8CA773A}" destId="{C87BF07C-DFFA-4422-BFFC-22A74F639313}" srcOrd="3" destOrd="0" presId="urn:microsoft.com/office/officeart/2024/layout/MeetTheTeamCard"/>
    <dgm:cxn modelId="{5400F6CE-9902-4BF1-97A2-4B15705DE33D}" type="presParOf" srcId="{2A493404-DC36-44DB-9DFD-955F32370CA7}" destId="{F5BD5908-ABC6-4D8D-9610-0B7164A68CAE}" srcOrd="3" destOrd="0" presId="urn:microsoft.com/office/officeart/2024/layout/MeetTheTeamCard"/>
    <dgm:cxn modelId="{4B8FC58F-9BE4-4481-ADC7-28E1F0F5B1F9}" type="presParOf" srcId="{2A493404-DC36-44DB-9DFD-955F32370CA7}" destId="{B2D7AB55-B6EF-4F28-AF85-5F5C1A879F1B}" srcOrd="4" destOrd="0" presId="urn:microsoft.com/office/officeart/2024/layout/MeetTheTeamCard"/>
    <dgm:cxn modelId="{A9D0C591-A680-4042-B9A8-67E1CAA32F69}" type="presParOf" srcId="{B2D7AB55-B6EF-4F28-AF85-5F5C1A879F1B}" destId="{6E551BAE-652D-4A4D-BCEA-760AC626D5E7}" srcOrd="0" destOrd="0" presId="urn:microsoft.com/office/officeart/2024/layout/MeetTheTeamCard"/>
    <dgm:cxn modelId="{531575FC-C243-43DA-A002-61B8DA8EA06A}" type="presParOf" srcId="{B2D7AB55-B6EF-4F28-AF85-5F5C1A879F1B}" destId="{69E0A7FC-CFA9-4EC7-8D3E-C72AA1B56396}" srcOrd="1" destOrd="0" presId="urn:microsoft.com/office/officeart/2024/layout/MeetTheTeamCard"/>
    <dgm:cxn modelId="{44A8067D-8B68-421E-8A99-E5A5EB252432}" type="presParOf" srcId="{B2D7AB55-B6EF-4F28-AF85-5F5C1A879F1B}" destId="{A105BA82-0B29-49D5-982C-D047CEB19AF4}" srcOrd="2" destOrd="0" presId="urn:microsoft.com/office/officeart/2024/layout/MeetTheTeamCard"/>
    <dgm:cxn modelId="{B6A9C3CF-7C9D-43DC-9CDC-4820B0267E11}" type="presParOf" srcId="{B2D7AB55-B6EF-4F28-AF85-5F5C1A879F1B}" destId="{52A3888E-90C4-4346-BBB8-BA43165819AB}" srcOrd="3" destOrd="0" presId="urn:microsoft.com/office/officeart/2024/layout/MeetTheTeamCard"/>
    <dgm:cxn modelId="{E384A72D-B7B9-48D0-9DBE-CE56108273A3}" type="presParOf" srcId="{2A493404-DC36-44DB-9DFD-955F32370CA7}" destId="{6598EA6D-55D2-4C0C-B3CB-23C078C8E3A9}" srcOrd="5" destOrd="0" presId="urn:microsoft.com/office/officeart/2024/layout/MeetTheTeamCard"/>
    <dgm:cxn modelId="{B9292D9C-A8AF-4900-B988-E6B3DA434BE2}" type="presParOf" srcId="{2A493404-DC36-44DB-9DFD-955F32370CA7}" destId="{1F7A9138-DDA8-4174-895D-2F5DF58BACFD}" srcOrd="6" destOrd="0" presId="urn:microsoft.com/office/officeart/2024/layout/MeetTheTeamCard"/>
    <dgm:cxn modelId="{5163A192-C664-4F45-A716-698822151E4E}" type="presParOf" srcId="{1F7A9138-DDA8-4174-895D-2F5DF58BACFD}" destId="{04339AC2-F5A1-4CFB-A6AC-F51310D7CFDF}" srcOrd="0" destOrd="0" presId="urn:microsoft.com/office/officeart/2024/layout/MeetTheTeamCard"/>
    <dgm:cxn modelId="{7FD24F4B-5AD6-4B2F-A4E2-7CBAF06E484B}" type="presParOf" srcId="{1F7A9138-DDA8-4174-895D-2F5DF58BACFD}" destId="{142ABDF7-387E-44E7-8AEE-8B7BB7BDB53C}" srcOrd="1" destOrd="0" presId="urn:microsoft.com/office/officeart/2024/layout/MeetTheTeamCard"/>
    <dgm:cxn modelId="{444B67C7-8EE7-41ED-95CE-1DFC02FC5677}" type="presParOf" srcId="{1F7A9138-DDA8-4174-895D-2F5DF58BACFD}" destId="{16BAFF2E-DC97-40E8-8EF5-71D890B37B41}" srcOrd="2" destOrd="0" presId="urn:microsoft.com/office/officeart/2024/layout/MeetTheTeamCard"/>
    <dgm:cxn modelId="{4DB8B93A-4574-48AF-B812-F1DE65B8ED0E}" type="presParOf" srcId="{1F7A9138-DDA8-4174-895D-2F5DF58BACFD}" destId="{31565C89-FDAB-45F8-8A89-B723A8D1F01F}" srcOrd="3" destOrd="0" presId="urn:microsoft.com/office/officeart/2024/layout/MeetTheTeamCar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E414D-B838-4781-8F4D-BBBDB93139AF}">
      <dsp:nvSpPr>
        <dsp:cNvPr id="0" name=""/>
        <dsp:cNvSpPr/>
      </dsp:nvSpPr>
      <dsp:spPr>
        <a:xfrm>
          <a:off x="32234" y="1260516"/>
          <a:ext cx="4018906" cy="1219200"/>
        </a:xfrm>
        <a:prstGeom prst="roundRect">
          <a:avLst>
            <a:gd name="adj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5BB713-A9D4-45FF-8675-6FC91E1273EE}">
      <dsp:nvSpPr>
        <dsp:cNvPr id="0" name=""/>
        <dsp:cNvSpPr/>
      </dsp:nvSpPr>
      <dsp:spPr>
        <a:xfrm>
          <a:off x="135866" y="1364148"/>
          <a:ext cx="1011936" cy="1011936"/>
        </a:xfrm>
        <a:prstGeom prst="ellipse">
          <a:avLst/>
        </a:prstGeom>
        <a:solidFill>
          <a:schemeClr val="accent1">
            <a:tint val="7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102BD1-FE58-4984-B13E-30E0CE7432B3}">
      <dsp:nvSpPr>
        <dsp:cNvPr id="0" name=""/>
        <dsp:cNvSpPr/>
      </dsp:nvSpPr>
      <dsp:spPr>
        <a:xfrm>
          <a:off x="1348970" y="1260516"/>
          <a:ext cx="2210398" cy="60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One</a:t>
          </a:r>
        </a:p>
      </dsp:txBody>
      <dsp:txXfrm>
        <a:off x="1348970" y="1260516"/>
        <a:ext cx="2210398" cy="609600"/>
      </dsp:txXfrm>
    </dsp:sp>
    <dsp:sp modelId="{5DE3A18E-C0FE-4DE6-A1BF-C77236228728}">
      <dsp:nvSpPr>
        <dsp:cNvPr id="0" name=""/>
        <dsp:cNvSpPr/>
      </dsp:nvSpPr>
      <dsp:spPr>
        <a:xfrm>
          <a:off x="1348970" y="1931076"/>
          <a:ext cx="2210398" cy="548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348970" y="1931076"/>
        <a:ext cx="2210398" cy="548640"/>
      </dsp:txXfrm>
    </dsp:sp>
    <dsp:sp modelId="{3CE22FF1-7270-4A9F-AAB2-4C2D184103C8}">
      <dsp:nvSpPr>
        <dsp:cNvPr id="0" name=""/>
        <dsp:cNvSpPr/>
      </dsp:nvSpPr>
      <dsp:spPr>
        <a:xfrm>
          <a:off x="4203859" y="1260516"/>
          <a:ext cx="4018906" cy="1219200"/>
        </a:xfrm>
        <a:prstGeom prst="roundRect">
          <a:avLst>
            <a:gd name="adj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17418-ACC6-4DA1-A7DD-A6C513C14BC0}">
      <dsp:nvSpPr>
        <dsp:cNvPr id="0" name=""/>
        <dsp:cNvSpPr/>
      </dsp:nvSpPr>
      <dsp:spPr>
        <a:xfrm>
          <a:off x="4307491" y="1364148"/>
          <a:ext cx="1011936" cy="1011936"/>
        </a:xfrm>
        <a:prstGeom prst="ellipse">
          <a:avLst/>
        </a:prstGeom>
        <a:solidFill>
          <a:schemeClr val="accent1">
            <a:tint val="7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E4DB5-62D4-4948-A2B7-B965EB1FAB19}">
      <dsp:nvSpPr>
        <dsp:cNvPr id="0" name=""/>
        <dsp:cNvSpPr/>
      </dsp:nvSpPr>
      <dsp:spPr>
        <a:xfrm>
          <a:off x="5520595" y="1260516"/>
          <a:ext cx="2210398" cy="60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Two has a longer label</a:t>
          </a:r>
        </a:p>
      </dsp:txBody>
      <dsp:txXfrm>
        <a:off x="5520595" y="1260516"/>
        <a:ext cx="2210398" cy="609600"/>
      </dsp:txXfrm>
    </dsp:sp>
    <dsp:sp modelId="{C87BF07C-DFFA-4422-BFFC-22A74F639313}">
      <dsp:nvSpPr>
        <dsp:cNvPr id="0" name=""/>
        <dsp:cNvSpPr/>
      </dsp:nvSpPr>
      <dsp:spPr>
        <a:xfrm>
          <a:off x="5520595" y="1931076"/>
          <a:ext cx="2210398" cy="548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Node Three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520595" y="1931076"/>
        <a:ext cx="2210398" cy="548640"/>
      </dsp:txXfrm>
    </dsp:sp>
    <dsp:sp modelId="{6E551BAE-652D-4A4D-BCEA-760AC626D5E7}">
      <dsp:nvSpPr>
        <dsp:cNvPr id="0" name=""/>
        <dsp:cNvSpPr/>
      </dsp:nvSpPr>
      <dsp:spPr>
        <a:xfrm>
          <a:off x="32234" y="2600283"/>
          <a:ext cx="4018906" cy="1219200"/>
        </a:xfrm>
        <a:prstGeom prst="roundRect">
          <a:avLst>
            <a:gd name="adj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0A7FC-CFA9-4EC7-8D3E-C72AA1B56396}">
      <dsp:nvSpPr>
        <dsp:cNvPr id="0" name=""/>
        <dsp:cNvSpPr/>
      </dsp:nvSpPr>
      <dsp:spPr>
        <a:xfrm>
          <a:off x="135866" y="2703915"/>
          <a:ext cx="1011936" cy="1011936"/>
        </a:xfrm>
        <a:prstGeom prst="ellipse">
          <a:avLst/>
        </a:prstGeom>
        <a:solidFill>
          <a:schemeClr val="accent1">
            <a:tint val="7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05BA82-0B29-49D5-982C-D047CEB19AF4}">
      <dsp:nvSpPr>
        <dsp:cNvPr id="0" name=""/>
        <dsp:cNvSpPr/>
      </dsp:nvSpPr>
      <dsp:spPr>
        <a:xfrm>
          <a:off x="1348970" y="2600283"/>
          <a:ext cx="2210398" cy="60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Four</a:t>
          </a:r>
        </a:p>
      </dsp:txBody>
      <dsp:txXfrm>
        <a:off x="1348970" y="2600283"/>
        <a:ext cx="2210398" cy="609600"/>
      </dsp:txXfrm>
    </dsp:sp>
    <dsp:sp modelId="{52A3888E-90C4-4346-BBB8-BA43165819AB}">
      <dsp:nvSpPr>
        <dsp:cNvPr id="0" name=""/>
        <dsp:cNvSpPr/>
      </dsp:nvSpPr>
      <dsp:spPr>
        <a:xfrm>
          <a:off x="1348970" y="3270843"/>
          <a:ext cx="2210398" cy="548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348970" y="3270843"/>
        <a:ext cx="2210398" cy="548640"/>
      </dsp:txXfrm>
    </dsp:sp>
    <dsp:sp modelId="{04339AC2-F5A1-4CFB-A6AC-F51310D7CFDF}">
      <dsp:nvSpPr>
        <dsp:cNvPr id="0" name=""/>
        <dsp:cNvSpPr/>
      </dsp:nvSpPr>
      <dsp:spPr>
        <a:xfrm>
          <a:off x="4203859" y="2600283"/>
          <a:ext cx="4018906" cy="1219200"/>
        </a:xfrm>
        <a:prstGeom prst="roundRect">
          <a:avLst>
            <a:gd name="adj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2ABDF7-387E-44E7-8AEE-8B7BB7BDB53C}">
      <dsp:nvSpPr>
        <dsp:cNvPr id="0" name=""/>
        <dsp:cNvSpPr/>
      </dsp:nvSpPr>
      <dsp:spPr>
        <a:xfrm>
          <a:off x="4307491" y="2703915"/>
          <a:ext cx="1011936" cy="1011936"/>
        </a:xfrm>
        <a:prstGeom prst="ellipse">
          <a:avLst/>
        </a:prstGeom>
        <a:solidFill>
          <a:schemeClr val="accent1">
            <a:tint val="7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BAFF2E-DC97-40E8-8EF5-71D890B37B41}">
      <dsp:nvSpPr>
        <dsp:cNvPr id="0" name=""/>
        <dsp:cNvSpPr/>
      </dsp:nvSpPr>
      <dsp:spPr>
        <a:xfrm>
          <a:off x="5520595" y="2600283"/>
          <a:ext cx="2210398" cy="60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Five</a:t>
          </a:r>
        </a:p>
      </dsp:txBody>
      <dsp:txXfrm>
        <a:off x="5520595" y="2600283"/>
        <a:ext cx="2210398" cy="609600"/>
      </dsp:txXfrm>
    </dsp:sp>
    <dsp:sp modelId="{31565C89-FDAB-45F8-8A89-B723A8D1F01F}">
      <dsp:nvSpPr>
        <dsp:cNvPr id="0" name=""/>
        <dsp:cNvSpPr/>
      </dsp:nvSpPr>
      <dsp:spPr>
        <a:xfrm>
          <a:off x="5520595" y="3270843"/>
          <a:ext cx="2210398" cy="548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520595" y="3270843"/>
        <a:ext cx="2210398" cy="548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MeetTheTeamCard">
  <dgm:title val=""/>
  <dgm:desc val=""/>
  <dgm:catLst>
    <dgm:cat type="meettheteam" pri="101"/>
    <dgm:cat type="pictureconvert" pri="32000"/>
  </dgm:catLst>
  <dgm:sampData>
    <dgm:dataModel>
      <dgm:ptLst>
        <dgm:pt modelId="0" type="doc"/>
        <dgm:pt modelId="10">
          <dgm:prSet phldrT="Name" phldr="1"/>
        </dgm:pt>
        <dgm:pt modelId="11">
          <dgm:prSet phldrT="Role" phldr="1"/>
        </dgm:pt>
        <dgm:pt modelId="20">
          <dgm:prSet phldrT="Name" phldr="1"/>
        </dgm:pt>
        <dgm:pt modelId="21">
          <dgm:prSet phldrT="Role" phldr="1"/>
        </dgm:pt>
        <dgm:pt modelId="30">
          <dgm:prSet phldrT="Name" phldr="1"/>
        </dgm:pt>
        <dgm:pt modelId="31">
          <dgm:prSet phldrT="Role" phldr="1"/>
        </dgm:pt>
        <dgm:pt modelId="40">
          <dgm:prSet phldrT="Name" phldr="1"/>
        </dgm:pt>
        <dgm:pt modelId="41">
          <dgm:prSet phldrT="Role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  <dgm:cxn modelId="106" srcId="0" destId="40" srcOrd="3" destOrd="0"/>
        <dgm:cxn modelId="107" srcId="40" destId="4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24"/>
          <dgm:constr type="w" for="ch" forName="compNode" val="100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  <dgm:constr type="h" for="des" forName="nameText" op="equ"/>
          <dgm:constr type="h" for="des" forName="roleText" op="equ"/>
        </dgm:constrLst>
      </dgm:if>
      <dgm:if name="Name5" axis="ch" ptType="node" func="cnt" op="lte" val="3">
        <dgm:constrLst>
          <dgm:constr type="h" for="ch" forName="compNode" refType="h" fact="0.24"/>
          <dgm:constr type="w" for="ch" forName="compNode" val="100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  <dgm:constr type="h" for="des" forName="nameText" op="equ"/>
          <dgm:constr type="h" for="des" forName="roleText" op="equ"/>
        </dgm:constrLst>
      </dgm:if>
      <dgm:if name="Name6" axis="ch" ptType="node" func="cnt" op="lte" val="4">
        <dgm:constrLst>
          <dgm:constr type="h" for="ch" forName="compNode" refType="h" fact="0.24"/>
          <dgm:constr type="w" for="ch" forName="compNode" refType="w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  <dgm:constr type="h" for="des" forName="nameText" op="equ"/>
          <dgm:constr type="h" for="des" forName="roleText" op="equ"/>
        </dgm:constrLst>
      </dgm:if>
      <dgm:else name="Name7">
        <dgm:constrLst>
          <dgm:constr type="h" for="ch" forName="compNode" refType="h" fact="0.24"/>
          <dgm:constr type="w" for="ch" forName="compNode" refType="w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  <dgm:constr type="h" for="des" forName="nameText" op="equ"/>
          <dgm:constr type="h" for="des" forName="roleTex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hasRole">
          <dgm:if name="hasRoleYes" axis="ch" ptType="node" func="cnt" op="gte" val="1">
            <dgm:constrLst>
              <dgm:constr type="w" for="ch" forName="bgPill" refType="w"/>
              <dgm:constr type="h" for="ch" forName="bgPill" refType="h"/>
              <dgm:constr type="l" for="ch" forName="bgPill"/>
              <dgm:constr type="t" for="ch" forName="bgPill"/>
              <dgm:constr type="w" for="ch" forName="photoCircle" refType="h" fact="0.83"/>
              <dgm:constr type="h" for="ch" forName="photoCircle" refType="w" refFor="ch" refForName="photoCircle"/>
              <dgm:constr type="ctrY" for="ch" forName="photoCircle" refType="h" fact="0.5"/>
              <dgm:constr type="l" for="ch" forName="photoCircle" refType="h" fact="0.085"/>
              <dgm:constr type="w" for="ch" forName="nameText" refType="w" fact="0.55"/>
              <dgm:constr type="h" for="ch" forName="nameText" refType="h" fact="0.5"/>
              <dgm:constr type="l" for="ch" forName="nameText" refType="h" fact="1.08"/>
              <dgm:constr type="t" for="ch" forName="nameText"/>
              <dgm:constr type="w" for="ch" forName="roleText" refType="w" fact="0.55"/>
              <dgm:constr type="h" for="ch" forName="roleText" refType="h" fact="0.45"/>
              <dgm:constr type="l" for="ch" forName="roleText" refType="h" fact="1.08"/>
              <dgm:constr type="t" for="ch" forName="roleText" refType="h" fact="0.55"/>
            </dgm:constrLst>
          </dgm:if>
          <dgm:else name="hasRoleNo">
            <dgm:constrLst>
              <dgm:constr type="w" for="ch" forName="bgPill" refType="w"/>
              <dgm:constr type="h" for="ch" forName="bgPill" refType="h"/>
              <dgm:constr type="l" for="ch" forName="bgPill"/>
              <dgm:constr type="t" for="ch" forName="bgPill"/>
              <dgm:constr type="w" for="ch" forName="photoCircle" refType="h" fact="0.83"/>
              <dgm:constr type="h" for="ch" forName="photoCircle" refType="w" refFor="ch" refForName="photoCircle"/>
              <dgm:constr type="ctrY" for="ch" forName="photoCircle" refType="h" fact="0.5"/>
              <dgm:constr type="l" for="ch" forName="photoCircle" refType="h" fact="0.085"/>
              <dgm:constr type="w" for="ch" forName="nameText" refType="w" fact="0.55"/>
              <dgm:constr type="h" for="ch" forName="nameText" refType="h" fact="0.6"/>
              <dgm:constr type="l" for="ch" forName="nameText" refType="h" fact="1.08"/>
              <dgm:constr type="t" for="ch" forName="nameText"/>
              <dgm:constr type="w" for="ch" forName="roleText" refType="w" fact="0.55"/>
              <dgm:constr type="h" for="ch" forName="roleText"/>
              <dgm:constr type="l" for="ch" forName="roleText" refType="h" fact="1.08"/>
              <dgm:constr type="t" for="ch" forName="roleText" refType="h" fact="0.6"/>
            </dgm:constrLst>
          </dgm:else>
        </dgm:choose>
        <dgm:ruleLst>
          <dgm:rule type="h" val="INF" fact="NaN" max="NaN"/>
        </dgm:ruleLst>
        <dgm:layoutNode name="bgPill" styleLbl="node1NoLn">
          <dgm:alg type="sp"/>
          <dgm:shape xmlns:r="http://schemas.openxmlformats.org/officeDocument/2006/relationships" type="roundRect" r:blip="">
            <dgm:adjLst>
              <dgm:adj idx="1" val="0.5"/>
            </dgm:adjLst>
          </dgm:shape>
          <dgm:presOf/>
          <dgm:constrLst/>
          <dgm:ruleLst/>
        </dgm:layoutNode>
        <dgm:layoutNode name="photoCircle" styleLbl="ltNode1NoLn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nameText" styleLbl="revTxLt">
          <dgm:varLst>
            <dgm:chMax val="1"/>
            <dgm:chPref val="1"/>
          </dgm:varLst>
          <dgm:alg type="tx">
            <dgm:param type="txAnchorVert" val="b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roleText" styleLbl="revTxLt">
          <dgm:varLst>
            <dgm:chMax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C30F5-189D-F56B-BDEA-F832BC710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02EACD-CA94-6816-D162-091D7E1D36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B2971-61DF-32E4-540F-7BD209913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2F3EF-619B-433C-89BD-D642FF2B67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3327F-F092-E5AD-9535-70D7CAD7B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B5687-338F-2D69-F59D-0A4CBDF36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EE6C-3B18-4292-9266-1E13526E3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33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5080D-8BD9-A89A-3D6B-359DD6C42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66046-EDBA-24D4-DEAF-F0B47A8D4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376D5-A611-62C3-9DDE-FD042338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2F3EF-619B-433C-89BD-D642FF2B67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1BFD8-9661-33B4-B186-43B023384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98D94-EC05-184C-D444-A74C803F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EE6C-3B18-4292-9266-1E13526E3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69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E2D3B-B640-6C50-3D09-E0026EFE8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48098-51DA-72AA-50E6-5A3EED097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976FD-660F-FE18-2AE7-FCCE67534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2F3EF-619B-433C-89BD-D642FF2B67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D6839-D555-3D68-8F27-73E74CC64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A7462-9A1B-5867-2792-B7BEC8989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EE6C-3B18-4292-9266-1E13526E3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2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04610-7219-E0B9-635C-A0784069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32D38-73C2-362E-E625-D80A8A1BB8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88CCB-2AB8-9C2C-9983-5E3AFD53B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E5482-1166-BC82-4F0B-5BE63A17E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2F3EF-619B-433C-89BD-D642FF2B67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C48E1-0F2D-03A2-7897-2D0071F27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45CC5-CE71-AA6E-0FB2-A2AA164D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EE6C-3B18-4292-9266-1E13526E3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21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609DD-9E4D-4534-6735-ED17DAD4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4F4E6-2EEC-484A-A7D1-1BF796636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25976-852E-5AAB-EB1B-C741B2A2C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1F6ABF-DACB-ADDE-F019-5FA6AA1EE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CD0098-A40F-4D1F-0F3C-3123869534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697A2B-F828-BD48-B7E6-6D6C5950F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2F3EF-619B-433C-89BD-D642FF2B67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5C32CB-267D-D84B-1EF5-1E1FAF01E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7A5D0E-B221-BB46-85BE-7C78F6B84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EE6C-3B18-4292-9266-1E13526E3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166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824D-C13B-04CD-C1FB-9E6C8CDE0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85A038-1A43-74F1-49A8-494CFB1E9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2F3EF-619B-433C-89BD-D642FF2B67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DB6D31-B5FC-4011-EE69-47F179A9B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11AA13-58C7-370D-A900-82093E195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EE6C-3B18-4292-9266-1E13526E3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5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5714F2-3773-19AE-8D31-3D6501117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2F3EF-619B-433C-89BD-D642FF2B67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8A88E7-1FE7-78EF-3E0D-784BF059F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BD178-8E6E-1328-C6E8-ADB5557A3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EE6C-3B18-4292-9266-1E13526E3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2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62B2E-7FE3-0126-BDE3-93F5CC1C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09B5B-ECDB-CF7D-A60C-B20C31CBE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0F2AFE-A987-E2E9-0D9E-308B11B9D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182D1-C2D6-6EEB-EC1C-09BFBBBA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2F3EF-619B-433C-89BD-D642FF2B67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BAAB1-077B-6E4C-23C1-12D3241B2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33038-DBD1-E706-ECF9-F24050B49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EE6C-3B18-4292-9266-1E13526E3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153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FA331-CBB0-7F45-E1F3-C5D544A46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01664-EDB8-B1C1-CA40-312A3939DF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2EC1BB-D790-BF3D-9207-23C944E1B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683D6-BF57-D29A-AE60-C1A7AD28B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2F3EF-619B-433C-89BD-D642FF2B67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905B4-1418-2F7A-AD56-3312B1F3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CBC7F-02A5-33A6-2AF5-F47E2F8D5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EE6C-3B18-4292-9266-1E13526E3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89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F0FA-2521-A517-C85D-EA85CEDAA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DB173-406A-8400-93C2-1D5BF2383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6CDBA-B26C-A2E0-8E00-53B37090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2F3EF-619B-433C-89BD-D642FF2B67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EF5DB-20CF-22AC-058A-1C5313B21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E65DD-BB76-8D26-2156-94FA3B121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EE6C-3B18-4292-9266-1E13526E3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24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881B68-570E-366E-3736-10EC40BFED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C49495-B81A-06C5-890B-3F0187838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03D9D-22A0-11FA-470D-24DD6125E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2F3EF-619B-433C-89BD-D642FF2B67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A71E5-A0A2-DAB6-3EA1-8105A8049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DC78C-9FC5-BE30-931D-1B42A559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EE6C-3B18-4292-9266-1E13526E3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96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7DABFA-2A93-5071-7876-5B10753C9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6D010-3307-203D-4932-B3A67A46D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48D54-F303-DE7E-EBDD-25DFC1AA39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E2F3EF-619B-433C-89BD-D642FF2B67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6D6BE-A3E3-26C7-5D6B-38D755EE0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5A552-49E5-C150-E4C7-F6AD576D7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AEE6C-3B18-4292-9266-1E13526E30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56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DA8DEB8-3993-59A3-9DA2-C183092C5D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538265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7027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2026-09-06T08:15:16Z</dcterms:created>
  <dcterms:modified xsi:type="dcterms:W3CDTF">2026-09-06T08:15:16Z</dcterms:modified>
</cp:coreProperties>
</file>