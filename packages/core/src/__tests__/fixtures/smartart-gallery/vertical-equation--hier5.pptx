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4E5757-FBB7-481E-A16E-BCBE8A3E41A3}" type="doc">
      <dgm:prSet loTypeId="urn:microsoft.com/office/officeart/2005/8/layout/equation2" loCatId="relationship" qsTypeId="urn:microsoft.com/office/officeart/2005/8/quickstyle/simple1" qsCatId="simple" csTypeId="urn:microsoft.com/office/officeart/2005/8/colors/accent1_2" csCatId="accent1" phldr="1"/>
      <dgm:spPr/>
    </dgm:pt>
    <dgm:pt modelId="{D92A3592-290E-4BF3-A415-78BB33E8BCC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DBBE0FC-5256-4FA5-8F36-29547E5786DD}" type="parTrans" cxnId="{1C22F065-8C41-492B-B5E6-8DC8C60552B1}">
      <dgm:prSet/>
      <dgm:spPr/>
    </dgm:pt>
    <dgm:pt modelId="{FE9FC29D-0B73-4A2D-8C45-ACF4E333EADA}" type="sibTrans" cxnId="{1C22F065-8C41-492B-B5E6-8DC8C60552B1}">
      <dgm:prSet/>
      <dgm:spPr/>
      <dgm:t>
        <a:bodyPr/>
        <a:lstStyle/>
        <a:p>
          <a:endParaRPr lang="en-US"/>
        </a:p>
      </dgm:t>
    </dgm:pt>
    <dgm:pt modelId="{28110AB2-13FC-47CD-9D0C-26AA88D7890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6A8CD9D9-2594-4891-B5E2-68414E7F57E7}" type="parTrans" cxnId="{F1553E8C-D8F1-44EA-98C6-C6A72F3453CE}">
      <dgm:prSet/>
      <dgm:spPr/>
    </dgm:pt>
    <dgm:pt modelId="{E37DBAF5-79FD-45D0-B65C-E2C9856DD330}" type="sibTrans" cxnId="{F1553E8C-D8F1-44EA-98C6-C6A72F3453CE}">
      <dgm:prSet/>
      <dgm:spPr/>
      <dgm:t>
        <a:bodyPr/>
        <a:lstStyle/>
        <a:p>
          <a:endParaRPr lang="en-US"/>
        </a:p>
      </dgm:t>
    </dgm:pt>
    <dgm:pt modelId="{68A40CFC-9CF6-4C8B-BE2D-C16F89CAF7D6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41EA1DF-B1AE-4D1A-8A4B-0380D984BD5B}" type="parTrans" cxnId="{322AFB16-D8BD-4183-9275-4E4333646D83}">
      <dgm:prSet/>
      <dgm:spPr/>
    </dgm:pt>
    <dgm:pt modelId="{0EE75A22-74A1-4BFB-A43D-38B31C12C6D2}" type="sibTrans" cxnId="{322AFB16-D8BD-4183-9275-4E4333646D83}">
      <dgm:prSet/>
      <dgm:spPr/>
      <dgm:t>
        <a:bodyPr/>
        <a:lstStyle/>
        <a:p>
          <a:endParaRPr lang="en-US"/>
        </a:p>
      </dgm:t>
    </dgm:pt>
    <dgm:pt modelId="{CC5CA0BD-E777-4FD1-BE63-18AF31594AF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18CD594E-0ADE-401F-A546-58CC13393D14}" type="parTrans" cxnId="{0DF13369-EF4B-4D7D-B065-477C167E867F}">
      <dgm:prSet/>
      <dgm:spPr/>
    </dgm:pt>
    <dgm:pt modelId="{91E2CEBC-E078-4EBC-94C1-769C21CD5B51}" type="sibTrans" cxnId="{0DF13369-EF4B-4D7D-B065-477C167E867F}">
      <dgm:prSet/>
      <dgm:spPr/>
      <dgm:t>
        <a:bodyPr/>
        <a:lstStyle/>
        <a:p>
          <a:endParaRPr lang="en-US"/>
        </a:p>
      </dgm:t>
    </dgm:pt>
    <dgm:pt modelId="{27A65FA6-0D96-4136-A7F3-1A1FA2DAC402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BFFD2A3-89E3-4365-94EE-E80F2C4A2B07}" type="parTrans" cxnId="{475ECD0B-DF5F-482C-B590-36D49F04E7B4}">
      <dgm:prSet/>
      <dgm:spPr/>
    </dgm:pt>
    <dgm:pt modelId="{111735C8-C549-4F5C-AA33-5944607D707E}" type="sibTrans" cxnId="{475ECD0B-DF5F-482C-B590-36D49F04E7B4}">
      <dgm:prSet/>
      <dgm:spPr/>
    </dgm:pt>
    <dgm:pt modelId="{ED2E7021-042E-41D7-9E7C-66ED3D3DB78A}" type="pres">
      <dgm:prSet presAssocID="{C84E5757-FBB7-481E-A16E-BCBE8A3E41A3}" presName="Name0" presStyleCnt="0">
        <dgm:presLayoutVars>
          <dgm:dir/>
          <dgm:resizeHandles val="exact"/>
        </dgm:presLayoutVars>
      </dgm:prSet>
      <dgm:spPr/>
    </dgm:pt>
    <dgm:pt modelId="{E4464895-3A6D-40E0-B5AF-1C1031C9DE32}" type="pres">
      <dgm:prSet presAssocID="{C84E5757-FBB7-481E-A16E-BCBE8A3E41A3}" presName="vNodes" presStyleCnt="0"/>
      <dgm:spPr/>
    </dgm:pt>
    <dgm:pt modelId="{8CFD7AAA-E660-4420-B9E3-5D68A1ADFC2A}" type="pres">
      <dgm:prSet presAssocID="{D92A3592-290E-4BF3-A415-78BB33E8BCC8}" presName="node" presStyleLbl="node1" presStyleIdx="0" presStyleCnt="3">
        <dgm:presLayoutVars>
          <dgm:bulletEnabled val="1"/>
        </dgm:presLayoutVars>
      </dgm:prSet>
      <dgm:spPr/>
    </dgm:pt>
    <dgm:pt modelId="{5FA1D31D-01FA-4500-B54E-142080609E77}" type="pres">
      <dgm:prSet presAssocID="{FE9FC29D-0B73-4A2D-8C45-ACF4E333EADA}" presName="spacerT" presStyleCnt="0"/>
      <dgm:spPr/>
    </dgm:pt>
    <dgm:pt modelId="{47C90D4D-6CE3-4E74-95E5-8A641EE46574}" type="pres">
      <dgm:prSet presAssocID="{FE9FC29D-0B73-4A2D-8C45-ACF4E333EADA}" presName="sibTrans" presStyleLbl="sibTrans2D1" presStyleIdx="0" presStyleCnt="2"/>
      <dgm:spPr/>
    </dgm:pt>
    <dgm:pt modelId="{0F4618A5-B1B9-4F6E-B400-6B829C5EF470}" type="pres">
      <dgm:prSet presAssocID="{FE9FC29D-0B73-4A2D-8C45-ACF4E333EADA}" presName="spacerB" presStyleCnt="0"/>
      <dgm:spPr/>
    </dgm:pt>
    <dgm:pt modelId="{9276DC22-F924-4E0F-978A-B90CBCBC8EDB}" type="pres">
      <dgm:prSet presAssocID="{68A40CFC-9CF6-4C8B-BE2D-C16F89CAF7D6}" presName="node" presStyleLbl="node1" presStyleIdx="1" presStyleCnt="3">
        <dgm:presLayoutVars>
          <dgm:bulletEnabled val="1"/>
        </dgm:presLayoutVars>
      </dgm:prSet>
      <dgm:spPr/>
    </dgm:pt>
    <dgm:pt modelId="{6A470FA2-9BA6-46AE-B8E6-550457FC46FB}" type="pres">
      <dgm:prSet presAssocID="{C84E5757-FBB7-481E-A16E-BCBE8A3E41A3}" presName="sibTransLast" presStyleLbl="sibTrans2D1" presStyleIdx="1" presStyleCnt="2"/>
      <dgm:spPr/>
    </dgm:pt>
    <dgm:pt modelId="{E1C38EEA-DD04-41D4-B6BD-70EB9D1EBD2A}" type="pres">
      <dgm:prSet presAssocID="{C84E5757-FBB7-481E-A16E-BCBE8A3E41A3}" presName="connectorText" presStyleLbl="sibTrans2D1" presStyleIdx="1" presStyleCnt="2"/>
      <dgm:spPr/>
    </dgm:pt>
    <dgm:pt modelId="{BD127EE3-B29F-4467-BF58-D3E45A0FF379}" type="pres">
      <dgm:prSet presAssocID="{C84E5757-FBB7-481E-A16E-BCBE8A3E41A3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475ECD0B-DF5F-482C-B590-36D49F04E7B4}" srcId="{CC5CA0BD-E777-4FD1-BE63-18AF31594AFF}" destId="{27A65FA6-0D96-4136-A7F3-1A1FA2DAC402}" srcOrd="0" destOrd="0" parTransId="{5BFFD2A3-89E3-4365-94EE-E80F2C4A2B07}" sibTransId="{111735C8-C549-4F5C-AA33-5944607D707E}"/>
    <dgm:cxn modelId="{322AFB16-D8BD-4183-9275-4E4333646D83}" srcId="{C84E5757-FBB7-481E-A16E-BCBE8A3E41A3}" destId="{68A40CFC-9CF6-4C8B-BE2D-C16F89CAF7D6}" srcOrd="1" destOrd="0" parTransId="{141EA1DF-B1AE-4D1A-8A4B-0380D984BD5B}" sibTransId="{0EE75A22-74A1-4BFB-A43D-38B31C12C6D2}"/>
    <dgm:cxn modelId="{46077B36-9D5D-4A7C-9438-9106A0F1F36C}" type="presOf" srcId="{27A65FA6-0D96-4136-A7F3-1A1FA2DAC402}" destId="{BD127EE3-B29F-4467-BF58-D3E45A0FF379}" srcOrd="0" destOrd="1" presId="urn:microsoft.com/office/officeart/2005/8/layout/equation2"/>
    <dgm:cxn modelId="{1C22F065-8C41-492B-B5E6-8DC8C60552B1}" srcId="{C84E5757-FBB7-481E-A16E-BCBE8A3E41A3}" destId="{D92A3592-290E-4BF3-A415-78BB33E8BCC8}" srcOrd="0" destOrd="0" parTransId="{8DBBE0FC-5256-4FA5-8F36-29547E5786DD}" sibTransId="{FE9FC29D-0B73-4A2D-8C45-ACF4E333EADA}"/>
    <dgm:cxn modelId="{D9400069-C112-4248-AB89-FD7B06B29B2F}" type="presOf" srcId="{C84E5757-FBB7-481E-A16E-BCBE8A3E41A3}" destId="{ED2E7021-042E-41D7-9E7C-66ED3D3DB78A}" srcOrd="0" destOrd="0" presId="urn:microsoft.com/office/officeart/2005/8/layout/equation2"/>
    <dgm:cxn modelId="{0DF13369-EF4B-4D7D-B065-477C167E867F}" srcId="{C84E5757-FBB7-481E-A16E-BCBE8A3E41A3}" destId="{CC5CA0BD-E777-4FD1-BE63-18AF31594AFF}" srcOrd="2" destOrd="0" parTransId="{18CD594E-0ADE-401F-A546-58CC13393D14}" sibTransId="{91E2CEBC-E078-4EBC-94C1-769C21CD5B51}"/>
    <dgm:cxn modelId="{7EDDDB76-39BC-4653-B16E-1E4718F3A090}" type="presOf" srcId="{FE9FC29D-0B73-4A2D-8C45-ACF4E333EADA}" destId="{47C90D4D-6CE3-4E74-95E5-8A641EE46574}" srcOrd="0" destOrd="0" presId="urn:microsoft.com/office/officeart/2005/8/layout/equation2"/>
    <dgm:cxn modelId="{41897D84-5D6F-425B-BD7B-2FABA33A209A}" type="presOf" srcId="{68A40CFC-9CF6-4C8B-BE2D-C16F89CAF7D6}" destId="{9276DC22-F924-4E0F-978A-B90CBCBC8EDB}" srcOrd="0" destOrd="0" presId="urn:microsoft.com/office/officeart/2005/8/layout/equation2"/>
    <dgm:cxn modelId="{F1553E8C-D8F1-44EA-98C6-C6A72F3453CE}" srcId="{D92A3592-290E-4BF3-A415-78BB33E8BCC8}" destId="{28110AB2-13FC-47CD-9D0C-26AA88D78906}" srcOrd="0" destOrd="0" parTransId="{6A8CD9D9-2594-4891-B5E2-68414E7F57E7}" sibTransId="{E37DBAF5-79FD-45D0-B65C-E2C9856DD330}"/>
    <dgm:cxn modelId="{F35A639A-A5F5-4504-8CF3-0EACF05FE94B}" type="presOf" srcId="{0EE75A22-74A1-4BFB-A43D-38B31C12C6D2}" destId="{E1C38EEA-DD04-41D4-B6BD-70EB9D1EBD2A}" srcOrd="1" destOrd="0" presId="urn:microsoft.com/office/officeart/2005/8/layout/equation2"/>
    <dgm:cxn modelId="{7B78619E-1934-4A8B-B0F9-87CC4BEC3DDA}" type="presOf" srcId="{28110AB2-13FC-47CD-9D0C-26AA88D78906}" destId="{8CFD7AAA-E660-4420-B9E3-5D68A1ADFC2A}" srcOrd="0" destOrd="1" presId="urn:microsoft.com/office/officeart/2005/8/layout/equation2"/>
    <dgm:cxn modelId="{B235FCC9-2714-46A2-9F41-7B4433DF4E7A}" type="presOf" srcId="{0EE75A22-74A1-4BFB-A43D-38B31C12C6D2}" destId="{6A470FA2-9BA6-46AE-B8E6-550457FC46FB}" srcOrd="0" destOrd="0" presId="urn:microsoft.com/office/officeart/2005/8/layout/equation2"/>
    <dgm:cxn modelId="{68B326D5-22DB-4A55-B9BC-42B9740066DB}" type="presOf" srcId="{CC5CA0BD-E777-4FD1-BE63-18AF31594AFF}" destId="{BD127EE3-B29F-4467-BF58-D3E45A0FF379}" srcOrd="0" destOrd="0" presId="urn:microsoft.com/office/officeart/2005/8/layout/equation2"/>
    <dgm:cxn modelId="{E191A9D9-021C-4FD3-A39D-9BF6E1915ADC}" type="presOf" srcId="{D92A3592-290E-4BF3-A415-78BB33E8BCC8}" destId="{8CFD7AAA-E660-4420-B9E3-5D68A1ADFC2A}" srcOrd="0" destOrd="0" presId="urn:microsoft.com/office/officeart/2005/8/layout/equation2"/>
    <dgm:cxn modelId="{52B28D34-F6BB-4706-B051-7EF50E37ECAF}" type="presParOf" srcId="{ED2E7021-042E-41D7-9E7C-66ED3D3DB78A}" destId="{E4464895-3A6D-40E0-B5AF-1C1031C9DE32}" srcOrd="0" destOrd="0" presId="urn:microsoft.com/office/officeart/2005/8/layout/equation2"/>
    <dgm:cxn modelId="{3BE84D0C-8878-423D-A5C9-B398CB88EBD0}" type="presParOf" srcId="{E4464895-3A6D-40E0-B5AF-1C1031C9DE32}" destId="{8CFD7AAA-E660-4420-B9E3-5D68A1ADFC2A}" srcOrd="0" destOrd="0" presId="urn:microsoft.com/office/officeart/2005/8/layout/equation2"/>
    <dgm:cxn modelId="{F3A39DF0-0E24-41E7-A60C-A4387FD18321}" type="presParOf" srcId="{E4464895-3A6D-40E0-B5AF-1C1031C9DE32}" destId="{5FA1D31D-01FA-4500-B54E-142080609E77}" srcOrd="1" destOrd="0" presId="urn:microsoft.com/office/officeart/2005/8/layout/equation2"/>
    <dgm:cxn modelId="{5DC46179-05C8-4673-AB02-389DFABC3CE9}" type="presParOf" srcId="{E4464895-3A6D-40E0-B5AF-1C1031C9DE32}" destId="{47C90D4D-6CE3-4E74-95E5-8A641EE46574}" srcOrd="2" destOrd="0" presId="urn:microsoft.com/office/officeart/2005/8/layout/equation2"/>
    <dgm:cxn modelId="{B2E7586D-CF92-40FA-B863-936C4546C55E}" type="presParOf" srcId="{E4464895-3A6D-40E0-B5AF-1C1031C9DE32}" destId="{0F4618A5-B1B9-4F6E-B400-6B829C5EF470}" srcOrd="3" destOrd="0" presId="urn:microsoft.com/office/officeart/2005/8/layout/equation2"/>
    <dgm:cxn modelId="{E3DA6965-6106-4AC0-A20B-23D8D29B9186}" type="presParOf" srcId="{E4464895-3A6D-40E0-B5AF-1C1031C9DE32}" destId="{9276DC22-F924-4E0F-978A-B90CBCBC8EDB}" srcOrd="4" destOrd="0" presId="urn:microsoft.com/office/officeart/2005/8/layout/equation2"/>
    <dgm:cxn modelId="{C836DF1E-F31E-4348-9281-024FCB019391}" type="presParOf" srcId="{ED2E7021-042E-41D7-9E7C-66ED3D3DB78A}" destId="{6A470FA2-9BA6-46AE-B8E6-550457FC46FB}" srcOrd="1" destOrd="0" presId="urn:microsoft.com/office/officeart/2005/8/layout/equation2"/>
    <dgm:cxn modelId="{7B3342E8-9BE5-4C76-8D8C-E0E3CFC3A5AB}" type="presParOf" srcId="{6A470FA2-9BA6-46AE-B8E6-550457FC46FB}" destId="{E1C38EEA-DD04-41D4-B6BD-70EB9D1EBD2A}" srcOrd="0" destOrd="0" presId="urn:microsoft.com/office/officeart/2005/8/layout/equation2"/>
    <dgm:cxn modelId="{5CE21E57-1386-496C-BF87-6889A2D36A03}" type="presParOf" srcId="{ED2E7021-042E-41D7-9E7C-66ED3D3DB78A}" destId="{BD127EE3-B29F-4467-BF58-D3E45A0FF379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FD7AAA-E660-4420-B9E3-5D68A1ADFC2A}">
      <dsp:nvSpPr>
        <dsp:cNvPr id="0" name=""/>
        <dsp:cNvSpPr/>
      </dsp:nvSpPr>
      <dsp:spPr>
        <a:xfrm>
          <a:off x="793656" y="352"/>
          <a:ext cx="1852135" cy="18521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 One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Node Two has a longer label</a:t>
          </a:r>
        </a:p>
      </dsp:txBody>
      <dsp:txXfrm>
        <a:off x="1064895" y="271591"/>
        <a:ext cx="1309657" cy="1309657"/>
      </dsp:txXfrm>
    </dsp:sp>
    <dsp:sp modelId="{47C90D4D-6CE3-4E74-95E5-8A641EE46574}">
      <dsp:nvSpPr>
        <dsp:cNvPr id="0" name=""/>
        <dsp:cNvSpPr/>
      </dsp:nvSpPr>
      <dsp:spPr>
        <a:xfrm>
          <a:off x="1182605" y="2002880"/>
          <a:ext cx="1074238" cy="1074238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324995" y="2413669"/>
        <a:ext cx="789458" cy="252660"/>
      </dsp:txXfrm>
    </dsp:sp>
    <dsp:sp modelId="{9276DC22-F924-4E0F-978A-B90CBCBC8EDB}">
      <dsp:nvSpPr>
        <dsp:cNvPr id="0" name=""/>
        <dsp:cNvSpPr/>
      </dsp:nvSpPr>
      <dsp:spPr>
        <a:xfrm>
          <a:off x="793656" y="3227512"/>
          <a:ext cx="1852135" cy="18521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 Three</a:t>
          </a:r>
        </a:p>
      </dsp:txBody>
      <dsp:txXfrm>
        <a:off x="1064895" y="3498751"/>
        <a:ext cx="1309657" cy="1309657"/>
      </dsp:txXfrm>
    </dsp:sp>
    <dsp:sp modelId="{6A470FA2-9BA6-46AE-B8E6-550457FC46FB}">
      <dsp:nvSpPr>
        <dsp:cNvPr id="0" name=""/>
        <dsp:cNvSpPr/>
      </dsp:nvSpPr>
      <dsp:spPr>
        <a:xfrm>
          <a:off x="2923612" y="2195502"/>
          <a:ext cx="588978" cy="6889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923612" y="2333301"/>
        <a:ext cx="412285" cy="413396"/>
      </dsp:txXfrm>
    </dsp:sp>
    <dsp:sp modelId="{BD127EE3-B29F-4467-BF58-D3E45A0FF379}">
      <dsp:nvSpPr>
        <dsp:cNvPr id="0" name=""/>
        <dsp:cNvSpPr/>
      </dsp:nvSpPr>
      <dsp:spPr>
        <a:xfrm>
          <a:off x="3757072" y="687864"/>
          <a:ext cx="3704270" cy="37042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Node Four</a:t>
          </a: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000" kern="1200"/>
            <a:t>Node Five</a:t>
          </a:r>
        </a:p>
      </dsp:txBody>
      <dsp:txXfrm>
        <a:off x="4299550" y="1230342"/>
        <a:ext cx="2619314" cy="2619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9A50F-1D83-78F6-008E-8099AD810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26CAE-BEE6-07CE-3570-D408CBA5C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4B767-EA96-2CDD-184C-25F19EC11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ACF1D-6744-3ECC-4937-D5CA4DF7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5B887-2368-ED0E-5FB4-342806591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10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B2AF-8617-173F-4D20-989BB3132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06C30-CC07-F8E1-0162-2EE4D40EF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A134F-61F2-AAD1-FB3E-AFBC9245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2B701-0E49-34C2-B31D-3BAA3B99E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71A83-D008-18B5-F810-6A2C74E56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2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8EC7-5E99-CFE0-9AF4-29622222C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CEEDC-EE0B-0230-2451-280D33A99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CCEAC-6D09-8B49-1F9D-05D6F6D84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D7CFF-D3C0-802A-400A-F8BC4424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AF5CB-F6EC-CBA6-E63C-1DBC61A1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01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E51A-3139-8D11-FF52-D828194A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61E91-D653-896C-2335-69F7B2AEF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7DC37-15E9-508B-5400-EEEF5C5A2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8907B-FA16-FD9C-CA75-99D6760B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35CCA-9521-6A5A-A1A3-3E1EC72A5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F46BE-0F3F-4364-BA0B-71A92501D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51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6B43-3FA8-6C47-BF37-23EF6012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1EED0-892E-E6F1-D9D0-500D8B467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51D64-F60E-7C7F-B1A5-54DEE3AAA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2D130-E63F-EB8B-A186-08E4537D0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40EFD-8207-BBE5-0E1C-63A269BAA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6818CC-19D2-7570-AD8D-B444E373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67467E-974C-BFA2-AA49-7C19CC906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FC5C04-E6D0-E00B-D4D4-D747C75C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67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9C159-F4E7-33AF-15F3-2BBC4AED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9ABA6-611F-FADA-6FFA-947B6869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EBFDE-85B2-0657-F764-8FC68757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948F4-AEF7-1F7D-EBAC-01277191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0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27C12-DB59-BDA0-B262-A6C56BF5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EF99B-949E-27FF-2486-061E8AF39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EEA4B-21B6-234C-4AC2-D9F27ECC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5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F4F3-0BF9-95AC-C678-4025CDD8A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80DC5-3643-6BE5-FB74-C92C09917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E2601-341E-2F0C-CD78-E3FCC44C9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80032-4255-5EB1-3736-80C467A3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7E434-2F31-10A6-B191-896F3DED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90491-3AD5-11D7-1BA8-179B28F82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84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E6C8-4189-556C-C07B-1445B2C5D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1C0B0D-F391-FB28-CFC9-99C0E1E19A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7767B-3984-5BC6-DB95-B11AF8A46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57971-414C-C3A1-2D87-7A9777D5C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FAF29-19C5-6F8E-B22C-6D685226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4D012-2A22-6AD3-3935-45E694079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93F2-6790-F6F2-CB9E-D173CCF8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4518B-E332-04A2-86B0-981B88709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29E7C-79D8-7AD0-01AF-662BC885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95D08-500B-39F1-0892-82A93BB83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9BC8A-65D5-1114-6FF3-358D26E1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55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47A3-2D55-429B-2514-7D9F519BBB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19EB2-1AD6-958F-F04D-5FC1CF1FA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D97FD-7206-76AE-E7CA-8B822A50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CCE38-4124-0A26-9F38-DD209962C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108B9-A8D8-2C9A-9E87-AE20C4AF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68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3661F1-D4B1-07A1-42C0-89A1612EA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3CEF3-B70E-FE79-B4BA-4090C1FED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D24C9-7264-7219-5C9A-FD32693CC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2E305-AD66-4602-A0C2-9F8241EAFCC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A10D2-9AE5-E2C9-FCA4-AB7C3E530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FA94-EEFC-85A1-33DF-E94F1E775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C2E4D-F9B8-4C6C-9235-7CD737FC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0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4AD3A76-7DBD-C795-AD4F-C10214508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95995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9439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2026-09-06T08:13:53Z</dcterms:created>
  <dcterms:modified xsi:type="dcterms:W3CDTF">2026-09-06T08:13:53Z</dcterms:modified>
</cp:coreProperties>
</file>