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6C6B08-6D42-4ED5-A90F-D59D6495097D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F3C354-11A2-4C7B-91A3-7B0735BAA82E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467AB011-6A98-4CE7-8A9D-6457AE438F4C}" type="parTrans" cxnId="{702B0795-0ED8-4B46-8E13-AA885E9E9975}">
      <dgm:prSet/>
      <dgm:spPr/>
    </dgm:pt>
    <dgm:pt modelId="{FE53BD51-75C1-40FE-BC03-0D1F572FE516}" type="sibTrans" cxnId="{702B0795-0ED8-4B46-8E13-AA885E9E9975}">
      <dgm:prSet/>
      <dgm:spPr/>
      <dgm:t>
        <a:bodyPr/>
        <a:lstStyle/>
        <a:p>
          <a:endParaRPr lang="en-US"/>
        </a:p>
      </dgm:t>
    </dgm:pt>
    <dgm:pt modelId="{15108B70-6BE1-40F5-87C1-4B524DBBC0C4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F81C92CE-5102-4325-935E-FA883BAA6AB9}" type="parTrans" cxnId="{93D1A1D3-0F34-40F8-B6AF-88D2FD89FFD4}">
      <dgm:prSet/>
      <dgm:spPr/>
    </dgm:pt>
    <dgm:pt modelId="{19638483-0281-41D6-A48C-7A0C67E58837}" type="sibTrans" cxnId="{93D1A1D3-0F34-40F8-B6AF-88D2FD89FFD4}">
      <dgm:prSet/>
      <dgm:spPr/>
      <dgm:t>
        <a:bodyPr/>
        <a:lstStyle/>
        <a:p>
          <a:endParaRPr lang="en-US"/>
        </a:p>
      </dgm:t>
    </dgm:pt>
    <dgm:pt modelId="{AD6CBFCB-D807-45F7-87BD-E4DD529D13F7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BAD46714-AF57-4448-AB6A-52179B1929AF}" type="parTrans" cxnId="{87673944-A056-458D-93B6-9BEA62316086}">
      <dgm:prSet/>
      <dgm:spPr/>
    </dgm:pt>
    <dgm:pt modelId="{D09B892D-B2EF-4C45-877A-6D3A99A5981C}" type="sibTrans" cxnId="{87673944-A056-458D-93B6-9BEA62316086}">
      <dgm:prSet/>
      <dgm:spPr/>
      <dgm:t>
        <a:bodyPr/>
        <a:lstStyle/>
        <a:p>
          <a:endParaRPr lang="en-US"/>
        </a:p>
      </dgm:t>
    </dgm:pt>
    <dgm:pt modelId="{7BD6F18B-D138-44D6-909F-C83138E5D655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9189D760-1E4B-434F-8932-5EA0AFA8E06D}" type="parTrans" cxnId="{4A8752FB-80C8-4964-BAF5-13DCD99A9AFC}">
      <dgm:prSet/>
      <dgm:spPr/>
    </dgm:pt>
    <dgm:pt modelId="{B1FAFFB1-7D97-45C5-A0C0-C5F7FC2FDB98}" type="sibTrans" cxnId="{4A8752FB-80C8-4964-BAF5-13DCD99A9AFC}">
      <dgm:prSet/>
      <dgm:spPr/>
      <dgm:t>
        <a:bodyPr/>
        <a:lstStyle/>
        <a:p>
          <a:endParaRPr lang="en-US"/>
        </a:p>
      </dgm:t>
    </dgm:pt>
    <dgm:pt modelId="{EDAAA551-08A8-4B23-8688-F10ADA0A5645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B0074525-C1EB-4E70-B521-C2BBCDEC3A46}" type="parTrans" cxnId="{CB640685-C702-4B07-82DA-A885D8A648DE}">
      <dgm:prSet/>
      <dgm:spPr/>
    </dgm:pt>
    <dgm:pt modelId="{D902F931-5CE0-4C0E-87BE-CF047F2875A6}" type="sibTrans" cxnId="{CB640685-C702-4B07-82DA-A885D8A648DE}">
      <dgm:prSet/>
      <dgm:spPr/>
      <dgm:t>
        <a:bodyPr/>
        <a:lstStyle/>
        <a:p>
          <a:endParaRPr lang="en-US"/>
        </a:p>
      </dgm:t>
    </dgm:pt>
    <dgm:pt modelId="{9E8EDA57-1C2E-4E9F-AD3F-7DF5B8146A01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953CAE88-3199-4856-9D03-90EEC3CECD03}" type="parTrans" cxnId="{68392F56-4DBC-4390-BD8A-A90ED8936515}">
      <dgm:prSet/>
      <dgm:spPr/>
    </dgm:pt>
    <dgm:pt modelId="{C6AA1D3A-BB54-4A1B-A7A7-44D1CFB1D542}" type="sibTrans" cxnId="{68392F56-4DBC-4390-BD8A-A90ED8936515}">
      <dgm:prSet/>
      <dgm:spPr/>
      <dgm:t>
        <a:bodyPr/>
        <a:lstStyle/>
        <a:p>
          <a:endParaRPr lang="en-US"/>
        </a:p>
      </dgm:t>
    </dgm:pt>
    <dgm:pt modelId="{0EFBE29D-EC20-4D16-BA40-F94BE90C5C6E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DB4102B6-BF7E-4FF3-B499-046D4115CCE4}" type="parTrans" cxnId="{002D6B9E-6F07-4559-804B-C6E2A6DB1556}">
      <dgm:prSet/>
      <dgm:spPr/>
    </dgm:pt>
    <dgm:pt modelId="{A5A04DFF-C3EB-49D0-822A-9C2C6E5AD939}" type="sibTrans" cxnId="{002D6B9E-6F07-4559-804B-C6E2A6DB1556}">
      <dgm:prSet/>
      <dgm:spPr/>
      <dgm:t>
        <a:bodyPr/>
        <a:lstStyle/>
        <a:p>
          <a:endParaRPr lang="en-US"/>
        </a:p>
      </dgm:t>
    </dgm:pt>
    <dgm:pt modelId="{87ED73C2-5617-4B7E-AB1D-4619EDA557F5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72F98FEA-413F-4C29-AF1B-F5B7B2D985B2}" type="parTrans" cxnId="{08DBE7B9-B669-4FEB-8CED-2B17C7D1A3AC}">
      <dgm:prSet/>
      <dgm:spPr/>
    </dgm:pt>
    <dgm:pt modelId="{28BDA1F9-F467-4CCC-B87E-21450D80D5E4}" type="sibTrans" cxnId="{08DBE7B9-B669-4FEB-8CED-2B17C7D1A3AC}">
      <dgm:prSet/>
      <dgm:spPr/>
      <dgm:t>
        <a:bodyPr/>
        <a:lstStyle/>
        <a:p>
          <a:endParaRPr lang="en-US"/>
        </a:p>
      </dgm:t>
    </dgm:pt>
    <dgm:pt modelId="{0C2027FB-CEB4-4101-B19E-86A3B554158C}" type="pres">
      <dgm:prSet presAssocID="{C86C6B08-6D42-4ED5-A90F-D59D6495097D}" presName="cycle" presStyleCnt="0">
        <dgm:presLayoutVars>
          <dgm:dir/>
          <dgm:resizeHandles val="exact"/>
        </dgm:presLayoutVars>
      </dgm:prSet>
      <dgm:spPr/>
    </dgm:pt>
    <dgm:pt modelId="{60432822-43C3-4D7C-BEB1-09B165D380AC}" type="pres">
      <dgm:prSet presAssocID="{21F3C354-11A2-4C7B-91A3-7B0735BAA82E}" presName="node" presStyleLbl="node1" presStyleIdx="0" presStyleCnt="3">
        <dgm:presLayoutVars>
          <dgm:bulletEnabled val="1"/>
        </dgm:presLayoutVars>
      </dgm:prSet>
      <dgm:spPr/>
    </dgm:pt>
    <dgm:pt modelId="{D027B7D0-1FCB-4FE1-A5FC-D4E13EF19858}" type="pres">
      <dgm:prSet presAssocID="{FE53BD51-75C1-40FE-BC03-0D1F572FE516}" presName="sibTrans" presStyleLbl="sibTrans2D1" presStyleIdx="0" presStyleCnt="3"/>
      <dgm:spPr/>
    </dgm:pt>
    <dgm:pt modelId="{E853531D-07C9-44E1-AC5D-A51496BAFA03}" type="pres">
      <dgm:prSet presAssocID="{FE53BD51-75C1-40FE-BC03-0D1F572FE516}" presName="connectorText" presStyleLbl="sibTrans2D1" presStyleIdx="0" presStyleCnt="3"/>
      <dgm:spPr/>
    </dgm:pt>
    <dgm:pt modelId="{7443E214-E037-4E9A-A359-A6DB18332AC7}" type="pres">
      <dgm:prSet presAssocID="{7BD6F18B-D138-44D6-909F-C83138E5D655}" presName="node" presStyleLbl="node1" presStyleIdx="1" presStyleCnt="3">
        <dgm:presLayoutVars>
          <dgm:bulletEnabled val="1"/>
        </dgm:presLayoutVars>
      </dgm:prSet>
      <dgm:spPr/>
    </dgm:pt>
    <dgm:pt modelId="{99BF3DA2-96BD-494D-B782-41D483CDFCE9}" type="pres">
      <dgm:prSet presAssocID="{B1FAFFB1-7D97-45C5-A0C0-C5F7FC2FDB98}" presName="sibTrans" presStyleLbl="sibTrans2D1" presStyleIdx="1" presStyleCnt="3"/>
      <dgm:spPr/>
    </dgm:pt>
    <dgm:pt modelId="{E56B63ED-FA5B-471D-AB50-7F8734CC6AEA}" type="pres">
      <dgm:prSet presAssocID="{B1FAFFB1-7D97-45C5-A0C0-C5F7FC2FDB98}" presName="connectorText" presStyleLbl="sibTrans2D1" presStyleIdx="1" presStyleCnt="3"/>
      <dgm:spPr/>
    </dgm:pt>
    <dgm:pt modelId="{7E1CAEE9-78DD-4686-B0AC-37C60F282FA4}" type="pres">
      <dgm:prSet presAssocID="{0EFBE29D-EC20-4D16-BA40-F94BE90C5C6E}" presName="node" presStyleLbl="node1" presStyleIdx="2" presStyleCnt="3">
        <dgm:presLayoutVars>
          <dgm:bulletEnabled val="1"/>
        </dgm:presLayoutVars>
      </dgm:prSet>
      <dgm:spPr/>
    </dgm:pt>
    <dgm:pt modelId="{5D0F7A4C-E70D-4303-A1A1-4D04CCFA3A50}" type="pres">
      <dgm:prSet presAssocID="{A5A04DFF-C3EB-49D0-822A-9C2C6E5AD939}" presName="sibTrans" presStyleLbl="sibTrans2D1" presStyleIdx="2" presStyleCnt="3"/>
      <dgm:spPr/>
    </dgm:pt>
    <dgm:pt modelId="{1FAD3EDB-AEE4-4565-9D2F-EBEB4646F1AF}" type="pres">
      <dgm:prSet presAssocID="{A5A04DFF-C3EB-49D0-822A-9C2C6E5AD939}" presName="connectorText" presStyleLbl="sibTrans2D1" presStyleIdx="2" presStyleCnt="3"/>
      <dgm:spPr/>
    </dgm:pt>
  </dgm:ptLst>
  <dgm:cxnLst>
    <dgm:cxn modelId="{738CD902-5A6D-4065-A515-0AF8FBD57F4A}" type="presOf" srcId="{9E8EDA57-1C2E-4E9F-AD3F-7DF5B8146A01}" destId="{7443E214-E037-4E9A-A359-A6DB18332AC7}" srcOrd="0" destOrd="2" presId="urn:microsoft.com/office/officeart/2005/8/layout/cycle2"/>
    <dgm:cxn modelId="{3844C30F-B275-4D76-8CAB-ECEBCBDF88E4}" type="presOf" srcId="{87ED73C2-5617-4B7E-AB1D-4619EDA557F5}" destId="{7E1CAEE9-78DD-4686-B0AC-37C60F282FA4}" srcOrd="0" destOrd="1" presId="urn:microsoft.com/office/officeart/2005/8/layout/cycle2"/>
    <dgm:cxn modelId="{6E0D9A23-C650-4848-A9AF-C1C44EF18B7A}" type="presOf" srcId="{B1FAFFB1-7D97-45C5-A0C0-C5F7FC2FDB98}" destId="{99BF3DA2-96BD-494D-B782-41D483CDFCE9}" srcOrd="0" destOrd="0" presId="urn:microsoft.com/office/officeart/2005/8/layout/cycle2"/>
    <dgm:cxn modelId="{7AFCBB2F-B301-4CA5-9753-E87B5A6B99FF}" type="presOf" srcId="{FE53BD51-75C1-40FE-BC03-0D1F572FE516}" destId="{E853531D-07C9-44E1-AC5D-A51496BAFA03}" srcOrd="1" destOrd="0" presId="urn:microsoft.com/office/officeart/2005/8/layout/cycle2"/>
    <dgm:cxn modelId="{4B4FB35C-7A4C-4F25-A0E9-CFF83F16EDF6}" type="presOf" srcId="{0EFBE29D-EC20-4D16-BA40-F94BE90C5C6E}" destId="{7E1CAEE9-78DD-4686-B0AC-37C60F282FA4}" srcOrd="0" destOrd="0" presId="urn:microsoft.com/office/officeart/2005/8/layout/cycle2"/>
    <dgm:cxn modelId="{55C9D641-7730-4A58-8E3E-29D945FAA12D}" type="presOf" srcId="{FE53BD51-75C1-40FE-BC03-0D1F572FE516}" destId="{D027B7D0-1FCB-4FE1-A5FC-D4E13EF19858}" srcOrd="0" destOrd="0" presId="urn:microsoft.com/office/officeart/2005/8/layout/cycle2"/>
    <dgm:cxn modelId="{87673944-A056-458D-93B6-9BEA62316086}" srcId="{21F3C354-11A2-4C7B-91A3-7B0735BAA82E}" destId="{AD6CBFCB-D807-45F7-87BD-E4DD529D13F7}" srcOrd="1" destOrd="0" parTransId="{BAD46714-AF57-4448-AB6A-52179B1929AF}" sibTransId="{D09B892D-B2EF-4C45-877A-6D3A99A5981C}"/>
    <dgm:cxn modelId="{71D3566C-E81F-4CD1-9DA0-0620604213C0}" type="presOf" srcId="{B1FAFFB1-7D97-45C5-A0C0-C5F7FC2FDB98}" destId="{E56B63ED-FA5B-471D-AB50-7F8734CC6AEA}" srcOrd="1" destOrd="0" presId="urn:microsoft.com/office/officeart/2005/8/layout/cycle2"/>
    <dgm:cxn modelId="{0AFE1B50-FFA1-4965-A890-519A7ACC69FE}" type="presOf" srcId="{C86C6B08-6D42-4ED5-A90F-D59D6495097D}" destId="{0C2027FB-CEB4-4101-B19E-86A3B554158C}" srcOrd="0" destOrd="0" presId="urn:microsoft.com/office/officeart/2005/8/layout/cycle2"/>
    <dgm:cxn modelId="{68392F56-4DBC-4390-BD8A-A90ED8936515}" srcId="{7BD6F18B-D138-44D6-909F-C83138E5D655}" destId="{9E8EDA57-1C2E-4E9F-AD3F-7DF5B8146A01}" srcOrd="1" destOrd="0" parTransId="{953CAE88-3199-4856-9D03-90EEC3CECD03}" sibTransId="{C6AA1D3A-BB54-4A1B-A7A7-44D1CFB1D542}"/>
    <dgm:cxn modelId="{8BEB0D58-781D-47C2-BA00-324CD0C90F78}" type="presOf" srcId="{21F3C354-11A2-4C7B-91A3-7B0735BAA82E}" destId="{60432822-43C3-4D7C-BEB1-09B165D380AC}" srcOrd="0" destOrd="0" presId="urn:microsoft.com/office/officeart/2005/8/layout/cycle2"/>
    <dgm:cxn modelId="{61EB087F-8057-4733-A4B9-0C591FF4A9A1}" type="presOf" srcId="{15108B70-6BE1-40F5-87C1-4B524DBBC0C4}" destId="{60432822-43C3-4D7C-BEB1-09B165D380AC}" srcOrd="0" destOrd="1" presId="urn:microsoft.com/office/officeart/2005/8/layout/cycle2"/>
    <dgm:cxn modelId="{0E991981-D371-4DE7-9666-17747C6F2977}" type="presOf" srcId="{7BD6F18B-D138-44D6-909F-C83138E5D655}" destId="{7443E214-E037-4E9A-A359-A6DB18332AC7}" srcOrd="0" destOrd="0" presId="urn:microsoft.com/office/officeart/2005/8/layout/cycle2"/>
    <dgm:cxn modelId="{CB640685-C702-4B07-82DA-A885D8A648DE}" srcId="{7BD6F18B-D138-44D6-909F-C83138E5D655}" destId="{EDAAA551-08A8-4B23-8688-F10ADA0A5645}" srcOrd="0" destOrd="0" parTransId="{B0074525-C1EB-4E70-B521-C2BBCDEC3A46}" sibTransId="{D902F931-5CE0-4C0E-87BE-CF047F2875A6}"/>
    <dgm:cxn modelId="{7EB9ED8D-C88A-4D3E-9841-83D3EEEEF32A}" type="presOf" srcId="{AD6CBFCB-D807-45F7-87BD-E4DD529D13F7}" destId="{60432822-43C3-4D7C-BEB1-09B165D380AC}" srcOrd="0" destOrd="2" presId="urn:microsoft.com/office/officeart/2005/8/layout/cycle2"/>
    <dgm:cxn modelId="{702B0795-0ED8-4B46-8E13-AA885E9E9975}" srcId="{C86C6B08-6D42-4ED5-A90F-D59D6495097D}" destId="{21F3C354-11A2-4C7B-91A3-7B0735BAA82E}" srcOrd="0" destOrd="0" parTransId="{467AB011-6A98-4CE7-8A9D-6457AE438F4C}" sibTransId="{FE53BD51-75C1-40FE-BC03-0D1F572FE516}"/>
    <dgm:cxn modelId="{73EA1B9D-6052-4B34-8172-610285A10484}" type="presOf" srcId="{EDAAA551-08A8-4B23-8688-F10ADA0A5645}" destId="{7443E214-E037-4E9A-A359-A6DB18332AC7}" srcOrd="0" destOrd="1" presId="urn:microsoft.com/office/officeart/2005/8/layout/cycle2"/>
    <dgm:cxn modelId="{002D6B9E-6F07-4559-804B-C6E2A6DB1556}" srcId="{C86C6B08-6D42-4ED5-A90F-D59D6495097D}" destId="{0EFBE29D-EC20-4D16-BA40-F94BE90C5C6E}" srcOrd="2" destOrd="0" parTransId="{DB4102B6-BF7E-4FF3-B499-046D4115CCE4}" sibTransId="{A5A04DFF-C3EB-49D0-822A-9C2C6E5AD939}"/>
    <dgm:cxn modelId="{08DBE7B9-B669-4FEB-8CED-2B17C7D1A3AC}" srcId="{0EFBE29D-EC20-4D16-BA40-F94BE90C5C6E}" destId="{87ED73C2-5617-4B7E-AB1D-4619EDA557F5}" srcOrd="0" destOrd="0" parTransId="{72F98FEA-413F-4C29-AF1B-F5B7B2D985B2}" sibTransId="{28BDA1F9-F467-4CCC-B87E-21450D80D5E4}"/>
    <dgm:cxn modelId="{E72CFDC8-4E13-4606-B697-23837585CC3C}" type="presOf" srcId="{A5A04DFF-C3EB-49D0-822A-9C2C6E5AD939}" destId="{5D0F7A4C-E70D-4303-A1A1-4D04CCFA3A50}" srcOrd="0" destOrd="0" presId="urn:microsoft.com/office/officeart/2005/8/layout/cycle2"/>
    <dgm:cxn modelId="{42B125D0-D454-4B86-9ECD-E6E0EB8473DE}" type="presOf" srcId="{A5A04DFF-C3EB-49D0-822A-9C2C6E5AD939}" destId="{1FAD3EDB-AEE4-4565-9D2F-EBEB4646F1AF}" srcOrd="1" destOrd="0" presId="urn:microsoft.com/office/officeart/2005/8/layout/cycle2"/>
    <dgm:cxn modelId="{93D1A1D3-0F34-40F8-B6AF-88D2FD89FFD4}" srcId="{21F3C354-11A2-4C7B-91A3-7B0735BAA82E}" destId="{15108B70-6BE1-40F5-87C1-4B524DBBC0C4}" srcOrd="0" destOrd="0" parTransId="{F81C92CE-5102-4325-935E-FA883BAA6AB9}" sibTransId="{19638483-0281-41D6-A48C-7A0C67E58837}"/>
    <dgm:cxn modelId="{4A8752FB-80C8-4964-BAF5-13DCD99A9AFC}" srcId="{C86C6B08-6D42-4ED5-A90F-D59D6495097D}" destId="{7BD6F18B-D138-44D6-909F-C83138E5D655}" srcOrd="1" destOrd="0" parTransId="{9189D760-1E4B-434F-8932-5EA0AFA8E06D}" sibTransId="{B1FAFFB1-7D97-45C5-A0C0-C5F7FC2FDB98}"/>
    <dgm:cxn modelId="{0E0F6EFF-32E3-4F49-990C-1271967BA260}" type="presParOf" srcId="{0C2027FB-CEB4-4101-B19E-86A3B554158C}" destId="{60432822-43C3-4D7C-BEB1-09B165D380AC}" srcOrd="0" destOrd="0" presId="urn:microsoft.com/office/officeart/2005/8/layout/cycle2"/>
    <dgm:cxn modelId="{71E43F2C-4D1B-455F-B82B-E291A7884881}" type="presParOf" srcId="{0C2027FB-CEB4-4101-B19E-86A3B554158C}" destId="{D027B7D0-1FCB-4FE1-A5FC-D4E13EF19858}" srcOrd="1" destOrd="0" presId="urn:microsoft.com/office/officeart/2005/8/layout/cycle2"/>
    <dgm:cxn modelId="{DEDDBCD0-F811-4134-958F-AC6DB147A61F}" type="presParOf" srcId="{D027B7D0-1FCB-4FE1-A5FC-D4E13EF19858}" destId="{E853531D-07C9-44E1-AC5D-A51496BAFA03}" srcOrd="0" destOrd="0" presId="urn:microsoft.com/office/officeart/2005/8/layout/cycle2"/>
    <dgm:cxn modelId="{721442DE-0894-4443-BEFA-1341E3A14BC7}" type="presParOf" srcId="{0C2027FB-CEB4-4101-B19E-86A3B554158C}" destId="{7443E214-E037-4E9A-A359-A6DB18332AC7}" srcOrd="2" destOrd="0" presId="urn:microsoft.com/office/officeart/2005/8/layout/cycle2"/>
    <dgm:cxn modelId="{A1F854E8-BD5A-40CF-9CC1-7528E1112E3B}" type="presParOf" srcId="{0C2027FB-CEB4-4101-B19E-86A3B554158C}" destId="{99BF3DA2-96BD-494D-B782-41D483CDFCE9}" srcOrd="3" destOrd="0" presId="urn:microsoft.com/office/officeart/2005/8/layout/cycle2"/>
    <dgm:cxn modelId="{AF49F93B-8EE2-445C-B449-F03CDDB8AC1F}" type="presParOf" srcId="{99BF3DA2-96BD-494D-B782-41D483CDFCE9}" destId="{E56B63ED-FA5B-471D-AB50-7F8734CC6AEA}" srcOrd="0" destOrd="0" presId="urn:microsoft.com/office/officeart/2005/8/layout/cycle2"/>
    <dgm:cxn modelId="{1343D611-66F4-4582-AD68-F10D3AF508AE}" type="presParOf" srcId="{0C2027FB-CEB4-4101-B19E-86A3B554158C}" destId="{7E1CAEE9-78DD-4686-B0AC-37C60F282FA4}" srcOrd="4" destOrd="0" presId="urn:microsoft.com/office/officeart/2005/8/layout/cycle2"/>
    <dgm:cxn modelId="{D4AE0A4D-68C6-4E8D-8DA1-96FAB762ACFB}" type="presParOf" srcId="{0C2027FB-CEB4-4101-B19E-86A3B554158C}" destId="{5D0F7A4C-E70D-4303-A1A1-4D04CCFA3A50}" srcOrd="5" destOrd="0" presId="urn:microsoft.com/office/officeart/2005/8/layout/cycle2"/>
    <dgm:cxn modelId="{CE21E636-9C86-4070-9A29-1886E65F3E74}" type="presParOf" srcId="{5D0F7A4C-E70D-4303-A1A1-4D04CCFA3A50}" destId="{1FAD3EDB-AEE4-4565-9D2F-EBEB4646F1AF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32822-43C3-4D7C-BEB1-09B165D380AC}">
      <dsp:nvSpPr>
        <dsp:cNvPr id="0" name=""/>
        <dsp:cNvSpPr/>
      </dsp:nvSpPr>
      <dsp:spPr>
        <a:xfrm>
          <a:off x="3023071" y="422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A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A Child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A Grandchild with long text</a:t>
          </a:r>
        </a:p>
      </dsp:txBody>
      <dsp:txXfrm>
        <a:off x="3346551" y="323902"/>
        <a:ext cx="1561897" cy="1561897"/>
      </dsp:txXfrm>
    </dsp:sp>
    <dsp:sp modelId="{D027B7D0-1FCB-4FE1-A5FC-D4E13EF19858}">
      <dsp:nvSpPr>
        <dsp:cNvPr id="0" name=""/>
        <dsp:cNvSpPr/>
      </dsp:nvSpPr>
      <dsp:spPr>
        <a:xfrm rot="3600000">
          <a:off x="4654841" y="2152894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698784" y="2225881"/>
        <a:ext cx="410131" cy="447293"/>
      </dsp:txXfrm>
    </dsp:sp>
    <dsp:sp modelId="{7443E214-E037-4E9A-A359-A6DB18332AC7}">
      <dsp:nvSpPr>
        <dsp:cNvPr id="0" name=""/>
        <dsp:cNvSpPr/>
      </dsp:nvSpPr>
      <dsp:spPr>
        <a:xfrm>
          <a:off x="4680238" y="2870720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B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B Child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B Grandchild</a:t>
          </a:r>
        </a:p>
      </dsp:txBody>
      <dsp:txXfrm>
        <a:off x="5003718" y="3194200"/>
        <a:ext cx="1561897" cy="1561897"/>
      </dsp:txXfrm>
    </dsp:sp>
    <dsp:sp modelId="{99BF3DA2-96BD-494D-B782-41D483CDFCE9}">
      <dsp:nvSpPr>
        <dsp:cNvPr id="0" name=""/>
        <dsp:cNvSpPr/>
      </dsp:nvSpPr>
      <dsp:spPr>
        <a:xfrm rot="10800000">
          <a:off x="3851130" y="3602404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4026901" y="3751502"/>
        <a:ext cx="410131" cy="447293"/>
      </dsp:txXfrm>
    </dsp:sp>
    <dsp:sp modelId="{7E1CAEE9-78DD-4686-B0AC-37C60F282FA4}">
      <dsp:nvSpPr>
        <dsp:cNvPr id="0" name=""/>
        <dsp:cNvSpPr/>
      </dsp:nvSpPr>
      <dsp:spPr>
        <a:xfrm>
          <a:off x="1365904" y="2870720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Branch C Root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Branch C Child</a:t>
          </a:r>
        </a:p>
      </dsp:txBody>
      <dsp:txXfrm>
        <a:off x="1689384" y="3194200"/>
        <a:ext cx="1561897" cy="1561897"/>
      </dsp:txXfrm>
    </dsp:sp>
    <dsp:sp modelId="{5D0F7A4C-E70D-4303-A1A1-4D04CCFA3A50}">
      <dsp:nvSpPr>
        <dsp:cNvPr id="0" name=""/>
        <dsp:cNvSpPr/>
      </dsp:nvSpPr>
      <dsp:spPr>
        <a:xfrm rot="18000000">
          <a:off x="2997674" y="2181615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041617" y="2406824"/>
        <a:ext cx="410131" cy="447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A55B-CD08-C49C-ED87-C7D2E6B5E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85C64-93C0-5100-F58E-28619916AE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637C3-A316-8FC5-FE93-936FE2E9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6DFF6-AA11-5C16-F381-6A513EAB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DA30F-E456-A076-8724-F1144F17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4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E2A11-EF20-1C45-3F0B-117C4E412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C0E6E-C971-8642-D604-04EA0906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976B-790E-77DD-8DFF-D0C0B289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EE183-6E9B-FF09-B8F5-67BED437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635D-477F-667E-7509-523E2F44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515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53DEA-E11D-28BF-C662-451D5177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02999-E9C2-883A-75A1-0D8CA7282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8A410-2338-B5CA-6FE5-26576DD25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6B733-9144-C510-007D-B7E4ECA8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89E81-52FF-8B70-3B52-A6F20D79A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BC989-657F-A16D-A783-E512B700F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73DC3-1301-DB3D-1E7D-AFC05EFCD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BB8A3-899B-39E3-8CDE-75B3CEF6E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D892F-1096-6D61-5A45-C3991548C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F0B05-82EF-7E0B-7C7F-AD4DE788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CF973-7D0F-EF0B-C4DC-9EFDC410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9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A850-6158-3CEC-4430-B17DB5EBE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08B44-F907-9415-CCFC-A2000D01D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F6E2ED-C4C3-22BF-6C5C-508F70A15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0D9F38-5140-8B38-8FCF-ADD514F96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44F703-2FDB-ED6B-06D6-848BB226F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9C04A2-519B-CD8C-6BCB-8E7F2226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78F50-E31A-FC3D-B545-088D419C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4ADA2-5624-0435-A250-B5BF0041A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70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6C64-B162-90FB-5448-AFA1BCFE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FDACAA-F830-3E62-23F9-7E9A1174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D99E5-D7A4-220C-1C81-1C6C6B0F3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66067-1EB6-F85F-B50C-DB5FD525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1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3FE38-0DA9-D340-2ACB-A9522483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4155C-C8CE-1139-E61A-811F0AF5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2AA98-75D9-025E-1F45-0BC197338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8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5FD6-41C8-9837-E604-9FFEC7AA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DBCB3-53E5-97B9-67AE-BA106296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19BDA-3A85-8F15-F019-A43B330F6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CDF28-D554-D9D1-1245-B0E2F07A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D0F9A9-0297-5734-22A7-8A9F83FB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68308-20E9-08E0-400D-116270A1E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E0C82-6191-39D4-7AEF-B5FCF9DC5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E4738-D029-75C7-E586-CBB3A03E3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CF7D93-385B-E72F-B989-FE7581F94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AABE4-E071-0680-8CFD-88FE3096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40403-E57A-B8A7-7938-2CA5CC9C1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B0229-9337-EE2C-832B-65EA7911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7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214E-C62F-2EAE-D246-306C6C60A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7B1701-23E8-73C4-0E3A-67CCC1090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EEF19-2B69-2931-6F41-4E1FBAB56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116D7-9075-3C38-E9FE-DF7B3326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CA6D3-B95E-99E3-683C-AB15ABD5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5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FBEEE4-07AF-CEF1-2F57-6803B5BE4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C37BB-6404-C26A-4E6D-A580C240A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D5F9-49E8-285C-77D5-E1B650FC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8B0F7-777D-2E1D-257B-EB40CBDF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0CE10-0DC7-5667-DD1E-01249299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6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6FABF-72E4-824C-FF32-7FACAF25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00C73-FDF5-7799-8FF7-27656301B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0F64-A417-D50E-570C-13D8AE66D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43A76-677C-4C29-BC63-2305C43D3054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825DB-D6D1-2018-A684-F734E1B97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4AA23-B840-452C-200B-5CDB85E81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9F029B-119D-46E3-8250-1B95209F8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3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500636D-3E48-41BE-F6DD-DBC8E7CC3F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149294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885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2026-09-06T08:14:03Z</dcterms:created>
  <dcterms:modified xsi:type="dcterms:W3CDTF">2026-09-06T08:14:04Z</dcterms:modified>
</cp:coreProperties>
</file>