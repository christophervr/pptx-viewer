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7BC62E9-7BFD-4EE8-8F74-D2D8858998F0}" type="doc">
      <dgm:prSet loTypeId="urn:microsoft.com/office/officeart/2005/8/layout/funnel1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6A1E2FE-EED3-408D-BB32-98E5C23CB8DE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15F12D04-C819-4D85-AFDE-D369EAAFD926}" type="parTrans" cxnId="{409E916B-D6D5-4383-84DE-93616A3381DB}">
      <dgm:prSet/>
      <dgm:spPr/>
    </dgm:pt>
    <dgm:pt modelId="{9B523693-8279-4114-AEAB-004ABD9DAC73}" type="sibTrans" cxnId="{409E916B-D6D5-4383-84DE-93616A3381DB}">
      <dgm:prSet/>
      <dgm:spPr/>
    </dgm:pt>
    <dgm:pt modelId="{77BB932C-5DB8-4C51-BD64-94EF2A66CC13}">
      <dgm:prSet phldrT="[Text]"/>
      <dgm:spPr/>
      <dgm:t>
        <a:bodyPr/>
        <a:lstStyle/>
        <a:p>
          <a:r>
            <a:rPr lang="en-US"/>
            <a:t>Beta has a noticeably longer label than the others</a:t>
          </a:r>
        </a:p>
      </dgm:t>
    </dgm:pt>
    <dgm:pt modelId="{86F5413C-261C-4B54-89CE-4602AA0A9B71}" type="parTrans" cxnId="{5A42891B-422A-4DFA-BF06-354BB5C467AD}">
      <dgm:prSet/>
      <dgm:spPr/>
    </dgm:pt>
    <dgm:pt modelId="{C8E2A911-4830-4030-AFD1-646600FAA94F}" type="sibTrans" cxnId="{5A42891B-422A-4DFA-BF06-354BB5C467AD}">
      <dgm:prSet/>
      <dgm:spPr/>
    </dgm:pt>
    <dgm:pt modelId="{5DD7B103-9112-400A-88BF-069EF5717ECA}">
      <dgm:prSet phldrT="[Text]"/>
      <dgm:spPr/>
      <dgm:t>
        <a:bodyPr/>
        <a:lstStyle/>
        <a:p>
          <a:r>
            <a:rPr lang="en-US"/>
            <a:t>Gamma</a:t>
          </a:r>
        </a:p>
      </dgm:t>
    </dgm:pt>
    <dgm:pt modelId="{6A5A29AF-FCFA-44FB-B5B9-DAD255EB397A}" type="parTrans" cxnId="{1CE42869-D17A-4400-95F2-019A08E53DF4}">
      <dgm:prSet/>
      <dgm:spPr/>
    </dgm:pt>
    <dgm:pt modelId="{E4AD2E31-1422-46F9-B2C5-5DF9CACFD90E}" type="sibTrans" cxnId="{1CE42869-D17A-4400-95F2-019A08E53DF4}">
      <dgm:prSet/>
      <dgm:spPr/>
    </dgm:pt>
    <dgm:pt modelId="{871EB623-C715-42E9-AE3D-4CF5542D3576}" type="pres">
      <dgm:prSet presAssocID="{87BC62E9-7BFD-4EE8-8F74-D2D8858998F0}" presName="Name0" presStyleCnt="0">
        <dgm:presLayoutVars>
          <dgm:chMax val="4"/>
          <dgm:resizeHandles val="exact"/>
        </dgm:presLayoutVars>
      </dgm:prSet>
      <dgm:spPr/>
    </dgm:pt>
    <dgm:pt modelId="{D75DE7CD-708F-4BA2-9E54-9BD7BB00E10D}" type="pres">
      <dgm:prSet presAssocID="{87BC62E9-7BFD-4EE8-8F74-D2D8858998F0}" presName="ellipse" presStyleLbl="trBgShp" presStyleIdx="0" presStyleCnt="1"/>
      <dgm:spPr/>
    </dgm:pt>
    <dgm:pt modelId="{256BCA95-72DC-4F73-BCAF-31DF50A10622}" type="pres">
      <dgm:prSet presAssocID="{87BC62E9-7BFD-4EE8-8F74-D2D8858998F0}" presName="arrow1" presStyleLbl="fgShp" presStyleIdx="0" presStyleCnt="1"/>
      <dgm:spPr/>
    </dgm:pt>
    <dgm:pt modelId="{ECC60E97-5BEB-4E4F-9A60-93CEB07A48B4}" type="pres">
      <dgm:prSet presAssocID="{87BC62E9-7BFD-4EE8-8F74-D2D8858998F0}" presName="rectangle" presStyleLbl="revTx" presStyleIdx="0" presStyleCnt="1">
        <dgm:presLayoutVars>
          <dgm:bulletEnabled val="1"/>
        </dgm:presLayoutVars>
      </dgm:prSet>
      <dgm:spPr/>
    </dgm:pt>
    <dgm:pt modelId="{255EF89D-7FBE-4577-9DC6-64843C606D8C}" type="pres">
      <dgm:prSet presAssocID="{77BB932C-5DB8-4C51-BD64-94EF2A66CC13}" presName="item1" presStyleLbl="node1" presStyleIdx="0" presStyleCnt="2">
        <dgm:presLayoutVars>
          <dgm:bulletEnabled val="1"/>
        </dgm:presLayoutVars>
      </dgm:prSet>
      <dgm:spPr/>
    </dgm:pt>
    <dgm:pt modelId="{DC30E375-4ABE-4E95-A51F-B0CE2CBB44E4}" type="pres">
      <dgm:prSet presAssocID="{5DD7B103-9112-400A-88BF-069EF5717ECA}" presName="item2" presStyleLbl="node1" presStyleIdx="1" presStyleCnt="2">
        <dgm:presLayoutVars>
          <dgm:bulletEnabled val="1"/>
        </dgm:presLayoutVars>
      </dgm:prSet>
      <dgm:spPr/>
    </dgm:pt>
    <dgm:pt modelId="{66304EC5-3011-4CAA-80E8-2BDC24EBA479}" type="pres">
      <dgm:prSet presAssocID="{87BC62E9-7BFD-4EE8-8F74-D2D8858998F0}" presName="funnel" presStyleLbl="trAlignAcc1" presStyleIdx="0" presStyleCnt="1"/>
      <dgm:spPr/>
    </dgm:pt>
  </dgm:ptLst>
  <dgm:cxnLst>
    <dgm:cxn modelId="{5A42891B-422A-4DFA-BF06-354BB5C467AD}" srcId="{87BC62E9-7BFD-4EE8-8F74-D2D8858998F0}" destId="{77BB932C-5DB8-4C51-BD64-94EF2A66CC13}" srcOrd="1" destOrd="0" parTransId="{86F5413C-261C-4B54-89CE-4602AA0A9B71}" sibTransId="{C8E2A911-4830-4030-AFD1-646600FAA94F}"/>
    <dgm:cxn modelId="{BD611432-D146-4CFB-B97A-D8680923C55B}" type="presOf" srcId="{77BB932C-5DB8-4C51-BD64-94EF2A66CC13}" destId="{255EF89D-7FBE-4577-9DC6-64843C606D8C}" srcOrd="0" destOrd="0" presId="urn:microsoft.com/office/officeart/2005/8/layout/funnel1"/>
    <dgm:cxn modelId="{1CE42869-D17A-4400-95F2-019A08E53DF4}" srcId="{87BC62E9-7BFD-4EE8-8F74-D2D8858998F0}" destId="{5DD7B103-9112-400A-88BF-069EF5717ECA}" srcOrd="2" destOrd="0" parTransId="{6A5A29AF-FCFA-44FB-B5B9-DAD255EB397A}" sibTransId="{E4AD2E31-1422-46F9-B2C5-5DF9CACFD90E}"/>
    <dgm:cxn modelId="{409E916B-D6D5-4383-84DE-93616A3381DB}" srcId="{87BC62E9-7BFD-4EE8-8F74-D2D8858998F0}" destId="{26A1E2FE-EED3-408D-BB32-98E5C23CB8DE}" srcOrd="0" destOrd="0" parTransId="{15F12D04-C819-4D85-AFDE-D369EAAFD926}" sibTransId="{9B523693-8279-4114-AEAB-004ABD9DAC73}"/>
    <dgm:cxn modelId="{ECFB3475-0569-4164-B29E-270B2C5D3004}" type="presOf" srcId="{87BC62E9-7BFD-4EE8-8F74-D2D8858998F0}" destId="{871EB623-C715-42E9-AE3D-4CF5542D3576}" srcOrd="0" destOrd="0" presId="urn:microsoft.com/office/officeart/2005/8/layout/funnel1"/>
    <dgm:cxn modelId="{3B4D44D7-6E16-40A4-B615-6238C4B2DF83}" type="presOf" srcId="{26A1E2FE-EED3-408D-BB32-98E5C23CB8DE}" destId="{DC30E375-4ABE-4E95-A51F-B0CE2CBB44E4}" srcOrd="0" destOrd="0" presId="urn:microsoft.com/office/officeart/2005/8/layout/funnel1"/>
    <dgm:cxn modelId="{8A292AD9-88EC-4F7A-9CDA-588B8E13DEB2}" type="presOf" srcId="{5DD7B103-9112-400A-88BF-069EF5717ECA}" destId="{ECC60E97-5BEB-4E4F-9A60-93CEB07A48B4}" srcOrd="0" destOrd="0" presId="urn:microsoft.com/office/officeart/2005/8/layout/funnel1"/>
    <dgm:cxn modelId="{E5F65596-1DDB-4E44-971B-FA6C20178F27}" type="presParOf" srcId="{871EB623-C715-42E9-AE3D-4CF5542D3576}" destId="{D75DE7CD-708F-4BA2-9E54-9BD7BB00E10D}" srcOrd="0" destOrd="0" presId="urn:microsoft.com/office/officeart/2005/8/layout/funnel1"/>
    <dgm:cxn modelId="{323D1B8E-A93A-48CD-BA5E-B2D28D8CDCD1}" type="presParOf" srcId="{871EB623-C715-42E9-AE3D-4CF5542D3576}" destId="{256BCA95-72DC-4F73-BCAF-31DF50A10622}" srcOrd="1" destOrd="0" presId="urn:microsoft.com/office/officeart/2005/8/layout/funnel1"/>
    <dgm:cxn modelId="{913F12C0-D03B-4E51-8030-2464191FE292}" type="presParOf" srcId="{871EB623-C715-42E9-AE3D-4CF5542D3576}" destId="{ECC60E97-5BEB-4E4F-9A60-93CEB07A48B4}" srcOrd="2" destOrd="0" presId="urn:microsoft.com/office/officeart/2005/8/layout/funnel1"/>
    <dgm:cxn modelId="{43B62B50-2472-4F4B-98CB-0824B9D092C3}" type="presParOf" srcId="{871EB623-C715-42E9-AE3D-4CF5542D3576}" destId="{255EF89D-7FBE-4577-9DC6-64843C606D8C}" srcOrd="3" destOrd="0" presId="urn:microsoft.com/office/officeart/2005/8/layout/funnel1"/>
    <dgm:cxn modelId="{A22F1D89-DFE3-43FE-B846-B92C9E95247B}" type="presParOf" srcId="{871EB623-C715-42E9-AE3D-4CF5542D3576}" destId="{DC30E375-4ABE-4E95-A51F-B0CE2CBB44E4}" srcOrd="4" destOrd="0" presId="urn:microsoft.com/office/officeart/2005/8/layout/funnel1"/>
    <dgm:cxn modelId="{D1E22085-9379-4BF4-81E4-39700128A888}" type="presParOf" srcId="{871EB623-C715-42E9-AE3D-4CF5542D3576}" destId="{66304EC5-3011-4CAA-80E8-2BDC24EBA479}" srcOrd="5" destOrd="0" presId="urn:microsoft.com/office/officeart/2005/8/layout/funnel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5DE7CD-708F-4BA2-9E54-9BD7BB00E10D}">
      <dsp:nvSpPr>
        <dsp:cNvPr id="0" name=""/>
        <dsp:cNvSpPr/>
      </dsp:nvSpPr>
      <dsp:spPr>
        <a:xfrm>
          <a:off x="2073274" y="206374"/>
          <a:ext cx="4095750" cy="1422400"/>
        </a:xfrm>
        <a:prstGeom prst="ellipse">
          <a:avLst/>
        </a:prstGeom>
        <a:solidFill>
          <a:schemeClr val="accent1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6BCA95-72DC-4F73-BCAF-31DF50A10622}">
      <dsp:nvSpPr>
        <dsp:cNvPr id="0" name=""/>
        <dsp:cNvSpPr/>
      </dsp:nvSpPr>
      <dsp:spPr>
        <a:xfrm>
          <a:off x="3730625" y="3689350"/>
          <a:ext cx="793750" cy="508000"/>
        </a:xfrm>
        <a:prstGeom prst="down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C60E97-5BEB-4E4F-9A60-93CEB07A48B4}">
      <dsp:nvSpPr>
        <dsp:cNvPr id="0" name=""/>
        <dsp:cNvSpPr/>
      </dsp:nvSpPr>
      <dsp:spPr>
        <a:xfrm>
          <a:off x="2222500" y="4095750"/>
          <a:ext cx="3810000" cy="95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4696" tIns="234696" rIns="234696" bIns="234696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Gamma</a:t>
          </a:r>
        </a:p>
      </dsp:txBody>
      <dsp:txXfrm>
        <a:off x="2222500" y="4095750"/>
        <a:ext cx="3810000" cy="952500"/>
      </dsp:txXfrm>
    </dsp:sp>
    <dsp:sp modelId="{255EF89D-7FBE-4577-9DC6-64843C606D8C}">
      <dsp:nvSpPr>
        <dsp:cNvPr id="0" name=""/>
        <dsp:cNvSpPr/>
      </dsp:nvSpPr>
      <dsp:spPr>
        <a:xfrm>
          <a:off x="3562349" y="1738630"/>
          <a:ext cx="1428750" cy="142875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Beta has a noticeably longer label than the others</a:t>
          </a:r>
        </a:p>
      </dsp:txBody>
      <dsp:txXfrm>
        <a:off x="3771585" y="1947866"/>
        <a:ext cx="1010278" cy="1010278"/>
      </dsp:txXfrm>
    </dsp:sp>
    <dsp:sp modelId="{DC30E375-4ABE-4E95-A51F-B0CE2CBB44E4}">
      <dsp:nvSpPr>
        <dsp:cNvPr id="0" name=""/>
        <dsp:cNvSpPr/>
      </dsp:nvSpPr>
      <dsp:spPr>
        <a:xfrm>
          <a:off x="2539999" y="666750"/>
          <a:ext cx="1428750" cy="142875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Alpha</a:t>
          </a:r>
        </a:p>
      </dsp:txBody>
      <dsp:txXfrm>
        <a:off x="2749235" y="875986"/>
        <a:ext cx="1010278" cy="1010278"/>
      </dsp:txXfrm>
    </dsp:sp>
    <dsp:sp modelId="{66304EC5-3011-4CAA-80E8-2BDC24EBA479}">
      <dsp:nvSpPr>
        <dsp:cNvPr id="0" name=""/>
        <dsp:cNvSpPr/>
      </dsp:nvSpPr>
      <dsp:spPr>
        <a:xfrm>
          <a:off x="1904999" y="31749"/>
          <a:ext cx="4445000" cy="3556000"/>
        </a:xfrm>
        <a:prstGeom prst="funnel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funnel1">
  <dgm:title val=""/>
  <dgm:desc val=""/>
  <dgm:catLst>
    <dgm:cat type="relationship" pri="2000"/>
    <dgm:cat type="process" pri="2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4"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1">
      <dgm:if name="Name2" axis="ch" ptType="node" func="cnt" op="equ" val="2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w" for="ch" forName="item1" refType="w" fact="0.35"/>
          <dgm:constr type="h" for="ch" forName="item1" refType="w" fact="0.35"/>
          <dgm:constr type="t" for="ch" forName="item1" refType="h" fact="0.05"/>
          <dgm:constr type="l" for="ch" forName="item1" refType="w" fact="0.125"/>
          <dgm:constr type="primFontSz" for="ch" forName="item1" op="equ" val="65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if>
      <dgm:else name="Name3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primFontSz" for="ch" forName="rectangle" val="65"/>
          <dgm:constr type="w" for="ch" forName="item1" refType="w" fact="0.225"/>
          <dgm:constr type="h" for="ch" forName="item1" refType="w" fact="0.225"/>
          <dgm:constr type="t" for="ch" forName="item1" refType="h" fact="0.336"/>
          <dgm:constr type="l" for="ch" forName="item1" refType="w" fact="0.261"/>
          <dgm:constr type="primFontSz" for="ch" forName="item1" val="65"/>
          <dgm:constr type="w" for="ch" forName="item2" refType="w" fact="0.225"/>
          <dgm:constr type="h" for="ch" forName="item2" refType="w" fact="0.225"/>
          <dgm:constr type="t" for="ch" forName="item2" refType="h" fact="0.125"/>
          <dgm:constr type="l" for="ch" forName="item2" refType="w" fact="0.1"/>
          <dgm:constr type="primFontSz" for="ch" forName="item2" refType="primFontSz" refFor="ch" refForName="item1" op="equ"/>
          <dgm:constr type="w" for="ch" forName="item3" refType="w" fact="0.225"/>
          <dgm:constr type="h" for="ch" forName="item3" refType="w" fact="0.225"/>
          <dgm:constr type="t" for="ch" forName="item3" refType="h" fact="0.057"/>
          <dgm:constr type="l" for="ch" forName="item3" refType="w" fact="0.33"/>
          <dgm:constr type="primFontSz" for="ch" forName="item3" refType="primFontSz" refFor="ch" refForName="item1" op="equ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else>
    </dgm:choose>
    <dgm:ruleLst/>
    <dgm:choose name="Name4">
      <dgm:if name="Name5" axis="ch" ptType="node" func="cnt" op="gte" val="1">
        <dgm:layoutNode name="ellipse" styleLbl="tr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arrow1" styleLbl="fgShp">
          <dgm:alg type="sp"/>
          <dgm:shape xmlns:r="http://schemas.openxmlformats.org/officeDocument/2006/relationships" type="downArrow" r:blip="">
            <dgm:adjLst/>
          </dgm:shape>
          <dgm:presOf/>
          <dgm:constrLst/>
          <dgm:ruleLst/>
        </dgm:layoutNode>
        <dgm:layoutNode name="rectangle" styleLbl="revTx">
          <dgm:varLst>
            <dgm:bulletEnabled val="1"/>
          </dgm:varLst>
          <dgm:alg type="tx">
            <dgm:param type="txAnchorHorzCh" val="ctr"/>
          </dgm:alg>
          <dgm:shape xmlns:r="http://schemas.openxmlformats.org/officeDocument/2006/relationships" type="rect" r:blip="">
            <dgm:adjLst/>
          </dgm:shape>
          <dgm:choose name="Name6">
            <dgm:if name="Name7" axis="ch" ptType="node" func="cnt" op="equ" val="1">
              <dgm:presOf axis="ch desOrSelf" ptType="node node" st="1 1" cnt="1 0"/>
            </dgm:if>
            <dgm:if name="Name8" axis="ch" ptType="node" func="cnt" op="equ" val="2">
              <dgm:presOf axis="ch desOrSelf" ptType="node node" st="2 1" cnt="1 0"/>
            </dgm:if>
            <dgm:if name="Name9" axis="ch" ptType="node" func="cnt" op="equ" val="3">
              <dgm:presOf axis="ch desOrSelf" ptType="node node" st="3 1" cnt="1 0"/>
            </dgm:if>
            <dgm:else name="Name10">
              <dgm:presOf axis="ch desOrSelf" ptType="node node" st="4 1" cnt="1 0"/>
            </dgm:else>
          </dgm:choose>
          <dgm:constrLst/>
          <dgm:ruleLst>
            <dgm:rule type="primFontSz" val="5" fact="NaN" max="NaN"/>
          </dgm:ruleLst>
        </dgm:layoutNode>
        <dgm:forEach name="Name11" axis="ch" ptType="node" st="2" cnt="1">
          <dgm:layoutNode name="item1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2">
              <dgm:if name="Name13" axis="root ch" ptType="all node" func="cnt" op="equ" val="1">
                <dgm:presOf/>
              </dgm:if>
              <dgm:if name="Name14" axis="root ch" ptType="all node" func="cnt" op="equ" val="2">
                <dgm:presOf axis="root ch desOrSelf" ptType="all node node" st="1 1 1" cnt="0 1 0"/>
              </dgm:if>
              <dgm:if name="Name15" axis="root ch" ptType="all node" func="cnt" op="equ" val="3">
                <dgm:presOf axis="root ch desOrSelf" ptType="all node node" st="1 2 1" cnt="0 1 0"/>
              </dgm:if>
              <dgm:else name="Name16">
                <dgm:presOf axis="root ch desOrSelf" ptType="all node node" st="1 3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17" axis="ch" ptType="node" st="3" cnt="1">
          <dgm:layoutNode name="item2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8">
              <dgm:if name="Name19" axis="root ch" ptType="all node" func="cnt" op="equ" val="1">
                <dgm:presOf/>
              </dgm:if>
              <dgm:if name="Name20" axis="root ch" ptType="all node" func="cnt" op="equ" val="2">
                <dgm:presOf/>
              </dgm:if>
              <dgm:if name="Name21" axis="root ch" ptType="all node" func="cnt" op="equ" val="3">
                <dgm:presOf axis="root ch desOrSelf" ptType="all node node" st="1 1 1" cnt="0 1 0"/>
              </dgm:if>
              <dgm:else name="Name22">
                <dgm:presOf axis="root ch desOrSelf" ptType="all node node" st="1 2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23" axis="ch" ptType="node" st="4" cnt="1">
          <dgm:layoutNode name="item3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4">
              <dgm:if name="Name25" axis="root ch" ptType="all node" func="cnt" op="equ" val="1">
                <dgm:presOf/>
              </dgm:if>
              <dgm:if name="Name26" axis="root ch" ptType="all node" func="cnt" op="equ" val="2">
                <dgm:presOf/>
              </dgm:if>
              <dgm:if name="Name27" axis="root ch" ptType="all node" func="cnt" op="equ" val="3">
                <dgm:presOf/>
              </dgm:if>
              <dgm:else name="Name28">
                <dgm:presOf axis="root ch desOrSelf" ptType="all node node" st="1 1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layoutNode name="funnel" styleLbl="trAlignAcc1">
          <dgm:alg type="sp"/>
          <dgm:shape xmlns:r="http://schemas.openxmlformats.org/officeDocument/2006/relationships" type="funnel" r:blip="">
            <dgm:adjLst/>
          </dgm:shape>
          <dgm:presOf/>
          <dgm:constrLst/>
          <dgm:ruleLst/>
        </dgm:layoutNode>
      </dgm:if>
      <dgm:else name="Name29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D6ABB-7599-417E-A509-12073EC78B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9F3742-1935-7299-F062-F2246A6E58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1B7A2E-F011-0A5A-1ABF-7A34C831F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ACF08-02CA-4A7E-A19F-5FC1778880C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46BB2-DD0E-7525-8129-D709BC6E7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4AF4C7-0504-A23C-093D-BC428AA6A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6217B-5DE4-47BD-8A90-D5C3B31B44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2319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863C9-CB48-69F7-406F-44FEF080C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924065-34CB-1AD7-AEED-2AED4E52A9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A5EF-A8AA-DC15-8F82-5FAB29C5C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ACF08-02CA-4A7E-A19F-5FC1778880C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DD0386-6E69-D58A-ECEE-764851382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A96E03-E2B2-3975-278D-054D2A183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6217B-5DE4-47BD-8A90-D5C3B31B44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6015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00D57-4057-9EDF-8167-D492F4B9C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362B7A-FF3E-A149-8691-E58CE54E05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769D35-959D-2A13-E962-CE3B5A5ED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ACF08-02CA-4A7E-A19F-5FC1778880C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B2E96D-0DEF-764A-3BA2-8D0855491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B91463-512E-BD31-63A3-912DBF212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6217B-5DE4-47BD-8A90-D5C3B31B44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668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4FB4E-6666-9941-4DE8-560857600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6AA398-02DE-47ED-425C-306711DFA1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7ED1A0-C25F-DDCF-2BAC-A740DB7FF1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9DA538-9FF5-B2C9-1200-E6D297118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ACF08-02CA-4A7E-A19F-5FC1778880C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A5FB9B-A9E2-528C-1B56-C5CE64FDC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5137BC-FFE0-D89B-DFBF-E646B4508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6217B-5DE4-47BD-8A90-D5C3B31B44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685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E4C46-41C7-B7A8-7D0C-F3D2CE5ED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A3D449-3EB3-2DF6-1134-60682ED658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046AE2-2623-B0AD-44C2-1B3EF4559F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9996E6-20F5-A6D1-7493-071CDE606F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0F3E86-F746-D5DA-5BC4-0998181EBB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01ADAC-158E-2BA2-9AB7-4F1E7D93D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ACF08-02CA-4A7E-A19F-5FC1778880C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A503718-054F-EF1D-040A-625EB26BE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0C5466-3A18-E6E2-9FF9-8A2FF14D2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6217B-5DE4-47BD-8A90-D5C3B31B44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726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A692E-0B9B-DD6A-E674-D24D69198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760CEF-CE21-12FC-DA36-4F91AA03A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ACF08-02CA-4A7E-A19F-5FC1778880C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DC55B2-BC58-23B2-7B3B-BB86D99D8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9F43EF-22C1-6C33-6552-FB5E05BA6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6217B-5DE4-47BD-8A90-D5C3B31B44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2484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F368B0-7B2F-DD7F-9FFD-383E5E123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ACF08-02CA-4A7E-A19F-5FC1778880C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7B52AF-0C1C-19D1-190C-E940BA613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AA9ECB-2106-3530-3762-4DD19D61B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6217B-5DE4-47BD-8A90-D5C3B31B44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575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0F81A-3BF7-3BC1-1D41-8A82781179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01B555-9252-4ED5-F5C6-38D08FD6EA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AA1C91-7410-0F34-F2B6-C0038EF853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7367D7-460A-9666-1956-380139F24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ACF08-02CA-4A7E-A19F-5FC1778880C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B69D1-465F-BEE4-7B5E-75C6B3999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866EA6-6B3F-E064-C36E-270C5FFB4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6217B-5DE4-47BD-8A90-D5C3B31B44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6644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C7543-B8CA-2B77-2BCB-45532F030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F6941A-15DF-4260-5233-2417402099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F9AB78-61FC-CE66-3AAD-101830DB41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E6AAAD-BE46-8E48-7D45-8FB01701B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ACF08-02CA-4A7E-A19F-5FC1778880C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05BDFB-E5D5-7981-93C4-F1949DDE1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00AC4D-CDF0-0B2C-691B-12F82D8FE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6217B-5DE4-47BD-8A90-D5C3B31B44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6280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51DD2-4413-E665-FCF0-8D56383E9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A81AAB-77C1-E974-5E89-887A5073E0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C5096C-FF89-C607-CF34-995C7D720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ACF08-02CA-4A7E-A19F-5FC1778880C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D5AC15-28A4-7BE3-CFC7-08ED426B7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BC2116-D77F-3244-BDC3-2E8C0B8CD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6217B-5DE4-47BD-8A90-D5C3B31B44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641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F587DEF-A3EC-C4F6-6600-16F9BC3996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4C6A6A-F1B0-049B-88E4-E259F1567F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5A9707-2AB0-144F-E0AB-E425DDDCB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ACF08-02CA-4A7E-A19F-5FC1778880C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568ED-D1E8-13BD-6F2B-9A4CC91A4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E95C0C-585D-BADA-6E75-483E3C104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6217B-5DE4-47BD-8A90-D5C3B31B44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6245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195D9B-7C54-BA20-B0FD-B41663A1D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7072F5-2D0E-3C1C-9191-B77C749074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16A46D-CC83-22E1-081E-06B3A4201C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AACF08-02CA-4A7E-A19F-5FC1778880C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11D293-CF16-9EE0-6DF9-17D1BC398D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AFD9C6-9C86-F986-39F9-514774D8F4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86217B-5DE4-47BD-8A90-D5C3B31B44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490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89D3DE1E-6D5B-450C-F88C-2974D7AE423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31093303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117528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2026-09-06T08:13:54Z</dcterms:created>
  <dcterms:modified xsi:type="dcterms:W3CDTF">2026-09-06T08:13:54Z</dcterms:modified>
</cp:coreProperties>
</file>