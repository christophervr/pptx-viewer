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07BD09D-C343-44B2-83FC-3AC8E82DC92E}" type="doc">
      <dgm:prSet loTypeId="urn:microsoft.com/office/officeart/2011/layout/HexagonRadial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9AF777F-CB2E-450E-A3D7-F389FE4BDD5A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1B698845-EB0C-449D-8F16-D60E64CF261D}" type="parTrans" cxnId="{9CE772B0-87CD-4E15-8D99-9CD867C0FD1E}">
      <dgm:prSet/>
      <dgm:spPr/>
    </dgm:pt>
    <dgm:pt modelId="{0A25643B-ACB3-4B77-95CE-435B74DB8611}" type="sibTrans" cxnId="{9CE772B0-87CD-4E15-8D99-9CD867C0FD1E}">
      <dgm:prSet/>
      <dgm:spPr/>
    </dgm:pt>
    <dgm:pt modelId="{C4F7DA04-47AE-4CD8-9B78-34AD020E6432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C0A23639-3DE5-4F87-B41E-DABB49DF708E}" type="parTrans" cxnId="{709B3D51-A2AE-49F4-BA6F-25E0CB4E7D37}">
      <dgm:prSet/>
      <dgm:spPr/>
    </dgm:pt>
    <dgm:pt modelId="{BB26CC48-000D-4736-9A55-C40E31C17F63}" type="sibTrans" cxnId="{709B3D51-A2AE-49F4-BA6F-25E0CB4E7D37}">
      <dgm:prSet/>
      <dgm:spPr/>
    </dgm:pt>
    <dgm:pt modelId="{F77D4AC6-D6C7-4A44-BE4C-A42344E769D2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71DEDA2D-4B23-4BFB-BC9E-5DADCF2A8735}" type="parTrans" cxnId="{87D52CB3-0BEA-4FDC-887D-7690CDB10537}">
      <dgm:prSet/>
      <dgm:spPr/>
    </dgm:pt>
    <dgm:pt modelId="{A2970C10-9372-4C99-A8E6-0A049EBAD41B}" type="sibTrans" cxnId="{87D52CB3-0BEA-4FDC-887D-7690CDB10537}">
      <dgm:prSet/>
      <dgm:spPr/>
    </dgm:pt>
    <dgm:pt modelId="{C49C7BA2-12F1-494F-80CB-F0509C9A2398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CB5892AB-724A-402E-9B46-BF4EEA7041C8}" type="parTrans" cxnId="{E4FE12FC-8D14-4FA9-9D4B-A496915C61FE}">
      <dgm:prSet/>
      <dgm:spPr/>
    </dgm:pt>
    <dgm:pt modelId="{DB955995-5BA3-4D28-A43C-CD101EBEE98D}" type="sibTrans" cxnId="{E4FE12FC-8D14-4FA9-9D4B-A496915C61FE}">
      <dgm:prSet/>
      <dgm:spPr/>
    </dgm:pt>
    <dgm:pt modelId="{BCAAD160-F962-40A7-A2B8-3D5309986264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3673807F-6E1A-40A8-9091-958606A56BCF}" type="parTrans" cxnId="{C00F1B19-A47C-4172-AE06-53DFA66A6461}">
      <dgm:prSet/>
      <dgm:spPr/>
    </dgm:pt>
    <dgm:pt modelId="{E90585A4-B769-413F-8D56-ADD2D4001C4B}" type="sibTrans" cxnId="{C00F1B19-A47C-4172-AE06-53DFA66A6461}">
      <dgm:prSet/>
      <dgm:spPr/>
    </dgm:pt>
    <dgm:pt modelId="{2F8C970F-064D-4999-B0BD-97238DE4F858}" type="pres">
      <dgm:prSet presAssocID="{207BD09D-C343-44B2-83FC-3AC8E82DC92E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A803CBB2-4C25-4CB3-9647-B6168A90E1FD}" type="pres">
      <dgm:prSet presAssocID="{19AF777F-CB2E-450E-A3D7-F389FE4BDD5A}" presName="Parent" presStyleLbl="node0" presStyleIdx="0" presStyleCnt="1">
        <dgm:presLayoutVars>
          <dgm:chMax val="6"/>
          <dgm:chPref val="6"/>
        </dgm:presLayoutVars>
      </dgm:prSet>
      <dgm:spPr/>
    </dgm:pt>
    <dgm:pt modelId="{E5CC5EA9-7183-4B27-A400-1D064E654C3C}" type="pres">
      <dgm:prSet presAssocID="{C4F7DA04-47AE-4CD8-9B78-34AD020E6432}" presName="Accent1" presStyleCnt="0"/>
      <dgm:spPr/>
    </dgm:pt>
    <dgm:pt modelId="{094949C5-2E7B-4DEA-B62D-27C223905A45}" type="pres">
      <dgm:prSet presAssocID="{C4F7DA04-47AE-4CD8-9B78-34AD020E6432}" presName="Accent" presStyleLbl="bgShp" presStyleIdx="0" presStyleCnt="3"/>
      <dgm:spPr/>
    </dgm:pt>
    <dgm:pt modelId="{8D4E55DB-BDBF-4194-AFF3-3591E718CE8A}" type="pres">
      <dgm:prSet presAssocID="{C4F7DA04-47AE-4CD8-9B78-34AD020E6432}" presName="Child1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AF83AAB6-33FF-4201-8361-4A0851E60B72}" type="pres">
      <dgm:prSet presAssocID="{F77D4AC6-D6C7-4A44-BE4C-A42344E769D2}" presName="Accent2" presStyleCnt="0"/>
      <dgm:spPr/>
    </dgm:pt>
    <dgm:pt modelId="{1C01E78C-3C01-40D7-B226-EFB0F4D7CF6E}" type="pres">
      <dgm:prSet presAssocID="{F77D4AC6-D6C7-4A44-BE4C-A42344E769D2}" presName="Accent" presStyleLbl="bgShp" presStyleIdx="1" presStyleCnt="3"/>
      <dgm:spPr/>
    </dgm:pt>
    <dgm:pt modelId="{04DE4830-A766-426D-9AB1-B83DE27092FA}" type="pres">
      <dgm:prSet presAssocID="{F77D4AC6-D6C7-4A44-BE4C-A42344E769D2}" presName="Child2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89380A47-E6CB-40A7-96B4-3274E6ED9901}" type="pres">
      <dgm:prSet presAssocID="{C49C7BA2-12F1-494F-80CB-F0509C9A2398}" presName="Accent3" presStyleCnt="0"/>
      <dgm:spPr/>
    </dgm:pt>
    <dgm:pt modelId="{BF793662-799F-4E36-AAD0-AEFCAA112F39}" type="pres">
      <dgm:prSet presAssocID="{C49C7BA2-12F1-494F-80CB-F0509C9A2398}" presName="Accent" presStyleLbl="bgShp" presStyleIdx="2" presStyleCnt="3"/>
      <dgm:spPr/>
    </dgm:pt>
    <dgm:pt modelId="{AA07DB5B-DE25-4A2B-B2CA-90BA09B3A228}" type="pres">
      <dgm:prSet presAssocID="{C49C7BA2-12F1-494F-80CB-F0509C9A2398}" presName="Child3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C00F1B19-A47C-4172-AE06-53DFA66A6461}" srcId="{C49C7BA2-12F1-494F-80CB-F0509C9A2398}" destId="{BCAAD160-F962-40A7-A2B8-3D5309986264}" srcOrd="0" destOrd="0" parTransId="{3673807F-6E1A-40A8-9091-958606A56BCF}" sibTransId="{E90585A4-B769-413F-8D56-ADD2D4001C4B}"/>
    <dgm:cxn modelId="{7BFBC02B-D2EA-4FD3-B529-26E547A1823B}" type="presOf" srcId="{BCAAD160-F962-40A7-A2B8-3D5309986264}" destId="{AA07DB5B-DE25-4A2B-B2CA-90BA09B3A228}" srcOrd="0" destOrd="1" presId="urn:microsoft.com/office/officeart/2011/layout/HexagonRadial"/>
    <dgm:cxn modelId="{96389E5F-5953-43D8-95CD-C884FBE8E63D}" type="presOf" srcId="{C4F7DA04-47AE-4CD8-9B78-34AD020E6432}" destId="{8D4E55DB-BDBF-4194-AFF3-3591E718CE8A}" srcOrd="0" destOrd="0" presId="urn:microsoft.com/office/officeart/2011/layout/HexagonRadial"/>
    <dgm:cxn modelId="{709B3D51-A2AE-49F4-BA6F-25E0CB4E7D37}" srcId="{19AF777F-CB2E-450E-A3D7-F389FE4BDD5A}" destId="{C4F7DA04-47AE-4CD8-9B78-34AD020E6432}" srcOrd="0" destOrd="0" parTransId="{C0A23639-3DE5-4F87-B41E-DABB49DF708E}" sibTransId="{BB26CC48-000D-4736-9A55-C40E31C17F63}"/>
    <dgm:cxn modelId="{4C3A9089-F2BB-49ED-BDAD-A5B384ACF1BD}" type="presOf" srcId="{F77D4AC6-D6C7-4A44-BE4C-A42344E769D2}" destId="{04DE4830-A766-426D-9AB1-B83DE27092FA}" srcOrd="0" destOrd="0" presId="urn:microsoft.com/office/officeart/2011/layout/HexagonRadial"/>
    <dgm:cxn modelId="{F72B01A5-1B28-4813-8B2B-2EF10CF4300F}" type="presOf" srcId="{207BD09D-C343-44B2-83FC-3AC8E82DC92E}" destId="{2F8C970F-064D-4999-B0BD-97238DE4F858}" srcOrd="0" destOrd="0" presId="urn:microsoft.com/office/officeart/2011/layout/HexagonRadial"/>
    <dgm:cxn modelId="{9CE772B0-87CD-4E15-8D99-9CD867C0FD1E}" srcId="{207BD09D-C343-44B2-83FC-3AC8E82DC92E}" destId="{19AF777F-CB2E-450E-A3D7-F389FE4BDD5A}" srcOrd="0" destOrd="0" parTransId="{1B698845-EB0C-449D-8F16-D60E64CF261D}" sibTransId="{0A25643B-ACB3-4B77-95CE-435B74DB8611}"/>
    <dgm:cxn modelId="{87D52CB3-0BEA-4FDC-887D-7690CDB10537}" srcId="{19AF777F-CB2E-450E-A3D7-F389FE4BDD5A}" destId="{F77D4AC6-D6C7-4A44-BE4C-A42344E769D2}" srcOrd="1" destOrd="0" parTransId="{71DEDA2D-4B23-4BFB-BC9E-5DADCF2A8735}" sibTransId="{A2970C10-9372-4C99-A8E6-0A049EBAD41B}"/>
    <dgm:cxn modelId="{05F91ED3-94A7-4FF7-AB90-54B1E2468970}" type="presOf" srcId="{19AF777F-CB2E-450E-A3D7-F389FE4BDD5A}" destId="{A803CBB2-4C25-4CB3-9647-B6168A90E1FD}" srcOrd="0" destOrd="0" presId="urn:microsoft.com/office/officeart/2011/layout/HexagonRadial"/>
    <dgm:cxn modelId="{E70DADF8-5FA4-4676-B25B-4B6BB076E5B8}" type="presOf" srcId="{C49C7BA2-12F1-494F-80CB-F0509C9A2398}" destId="{AA07DB5B-DE25-4A2B-B2CA-90BA09B3A228}" srcOrd="0" destOrd="0" presId="urn:microsoft.com/office/officeart/2011/layout/HexagonRadial"/>
    <dgm:cxn modelId="{E4FE12FC-8D14-4FA9-9D4B-A496915C61FE}" srcId="{19AF777F-CB2E-450E-A3D7-F389FE4BDD5A}" destId="{C49C7BA2-12F1-494F-80CB-F0509C9A2398}" srcOrd="2" destOrd="0" parTransId="{CB5892AB-724A-402E-9B46-BF4EEA7041C8}" sibTransId="{DB955995-5BA3-4D28-A43C-CD101EBEE98D}"/>
    <dgm:cxn modelId="{4897C14D-744C-4F48-BFA1-DB77E635891C}" type="presParOf" srcId="{2F8C970F-064D-4999-B0BD-97238DE4F858}" destId="{A803CBB2-4C25-4CB3-9647-B6168A90E1FD}" srcOrd="0" destOrd="0" presId="urn:microsoft.com/office/officeart/2011/layout/HexagonRadial"/>
    <dgm:cxn modelId="{EB41D2F2-251C-4970-ACEA-3BA117F5487F}" type="presParOf" srcId="{2F8C970F-064D-4999-B0BD-97238DE4F858}" destId="{E5CC5EA9-7183-4B27-A400-1D064E654C3C}" srcOrd="1" destOrd="0" presId="urn:microsoft.com/office/officeart/2011/layout/HexagonRadial"/>
    <dgm:cxn modelId="{35A79677-3675-4CA6-B4FB-D0FE0504AFB3}" type="presParOf" srcId="{E5CC5EA9-7183-4B27-A400-1D064E654C3C}" destId="{094949C5-2E7B-4DEA-B62D-27C223905A45}" srcOrd="0" destOrd="0" presId="urn:microsoft.com/office/officeart/2011/layout/HexagonRadial"/>
    <dgm:cxn modelId="{CBB0D19B-CA65-41DF-9D7C-A6C23ABFFA6E}" type="presParOf" srcId="{2F8C970F-064D-4999-B0BD-97238DE4F858}" destId="{8D4E55DB-BDBF-4194-AFF3-3591E718CE8A}" srcOrd="2" destOrd="0" presId="urn:microsoft.com/office/officeart/2011/layout/HexagonRadial"/>
    <dgm:cxn modelId="{4B08C226-57BB-46D8-AE23-EF8C583E55D9}" type="presParOf" srcId="{2F8C970F-064D-4999-B0BD-97238DE4F858}" destId="{AF83AAB6-33FF-4201-8361-4A0851E60B72}" srcOrd="3" destOrd="0" presId="urn:microsoft.com/office/officeart/2011/layout/HexagonRadial"/>
    <dgm:cxn modelId="{304BBC84-EF33-4AD9-B144-D84296CDF33C}" type="presParOf" srcId="{AF83AAB6-33FF-4201-8361-4A0851E60B72}" destId="{1C01E78C-3C01-40D7-B226-EFB0F4D7CF6E}" srcOrd="0" destOrd="0" presId="urn:microsoft.com/office/officeart/2011/layout/HexagonRadial"/>
    <dgm:cxn modelId="{92095E74-53E2-44F5-A0F0-74B3808FB32F}" type="presParOf" srcId="{2F8C970F-064D-4999-B0BD-97238DE4F858}" destId="{04DE4830-A766-426D-9AB1-B83DE27092FA}" srcOrd="4" destOrd="0" presId="urn:microsoft.com/office/officeart/2011/layout/HexagonRadial"/>
    <dgm:cxn modelId="{1A43846A-14E6-4469-8286-484D2203AF97}" type="presParOf" srcId="{2F8C970F-064D-4999-B0BD-97238DE4F858}" destId="{89380A47-E6CB-40A7-96B4-3274E6ED9901}" srcOrd="5" destOrd="0" presId="urn:microsoft.com/office/officeart/2011/layout/HexagonRadial"/>
    <dgm:cxn modelId="{B5D62C65-8063-4213-9C97-BC37646D9C63}" type="presParOf" srcId="{89380A47-E6CB-40A7-96B4-3274E6ED9901}" destId="{BF793662-799F-4E36-AAD0-AEFCAA112F39}" srcOrd="0" destOrd="0" presId="urn:microsoft.com/office/officeart/2011/layout/HexagonRadial"/>
    <dgm:cxn modelId="{CA32D197-D9D0-4FB6-9585-B35450E0AB4F}" type="presParOf" srcId="{2F8C970F-064D-4999-B0BD-97238DE4F858}" destId="{AA07DB5B-DE25-4A2B-B2CA-90BA09B3A228}" srcOrd="6" destOrd="0" presId="urn:microsoft.com/office/officeart/2011/layout/HexagonRadial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03CBB2-4C25-4CB3-9647-B6168A90E1FD}">
      <dsp:nvSpPr>
        <dsp:cNvPr id="0" name=""/>
        <dsp:cNvSpPr/>
      </dsp:nvSpPr>
      <dsp:spPr>
        <a:xfrm>
          <a:off x="2018029" y="889507"/>
          <a:ext cx="2536848" cy="2194052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Node One</a:t>
          </a:r>
        </a:p>
      </dsp:txBody>
      <dsp:txXfrm>
        <a:off x="2438380" y="1253057"/>
        <a:ext cx="1696146" cy="1466952"/>
      </dsp:txXfrm>
    </dsp:sp>
    <dsp:sp modelId="{1C01E78C-3C01-40D7-B226-EFB0F4D7CF6E}">
      <dsp:nvSpPr>
        <dsp:cNvPr id="0" name=""/>
        <dsp:cNvSpPr/>
      </dsp:nvSpPr>
      <dsp:spPr>
        <a:xfrm>
          <a:off x="4723636" y="1381251"/>
          <a:ext cx="957277" cy="824484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4E55DB-BDBF-4194-AFF3-3591E718CE8A}">
      <dsp:nvSpPr>
        <dsp:cNvPr id="0" name=""/>
        <dsp:cNvSpPr/>
      </dsp:nvSpPr>
      <dsp:spPr>
        <a:xfrm>
          <a:off x="4158298" y="0"/>
          <a:ext cx="2078671" cy="1798320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Node Two has a longer label</a:t>
          </a:r>
        </a:p>
      </dsp:txBody>
      <dsp:txXfrm>
        <a:off x="4502781" y="298022"/>
        <a:ext cx="1389705" cy="1202276"/>
      </dsp:txXfrm>
    </dsp:sp>
    <dsp:sp modelId="{BF793662-799F-4E36-AAD0-AEFCAA112F39}">
      <dsp:nvSpPr>
        <dsp:cNvPr id="0" name=""/>
        <dsp:cNvSpPr/>
      </dsp:nvSpPr>
      <dsp:spPr>
        <a:xfrm>
          <a:off x="3947351" y="3121660"/>
          <a:ext cx="957277" cy="824484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DE4830-A766-426D-9AB1-B83DE27092FA}">
      <dsp:nvSpPr>
        <dsp:cNvPr id="0" name=""/>
        <dsp:cNvSpPr/>
      </dsp:nvSpPr>
      <dsp:spPr>
        <a:xfrm>
          <a:off x="4158298" y="2174239"/>
          <a:ext cx="2078671" cy="1798320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Node Three</a:t>
          </a:r>
        </a:p>
      </dsp:txBody>
      <dsp:txXfrm>
        <a:off x="4502781" y="2472261"/>
        <a:ext cx="1389705" cy="1202276"/>
      </dsp:txXfrm>
    </dsp:sp>
    <dsp:sp modelId="{AA07DB5B-DE25-4A2B-B2CA-90BA09B3A228}">
      <dsp:nvSpPr>
        <dsp:cNvPr id="0" name=""/>
        <dsp:cNvSpPr/>
      </dsp:nvSpPr>
      <dsp:spPr>
        <a:xfrm>
          <a:off x="2251759" y="3281680"/>
          <a:ext cx="2078671" cy="1798320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Node Four</a:t>
          </a:r>
        </a:p>
        <a:p>
          <a:pPr marL="171450" lvl="1" indent="-171450" algn="ctr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Node Five</a:t>
          </a:r>
        </a:p>
      </dsp:txBody>
      <dsp:txXfrm>
        <a:off x="2596242" y="3579702"/>
        <a:ext cx="1389705" cy="12022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HexagonRadial">
  <dgm:title val="Hexagon Radial"/>
  <dgm:desc val="Use to show a sequential process that relates to a central idea or theme. Limited to six Level 2 shapes. Works best with small amounts of text. Unused text does not appear, but remains available if you switch layouts."/>
  <dgm:catLst>
    <dgm:cat type="cycle" pri="8500"/>
    <dgm:cat type="officeonline" pri="9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l" for="ch" forName="Accent1" refType="w" fact="0.168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l" for="ch" forName="Parent" refType="w" fact="0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6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2" refType="w" fact="0.6413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Parent" refType="w" fact="0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l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7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3" refType="w" fact="0.4573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l" for="ch" forName="Accent2" refType="w" fact="0.6413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3" refType="w" fact="0.0554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l" for="ch" forName="Parent" refType="w" fact="0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l" for="ch" forName="Child2" refType="w" fact="0.5073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8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4" refType="w" fact="0.4573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l" for="ch" forName="Accent3" refType="w" fact="0.6413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l" for="ch" forName="Accent2" refType="w" fact="0.376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0554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l" for="ch" forName="Parent" refType="w" fact="0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l" for="ch" forName="Child2" refType="w" fact="0.5073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l" for="ch" forName="Child3" refType="w" fact="0.5073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l" for="ch" forName="Child1" refType="w" fact="0.0554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9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0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l" for="ch" forName="Accent6" refType="w" fact="0.0934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6" refType="w" fact="0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if>
      <dgm:else name="Name11">
        <dgm:choose name="Name12">
          <dgm:if name="Name13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4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r" for="ch" forName="Accent1" refType="w" fact="0.831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r" for="ch" forName="Parent" refType="w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15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2" refType="w" fact="0.3587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Parent" refType="w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r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16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3" refType="w" fact="0.5427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r" for="ch" forName="Accent2" refType="w" fact="0.3587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3" refType="w" fact="0.9446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r" for="ch" forName="Parent" refType="w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r" for="ch" forName="Child2" refType="w" fact="0.4927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17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4" refType="w" fact="0.5427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r" for="ch" forName="Accent3" refType="w" fact="0.3587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r" for="ch" forName="Accent2" refType="w" fact="0.623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9446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r" for="ch" forName="Parent" refType="w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r" for="ch" forName="Child2" refType="w" fact="0.4927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r" for="ch" forName="Child3" refType="w" fact="0.4927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r" for="ch" forName="Child1" refType="w" fact="0.9446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18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9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r" for="ch" forName="Accent6" refType="w" fact="0.9066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6" refType="w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else>
    </dgm:choose>
    <dgm:forEach name="wrapper" axis="self" ptType="parTrans">
      <dgm:forEach name="accentRepeat" axis="self">
        <dgm:layoutNode name="Accent" styleLbl="bgShp">
          <dgm:alg type="sp"/>
          <dgm:shape xmlns:r="http://schemas.openxmlformats.org/officeDocument/2006/relationships" type="hexagon" r:blip="" zOrderOff="-2">
            <dgm:adjLst>
              <dgm:adj idx="1" val="0.289"/>
              <dgm:adj idx="2" val="1.1547"/>
            </dgm:adjLst>
          </dgm:shape>
          <dgm:presOf/>
        </dgm:layoutNode>
      </dgm:forEach>
    </dgm:forEach>
    <dgm:forEach name="Name20" axis="ch" ptType="node" cnt="1">
      <dgm:layoutNode name="Parent" styleLbl="node0">
        <dgm:varLst>
          <dgm:chMax val="6"/>
          <dgm:chPref val="6"/>
        </dgm:varLst>
        <dgm:alg type="tx"/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 ch" ptType="node node" st="1 1" cnt="1 1">
      <dgm:layoutNode name="Accent1">
        <dgm:alg type="sp"/>
        <dgm:shape xmlns:r="http://schemas.openxmlformats.org/officeDocument/2006/relationships" r:blip="" zOrderOff="-2">
          <dgm:adjLst/>
        </dgm:shape>
        <dgm:presOf/>
        <dgm:constrLst/>
        <dgm:forEach name="Name22" ref="accentRepeat"/>
      </dgm:layoutNode>
      <dgm:layoutNode name="Child1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 ch" ptType="node node" st="1 2" cnt="1 1">
      <dgm:layoutNode name="Accent2">
        <dgm:alg type="sp"/>
        <dgm:shape xmlns:r="http://schemas.openxmlformats.org/officeDocument/2006/relationships" r:blip="" zOrderOff="-2">
          <dgm:adjLst/>
        </dgm:shape>
        <dgm:presOf/>
        <dgm:constrLst/>
        <dgm:forEach name="Name24" ref="accentRepeat"/>
      </dgm:layoutNode>
      <dgm:layoutNode name="Child2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 ch" ptType="node node" st="1 3" cnt="1 1">
      <dgm:layoutNode name="Accent3">
        <dgm:alg type="sp"/>
        <dgm:shape xmlns:r="http://schemas.openxmlformats.org/officeDocument/2006/relationships" r:blip="" zOrderOff="-2">
          <dgm:adjLst/>
        </dgm:shape>
        <dgm:presOf/>
        <dgm:constrLst/>
        <dgm:forEach name="Name26" ref="accentRepeat"/>
      </dgm:layoutNode>
      <dgm:layoutNode name="Child3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 ch" ptType="node node" st="1 4" cnt="1 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  <dgm:layoutNode name="Child4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9" axis="ch ch" ptType="node node" st="1 5" cnt="1 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5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1" axis="ch ch" ptType="node node" st="1 6" cnt="1 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32" ref="accentRepeat"/>
      </dgm:layoutNode>
      <dgm:layoutNode name="Child6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47BC3-1379-4831-96D9-EE86E40202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6A0284-7E3E-7919-0D1F-4E06804A59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C93C9-37A9-18F5-97BC-32667F7D3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2A476-BC74-40FE-BEC1-5B81EE109BC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79B09A-12EA-A963-CE2B-D942F864E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5B9815-1703-6640-1E19-32001506F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D06C8-55A7-4891-AC31-848446D64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270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43B39-4C6E-C893-4C2B-54D532804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B139AF-8194-1FF7-F234-DD49991E01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E51813-181E-E287-901A-91934DD6B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2A476-BC74-40FE-BEC1-5B81EE109BC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53F87B-8282-D9A0-0876-29EBD7C13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646A29-9EFC-4A4E-DA6A-031267497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D06C8-55A7-4891-AC31-848446D64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551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CDDD0-18E2-9325-32BC-F0DE95AEA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C41FA6-3A4F-7368-EFEA-FBBC47CB8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7322B5-8673-7DB2-C1D0-E91341629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2A476-BC74-40FE-BEC1-5B81EE109BC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BB9D7C-C629-A23C-ECE1-2C6024D57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4CC70B-717C-AB82-01C5-C5BC113D7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D06C8-55A7-4891-AC31-848446D64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858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6B675-9696-9A3A-01A4-7747C040A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C0E9F-2755-3251-4062-6B1E7918B7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B05F66-C7CB-E17D-174E-C65A646EA1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1083AC-DA00-622F-CE3B-9463F159C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2A476-BC74-40FE-BEC1-5B81EE109BC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D312E5-912B-3750-80F0-F34755E52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6604D9-3DF4-D3E8-8EF4-2F6906EB0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D06C8-55A7-4891-AC31-848446D64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449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9A0A1-2B31-57BF-38AB-048DEF94B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02D883-215D-1649-8D07-DD520FA35F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C982B8-A416-1CE3-F359-B9C794D75A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44B865-C091-D604-6852-F90A13B9C2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7418D4-754C-D1DF-434B-3CBE6B6226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D08882-326E-8936-234F-D701D2552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2A476-BC74-40FE-BEC1-5B81EE109BC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CDEA18-83AA-F952-E4DD-F1BFDEC15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1811D5-64AB-B277-7A11-65176F0B9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D06C8-55A7-4891-AC31-848446D64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963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4546C-1867-A038-F685-C06C432EA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8C9F96-556D-7B3A-4AC6-4E4F7D6BE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2A476-BC74-40FE-BEC1-5B81EE109BC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C8D95F-DCC7-370D-AD52-18DF6A8C5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41BEA3-C419-5243-E07E-1F5E7C19E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D06C8-55A7-4891-AC31-848446D64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351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76F391-6A4C-A228-A6D5-0A59A8497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2A476-BC74-40FE-BEC1-5B81EE109BC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F99B25-0380-6866-D8D0-31211FCE0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3660D2-1C5A-0CCE-57D5-F22C8DCCC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D06C8-55A7-4891-AC31-848446D64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261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83DB0-D7C8-00A6-AD04-AF63A7807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598260-D664-F6AE-997B-345ECD459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3CC9A9-36A0-E1DA-21FC-E47616B158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E32573-A929-D3D9-7104-A7E142DF7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2A476-BC74-40FE-BEC1-5B81EE109BC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5EFC39-954E-A820-8B96-AD3191C88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4D2FF2-2365-A4F8-9358-65CD0A605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D06C8-55A7-4891-AC31-848446D64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494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395F1-F7B1-3D9A-6335-4056160B1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ACFFE2-0372-0E63-4587-31166C929C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6F38A4-60E2-79A6-B73D-87A32CF145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71EF8D-38B6-F7F6-CEF8-E27689AD8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2A476-BC74-40FE-BEC1-5B81EE109BC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E0530A-64BE-4DF8-1546-77061B5F8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A8F93C-221F-8338-571F-894D88E5C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D06C8-55A7-4891-AC31-848446D64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92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3BFBF-4549-A481-9A2B-329E5479A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B8A4B5-0FA1-58E9-63A5-D42EC41935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E89ABE-27A6-5521-7B15-D100C8D19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2A476-BC74-40FE-BEC1-5B81EE109BC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123BB-EFE0-2237-1058-183D41CDB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387413-41A3-2FF3-9405-BF91277D3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D06C8-55A7-4891-AC31-848446D64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314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1B053D-B156-7421-AFDE-50A145840C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9968F3-858E-D188-BB4D-D7DA4C21F8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DDB3E9-D272-49F5-E0CA-9C2A6BAF5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2A476-BC74-40FE-BEC1-5B81EE109BC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727B9-9083-3FF7-9457-519198E43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1F6BB-F38E-1275-CA9A-9E36A4C5A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D06C8-55A7-4891-AC31-848446D64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911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1C7081-423C-D4EC-3A03-F76EBDB85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32AD19-FFCB-C1ED-F423-CD01AFB141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E8DF6D-DA7D-260C-FC7C-2C00E8FA94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A2A476-BC74-40FE-BEC1-5B81EE109BC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D6389F-8312-C7EE-9E7B-A89A30975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44F1F8-E15B-4DA9-4868-BC1D01E286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FD06C8-55A7-4891-AC31-848446D64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674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1752A685-A85F-A836-F252-036F5A2E89B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34259253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48793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2026-09-06T08:14:12Z</dcterms:created>
  <dcterms:modified xsi:type="dcterms:W3CDTF">2026-09-06T08:14:13Z</dcterms:modified>
</cp:coreProperties>
</file>