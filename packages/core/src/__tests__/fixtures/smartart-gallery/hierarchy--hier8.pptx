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3D105E-88EB-4690-824F-4EC2437C74A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B69671-EE39-4F36-B5F2-A8929989C4EC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C8AC523E-6D2D-4891-8872-DACD2A023D5F}" type="parTrans" cxnId="{EE718FBB-3ECD-4546-A9FA-7005C9E0321B}">
      <dgm:prSet/>
      <dgm:spPr/>
    </dgm:pt>
    <dgm:pt modelId="{77C54ADE-1CD6-4160-9D8D-4E9592B4352C}" type="sibTrans" cxnId="{EE718FBB-3ECD-4546-A9FA-7005C9E0321B}">
      <dgm:prSet/>
      <dgm:spPr/>
    </dgm:pt>
    <dgm:pt modelId="{4301C911-568A-4FDC-9C86-81417D0A817C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EDB14A3C-D214-4470-B209-E3E1A99762E3}" type="parTrans" cxnId="{2DB6E240-7BEE-4CA2-AE44-30DF3F4501E1}">
      <dgm:prSet/>
      <dgm:spPr/>
    </dgm:pt>
    <dgm:pt modelId="{24B41B71-83AD-43C5-9AB1-32B15E93EE2E}" type="sibTrans" cxnId="{2DB6E240-7BEE-4CA2-AE44-30DF3F4501E1}">
      <dgm:prSet/>
      <dgm:spPr/>
    </dgm:pt>
    <dgm:pt modelId="{ADE2202E-D83F-4E34-BDF1-2BFC9972C73E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6F67C602-309A-4D96-9716-9AD09F053A23}" type="parTrans" cxnId="{D123CA40-11AA-4F35-BA6C-77A96AFB075E}">
      <dgm:prSet/>
      <dgm:spPr/>
    </dgm:pt>
    <dgm:pt modelId="{10C0FA3B-2DDA-411B-A333-2B3A63250C5D}" type="sibTrans" cxnId="{D123CA40-11AA-4F35-BA6C-77A96AFB075E}">
      <dgm:prSet/>
      <dgm:spPr/>
    </dgm:pt>
    <dgm:pt modelId="{15A430AA-5EE9-450E-AFCD-AC0E2EC6E594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2A13AEBD-82F9-4AF3-A93C-4AE57E0E7A2E}" type="parTrans" cxnId="{38F20346-1836-438E-AACB-A09A407F437B}">
      <dgm:prSet/>
      <dgm:spPr/>
    </dgm:pt>
    <dgm:pt modelId="{3967361D-4373-4CD5-9E40-D480C8A84046}" type="sibTrans" cxnId="{38F20346-1836-438E-AACB-A09A407F437B}">
      <dgm:prSet/>
      <dgm:spPr/>
    </dgm:pt>
    <dgm:pt modelId="{5E405BA5-590D-4F9B-8109-63ECBFDED33F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2BB5BEC3-3CEA-40BA-B757-AB6C7E8304BA}" type="parTrans" cxnId="{56C4B287-BE23-4BC4-9C24-6774E7FCA01E}">
      <dgm:prSet/>
      <dgm:spPr/>
    </dgm:pt>
    <dgm:pt modelId="{B3869C48-4AC5-4F22-A7F1-79000AE4E4B2}" type="sibTrans" cxnId="{56C4B287-BE23-4BC4-9C24-6774E7FCA01E}">
      <dgm:prSet/>
      <dgm:spPr/>
    </dgm:pt>
    <dgm:pt modelId="{A5D60F45-640B-4205-878F-4BFCF6891703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8AD089D8-E554-46FF-9EEE-8EB32C661894}" type="parTrans" cxnId="{359FF9F7-2BFB-4AA9-8EFF-150248874758}">
      <dgm:prSet/>
      <dgm:spPr/>
    </dgm:pt>
    <dgm:pt modelId="{9559543C-5DD9-424D-87B8-BDF4EEC19264}" type="sibTrans" cxnId="{359FF9F7-2BFB-4AA9-8EFF-150248874758}">
      <dgm:prSet/>
      <dgm:spPr/>
    </dgm:pt>
    <dgm:pt modelId="{9F990C9B-69A2-4713-B325-7D6FDDCA8AFA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62FA195C-907D-4EFE-95F1-EC2E5742475E}" type="parTrans" cxnId="{AA8319AF-8349-46F7-A95F-98D50BD3F47D}">
      <dgm:prSet/>
      <dgm:spPr/>
    </dgm:pt>
    <dgm:pt modelId="{6D51E823-446A-4D3C-A1C9-5980F0ED44F6}" type="sibTrans" cxnId="{AA8319AF-8349-46F7-A95F-98D50BD3F47D}">
      <dgm:prSet/>
      <dgm:spPr/>
    </dgm:pt>
    <dgm:pt modelId="{451A39FA-53F5-4850-AD98-E4A17D63A8E6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C7942F51-4A60-4145-9945-473A6DC27CAA}" type="parTrans" cxnId="{91A0838A-C352-487C-BC81-DFF0DBDA2725}">
      <dgm:prSet/>
      <dgm:spPr/>
    </dgm:pt>
    <dgm:pt modelId="{7019EDBD-FB1C-4433-9752-9B777B57E948}" type="sibTrans" cxnId="{91A0838A-C352-487C-BC81-DFF0DBDA2725}">
      <dgm:prSet/>
      <dgm:spPr/>
    </dgm:pt>
    <dgm:pt modelId="{6E4B34B7-0D7C-4DD3-8141-37E8D560C62E}" type="pres">
      <dgm:prSet presAssocID="{703D105E-88EB-4690-824F-4EC2437C74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32A7D3F-1D52-4AFA-BB0A-E4B0D176F35F}" type="pres">
      <dgm:prSet presAssocID="{CCB69671-EE39-4F36-B5F2-A8929989C4EC}" presName="hierRoot1" presStyleCnt="0"/>
      <dgm:spPr/>
    </dgm:pt>
    <dgm:pt modelId="{010E328E-E538-4423-B4F6-2A13FC5FDB61}" type="pres">
      <dgm:prSet presAssocID="{CCB69671-EE39-4F36-B5F2-A8929989C4EC}" presName="composite" presStyleCnt="0"/>
      <dgm:spPr/>
    </dgm:pt>
    <dgm:pt modelId="{820CD36D-8EC0-4AA8-8249-B72E8A5BB1F4}" type="pres">
      <dgm:prSet presAssocID="{CCB69671-EE39-4F36-B5F2-A8929989C4EC}" presName="background" presStyleLbl="node0" presStyleIdx="0" presStyleCnt="1"/>
      <dgm:spPr/>
    </dgm:pt>
    <dgm:pt modelId="{00ABA769-5B0F-4C4F-A317-933AB25B03D7}" type="pres">
      <dgm:prSet presAssocID="{CCB69671-EE39-4F36-B5F2-A8929989C4EC}" presName="text" presStyleLbl="fgAcc0" presStyleIdx="0" presStyleCnt="1">
        <dgm:presLayoutVars>
          <dgm:chPref val="3"/>
        </dgm:presLayoutVars>
      </dgm:prSet>
      <dgm:spPr/>
    </dgm:pt>
    <dgm:pt modelId="{B6BD9536-CFC8-499C-8B33-5319C144F117}" type="pres">
      <dgm:prSet presAssocID="{CCB69671-EE39-4F36-B5F2-A8929989C4EC}" presName="hierChild2" presStyleCnt="0"/>
      <dgm:spPr/>
    </dgm:pt>
    <dgm:pt modelId="{C5F77D5B-E15C-40CB-99CA-8D7DA2CE77DE}" type="pres">
      <dgm:prSet presAssocID="{EDB14A3C-D214-4470-B209-E3E1A99762E3}" presName="Name10" presStyleLbl="parChTrans1D2" presStyleIdx="0" presStyleCnt="1"/>
      <dgm:spPr/>
    </dgm:pt>
    <dgm:pt modelId="{9BEF86D2-23BD-4893-ADFB-651E4F45C374}" type="pres">
      <dgm:prSet presAssocID="{4301C911-568A-4FDC-9C86-81417D0A817C}" presName="hierRoot2" presStyleCnt="0"/>
      <dgm:spPr/>
    </dgm:pt>
    <dgm:pt modelId="{91BD7988-1462-4D03-87FF-0CD11B9152DF}" type="pres">
      <dgm:prSet presAssocID="{4301C911-568A-4FDC-9C86-81417D0A817C}" presName="composite2" presStyleCnt="0"/>
      <dgm:spPr/>
    </dgm:pt>
    <dgm:pt modelId="{7648F118-AA74-45CC-9F55-0E0EA3260901}" type="pres">
      <dgm:prSet presAssocID="{4301C911-568A-4FDC-9C86-81417D0A817C}" presName="background2" presStyleLbl="node2" presStyleIdx="0" presStyleCnt="1"/>
      <dgm:spPr/>
    </dgm:pt>
    <dgm:pt modelId="{55010E42-03C9-4C52-A8EB-E659C87F1C55}" type="pres">
      <dgm:prSet presAssocID="{4301C911-568A-4FDC-9C86-81417D0A817C}" presName="text2" presStyleLbl="fgAcc2" presStyleIdx="0" presStyleCnt="1">
        <dgm:presLayoutVars>
          <dgm:chPref val="3"/>
        </dgm:presLayoutVars>
      </dgm:prSet>
      <dgm:spPr/>
    </dgm:pt>
    <dgm:pt modelId="{967EA542-E9FA-4AD6-A9A7-1656E4617F34}" type="pres">
      <dgm:prSet presAssocID="{4301C911-568A-4FDC-9C86-81417D0A817C}" presName="hierChild3" presStyleCnt="0"/>
      <dgm:spPr/>
    </dgm:pt>
    <dgm:pt modelId="{8728A0FA-D8C5-4815-9ECB-B6F2E90B5492}" type="pres">
      <dgm:prSet presAssocID="{2BB5BEC3-3CEA-40BA-B757-AB6C7E8304BA}" presName="Name17" presStyleLbl="parChTrans1D3" presStyleIdx="0" presStyleCnt="5"/>
      <dgm:spPr/>
    </dgm:pt>
    <dgm:pt modelId="{7FD302AB-6077-4836-A95F-509ACB159B02}" type="pres">
      <dgm:prSet presAssocID="{5E405BA5-590D-4F9B-8109-63ECBFDED33F}" presName="hierRoot3" presStyleCnt="0"/>
      <dgm:spPr/>
    </dgm:pt>
    <dgm:pt modelId="{80F0D67A-A507-42FE-A2C2-929E0AE50961}" type="pres">
      <dgm:prSet presAssocID="{5E405BA5-590D-4F9B-8109-63ECBFDED33F}" presName="composite3" presStyleCnt="0"/>
      <dgm:spPr/>
    </dgm:pt>
    <dgm:pt modelId="{AE5E49F4-F3C1-45A6-B65D-C7740CDE54DB}" type="pres">
      <dgm:prSet presAssocID="{5E405BA5-590D-4F9B-8109-63ECBFDED33F}" presName="background3" presStyleLbl="node3" presStyleIdx="0" presStyleCnt="5"/>
      <dgm:spPr/>
    </dgm:pt>
    <dgm:pt modelId="{CD8353CE-463B-491C-8500-24A9F35056D0}" type="pres">
      <dgm:prSet presAssocID="{5E405BA5-590D-4F9B-8109-63ECBFDED33F}" presName="text3" presStyleLbl="fgAcc3" presStyleIdx="0" presStyleCnt="5">
        <dgm:presLayoutVars>
          <dgm:chPref val="3"/>
        </dgm:presLayoutVars>
      </dgm:prSet>
      <dgm:spPr/>
    </dgm:pt>
    <dgm:pt modelId="{5CE870C5-EA5F-433C-B571-D9085DA3BB6B}" type="pres">
      <dgm:prSet presAssocID="{5E405BA5-590D-4F9B-8109-63ECBFDED33F}" presName="hierChild4" presStyleCnt="0"/>
      <dgm:spPr/>
    </dgm:pt>
    <dgm:pt modelId="{0F259B11-C76E-4FC1-9013-0F77C8847565}" type="pres">
      <dgm:prSet presAssocID="{8AD089D8-E554-46FF-9EEE-8EB32C661894}" presName="Name17" presStyleLbl="parChTrans1D3" presStyleIdx="1" presStyleCnt="5"/>
      <dgm:spPr/>
    </dgm:pt>
    <dgm:pt modelId="{C1CE8F0F-E70E-47BE-99DC-68B5211FC018}" type="pres">
      <dgm:prSet presAssocID="{A5D60F45-640B-4205-878F-4BFCF6891703}" presName="hierRoot3" presStyleCnt="0"/>
      <dgm:spPr/>
    </dgm:pt>
    <dgm:pt modelId="{0A9E3978-F68F-4D40-8466-BD9477DC5E09}" type="pres">
      <dgm:prSet presAssocID="{A5D60F45-640B-4205-878F-4BFCF6891703}" presName="composite3" presStyleCnt="0"/>
      <dgm:spPr/>
    </dgm:pt>
    <dgm:pt modelId="{C7B08A12-8576-4D17-A5E7-17EF8B7B12BF}" type="pres">
      <dgm:prSet presAssocID="{A5D60F45-640B-4205-878F-4BFCF6891703}" presName="background3" presStyleLbl="node3" presStyleIdx="1" presStyleCnt="5"/>
      <dgm:spPr/>
    </dgm:pt>
    <dgm:pt modelId="{E54C8A5D-4F15-42CA-B3D7-818CD5AD6004}" type="pres">
      <dgm:prSet presAssocID="{A5D60F45-640B-4205-878F-4BFCF6891703}" presName="text3" presStyleLbl="fgAcc3" presStyleIdx="1" presStyleCnt="5">
        <dgm:presLayoutVars>
          <dgm:chPref val="3"/>
        </dgm:presLayoutVars>
      </dgm:prSet>
      <dgm:spPr/>
    </dgm:pt>
    <dgm:pt modelId="{4513AC70-227B-47BA-B97B-71875684C240}" type="pres">
      <dgm:prSet presAssocID="{A5D60F45-640B-4205-878F-4BFCF6891703}" presName="hierChild4" presStyleCnt="0"/>
      <dgm:spPr/>
    </dgm:pt>
    <dgm:pt modelId="{FDEB1F8E-AF42-4727-8A6D-D267FFDACDB1}" type="pres">
      <dgm:prSet presAssocID="{62FA195C-907D-4EFE-95F1-EC2E5742475E}" presName="Name23" presStyleLbl="parChTrans1D4" presStyleIdx="0" presStyleCnt="1"/>
      <dgm:spPr/>
    </dgm:pt>
    <dgm:pt modelId="{A143F6E9-5003-46F5-A0BA-2C5285664623}" type="pres">
      <dgm:prSet presAssocID="{9F990C9B-69A2-4713-B325-7D6FDDCA8AFA}" presName="hierRoot4" presStyleCnt="0"/>
      <dgm:spPr/>
    </dgm:pt>
    <dgm:pt modelId="{5017F4A5-4DAC-4940-A67A-9D56521BF908}" type="pres">
      <dgm:prSet presAssocID="{9F990C9B-69A2-4713-B325-7D6FDDCA8AFA}" presName="composite4" presStyleCnt="0"/>
      <dgm:spPr/>
    </dgm:pt>
    <dgm:pt modelId="{7F8BE227-9B4C-4F4D-85D0-88AEB1554E68}" type="pres">
      <dgm:prSet presAssocID="{9F990C9B-69A2-4713-B325-7D6FDDCA8AFA}" presName="background4" presStyleLbl="node4" presStyleIdx="0" presStyleCnt="1"/>
      <dgm:spPr/>
    </dgm:pt>
    <dgm:pt modelId="{92B82C3C-53AF-49F0-A2DF-28BD98B328A6}" type="pres">
      <dgm:prSet presAssocID="{9F990C9B-69A2-4713-B325-7D6FDDCA8AFA}" presName="text4" presStyleLbl="fgAcc4" presStyleIdx="0" presStyleCnt="1">
        <dgm:presLayoutVars>
          <dgm:chPref val="3"/>
        </dgm:presLayoutVars>
      </dgm:prSet>
      <dgm:spPr/>
    </dgm:pt>
    <dgm:pt modelId="{3A2EE06C-ADE6-4099-9D54-B15F5D7D9103}" type="pres">
      <dgm:prSet presAssocID="{9F990C9B-69A2-4713-B325-7D6FDDCA8AFA}" presName="hierChild5" presStyleCnt="0"/>
      <dgm:spPr/>
    </dgm:pt>
    <dgm:pt modelId="{87F562D2-7F5F-4901-902E-F3AF6E785ACE}" type="pres">
      <dgm:prSet presAssocID="{6F67C602-309A-4D96-9716-9AD09F053A23}" presName="Name17" presStyleLbl="parChTrans1D3" presStyleIdx="2" presStyleCnt="5"/>
      <dgm:spPr/>
    </dgm:pt>
    <dgm:pt modelId="{4B809F39-E2D7-449A-A1BF-55470A7B9222}" type="pres">
      <dgm:prSet presAssocID="{ADE2202E-D83F-4E34-BDF1-2BFC9972C73E}" presName="hierRoot3" presStyleCnt="0"/>
      <dgm:spPr/>
    </dgm:pt>
    <dgm:pt modelId="{4FC2E874-3A11-4792-A176-D7637CEBCE3E}" type="pres">
      <dgm:prSet presAssocID="{ADE2202E-D83F-4E34-BDF1-2BFC9972C73E}" presName="composite3" presStyleCnt="0"/>
      <dgm:spPr/>
    </dgm:pt>
    <dgm:pt modelId="{60564600-48EF-482C-9402-80D2D8BF5B5F}" type="pres">
      <dgm:prSet presAssocID="{ADE2202E-D83F-4E34-BDF1-2BFC9972C73E}" presName="background3" presStyleLbl="node3" presStyleIdx="2" presStyleCnt="5"/>
      <dgm:spPr/>
    </dgm:pt>
    <dgm:pt modelId="{6ED96812-D718-4DB3-825E-F1BA3122C4B5}" type="pres">
      <dgm:prSet presAssocID="{ADE2202E-D83F-4E34-BDF1-2BFC9972C73E}" presName="text3" presStyleLbl="fgAcc3" presStyleIdx="2" presStyleCnt="5">
        <dgm:presLayoutVars>
          <dgm:chPref val="3"/>
        </dgm:presLayoutVars>
      </dgm:prSet>
      <dgm:spPr/>
    </dgm:pt>
    <dgm:pt modelId="{2B717665-2B68-4DC4-BCC4-38696AF01BA3}" type="pres">
      <dgm:prSet presAssocID="{ADE2202E-D83F-4E34-BDF1-2BFC9972C73E}" presName="hierChild4" presStyleCnt="0"/>
      <dgm:spPr/>
    </dgm:pt>
    <dgm:pt modelId="{50A64DE3-469E-4E01-B9E9-52A29EE0A502}" type="pres">
      <dgm:prSet presAssocID="{C7942F51-4A60-4145-9945-473A6DC27CAA}" presName="Name17" presStyleLbl="parChTrans1D3" presStyleIdx="3" presStyleCnt="5"/>
      <dgm:spPr/>
    </dgm:pt>
    <dgm:pt modelId="{4E743D9B-1F48-41DF-83BD-5FFE03DC017B}" type="pres">
      <dgm:prSet presAssocID="{451A39FA-53F5-4850-AD98-E4A17D63A8E6}" presName="hierRoot3" presStyleCnt="0"/>
      <dgm:spPr/>
    </dgm:pt>
    <dgm:pt modelId="{6D35C9E6-89CE-47E8-8E29-9554FED90ABF}" type="pres">
      <dgm:prSet presAssocID="{451A39FA-53F5-4850-AD98-E4A17D63A8E6}" presName="composite3" presStyleCnt="0"/>
      <dgm:spPr/>
    </dgm:pt>
    <dgm:pt modelId="{A22D5CB7-DE09-434D-BCD1-3978B7BBD198}" type="pres">
      <dgm:prSet presAssocID="{451A39FA-53F5-4850-AD98-E4A17D63A8E6}" presName="background3" presStyleLbl="node3" presStyleIdx="3" presStyleCnt="5"/>
      <dgm:spPr/>
    </dgm:pt>
    <dgm:pt modelId="{FB1E2A52-D9B2-4CEF-A5D4-340B04B6440E}" type="pres">
      <dgm:prSet presAssocID="{451A39FA-53F5-4850-AD98-E4A17D63A8E6}" presName="text3" presStyleLbl="fgAcc3" presStyleIdx="3" presStyleCnt="5">
        <dgm:presLayoutVars>
          <dgm:chPref val="3"/>
        </dgm:presLayoutVars>
      </dgm:prSet>
      <dgm:spPr/>
    </dgm:pt>
    <dgm:pt modelId="{F276C93A-9B62-4BB9-8287-B1C7E77D173A}" type="pres">
      <dgm:prSet presAssocID="{451A39FA-53F5-4850-AD98-E4A17D63A8E6}" presName="hierChild4" presStyleCnt="0"/>
      <dgm:spPr/>
    </dgm:pt>
    <dgm:pt modelId="{E70F2F1C-277A-4715-8F03-459CA538EB68}" type="pres">
      <dgm:prSet presAssocID="{2A13AEBD-82F9-4AF3-A93C-4AE57E0E7A2E}" presName="Name17" presStyleLbl="parChTrans1D3" presStyleIdx="4" presStyleCnt="5"/>
      <dgm:spPr/>
    </dgm:pt>
    <dgm:pt modelId="{95D977EE-A211-4A89-AF04-376001601E13}" type="pres">
      <dgm:prSet presAssocID="{15A430AA-5EE9-450E-AFCD-AC0E2EC6E594}" presName="hierRoot3" presStyleCnt="0"/>
      <dgm:spPr/>
    </dgm:pt>
    <dgm:pt modelId="{E80D3020-BFE8-493C-98EF-2B5453088C35}" type="pres">
      <dgm:prSet presAssocID="{15A430AA-5EE9-450E-AFCD-AC0E2EC6E594}" presName="composite3" presStyleCnt="0"/>
      <dgm:spPr/>
    </dgm:pt>
    <dgm:pt modelId="{BF6888D3-B49B-4DF8-B2D1-F86DD4386E16}" type="pres">
      <dgm:prSet presAssocID="{15A430AA-5EE9-450E-AFCD-AC0E2EC6E594}" presName="background3" presStyleLbl="node3" presStyleIdx="4" presStyleCnt="5"/>
      <dgm:spPr/>
    </dgm:pt>
    <dgm:pt modelId="{D47C2ED1-24CF-4507-8A33-3905B2339AAE}" type="pres">
      <dgm:prSet presAssocID="{15A430AA-5EE9-450E-AFCD-AC0E2EC6E594}" presName="text3" presStyleLbl="fgAcc3" presStyleIdx="4" presStyleCnt="5">
        <dgm:presLayoutVars>
          <dgm:chPref val="3"/>
        </dgm:presLayoutVars>
      </dgm:prSet>
      <dgm:spPr/>
    </dgm:pt>
    <dgm:pt modelId="{0BAAA7DB-45D2-4B1D-AB5F-EFFE5D9D9B0A}" type="pres">
      <dgm:prSet presAssocID="{15A430AA-5EE9-450E-AFCD-AC0E2EC6E594}" presName="hierChild4" presStyleCnt="0"/>
      <dgm:spPr/>
    </dgm:pt>
  </dgm:ptLst>
  <dgm:cxnLst>
    <dgm:cxn modelId="{C7F92A10-2E98-444F-A65C-7DB4F315126F}" type="presOf" srcId="{703D105E-88EB-4690-824F-4EC2437C74A3}" destId="{6E4B34B7-0D7C-4DD3-8141-37E8D560C62E}" srcOrd="0" destOrd="0" presId="urn:microsoft.com/office/officeart/2005/8/layout/hierarchy1"/>
    <dgm:cxn modelId="{513BD91E-93FF-4ADE-BE85-A6CF0FEE4183}" type="presOf" srcId="{4301C911-568A-4FDC-9C86-81417D0A817C}" destId="{55010E42-03C9-4C52-A8EB-E659C87F1C55}" srcOrd="0" destOrd="0" presId="urn:microsoft.com/office/officeart/2005/8/layout/hierarchy1"/>
    <dgm:cxn modelId="{AD63F61E-253E-4610-B22B-77FC8B37077F}" type="presOf" srcId="{5E405BA5-590D-4F9B-8109-63ECBFDED33F}" destId="{CD8353CE-463B-491C-8500-24A9F35056D0}" srcOrd="0" destOrd="0" presId="urn:microsoft.com/office/officeart/2005/8/layout/hierarchy1"/>
    <dgm:cxn modelId="{BA048324-2832-4E18-8E2E-20106BB28134}" type="presOf" srcId="{CCB69671-EE39-4F36-B5F2-A8929989C4EC}" destId="{00ABA769-5B0F-4C4F-A317-933AB25B03D7}" srcOrd="0" destOrd="0" presId="urn:microsoft.com/office/officeart/2005/8/layout/hierarchy1"/>
    <dgm:cxn modelId="{D123CA40-11AA-4F35-BA6C-77A96AFB075E}" srcId="{4301C911-568A-4FDC-9C86-81417D0A817C}" destId="{ADE2202E-D83F-4E34-BDF1-2BFC9972C73E}" srcOrd="2" destOrd="0" parTransId="{6F67C602-309A-4D96-9716-9AD09F053A23}" sibTransId="{10C0FA3B-2DDA-411B-A333-2B3A63250C5D}"/>
    <dgm:cxn modelId="{2DB6E240-7BEE-4CA2-AE44-30DF3F4501E1}" srcId="{CCB69671-EE39-4F36-B5F2-A8929989C4EC}" destId="{4301C911-568A-4FDC-9C86-81417D0A817C}" srcOrd="0" destOrd="0" parTransId="{EDB14A3C-D214-4470-B209-E3E1A99762E3}" sibTransId="{24B41B71-83AD-43C5-9AB1-32B15E93EE2E}"/>
    <dgm:cxn modelId="{38F20346-1836-438E-AACB-A09A407F437B}" srcId="{4301C911-568A-4FDC-9C86-81417D0A817C}" destId="{15A430AA-5EE9-450E-AFCD-AC0E2EC6E594}" srcOrd="4" destOrd="0" parTransId="{2A13AEBD-82F9-4AF3-A93C-4AE57E0E7A2E}" sibTransId="{3967361D-4373-4CD5-9E40-D480C8A84046}"/>
    <dgm:cxn modelId="{E2F7626E-1B9F-4B31-A26B-C3E787D5A7FA}" type="presOf" srcId="{8AD089D8-E554-46FF-9EEE-8EB32C661894}" destId="{0F259B11-C76E-4FC1-9013-0F77C8847565}" srcOrd="0" destOrd="0" presId="urn:microsoft.com/office/officeart/2005/8/layout/hierarchy1"/>
    <dgm:cxn modelId="{2D86E470-F5D9-44A6-BCF3-5DF6ABD9509C}" type="presOf" srcId="{EDB14A3C-D214-4470-B209-E3E1A99762E3}" destId="{C5F77D5B-E15C-40CB-99CA-8D7DA2CE77DE}" srcOrd="0" destOrd="0" presId="urn:microsoft.com/office/officeart/2005/8/layout/hierarchy1"/>
    <dgm:cxn modelId="{04EB6884-F830-4AF8-A5FB-E660B5A30655}" type="presOf" srcId="{2A13AEBD-82F9-4AF3-A93C-4AE57E0E7A2E}" destId="{E70F2F1C-277A-4715-8F03-459CA538EB68}" srcOrd="0" destOrd="0" presId="urn:microsoft.com/office/officeart/2005/8/layout/hierarchy1"/>
    <dgm:cxn modelId="{56C4B287-BE23-4BC4-9C24-6774E7FCA01E}" srcId="{4301C911-568A-4FDC-9C86-81417D0A817C}" destId="{5E405BA5-590D-4F9B-8109-63ECBFDED33F}" srcOrd="0" destOrd="0" parTransId="{2BB5BEC3-3CEA-40BA-B757-AB6C7E8304BA}" sibTransId="{B3869C48-4AC5-4F22-A7F1-79000AE4E4B2}"/>
    <dgm:cxn modelId="{91A0838A-C352-487C-BC81-DFF0DBDA2725}" srcId="{4301C911-568A-4FDC-9C86-81417D0A817C}" destId="{451A39FA-53F5-4850-AD98-E4A17D63A8E6}" srcOrd="3" destOrd="0" parTransId="{C7942F51-4A60-4145-9945-473A6DC27CAA}" sibTransId="{7019EDBD-FB1C-4433-9752-9B777B57E948}"/>
    <dgm:cxn modelId="{A12D578C-0A83-4CE8-86DB-B3D791BF93F6}" type="presOf" srcId="{451A39FA-53F5-4850-AD98-E4A17D63A8E6}" destId="{FB1E2A52-D9B2-4CEF-A5D4-340B04B6440E}" srcOrd="0" destOrd="0" presId="urn:microsoft.com/office/officeart/2005/8/layout/hierarchy1"/>
    <dgm:cxn modelId="{6DE22A9F-F5F8-4206-ACB2-3C6C3FBD4FC3}" type="presOf" srcId="{ADE2202E-D83F-4E34-BDF1-2BFC9972C73E}" destId="{6ED96812-D718-4DB3-825E-F1BA3122C4B5}" srcOrd="0" destOrd="0" presId="urn:microsoft.com/office/officeart/2005/8/layout/hierarchy1"/>
    <dgm:cxn modelId="{343495A8-9D48-4178-9496-B2A0EFF35D90}" type="presOf" srcId="{C7942F51-4A60-4145-9945-473A6DC27CAA}" destId="{50A64DE3-469E-4E01-B9E9-52A29EE0A502}" srcOrd="0" destOrd="0" presId="urn:microsoft.com/office/officeart/2005/8/layout/hierarchy1"/>
    <dgm:cxn modelId="{2CBF65AA-A946-463F-B8E5-5FE2361E4742}" type="presOf" srcId="{2BB5BEC3-3CEA-40BA-B757-AB6C7E8304BA}" destId="{8728A0FA-D8C5-4815-9ECB-B6F2E90B5492}" srcOrd="0" destOrd="0" presId="urn:microsoft.com/office/officeart/2005/8/layout/hierarchy1"/>
    <dgm:cxn modelId="{DB1125AB-32C8-41FE-B3B6-A71D639F80CC}" type="presOf" srcId="{9F990C9B-69A2-4713-B325-7D6FDDCA8AFA}" destId="{92B82C3C-53AF-49F0-A2DF-28BD98B328A6}" srcOrd="0" destOrd="0" presId="urn:microsoft.com/office/officeart/2005/8/layout/hierarchy1"/>
    <dgm:cxn modelId="{AA8319AF-8349-46F7-A95F-98D50BD3F47D}" srcId="{A5D60F45-640B-4205-878F-4BFCF6891703}" destId="{9F990C9B-69A2-4713-B325-7D6FDDCA8AFA}" srcOrd="0" destOrd="0" parTransId="{62FA195C-907D-4EFE-95F1-EC2E5742475E}" sibTransId="{6D51E823-446A-4D3C-A1C9-5980F0ED44F6}"/>
    <dgm:cxn modelId="{D1804FB2-DB4A-423D-BFEB-DE5B784CED6E}" type="presOf" srcId="{A5D60F45-640B-4205-878F-4BFCF6891703}" destId="{E54C8A5D-4F15-42CA-B3D7-818CD5AD6004}" srcOrd="0" destOrd="0" presId="urn:microsoft.com/office/officeart/2005/8/layout/hierarchy1"/>
    <dgm:cxn modelId="{14BE6EB4-EAA8-4F5D-8577-64ACA5A111DF}" type="presOf" srcId="{15A430AA-5EE9-450E-AFCD-AC0E2EC6E594}" destId="{D47C2ED1-24CF-4507-8A33-3905B2339AAE}" srcOrd="0" destOrd="0" presId="urn:microsoft.com/office/officeart/2005/8/layout/hierarchy1"/>
    <dgm:cxn modelId="{B56CAEB7-D383-4763-AE52-3FE3A0573A18}" type="presOf" srcId="{6F67C602-309A-4D96-9716-9AD09F053A23}" destId="{87F562D2-7F5F-4901-902E-F3AF6E785ACE}" srcOrd="0" destOrd="0" presId="urn:microsoft.com/office/officeart/2005/8/layout/hierarchy1"/>
    <dgm:cxn modelId="{864D28BB-6CE5-449F-B338-1FC6FFD974B6}" type="presOf" srcId="{62FA195C-907D-4EFE-95F1-EC2E5742475E}" destId="{FDEB1F8E-AF42-4727-8A6D-D267FFDACDB1}" srcOrd="0" destOrd="0" presId="urn:microsoft.com/office/officeart/2005/8/layout/hierarchy1"/>
    <dgm:cxn modelId="{EE718FBB-3ECD-4546-A9FA-7005C9E0321B}" srcId="{703D105E-88EB-4690-824F-4EC2437C74A3}" destId="{CCB69671-EE39-4F36-B5F2-A8929989C4EC}" srcOrd="0" destOrd="0" parTransId="{C8AC523E-6D2D-4891-8872-DACD2A023D5F}" sibTransId="{77C54ADE-1CD6-4160-9D8D-4E9592B4352C}"/>
    <dgm:cxn modelId="{359FF9F7-2BFB-4AA9-8EFF-150248874758}" srcId="{4301C911-568A-4FDC-9C86-81417D0A817C}" destId="{A5D60F45-640B-4205-878F-4BFCF6891703}" srcOrd="1" destOrd="0" parTransId="{8AD089D8-E554-46FF-9EEE-8EB32C661894}" sibTransId="{9559543C-5DD9-424D-87B8-BDF4EEC19264}"/>
    <dgm:cxn modelId="{CB753747-55EF-4C6A-A68A-2008C9FFDBBA}" type="presParOf" srcId="{6E4B34B7-0D7C-4DD3-8141-37E8D560C62E}" destId="{432A7D3F-1D52-4AFA-BB0A-E4B0D176F35F}" srcOrd="0" destOrd="0" presId="urn:microsoft.com/office/officeart/2005/8/layout/hierarchy1"/>
    <dgm:cxn modelId="{70F41FD2-FBA7-4B9A-A2BF-1717BF1EB034}" type="presParOf" srcId="{432A7D3F-1D52-4AFA-BB0A-E4B0D176F35F}" destId="{010E328E-E538-4423-B4F6-2A13FC5FDB61}" srcOrd="0" destOrd="0" presId="urn:microsoft.com/office/officeart/2005/8/layout/hierarchy1"/>
    <dgm:cxn modelId="{EFB22EE6-F9E9-4205-ABD2-63A757BC0AF8}" type="presParOf" srcId="{010E328E-E538-4423-B4F6-2A13FC5FDB61}" destId="{820CD36D-8EC0-4AA8-8249-B72E8A5BB1F4}" srcOrd="0" destOrd="0" presId="urn:microsoft.com/office/officeart/2005/8/layout/hierarchy1"/>
    <dgm:cxn modelId="{3D75931F-E6DB-4FE4-B2DA-90575B31B9FC}" type="presParOf" srcId="{010E328E-E538-4423-B4F6-2A13FC5FDB61}" destId="{00ABA769-5B0F-4C4F-A317-933AB25B03D7}" srcOrd="1" destOrd="0" presId="urn:microsoft.com/office/officeart/2005/8/layout/hierarchy1"/>
    <dgm:cxn modelId="{7F9FB07C-1EFA-4CF4-912D-6DE209C97330}" type="presParOf" srcId="{432A7D3F-1D52-4AFA-BB0A-E4B0D176F35F}" destId="{B6BD9536-CFC8-499C-8B33-5319C144F117}" srcOrd="1" destOrd="0" presId="urn:microsoft.com/office/officeart/2005/8/layout/hierarchy1"/>
    <dgm:cxn modelId="{3EBE56F1-6B77-45FA-8445-849348F090C1}" type="presParOf" srcId="{B6BD9536-CFC8-499C-8B33-5319C144F117}" destId="{C5F77D5B-E15C-40CB-99CA-8D7DA2CE77DE}" srcOrd="0" destOrd="0" presId="urn:microsoft.com/office/officeart/2005/8/layout/hierarchy1"/>
    <dgm:cxn modelId="{56B46128-2D60-4C95-AF3E-EBA246A2A17A}" type="presParOf" srcId="{B6BD9536-CFC8-499C-8B33-5319C144F117}" destId="{9BEF86D2-23BD-4893-ADFB-651E4F45C374}" srcOrd="1" destOrd="0" presId="urn:microsoft.com/office/officeart/2005/8/layout/hierarchy1"/>
    <dgm:cxn modelId="{7BC4238A-7907-42B2-B174-A7C56E00692D}" type="presParOf" srcId="{9BEF86D2-23BD-4893-ADFB-651E4F45C374}" destId="{91BD7988-1462-4D03-87FF-0CD11B9152DF}" srcOrd="0" destOrd="0" presId="urn:microsoft.com/office/officeart/2005/8/layout/hierarchy1"/>
    <dgm:cxn modelId="{EB0D478A-00E4-4BB4-994F-E044E9A93D02}" type="presParOf" srcId="{91BD7988-1462-4D03-87FF-0CD11B9152DF}" destId="{7648F118-AA74-45CC-9F55-0E0EA3260901}" srcOrd="0" destOrd="0" presId="urn:microsoft.com/office/officeart/2005/8/layout/hierarchy1"/>
    <dgm:cxn modelId="{68837796-2B81-4E15-934F-CC6A5D59A5A6}" type="presParOf" srcId="{91BD7988-1462-4D03-87FF-0CD11B9152DF}" destId="{55010E42-03C9-4C52-A8EB-E659C87F1C55}" srcOrd="1" destOrd="0" presId="urn:microsoft.com/office/officeart/2005/8/layout/hierarchy1"/>
    <dgm:cxn modelId="{3D44C1C4-9523-4CDA-8AC8-413111FF5F80}" type="presParOf" srcId="{9BEF86D2-23BD-4893-ADFB-651E4F45C374}" destId="{967EA542-E9FA-4AD6-A9A7-1656E4617F34}" srcOrd="1" destOrd="0" presId="urn:microsoft.com/office/officeart/2005/8/layout/hierarchy1"/>
    <dgm:cxn modelId="{16337557-CB74-48CC-ABFA-09132B6E6737}" type="presParOf" srcId="{967EA542-E9FA-4AD6-A9A7-1656E4617F34}" destId="{8728A0FA-D8C5-4815-9ECB-B6F2E90B5492}" srcOrd="0" destOrd="0" presId="urn:microsoft.com/office/officeart/2005/8/layout/hierarchy1"/>
    <dgm:cxn modelId="{B3F4011F-4DD2-4672-89A6-B4796D29C3F6}" type="presParOf" srcId="{967EA542-E9FA-4AD6-A9A7-1656E4617F34}" destId="{7FD302AB-6077-4836-A95F-509ACB159B02}" srcOrd="1" destOrd="0" presId="urn:microsoft.com/office/officeart/2005/8/layout/hierarchy1"/>
    <dgm:cxn modelId="{1D501647-D645-4D8E-8B23-29CF2E18BD37}" type="presParOf" srcId="{7FD302AB-6077-4836-A95F-509ACB159B02}" destId="{80F0D67A-A507-42FE-A2C2-929E0AE50961}" srcOrd="0" destOrd="0" presId="urn:microsoft.com/office/officeart/2005/8/layout/hierarchy1"/>
    <dgm:cxn modelId="{82A9E625-B506-41F6-AE81-9B3981381ED6}" type="presParOf" srcId="{80F0D67A-A507-42FE-A2C2-929E0AE50961}" destId="{AE5E49F4-F3C1-45A6-B65D-C7740CDE54DB}" srcOrd="0" destOrd="0" presId="urn:microsoft.com/office/officeart/2005/8/layout/hierarchy1"/>
    <dgm:cxn modelId="{AABDB7D3-4DEA-4167-8562-4CB30D9535ED}" type="presParOf" srcId="{80F0D67A-A507-42FE-A2C2-929E0AE50961}" destId="{CD8353CE-463B-491C-8500-24A9F35056D0}" srcOrd="1" destOrd="0" presId="urn:microsoft.com/office/officeart/2005/8/layout/hierarchy1"/>
    <dgm:cxn modelId="{B87EF609-6A87-4E50-8027-799D5CAB9118}" type="presParOf" srcId="{7FD302AB-6077-4836-A95F-509ACB159B02}" destId="{5CE870C5-EA5F-433C-B571-D9085DA3BB6B}" srcOrd="1" destOrd="0" presId="urn:microsoft.com/office/officeart/2005/8/layout/hierarchy1"/>
    <dgm:cxn modelId="{6F70DE0C-18FE-4571-8930-17FE8F62792C}" type="presParOf" srcId="{967EA542-E9FA-4AD6-A9A7-1656E4617F34}" destId="{0F259B11-C76E-4FC1-9013-0F77C8847565}" srcOrd="2" destOrd="0" presId="urn:microsoft.com/office/officeart/2005/8/layout/hierarchy1"/>
    <dgm:cxn modelId="{DEC08A06-5EA8-44F0-9D9C-C02614C3CEDD}" type="presParOf" srcId="{967EA542-E9FA-4AD6-A9A7-1656E4617F34}" destId="{C1CE8F0F-E70E-47BE-99DC-68B5211FC018}" srcOrd="3" destOrd="0" presId="urn:microsoft.com/office/officeart/2005/8/layout/hierarchy1"/>
    <dgm:cxn modelId="{EF872D29-E756-41F5-A4AC-6DB343B5D66B}" type="presParOf" srcId="{C1CE8F0F-E70E-47BE-99DC-68B5211FC018}" destId="{0A9E3978-F68F-4D40-8466-BD9477DC5E09}" srcOrd="0" destOrd="0" presId="urn:microsoft.com/office/officeart/2005/8/layout/hierarchy1"/>
    <dgm:cxn modelId="{B3795666-4A58-4F15-A7FC-326B81CCAB81}" type="presParOf" srcId="{0A9E3978-F68F-4D40-8466-BD9477DC5E09}" destId="{C7B08A12-8576-4D17-A5E7-17EF8B7B12BF}" srcOrd="0" destOrd="0" presId="urn:microsoft.com/office/officeart/2005/8/layout/hierarchy1"/>
    <dgm:cxn modelId="{7ACD4C05-95CF-4AD9-9808-F2A57BA9877A}" type="presParOf" srcId="{0A9E3978-F68F-4D40-8466-BD9477DC5E09}" destId="{E54C8A5D-4F15-42CA-B3D7-818CD5AD6004}" srcOrd="1" destOrd="0" presId="urn:microsoft.com/office/officeart/2005/8/layout/hierarchy1"/>
    <dgm:cxn modelId="{291F235E-018C-46F8-B54B-F21C10213EE3}" type="presParOf" srcId="{C1CE8F0F-E70E-47BE-99DC-68B5211FC018}" destId="{4513AC70-227B-47BA-B97B-71875684C240}" srcOrd="1" destOrd="0" presId="urn:microsoft.com/office/officeart/2005/8/layout/hierarchy1"/>
    <dgm:cxn modelId="{D4EA1E19-30B1-4682-84EB-6D9EB25D6723}" type="presParOf" srcId="{4513AC70-227B-47BA-B97B-71875684C240}" destId="{FDEB1F8E-AF42-4727-8A6D-D267FFDACDB1}" srcOrd="0" destOrd="0" presId="urn:microsoft.com/office/officeart/2005/8/layout/hierarchy1"/>
    <dgm:cxn modelId="{CE3F1239-3DDF-4973-B8A0-B31548BC1AF8}" type="presParOf" srcId="{4513AC70-227B-47BA-B97B-71875684C240}" destId="{A143F6E9-5003-46F5-A0BA-2C5285664623}" srcOrd="1" destOrd="0" presId="urn:microsoft.com/office/officeart/2005/8/layout/hierarchy1"/>
    <dgm:cxn modelId="{B285D41B-6413-4A17-ABDB-BE4C06ABD3E1}" type="presParOf" srcId="{A143F6E9-5003-46F5-A0BA-2C5285664623}" destId="{5017F4A5-4DAC-4940-A67A-9D56521BF908}" srcOrd="0" destOrd="0" presId="urn:microsoft.com/office/officeart/2005/8/layout/hierarchy1"/>
    <dgm:cxn modelId="{FD3DEDD1-AC16-47A9-B6BB-BED92C838B4B}" type="presParOf" srcId="{5017F4A5-4DAC-4940-A67A-9D56521BF908}" destId="{7F8BE227-9B4C-4F4D-85D0-88AEB1554E68}" srcOrd="0" destOrd="0" presId="urn:microsoft.com/office/officeart/2005/8/layout/hierarchy1"/>
    <dgm:cxn modelId="{F514141C-1187-4F87-8331-B15E0007A8D8}" type="presParOf" srcId="{5017F4A5-4DAC-4940-A67A-9D56521BF908}" destId="{92B82C3C-53AF-49F0-A2DF-28BD98B328A6}" srcOrd="1" destOrd="0" presId="urn:microsoft.com/office/officeart/2005/8/layout/hierarchy1"/>
    <dgm:cxn modelId="{8EAFB24D-D542-4DCA-B093-2DE49253A7B5}" type="presParOf" srcId="{A143F6E9-5003-46F5-A0BA-2C5285664623}" destId="{3A2EE06C-ADE6-4099-9D54-B15F5D7D9103}" srcOrd="1" destOrd="0" presId="urn:microsoft.com/office/officeart/2005/8/layout/hierarchy1"/>
    <dgm:cxn modelId="{36FCB0DE-FD4C-4411-8618-1854D2D0F3AD}" type="presParOf" srcId="{967EA542-E9FA-4AD6-A9A7-1656E4617F34}" destId="{87F562D2-7F5F-4901-902E-F3AF6E785ACE}" srcOrd="4" destOrd="0" presId="urn:microsoft.com/office/officeart/2005/8/layout/hierarchy1"/>
    <dgm:cxn modelId="{E65EA30C-275E-4DAC-99D6-1EAAA836CAE3}" type="presParOf" srcId="{967EA542-E9FA-4AD6-A9A7-1656E4617F34}" destId="{4B809F39-E2D7-449A-A1BF-55470A7B9222}" srcOrd="5" destOrd="0" presId="urn:microsoft.com/office/officeart/2005/8/layout/hierarchy1"/>
    <dgm:cxn modelId="{7CE20870-A408-43FC-A59C-F0C8ADE4D476}" type="presParOf" srcId="{4B809F39-E2D7-449A-A1BF-55470A7B9222}" destId="{4FC2E874-3A11-4792-A176-D7637CEBCE3E}" srcOrd="0" destOrd="0" presId="urn:microsoft.com/office/officeart/2005/8/layout/hierarchy1"/>
    <dgm:cxn modelId="{741ADB4B-CBAC-46A8-BA51-840D9519F25C}" type="presParOf" srcId="{4FC2E874-3A11-4792-A176-D7637CEBCE3E}" destId="{60564600-48EF-482C-9402-80D2D8BF5B5F}" srcOrd="0" destOrd="0" presId="urn:microsoft.com/office/officeart/2005/8/layout/hierarchy1"/>
    <dgm:cxn modelId="{79238281-D7B4-4A02-96C6-587986DF3E3E}" type="presParOf" srcId="{4FC2E874-3A11-4792-A176-D7637CEBCE3E}" destId="{6ED96812-D718-4DB3-825E-F1BA3122C4B5}" srcOrd="1" destOrd="0" presId="urn:microsoft.com/office/officeart/2005/8/layout/hierarchy1"/>
    <dgm:cxn modelId="{8A31C016-393E-4291-85B7-EFAEB81FA0FB}" type="presParOf" srcId="{4B809F39-E2D7-449A-A1BF-55470A7B9222}" destId="{2B717665-2B68-4DC4-BCC4-38696AF01BA3}" srcOrd="1" destOrd="0" presId="urn:microsoft.com/office/officeart/2005/8/layout/hierarchy1"/>
    <dgm:cxn modelId="{4253A652-3D24-42DF-A56F-8E577B391F44}" type="presParOf" srcId="{967EA542-E9FA-4AD6-A9A7-1656E4617F34}" destId="{50A64DE3-469E-4E01-B9E9-52A29EE0A502}" srcOrd="6" destOrd="0" presId="urn:microsoft.com/office/officeart/2005/8/layout/hierarchy1"/>
    <dgm:cxn modelId="{0C65A7B5-625B-41A6-AAB7-AD73FDD3108B}" type="presParOf" srcId="{967EA542-E9FA-4AD6-A9A7-1656E4617F34}" destId="{4E743D9B-1F48-41DF-83BD-5FFE03DC017B}" srcOrd="7" destOrd="0" presId="urn:microsoft.com/office/officeart/2005/8/layout/hierarchy1"/>
    <dgm:cxn modelId="{6183805D-2161-4EC7-A55F-894C34D39514}" type="presParOf" srcId="{4E743D9B-1F48-41DF-83BD-5FFE03DC017B}" destId="{6D35C9E6-89CE-47E8-8E29-9554FED90ABF}" srcOrd="0" destOrd="0" presId="urn:microsoft.com/office/officeart/2005/8/layout/hierarchy1"/>
    <dgm:cxn modelId="{2B4B2F35-F084-4A00-8566-A916C6744552}" type="presParOf" srcId="{6D35C9E6-89CE-47E8-8E29-9554FED90ABF}" destId="{A22D5CB7-DE09-434D-BCD1-3978B7BBD198}" srcOrd="0" destOrd="0" presId="urn:microsoft.com/office/officeart/2005/8/layout/hierarchy1"/>
    <dgm:cxn modelId="{190D5FAE-B218-42D6-9EC6-586A77D46119}" type="presParOf" srcId="{6D35C9E6-89CE-47E8-8E29-9554FED90ABF}" destId="{FB1E2A52-D9B2-4CEF-A5D4-340B04B6440E}" srcOrd="1" destOrd="0" presId="urn:microsoft.com/office/officeart/2005/8/layout/hierarchy1"/>
    <dgm:cxn modelId="{B4C01350-077F-4CD2-9342-4B1776EAABC8}" type="presParOf" srcId="{4E743D9B-1F48-41DF-83BD-5FFE03DC017B}" destId="{F276C93A-9B62-4BB9-8287-B1C7E77D173A}" srcOrd="1" destOrd="0" presId="urn:microsoft.com/office/officeart/2005/8/layout/hierarchy1"/>
    <dgm:cxn modelId="{8102B230-D54B-4F89-ACF8-74EC295D5D8C}" type="presParOf" srcId="{967EA542-E9FA-4AD6-A9A7-1656E4617F34}" destId="{E70F2F1C-277A-4715-8F03-459CA538EB68}" srcOrd="8" destOrd="0" presId="urn:microsoft.com/office/officeart/2005/8/layout/hierarchy1"/>
    <dgm:cxn modelId="{CD4F3DE7-9ADA-49F7-A1E7-5E5CF7860CF8}" type="presParOf" srcId="{967EA542-E9FA-4AD6-A9A7-1656E4617F34}" destId="{95D977EE-A211-4A89-AF04-376001601E13}" srcOrd="9" destOrd="0" presId="urn:microsoft.com/office/officeart/2005/8/layout/hierarchy1"/>
    <dgm:cxn modelId="{EF3E2A53-DE3C-4B37-AED4-32C0A66E26E7}" type="presParOf" srcId="{95D977EE-A211-4A89-AF04-376001601E13}" destId="{E80D3020-BFE8-493C-98EF-2B5453088C35}" srcOrd="0" destOrd="0" presId="urn:microsoft.com/office/officeart/2005/8/layout/hierarchy1"/>
    <dgm:cxn modelId="{BEFD9C6B-4C46-42B6-9344-B52475EF5234}" type="presParOf" srcId="{E80D3020-BFE8-493C-98EF-2B5453088C35}" destId="{BF6888D3-B49B-4DF8-B2D1-F86DD4386E16}" srcOrd="0" destOrd="0" presId="urn:microsoft.com/office/officeart/2005/8/layout/hierarchy1"/>
    <dgm:cxn modelId="{5855608B-CFD0-4F6D-8338-7C446D5BAA6E}" type="presParOf" srcId="{E80D3020-BFE8-493C-98EF-2B5453088C35}" destId="{D47C2ED1-24CF-4507-8A33-3905B2339AAE}" srcOrd="1" destOrd="0" presId="urn:microsoft.com/office/officeart/2005/8/layout/hierarchy1"/>
    <dgm:cxn modelId="{C03205B2-4F0A-420C-8DFE-00EE850AE7F2}" type="presParOf" srcId="{95D977EE-A211-4A89-AF04-376001601E13}" destId="{0BAAA7DB-45D2-4B1D-AB5F-EFFE5D9D9B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0F2F1C-277A-4715-8F03-459CA538EB68}">
      <dsp:nvSpPr>
        <dsp:cNvPr id="0" name=""/>
        <dsp:cNvSpPr/>
      </dsp:nvSpPr>
      <dsp:spPr>
        <a:xfrm>
          <a:off x="4051117" y="2267503"/>
          <a:ext cx="3360849" cy="3998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496"/>
              </a:lnTo>
              <a:lnTo>
                <a:pt x="3360849" y="272496"/>
              </a:lnTo>
              <a:lnTo>
                <a:pt x="3360849" y="3998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A64DE3-469E-4E01-B9E9-52A29EE0A502}">
      <dsp:nvSpPr>
        <dsp:cNvPr id="0" name=""/>
        <dsp:cNvSpPr/>
      </dsp:nvSpPr>
      <dsp:spPr>
        <a:xfrm>
          <a:off x="4051117" y="2267503"/>
          <a:ext cx="1680424" cy="3998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496"/>
              </a:lnTo>
              <a:lnTo>
                <a:pt x="1680424" y="272496"/>
              </a:lnTo>
              <a:lnTo>
                <a:pt x="1680424" y="3998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F562D2-7F5F-4901-902E-F3AF6E785ACE}">
      <dsp:nvSpPr>
        <dsp:cNvPr id="0" name=""/>
        <dsp:cNvSpPr/>
      </dsp:nvSpPr>
      <dsp:spPr>
        <a:xfrm>
          <a:off x="4005397" y="2267503"/>
          <a:ext cx="91440" cy="39986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98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EB1F8E-AF42-4727-8A6D-D267FFDACDB1}">
      <dsp:nvSpPr>
        <dsp:cNvPr id="0" name=""/>
        <dsp:cNvSpPr/>
      </dsp:nvSpPr>
      <dsp:spPr>
        <a:xfrm>
          <a:off x="2324972" y="3540425"/>
          <a:ext cx="91440" cy="39986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98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259B11-C76E-4FC1-9013-0F77C8847565}">
      <dsp:nvSpPr>
        <dsp:cNvPr id="0" name=""/>
        <dsp:cNvSpPr/>
      </dsp:nvSpPr>
      <dsp:spPr>
        <a:xfrm>
          <a:off x="2370692" y="2267503"/>
          <a:ext cx="1680424" cy="399864"/>
        </a:xfrm>
        <a:custGeom>
          <a:avLst/>
          <a:gdLst/>
          <a:ahLst/>
          <a:cxnLst/>
          <a:rect l="0" t="0" r="0" b="0"/>
          <a:pathLst>
            <a:path>
              <a:moveTo>
                <a:pt x="1680424" y="0"/>
              </a:moveTo>
              <a:lnTo>
                <a:pt x="1680424" y="272496"/>
              </a:lnTo>
              <a:lnTo>
                <a:pt x="0" y="272496"/>
              </a:lnTo>
              <a:lnTo>
                <a:pt x="0" y="3998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28A0FA-D8C5-4815-9ECB-B6F2E90B5492}">
      <dsp:nvSpPr>
        <dsp:cNvPr id="0" name=""/>
        <dsp:cNvSpPr/>
      </dsp:nvSpPr>
      <dsp:spPr>
        <a:xfrm>
          <a:off x="690267" y="2267503"/>
          <a:ext cx="3360849" cy="399864"/>
        </a:xfrm>
        <a:custGeom>
          <a:avLst/>
          <a:gdLst/>
          <a:ahLst/>
          <a:cxnLst/>
          <a:rect l="0" t="0" r="0" b="0"/>
          <a:pathLst>
            <a:path>
              <a:moveTo>
                <a:pt x="3360849" y="0"/>
              </a:moveTo>
              <a:lnTo>
                <a:pt x="3360849" y="272496"/>
              </a:lnTo>
              <a:lnTo>
                <a:pt x="0" y="272496"/>
              </a:lnTo>
              <a:lnTo>
                <a:pt x="0" y="3998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F77D5B-E15C-40CB-99CA-8D7DA2CE77DE}">
      <dsp:nvSpPr>
        <dsp:cNvPr id="0" name=""/>
        <dsp:cNvSpPr/>
      </dsp:nvSpPr>
      <dsp:spPr>
        <a:xfrm>
          <a:off x="4005397" y="994582"/>
          <a:ext cx="91440" cy="39986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98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0CD36D-8EC0-4AA8-8249-B72E8A5BB1F4}">
      <dsp:nvSpPr>
        <dsp:cNvPr id="0" name=""/>
        <dsp:cNvSpPr/>
      </dsp:nvSpPr>
      <dsp:spPr>
        <a:xfrm>
          <a:off x="3363670" y="121525"/>
          <a:ext cx="1374892" cy="873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BA769-5B0F-4C4F-A317-933AB25B03D7}">
      <dsp:nvSpPr>
        <dsp:cNvPr id="0" name=""/>
        <dsp:cNvSpPr/>
      </dsp:nvSpPr>
      <dsp:spPr>
        <a:xfrm>
          <a:off x="3516436" y="266652"/>
          <a:ext cx="1374892" cy="873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A Root</a:t>
          </a:r>
        </a:p>
      </dsp:txBody>
      <dsp:txXfrm>
        <a:off x="3542007" y="292223"/>
        <a:ext cx="1323750" cy="821914"/>
      </dsp:txXfrm>
    </dsp:sp>
    <dsp:sp modelId="{7648F118-AA74-45CC-9F55-0E0EA3260901}">
      <dsp:nvSpPr>
        <dsp:cNvPr id="0" name=""/>
        <dsp:cNvSpPr/>
      </dsp:nvSpPr>
      <dsp:spPr>
        <a:xfrm>
          <a:off x="3363670" y="1394446"/>
          <a:ext cx="1374892" cy="873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10E42-03C9-4C52-A8EB-E659C87F1C55}">
      <dsp:nvSpPr>
        <dsp:cNvPr id="0" name=""/>
        <dsp:cNvSpPr/>
      </dsp:nvSpPr>
      <dsp:spPr>
        <a:xfrm>
          <a:off x="3516436" y="1539574"/>
          <a:ext cx="1374892" cy="873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A Child</a:t>
          </a:r>
        </a:p>
      </dsp:txBody>
      <dsp:txXfrm>
        <a:off x="3542007" y="1565145"/>
        <a:ext cx="1323750" cy="821914"/>
      </dsp:txXfrm>
    </dsp:sp>
    <dsp:sp modelId="{AE5E49F4-F3C1-45A6-B65D-C7740CDE54DB}">
      <dsp:nvSpPr>
        <dsp:cNvPr id="0" name=""/>
        <dsp:cNvSpPr/>
      </dsp:nvSpPr>
      <dsp:spPr>
        <a:xfrm>
          <a:off x="2821" y="2667368"/>
          <a:ext cx="1374892" cy="873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353CE-463B-491C-8500-24A9F35056D0}">
      <dsp:nvSpPr>
        <dsp:cNvPr id="0" name=""/>
        <dsp:cNvSpPr/>
      </dsp:nvSpPr>
      <dsp:spPr>
        <a:xfrm>
          <a:off x="155587" y="2812496"/>
          <a:ext cx="1374892" cy="873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B Child</a:t>
          </a:r>
        </a:p>
      </dsp:txBody>
      <dsp:txXfrm>
        <a:off x="181158" y="2838067"/>
        <a:ext cx="1323750" cy="821914"/>
      </dsp:txXfrm>
    </dsp:sp>
    <dsp:sp modelId="{C7B08A12-8576-4D17-A5E7-17EF8B7B12BF}">
      <dsp:nvSpPr>
        <dsp:cNvPr id="0" name=""/>
        <dsp:cNvSpPr/>
      </dsp:nvSpPr>
      <dsp:spPr>
        <a:xfrm>
          <a:off x="1683246" y="2667368"/>
          <a:ext cx="1374892" cy="873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C8A5D-4F15-42CA-B3D7-818CD5AD6004}">
      <dsp:nvSpPr>
        <dsp:cNvPr id="0" name=""/>
        <dsp:cNvSpPr/>
      </dsp:nvSpPr>
      <dsp:spPr>
        <a:xfrm>
          <a:off x="1836011" y="2812496"/>
          <a:ext cx="1374892" cy="873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B Grandchild</a:t>
          </a:r>
        </a:p>
      </dsp:txBody>
      <dsp:txXfrm>
        <a:off x="1861582" y="2838067"/>
        <a:ext cx="1323750" cy="821914"/>
      </dsp:txXfrm>
    </dsp:sp>
    <dsp:sp modelId="{7F8BE227-9B4C-4F4D-85D0-88AEB1554E68}">
      <dsp:nvSpPr>
        <dsp:cNvPr id="0" name=""/>
        <dsp:cNvSpPr/>
      </dsp:nvSpPr>
      <dsp:spPr>
        <a:xfrm>
          <a:off x="1683246" y="3940290"/>
          <a:ext cx="1374892" cy="873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82C3C-53AF-49F0-A2DF-28BD98B328A6}">
      <dsp:nvSpPr>
        <dsp:cNvPr id="0" name=""/>
        <dsp:cNvSpPr/>
      </dsp:nvSpPr>
      <dsp:spPr>
        <a:xfrm>
          <a:off x="1836011" y="4085417"/>
          <a:ext cx="1374892" cy="873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C Root</a:t>
          </a:r>
        </a:p>
      </dsp:txBody>
      <dsp:txXfrm>
        <a:off x="1861582" y="4110988"/>
        <a:ext cx="1323750" cy="821914"/>
      </dsp:txXfrm>
    </dsp:sp>
    <dsp:sp modelId="{60564600-48EF-482C-9402-80D2D8BF5B5F}">
      <dsp:nvSpPr>
        <dsp:cNvPr id="0" name=""/>
        <dsp:cNvSpPr/>
      </dsp:nvSpPr>
      <dsp:spPr>
        <a:xfrm>
          <a:off x="3363670" y="2667368"/>
          <a:ext cx="1374892" cy="873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96812-D718-4DB3-825E-F1BA3122C4B5}">
      <dsp:nvSpPr>
        <dsp:cNvPr id="0" name=""/>
        <dsp:cNvSpPr/>
      </dsp:nvSpPr>
      <dsp:spPr>
        <a:xfrm>
          <a:off x="3516436" y="2812496"/>
          <a:ext cx="1374892" cy="873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A Grandchild with long text</a:t>
          </a:r>
        </a:p>
      </dsp:txBody>
      <dsp:txXfrm>
        <a:off x="3542007" y="2838067"/>
        <a:ext cx="1323750" cy="821914"/>
      </dsp:txXfrm>
    </dsp:sp>
    <dsp:sp modelId="{A22D5CB7-DE09-434D-BCD1-3978B7BBD198}">
      <dsp:nvSpPr>
        <dsp:cNvPr id="0" name=""/>
        <dsp:cNvSpPr/>
      </dsp:nvSpPr>
      <dsp:spPr>
        <a:xfrm>
          <a:off x="5044095" y="2667368"/>
          <a:ext cx="1374892" cy="873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E2A52-D9B2-4CEF-A5D4-340B04B6440E}">
      <dsp:nvSpPr>
        <dsp:cNvPr id="0" name=""/>
        <dsp:cNvSpPr/>
      </dsp:nvSpPr>
      <dsp:spPr>
        <a:xfrm>
          <a:off x="5196861" y="2812496"/>
          <a:ext cx="1374892" cy="873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C Child</a:t>
          </a:r>
        </a:p>
      </dsp:txBody>
      <dsp:txXfrm>
        <a:off x="5222432" y="2838067"/>
        <a:ext cx="1323750" cy="821914"/>
      </dsp:txXfrm>
    </dsp:sp>
    <dsp:sp modelId="{BF6888D3-B49B-4DF8-B2D1-F86DD4386E16}">
      <dsp:nvSpPr>
        <dsp:cNvPr id="0" name=""/>
        <dsp:cNvSpPr/>
      </dsp:nvSpPr>
      <dsp:spPr>
        <a:xfrm>
          <a:off x="6724519" y="2667368"/>
          <a:ext cx="1374892" cy="8730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C2ED1-24CF-4507-8A33-3905B2339AAE}">
      <dsp:nvSpPr>
        <dsp:cNvPr id="0" name=""/>
        <dsp:cNvSpPr/>
      </dsp:nvSpPr>
      <dsp:spPr>
        <a:xfrm>
          <a:off x="6877285" y="2812496"/>
          <a:ext cx="1374892" cy="8730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B Root</a:t>
          </a:r>
        </a:p>
      </dsp:txBody>
      <dsp:txXfrm>
        <a:off x="6902856" y="2838067"/>
        <a:ext cx="1323750" cy="821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AC9-49FB-6211-B215-D8AE27EF3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42139-E409-D661-45EA-3B4B10C79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C8064-D6D3-7CC9-D106-F98C0CC3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18C9-C83E-4566-963A-279E61739E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DDD2B-79E1-9452-9136-127C3F6B7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F6434-5A14-18E6-EEA5-99B38BE05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9E2AA-9EB4-47EB-B3F0-DA27C74EF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09B79-E235-F8F4-CED1-185F0FAD3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78A52-E6DD-6F76-A631-F413FFABE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5C618-B4DC-70E9-0896-04201565B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18C9-C83E-4566-963A-279E61739E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43C89-C153-49B2-4270-C45C621D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12746-BE8D-1A6C-AB68-ECEB59F4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9E2AA-9EB4-47EB-B3F0-DA27C74EF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94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DD87-60D8-84DE-6A72-ECF739681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D2188-79DC-AE32-3552-894D9E98D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7C49B-73E2-BA8D-5F9B-B75174C1F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18C9-C83E-4566-963A-279E61739E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18AA6-5267-5819-6929-0A404C6D8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17A80-598C-4F34-AE17-D04F2B772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9E2AA-9EB4-47EB-B3F0-DA27C74EF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58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07EB-6C5C-3106-A998-A054DD79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90F3F-EDC9-F594-70B2-F910F366D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76C55-51E4-8DF5-2172-36530C1E8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3C34C-620C-3CC3-AE05-A854638FB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18C9-C83E-4566-963A-279E61739E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86133-8C97-3261-3B56-02956768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B8517-3348-75FC-8E28-838E28A4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9E2AA-9EB4-47EB-B3F0-DA27C74EF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7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7D30-70AA-267D-D906-CD025808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CC08C-8C48-B51D-0DBE-7AB78C164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A63EB-1300-23EB-7F7D-BD611B6DF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E1481F-42D8-4605-7595-9F2552788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7D2E79-FEC4-5920-5FAD-6B8758F6C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088BC1-3ED8-F449-0F0D-78E0116EA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18C9-C83E-4566-963A-279E61739E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E77C8C-F962-B41F-7C5D-D96A4BCA7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5AC3-39F1-57AD-7365-1B00399AC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9E2AA-9EB4-47EB-B3F0-DA27C74EF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2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FD52-8AC1-9181-651F-FB6E96DE6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F75787-F1C7-8AD4-C71E-0E1A6436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18C9-C83E-4566-963A-279E61739E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32A31-C51F-20E9-B696-E69839AF1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E340A-F839-1D24-55AC-73D084C7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9E2AA-9EB4-47EB-B3F0-DA27C74EF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4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E719B6-819C-E53E-5BA1-141EE9F4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18C9-C83E-4566-963A-279E61739E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C39182-ECCC-E44F-5B78-61F0B686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ECC2D-75CE-BA87-3BF7-3F5D9896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9E2AA-9EB4-47EB-B3F0-DA27C74EF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0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AA94-0F68-DD52-9F0B-630F25496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35E57-6664-38A0-5D13-6CC14D632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DA4C3-1C42-A6EA-E628-86021E54F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36A5D-EE1D-11F2-0393-7C605FEB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18C9-C83E-4566-963A-279E61739E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4225D-3F5C-64F7-703D-D46565D7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E4492-25FA-BA37-1504-69C111718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9E2AA-9EB4-47EB-B3F0-DA27C74EF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09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03FE-66DD-3356-8197-802F2918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2B6A9-4701-9077-345E-149DE9320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D26A5-BF15-64D0-EEE2-C722E3337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741BB-91D3-308A-0DDD-5B66244E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18C9-C83E-4566-963A-279E61739E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C6EE4-A3D7-2337-3580-D90CF99D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FAD31-128C-4F53-0064-03DFEE676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9E2AA-9EB4-47EB-B3F0-DA27C74EF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64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A613E-B46D-E1CD-26C0-1F02DD2E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421132-67E7-5069-7CBA-BE4BB3998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238E3-4FD6-B259-DBE6-D0F7C5D0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18C9-C83E-4566-963A-279E61739E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25A2-39AF-4716-B4A9-631DCC88C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C99C6-35A9-DF92-CE3D-4A07B2A7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9E2AA-9EB4-47EB-B3F0-DA27C74EF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8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3582F4-AE05-7536-DCD8-43191E102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627920-1FCA-6AAC-65D1-85ACACBAE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79DB4-7A08-B144-B871-4E1D7B46C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918C9-C83E-4566-963A-279E61739E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DB4D3-22F6-6B15-4964-EAB27A44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E8065-BCF3-A1AD-B5AB-7C61A59C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9E2AA-9EB4-47EB-B3F0-DA27C74EF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8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3310B0-A0D7-1A38-4DF9-6D295EE3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00B0B-1153-4EFE-5EA6-E105CF3B5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AC7F9-2BAC-99EE-6D66-CDC1B881B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918C9-C83E-4566-963A-279E61739E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520E7-5BFA-6B2A-5C5B-A392FE048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C967D-C2F4-FE66-1F6D-2EB1FE15C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9E2AA-9EB4-47EB-B3F0-DA27C74EF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1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6C1425D-F96E-8BAD-6509-0B7067DD52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523647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8477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2026-09-06T08:14:27Z</dcterms:created>
  <dcterms:modified xsi:type="dcterms:W3CDTF">2026-09-06T08:14:27Z</dcterms:modified>
</cp:coreProperties>
</file>