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CAE8F-3B02-4263-BDE2-B0BD98EDA356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5415E7-D3E2-4B6C-ADE1-0AA10568CCF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FDA8C29-7DAF-4654-ACD1-DFA37CA944E8}" type="parTrans" cxnId="{6545C06A-6BA0-43D4-A5E2-E88E84E495E2}">
      <dgm:prSet/>
      <dgm:spPr/>
    </dgm:pt>
    <dgm:pt modelId="{6ABAC3D0-460B-4706-ACA2-2E33FB3B51C9}" type="sibTrans" cxnId="{6545C06A-6BA0-43D4-A5E2-E88E84E495E2}">
      <dgm:prSet/>
      <dgm:spPr/>
      <dgm:t>
        <a:bodyPr/>
        <a:lstStyle/>
        <a:p>
          <a:endParaRPr lang="en-US"/>
        </a:p>
      </dgm:t>
    </dgm:pt>
    <dgm:pt modelId="{A60912FE-CAAB-4764-B993-633D2EB04E1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DA9610B-D84C-4140-A0FD-3AE861351327}" type="parTrans" cxnId="{61694BF4-910A-42DE-A2D5-D150DCB84C39}">
      <dgm:prSet/>
      <dgm:spPr/>
    </dgm:pt>
    <dgm:pt modelId="{28ACD075-2B15-4605-86E6-E21B93C99029}" type="sibTrans" cxnId="{61694BF4-910A-42DE-A2D5-D150DCB84C39}">
      <dgm:prSet/>
      <dgm:spPr/>
      <dgm:t>
        <a:bodyPr/>
        <a:lstStyle/>
        <a:p>
          <a:endParaRPr lang="en-US"/>
        </a:p>
      </dgm:t>
    </dgm:pt>
    <dgm:pt modelId="{1B7BB229-4F73-4779-9731-EA7AB54F53F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75E5CDD-10C5-4AF8-BB88-EDE49AB89AD5}" type="parTrans" cxnId="{0E903E7E-BA38-40D4-BFFD-AF1C95AF98CC}">
      <dgm:prSet/>
      <dgm:spPr/>
    </dgm:pt>
    <dgm:pt modelId="{D658FD2A-93B4-4616-8859-61289BED506A}" type="sibTrans" cxnId="{0E903E7E-BA38-40D4-BFFD-AF1C95AF98CC}">
      <dgm:prSet/>
      <dgm:spPr/>
      <dgm:t>
        <a:bodyPr/>
        <a:lstStyle/>
        <a:p>
          <a:endParaRPr lang="en-US"/>
        </a:p>
      </dgm:t>
    </dgm:pt>
    <dgm:pt modelId="{6AC1951B-910F-4907-B8CD-35F4B694155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44A6B66-3003-4335-B192-6E59EBD98F92}" type="parTrans" cxnId="{13BDB180-C76C-4B48-98FF-57ED1965A5F6}">
      <dgm:prSet/>
      <dgm:spPr/>
    </dgm:pt>
    <dgm:pt modelId="{4C514F29-D06F-437E-BB9B-D3D8D73513F1}" type="sibTrans" cxnId="{13BDB180-C76C-4B48-98FF-57ED1965A5F6}">
      <dgm:prSet/>
      <dgm:spPr/>
      <dgm:t>
        <a:bodyPr/>
        <a:lstStyle/>
        <a:p>
          <a:endParaRPr lang="en-US"/>
        </a:p>
      </dgm:t>
    </dgm:pt>
    <dgm:pt modelId="{B4B3C049-6895-4D3F-BFBA-F77A2F81A285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A57EB26-2C2B-47D1-82B9-D5735485424E}" type="parTrans" cxnId="{08A163E9-E8FE-4833-9434-A884B8A6B09D}">
      <dgm:prSet/>
      <dgm:spPr/>
    </dgm:pt>
    <dgm:pt modelId="{29787F75-9827-4022-B504-D294F10722AB}" type="sibTrans" cxnId="{08A163E9-E8FE-4833-9434-A884B8A6B09D}">
      <dgm:prSet/>
      <dgm:spPr/>
    </dgm:pt>
    <dgm:pt modelId="{80E4A239-CDE5-4D42-8F4E-F7FA5D1A7229}" type="pres">
      <dgm:prSet presAssocID="{29ECAE8F-3B02-4263-BDE2-B0BD98EDA356}" presName="linearFlow" presStyleCnt="0">
        <dgm:presLayoutVars>
          <dgm:dir/>
          <dgm:animLvl val="lvl"/>
          <dgm:resizeHandles val="exact"/>
        </dgm:presLayoutVars>
      </dgm:prSet>
      <dgm:spPr/>
    </dgm:pt>
    <dgm:pt modelId="{E3F83C6C-0857-49B1-9687-0BFB01356E88}" type="pres">
      <dgm:prSet presAssocID="{225415E7-D3E2-4B6C-ADE1-0AA10568CCF2}" presName="composite" presStyleCnt="0"/>
      <dgm:spPr/>
    </dgm:pt>
    <dgm:pt modelId="{EF35B5AB-FDA3-495E-9002-3717D18B85BF}" type="pres">
      <dgm:prSet presAssocID="{225415E7-D3E2-4B6C-ADE1-0AA10568CCF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5503948D-5E4F-4479-A949-97CE5EE23A13}" type="pres">
      <dgm:prSet presAssocID="{225415E7-D3E2-4B6C-ADE1-0AA10568CCF2}" presName="parSh" presStyleLbl="node1" presStyleIdx="0" presStyleCnt="3"/>
      <dgm:spPr/>
    </dgm:pt>
    <dgm:pt modelId="{C34DAF06-B59B-4858-8174-25FFA253EA45}" type="pres">
      <dgm:prSet presAssocID="{225415E7-D3E2-4B6C-ADE1-0AA10568CCF2}" presName="desTx" presStyleLbl="fgAcc1" presStyleIdx="0" presStyleCnt="3">
        <dgm:presLayoutVars>
          <dgm:bulletEnabled val="1"/>
        </dgm:presLayoutVars>
      </dgm:prSet>
      <dgm:spPr/>
    </dgm:pt>
    <dgm:pt modelId="{F3A8C7E8-4ECA-4764-BCD5-4EF159917E91}" type="pres">
      <dgm:prSet presAssocID="{6ABAC3D0-460B-4706-ACA2-2E33FB3B51C9}" presName="sibTrans" presStyleLbl="sibTrans2D1" presStyleIdx="0" presStyleCnt="2"/>
      <dgm:spPr/>
    </dgm:pt>
    <dgm:pt modelId="{5B83640B-143E-4D3D-8144-F1393AAC8A30}" type="pres">
      <dgm:prSet presAssocID="{6ABAC3D0-460B-4706-ACA2-2E33FB3B51C9}" presName="connTx" presStyleLbl="sibTrans2D1" presStyleIdx="0" presStyleCnt="2"/>
      <dgm:spPr/>
    </dgm:pt>
    <dgm:pt modelId="{2B02CFDD-AD7A-4584-8FCE-905AEF3F4765}" type="pres">
      <dgm:prSet presAssocID="{1B7BB229-4F73-4779-9731-EA7AB54F53FB}" presName="composite" presStyleCnt="0"/>
      <dgm:spPr/>
    </dgm:pt>
    <dgm:pt modelId="{58D95BFC-F1D4-498F-8255-27FB0C50A712}" type="pres">
      <dgm:prSet presAssocID="{1B7BB229-4F73-4779-9731-EA7AB54F53F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D6274E0-14D5-4A9C-B023-E99EF6C66B15}" type="pres">
      <dgm:prSet presAssocID="{1B7BB229-4F73-4779-9731-EA7AB54F53FB}" presName="parSh" presStyleLbl="node1" presStyleIdx="1" presStyleCnt="3"/>
      <dgm:spPr/>
    </dgm:pt>
    <dgm:pt modelId="{E66AAA52-D5F8-46EE-9C0F-E725CBA4D5A1}" type="pres">
      <dgm:prSet presAssocID="{1B7BB229-4F73-4779-9731-EA7AB54F53FB}" presName="desTx" presStyleLbl="fgAcc1" presStyleIdx="1" presStyleCnt="3">
        <dgm:presLayoutVars>
          <dgm:bulletEnabled val="1"/>
        </dgm:presLayoutVars>
      </dgm:prSet>
      <dgm:spPr/>
    </dgm:pt>
    <dgm:pt modelId="{F7888E29-25F4-4CC4-96FF-573637C9C599}" type="pres">
      <dgm:prSet presAssocID="{D658FD2A-93B4-4616-8859-61289BED506A}" presName="sibTrans" presStyleLbl="sibTrans2D1" presStyleIdx="1" presStyleCnt="2"/>
      <dgm:spPr/>
    </dgm:pt>
    <dgm:pt modelId="{0063DB9B-C0BC-44FD-AB85-1AC5540FF36F}" type="pres">
      <dgm:prSet presAssocID="{D658FD2A-93B4-4616-8859-61289BED506A}" presName="connTx" presStyleLbl="sibTrans2D1" presStyleIdx="1" presStyleCnt="2"/>
      <dgm:spPr/>
    </dgm:pt>
    <dgm:pt modelId="{B1C71CFC-96D7-4AB0-AEF5-7E6CC610D730}" type="pres">
      <dgm:prSet presAssocID="{6AC1951B-910F-4907-B8CD-35F4B694155E}" presName="composite" presStyleCnt="0"/>
      <dgm:spPr/>
    </dgm:pt>
    <dgm:pt modelId="{78649864-8308-4FC3-8D43-BD72796901AE}" type="pres">
      <dgm:prSet presAssocID="{6AC1951B-910F-4907-B8CD-35F4B694155E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205FF85-F0A7-406C-8B12-E90D27D9C829}" type="pres">
      <dgm:prSet presAssocID="{6AC1951B-910F-4907-B8CD-35F4B694155E}" presName="parSh" presStyleLbl="node1" presStyleIdx="2" presStyleCnt="3"/>
      <dgm:spPr/>
    </dgm:pt>
    <dgm:pt modelId="{F6B27D63-FA2E-4749-B2B9-270A3D604718}" type="pres">
      <dgm:prSet presAssocID="{6AC1951B-910F-4907-B8CD-35F4B694155E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02CCA10-4AE9-44A9-9B69-DCFD015F6403}" type="presOf" srcId="{6ABAC3D0-460B-4706-ACA2-2E33FB3B51C9}" destId="{5B83640B-143E-4D3D-8144-F1393AAC8A30}" srcOrd="1" destOrd="0" presId="urn:microsoft.com/office/officeart/2005/8/layout/process3"/>
    <dgm:cxn modelId="{0478D118-9547-4ABA-B36C-14E3BDE871F7}" type="presOf" srcId="{1B7BB229-4F73-4779-9731-EA7AB54F53FB}" destId="{4D6274E0-14D5-4A9C-B023-E99EF6C66B15}" srcOrd="1" destOrd="0" presId="urn:microsoft.com/office/officeart/2005/8/layout/process3"/>
    <dgm:cxn modelId="{19B7BA34-849D-4C3C-B661-E79314B5A82C}" type="presOf" srcId="{1B7BB229-4F73-4779-9731-EA7AB54F53FB}" destId="{58D95BFC-F1D4-498F-8255-27FB0C50A712}" srcOrd="0" destOrd="0" presId="urn:microsoft.com/office/officeart/2005/8/layout/process3"/>
    <dgm:cxn modelId="{AD4CA742-E13E-4F55-84CB-D67DEDFCDEE9}" type="presOf" srcId="{29ECAE8F-3B02-4263-BDE2-B0BD98EDA356}" destId="{80E4A239-CDE5-4D42-8F4E-F7FA5D1A7229}" srcOrd="0" destOrd="0" presId="urn:microsoft.com/office/officeart/2005/8/layout/process3"/>
    <dgm:cxn modelId="{237E3668-9A15-470E-B547-D937841E4152}" type="presOf" srcId="{6AC1951B-910F-4907-B8CD-35F4B694155E}" destId="{78649864-8308-4FC3-8D43-BD72796901AE}" srcOrd="0" destOrd="0" presId="urn:microsoft.com/office/officeart/2005/8/layout/process3"/>
    <dgm:cxn modelId="{6545C06A-6BA0-43D4-A5E2-E88E84E495E2}" srcId="{29ECAE8F-3B02-4263-BDE2-B0BD98EDA356}" destId="{225415E7-D3E2-4B6C-ADE1-0AA10568CCF2}" srcOrd="0" destOrd="0" parTransId="{BFDA8C29-7DAF-4654-ACD1-DFA37CA944E8}" sibTransId="{6ABAC3D0-460B-4706-ACA2-2E33FB3B51C9}"/>
    <dgm:cxn modelId="{87FF435A-AE7B-44E3-B8A2-4A55A47AC70D}" type="presOf" srcId="{225415E7-D3E2-4B6C-ADE1-0AA10568CCF2}" destId="{EF35B5AB-FDA3-495E-9002-3717D18B85BF}" srcOrd="0" destOrd="0" presId="urn:microsoft.com/office/officeart/2005/8/layout/process3"/>
    <dgm:cxn modelId="{0E903E7E-BA38-40D4-BFFD-AF1C95AF98CC}" srcId="{29ECAE8F-3B02-4263-BDE2-B0BD98EDA356}" destId="{1B7BB229-4F73-4779-9731-EA7AB54F53FB}" srcOrd="1" destOrd="0" parTransId="{B75E5CDD-10C5-4AF8-BB88-EDE49AB89AD5}" sibTransId="{D658FD2A-93B4-4616-8859-61289BED506A}"/>
    <dgm:cxn modelId="{13BDB180-C76C-4B48-98FF-57ED1965A5F6}" srcId="{29ECAE8F-3B02-4263-BDE2-B0BD98EDA356}" destId="{6AC1951B-910F-4907-B8CD-35F4B694155E}" srcOrd="2" destOrd="0" parTransId="{744A6B66-3003-4335-B192-6E59EBD98F92}" sibTransId="{4C514F29-D06F-437E-BB9B-D3D8D73513F1}"/>
    <dgm:cxn modelId="{D474F48D-22AA-45D0-A81C-80DFED48EBF8}" type="presOf" srcId="{B4B3C049-6895-4D3F-BFBA-F77A2F81A285}" destId="{F6B27D63-FA2E-4749-B2B9-270A3D604718}" srcOrd="0" destOrd="0" presId="urn:microsoft.com/office/officeart/2005/8/layout/process3"/>
    <dgm:cxn modelId="{0EE2B498-C1AC-44C3-A862-D802C69C3300}" type="presOf" srcId="{D658FD2A-93B4-4616-8859-61289BED506A}" destId="{0063DB9B-C0BC-44FD-AB85-1AC5540FF36F}" srcOrd="1" destOrd="0" presId="urn:microsoft.com/office/officeart/2005/8/layout/process3"/>
    <dgm:cxn modelId="{48C6CE98-A0CA-4504-88F6-2A27865E9A3D}" type="presOf" srcId="{6ABAC3D0-460B-4706-ACA2-2E33FB3B51C9}" destId="{F3A8C7E8-4ECA-4764-BCD5-4EF159917E91}" srcOrd="0" destOrd="0" presId="urn:microsoft.com/office/officeart/2005/8/layout/process3"/>
    <dgm:cxn modelId="{B1741699-6A15-41B4-A10A-CB1A0C37A2F6}" type="presOf" srcId="{6AC1951B-910F-4907-B8CD-35F4B694155E}" destId="{4205FF85-F0A7-406C-8B12-E90D27D9C829}" srcOrd="1" destOrd="0" presId="urn:microsoft.com/office/officeart/2005/8/layout/process3"/>
    <dgm:cxn modelId="{3DCC82CD-CBBF-4413-9803-F01FF6F933DA}" type="presOf" srcId="{225415E7-D3E2-4B6C-ADE1-0AA10568CCF2}" destId="{5503948D-5E4F-4479-A949-97CE5EE23A13}" srcOrd="1" destOrd="0" presId="urn:microsoft.com/office/officeart/2005/8/layout/process3"/>
    <dgm:cxn modelId="{D5219AE6-ED8A-49DC-B3D3-B3E9CB9CA6A1}" type="presOf" srcId="{A60912FE-CAAB-4764-B993-633D2EB04E17}" destId="{C34DAF06-B59B-4858-8174-25FFA253EA45}" srcOrd="0" destOrd="0" presId="urn:microsoft.com/office/officeart/2005/8/layout/process3"/>
    <dgm:cxn modelId="{08A163E9-E8FE-4833-9434-A884B8A6B09D}" srcId="{6AC1951B-910F-4907-B8CD-35F4B694155E}" destId="{B4B3C049-6895-4D3F-BFBA-F77A2F81A285}" srcOrd="0" destOrd="0" parTransId="{DA57EB26-2C2B-47D1-82B9-D5735485424E}" sibTransId="{29787F75-9827-4022-B504-D294F10722AB}"/>
    <dgm:cxn modelId="{61694BF4-910A-42DE-A2D5-D150DCB84C39}" srcId="{225415E7-D3E2-4B6C-ADE1-0AA10568CCF2}" destId="{A60912FE-CAAB-4764-B993-633D2EB04E17}" srcOrd="0" destOrd="0" parTransId="{FDA9610B-D84C-4140-A0FD-3AE861351327}" sibTransId="{28ACD075-2B15-4605-86E6-E21B93C99029}"/>
    <dgm:cxn modelId="{D662E7FF-B617-40CC-9345-207E778C6335}" type="presOf" srcId="{D658FD2A-93B4-4616-8859-61289BED506A}" destId="{F7888E29-25F4-4CC4-96FF-573637C9C599}" srcOrd="0" destOrd="0" presId="urn:microsoft.com/office/officeart/2005/8/layout/process3"/>
    <dgm:cxn modelId="{4A069BCE-977B-41FA-9ADE-ED4854584E05}" type="presParOf" srcId="{80E4A239-CDE5-4D42-8F4E-F7FA5D1A7229}" destId="{E3F83C6C-0857-49B1-9687-0BFB01356E88}" srcOrd="0" destOrd="0" presId="urn:microsoft.com/office/officeart/2005/8/layout/process3"/>
    <dgm:cxn modelId="{B3A700C0-F59A-49D3-81C5-00D87115B9FF}" type="presParOf" srcId="{E3F83C6C-0857-49B1-9687-0BFB01356E88}" destId="{EF35B5AB-FDA3-495E-9002-3717D18B85BF}" srcOrd="0" destOrd="0" presId="urn:microsoft.com/office/officeart/2005/8/layout/process3"/>
    <dgm:cxn modelId="{DB5197A7-0D80-4B38-987A-B8C25544E90E}" type="presParOf" srcId="{E3F83C6C-0857-49B1-9687-0BFB01356E88}" destId="{5503948D-5E4F-4479-A949-97CE5EE23A13}" srcOrd="1" destOrd="0" presId="urn:microsoft.com/office/officeart/2005/8/layout/process3"/>
    <dgm:cxn modelId="{F3E356F9-2349-4D4A-9D45-127E89363B03}" type="presParOf" srcId="{E3F83C6C-0857-49B1-9687-0BFB01356E88}" destId="{C34DAF06-B59B-4858-8174-25FFA253EA45}" srcOrd="2" destOrd="0" presId="urn:microsoft.com/office/officeart/2005/8/layout/process3"/>
    <dgm:cxn modelId="{C0C7E918-CFD3-4214-A1F8-B0DB87EC776D}" type="presParOf" srcId="{80E4A239-CDE5-4D42-8F4E-F7FA5D1A7229}" destId="{F3A8C7E8-4ECA-4764-BCD5-4EF159917E91}" srcOrd="1" destOrd="0" presId="urn:microsoft.com/office/officeart/2005/8/layout/process3"/>
    <dgm:cxn modelId="{1D34FABA-45E0-4C6B-A5A9-59ED0A5D14D0}" type="presParOf" srcId="{F3A8C7E8-4ECA-4764-BCD5-4EF159917E91}" destId="{5B83640B-143E-4D3D-8144-F1393AAC8A30}" srcOrd="0" destOrd="0" presId="urn:microsoft.com/office/officeart/2005/8/layout/process3"/>
    <dgm:cxn modelId="{0F8C6BF3-3C62-4E29-B4E1-16980CF3E2F2}" type="presParOf" srcId="{80E4A239-CDE5-4D42-8F4E-F7FA5D1A7229}" destId="{2B02CFDD-AD7A-4584-8FCE-905AEF3F4765}" srcOrd="2" destOrd="0" presId="urn:microsoft.com/office/officeart/2005/8/layout/process3"/>
    <dgm:cxn modelId="{B39CEC33-E74F-49E8-9B04-A706007E72DB}" type="presParOf" srcId="{2B02CFDD-AD7A-4584-8FCE-905AEF3F4765}" destId="{58D95BFC-F1D4-498F-8255-27FB0C50A712}" srcOrd="0" destOrd="0" presId="urn:microsoft.com/office/officeart/2005/8/layout/process3"/>
    <dgm:cxn modelId="{AF18AC68-D580-469F-8A9D-63FF78FE638B}" type="presParOf" srcId="{2B02CFDD-AD7A-4584-8FCE-905AEF3F4765}" destId="{4D6274E0-14D5-4A9C-B023-E99EF6C66B15}" srcOrd="1" destOrd="0" presId="urn:microsoft.com/office/officeart/2005/8/layout/process3"/>
    <dgm:cxn modelId="{C3EB0F6A-0CE7-4BDE-A6A1-0E4CA6E88CFE}" type="presParOf" srcId="{2B02CFDD-AD7A-4584-8FCE-905AEF3F4765}" destId="{E66AAA52-D5F8-46EE-9C0F-E725CBA4D5A1}" srcOrd="2" destOrd="0" presId="urn:microsoft.com/office/officeart/2005/8/layout/process3"/>
    <dgm:cxn modelId="{B0A3F832-F7D3-4154-96FB-ACD381607E82}" type="presParOf" srcId="{80E4A239-CDE5-4D42-8F4E-F7FA5D1A7229}" destId="{F7888E29-25F4-4CC4-96FF-573637C9C599}" srcOrd="3" destOrd="0" presId="urn:microsoft.com/office/officeart/2005/8/layout/process3"/>
    <dgm:cxn modelId="{ABD0CDAE-F62E-4A01-BEAC-AA02C6EDDE93}" type="presParOf" srcId="{F7888E29-25F4-4CC4-96FF-573637C9C599}" destId="{0063DB9B-C0BC-44FD-AB85-1AC5540FF36F}" srcOrd="0" destOrd="0" presId="urn:microsoft.com/office/officeart/2005/8/layout/process3"/>
    <dgm:cxn modelId="{ED5889EC-AEAD-4BF2-BE9A-473DE2C6923A}" type="presParOf" srcId="{80E4A239-CDE5-4D42-8F4E-F7FA5D1A7229}" destId="{B1C71CFC-96D7-4AB0-AEF5-7E6CC610D730}" srcOrd="4" destOrd="0" presId="urn:microsoft.com/office/officeart/2005/8/layout/process3"/>
    <dgm:cxn modelId="{774579D4-6007-426E-9441-33D58052C9B1}" type="presParOf" srcId="{B1C71CFC-96D7-4AB0-AEF5-7E6CC610D730}" destId="{78649864-8308-4FC3-8D43-BD72796901AE}" srcOrd="0" destOrd="0" presId="urn:microsoft.com/office/officeart/2005/8/layout/process3"/>
    <dgm:cxn modelId="{B8C5821A-D5A2-4B4C-A268-93577D5FAF1F}" type="presParOf" srcId="{B1C71CFC-96D7-4AB0-AEF5-7E6CC610D730}" destId="{4205FF85-F0A7-406C-8B12-E90D27D9C829}" srcOrd="1" destOrd="0" presId="urn:microsoft.com/office/officeart/2005/8/layout/process3"/>
    <dgm:cxn modelId="{A08D81B5-DAA5-4568-99D8-21C1D2231BC9}" type="presParOf" srcId="{B1C71CFC-96D7-4AB0-AEF5-7E6CC610D730}" destId="{F6B27D63-FA2E-4749-B2B9-270A3D604718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3948D-5E4F-4479-A949-97CE5EE23A13}">
      <dsp:nvSpPr>
        <dsp:cNvPr id="0" name=""/>
        <dsp:cNvSpPr/>
      </dsp:nvSpPr>
      <dsp:spPr>
        <a:xfrm>
          <a:off x="4105" y="1287199"/>
          <a:ext cx="1866806" cy="103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</dsp:txBody>
      <dsp:txXfrm>
        <a:off x="4105" y="1287199"/>
        <a:ext cx="1866806" cy="691200"/>
      </dsp:txXfrm>
    </dsp:sp>
    <dsp:sp modelId="{C34DAF06-B59B-4858-8174-25FFA253EA45}">
      <dsp:nvSpPr>
        <dsp:cNvPr id="0" name=""/>
        <dsp:cNvSpPr/>
      </dsp:nvSpPr>
      <dsp:spPr>
        <a:xfrm>
          <a:off x="386463" y="1978400"/>
          <a:ext cx="1866806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Two has a longer label</a:t>
          </a:r>
        </a:p>
      </dsp:txBody>
      <dsp:txXfrm>
        <a:off x="439605" y="2031542"/>
        <a:ext cx="1760522" cy="1708116"/>
      </dsp:txXfrm>
    </dsp:sp>
    <dsp:sp modelId="{F3A8C7E8-4ECA-4764-BCD5-4EF159917E91}">
      <dsp:nvSpPr>
        <dsp:cNvPr id="0" name=""/>
        <dsp:cNvSpPr/>
      </dsp:nvSpPr>
      <dsp:spPr>
        <a:xfrm>
          <a:off x="2153913" y="1400409"/>
          <a:ext cx="599962" cy="4647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153913" y="1493365"/>
        <a:ext cx="460528" cy="278868"/>
      </dsp:txXfrm>
    </dsp:sp>
    <dsp:sp modelId="{4D6274E0-14D5-4A9C-B023-E99EF6C66B15}">
      <dsp:nvSpPr>
        <dsp:cNvPr id="0" name=""/>
        <dsp:cNvSpPr/>
      </dsp:nvSpPr>
      <dsp:spPr>
        <a:xfrm>
          <a:off x="3002917" y="1287199"/>
          <a:ext cx="1866806" cy="103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3002917" y="1287199"/>
        <a:ext cx="1866806" cy="691200"/>
      </dsp:txXfrm>
    </dsp:sp>
    <dsp:sp modelId="{E66AAA52-D5F8-46EE-9C0F-E725CBA4D5A1}">
      <dsp:nvSpPr>
        <dsp:cNvPr id="0" name=""/>
        <dsp:cNvSpPr/>
      </dsp:nvSpPr>
      <dsp:spPr>
        <a:xfrm>
          <a:off x="3385275" y="1978400"/>
          <a:ext cx="1866806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88E29-25F4-4CC4-96FF-573637C9C599}">
      <dsp:nvSpPr>
        <dsp:cNvPr id="0" name=""/>
        <dsp:cNvSpPr/>
      </dsp:nvSpPr>
      <dsp:spPr>
        <a:xfrm>
          <a:off x="5152725" y="1400409"/>
          <a:ext cx="599962" cy="4647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152725" y="1493365"/>
        <a:ext cx="460528" cy="278868"/>
      </dsp:txXfrm>
    </dsp:sp>
    <dsp:sp modelId="{4205FF85-F0A7-406C-8B12-E90D27D9C829}">
      <dsp:nvSpPr>
        <dsp:cNvPr id="0" name=""/>
        <dsp:cNvSpPr/>
      </dsp:nvSpPr>
      <dsp:spPr>
        <a:xfrm>
          <a:off x="6001729" y="1287199"/>
          <a:ext cx="1866806" cy="1036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</dsp:txBody>
      <dsp:txXfrm>
        <a:off x="6001729" y="1287199"/>
        <a:ext cx="1866806" cy="691200"/>
      </dsp:txXfrm>
    </dsp:sp>
    <dsp:sp modelId="{F6B27D63-FA2E-4749-B2B9-270A3D604718}">
      <dsp:nvSpPr>
        <dsp:cNvPr id="0" name=""/>
        <dsp:cNvSpPr/>
      </dsp:nvSpPr>
      <dsp:spPr>
        <a:xfrm>
          <a:off x="6384087" y="1978400"/>
          <a:ext cx="1866806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Node Five</a:t>
          </a:r>
        </a:p>
      </dsp:txBody>
      <dsp:txXfrm>
        <a:off x="6437229" y="2031542"/>
        <a:ext cx="1760522" cy="1708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50F3-45D2-578F-FEF7-47E2F700B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F50A6-7093-4EDF-B429-047FEA436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280C0-1307-3B23-6606-9DD62C23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9516C-F358-142B-3D43-23D9294D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74687-7385-6EF3-E911-7496D65A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4AFC-0090-7578-CE82-ED2EA1DC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BD3C2-E2AD-1D51-B9F6-89129C7DA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2995-D288-8556-32FB-636CE890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4F4C-3AEB-B57F-BDC9-FDCFB911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8271-E196-22DD-18B3-9957C46D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C922-F857-84E4-242A-B05EDD91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560A2-E332-F31B-96EA-444A9D521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1CEB3-0C54-CBC3-1DF2-0B72404B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9455D-E2CC-EAFA-C9D8-01081668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FB936-E87C-D963-DD49-6830A4F1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2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1377-1AF1-4EAA-80DC-C419DFFA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0F18-E9E9-6FBF-A63E-CA851D708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5113B-FF7E-E10B-72B4-997D402F8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01D77-A155-B155-7764-3229DF1D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C2570-63A3-0C15-BBC4-65A15EA50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6DD33-0A63-E34B-340B-AD1E4C61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8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7484-B047-84F7-BF92-C2FF80BB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F9E7C-0376-CE1B-B560-FE4F5BEF6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831ED-362E-D31E-CA2B-5F11D78C0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AF2DD-6F0D-CB09-8894-0F9FEF49E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E06DB-429D-FBD3-FD91-B964B8B1C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D2B368-C956-F05B-BB88-EA6E9CD5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F4056-0362-4037-42C0-108940C6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40378-F8F0-F71B-5DAC-26F1E60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3FB5-F03A-EF56-D769-4798B0C7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8956C-E661-4658-67A8-7D1B1ED8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E4AC1-5E16-3DA2-7CF1-E5A50D9F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F2D2B-6511-832E-F547-09BB1985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6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BE6BB-33A3-F0B3-B89E-CDD45F95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62E09-867A-C976-F8C9-D75A1641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303CA-FEA9-08CD-01D3-414793BB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8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522C-836A-4D4D-1C53-E822040B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82B2-AB77-2E44-DE6B-3E3E289E9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8CC56-4F5A-F0E5-221F-3B4E03D48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4395E-D7B0-8602-8B23-87F4A2DB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2FC6E-5107-CB2B-717D-09764AF1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38C7C-8528-0C3A-B624-1EC69E34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426B-2878-9795-1027-8605EC0F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F1B11-0191-AF41-C3EE-209C8189F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4A714-6F2E-6DE7-9BDA-9CDD4BB8C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F8406-5518-4689-DA42-A369BAF6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F0BEE-5054-3337-CD62-9BA37C13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2B444-EF37-F895-DA0C-E4F9E8DE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0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D6A5-A241-61A7-B555-33824390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0FB77-54F7-524F-61E6-5AEAD0D5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6D37A-8294-04B6-81BF-EA41E9E3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F916-A053-F074-9F9A-6987D593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D0E3-A0CC-0CDF-3FE0-3E9CA3A6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8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9CD0A-FC45-885D-768A-219086672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87E96-C43B-D2A4-79E2-DB101931C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A3607-D194-2E4B-EB04-D046D1CA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3ACF-577F-36EF-6AB5-512A4160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18392-F828-14C7-8BF4-6C682CAFB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5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9BEFE-8EBF-6300-638A-6FAB7D78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B863-71C1-08DD-2DC3-87B0B36BE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6E5A6-A8AC-6C2B-98B2-D53390521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7AFF4-102D-45B5-8EA2-1400F65339D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DE529-4C76-810B-15DB-120656F5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83230-83EF-6112-DFF2-5D73EA05E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24A1E-60BC-4737-B434-0D20D00B4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7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922A9BD-2E95-4DF9-C467-78F58D7EBE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07252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182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2026-09-06T08:13:21Z</dcterms:created>
  <dcterms:modified xsi:type="dcterms:W3CDTF">2026-09-06T08:13:22Z</dcterms:modified>
</cp:coreProperties>
</file>