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551624-C818-4257-A5B9-EDACACB423F8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7C2717-C7AC-4BFC-8DC5-32CA418CBFE6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AAB013A7-1257-4530-8C9A-08A57650F681}" type="parTrans" cxnId="{21D3CA8D-F8DD-49B9-8840-0C9B8DBA1BFE}">
      <dgm:prSet/>
      <dgm:spPr/>
    </dgm:pt>
    <dgm:pt modelId="{7B73BDFC-3C57-4B99-B10B-B232D422940B}" type="sibTrans" cxnId="{21D3CA8D-F8DD-49B9-8840-0C9B8DBA1BFE}">
      <dgm:prSet/>
      <dgm:spPr/>
    </dgm:pt>
    <dgm:pt modelId="{D5471992-EFE2-44D4-9E4F-2743B728E0D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1073535F-3A01-4C72-8F7D-6DD2CD0ADDA8}" type="parTrans" cxnId="{DE3EE749-AD6E-4188-9810-D0539693FE08}">
      <dgm:prSet/>
      <dgm:spPr/>
      <dgm:t>
        <a:bodyPr/>
        <a:lstStyle/>
        <a:p>
          <a:endParaRPr lang="en-US"/>
        </a:p>
      </dgm:t>
    </dgm:pt>
    <dgm:pt modelId="{CBB7A320-FEF9-4FA4-9E42-42D42E16C642}" type="sibTrans" cxnId="{DE3EE749-AD6E-4188-9810-D0539693FE08}">
      <dgm:prSet/>
      <dgm:spPr/>
    </dgm:pt>
    <dgm:pt modelId="{BCD2C8A2-E17D-4FDE-A837-FA04F2F9E767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05365737-A4CF-4360-90A3-95D36A86CEFE}" type="parTrans" cxnId="{96C91806-81DA-4715-80CF-8A7ED86F82A8}">
      <dgm:prSet/>
      <dgm:spPr/>
      <dgm:t>
        <a:bodyPr/>
        <a:lstStyle/>
        <a:p>
          <a:endParaRPr lang="en-US"/>
        </a:p>
      </dgm:t>
    </dgm:pt>
    <dgm:pt modelId="{F37888D7-D05B-471C-8E1B-2E2B65B0079C}" type="sibTrans" cxnId="{96C91806-81DA-4715-80CF-8A7ED86F82A8}">
      <dgm:prSet/>
      <dgm:spPr/>
    </dgm:pt>
    <dgm:pt modelId="{0BE037AE-404D-4592-AB42-F84FB472A381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2C9186B9-6213-4A41-9DB1-FA6FDD283803}" type="parTrans" cxnId="{E608D125-C1D4-4F2A-BA7B-14366FB7C6FB}">
      <dgm:prSet/>
      <dgm:spPr/>
      <dgm:t>
        <a:bodyPr/>
        <a:lstStyle/>
        <a:p>
          <a:endParaRPr lang="en-US"/>
        </a:p>
      </dgm:t>
    </dgm:pt>
    <dgm:pt modelId="{CF596D62-4178-4A46-A3D3-B12F3D79355F}" type="sibTrans" cxnId="{E608D125-C1D4-4F2A-BA7B-14366FB7C6FB}">
      <dgm:prSet/>
      <dgm:spPr/>
    </dgm:pt>
    <dgm:pt modelId="{9D4C4EE1-38A3-40ED-8469-CD28FE591829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464D9155-82B8-4FA0-854D-53E4E4B921D9}" type="parTrans" cxnId="{A82AC975-84E7-4E61-973F-9A9536F6ED23}">
      <dgm:prSet/>
      <dgm:spPr/>
      <dgm:t>
        <a:bodyPr/>
        <a:lstStyle/>
        <a:p>
          <a:endParaRPr lang="en-US"/>
        </a:p>
      </dgm:t>
    </dgm:pt>
    <dgm:pt modelId="{0925188D-424A-4AAE-AA6C-6240C58F89C2}" type="sibTrans" cxnId="{A82AC975-84E7-4E61-973F-9A9536F6ED23}">
      <dgm:prSet/>
      <dgm:spPr/>
    </dgm:pt>
    <dgm:pt modelId="{A55C8FA3-2842-4AFD-BDDF-4B0FF2E86864}" type="pres">
      <dgm:prSet presAssocID="{B2551624-C818-4257-A5B9-EDACACB423F8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2EBFCAC-A477-442E-99B3-0D141AC3DB3A}" type="pres">
      <dgm:prSet presAssocID="{837C2717-C7AC-4BFC-8DC5-32CA418CBFE6}" presName="centerShape" presStyleLbl="node0" presStyleIdx="0" presStyleCnt="1"/>
      <dgm:spPr/>
    </dgm:pt>
    <dgm:pt modelId="{533022F2-14CC-433B-874D-E7A8BE7B3673}" type="pres">
      <dgm:prSet presAssocID="{1073535F-3A01-4C72-8F7D-6DD2CD0ADDA8}" presName="parTrans" presStyleLbl="sibTrans2D1" presStyleIdx="0" presStyleCnt="3"/>
      <dgm:spPr/>
    </dgm:pt>
    <dgm:pt modelId="{23F2D189-A155-4E34-B055-434913C1241E}" type="pres">
      <dgm:prSet presAssocID="{1073535F-3A01-4C72-8F7D-6DD2CD0ADDA8}" presName="connectorText" presStyleLbl="sibTrans2D1" presStyleIdx="0" presStyleCnt="3"/>
      <dgm:spPr/>
    </dgm:pt>
    <dgm:pt modelId="{30EE7EB5-5DB5-4150-83FD-78ABF99F06F0}" type="pres">
      <dgm:prSet presAssocID="{D5471992-EFE2-44D4-9E4F-2743B728E0D8}" presName="node" presStyleLbl="node1" presStyleIdx="0" presStyleCnt="3">
        <dgm:presLayoutVars>
          <dgm:bulletEnabled val="1"/>
        </dgm:presLayoutVars>
      </dgm:prSet>
      <dgm:spPr/>
    </dgm:pt>
    <dgm:pt modelId="{3B623341-AFE7-45B6-B3CB-2D2266AB7F53}" type="pres">
      <dgm:prSet presAssocID="{05365737-A4CF-4360-90A3-95D36A86CEFE}" presName="parTrans" presStyleLbl="sibTrans2D1" presStyleIdx="1" presStyleCnt="3"/>
      <dgm:spPr/>
    </dgm:pt>
    <dgm:pt modelId="{B6C0A562-E8F1-48E4-8828-C891FFD4AFAF}" type="pres">
      <dgm:prSet presAssocID="{05365737-A4CF-4360-90A3-95D36A86CEFE}" presName="connectorText" presStyleLbl="sibTrans2D1" presStyleIdx="1" presStyleCnt="3"/>
      <dgm:spPr/>
    </dgm:pt>
    <dgm:pt modelId="{047840F8-4F2B-4BF1-85CA-D21778F2CEEA}" type="pres">
      <dgm:prSet presAssocID="{BCD2C8A2-E17D-4FDE-A837-FA04F2F9E767}" presName="node" presStyleLbl="node1" presStyleIdx="1" presStyleCnt="3">
        <dgm:presLayoutVars>
          <dgm:bulletEnabled val="1"/>
        </dgm:presLayoutVars>
      </dgm:prSet>
      <dgm:spPr/>
    </dgm:pt>
    <dgm:pt modelId="{3B86DB33-EF23-4587-8095-4BEB98BA8A42}" type="pres">
      <dgm:prSet presAssocID="{2C9186B9-6213-4A41-9DB1-FA6FDD283803}" presName="parTrans" presStyleLbl="sibTrans2D1" presStyleIdx="2" presStyleCnt="3"/>
      <dgm:spPr/>
    </dgm:pt>
    <dgm:pt modelId="{5704590A-4DAC-469E-92A9-A791092596A0}" type="pres">
      <dgm:prSet presAssocID="{2C9186B9-6213-4A41-9DB1-FA6FDD283803}" presName="connectorText" presStyleLbl="sibTrans2D1" presStyleIdx="2" presStyleCnt="3"/>
      <dgm:spPr/>
    </dgm:pt>
    <dgm:pt modelId="{86BFF95B-45FD-48E2-B75E-B16FF0C71E16}" type="pres">
      <dgm:prSet presAssocID="{0BE037AE-404D-4592-AB42-F84FB472A381}" presName="node" presStyleLbl="node1" presStyleIdx="2" presStyleCnt="3">
        <dgm:presLayoutVars>
          <dgm:bulletEnabled val="1"/>
        </dgm:presLayoutVars>
      </dgm:prSet>
      <dgm:spPr/>
    </dgm:pt>
  </dgm:ptLst>
  <dgm:cxnLst>
    <dgm:cxn modelId="{C7206805-78C4-43ED-BA30-277B2C05AF99}" type="presOf" srcId="{837C2717-C7AC-4BFC-8DC5-32CA418CBFE6}" destId="{32EBFCAC-A477-442E-99B3-0D141AC3DB3A}" srcOrd="0" destOrd="0" presId="urn:microsoft.com/office/officeart/2005/8/layout/radial5"/>
    <dgm:cxn modelId="{96C91806-81DA-4715-80CF-8A7ED86F82A8}" srcId="{837C2717-C7AC-4BFC-8DC5-32CA418CBFE6}" destId="{BCD2C8A2-E17D-4FDE-A837-FA04F2F9E767}" srcOrd="1" destOrd="0" parTransId="{05365737-A4CF-4360-90A3-95D36A86CEFE}" sibTransId="{F37888D7-D05B-471C-8E1B-2E2B65B0079C}"/>
    <dgm:cxn modelId="{B8A28A08-6996-47A9-A041-A65CF38C0D83}" type="presOf" srcId="{D5471992-EFE2-44D4-9E4F-2743B728E0D8}" destId="{30EE7EB5-5DB5-4150-83FD-78ABF99F06F0}" srcOrd="0" destOrd="0" presId="urn:microsoft.com/office/officeart/2005/8/layout/radial5"/>
    <dgm:cxn modelId="{7D7F400E-4322-474A-B5E5-C25D2E0E21EF}" type="presOf" srcId="{1073535F-3A01-4C72-8F7D-6DD2CD0ADDA8}" destId="{23F2D189-A155-4E34-B055-434913C1241E}" srcOrd="1" destOrd="0" presId="urn:microsoft.com/office/officeart/2005/8/layout/radial5"/>
    <dgm:cxn modelId="{ADB3B314-9008-46FC-8E52-7094F5E1713F}" type="presOf" srcId="{9D4C4EE1-38A3-40ED-8469-CD28FE591829}" destId="{86BFF95B-45FD-48E2-B75E-B16FF0C71E16}" srcOrd="0" destOrd="1" presId="urn:microsoft.com/office/officeart/2005/8/layout/radial5"/>
    <dgm:cxn modelId="{7E7A2C1B-5E86-4A54-9BDE-C7FAE85C3031}" type="presOf" srcId="{2C9186B9-6213-4A41-9DB1-FA6FDD283803}" destId="{5704590A-4DAC-469E-92A9-A791092596A0}" srcOrd="1" destOrd="0" presId="urn:microsoft.com/office/officeart/2005/8/layout/radial5"/>
    <dgm:cxn modelId="{21A0A323-6FE5-491C-88F1-024611BFFE35}" type="presOf" srcId="{2C9186B9-6213-4A41-9DB1-FA6FDD283803}" destId="{3B86DB33-EF23-4587-8095-4BEB98BA8A42}" srcOrd="0" destOrd="0" presId="urn:microsoft.com/office/officeart/2005/8/layout/radial5"/>
    <dgm:cxn modelId="{E608D125-C1D4-4F2A-BA7B-14366FB7C6FB}" srcId="{837C2717-C7AC-4BFC-8DC5-32CA418CBFE6}" destId="{0BE037AE-404D-4592-AB42-F84FB472A381}" srcOrd="2" destOrd="0" parTransId="{2C9186B9-6213-4A41-9DB1-FA6FDD283803}" sibTransId="{CF596D62-4178-4A46-A3D3-B12F3D79355F}"/>
    <dgm:cxn modelId="{7ECD363D-5CF9-4454-8F27-0BA537B4AE0E}" type="presOf" srcId="{BCD2C8A2-E17D-4FDE-A837-FA04F2F9E767}" destId="{047840F8-4F2B-4BF1-85CA-D21778F2CEEA}" srcOrd="0" destOrd="0" presId="urn:microsoft.com/office/officeart/2005/8/layout/radial5"/>
    <dgm:cxn modelId="{DE3EE749-AD6E-4188-9810-D0539693FE08}" srcId="{837C2717-C7AC-4BFC-8DC5-32CA418CBFE6}" destId="{D5471992-EFE2-44D4-9E4F-2743B728E0D8}" srcOrd="0" destOrd="0" parTransId="{1073535F-3A01-4C72-8F7D-6DD2CD0ADDA8}" sibTransId="{CBB7A320-FEF9-4FA4-9E42-42D42E16C642}"/>
    <dgm:cxn modelId="{A82AC975-84E7-4E61-973F-9A9536F6ED23}" srcId="{0BE037AE-404D-4592-AB42-F84FB472A381}" destId="{9D4C4EE1-38A3-40ED-8469-CD28FE591829}" srcOrd="0" destOrd="0" parTransId="{464D9155-82B8-4FA0-854D-53E4E4B921D9}" sibTransId="{0925188D-424A-4AAE-AA6C-6240C58F89C2}"/>
    <dgm:cxn modelId="{37310B78-7078-4F5D-A7DE-6DBC4C274B0A}" type="presOf" srcId="{05365737-A4CF-4360-90A3-95D36A86CEFE}" destId="{3B623341-AFE7-45B6-B3CB-2D2266AB7F53}" srcOrd="0" destOrd="0" presId="urn:microsoft.com/office/officeart/2005/8/layout/radial5"/>
    <dgm:cxn modelId="{386A0659-E0BC-46BC-A060-085E97F42AB3}" type="presOf" srcId="{1073535F-3A01-4C72-8F7D-6DD2CD0ADDA8}" destId="{533022F2-14CC-433B-874D-E7A8BE7B3673}" srcOrd="0" destOrd="0" presId="urn:microsoft.com/office/officeart/2005/8/layout/radial5"/>
    <dgm:cxn modelId="{21D3CA8D-F8DD-49B9-8840-0C9B8DBA1BFE}" srcId="{B2551624-C818-4257-A5B9-EDACACB423F8}" destId="{837C2717-C7AC-4BFC-8DC5-32CA418CBFE6}" srcOrd="0" destOrd="0" parTransId="{AAB013A7-1257-4530-8C9A-08A57650F681}" sibTransId="{7B73BDFC-3C57-4B99-B10B-B232D422940B}"/>
    <dgm:cxn modelId="{F787C3B9-5848-4B6F-B175-2BB9D7746F15}" type="presOf" srcId="{05365737-A4CF-4360-90A3-95D36A86CEFE}" destId="{B6C0A562-E8F1-48E4-8828-C891FFD4AFAF}" srcOrd="1" destOrd="0" presId="urn:microsoft.com/office/officeart/2005/8/layout/radial5"/>
    <dgm:cxn modelId="{24A4DFC8-EBFA-4FCE-818C-5400049640A9}" type="presOf" srcId="{0BE037AE-404D-4592-AB42-F84FB472A381}" destId="{86BFF95B-45FD-48E2-B75E-B16FF0C71E16}" srcOrd="0" destOrd="0" presId="urn:microsoft.com/office/officeart/2005/8/layout/radial5"/>
    <dgm:cxn modelId="{E075DAD5-DA13-48F6-8F69-B1811898BF94}" type="presOf" srcId="{B2551624-C818-4257-A5B9-EDACACB423F8}" destId="{A55C8FA3-2842-4AFD-BDDF-4B0FF2E86864}" srcOrd="0" destOrd="0" presId="urn:microsoft.com/office/officeart/2005/8/layout/radial5"/>
    <dgm:cxn modelId="{65F790AE-30A9-46E4-AF52-3E3770F0E84D}" type="presParOf" srcId="{A55C8FA3-2842-4AFD-BDDF-4B0FF2E86864}" destId="{32EBFCAC-A477-442E-99B3-0D141AC3DB3A}" srcOrd="0" destOrd="0" presId="urn:microsoft.com/office/officeart/2005/8/layout/radial5"/>
    <dgm:cxn modelId="{0B646C16-063E-4BD1-85F3-F34102E0E2AD}" type="presParOf" srcId="{A55C8FA3-2842-4AFD-BDDF-4B0FF2E86864}" destId="{533022F2-14CC-433B-874D-E7A8BE7B3673}" srcOrd="1" destOrd="0" presId="urn:microsoft.com/office/officeart/2005/8/layout/radial5"/>
    <dgm:cxn modelId="{0C00B8A7-229B-484A-B6B7-AAAA148EB5C4}" type="presParOf" srcId="{533022F2-14CC-433B-874D-E7A8BE7B3673}" destId="{23F2D189-A155-4E34-B055-434913C1241E}" srcOrd="0" destOrd="0" presId="urn:microsoft.com/office/officeart/2005/8/layout/radial5"/>
    <dgm:cxn modelId="{43DEF296-61C7-4EB2-9940-12C60B6BADE3}" type="presParOf" srcId="{A55C8FA3-2842-4AFD-BDDF-4B0FF2E86864}" destId="{30EE7EB5-5DB5-4150-83FD-78ABF99F06F0}" srcOrd="2" destOrd="0" presId="urn:microsoft.com/office/officeart/2005/8/layout/radial5"/>
    <dgm:cxn modelId="{A7ED39D2-5EA6-4D34-9C74-DCC7A3AF199E}" type="presParOf" srcId="{A55C8FA3-2842-4AFD-BDDF-4B0FF2E86864}" destId="{3B623341-AFE7-45B6-B3CB-2D2266AB7F53}" srcOrd="3" destOrd="0" presId="urn:microsoft.com/office/officeart/2005/8/layout/radial5"/>
    <dgm:cxn modelId="{C18EE973-F8D8-45B7-B8F3-F6EACFB68CCC}" type="presParOf" srcId="{3B623341-AFE7-45B6-B3CB-2D2266AB7F53}" destId="{B6C0A562-E8F1-48E4-8828-C891FFD4AFAF}" srcOrd="0" destOrd="0" presId="urn:microsoft.com/office/officeart/2005/8/layout/radial5"/>
    <dgm:cxn modelId="{F30B75B9-10C2-48C6-ABE2-2BA4052FD155}" type="presParOf" srcId="{A55C8FA3-2842-4AFD-BDDF-4B0FF2E86864}" destId="{047840F8-4F2B-4BF1-85CA-D21778F2CEEA}" srcOrd="4" destOrd="0" presId="urn:microsoft.com/office/officeart/2005/8/layout/radial5"/>
    <dgm:cxn modelId="{3FAE8FB9-712D-469C-AA8E-E817F1D118E0}" type="presParOf" srcId="{A55C8FA3-2842-4AFD-BDDF-4B0FF2E86864}" destId="{3B86DB33-EF23-4587-8095-4BEB98BA8A42}" srcOrd="5" destOrd="0" presId="urn:microsoft.com/office/officeart/2005/8/layout/radial5"/>
    <dgm:cxn modelId="{1505EB66-352A-4C61-8BED-A12F496ED67A}" type="presParOf" srcId="{3B86DB33-EF23-4587-8095-4BEB98BA8A42}" destId="{5704590A-4DAC-469E-92A9-A791092596A0}" srcOrd="0" destOrd="0" presId="urn:microsoft.com/office/officeart/2005/8/layout/radial5"/>
    <dgm:cxn modelId="{B61BA29B-C722-4340-948A-0F95455D814C}" type="presParOf" srcId="{A55C8FA3-2842-4AFD-BDDF-4B0FF2E86864}" destId="{86BFF95B-45FD-48E2-B75E-B16FF0C71E16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BFCAC-A477-442E-99B3-0D141AC3DB3A}">
      <dsp:nvSpPr>
        <dsp:cNvPr id="0" name=""/>
        <dsp:cNvSpPr/>
      </dsp:nvSpPr>
      <dsp:spPr>
        <a:xfrm>
          <a:off x="3309255" y="2294868"/>
          <a:ext cx="1636489" cy="16364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Node One</a:t>
          </a:r>
        </a:p>
      </dsp:txBody>
      <dsp:txXfrm>
        <a:off x="3548913" y="2534526"/>
        <a:ext cx="1157173" cy="1157173"/>
      </dsp:txXfrm>
    </dsp:sp>
    <dsp:sp modelId="{533022F2-14CC-433B-874D-E7A8BE7B3673}">
      <dsp:nvSpPr>
        <dsp:cNvPr id="0" name=""/>
        <dsp:cNvSpPr/>
      </dsp:nvSpPr>
      <dsp:spPr>
        <a:xfrm rot="16200000">
          <a:off x="3953670" y="1698523"/>
          <a:ext cx="347659" cy="5564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005819" y="1861953"/>
        <a:ext cx="243361" cy="333844"/>
      </dsp:txXfrm>
    </dsp:sp>
    <dsp:sp modelId="{30EE7EB5-5DB5-4150-83FD-78ABF99F06F0}">
      <dsp:nvSpPr>
        <dsp:cNvPr id="0" name=""/>
        <dsp:cNvSpPr/>
      </dsp:nvSpPr>
      <dsp:spPr>
        <a:xfrm>
          <a:off x="3309255" y="2417"/>
          <a:ext cx="1636489" cy="16364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Two has a longer label</a:t>
          </a:r>
        </a:p>
      </dsp:txBody>
      <dsp:txXfrm>
        <a:off x="3548913" y="242075"/>
        <a:ext cx="1157173" cy="1157173"/>
      </dsp:txXfrm>
    </dsp:sp>
    <dsp:sp modelId="{3B623341-AFE7-45B6-B3CB-2D2266AB7F53}">
      <dsp:nvSpPr>
        <dsp:cNvPr id="0" name=""/>
        <dsp:cNvSpPr/>
      </dsp:nvSpPr>
      <dsp:spPr>
        <a:xfrm rot="1800000">
          <a:off x="4937809" y="3403102"/>
          <a:ext cx="347659" cy="5564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944796" y="3488309"/>
        <a:ext cx="243361" cy="333844"/>
      </dsp:txXfrm>
    </dsp:sp>
    <dsp:sp modelId="{047840F8-4F2B-4BF1-85CA-D21778F2CEEA}">
      <dsp:nvSpPr>
        <dsp:cNvPr id="0" name=""/>
        <dsp:cNvSpPr/>
      </dsp:nvSpPr>
      <dsp:spPr>
        <a:xfrm>
          <a:off x="5294575" y="3441093"/>
          <a:ext cx="1636489" cy="16364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Three</a:t>
          </a:r>
        </a:p>
      </dsp:txBody>
      <dsp:txXfrm>
        <a:off x="5534233" y="3680751"/>
        <a:ext cx="1157173" cy="1157173"/>
      </dsp:txXfrm>
    </dsp:sp>
    <dsp:sp modelId="{3B86DB33-EF23-4587-8095-4BEB98BA8A42}">
      <dsp:nvSpPr>
        <dsp:cNvPr id="0" name=""/>
        <dsp:cNvSpPr/>
      </dsp:nvSpPr>
      <dsp:spPr>
        <a:xfrm rot="9000000">
          <a:off x="2969531" y="3403102"/>
          <a:ext cx="347659" cy="5564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3066842" y="3488309"/>
        <a:ext cx="243361" cy="333844"/>
      </dsp:txXfrm>
    </dsp:sp>
    <dsp:sp modelId="{86BFF95B-45FD-48E2-B75E-B16FF0C71E16}">
      <dsp:nvSpPr>
        <dsp:cNvPr id="0" name=""/>
        <dsp:cNvSpPr/>
      </dsp:nvSpPr>
      <dsp:spPr>
        <a:xfrm>
          <a:off x="1323934" y="3441093"/>
          <a:ext cx="1636489" cy="16364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Four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Node Five</a:t>
          </a:r>
        </a:p>
      </dsp:txBody>
      <dsp:txXfrm>
        <a:off x="1563592" y="3680751"/>
        <a:ext cx="1157173" cy="11571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A306-7E93-8945-301A-322EB0779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76F15-086A-A1B1-D124-69C78A92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F45A1-2BC8-E0FA-FEF8-C580DB31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D476-27CC-4388-89D7-081D66D31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EF3BC-E1D6-E1C5-418A-EDB4DA81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71E2-4B76-01B0-C246-A38B77160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9E2D-3835-4FF7-8D3E-25123C6C0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9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BC936-CF60-6DAA-0C84-D7BC9147C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44B70-69F2-3002-AC61-FB2E6EA05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D2989-3744-D1C1-3EAC-B76B2DC8B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D476-27CC-4388-89D7-081D66D31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0E9D-0C43-702B-88AA-158C216C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E0CF0-0D80-9655-2078-89566D1C3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9E2D-3835-4FF7-8D3E-25123C6C0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3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C19E4-3737-17B3-2676-9ED802F0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46E52-0F16-E750-E872-78CD13D6D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46A4B-9BAD-CC11-8BC3-247640C03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D476-27CC-4388-89D7-081D66D31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05DA0-52BC-FCF3-3843-A2E64AB53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3BC66-129A-6AB7-CF9A-23C443D45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9E2D-3835-4FF7-8D3E-25123C6C0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3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31C3-2733-7291-EA3F-156A87B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C67C7-E04A-14BF-1664-B2CCE15017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7C740-C73A-23D6-334E-BDC438D04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253A5-2BB8-F48B-FB92-D0FAA2B8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D476-27CC-4388-89D7-081D66D31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6CAA1-6263-3025-8AFB-21E5D030E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588B7-5159-1172-8E91-1486F458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9E2D-3835-4FF7-8D3E-25123C6C0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68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FC04-B49B-E3AB-76B9-27447EBD0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194A3-1D70-36D4-5C87-70F7487A6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67250-1970-98E5-8F9B-0CBC864FB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925359-A474-C898-E12C-D896F3220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1B5686-2939-68A0-60A0-6768CAFA2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07F5D3-AC5C-4210-FB81-F83132C36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D476-27CC-4388-89D7-081D66D31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6EFF2A-9417-0F1E-92B8-8413B3A13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386DF-63D9-17A4-7E69-E0757048D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9E2D-3835-4FF7-8D3E-25123C6C0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31EB-A077-6672-F328-70BBA0FD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14A11-4C97-CAB8-3E95-CC3678823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D476-27CC-4388-89D7-081D66D31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F9A4E-4F32-AFFF-FE59-5CBD1C68C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6906B-423C-8A51-927A-5CD7D2858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9E2D-3835-4FF7-8D3E-25123C6C0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01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97A29-E578-4A50-4DB7-09F93ECC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D476-27CC-4388-89D7-081D66D31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694F7-6E44-F562-AF98-1A88301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B09AC-7E0E-C77D-DBE2-462A6B040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9E2D-3835-4FF7-8D3E-25123C6C0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79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9A7D7-F593-DDFD-8B0A-46D59079F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21EBA-6530-4DEA-EF0E-FAE36D477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B8EBC-0246-3D5F-5CCE-7CCE683F4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4BAE0-8495-2A3C-858C-99012F1B4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D476-27CC-4388-89D7-081D66D31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39D8A-9837-119F-57A9-0FE0D7D00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F8F25-4AA9-A242-C11B-4B2E135B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9E2D-3835-4FF7-8D3E-25123C6C0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FC9B2-D1EA-BB71-C1AF-2C8BC7AC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B74457-BAF9-D458-EDD4-5ED9979254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32F79-5440-5126-144D-0CE8A4A2C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29865-7EAC-9CD6-2466-F72AD112C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D476-27CC-4388-89D7-081D66D31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A18CA-B44A-1B04-FFB3-4C2C0481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F2D45-9930-48D3-FF4E-8DBE6E098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9E2D-3835-4FF7-8D3E-25123C6C0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14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0F065-9822-2DE8-8D77-F1272963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77DB0-ABC1-2B79-2E3A-E11823462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C1A10-203F-1E5E-CC87-F1BA584A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D476-27CC-4388-89D7-081D66D31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CFFC8-6172-9000-0DA5-1834CB69C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B37B4-96D1-ACBE-E80A-5E904F99E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9E2D-3835-4FF7-8D3E-25123C6C0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5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599418-5138-43C3-E71B-DB9C49B12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1F65A-E892-AE00-2CF9-003418484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8400C-E542-7DF0-9C2A-61BD5BB7D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D476-27CC-4388-89D7-081D66D31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A0EE3-E755-B5F7-313D-427DE7B7B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7CC03-5BC2-F7FD-DD56-3093F421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9E2D-3835-4FF7-8D3E-25123C6C0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63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A601E8-4333-DF43-A8DF-824FD3EDA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7D8BA-4326-F333-9C3C-1FC1242A6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9B4DD-B259-4E54-55EB-95077798D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ED476-27CC-4388-89D7-081D66D31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E75A5-4C57-206A-6905-476E74185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1BE54-3625-392F-FC04-4F9DEF934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09E2D-3835-4FF7-8D3E-25123C6C0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31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69C8524-B90C-77CA-6D31-DE73EC925E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66830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611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2026-09-06T08:14:16Z</dcterms:created>
  <dcterms:modified xsi:type="dcterms:W3CDTF">2026-09-06T08:14:17Z</dcterms:modified>
</cp:coreProperties>
</file>