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B7C9C1-5D94-4B86-AF4B-6479B94A1042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6B4B29-38B8-4D6F-8235-507973B9FA0B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CBB522E-4DF2-4846-A505-1300DE29D074}" type="parTrans" cxnId="{9329F3FA-5C78-44D0-9DE2-07326791A639}">
      <dgm:prSet/>
      <dgm:spPr/>
    </dgm:pt>
    <dgm:pt modelId="{E844DBA9-33FB-4660-BE85-9F92B24B0611}" type="sibTrans" cxnId="{9329F3FA-5C78-44D0-9DE2-07326791A639}">
      <dgm:prSet/>
      <dgm:spPr/>
    </dgm:pt>
    <dgm:pt modelId="{3CC97041-050C-486E-9527-B49F64CD62B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57B4233-C8AD-4810-8595-2BC3CABB6785}" type="parTrans" cxnId="{40F7A06D-E6C8-4761-A298-7E07B180388E}">
      <dgm:prSet/>
      <dgm:spPr/>
    </dgm:pt>
    <dgm:pt modelId="{F5B9AA3B-10C8-49B1-B1AF-4339081F242E}" type="sibTrans" cxnId="{40F7A06D-E6C8-4761-A298-7E07B180388E}">
      <dgm:prSet/>
      <dgm:spPr/>
    </dgm:pt>
    <dgm:pt modelId="{15EF3470-114F-4CC5-8FF5-546C8924190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60C4BE22-E46E-44B7-A8EF-C2E26B4B8125}" type="parTrans" cxnId="{31652B96-6806-43F6-8012-E72C7B7D5E57}">
      <dgm:prSet/>
      <dgm:spPr/>
    </dgm:pt>
    <dgm:pt modelId="{928AC050-CEE6-462A-98F4-E071DCD2AFBF}" type="sibTrans" cxnId="{31652B96-6806-43F6-8012-E72C7B7D5E57}">
      <dgm:prSet/>
      <dgm:spPr/>
    </dgm:pt>
    <dgm:pt modelId="{66FF3819-5C1C-423D-B3EF-B7EFE0D8A441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6159EBDB-84DB-46F9-8D04-669CB49DB592}" type="parTrans" cxnId="{AAD1FE1A-903F-4140-AECF-1F0FAF67D773}">
      <dgm:prSet/>
      <dgm:spPr/>
    </dgm:pt>
    <dgm:pt modelId="{8DF2F9DF-4231-4436-B03F-CCC8BAFB0EED}" type="sibTrans" cxnId="{AAD1FE1A-903F-4140-AECF-1F0FAF67D773}">
      <dgm:prSet/>
      <dgm:spPr/>
    </dgm:pt>
    <dgm:pt modelId="{BD95EDFE-B8CE-417B-9EDB-CDD4F6D3834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91F1E34-A2D3-4782-9F7E-977251AAD0EC}" type="parTrans" cxnId="{DAA189B6-233C-49BA-B0BB-E2E0B35EA032}">
      <dgm:prSet/>
      <dgm:spPr/>
    </dgm:pt>
    <dgm:pt modelId="{A02A2E57-89D4-4046-A0EC-097B57730611}" type="sibTrans" cxnId="{DAA189B6-233C-49BA-B0BB-E2E0B35EA032}">
      <dgm:prSet/>
      <dgm:spPr/>
    </dgm:pt>
    <dgm:pt modelId="{E167C68E-4029-4F98-B216-2270330D8023}" type="pres">
      <dgm:prSet presAssocID="{B9B7C9C1-5D94-4B86-AF4B-6479B94A1042}" presName="diagram" presStyleCnt="0">
        <dgm:presLayoutVars>
          <dgm:dir/>
          <dgm:resizeHandles val="exact"/>
        </dgm:presLayoutVars>
      </dgm:prSet>
      <dgm:spPr/>
    </dgm:pt>
    <dgm:pt modelId="{7B82B6A5-93E6-4BEC-BEFC-98EBF181D09F}" type="pres">
      <dgm:prSet presAssocID="{6D6B4B29-38B8-4D6F-8235-507973B9FA0B}" presName="arrow" presStyleLbl="node1" presStyleIdx="0" presStyleCnt="3">
        <dgm:presLayoutVars>
          <dgm:bulletEnabled val="1"/>
        </dgm:presLayoutVars>
      </dgm:prSet>
      <dgm:spPr/>
    </dgm:pt>
    <dgm:pt modelId="{7061D9E3-03E4-464B-900E-B0D5A52BA391}" type="pres">
      <dgm:prSet presAssocID="{15EF3470-114F-4CC5-8FF5-546C89241909}" presName="arrow" presStyleLbl="node1" presStyleIdx="1" presStyleCnt="3">
        <dgm:presLayoutVars>
          <dgm:bulletEnabled val="1"/>
        </dgm:presLayoutVars>
      </dgm:prSet>
      <dgm:spPr/>
    </dgm:pt>
    <dgm:pt modelId="{4647CB43-96F1-4E7A-99CF-06C50379019D}" type="pres">
      <dgm:prSet presAssocID="{66FF3819-5C1C-423D-B3EF-B7EFE0D8A441}" presName="arrow" presStyleLbl="node1" presStyleIdx="2" presStyleCnt="3">
        <dgm:presLayoutVars>
          <dgm:bulletEnabled val="1"/>
        </dgm:presLayoutVars>
      </dgm:prSet>
      <dgm:spPr/>
    </dgm:pt>
  </dgm:ptLst>
  <dgm:cxnLst>
    <dgm:cxn modelId="{AAD1FE1A-903F-4140-AECF-1F0FAF67D773}" srcId="{B9B7C9C1-5D94-4B86-AF4B-6479B94A1042}" destId="{66FF3819-5C1C-423D-B3EF-B7EFE0D8A441}" srcOrd="2" destOrd="0" parTransId="{6159EBDB-84DB-46F9-8D04-669CB49DB592}" sibTransId="{8DF2F9DF-4231-4436-B03F-CCC8BAFB0EED}"/>
    <dgm:cxn modelId="{393BD420-7590-4BE2-BA81-8F9C718CD6AE}" type="presOf" srcId="{66FF3819-5C1C-423D-B3EF-B7EFE0D8A441}" destId="{4647CB43-96F1-4E7A-99CF-06C50379019D}" srcOrd="0" destOrd="0" presId="urn:microsoft.com/office/officeart/2005/8/layout/arrow5"/>
    <dgm:cxn modelId="{718F8440-2142-4C90-AD49-026865188EA6}" type="presOf" srcId="{BD95EDFE-B8CE-417B-9EDB-CDD4F6D38340}" destId="{4647CB43-96F1-4E7A-99CF-06C50379019D}" srcOrd="0" destOrd="1" presId="urn:microsoft.com/office/officeart/2005/8/layout/arrow5"/>
    <dgm:cxn modelId="{40F7A06D-E6C8-4761-A298-7E07B180388E}" srcId="{6D6B4B29-38B8-4D6F-8235-507973B9FA0B}" destId="{3CC97041-050C-486E-9527-B49F64CD62B8}" srcOrd="0" destOrd="0" parTransId="{A57B4233-C8AD-4810-8595-2BC3CABB6785}" sibTransId="{F5B9AA3B-10C8-49B1-B1AF-4339081F242E}"/>
    <dgm:cxn modelId="{4898467F-673B-41FE-B6B8-6892D917C17C}" type="presOf" srcId="{6D6B4B29-38B8-4D6F-8235-507973B9FA0B}" destId="{7B82B6A5-93E6-4BEC-BEFC-98EBF181D09F}" srcOrd="0" destOrd="0" presId="urn:microsoft.com/office/officeart/2005/8/layout/arrow5"/>
    <dgm:cxn modelId="{31652B96-6806-43F6-8012-E72C7B7D5E57}" srcId="{B9B7C9C1-5D94-4B86-AF4B-6479B94A1042}" destId="{15EF3470-114F-4CC5-8FF5-546C89241909}" srcOrd="1" destOrd="0" parTransId="{60C4BE22-E46E-44B7-A8EF-C2E26B4B8125}" sibTransId="{928AC050-CEE6-462A-98F4-E071DCD2AFBF}"/>
    <dgm:cxn modelId="{563C8AAE-D4F6-4C5F-A58A-FCEC844E385E}" type="presOf" srcId="{3CC97041-050C-486E-9527-B49F64CD62B8}" destId="{7B82B6A5-93E6-4BEC-BEFC-98EBF181D09F}" srcOrd="0" destOrd="1" presId="urn:microsoft.com/office/officeart/2005/8/layout/arrow5"/>
    <dgm:cxn modelId="{DAA189B6-233C-49BA-B0BB-E2E0B35EA032}" srcId="{66FF3819-5C1C-423D-B3EF-B7EFE0D8A441}" destId="{BD95EDFE-B8CE-417B-9EDB-CDD4F6D38340}" srcOrd="0" destOrd="0" parTransId="{491F1E34-A2D3-4782-9F7E-977251AAD0EC}" sibTransId="{A02A2E57-89D4-4046-A0EC-097B57730611}"/>
    <dgm:cxn modelId="{E4D02CCB-5CCD-4542-BFC9-6B3048DD84DB}" type="presOf" srcId="{15EF3470-114F-4CC5-8FF5-546C89241909}" destId="{7061D9E3-03E4-464B-900E-B0D5A52BA391}" srcOrd="0" destOrd="0" presId="urn:microsoft.com/office/officeart/2005/8/layout/arrow5"/>
    <dgm:cxn modelId="{723086F4-F789-4574-9C3F-F0B0310DC49E}" type="presOf" srcId="{B9B7C9C1-5D94-4B86-AF4B-6479B94A1042}" destId="{E167C68E-4029-4F98-B216-2270330D8023}" srcOrd="0" destOrd="0" presId="urn:microsoft.com/office/officeart/2005/8/layout/arrow5"/>
    <dgm:cxn modelId="{9329F3FA-5C78-44D0-9DE2-07326791A639}" srcId="{B9B7C9C1-5D94-4B86-AF4B-6479B94A1042}" destId="{6D6B4B29-38B8-4D6F-8235-507973B9FA0B}" srcOrd="0" destOrd="0" parTransId="{ECBB522E-4DF2-4846-A505-1300DE29D074}" sibTransId="{E844DBA9-33FB-4660-BE85-9F92B24B0611}"/>
    <dgm:cxn modelId="{76BC518B-3EEC-4444-AA08-6D05E8BF0D2C}" type="presParOf" srcId="{E167C68E-4029-4F98-B216-2270330D8023}" destId="{7B82B6A5-93E6-4BEC-BEFC-98EBF181D09F}" srcOrd="0" destOrd="0" presId="urn:microsoft.com/office/officeart/2005/8/layout/arrow5"/>
    <dgm:cxn modelId="{72791C9A-AEBE-4467-B5DB-F464C873AB8E}" type="presParOf" srcId="{E167C68E-4029-4F98-B216-2270330D8023}" destId="{7061D9E3-03E4-464B-900E-B0D5A52BA391}" srcOrd="1" destOrd="0" presId="urn:microsoft.com/office/officeart/2005/8/layout/arrow5"/>
    <dgm:cxn modelId="{BAB306C8-C043-41CA-BC4A-D5E4B09E8AFA}" type="presParOf" srcId="{E167C68E-4029-4F98-B216-2270330D8023}" destId="{4647CB43-96F1-4E7A-99CF-06C50379019D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2B6A5-93E6-4BEC-BEFC-98EBF181D09F}">
      <dsp:nvSpPr>
        <dsp:cNvPr id="0" name=""/>
        <dsp:cNvSpPr/>
      </dsp:nvSpPr>
      <dsp:spPr>
        <a:xfrm>
          <a:off x="2859825" y="194"/>
          <a:ext cx="2535349" cy="253534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One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Node Two has a longer label</a:t>
          </a:r>
        </a:p>
      </dsp:txBody>
      <dsp:txXfrm>
        <a:off x="3493662" y="194"/>
        <a:ext cx="1267675" cy="2091663"/>
      </dsp:txXfrm>
    </dsp:sp>
    <dsp:sp modelId="{7061D9E3-03E4-464B-900E-B0D5A52BA391}">
      <dsp:nvSpPr>
        <dsp:cNvPr id="0" name=""/>
        <dsp:cNvSpPr/>
      </dsp:nvSpPr>
      <dsp:spPr>
        <a:xfrm rot="7200000">
          <a:off x="4328755" y="2544456"/>
          <a:ext cx="2535349" cy="253534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Three</a:t>
          </a:r>
        </a:p>
      </dsp:txBody>
      <dsp:txXfrm rot="-5400000">
        <a:off x="4742720" y="3289215"/>
        <a:ext cx="2091663" cy="1267675"/>
      </dsp:txXfrm>
    </dsp:sp>
    <dsp:sp modelId="{4647CB43-96F1-4E7A-99CF-06C50379019D}">
      <dsp:nvSpPr>
        <dsp:cNvPr id="0" name=""/>
        <dsp:cNvSpPr/>
      </dsp:nvSpPr>
      <dsp:spPr>
        <a:xfrm rot="14400000">
          <a:off x="1390895" y="2544456"/>
          <a:ext cx="2535349" cy="2535349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Node Four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Node Five</a:t>
          </a:r>
        </a:p>
      </dsp:txBody>
      <dsp:txXfrm rot="5400000">
        <a:off x="1420616" y="3289215"/>
        <a:ext cx="2091663" cy="1267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6A22-8666-5EE8-DABD-2F964C217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54A63-822E-7C5B-F4C1-880832B4F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4FD41-61BE-B3AF-8501-8BED95194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2FB9F-E62B-2C35-D9F8-3EE09AFF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D1321-9EC2-ABD3-97C2-DB49691E1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0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CC799-502F-712C-0568-90470B38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895E7-4F8C-A6FC-1A94-11D59F219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3CC9F-5207-E14B-EDC0-FB57C3A1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7A7DF-4A4A-31D6-00EB-697E68A4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B707A-52FB-7229-8A6D-A2D66D04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7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2A97C-23E8-81FC-3C8E-8918511E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A86AB-5FFA-268F-87D2-B3B712A53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3B370-EBBC-9D76-4B89-4EDD1231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10E5F-0B78-7FBA-3B9E-3F93AD223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C5611-8AD1-0865-2FF9-0C09B8BD2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1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74B74-60D1-0656-B7A5-6CEC73D9D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FEC7B-0A4C-77F8-9304-BD6C48019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6FB54-4BB8-A1CD-0DF0-E60A815D0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2ED67-4533-EB81-0F42-44C3A6A4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E799C-0AED-6794-E7BB-B694799C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84EA2-107A-0F58-0FA0-0A24B8C3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1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F70E-F85E-F3E3-DFDE-624CA681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2A018-51E8-685F-1AD6-2ED4AA54C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E9279-480F-C958-5F7F-AFD8596F2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DA637-A4A2-8C0E-0308-D63CC09A5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42B91-F8DB-33D3-2470-BECCD4524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4B5FBA-FF36-D944-EF68-D470BFB9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182BB-60F7-E124-7907-51504A1A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78874-2A9E-5A53-C3D9-0A643BE0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3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F7BB-CA07-8C5F-4ECA-2AD602EA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3582E-FF92-E35C-737E-14723AFA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970D1-4B6B-31C6-C459-6D98CCED5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286B4-30D1-AF8D-5E8C-D6085F05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9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0D4D0-2779-07AC-8652-AF3A3215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7EFF2-AC24-130E-C197-2A37BEC9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D26F7-2747-B828-A537-3653F4878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0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F775C-0369-2C88-318A-1E691EAD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EA4E2-0E5B-48FC-59BB-CF16121FB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E0339-87E6-1451-833B-585483376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04E97-E90E-1F0E-3520-6CE863D6B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1C242F-9006-FA65-FBED-3CAAEBB0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DEA4-2DFE-9D61-1809-D4E5EF064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2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A328-F7DC-4008-509A-52229143C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169CA-CA56-32BC-2EF0-3CD1DBC92A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495E7-A3FC-1174-32F1-DF2187A6E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EDF19-B353-1985-B9A0-A5111E990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4044B-2409-DE1D-F977-CFFCF3717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70561-472C-0A9E-25CE-31ABCF47B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7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90C9-9148-53FE-8EF8-08D28C8E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659CE-F48F-EC59-D532-79AA1E136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BD74D-F48E-3B0C-FA4D-75697B64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3EBEA-5AAB-B6FF-97B8-15198F8F8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BDCE5-C5F0-4AD8-33F1-64375216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8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E0208-866E-32B1-8782-44F2FF4008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E540B-D0DD-0370-8BEF-F92F9B1CE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8BCCC-88B9-60F1-97A5-38F1A3D89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4CB2A-83B9-D135-D166-A51DDBB2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CECB0-65B2-E100-8BE7-3400DE8E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87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706E4-8E1E-82F3-5A05-51002F207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23E88-2473-8729-D816-25A6375C4F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F903B-76E7-0E55-A3CF-813471215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A73AC9-C08F-42A4-A0C0-D742F57592F8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26333-3089-48BD-4063-9413928D5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7F6F0-F616-8174-D0D1-CB6B11869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9A151D-7F93-4647-B614-09AA3B99C1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7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FAE1E6D-42B0-6CEF-DE38-52E0393A33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10419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443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2026-09-06T08:14:01Z</dcterms:created>
  <dcterms:modified xsi:type="dcterms:W3CDTF">2026-09-06T08:14:01Z</dcterms:modified>
</cp:coreProperties>
</file>