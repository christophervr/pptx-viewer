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D96A6F-D77C-47D3-AA46-BB981A02DC13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EDBF38-7369-4AB5-B96B-3F47A6EB970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8218EB0-7033-431E-9CA7-9103688CD5EB}" type="parTrans" cxnId="{5396E0FE-78AE-42DC-86F5-3BF6020D6F34}">
      <dgm:prSet/>
      <dgm:spPr/>
    </dgm:pt>
    <dgm:pt modelId="{D2D7D5CF-7997-4871-B208-9858ADA81DAD}" type="sibTrans" cxnId="{5396E0FE-78AE-42DC-86F5-3BF6020D6F34}">
      <dgm:prSet/>
      <dgm:spPr/>
    </dgm:pt>
    <dgm:pt modelId="{625E1BA5-4D63-4D87-982D-D9C9E916570E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2901E8B-EDED-491B-AFF4-CD9D2E4546F3}" type="parTrans" cxnId="{65ECFFA3-6AEB-48AC-83C9-4B795BC2E0EA}">
      <dgm:prSet/>
      <dgm:spPr/>
    </dgm:pt>
    <dgm:pt modelId="{E572EFAE-6353-410C-B305-1C296293E31A}" type="sibTrans" cxnId="{65ECFFA3-6AEB-48AC-83C9-4B795BC2E0EA}">
      <dgm:prSet/>
      <dgm:spPr/>
    </dgm:pt>
    <dgm:pt modelId="{E1F1FD43-651C-4775-92E2-D05A339FADD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B6CC9EE-3AC9-46CA-ADF5-ADD114703714}" type="parTrans" cxnId="{E303F058-E26E-4391-BF7F-5C4EF1D6F64B}">
      <dgm:prSet/>
      <dgm:spPr/>
    </dgm:pt>
    <dgm:pt modelId="{1B9F31C5-B736-4B27-B8D7-FEE71E3BBAE8}" type="sibTrans" cxnId="{E303F058-E26E-4391-BF7F-5C4EF1D6F64B}">
      <dgm:prSet/>
      <dgm:spPr/>
    </dgm:pt>
    <dgm:pt modelId="{57846B6D-EB82-46DD-92AC-4B4E9936683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C356277-BF6C-4ADD-B0CF-44E6A39E0EA2}" type="parTrans" cxnId="{F249D561-B085-4D53-9277-23AE07731185}">
      <dgm:prSet/>
      <dgm:spPr/>
    </dgm:pt>
    <dgm:pt modelId="{D8A347B7-606E-481B-8A22-83AEDE1B5319}" type="sibTrans" cxnId="{F249D561-B085-4D53-9277-23AE07731185}">
      <dgm:prSet/>
      <dgm:spPr/>
    </dgm:pt>
    <dgm:pt modelId="{DBFDFE14-D3D5-4D4C-9D2B-8B50D0BCE95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0C6F557-45A0-41A5-A213-A71784584F71}" type="parTrans" cxnId="{7EFE0EC1-3B83-4CA1-AADE-98A22AA2A249}">
      <dgm:prSet/>
      <dgm:spPr/>
    </dgm:pt>
    <dgm:pt modelId="{AD53A156-A687-416F-9DC2-89A2B4501896}" type="sibTrans" cxnId="{7EFE0EC1-3B83-4CA1-AADE-98A22AA2A249}">
      <dgm:prSet/>
      <dgm:spPr/>
    </dgm:pt>
    <dgm:pt modelId="{3ECA89E9-3895-4228-B1BB-E7DB88E62882}" type="pres">
      <dgm:prSet presAssocID="{4DD96A6F-D77C-47D3-AA46-BB981A02DC1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EAF0196D-CF1C-4E66-9D06-2112EEC44A21}" type="pres">
      <dgm:prSet presAssocID="{F0EDBF38-7369-4AB5-B96B-3F47A6EB9702}" presName="textCenter" presStyleLbl="node1" presStyleIdx="0" presStyleCnt="5"/>
      <dgm:spPr/>
    </dgm:pt>
    <dgm:pt modelId="{F1F5E153-4444-473B-8B7D-DB10AA61D0DF}" type="pres">
      <dgm:prSet presAssocID="{F0EDBF38-7369-4AB5-B96B-3F47A6EB9702}" presName="cycle_1" presStyleCnt="0"/>
      <dgm:spPr/>
    </dgm:pt>
    <dgm:pt modelId="{A7F28BC7-FB79-42DF-9F9E-821675F09A74}" type="pres">
      <dgm:prSet presAssocID="{625E1BA5-4D63-4D87-982D-D9C9E916570E}" presName="childCenter1" presStyleLbl="node1" presStyleIdx="1" presStyleCnt="5"/>
      <dgm:spPr/>
    </dgm:pt>
    <dgm:pt modelId="{06365532-993A-44F1-B323-5718B706672D}" type="pres">
      <dgm:prSet presAssocID="{12901E8B-EDED-491B-AFF4-CD9D2E4546F3}" presName="Name144" presStyleLbl="parChTrans1D2" presStyleIdx="0" presStyleCnt="3"/>
      <dgm:spPr/>
    </dgm:pt>
    <dgm:pt modelId="{3905E5EE-EBBF-4CBE-97B4-A923EA50F5CD}" type="pres">
      <dgm:prSet presAssocID="{F0EDBF38-7369-4AB5-B96B-3F47A6EB9702}" presName="cycle_2" presStyleCnt="0"/>
      <dgm:spPr/>
    </dgm:pt>
    <dgm:pt modelId="{8D02C125-CD23-4240-BBAA-237B62A896B5}" type="pres">
      <dgm:prSet presAssocID="{E1F1FD43-651C-4775-92E2-D05A339FADD3}" presName="childCenter2" presStyleLbl="node1" presStyleIdx="2" presStyleCnt="5"/>
      <dgm:spPr/>
    </dgm:pt>
    <dgm:pt modelId="{D41D0684-C7AD-44BB-A561-D5D675943B54}" type="pres">
      <dgm:prSet presAssocID="{8B6CC9EE-3AC9-46CA-ADF5-ADD114703714}" presName="Name221" presStyleLbl="parChTrans1D2" presStyleIdx="1" presStyleCnt="3"/>
      <dgm:spPr/>
    </dgm:pt>
    <dgm:pt modelId="{7A0ACB86-3F24-4DE4-8245-BDF1288CD28C}" type="pres">
      <dgm:prSet presAssocID="{F0EDBF38-7369-4AB5-B96B-3F47A6EB9702}" presName="cycle_3" presStyleCnt="0"/>
      <dgm:spPr/>
    </dgm:pt>
    <dgm:pt modelId="{244F7040-151E-474C-A5B0-405A1BEB656C}" type="pres">
      <dgm:prSet presAssocID="{57846B6D-EB82-46DD-92AC-4B4E99366833}" presName="childCenter3" presStyleLbl="node1" presStyleIdx="3" presStyleCnt="5"/>
      <dgm:spPr/>
    </dgm:pt>
    <dgm:pt modelId="{85BC3B24-6D74-4D10-B132-C01BD762152F}" type="pres">
      <dgm:prSet presAssocID="{90C6F557-45A0-41A5-A213-A71784584F71}" presName="Name285" presStyleLbl="parChTrans1D3" presStyleIdx="0" presStyleCnt="1"/>
      <dgm:spPr/>
    </dgm:pt>
    <dgm:pt modelId="{70DC05B2-5424-4E2C-AF1D-593CF828455E}" type="pres">
      <dgm:prSet presAssocID="{DBFDFE14-D3D5-4D4C-9D2B-8B50D0BCE959}" presName="text3" presStyleLbl="node1" presStyleIdx="4" presStyleCnt="5">
        <dgm:presLayoutVars>
          <dgm:bulletEnabled val="1"/>
        </dgm:presLayoutVars>
      </dgm:prSet>
      <dgm:spPr/>
    </dgm:pt>
    <dgm:pt modelId="{F2212C74-5B5C-42ED-841F-E587999C476A}" type="pres">
      <dgm:prSet presAssocID="{AC356277-BF6C-4ADD-B0CF-44E6A39E0EA2}" presName="Name288" presStyleLbl="parChTrans1D2" presStyleIdx="2" presStyleCnt="3"/>
      <dgm:spPr/>
    </dgm:pt>
  </dgm:ptLst>
  <dgm:cxnLst>
    <dgm:cxn modelId="{618C5F11-1953-46C9-9996-6442B421CD0E}" type="presOf" srcId="{F0EDBF38-7369-4AB5-B96B-3F47A6EB9702}" destId="{EAF0196D-CF1C-4E66-9D06-2112EEC44A21}" srcOrd="0" destOrd="0" presId="urn:microsoft.com/office/officeart/2008/layout/RadialCluster"/>
    <dgm:cxn modelId="{43178930-0DCE-4CB8-A3C7-67E26A8B99E8}" type="presOf" srcId="{90C6F557-45A0-41A5-A213-A71784584F71}" destId="{85BC3B24-6D74-4D10-B132-C01BD762152F}" srcOrd="0" destOrd="0" presId="urn:microsoft.com/office/officeart/2008/layout/RadialCluster"/>
    <dgm:cxn modelId="{F249D561-B085-4D53-9277-23AE07731185}" srcId="{F0EDBF38-7369-4AB5-B96B-3F47A6EB9702}" destId="{57846B6D-EB82-46DD-92AC-4B4E99366833}" srcOrd="2" destOrd="0" parTransId="{AC356277-BF6C-4ADD-B0CF-44E6A39E0EA2}" sibTransId="{D8A347B7-606E-481B-8A22-83AEDE1B5319}"/>
    <dgm:cxn modelId="{C216D651-06D9-417C-91FF-AABD8373F65D}" type="presOf" srcId="{625E1BA5-4D63-4D87-982D-D9C9E916570E}" destId="{A7F28BC7-FB79-42DF-9F9E-821675F09A74}" srcOrd="0" destOrd="0" presId="urn:microsoft.com/office/officeart/2008/layout/RadialCluster"/>
    <dgm:cxn modelId="{FB93C155-EF27-4A33-806B-B12830D77BC0}" type="presOf" srcId="{E1F1FD43-651C-4775-92E2-D05A339FADD3}" destId="{8D02C125-CD23-4240-BBAA-237B62A896B5}" srcOrd="0" destOrd="0" presId="urn:microsoft.com/office/officeart/2008/layout/RadialCluster"/>
    <dgm:cxn modelId="{E303F058-E26E-4391-BF7F-5C4EF1D6F64B}" srcId="{F0EDBF38-7369-4AB5-B96B-3F47A6EB9702}" destId="{E1F1FD43-651C-4775-92E2-D05A339FADD3}" srcOrd="1" destOrd="0" parTransId="{8B6CC9EE-3AC9-46CA-ADF5-ADD114703714}" sibTransId="{1B9F31C5-B736-4B27-B8D7-FEE71E3BBAE8}"/>
    <dgm:cxn modelId="{C5F7CF85-4F9A-420B-9C65-742FEF25BF2A}" type="presOf" srcId="{8B6CC9EE-3AC9-46CA-ADF5-ADD114703714}" destId="{D41D0684-C7AD-44BB-A561-D5D675943B54}" srcOrd="0" destOrd="0" presId="urn:microsoft.com/office/officeart/2008/layout/RadialCluster"/>
    <dgm:cxn modelId="{E1941986-214C-429B-905F-86A6974410CE}" type="presOf" srcId="{4DD96A6F-D77C-47D3-AA46-BB981A02DC13}" destId="{3ECA89E9-3895-4228-B1BB-E7DB88E62882}" srcOrd="0" destOrd="0" presId="urn:microsoft.com/office/officeart/2008/layout/RadialCluster"/>
    <dgm:cxn modelId="{10DD888D-ADA2-410F-819B-23C396285A3E}" type="presOf" srcId="{DBFDFE14-D3D5-4D4C-9D2B-8B50D0BCE959}" destId="{70DC05B2-5424-4E2C-AF1D-593CF828455E}" srcOrd="0" destOrd="0" presId="urn:microsoft.com/office/officeart/2008/layout/RadialCluster"/>
    <dgm:cxn modelId="{65ECFFA3-6AEB-48AC-83C9-4B795BC2E0EA}" srcId="{F0EDBF38-7369-4AB5-B96B-3F47A6EB9702}" destId="{625E1BA5-4D63-4D87-982D-D9C9E916570E}" srcOrd="0" destOrd="0" parTransId="{12901E8B-EDED-491B-AFF4-CD9D2E4546F3}" sibTransId="{E572EFAE-6353-410C-B305-1C296293E31A}"/>
    <dgm:cxn modelId="{7EFE0EC1-3B83-4CA1-AADE-98A22AA2A249}" srcId="{57846B6D-EB82-46DD-92AC-4B4E99366833}" destId="{DBFDFE14-D3D5-4D4C-9D2B-8B50D0BCE959}" srcOrd="0" destOrd="0" parTransId="{90C6F557-45A0-41A5-A213-A71784584F71}" sibTransId="{AD53A156-A687-416F-9DC2-89A2B4501896}"/>
    <dgm:cxn modelId="{930D94C4-BC62-471D-8AA6-97EF7F6AEFF1}" type="presOf" srcId="{AC356277-BF6C-4ADD-B0CF-44E6A39E0EA2}" destId="{F2212C74-5B5C-42ED-841F-E587999C476A}" srcOrd="0" destOrd="0" presId="urn:microsoft.com/office/officeart/2008/layout/RadialCluster"/>
    <dgm:cxn modelId="{5FC13ECC-714E-40C1-9076-8CFFFB15DD3C}" type="presOf" srcId="{12901E8B-EDED-491B-AFF4-CD9D2E4546F3}" destId="{06365532-993A-44F1-B323-5718B706672D}" srcOrd="0" destOrd="0" presId="urn:microsoft.com/office/officeart/2008/layout/RadialCluster"/>
    <dgm:cxn modelId="{249B6EF3-ABCA-47A3-B0B8-F757CB059DB6}" type="presOf" srcId="{57846B6D-EB82-46DD-92AC-4B4E99366833}" destId="{244F7040-151E-474C-A5B0-405A1BEB656C}" srcOrd="0" destOrd="0" presId="urn:microsoft.com/office/officeart/2008/layout/RadialCluster"/>
    <dgm:cxn modelId="{5396E0FE-78AE-42DC-86F5-3BF6020D6F34}" srcId="{4DD96A6F-D77C-47D3-AA46-BB981A02DC13}" destId="{F0EDBF38-7369-4AB5-B96B-3F47A6EB9702}" srcOrd="0" destOrd="0" parTransId="{18218EB0-7033-431E-9CA7-9103688CD5EB}" sibTransId="{D2D7D5CF-7997-4871-B208-9858ADA81DAD}"/>
    <dgm:cxn modelId="{A368238B-4079-47B1-A74C-52167E9DE093}" type="presParOf" srcId="{3ECA89E9-3895-4228-B1BB-E7DB88E62882}" destId="{EAF0196D-CF1C-4E66-9D06-2112EEC44A21}" srcOrd="0" destOrd="0" presId="urn:microsoft.com/office/officeart/2008/layout/RadialCluster"/>
    <dgm:cxn modelId="{5627E8FF-A159-443B-88AC-11BF315F9CED}" type="presParOf" srcId="{3ECA89E9-3895-4228-B1BB-E7DB88E62882}" destId="{F1F5E153-4444-473B-8B7D-DB10AA61D0DF}" srcOrd="1" destOrd="0" presId="urn:microsoft.com/office/officeart/2008/layout/RadialCluster"/>
    <dgm:cxn modelId="{B764AF5A-AE3C-43AA-980B-5441244EE102}" type="presParOf" srcId="{F1F5E153-4444-473B-8B7D-DB10AA61D0DF}" destId="{A7F28BC7-FB79-42DF-9F9E-821675F09A74}" srcOrd="0" destOrd="0" presId="urn:microsoft.com/office/officeart/2008/layout/RadialCluster"/>
    <dgm:cxn modelId="{E01FF50F-F5EB-4F2D-B3E4-86D356F7DB09}" type="presParOf" srcId="{3ECA89E9-3895-4228-B1BB-E7DB88E62882}" destId="{06365532-993A-44F1-B323-5718B706672D}" srcOrd="2" destOrd="0" presId="urn:microsoft.com/office/officeart/2008/layout/RadialCluster"/>
    <dgm:cxn modelId="{EB57F09E-22BC-41D4-9A2D-0B459FF29299}" type="presParOf" srcId="{3ECA89E9-3895-4228-B1BB-E7DB88E62882}" destId="{3905E5EE-EBBF-4CBE-97B4-A923EA50F5CD}" srcOrd="3" destOrd="0" presId="urn:microsoft.com/office/officeart/2008/layout/RadialCluster"/>
    <dgm:cxn modelId="{1D6DC3D0-DD46-429E-886E-1C4A0740064C}" type="presParOf" srcId="{3905E5EE-EBBF-4CBE-97B4-A923EA50F5CD}" destId="{8D02C125-CD23-4240-BBAA-237B62A896B5}" srcOrd="0" destOrd="0" presId="urn:microsoft.com/office/officeart/2008/layout/RadialCluster"/>
    <dgm:cxn modelId="{3B3B5A4F-CAD7-4751-8F9C-9E14331D1A2A}" type="presParOf" srcId="{3ECA89E9-3895-4228-B1BB-E7DB88E62882}" destId="{D41D0684-C7AD-44BB-A561-D5D675943B54}" srcOrd="4" destOrd="0" presId="urn:microsoft.com/office/officeart/2008/layout/RadialCluster"/>
    <dgm:cxn modelId="{5722C358-4209-42AE-B0BC-08274AA0CF3F}" type="presParOf" srcId="{3ECA89E9-3895-4228-B1BB-E7DB88E62882}" destId="{7A0ACB86-3F24-4DE4-8245-BDF1288CD28C}" srcOrd="5" destOrd="0" presId="urn:microsoft.com/office/officeart/2008/layout/RadialCluster"/>
    <dgm:cxn modelId="{6B5E4D2E-A925-4533-A7B5-572D3B55E8CF}" type="presParOf" srcId="{7A0ACB86-3F24-4DE4-8245-BDF1288CD28C}" destId="{244F7040-151E-474C-A5B0-405A1BEB656C}" srcOrd="0" destOrd="0" presId="urn:microsoft.com/office/officeart/2008/layout/RadialCluster"/>
    <dgm:cxn modelId="{AAE60BEA-DA08-42A4-B47B-5D7D78FBD028}" type="presParOf" srcId="{7A0ACB86-3F24-4DE4-8245-BDF1288CD28C}" destId="{85BC3B24-6D74-4D10-B132-C01BD762152F}" srcOrd="1" destOrd="0" presId="urn:microsoft.com/office/officeart/2008/layout/RadialCluster"/>
    <dgm:cxn modelId="{A4645C7B-5CA5-4484-914A-310CD287408F}" type="presParOf" srcId="{7A0ACB86-3F24-4DE4-8245-BDF1288CD28C}" destId="{70DC05B2-5424-4E2C-AF1D-593CF828455E}" srcOrd="2" destOrd="0" presId="urn:microsoft.com/office/officeart/2008/layout/RadialCluster"/>
    <dgm:cxn modelId="{EB8032A6-0CCC-478F-86D5-FA412ABD86F0}" type="presParOf" srcId="{3ECA89E9-3895-4228-B1BB-E7DB88E62882}" destId="{F2212C74-5B5C-42ED-841F-E587999C476A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12C74-5B5C-42ED-841F-E587999C476A}">
      <dsp:nvSpPr>
        <dsp:cNvPr id="0" name=""/>
        <dsp:cNvSpPr/>
      </dsp:nvSpPr>
      <dsp:spPr>
        <a:xfrm rot="9115985">
          <a:off x="3389314" y="3464879"/>
          <a:ext cx="2175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757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1D0684-C7AD-44BB-A561-D5D675943B54}">
      <dsp:nvSpPr>
        <dsp:cNvPr id="0" name=""/>
        <dsp:cNvSpPr/>
      </dsp:nvSpPr>
      <dsp:spPr>
        <a:xfrm rot="2099521">
          <a:off x="4607851" y="3670947"/>
          <a:ext cx="58691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691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365532-993A-44F1-B323-5718B706672D}">
      <dsp:nvSpPr>
        <dsp:cNvPr id="0" name=""/>
        <dsp:cNvSpPr/>
      </dsp:nvSpPr>
      <dsp:spPr>
        <a:xfrm rot="16200000">
          <a:off x="3655948" y="2124329"/>
          <a:ext cx="94310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310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F0196D-CF1C-4E66-9D06-2112EEC44A21}">
      <dsp:nvSpPr>
        <dsp:cNvPr id="0" name=""/>
        <dsp:cNvSpPr/>
      </dsp:nvSpPr>
      <dsp:spPr>
        <a:xfrm>
          <a:off x="3594100" y="2595880"/>
          <a:ext cx="1066800" cy="106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3646177" y="2647957"/>
        <a:ext cx="962646" cy="962646"/>
      </dsp:txXfrm>
    </dsp:sp>
    <dsp:sp modelId="{A7F28BC7-FB79-42DF-9F9E-821675F09A74}">
      <dsp:nvSpPr>
        <dsp:cNvPr id="0" name=""/>
        <dsp:cNvSpPr/>
      </dsp:nvSpPr>
      <dsp:spPr>
        <a:xfrm>
          <a:off x="3770122" y="938021"/>
          <a:ext cx="714756" cy="714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Two has a longer label</a:t>
          </a:r>
        </a:p>
      </dsp:txBody>
      <dsp:txXfrm>
        <a:off x="3805014" y="972913"/>
        <a:ext cx="644972" cy="644972"/>
      </dsp:txXfrm>
    </dsp:sp>
    <dsp:sp modelId="{8D02C125-CD23-4240-BBAA-237B62A896B5}">
      <dsp:nvSpPr>
        <dsp:cNvPr id="0" name=""/>
        <dsp:cNvSpPr/>
      </dsp:nvSpPr>
      <dsp:spPr>
        <a:xfrm>
          <a:off x="5141722" y="3732022"/>
          <a:ext cx="714756" cy="714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Three</a:t>
          </a:r>
        </a:p>
      </dsp:txBody>
      <dsp:txXfrm>
        <a:off x="5176614" y="3766914"/>
        <a:ext cx="644972" cy="644972"/>
      </dsp:txXfrm>
    </dsp:sp>
    <dsp:sp modelId="{244F7040-151E-474C-A5B0-405A1BEB656C}">
      <dsp:nvSpPr>
        <dsp:cNvPr id="0" name=""/>
        <dsp:cNvSpPr/>
      </dsp:nvSpPr>
      <dsp:spPr>
        <a:xfrm>
          <a:off x="2687352" y="3349244"/>
          <a:ext cx="714756" cy="714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Four</a:t>
          </a:r>
        </a:p>
      </dsp:txBody>
      <dsp:txXfrm>
        <a:off x="2722244" y="3384136"/>
        <a:ext cx="644972" cy="644972"/>
      </dsp:txXfrm>
    </dsp:sp>
    <dsp:sp modelId="{85BC3B24-6D74-4D10-B132-C01BD762152F}">
      <dsp:nvSpPr>
        <dsp:cNvPr id="0" name=""/>
        <dsp:cNvSpPr/>
      </dsp:nvSpPr>
      <dsp:spPr>
        <a:xfrm rot="9000000">
          <a:off x="2272468" y="4024121"/>
          <a:ext cx="44467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4467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C05B2-5424-4E2C-AF1D-593CF828455E}">
      <dsp:nvSpPr>
        <dsp:cNvPr id="0" name=""/>
        <dsp:cNvSpPr/>
      </dsp:nvSpPr>
      <dsp:spPr>
        <a:xfrm>
          <a:off x="1587499" y="3984244"/>
          <a:ext cx="714756" cy="714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Five</a:t>
          </a:r>
        </a:p>
      </dsp:txBody>
      <dsp:txXfrm>
        <a:off x="1622391" y="4019136"/>
        <a:ext cx="644972" cy="6449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81C4-65B9-419E-D76F-684D50B81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FA31C-6F1D-4445-214C-4F4CA08A0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5D9E7-123B-324E-D371-D9E868A5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0DDFB-CC01-E0D4-ACC7-319BF602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DD1A2-FBC3-CB62-DDE1-DED0CE3B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9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BA59-0A0E-BB63-2E2B-A1A85688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BE4A-67E7-EF0C-796A-132FF4DC1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ED5D3-845F-2C4C-127B-39171DC7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47344-1F4C-D7E8-B7AC-58CE6619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60EB9-F4A0-A3E3-07C7-C77F2C67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8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A0BD-CE86-A9B1-D4D2-F190FC16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2F614-BF46-B158-643B-8BBB97F5A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EE4A-6C8F-D796-377F-89FEF080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8B50A-F32F-2EAC-29AA-D0216EAC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01BC7-FBCB-CA4D-072C-2FDFA852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2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5094-3345-EFAF-D45A-3C1AB449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A2EC4-566A-E594-5338-9CD2508B6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6D466-7A65-E89C-CFE0-35F5777DA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6821-59C7-7413-989D-BEB76BA1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44B8E-54C4-9683-2D69-849F873A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97D8-4F0C-A0ED-DB16-4904C9C7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3C5A-6E50-8DFC-077E-5AA2ACBE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9427-BFD6-EF8C-83C5-9E33340D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07631-B014-E46F-287E-22017A55F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9C35A-923C-27FC-C335-CDF5B5753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38488-1BB1-987C-B1F3-BFD338AB1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3D3D3-827C-18DA-C975-45FD412E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D3004-8F1E-D585-1201-E56CB2C3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2093F-7327-AEA3-7052-F829B3DC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8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6DD7-42FE-5E1E-7694-750CDC28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0594D7-AC31-2232-A304-DBB3D788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D4FF6-FA6B-83C8-07B3-BCC224A5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D5AA5-D581-4C70-3B57-BABCBCD0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3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77AB2-8CE8-8E2F-348E-4DC165F1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E0597-D3FF-2169-A584-5DB71CDB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54590-FF9F-81BE-FAEF-C28F0B22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6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E399-91A3-7B4F-0112-76E80F81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D149D-76BC-0B27-DDF1-E4AF2B7D3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5A8EF-4D6C-AA11-316D-DB43C1C34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0E888-2C3C-23C1-3423-7D40DD86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5250F-8543-01F5-FEED-E8E2DFA5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29193-5F09-371C-B644-F291D050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5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4E95-9467-2B46-2909-8E21461E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16871-61D8-E3BA-C19C-4DE047CF5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26ABE-AA4C-E018-8772-AD9205C00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21EBB-FD04-9825-738C-ED50FE8E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49677-F745-AB3C-A3A9-AD402D1F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29033-0972-15E2-773C-D4251623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26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091F-2AEB-3A28-D607-32A7A57B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32299-FFB4-CB45-3FD9-8B0EE424B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1FC81-7516-1D4A-1F78-DC46D395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BDFE7-B77B-FC4F-1459-A972B6D5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6516B-F868-4114-92D7-FCEA3484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0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81C2-D941-E13A-F2E9-848F5AE5D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EA142-1D1A-77BA-D7C3-24408AF22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18B7D-B318-9FBF-2887-B7F5869D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5556D-F120-086F-EBB4-2B10DCC8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40C1-0F66-E50B-5BFF-3D03A38E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2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E5B98-A419-7E75-FDBC-2BA63BD5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56263-58B9-F5E0-FDF8-0BC63B33A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FA6F-5E8A-C7F2-B0C3-F3B4EF169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A6094-2D39-4C0C-9B8D-2E0D3CE23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F6E5A-F77C-3499-E3D1-407803DE5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3EBD-E4BA-3522-23F9-CDEA90F2A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45C3C-EFBA-4E57-9CBB-AC18E3136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8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EEB4A55-3E07-B1E7-89C5-3DA220735C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0811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437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2026-09-06T08:14:21Z</dcterms:created>
  <dcterms:modified xsi:type="dcterms:W3CDTF">2026-09-06T08:14:22Z</dcterms:modified>
</cp:coreProperties>
</file>