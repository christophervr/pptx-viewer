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BB8858-2882-4DAA-96B8-09B7172C3605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048B94-8A53-4384-BD56-15DF8FA1275C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5A8EA34-EB09-4CF7-AA4D-12DC3A67AC87}" type="parTrans" cxnId="{785FABCF-7531-4879-B12F-AC896904C663}">
      <dgm:prSet/>
      <dgm:spPr/>
    </dgm:pt>
    <dgm:pt modelId="{6B4E6271-5C74-4BB0-9F27-8A6CBE8D1DA9}" type="sibTrans" cxnId="{785FABCF-7531-4879-B12F-AC896904C663}">
      <dgm:prSet/>
      <dgm:spPr/>
    </dgm:pt>
    <dgm:pt modelId="{48F5F601-4360-4218-ADB3-9295C3E674E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C8B4E88-4465-458B-B626-58FDC11A8879}" type="parTrans" cxnId="{75F7FC0E-77FA-440A-8803-66D2583F3E49}">
      <dgm:prSet/>
      <dgm:spPr/>
    </dgm:pt>
    <dgm:pt modelId="{37EC3CBA-A4CD-4C95-A5C3-4DA6BFEF9F1D}" type="sibTrans" cxnId="{75F7FC0E-77FA-440A-8803-66D2583F3E49}">
      <dgm:prSet/>
      <dgm:spPr/>
    </dgm:pt>
    <dgm:pt modelId="{9D5CE69C-D38C-4ED1-83BB-DFA170004B2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B9ACAB3-B19A-40E8-B1B8-B4B2DD7C58C5}" type="parTrans" cxnId="{B2FE9921-9057-4F40-8110-C84CC1BD672F}">
      <dgm:prSet/>
      <dgm:spPr/>
    </dgm:pt>
    <dgm:pt modelId="{EED4AB78-4DA6-4DD7-9ECF-B277A012A8EE}" type="sibTrans" cxnId="{B2FE9921-9057-4F40-8110-C84CC1BD672F}">
      <dgm:prSet/>
      <dgm:spPr/>
    </dgm:pt>
    <dgm:pt modelId="{9345D050-3E87-4C55-9FF7-DCCDB820AF6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049D737E-15DB-4F7D-A911-B0A5BAB28ED8}" type="parTrans" cxnId="{07609228-64E0-4D94-9B4E-E38DCD40B106}">
      <dgm:prSet/>
      <dgm:spPr/>
    </dgm:pt>
    <dgm:pt modelId="{6A73A1AD-039A-420B-82B2-2C5020ECC3B7}" type="sibTrans" cxnId="{07609228-64E0-4D94-9B4E-E38DCD40B106}">
      <dgm:prSet/>
      <dgm:spPr/>
    </dgm:pt>
    <dgm:pt modelId="{06C815E2-CDC2-46DD-A1C0-9D1F1A51CB3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3EBDC9E-C7F1-4AB3-B18A-743E2BE0A505}" type="parTrans" cxnId="{9572C4B7-5036-496C-AD40-474E4475C83C}">
      <dgm:prSet/>
      <dgm:spPr/>
    </dgm:pt>
    <dgm:pt modelId="{A9904BF2-12B3-4790-895D-7279B6ABAE19}" type="sibTrans" cxnId="{9572C4B7-5036-496C-AD40-474E4475C83C}">
      <dgm:prSet/>
      <dgm:spPr/>
    </dgm:pt>
    <dgm:pt modelId="{593C72DE-198F-4166-8C5F-C6BBEBC6B3E8}" type="pres">
      <dgm:prSet presAssocID="{16BB8858-2882-4DAA-96B8-09B7172C3605}" presName="Name0" presStyleCnt="0">
        <dgm:presLayoutVars>
          <dgm:chMax val="21"/>
          <dgm:chPref val="21"/>
        </dgm:presLayoutVars>
      </dgm:prSet>
      <dgm:spPr/>
    </dgm:pt>
    <dgm:pt modelId="{B92B9334-FF7C-46D4-B44D-7DD1F120F378}" type="pres">
      <dgm:prSet presAssocID="{96048B94-8A53-4384-BD56-15DF8FA1275C}" presName="text1" presStyleCnt="0"/>
      <dgm:spPr/>
    </dgm:pt>
    <dgm:pt modelId="{0C537082-DE56-4F68-BCC2-6540D264D6E5}" type="pres">
      <dgm:prSet presAssocID="{96048B94-8A53-4384-BD56-15DF8FA1275C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F4A4B1B-0A70-413D-9D66-9A464C9563FE}" type="pres">
      <dgm:prSet presAssocID="{96048B94-8A53-4384-BD56-15DF8FA1275C}" presName="textaccent1" presStyleCnt="0"/>
      <dgm:spPr/>
    </dgm:pt>
    <dgm:pt modelId="{F50B8AA7-DFCB-4C57-9836-B9314A0E9C6A}" type="pres">
      <dgm:prSet presAssocID="{96048B94-8A53-4384-BD56-15DF8FA1275C}" presName="accentRepeatNode" presStyleLbl="solidAlignAcc1" presStyleIdx="0" presStyleCnt="6"/>
      <dgm:spPr/>
    </dgm:pt>
    <dgm:pt modelId="{835256BD-18EA-45B4-BBE6-B996D871A6A2}" type="pres">
      <dgm:prSet presAssocID="{6B4E6271-5C74-4BB0-9F27-8A6CBE8D1DA9}" presName="image1" presStyleCnt="0"/>
      <dgm:spPr/>
    </dgm:pt>
    <dgm:pt modelId="{4BAA5078-ABBC-433C-8639-2FE2D5C2C9D1}" type="pres">
      <dgm:prSet presAssocID="{6B4E6271-5C74-4BB0-9F27-8A6CBE8D1DA9}" presName="imageRepeatNode" presStyleLbl="alignAcc1" presStyleIdx="0" presStyleCnt="3"/>
      <dgm:spPr/>
    </dgm:pt>
    <dgm:pt modelId="{00AD366A-6DC3-47C8-8ACC-E3199E3C138A}" type="pres">
      <dgm:prSet presAssocID="{6B4E6271-5C74-4BB0-9F27-8A6CBE8D1DA9}" presName="imageaccent1" presStyleCnt="0"/>
      <dgm:spPr/>
    </dgm:pt>
    <dgm:pt modelId="{F101015C-74CD-4AD8-A5E9-3FE65544C253}" type="pres">
      <dgm:prSet presAssocID="{6B4E6271-5C74-4BB0-9F27-8A6CBE8D1DA9}" presName="accentRepeatNode" presStyleLbl="solidAlignAcc1" presStyleIdx="1" presStyleCnt="6"/>
      <dgm:spPr/>
    </dgm:pt>
    <dgm:pt modelId="{F017849C-C529-40CF-8829-4DEF0B087FCB}" type="pres">
      <dgm:prSet presAssocID="{9D5CE69C-D38C-4ED1-83BB-DFA170004B23}" presName="text2" presStyleCnt="0"/>
      <dgm:spPr/>
    </dgm:pt>
    <dgm:pt modelId="{DF87BD99-145B-414A-82C9-353F2249CBDF}" type="pres">
      <dgm:prSet presAssocID="{9D5CE69C-D38C-4ED1-83BB-DFA170004B23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1D45B38-C2E3-4B7B-BBCE-B141921639DD}" type="pres">
      <dgm:prSet presAssocID="{9D5CE69C-D38C-4ED1-83BB-DFA170004B23}" presName="textaccent2" presStyleCnt="0"/>
      <dgm:spPr/>
    </dgm:pt>
    <dgm:pt modelId="{EAB9F883-82E7-4E7A-BDF2-37EC061840F0}" type="pres">
      <dgm:prSet presAssocID="{9D5CE69C-D38C-4ED1-83BB-DFA170004B23}" presName="accentRepeatNode" presStyleLbl="solidAlignAcc1" presStyleIdx="2" presStyleCnt="6"/>
      <dgm:spPr/>
    </dgm:pt>
    <dgm:pt modelId="{A87A687C-E114-4AB7-825D-48B9025660E9}" type="pres">
      <dgm:prSet presAssocID="{EED4AB78-4DA6-4DD7-9ECF-B277A012A8EE}" presName="image2" presStyleCnt="0"/>
      <dgm:spPr/>
    </dgm:pt>
    <dgm:pt modelId="{A33DD976-772A-489D-A28E-889BE6434395}" type="pres">
      <dgm:prSet presAssocID="{EED4AB78-4DA6-4DD7-9ECF-B277A012A8EE}" presName="imageRepeatNode" presStyleLbl="alignAcc1" presStyleIdx="1" presStyleCnt="3"/>
      <dgm:spPr/>
    </dgm:pt>
    <dgm:pt modelId="{746FAF93-40CB-4C86-9510-9BDDE26E19A7}" type="pres">
      <dgm:prSet presAssocID="{EED4AB78-4DA6-4DD7-9ECF-B277A012A8EE}" presName="imageaccent2" presStyleCnt="0"/>
      <dgm:spPr/>
    </dgm:pt>
    <dgm:pt modelId="{1436346E-DA16-4CF3-8BAF-BB23EF3683B8}" type="pres">
      <dgm:prSet presAssocID="{EED4AB78-4DA6-4DD7-9ECF-B277A012A8EE}" presName="accentRepeatNode" presStyleLbl="solidAlignAcc1" presStyleIdx="3" presStyleCnt="6"/>
      <dgm:spPr/>
    </dgm:pt>
    <dgm:pt modelId="{0C15FB93-DB06-4029-9068-E4FEDB1F2CB0}" type="pres">
      <dgm:prSet presAssocID="{9345D050-3E87-4C55-9FF7-DCCDB820AF68}" presName="text3" presStyleCnt="0"/>
      <dgm:spPr/>
    </dgm:pt>
    <dgm:pt modelId="{2671E4B0-BA67-4EAB-BF82-0D953F9AC536}" type="pres">
      <dgm:prSet presAssocID="{9345D050-3E87-4C55-9FF7-DCCDB820AF68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4142713-B8CE-4D9A-A5AB-94645BA5CB71}" type="pres">
      <dgm:prSet presAssocID="{9345D050-3E87-4C55-9FF7-DCCDB820AF68}" presName="textaccent3" presStyleCnt="0"/>
      <dgm:spPr/>
    </dgm:pt>
    <dgm:pt modelId="{AF2CE04B-FDCF-4CA6-A583-8C1F2FDCE661}" type="pres">
      <dgm:prSet presAssocID="{9345D050-3E87-4C55-9FF7-DCCDB820AF68}" presName="accentRepeatNode" presStyleLbl="solidAlignAcc1" presStyleIdx="4" presStyleCnt="6"/>
      <dgm:spPr/>
    </dgm:pt>
    <dgm:pt modelId="{7F485246-36E5-4DB7-8ECD-3D3B6945C1AD}" type="pres">
      <dgm:prSet presAssocID="{6A73A1AD-039A-420B-82B2-2C5020ECC3B7}" presName="image3" presStyleCnt="0"/>
      <dgm:spPr/>
    </dgm:pt>
    <dgm:pt modelId="{1811B879-786F-42F9-AA99-4DB751081623}" type="pres">
      <dgm:prSet presAssocID="{6A73A1AD-039A-420B-82B2-2C5020ECC3B7}" presName="imageRepeatNode" presStyleLbl="alignAcc1" presStyleIdx="2" presStyleCnt="3"/>
      <dgm:spPr/>
    </dgm:pt>
    <dgm:pt modelId="{94B25A6E-92FF-4595-89CE-BBB106F0DF68}" type="pres">
      <dgm:prSet presAssocID="{6A73A1AD-039A-420B-82B2-2C5020ECC3B7}" presName="imageaccent3" presStyleCnt="0"/>
      <dgm:spPr/>
    </dgm:pt>
    <dgm:pt modelId="{62F39E12-35F3-4496-837E-1E3F3611D33E}" type="pres">
      <dgm:prSet presAssocID="{6A73A1AD-039A-420B-82B2-2C5020ECC3B7}" presName="accentRepeatNode" presStyleLbl="solidAlignAcc1" presStyleIdx="5" presStyleCnt="6"/>
      <dgm:spPr/>
    </dgm:pt>
  </dgm:ptLst>
  <dgm:cxnLst>
    <dgm:cxn modelId="{75F7FC0E-77FA-440A-8803-66D2583F3E49}" srcId="{96048B94-8A53-4384-BD56-15DF8FA1275C}" destId="{48F5F601-4360-4218-ADB3-9295C3E674ED}" srcOrd="0" destOrd="0" parTransId="{DC8B4E88-4465-458B-B626-58FDC11A8879}" sibTransId="{37EC3CBA-A4CD-4C95-A5C3-4DA6BFEF9F1D}"/>
    <dgm:cxn modelId="{B2FE9921-9057-4F40-8110-C84CC1BD672F}" srcId="{16BB8858-2882-4DAA-96B8-09B7172C3605}" destId="{9D5CE69C-D38C-4ED1-83BB-DFA170004B23}" srcOrd="1" destOrd="0" parTransId="{BB9ACAB3-B19A-40E8-B1B8-B4B2DD7C58C5}" sibTransId="{EED4AB78-4DA6-4DD7-9ECF-B277A012A8EE}"/>
    <dgm:cxn modelId="{07609228-64E0-4D94-9B4E-E38DCD40B106}" srcId="{16BB8858-2882-4DAA-96B8-09B7172C3605}" destId="{9345D050-3E87-4C55-9FF7-DCCDB820AF68}" srcOrd="2" destOrd="0" parTransId="{049D737E-15DB-4F7D-A911-B0A5BAB28ED8}" sibTransId="{6A73A1AD-039A-420B-82B2-2C5020ECC3B7}"/>
    <dgm:cxn modelId="{64BC196A-E9CD-49EA-97B4-4D62CC99A8BB}" type="presOf" srcId="{9345D050-3E87-4C55-9FF7-DCCDB820AF68}" destId="{2671E4B0-BA67-4EAB-BF82-0D953F9AC536}" srcOrd="0" destOrd="0" presId="urn:microsoft.com/office/officeart/2008/layout/HexagonCluster"/>
    <dgm:cxn modelId="{39303F98-937E-46D9-9413-F12CABE4B9C8}" type="presOf" srcId="{16BB8858-2882-4DAA-96B8-09B7172C3605}" destId="{593C72DE-198F-4166-8C5F-C6BBEBC6B3E8}" srcOrd="0" destOrd="0" presId="urn:microsoft.com/office/officeart/2008/layout/HexagonCluster"/>
    <dgm:cxn modelId="{A04D7F9C-8D8A-4B74-8138-B4C1ACE3FB28}" type="presOf" srcId="{48F5F601-4360-4218-ADB3-9295C3E674ED}" destId="{0C537082-DE56-4F68-BCC2-6540D264D6E5}" srcOrd="0" destOrd="1" presId="urn:microsoft.com/office/officeart/2008/layout/HexagonCluster"/>
    <dgm:cxn modelId="{B8525AA1-AFFD-4C9C-A219-280510EFECBA}" type="presOf" srcId="{96048B94-8A53-4384-BD56-15DF8FA1275C}" destId="{0C537082-DE56-4F68-BCC2-6540D264D6E5}" srcOrd="0" destOrd="0" presId="urn:microsoft.com/office/officeart/2008/layout/HexagonCluster"/>
    <dgm:cxn modelId="{2B82FCB5-01A0-473D-9D99-3AF826EFB5C9}" type="presOf" srcId="{6B4E6271-5C74-4BB0-9F27-8A6CBE8D1DA9}" destId="{4BAA5078-ABBC-433C-8639-2FE2D5C2C9D1}" srcOrd="0" destOrd="0" presId="urn:microsoft.com/office/officeart/2008/layout/HexagonCluster"/>
    <dgm:cxn modelId="{9572C4B7-5036-496C-AD40-474E4475C83C}" srcId="{9345D050-3E87-4C55-9FF7-DCCDB820AF68}" destId="{06C815E2-CDC2-46DD-A1C0-9D1F1A51CB3F}" srcOrd="0" destOrd="0" parTransId="{73EBDC9E-C7F1-4AB3-B18A-743E2BE0A505}" sibTransId="{A9904BF2-12B3-4790-895D-7279B6ABAE19}"/>
    <dgm:cxn modelId="{954426BE-03B3-4D4F-91A6-02BB02B42D26}" type="presOf" srcId="{6A73A1AD-039A-420B-82B2-2C5020ECC3B7}" destId="{1811B879-786F-42F9-AA99-4DB751081623}" srcOrd="0" destOrd="0" presId="urn:microsoft.com/office/officeart/2008/layout/HexagonCluster"/>
    <dgm:cxn modelId="{703BA1C7-EAC9-448F-B8C2-82D9DB633216}" type="presOf" srcId="{EED4AB78-4DA6-4DD7-9ECF-B277A012A8EE}" destId="{A33DD976-772A-489D-A28E-889BE6434395}" srcOrd="0" destOrd="0" presId="urn:microsoft.com/office/officeart/2008/layout/HexagonCluster"/>
    <dgm:cxn modelId="{61AF3BCC-1BF6-4699-B5B7-E7E588C154EF}" type="presOf" srcId="{06C815E2-CDC2-46DD-A1C0-9D1F1A51CB3F}" destId="{2671E4B0-BA67-4EAB-BF82-0D953F9AC536}" srcOrd="0" destOrd="1" presId="urn:microsoft.com/office/officeart/2008/layout/HexagonCluster"/>
    <dgm:cxn modelId="{785FABCF-7531-4879-B12F-AC896904C663}" srcId="{16BB8858-2882-4DAA-96B8-09B7172C3605}" destId="{96048B94-8A53-4384-BD56-15DF8FA1275C}" srcOrd="0" destOrd="0" parTransId="{15A8EA34-EB09-4CF7-AA4D-12DC3A67AC87}" sibTransId="{6B4E6271-5C74-4BB0-9F27-8A6CBE8D1DA9}"/>
    <dgm:cxn modelId="{657DDAD4-F83A-4FAB-9CAF-0348EA1E5D09}" type="presOf" srcId="{9D5CE69C-D38C-4ED1-83BB-DFA170004B23}" destId="{DF87BD99-145B-414A-82C9-353F2249CBDF}" srcOrd="0" destOrd="0" presId="urn:microsoft.com/office/officeart/2008/layout/HexagonCluster"/>
    <dgm:cxn modelId="{816F70D3-655E-4FED-ABDE-6CCF216498E0}" type="presParOf" srcId="{593C72DE-198F-4166-8C5F-C6BBEBC6B3E8}" destId="{B92B9334-FF7C-46D4-B44D-7DD1F120F378}" srcOrd="0" destOrd="0" presId="urn:microsoft.com/office/officeart/2008/layout/HexagonCluster"/>
    <dgm:cxn modelId="{4AC0AD11-72E4-4C56-AA6C-190DCC1E4946}" type="presParOf" srcId="{B92B9334-FF7C-46D4-B44D-7DD1F120F378}" destId="{0C537082-DE56-4F68-BCC2-6540D264D6E5}" srcOrd="0" destOrd="0" presId="urn:microsoft.com/office/officeart/2008/layout/HexagonCluster"/>
    <dgm:cxn modelId="{E747D7F9-F248-4866-A0B0-FD7709E3F7C6}" type="presParOf" srcId="{593C72DE-198F-4166-8C5F-C6BBEBC6B3E8}" destId="{CF4A4B1B-0A70-413D-9D66-9A464C9563FE}" srcOrd="1" destOrd="0" presId="urn:microsoft.com/office/officeart/2008/layout/HexagonCluster"/>
    <dgm:cxn modelId="{42F8F002-A12C-4476-811F-FF8E6FB7270B}" type="presParOf" srcId="{CF4A4B1B-0A70-413D-9D66-9A464C9563FE}" destId="{F50B8AA7-DFCB-4C57-9836-B9314A0E9C6A}" srcOrd="0" destOrd="0" presId="urn:microsoft.com/office/officeart/2008/layout/HexagonCluster"/>
    <dgm:cxn modelId="{DF0DABED-1C9E-4609-842F-D88D1FD16DE3}" type="presParOf" srcId="{593C72DE-198F-4166-8C5F-C6BBEBC6B3E8}" destId="{835256BD-18EA-45B4-BBE6-B996D871A6A2}" srcOrd="2" destOrd="0" presId="urn:microsoft.com/office/officeart/2008/layout/HexagonCluster"/>
    <dgm:cxn modelId="{4E6B55C3-A7B2-48C8-AFCC-96B9DD14FC1D}" type="presParOf" srcId="{835256BD-18EA-45B4-BBE6-B996D871A6A2}" destId="{4BAA5078-ABBC-433C-8639-2FE2D5C2C9D1}" srcOrd="0" destOrd="0" presId="urn:microsoft.com/office/officeart/2008/layout/HexagonCluster"/>
    <dgm:cxn modelId="{F1202594-F3E7-4FEB-809A-E4B178D38AAC}" type="presParOf" srcId="{593C72DE-198F-4166-8C5F-C6BBEBC6B3E8}" destId="{00AD366A-6DC3-47C8-8ACC-E3199E3C138A}" srcOrd="3" destOrd="0" presId="urn:microsoft.com/office/officeart/2008/layout/HexagonCluster"/>
    <dgm:cxn modelId="{C88D9D97-E316-491C-AD22-56FA026223E4}" type="presParOf" srcId="{00AD366A-6DC3-47C8-8ACC-E3199E3C138A}" destId="{F101015C-74CD-4AD8-A5E9-3FE65544C253}" srcOrd="0" destOrd="0" presId="urn:microsoft.com/office/officeart/2008/layout/HexagonCluster"/>
    <dgm:cxn modelId="{26A0D094-F60A-4084-A18E-DC8F4893FCE1}" type="presParOf" srcId="{593C72DE-198F-4166-8C5F-C6BBEBC6B3E8}" destId="{F017849C-C529-40CF-8829-4DEF0B087FCB}" srcOrd="4" destOrd="0" presId="urn:microsoft.com/office/officeart/2008/layout/HexagonCluster"/>
    <dgm:cxn modelId="{66091B6E-5F3B-4492-AF5C-E0892636CFC3}" type="presParOf" srcId="{F017849C-C529-40CF-8829-4DEF0B087FCB}" destId="{DF87BD99-145B-414A-82C9-353F2249CBDF}" srcOrd="0" destOrd="0" presId="urn:microsoft.com/office/officeart/2008/layout/HexagonCluster"/>
    <dgm:cxn modelId="{C23CEF35-55FA-499A-9E25-EEBD8092A04A}" type="presParOf" srcId="{593C72DE-198F-4166-8C5F-C6BBEBC6B3E8}" destId="{C1D45B38-C2E3-4B7B-BBCE-B141921639DD}" srcOrd="5" destOrd="0" presId="urn:microsoft.com/office/officeart/2008/layout/HexagonCluster"/>
    <dgm:cxn modelId="{134943DE-4937-49C3-888B-032D876281A9}" type="presParOf" srcId="{C1D45B38-C2E3-4B7B-BBCE-B141921639DD}" destId="{EAB9F883-82E7-4E7A-BDF2-37EC061840F0}" srcOrd="0" destOrd="0" presId="urn:microsoft.com/office/officeart/2008/layout/HexagonCluster"/>
    <dgm:cxn modelId="{1C190371-BB4D-44E6-8AE8-A936AE11CE1C}" type="presParOf" srcId="{593C72DE-198F-4166-8C5F-C6BBEBC6B3E8}" destId="{A87A687C-E114-4AB7-825D-48B9025660E9}" srcOrd="6" destOrd="0" presId="urn:microsoft.com/office/officeart/2008/layout/HexagonCluster"/>
    <dgm:cxn modelId="{AD30D49E-F41A-4610-8EEC-69E6C50A0E76}" type="presParOf" srcId="{A87A687C-E114-4AB7-825D-48B9025660E9}" destId="{A33DD976-772A-489D-A28E-889BE6434395}" srcOrd="0" destOrd="0" presId="urn:microsoft.com/office/officeart/2008/layout/HexagonCluster"/>
    <dgm:cxn modelId="{A01A7AB3-061A-43F8-8C17-E6EA9E80BF23}" type="presParOf" srcId="{593C72DE-198F-4166-8C5F-C6BBEBC6B3E8}" destId="{746FAF93-40CB-4C86-9510-9BDDE26E19A7}" srcOrd="7" destOrd="0" presId="urn:microsoft.com/office/officeart/2008/layout/HexagonCluster"/>
    <dgm:cxn modelId="{2AE23FD5-DC66-4E43-9ACB-24462AE0A503}" type="presParOf" srcId="{746FAF93-40CB-4C86-9510-9BDDE26E19A7}" destId="{1436346E-DA16-4CF3-8BAF-BB23EF3683B8}" srcOrd="0" destOrd="0" presId="urn:microsoft.com/office/officeart/2008/layout/HexagonCluster"/>
    <dgm:cxn modelId="{2A0D24AC-3093-4E69-A013-206405641270}" type="presParOf" srcId="{593C72DE-198F-4166-8C5F-C6BBEBC6B3E8}" destId="{0C15FB93-DB06-4029-9068-E4FEDB1F2CB0}" srcOrd="8" destOrd="0" presId="urn:microsoft.com/office/officeart/2008/layout/HexagonCluster"/>
    <dgm:cxn modelId="{0FB617C1-BE61-4773-B8EE-BF925F97C1EE}" type="presParOf" srcId="{0C15FB93-DB06-4029-9068-E4FEDB1F2CB0}" destId="{2671E4B0-BA67-4EAB-BF82-0D953F9AC536}" srcOrd="0" destOrd="0" presId="urn:microsoft.com/office/officeart/2008/layout/HexagonCluster"/>
    <dgm:cxn modelId="{48941CBD-B17A-46E7-B98E-2EA7AE3F86D2}" type="presParOf" srcId="{593C72DE-198F-4166-8C5F-C6BBEBC6B3E8}" destId="{74142713-B8CE-4D9A-A5AB-94645BA5CB71}" srcOrd="9" destOrd="0" presId="urn:microsoft.com/office/officeart/2008/layout/HexagonCluster"/>
    <dgm:cxn modelId="{71E6E221-6AC2-4DBA-AC06-0D8E5EB9B422}" type="presParOf" srcId="{74142713-B8CE-4D9A-A5AB-94645BA5CB71}" destId="{AF2CE04B-FDCF-4CA6-A583-8C1F2FDCE661}" srcOrd="0" destOrd="0" presId="urn:microsoft.com/office/officeart/2008/layout/HexagonCluster"/>
    <dgm:cxn modelId="{3EDB5E0B-E69F-4771-A546-45391440AD44}" type="presParOf" srcId="{593C72DE-198F-4166-8C5F-C6BBEBC6B3E8}" destId="{7F485246-36E5-4DB7-8ECD-3D3B6945C1AD}" srcOrd="10" destOrd="0" presId="urn:microsoft.com/office/officeart/2008/layout/HexagonCluster"/>
    <dgm:cxn modelId="{63D4AD07-472B-411D-B5FE-22B4C39C5FB3}" type="presParOf" srcId="{7F485246-36E5-4DB7-8ECD-3D3B6945C1AD}" destId="{1811B879-786F-42F9-AA99-4DB751081623}" srcOrd="0" destOrd="0" presId="urn:microsoft.com/office/officeart/2008/layout/HexagonCluster"/>
    <dgm:cxn modelId="{275464D0-7046-46BD-9341-E56C6DDEE180}" type="presParOf" srcId="{593C72DE-198F-4166-8C5F-C6BBEBC6B3E8}" destId="{94B25A6E-92FF-4595-89CE-BBB106F0DF68}" srcOrd="11" destOrd="0" presId="urn:microsoft.com/office/officeart/2008/layout/HexagonCluster"/>
    <dgm:cxn modelId="{07792B4C-D1C1-4EFB-9BCF-2EFFE16820D6}" type="presParOf" srcId="{94B25A6E-92FF-4595-89CE-BBB106F0DF68}" destId="{62F39E12-35F3-4496-837E-1E3F3611D33E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37082-DE56-4F68-BCC2-6540D264D6E5}">
      <dsp:nvSpPr>
        <dsp:cNvPr id="0" name=""/>
        <dsp:cNvSpPr/>
      </dsp:nvSpPr>
      <dsp:spPr>
        <a:xfrm>
          <a:off x="2065601" y="3157220"/>
          <a:ext cx="2230152" cy="192278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480" rIns="0" bIns="3048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One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Two has a longer label</a:t>
          </a:r>
        </a:p>
      </dsp:txBody>
      <dsp:txXfrm>
        <a:off x="2411679" y="3455599"/>
        <a:ext cx="1537996" cy="1326022"/>
      </dsp:txXfrm>
    </dsp:sp>
    <dsp:sp modelId="{F50B8AA7-DFCB-4C57-9836-B9314A0E9C6A}">
      <dsp:nvSpPr>
        <dsp:cNvPr id="0" name=""/>
        <dsp:cNvSpPr/>
      </dsp:nvSpPr>
      <dsp:spPr>
        <a:xfrm>
          <a:off x="2123537" y="4006088"/>
          <a:ext cx="261110" cy="22504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A5078-ABBC-433C-8639-2FE2D5C2C9D1}">
      <dsp:nvSpPr>
        <dsp:cNvPr id="0" name=""/>
        <dsp:cNvSpPr/>
      </dsp:nvSpPr>
      <dsp:spPr>
        <a:xfrm>
          <a:off x="159257" y="2124455"/>
          <a:ext cx="2230152" cy="192278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01015C-74CD-4AD8-A5E9-3FE65544C253}">
      <dsp:nvSpPr>
        <dsp:cNvPr id="0" name=""/>
        <dsp:cNvSpPr/>
      </dsp:nvSpPr>
      <dsp:spPr>
        <a:xfrm>
          <a:off x="1677507" y="3793236"/>
          <a:ext cx="261110" cy="22504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7BD99-145B-414A-82C9-353F2249CBDF}">
      <dsp:nvSpPr>
        <dsp:cNvPr id="0" name=""/>
        <dsp:cNvSpPr/>
      </dsp:nvSpPr>
      <dsp:spPr>
        <a:xfrm>
          <a:off x="3965595" y="2101595"/>
          <a:ext cx="2230152" cy="192278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480" rIns="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Three</a:t>
          </a:r>
        </a:p>
      </dsp:txBody>
      <dsp:txXfrm>
        <a:off x="4311673" y="2399974"/>
        <a:ext cx="1537996" cy="1326022"/>
      </dsp:txXfrm>
    </dsp:sp>
    <dsp:sp modelId="{EAB9F883-82E7-4E7A-BDF2-37EC061840F0}">
      <dsp:nvSpPr>
        <dsp:cNvPr id="0" name=""/>
        <dsp:cNvSpPr/>
      </dsp:nvSpPr>
      <dsp:spPr>
        <a:xfrm>
          <a:off x="5490194" y="3768344"/>
          <a:ext cx="261110" cy="22504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DD976-772A-489D-A28E-889BE6434395}">
      <dsp:nvSpPr>
        <dsp:cNvPr id="0" name=""/>
        <dsp:cNvSpPr/>
      </dsp:nvSpPr>
      <dsp:spPr>
        <a:xfrm>
          <a:off x="5865589" y="3157220"/>
          <a:ext cx="2230152" cy="192278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36346E-DA16-4CF3-8BAF-BB23EF3683B8}">
      <dsp:nvSpPr>
        <dsp:cNvPr id="0" name=""/>
        <dsp:cNvSpPr/>
      </dsp:nvSpPr>
      <dsp:spPr>
        <a:xfrm>
          <a:off x="5923526" y="4006088"/>
          <a:ext cx="261110" cy="22504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1E4B0-BA67-4EAB-BF82-0D953F9AC536}">
      <dsp:nvSpPr>
        <dsp:cNvPr id="0" name=""/>
        <dsp:cNvSpPr/>
      </dsp:nvSpPr>
      <dsp:spPr>
        <a:xfrm>
          <a:off x="2065601" y="1050543"/>
          <a:ext cx="2230152" cy="192278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480" rIns="0" bIns="3048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Four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Five</a:t>
          </a:r>
        </a:p>
      </dsp:txBody>
      <dsp:txXfrm>
        <a:off x="2411679" y="1348922"/>
        <a:ext cx="1537996" cy="1326022"/>
      </dsp:txXfrm>
    </dsp:sp>
    <dsp:sp modelId="{AF2CE04B-FDCF-4CA6-A583-8C1F2FDCE661}">
      <dsp:nvSpPr>
        <dsp:cNvPr id="0" name=""/>
        <dsp:cNvSpPr/>
      </dsp:nvSpPr>
      <dsp:spPr>
        <a:xfrm>
          <a:off x="3577501" y="1092199"/>
          <a:ext cx="261110" cy="22504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11B879-786F-42F9-AA99-4DB751081623}">
      <dsp:nvSpPr>
        <dsp:cNvPr id="0" name=""/>
        <dsp:cNvSpPr/>
      </dsp:nvSpPr>
      <dsp:spPr>
        <a:xfrm>
          <a:off x="3965595" y="0"/>
          <a:ext cx="2230152" cy="192278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39E12-35F3-4496-837E-1E3F3611D33E}">
      <dsp:nvSpPr>
        <dsp:cNvPr id="0" name=""/>
        <dsp:cNvSpPr/>
      </dsp:nvSpPr>
      <dsp:spPr>
        <a:xfrm>
          <a:off x="4031468" y="844295"/>
          <a:ext cx="261110" cy="22504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7676-992B-E0F5-873D-4485E5294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C0A7E-D3EA-7168-DA91-44A89162B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72E2C-3D9B-AB1D-A459-26B4CB9F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47390-0D4C-048F-B9E0-1CFD89CF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D0085-070E-CFCB-9342-F15AAFA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6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F179-B8ED-7937-65C6-99797FB49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4E521-54D4-E222-BB24-EAF90A794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6AE02-E187-4D4B-BA99-01B1D98B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67CC2-BCD4-EF7B-C2D6-A320FFDD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FB820-518B-0828-5FAD-D58F027F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3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302B-F426-BF26-6767-2EF7A09C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AE2F-52C9-FCAE-D9F3-B59B15F13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B20C3-48DA-66D4-B703-E727D057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355EB-B6CB-A09F-6680-825DA87D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E9E44-A9F6-E5ED-8C76-8EC1EE39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1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5B47-0608-FD80-0E2E-E5B3482E3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9DA9-67D5-A996-9E43-BF080EA9C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822D-650A-5F36-5D8D-024472197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5660E-C68C-B524-14B0-57DC7D53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F33C7-C7E9-E25B-C556-84A26036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C5FDD-6CF3-256C-6195-C6EF8C04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8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D131-248C-D58C-B295-82A3FAC3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831D7-491C-033C-547E-4AF46514D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EB064-B969-2742-9A08-5E30AA1D0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A3B93-85DE-CDE9-542E-4BF2F0E46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02053-508E-70D5-D534-4C38C7FB0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90CE65-63C5-B929-95D5-42572EA6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3B7FBC-877C-D06E-5590-0860AA86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F2999-D709-2E4F-E945-A7A34839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1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471D-06D5-8987-9C69-D9960E96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6AFCB-B347-C7D7-2870-F59816CC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8EBC1-3869-4F6C-D0FF-0C1202C0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6CACD-C10E-0A06-ACDA-BBF57AEE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6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F9F5A8-7D29-F3BD-E03B-9BEFBCF0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8CBBA-158C-7A68-3781-9605DFA7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4C11F-0415-11CD-456D-A4C6D906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0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C987-42EB-8784-75C8-7D5512D1B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00079-3A24-F2F1-574B-C5A842F6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75C71-AD3F-BD13-D66D-A4699F8C7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FAD91-41CF-2A02-2338-2D093D9E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4ACEF-8180-4C96-A30B-D8E61E3B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294CE-396C-7131-95A1-C25AD647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7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9F6A-1E74-2C59-DBF7-500CFD34F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88D8A-B5EB-A187-0B29-8EA845FB2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D3A3F-7AA1-44BD-98D4-0166E8F41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90B41-476C-687A-B121-614BE832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ED421-A745-91E4-75C1-C4440653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40F1D-D89E-60C5-7D8F-85ABA7A7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0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D898-BB0F-56E6-B7E7-18D36E7E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88853-CB58-97EB-E56B-5A957BAEA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BC02-375A-67F9-2B10-88DE4EB5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B4B25-B2E5-F19D-F91A-5330B5D0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07BF2-07E6-AFF0-BA55-9557E4AD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1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A00F4-F364-B0F2-1322-A940670B7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19B21-2A6D-004E-2C2A-4D2A41580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677DE-F0B6-F052-6222-4276E796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A4A8E-DC61-7532-7394-B81C6809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98B6B-AE56-D777-AAE8-36DEC76F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3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420CE-2511-2F32-32F1-77D2AFDA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209A6-CB9D-C840-A6C4-749D41AA7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858D0-EE05-412D-8E49-834C5AD35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54E68-4590-46C6-B6E8-FC4E661957D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BC0DD-67CE-896A-F178-17D77BBBD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B5B5B-BCFF-64EA-E1B8-012FC11A6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D637F-E9E1-4C5B-A1F5-FB16AC66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B9EADDB-6066-3D72-574E-C6B6C83917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79244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90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2026-09-06T08:14:33Z</dcterms:created>
  <dcterms:modified xsi:type="dcterms:W3CDTF">2026-09-06T08:14:33Z</dcterms:modified>
</cp:coreProperties>
</file>