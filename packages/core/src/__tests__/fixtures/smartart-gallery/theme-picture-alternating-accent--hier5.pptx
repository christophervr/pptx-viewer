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705A3D-AF45-4DEC-8D95-7E6BFFB3C803}" type="doc">
      <dgm:prSet loTypeId="urn:microsoft.com/office/officeart/2011/layout/ThemePictureAlternating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79E5BA-1A82-4F12-8877-746F6D664BE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A2C9C12A-CB23-4E7A-987D-269F2ECCD63D}" type="parTrans" cxnId="{3CB03E4B-879E-48A6-AA19-8897C9640A60}">
      <dgm:prSet/>
      <dgm:spPr/>
    </dgm:pt>
    <dgm:pt modelId="{67D30A1D-990B-4156-B79E-CA2EBF98715D}" type="sibTrans" cxnId="{3CB03E4B-879E-48A6-AA19-8897C9640A60}">
      <dgm:prSet/>
      <dgm:spPr/>
    </dgm:pt>
    <dgm:pt modelId="{197E7C4F-1123-408E-B567-6BF2A5056C9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1F74EAE-114B-45E4-B301-F96D68C5E286}" type="parTrans" cxnId="{60B773FE-8BE5-49E9-BF7A-105DCDB06A1B}">
      <dgm:prSet/>
      <dgm:spPr/>
    </dgm:pt>
    <dgm:pt modelId="{11AFC2EA-59CD-4548-9C31-75BECF3559B6}" type="sibTrans" cxnId="{60B773FE-8BE5-49E9-BF7A-105DCDB06A1B}">
      <dgm:prSet/>
      <dgm:spPr/>
    </dgm:pt>
    <dgm:pt modelId="{D5D24664-C404-45C2-A704-4F134790E67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23D29E9-1FB2-4183-A532-ED635556FA1E}" type="parTrans" cxnId="{4D1EA66D-00EF-4A24-A32D-3A801ECA1D93}">
      <dgm:prSet/>
      <dgm:spPr/>
    </dgm:pt>
    <dgm:pt modelId="{4F2C7B7A-3ECC-43BF-B0A7-51C2FF22519D}" type="sibTrans" cxnId="{4D1EA66D-00EF-4A24-A32D-3A801ECA1D93}">
      <dgm:prSet/>
      <dgm:spPr/>
    </dgm:pt>
    <dgm:pt modelId="{72F8086E-91F0-4E48-92B2-04C7640F451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09A867A-5B0E-4350-86A6-C9FB7CD2E4B4}" type="parTrans" cxnId="{243874AC-5072-4893-8124-9DAF15624641}">
      <dgm:prSet/>
      <dgm:spPr/>
    </dgm:pt>
    <dgm:pt modelId="{7D13BDD5-596D-471D-B14E-C4D1DDF35821}" type="sibTrans" cxnId="{243874AC-5072-4893-8124-9DAF15624641}">
      <dgm:prSet/>
      <dgm:spPr/>
    </dgm:pt>
    <dgm:pt modelId="{3F2E6E04-2583-4C3C-A76D-4E6727A074B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1F1E8910-D506-444A-B0D1-68444F35D215}" type="parTrans" cxnId="{240356EC-395F-4A18-BC7A-F750FFFBAF70}">
      <dgm:prSet/>
      <dgm:spPr/>
    </dgm:pt>
    <dgm:pt modelId="{47BE9863-CF4B-437A-AEDB-CC48902C55A6}" type="sibTrans" cxnId="{240356EC-395F-4A18-BC7A-F750FFFBAF70}">
      <dgm:prSet/>
      <dgm:spPr/>
    </dgm:pt>
    <dgm:pt modelId="{38C24A0B-FDD7-4440-B60E-83EC0B87A4EA}" type="pres">
      <dgm:prSet presAssocID="{01705A3D-AF45-4DEC-8D95-7E6BFFB3C803}" presName="Name0" presStyleCnt="0">
        <dgm:presLayoutVars>
          <dgm:chMax val="9"/>
          <dgm:chPref val="9"/>
        </dgm:presLayoutVars>
      </dgm:prSet>
      <dgm:spPr/>
    </dgm:pt>
    <dgm:pt modelId="{4836E683-A62B-443B-98CC-640F91E7027D}" type="pres">
      <dgm:prSet presAssocID="{B979E5BA-1A82-4F12-8877-746F6D664BEB}" presName="picture1" presStyleCnt="0"/>
      <dgm:spPr/>
    </dgm:pt>
    <dgm:pt modelId="{06531B22-C0CE-49F0-93F7-EB4A965BC992}" type="pres">
      <dgm:prSet presAssocID="{B979E5BA-1A82-4F12-8877-746F6D664BEB}" presName="picture" presStyleLbl="alignImgPlace1" presStyleIdx="0" presStyleCnt="3"/>
      <dgm:spPr/>
    </dgm:pt>
    <dgm:pt modelId="{38675408-3D99-49CE-9480-583D27893D46}" type="pres">
      <dgm:prSet presAssocID="{B979E5BA-1A82-4F12-8877-746F6D664BEB}" presName="parent1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DC0F794-9B11-44DD-B391-EAF4349FCF1F}" type="pres">
      <dgm:prSet presAssocID="{D5D24664-C404-45C2-A704-4F134790E675}" presName="picture2" presStyleCnt="0"/>
      <dgm:spPr/>
    </dgm:pt>
    <dgm:pt modelId="{1061E335-085B-46DF-81D0-3901E8F57CF2}" type="pres">
      <dgm:prSet presAssocID="{D5D24664-C404-45C2-A704-4F134790E675}" presName="picture" presStyleLbl="alignImgPlace1" presStyleIdx="1" presStyleCnt="3"/>
      <dgm:spPr/>
    </dgm:pt>
    <dgm:pt modelId="{03AE628D-F94E-480F-A556-210DFEE64282}" type="pres">
      <dgm:prSet presAssocID="{D5D24664-C404-45C2-A704-4F134790E675}" presName="parent2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45503A1-C0B6-451A-A08E-A29297E905BE}" type="pres">
      <dgm:prSet presAssocID="{72F8086E-91F0-4E48-92B2-04C7640F4510}" presName="picture3" presStyleCnt="0"/>
      <dgm:spPr/>
    </dgm:pt>
    <dgm:pt modelId="{17127C1D-6CBE-4FC4-AA94-44147F9EE316}" type="pres">
      <dgm:prSet presAssocID="{72F8086E-91F0-4E48-92B2-04C7640F4510}" presName="picture" presStyleLbl="alignImgPlace1" presStyleIdx="2" presStyleCnt="3"/>
      <dgm:spPr/>
    </dgm:pt>
    <dgm:pt modelId="{DB267B34-8D9D-457F-BCBA-EF9C40C596C5}" type="pres">
      <dgm:prSet presAssocID="{72F8086E-91F0-4E48-92B2-04C7640F4510}" presName="parent3" presStyleLbl="node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596CF38-3238-4F70-BF07-027C779E0EF3}" type="presOf" srcId="{01705A3D-AF45-4DEC-8D95-7E6BFFB3C803}" destId="{38C24A0B-FDD7-4440-B60E-83EC0B87A4EA}" srcOrd="0" destOrd="0" presId="urn:microsoft.com/office/officeart/2011/layout/ThemePictureAlternatingAccent"/>
    <dgm:cxn modelId="{3CB03E4B-879E-48A6-AA19-8897C9640A60}" srcId="{01705A3D-AF45-4DEC-8D95-7E6BFFB3C803}" destId="{B979E5BA-1A82-4F12-8877-746F6D664BEB}" srcOrd="0" destOrd="0" parTransId="{A2C9C12A-CB23-4E7A-987D-269F2ECCD63D}" sibTransId="{67D30A1D-990B-4156-B79E-CA2EBF98715D}"/>
    <dgm:cxn modelId="{4D1EA66D-00EF-4A24-A32D-3A801ECA1D93}" srcId="{01705A3D-AF45-4DEC-8D95-7E6BFFB3C803}" destId="{D5D24664-C404-45C2-A704-4F134790E675}" srcOrd="1" destOrd="0" parTransId="{C23D29E9-1FB2-4183-A532-ED635556FA1E}" sibTransId="{4F2C7B7A-3ECC-43BF-B0A7-51C2FF22519D}"/>
    <dgm:cxn modelId="{BB98DF59-8B42-4513-B97A-720B84AF63FD}" type="presOf" srcId="{3F2E6E04-2583-4C3C-A76D-4E6727A074B6}" destId="{DB267B34-8D9D-457F-BCBA-EF9C40C596C5}" srcOrd="0" destOrd="1" presId="urn:microsoft.com/office/officeart/2011/layout/ThemePictureAlternatingAccent"/>
    <dgm:cxn modelId="{6A160E8A-AFD3-4710-85AF-0E01202D44B5}" type="presOf" srcId="{72F8086E-91F0-4E48-92B2-04C7640F4510}" destId="{DB267B34-8D9D-457F-BCBA-EF9C40C596C5}" srcOrd="0" destOrd="0" presId="urn:microsoft.com/office/officeart/2011/layout/ThemePictureAlternatingAccent"/>
    <dgm:cxn modelId="{5B3A028C-F344-4264-B809-A37E09A8A553}" type="presOf" srcId="{D5D24664-C404-45C2-A704-4F134790E675}" destId="{03AE628D-F94E-480F-A556-210DFEE64282}" srcOrd="0" destOrd="0" presId="urn:microsoft.com/office/officeart/2011/layout/ThemePictureAlternatingAccent"/>
    <dgm:cxn modelId="{E926D297-8351-475B-8CBF-D6D5B8B7C657}" type="presOf" srcId="{B979E5BA-1A82-4F12-8877-746F6D664BEB}" destId="{38675408-3D99-49CE-9480-583D27893D46}" srcOrd="0" destOrd="0" presId="urn:microsoft.com/office/officeart/2011/layout/ThemePictureAlternatingAccent"/>
    <dgm:cxn modelId="{243874AC-5072-4893-8124-9DAF15624641}" srcId="{01705A3D-AF45-4DEC-8D95-7E6BFFB3C803}" destId="{72F8086E-91F0-4E48-92B2-04C7640F4510}" srcOrd="2" destOrd="0" parTransId="{309A867A-5B0E-4350-86A6-C9FB7CD2E4B4}" sibTransId="{7D13BDD5-596D-471D-B14E-C4D1DDF35821}"/>
    <dgm:cxn modelId="{C15A7CD9-69B8-456E-8C00-CA02F6C6EB1A}" type="presOf" srcId="{197E7C4F-1123-408E-B567-6BF2A5056C90}" destId="{38675408-3D99-49CE-9480-583D27893D46}" srcOrd="0" destOrd="1" presId="urn:microsoft.com/office/officeart/2011/layout/ThemePictureAlternatingAccent"/>
    <dgm:cxn modelId="{240356EC-395F-4A18-BC7A-F750FFFBAF70}" srcId="{72F8086E-91F0-4E48-92B2-04C7640F4510}" destId="{3F2E6E04-2583-4C3C-A76D-4E6727A074B6}" srcOrd="0" destOrd="0" parTransId="{1F1E8910-D506-444A-B0D1-68444F35D215}" sibTransId="{47BE9863-CF4B-437A-AEDB-CC48902C55A6}"/>
    <dgm:cxn modelId="{60B773FE-8BE5-49E9-BF7A-105DCDB06A1B}" srcId="{B979E5BA-1A82-4F12-8877-746F6D664BEB}" destId="{197E7C4F-1123-408E-B567-6BF2A5056C90}" srcOrd="0" destOrd="0" parTransId="{11F74EAE-114B-45E4-B301-F96D68C5E286}" sibTransId="{11AFC2EA-59CD-4548-9C31-75BECF3559B6}"/>
    <dgm:cxn modelId="{38E3BCC8-C5DB-4FBA-A7FE-C0121D71C737}" type="presParOf" srcId="{38C24A0B-FDD7-4440-B60E-83EC0B87A4EA}" destId="{4836E683-A62B-443B-98CC-640F91E7027D}" srcOrd="0" destOrd="0" presId="urn:microsoft.com/office/officeart/2011/layout/ThemePictureAlternatingAccent"/>
    <dgm:cxn modelId="{1F56B5A3-26AF-4D9F-AC84-0B0BEF1C7564}" type="presParOf" srcId="{4836E683-A62B-443B-98CC-640F91E7027D}" destId="{06531B22-C0CE-49F0-93F7-EB4A965BC992}" srcOrd="0" destOrd="0" presId="urn:microsoft.com/office/officeart/2011/layout/ThemePictureAlternatingAccent"/>
    <dgm:cxn modelId="{2056D987-1BE0-450D-B7D0-D20A024C09C9}" type="presParOf" srcId="{38C24A0B-FDD7-4440-B60E-83EC0B87A4EA}" destId="{38675408-3D99-49CE-9480-583D27893D46}" srcOrd="1" destOrd="0" presId="urn:microsoft.com/office/officeart/2011/layout/ThemePictureAlternatingAccent"/>
    <dgm:cxn modelId="{DBFD49F1-3681-40AB-814A-B45AF4867612}" type="presParOf" srcId="{38C24A0B-FDD7-4440-B60E-83EC0B87A4EA}" destId="{9DC0F794-9B11-44DD-B391-EAF4349FCF1F}" srcOrd="2" destOrd="0" presId="urn:microsoft.com/office/officeart/2011/layout/ThemePictureAlternatingAccent"/>
    <dgm:cxn modelId="{5C6986B8-6AFF-49E4-B136-7F8C9A766821}" type="presParOf" srcId="{9DC0F794-9B11-44DD-B391-EAF4349FCF1F}" destId="{1061E335-085B-46DF-81D0-3901E8F57CF2}" srcOrd="0" destOrd="0" presId="urn:microsoft.com/office/officeart/2011/layout/ThemePictureAlternatingAccent"/>
    <dgm:cxn modelId="{5C499C27-3837-4426-9F34-402439DB0CC3}" type="presParOf" srcId="{38C24A0B-FDD7-4440-B60E-83EC0B87A4EA}" destId="{03AE628D-F94E-480F-A556-210DFEE64282}" srcOrd="3" destOrd="0" presId="urn:microsoft.com/office/officeart/2011/layout/ThemePictureAlternatingAccent"/>
    <dgm:cxn modelId="{5E81A3CB-E9F1-49CC-A5DD-D16FE9B2DBE6}" type="presParOf" srcId="{38C24A0B-FDD7-4440-B60E-83EC0B87A4EA}" destId="{445503A1-C0B6-451A-A08E-A29297E905BE}" srcOrd="4" destOrd="0" presId="urn:microsoft.com/office/officeart/2011/layout/ThemePictureAlternatingAccent"/>
    <dgm:cxn modelId="{7C1BE62E-C7CB-45CD-834C-2F1732C43B8D}" type="presParOf" srcId="{445503A1-C0B6-451A-A08E-A29297E905BE}" destId="{17127C1D-6CBE-4FC4-AA94-44147F9EE316}" srcOrd="0" destOrd="0" presId="urn:microsoft.com/office/officeart/2011/layout/ThemePictureAlternatingAccent"/>
    <dgm:cxn modelId="{A0FC6DCE-C6AB-4E0E-B787-FFD64FB32EE7}" type="presParOf" srcId="{38C24A0B-FDD7-4440-B60E-83EC0B87A4EA}" destId="{DB267B34-8D9D-457F-BCBA-EF9C40C596C5}" srcOrd="5" destOrd="0" presId="urn:microsoft.com/office/officeart/2011/layout/ThemePictureAlternatingAcce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31B22-C0CE-49F0-93F7-EB4A965BC992}">
      <dsp:nvSpPr>
        <dsp:cNvPr id="0" name=""/>
        <dsp:cNvSpPr/>
      </dsp:nvSpPr>
      <dsp:spPr>
        <a:xfrm>
          <a:off x="1498091" y="0"/>
          <a:ext cx="5258816" cy="324612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75408-3D99-49CE-9480-583D27893D46}">
      <dsp:nvSpPr>
        <dsp:cNvPr id="0" name=""/>
        <dsp:cNvSpPr/>
      </dsp:nvSpPr>
      <dsp:spPr>
        <a:xfrm>
          <a:off x="1498091" y="2848864"/>
          <a:ext cx="5258816" cy="37846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13970" rIns="41910" bIns="1397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One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Node Two has a longer label</a:t>
          </a:r>
        </a:p>
      </dsp:txBody>
      <dsp:txXfrm>
        <a:off x="1498091" y="2848864"/>
        <a:ext cx="5258816" cy="378460"/>
      </dsp:txXfrm>
    </dsp:sp>
    <dsp:sp modelId="{1061E335-085B-46DF-81D0-3901E8F57CF2}">
      <dsp:nvSpPr>
        <dsp:cNvPr id="0" name=""/>
        <dsp:cNvSpPr/>
      </dsp:nvSpPr>
      <dsp:spPr>
        <a:xfrm>
          <a:off x="1498091" y="3347212"/>
          <a:ext cx="3319364" cy="17327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E628D-F94E-480F-A556-210DFEE64282}">
      <dsp:nvSpPr>
        <dsp:cNvPr id="0" name=""/>
        <dsp:cNvSpPr/>
      </dsp:nvSpPr>
      <dsp:spPr>
        <a:xfrm>
          <a:off x="1498091" y="4842256"/>
          <a:ext cx="3319364" cy="21640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Node Three</a:t>
          </a:r>
        </a:p>
      </dsp:txBody>
      <dsp:txXfrm>
        <a:off x="1498091" y="4842256"/>
        <a:ext cx="3319364" cy="216408"/>
      </dsp:txXfrm>
    </dsp:sp>
    <dsp:sp modelId="{17127C1D-6CBE-4FC4-AA94-44147F9EE316}">
      <dsp:nvSpPr>
        <dsp:cNvPr id="0" name=""/>
        <dsp:cNvSpPr/>
      </dsp:nvSpPr>
      <dsp:spPr>
        <a:xfrm>
          <a:off x="4916848" y="3347212"/>
          <a:ext cx="1840059" cy="173278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67B34-8D9D-457F-BCBA-EF9C40C596C5}">
      <dsp:nvSpPr>
        <dsp:cNvPr id="0" name=""/>
        <dsp:cNvSpPr/>
      </dsp:nvSpPr>
      <dsp:spPr>
        <a:xfrm>
          <a:off x="4916848" y="4838699"/>
          <a:ext cx="1840059" cy="21844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7620" rIns="22860" bIns="7620" numCol="1" spcCol="1270" anchor="b" anchorCtr="0">
          <a:noAutofit/>
        </a:bodyPr>
        <a:lstStyle/>
        <a:p>
          <a:pPr marL="0" lvl="0" indent="0" algn="l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Node Four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/>
            <a:t>Node Five</a:t>
          </a:r>
        </a:p>
      </dsp:txBody>
      <dsp:txXfrm>
        <a:off x="4916848" y="4838699"/>
        <a:ext cx="1840059" cy="218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hemePictureAlternatingAccent">
  <dgm:title val="Theme Picture Alternating Accent"/>
  <dgm:desc val="Use to show a group of pictures with the first picture being the largest and on top. Additional Level 1 pictures alternate between squares and rectangles with a limit of nine Level 1 pictures. Works best with small amounts of text. Unused text does not appear, but remains available if you switch layouts."/>
  <dgm:catLst>
    <dgm:cat type="picture" pri="13750"/>
    <dgm:cat type="officeonline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9"/>
      <dgm:chPref val="9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62"/>
        </dgm:alg>
        <dgm:constrLst>
          <dgm:constr type="primFontSz" for="des" forName="parent1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/>
          <dgm:constr type="l" for="ch" forName="parent1" refType="w" fact="0"/>
          <dgm:constr type="t" for="ch" forName="parent1" refType="h" fact="0.8776"/>
          <dgm:constr type="w" for="ch" forName="parent1" refType="w"/>
          <dgm:constr type="h" for="ch" forName="parent1" refType="h" fact="0.1166"/>
        </dgm:constrLst>
      </dgm:if>
      <dgm:if name="Name3" axis="ch" ptType="node" func="cnt" op="equ" val="2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</dgm:constrLst>
      </dgm:if>
      <dgm:if name="Name4" axis="ch" ptType="node" func="cnt" op="equ" val="3">
        <dgm:alg type="composite">
          <dgm:param type="ar" val="1.035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/>
          <dgm:constr type="h" for="ch" forName="picture1" refType="h" fact="0.639"/>
          <dgm:constr type="l" for="ch" forName="parent1" refType="w" fact="0"/>
          <dgm:constr type="t" for="ch" forName="parent1" refType="h" fact="0.5608"/>
          <dgm:constr type="w" for="ch" forName="parent1" refType="w"/>
          <dgm:constr type="h" for="ch" forName="parent1" refType="h" fact="0.0745"/>
          <dgm:constr type="l" for="ch" forName="picture2" refType="w" fact="0"/>
          <dgm:constr type="t" for="ch" forName="picture2" refType="h" fact="0.6589"/>
          <dgm:constr type="w" for="ch" forName="picture2" refType="w" fact="0.6312"/>
          <dgm:constr type="h" for="ch" forName="picture2" refType="h" fact="0.3411"/>
          <dgm:constr type="l" for="ch" forName="parent2" refType="w" fact="0"/>
          <dgm:constr type="t" for="ch" forName="parent2" refType="h" fact="0.9532"/>
          <dgm:constr type="w" for="ch" forName="parent2" refType="w" fact="0.6312"/>
          <dgm:constr type="h" for="ch" forName="parent2" refType="h" fact="0.0426"/>
          <dgm:constr type="l" for="ch" forName="picture3" refType="w" fact="0.6501"/>
          <dgm:constr type="t" for="ch" forName="picture3" refType="h" fact="0.6589"/>
          <dgm:constr type="w" for="ch" forName="picture3" refType="w" fact="0.3499"/>
          <dgm:constr type="h" for="ch" forName="picture3" refType="h" fact="0.3411"/>
          <dgm:constr type="l" for="ch" forName="parent3" refType="w" fact="0.6501"/>
          <dgm:constr type="t" for="ch" forName="parent3" refType="h" fact="0.9525"/>
          <dgm:constr type="w" for="ch" forName="parent3" refType="w" fact="0.3499"/>
          <dgm:constr type="h" for="ch" forName="parent3" refType="h" fact="0.043"/>
        </dgm:constrLst>
      </dgm:if>
      <dgm:if name="Name5" axis="ch" ptType="node" func="cnt" op="equ" val="4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</dgm:constrLst>
      </dgm:if>
      <dgm:if name="Name6" axis="ch" ptType="node" func="cnt" op="equ" val="5">
        <dgm:alg type="composite">
          <dgm:param type="ar" val="0.7603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8"/>
          <dgm:constr type="h" for="ch" forName="picture1" refType="h" fact="0.4692"/>
          <dgm:constr type="l" for="ch" forName="parent1" refType="w" fact="0"/>
          <dgm:constr type="t" for="ch" forName="parent1" refType="h" fact="0.4118"/>
          <dgm:constr type="w" for="ch" forName="parent1" refType="w" fact="0.9998"/>
          <dgm:constr type="h" for="ch" forName="parent1" refType="h" fact="0.0547"/>
          <dgm:constr type="l" for="ch" forName="picture2" refType="w" fact="0"/>
          <dgm:constr type="t" for="ch" forName="picture2" refType="h" fact="0.4839"/>
          <dgm:constr type="w" for="ch" forName="picture2" refType="w" fact="0.631"/>
          <dgm:constr type="h" for="ch" forName="picture2" refType="h" fact="0.2504"/>
          <dgm:constr type="l" for="ch" forName="parent2" refType="w" fact="0"/>
          <dgm:constr type="t" for="ch" forName="parent2" refType="h" fact="0.6999"/>
          <dgm:constr type="w" for="ch" forName="parent2" refType="w" fact="0.631"/>
          <dgm:constr type="h" for="ch" forName="parent2" refType="h" fact="0.0313"/>
          <dgm:constr type="l" for="ch" forName="picture3" refType="w" fact="0.65"/>
          <dgm:constr type="t" for="ch" forName="picture3" refType="h" fact="0.4839"/>
          <dgm:constr type="w" for="ch" forName="picture3" refType="w" fact="0.3498"/>
          <dgm:constr type="h" for="ch" forName="picture3" refType="h" fact="0.2504"/>
          <dgm:constr type="l" for="ch" forName="parent3" refType="w" fact="0.65"/>
          <dgm:constr type="t" for="ch" forName="parent3" refType="h" fact="0.6994"/>
          <dgm:constr type="w" for="ch" forName="parent3" refType="w" fact="0.3498"/>
          <dgm:constr type="h" for="ch" forName="parent3" refType="h" fact="0.0316"/>
          <dgm:constr type="l" for="ch" forName="picture4" refType="w" fact="0"/>
          <dgm:constr type="t" for="ch" forName="picture4" refType="h" fact="0.7496"/>
          <dgm:constr type="w" for="ch" forName="picture4" refType="w" fact="0.3498"/>
          <dgm:constr type="h" for="ch" forName="picture4" refType="h" fact="0.2504"/>
          <dgm:constr type="l" for="ch" forName="parent4" refType="w" fact="0"/>
          <dgm:constr type="t" for="ch" forName="parent4" refType="h" fact="0.9651"/>
          <dgm:constr type="w" for="ch" forName="parent4" refType="w" fact="0.3498"/>
          <dgm:constr type="h" for="ch" forName="parent4" refType="h" fact="0.0316"/>
          <dgm:constr type="l" for="ch" forName="picture5" refType="w" fact="0.369"/>
          <dgm:constr type="t" for="ch" forName="picture5" refType="h" fact="0.7496"/>
          <dgm:constr type="w" for="ch" forName="picture5" refType="w" fact="0.631"/>
          <dgm:constr type="h" for="ch" forName="picture5" refType="h" fact="0.2504"/>
          <dgm:constr type="l" for="ch" forName="parent5" refType="w" fact="0.369"/>
          <dgm:constr type="t" for="ch" forName="parent5" refType="h" fact="0.9656"/>
          <dgm:constr type="w" for="ch" forName="parent5" refType="w" fact="0.631"/>
          <dgm:constr type="h" for="ch" forName="parent5" refType="h" fact="0.0313"/>
        </dgm:constrLst>
      </dgm:if>
      <dgm:if name="Name7" axis="ch" ptType="node" func="cnt" op="equ" val="6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</dgm:constrLst>
      </dgm:if>
      <dgm:if name="Name8" axis="ch" ptType="node" func="cnt" op="equ" val="7">
        <dgm:alg type="composite">
          <dgm:param type="ar" val="0.6012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708"/>
          <dgm:constr type="l" for="ch" forName="parent1" refType="w" fact="0"/>
          <dgm:constr type="t" for="ch" forName="parent1" refType="h" fact="0.3254"/>
          <dgm:constr type="w" for="ch" forName="parent1" refType="w" fact="0.9992"/>
          <dgm:constr type="h" for="ch" forName="parent1" refType="h" fact="0.0432"/>
          <dgm:constr type="l" for="ch" forName="picture2" refType="w" fact="0"/>
          <dgm:constr type="t" for="ch" forName="picture2" refType="h" fact="0.3824"/>
          <dgm:constr type="w" for="ch" forName="picture2" refType="w" fact="0.6307"/>
          <dgm:constr type="h" for="ch" forName="picture2" refType="h" fact="0.1979"/>
          <dgm:constr type="l" for="ch" forName="parent2" refType="w" fact="0"/>
          <dgm:constr type="t" for="ch" forName="parent2" refType="h" fact="0.5531"/>
          <dgm:constr type="w" for="ch" forName="parent2" refType="w" fact="0.6307"/>
          <dgm:constr type="h" for="ch" forName="parent2" refType="h" fact="0.0247"/>
          <dgm:constr type="l" for="ch" forName="picture3" refType="w" fact="0.6496"/>
          <dgm:constr type="t" for="ch" forName="picture3" refType="h" fact="0.3824"/>
          <dgm:constr type="w" for="ch" forName="picture3" refType="w" fact="0.3496"/>
          <dgm:constr type="h" for="ch" forName="picture3" refType="h" fact="0.1979"/>
          <dgm:constr type="l" for="ch" forName="parent3" refType="w" fact="0.6496"/>
          <dgm:constr type="t" for="ch" forName="parent3" refType="h" fact="0.5527"/>
          <dgm:constr type="w" for="ch" forName="parent3" refType="w" fact="0.3496"/>
          <dgm:constr type="h" for="ch" forName="parent3" refType="h" fact="0.025"/>
          <dgm:constr type="l" for="ch" forName="picture4" refType="w" fact="0"/>
          <dgm:constr type="t" for="ch" forName="picture4" refType="h" fact="0.5924"/>
          <dgm:constr type="w" for="ch" forName="picture4" refType="w" fact="0.3496"/>
          <dgm:constr type="h" for="ch" forName="picture4" refType="h" fact="0.1979"/>
          <dgm:constr type="l" for="ch" forName="parent4" refType="w" fact="0"/>
          <dgm:constr type="t" for="ch" forName="parent4" refType="h" fact="0.7627"/>
          <dgm:constr type="w" for="ch" forName="parent4" refType="w" fact="0.3496"/>
          <dgm:constr type="h" for="ch" forName="parent4" refType="h" fact="0.025"/>
          <dgm:constr type="l" for="ch" forName="picture5" refType="w" fact="0.3688"/>
          <dgm:constr type="t" for="ch" forName="picture5" refType="h" fact="0.5924"/>
          <dgm:constr type="w" for="ch" forName="picture5" refType="w" fact="0.6307"/>
          <dgm:constr type="h" for="ch" forName="picture5" refType="h" fact="0.1979"/>
          <dgm:constr type="l" for="ch" forName="parent5" refType="w" fact="0.3688"/>
          <dgm:constr type="t" for="ch" forName="parent5" refType="h" fact="0.7631"/>
          <dgm:constr type="w" for="ch" forName="parent5" refType="w" fact="0.6307"/>
          <dgm:constr type="h" for="ch" forName="parent5" refType="h" fact="0.0247"/>
          <dgm:constr type="l" for="ch" forName="picture6" refType="w" fact="0"/>
          <dgm:constr type="t" for="ch" forName="picture6" refType="h" fact="0.8021"/>
          <dgm:constr type="w" for="ch" forName="picture6" refType="w" fact="0.6307"/>
          <dgm:constr type="h" for="ch" forName="picture6" refType="h" fact="0.1979"/>
          <dgm:constr type="l" for="ch" forName="parent6" refType="w" fact="0"/>
          <dgm:constr type="t" for="ch" forName="parent6" refType="h" fact="0.9728"/>
          <dgm:constr type="w" for="ch" forName="parent6" refType="w" fact="0.6307"/>
          <dgm:constr type="h" for="ch" forName="parent6" refType="h" fact="0.0247"/>
          <dgm:constr type="l" for="ch" forName="picture7" refType="w" fact="0.6504"/>
          <dgm:constr type="t" for="ch" forName="picture7" refType="h" fact="0.8021"/>
          <dgm:constr type="w" for="ch" forName="picture7" refType="w" fact="0.3496"/>
          <dgm:constr type="h" for="ch" forName="picture7" refType="h" fact="0.1979"/>
          <dgm:constr type="l" for="ch" forName="parent7" refType="w" fact="0.6504"/>
          <dgm:constr type="t" for="ch" forName="parent7" refType="h" fact="0.9724"/>
          <dgm:constr type="w" for="ch" forName="parent7" refType="w" fact="0.3496"/>
          <dgm:constr type="h" for="ch" forName="parent7" refType="h" fact="0.025"/>
        </dgm:constrLst>
      </dgm:if>
      <dgm:if name="Name9" axis="ch" ptType="node" func="cnt" op="equ" val="8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</dgm:constrLst>
      </dgm:if>
      <dgm:else name="Name10">
        <dgm:alg type="composite">
          <dgm:param type="ar" val="0.4976"/>
        </dgm:alg>
        <dgm:constrLst>
          <dgm:constr type="primFontSz" for="des" forName="parent1" val="65"/>
          <dgm:constr type="primFontSz" for="des" forName="parent2" val="65"/>
          <dgm:constr type="primFontSz" for="des" forName="parent2" refType="primFontSz" refFor="des" refForName="parent1" op="lte"/>
          <dgm:constr type="primFontSz" for="des" forName="parent3" refType="primFontSz" refFor="des" refForName="parent2" op="equ"/>
          <dgm:constr type="primFontSz" for="des" forName="parent4" refType="primFontSz" refFor="des" refForName="parent2" op="equ"/>
          <dgm:constr type="primFontSz" for="des" forName="parent5" refType="primFontSz" refFor="des" refForName="parent2" op="equ"/>
          <dgm:constr type="primFontSz" for="des" forName="parent6" refType="primFontSz" refFor="des" refForName="parent2" op="equ"/>
          <dgm:constr type="primFontSz" for="des" forName="parent7" refType="primFontSz" refFor="des" refForName="parent2" op="equ"/>
          <dgm:constr type="primFontSz" for="des" forName="parent8" refType="primFontSz" refFor="des" refForName="parent2" op="equ"/>
          <dgm:constr type="primFontSz" for="des" forName="parent9" refType="primFontSz" refFor="des" refForName="parent2" op="equ"/>
          <dgm:constr type="l" for="ch" forName="picture1" refType="w" fact="0"/>
          <dgm:constr type="t" for="ch" forName="picture1" refType="h" fact="0"/>
          <dgm:constr type="w" for="ch" forName="picture1" refType="w" fact="0.9992"/>
          <dgm:constr type="h" for="ch" forName="picture1" refType="h" fact="0.3069"/>
          <dgm:constr type="l" for="ch" forName="parent1" refType="w" fact="0"/>
          <dgm:constr type="t" for="ch" forName="parent1" refType="h" fact="0.2693"/>
          <dgm:constr type="w" for="ch" forName="parent1" refType="w" fact="0.9992"/>
          <dgm:constr type="h" for="ch" forName="parent1" refType="h" fact="0.0358"/>
          <dgm:constr type="l" for="ch" forName="picture2" refType="w" fact="0"/>
          <dgm:constr type="t" for="ch" forName="picture2" refType="h" fact="0.3165"/>
          <dgm:constr type="w" for="ch" forName="picture2" refType="w" fact="0.6307"/>
          <dgm:constr type="h" for="ch" forName="picture2" refType="h" fact="0.1638"/>
          <dgm:constr type="l" for="ch" forName="parent2" refType="w" fact="0"/>
          <dgm:constr type="t" for="ch" forName="parent2" refType="h" fact="0.4578"/>
          <dgm:constr type="w" for="ch" forName="parent2" refType="w" fact="0.6307"/>
          <dgm:constr type="h" for="ch" forName="parent2" refType="h" fact="0.0205"/>
          <dgm:constr type="l" for="ch" forName="picture3" refType="w" fact="0.6496"/>
          <dgm:constr type="t" for="ch" forName="picture3" refType="h" fact="0.3165"/>
          <dgm:constr type="w" for="ch" forName="picture3" refType="w" fact="0.3496"/>
          <dgm:constr type="h" for="ch" forName="picture3" refType="h" fact="0.1638"/>
          <dgm:constr type="l" for="ch" forName="parent3" refType="w" fact="0.6496"/>
          <dgm:constr type="t" for="ch" forName="parent3" refType="h" fact="0.4575"/>
          <dgm:constr type="w" for="ch" forName="parent3" refType="w" fact="0.3496"/>
          <dgm:constr type="h" for="ch" forName="parent3" refType="h" fact="0.0207"/>
          <dgm:constr type="l" for="ch" forName="picture5" refType="w" fact="0.3688"/>
          <dgm:constr type="t" for="ch" forName="picture5" refType="h" fact="0.4903"/>
          <dgm:constr type="w" for="ch" forName="picture5" refType="w" fact="0.6307"/>
          <dgm:constr type="h" for="ch" forName="picture5" refType="h" fact="0.1638"/>
          <dgm:constr type="l" for="ch" forName="parent5" refType="w" fact="0.3688"/>
          <dgm:constr type="t" for="ch" forName="parent5" refType="h" fact="0.6316"/>
          <dgm:constr type="w" for="ch" forName="parent5" refType="w" fact="0.6307"/>
          <dgm:constr type="h" for="ch" forName="parent5" refType="h" fact="0.0205"/>
          <dgm:constr type="l" for="ch" forName="picture4" refType="w" fact="0"/>
          <dgm:constr type="t" for="ch" forName="picture4" refType="h" fact="0.4903"/>
          <dgm:constr type="w" for="ch" forName="picture4" refType="w" fact="0.3496"/>
          <dgm:constr type="h" for="ch" forName="picture4" refType="h" fact="0.1638"/>
          <dgm:constr type="l" for="ch" forName="parent4" refType="w" fact="0"/>
          <dgm:constr type="t" for="ch" forName="parent4" refType="h" fact="0.6313"/>
          <dgm:constr type="w" for="ch" forName="parent4" refType="w" fact="0.3496"/>
          <dgm:constr type="h" for="ch" forName="parent4" refType="h" fact="0.0207"/>
          <dgm:constr type="l" for="ch" forName="picture6" refType="w" fact="0"/>
          <dgm:constr type="t" for="ch" forName="picture6" refType="h" fact="0.6638"/>
          <dgm:constr type="w" for="ch" forName="picture6" refType="w" fact="0.6307"/>
          <dgm:constr type="h" for="ch" forName="picture6" refType="h" fact="0.1638"/>
          <dgm:constr type="l" for="ch" forName="parent6" refType="w" fact="0"/>
          <dgm:constr type="t" for="ch" forName="parent6" refType="h" fact="0.8051"/>
          <dgm:constr type="w" for="ch" forName="parent6" refType="w" fact="0.6307"/>
          <dgm:constr type="h" for="ch" forName="parent6" refType="h" fact="0.0205"/>
          <dgm:constr type="l" for="ch" forName="picture7" refType="w" fact="0.6504"/>
          <dgm:constr type="t" for="ch" forName="picture7" refType="h" fact="0.6638"/>
          <dgm:constr type="w" for="ch" forName="picture7" refType="w" fact="0.3496"/>
          <dgm:constr type="h" for="ch" forName="picture7" refType="h" fact="0.1638"/>
          <dgm:constr type="l" for="ch" forName="parent7" refType="w" fact="0.6504"/>
          <dgm:constr type="t" for="ch" forName="parent7" refType="h" fact="0.8048"/>
          <dgm:constr type="w" for="ch" forName="parent7" refType="w" fact="0.3496"/>
          <dgm:constr type="h" for="ch" forName="parent7" refType="h" fact="0.0207"/>
          <dgm:constr type="l" for="ch" forName="picture8" refType="w" fact="0"/>
          <dgm:constr type="t" for="ch" forName="picture8" refType="h" fact="0.8362"/>
          <dgm:constr type="w" for="ch" forName="picture8" refType="w" fact="0.3496"/>
          <dgm:constr type="h" for="ch" forName="picture8" refType="h" fact="0.1638"/>
          <dgm:constr type="l" for="ch" forName="parent8" refType="w" fact="0"/>
          <dgm:constr type="t" for="ch" forName="parent8" refType="h" fact="0.9772"/>
          <dgm:constr type="w" for="ch" forName="parent8" refType="w" fact="0.3496"/>
          <dgm:constr type="h" for="ch" forName="parent8" refType="h" fact="0.0207"/>
          <dgm:constr type="l" for="ch" forName="picture9" refType="w" fact="0.3689"/>
          <dgm:constr type="t" for="ch" forName="picture9" refType="h" fact="0.8362"/>
          <dgm:constr type="w" for="ch" forName="picture9" refType="w" fact="0.6307"/>
          <dgm:constr type="h" for="ch" forName="picture9" refType="h" fact="0.1638"/>
          <dgm:constr type="l" for="ch" forName="parent9" refType="w" fact="0.3689"/>
          <dgm:constr type="t" for="ch" forName="parent9" refType="h" fact="0.9775"/>
          <dgm:constr type="w" for="ch" forName="parent9" refType="w" fact="0.6307"/>
          <dgm:constr type="h" for="ch" forName="parent9" refType="h" fact="0.0205"/>
        </dgm:constrLst>
      </dgm:else>
    </dgm:choose>
    <dgm:forEach name="Name11" axis="ch" ptType="node" cnt="1">
      <dgm:layoutNode name="picture1">
        <dgm:alg type="sp"/>
        <dgm:shape xmlns:r="http://schemas.openxmlformats.org/officeDocument/2006/relationships" r:blip="">
          <dgm:adjLst/>
        </dgm:shape>
        <dgm:presOf/>
        <dgm:forEach name="Name12" ref="pictureWrapper"/>
      </dgm:layoutNode>
      <dgm:layoutNode name="parent1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3" axis="ch" ptType="node" st="2" cnt="1">
      <dgm:layoutNode name="picture2">
        <dgm:alg type="sp"/>
        <dgm:shape xmlns:r="http://schemas.openxmlformats.org/officeDocument/2006/relationships" r:blip="">
          <dgm:adjLst/>
        </dgm:shape>
        <dgm:presOf/>
        <dgm:forEach name="Name14" ref="pictureWrapper"/>
      </dgm:layoutNode>
      <dgm:layoutNode name="parent2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3" cnt="1">
      <dgm:layoutNode name="picture3">
        <dgm:alg type="sp"/>
        <dgm:shape xmlns:r="http://schemas.openxmlformats.org/officeDocument/2006/relationships" r:blip="">
          <dgm:adjLst/>
        </dgm:shape>
        <dgm:presOf/>
        <dgm:forEach name="Name16" ref="pictureWrapper"/>
      </dgm:layoutNode>
      <dgm:layoutNode name="parent3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" ptType="node" st="4" cnt="1">
      <dgm:layoutNode name="picture4">
        <dgm:alg type="sp"/>
        <dgm:shape xmlns:r="http://schemas.openxmlformats.org/officeDocument/2006/relationships" r:blip="">
          <dgm:adjLst/>
        </dgm:shape>
        <dgm:presOf/>
        <dgm:forEach name="Name18" ref="pictureWrapper"/>
      </dgm:layoutNode>
      <dgm:layoutNode name="parent4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9" axis="ch" ptType="node" st="5" cnt="1">
      <dgm:layoutNode name="picture5">
        <dgm:alg type="sp"/>
        <dgm:shape xmlns:r="http://schemas.openxmlformats.org/officeDocument/2006/relationships" r:blip="">
          <dgm:adjLst/>
        </dgm:shape>
        <dgm:presOf/>
        <dgm:forEach name="Name20" ref="pictureWrapper"/>
      </dgm:layoutNode>
      <dgm:layoutNode name="parent5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" ptType="node" st="6" cnt="1">
      <dgm:layoutNode name="picture6">
        <dgm:alg type="sp"/>
        <dgm:shape xmlns:r="http://schemas.openxmlformats.org/officeDocument/2006/relationships" r:blip="">
          <dgm:adjLst/>
        </dgm:shape>
        <dgm:presOf/>
        <dgm:forEach name="Name22" ref="pictureWrapper"/>
      </dgm:layoutNode>
      <dgm:layoutNode name="parent6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" ptType="node" st="7" cnt="1">
      <dgm:layoutNode name="picture7">
        <dgm:alg type="sp"/>
        <dgm:shape xmlns:r="http://schemas.openxmlformats.org/officeDocument/2006/relationships" r:blip="">
          <dgm:adjLst/>
        </dgm:shape>
        <dgm:presOf/>
        <dgm:forEach name="Name24" ref="pictureWrapper"/>
      </dgm:layoutNode>
      <dgm:layoutNode name="parent7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" ptType="node" st="8" cnt="1">
      <dgm:layoutNode name="picture8">
        <dgm:alg type="sp"/>
        <dgm:shape xmlns:r="http://schemas.openxmlformats.org/officeDocument/2006/relationships" r:blip="">
          <dgm:adjLst/>
        </dgm:shape>
        <dgm:presOf/>
        <dgm:forEach name="Name26" ref="pictureWrapper"/>
      </dgm:layoutNode>
      <dgm:layoutNode name="parent8">
        <dgm:varLst>
          <dgm:chMax val="0"/>
          <dgm:chPref val="0"/>
          <dgm:bulletEnabled val="1"/>
        </dgm:varLst>
        <dgm:alg type="tx">
          <dgm:param type="parTxLTRAlign" val="l"/>
          <dgm:param type="parTxRTLAlign" val="l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" ptType="node" st="9" cnt="1">
      <dgm:layoutNode name="picture9">
        <dgm:alg type="sp"/>
        <dgm:shape xmlns:r="http://schemas.openxmlformats.org/officeDocument/2006/relationships" r:blip="">
          <dgm:adjLst/>
        </dgm:shape>
        <dgm:presOf/>
        <dgm:forEach name="Name28" ref="pictureWrapper"/>
      </dgm:layoutNode>
      <dgm:layoutNode name="parent9">
        <dgm:varLst>
          <dgm:chMax val="0"/>
          <dgm:chPref val="0"/>
          <dgm:bulletEnabled val="1"/>
        </dgm:varLst>
        <dgm:alg type="tx">
          <dgm:param type="parTxLTRAlign" val="r"/>
          <dgm:param type="parTxRTLAlign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wrapper" axis="self" ptType="parTrans">
      <dgm:forEach name="pictureWrapper" axis="self">
        <dgm:layoutNode name="pictur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AC21-F807-275D-1B62-56D5BD281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74B30-50DB-B999-E7AD-27F4D5D0F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5E27-4578-BFB9-360A-06FEB70B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9566-2A09-42D3-4CEC-2326EB61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0321C-EBFF-B9F6-8E11-D40C1BE9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7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867B-933A-600C-4B84-F6C82800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29E86-9D30-3A08-A172-4C87F6303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820A3-EA92-71CE-D5CA-2DEA4445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B9C4F-8DF6-DD6A-4A10-645F223C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A565-2A87-8664-D70B-A42B650E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2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6F94-420C-EA1D-79FF-BD5EE552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CB7C5-A934-8040-9A33-A365174A6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F0BBD-423C-D753-0FCE-B9D48B5B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CCC92-231B-9476-0353-057C0E5F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1298-A2BB-0E39-3CA8-EA46D28D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6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0A1B-486C-12BC-E5F0-5D0405D2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FE6D-D993-00BF-8F65-43E721340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33987-CE3F-3253-CA9C-7D6C8F3CD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9DD3B-C445-8B91-3344-8B0B61A7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5EC5F-C2AE-7AA1-0FF1-A91CB801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60850-8B56-7928-31BC-417136A7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3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63BA-C181-1E95-BF14-2663BAE1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56E10-A252-80FA-04D2-78876390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7FBB2-42AF-5BC4-4236-3AC4D86AF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A98FC-751C-AEE0-14D4-365F0D81C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05EC8-5CC1-1A0B-3075-861F7D6DE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0A017-14E6-34E0-B3BB-AD54CD34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66F70-01A2-1F1E-22B6-D99CF312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9C117-D194-F329-91D4-7B613D5E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0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8B41-D689-3025-0D71-32B2F3A7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5502D-E9F3-8086-C029-4CA7F883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5AEE2-9B4A-F791-1121-CE16D9E7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A50DE-D659-B2C9-5767-486E6B4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2ACF-642D-C339-8A52-B540908C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52413-7AD1-C7D2-2A89-DBF86B38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82BDE-60FF-7DD5-329E-AABA63E9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7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3587-C506-9F11-D48F-2F10D05D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68C9-A13D-4484-03DB-EACDB5E81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E971-171A-3CD4-32D3-DEDD01647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00B1C-3D04-D694-7AB4-52B7CD32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3A27D-CA82-F2CD-900C-8561F009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F2EA8-420B-6A49-DA4C-1F592A85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8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42AB-7154-D0F5-0FD3-C5751559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6D163-A77E-5436-0FC5-FB2D44EF9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EE14F-2E9A-BBF3-62AE-A88C6D62C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E791F-6B9F-7D6C-9A8A-D79FCDD9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3212D-10DA-D50A-2C6C-55BF70D1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DD444-09C4-5E00-5F58-06C4BFFC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7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11A0-2174-B223-2350-70ECFD1F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2479B-7EAA-4082-D905-5F63F4A68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408C2-F7BB-066A-B878-89036858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61254-B50C-A131-2B63-4E093E71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1D3F-A8F4-5E48-8979-705E9DA1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1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40F5C3-2ABB-89BD-5526-969B73734D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F768C-EA60-9902-9E4D-B9A22D860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4B1A-4141-A6CD-DA97-8C3A74E9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E1B36-F067-9318-36D2-4BB1A7BD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F0DF-2F5B-E4D6-199F-5E45FE29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D7F6B-FD1A-78B6-1229-A11896F0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DD48D-89BB-B15F-6879-4B31624D7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A761F-5DD3-21A9-61E2-01BDF5449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B884F-0675-4A99-9F44-A050A80D197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340DA-3E48-962E-D023-31D09847C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D8E8-7EBB-77C6-5379-35970A1A3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75645-2FFC-489B-91C4-F7EC6CCFC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3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F5C65E3-D32D-B564-063C-914BA1BA13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52988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354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2026-09-06T08:15:04Z</dcterms:created>
  <dcterms:modified xsi:type="dcterms:W3CDTF">2026-09-06T08:15:04Z</dcterms:modified>
</cp:coreProperties>
</file>