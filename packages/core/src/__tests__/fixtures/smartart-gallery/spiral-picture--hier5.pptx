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C6F0B7-E6E4-4FA8-898A-40D88C3E28C9}" type="doc">
      <dgm:prSet loTypeId="urn:microsoft.com/office/officeart/2009/3/layout/Spiral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C8693AC-6367-4130-AB69-B95C9772589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702837F-2F7C-4B1B-9D21-852F511DF69D}" type="parTrans" cxnId="{6D2E5275-ABC5-4A8F-8A78-315D1E3C3E49}">
      <dgm:prSet/>
      <dgm:spPr/>
    </dgm:pt>
    <dgm:pt modelId="{52BDE94D-D08B-48C9-B71F-7B34DCFBD047}" type="sibTrans" cxnId="{6D2E5275-ABC5-4A8F-8A78-315D1E3C3E49}">
      <dgm:prSet/>
      <dgm:spPr/>
    </dgm:pt>
    <dgm:pt modelId="{41426262-5C7D-4F47-95F1-3D325C44B49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56BD4012-BA37-48E5-A15A-A21832FD7C0C}" type="parTrans" cxnId="{3F44CDC3-36CE-4F10-8B9B-DE49965E5311}">
      <dgm:prSet/>
      <dgm:spPr/>
    </dgm:pt>
    <dgm:pt modelId="{C673EF6D-1897-4710-871D-48559EAFAF10}" type="sibTrans" cxnId="{3F44CDC3-36CE-4F10-8B9B-DE49965E5311}">
      <dgm:prSet/>
      <dgm:spPr/>
    </dgm:pt>
    <dgm:pt modelId="{E68B9120-93F3-4A19-AE47-72F8EBC33B33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5C364CE5-055F-400A-893D-F0D785143A8D}" type="parTrans" cxnId="{4FF60F34-41F8-4DE8-B4C5-C2022B58DD57}">
      <dgm:prSet/>
      <dgm:spPr/>
    </dgm:pt>
    <dgm:pt modelId="{A6A4EF7F-DF98-4532-858A-33E4E6DEEDA8}" type="sibTrans" cxnId="{4FF60F34-41F8-4DE8-B4C5-C2022B58DD57}">
      <dgm:prSet/>
      <dgm:spPr/>
    </dgm:pt>
    <dgm:pt modelId="{0339B1A8-DB06-40F8-A306-08C953CBD870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053B5614-6092-4199-B27F-4F2A8940F407}" type="parTrans" cxnId="{938ABABE-B3FA-4E2F-B780-B9FFF10B5AB2}">
      <dgm:prSet/>
      <dgm:spPr/>
    </dgm:pt>
    <dgm:pt modelId="{3D1E97AD-A146-4F28-9562-F1E0219F4CD3}" type="sibTrans" cxnId="{938ABABE-B3FA-4E2F-B780-B9FFF10B5AB2}">
      <dgm:prSet/>
      <dgm:spPr/>
    </dgm:pt>
    <dgm:pt modelId="{B3F11883-9BE3-408F-BD89-84A17A2D9A5F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D3C1F93-DFE3-4C91-828D-9CF6B7686A27}" type="parTrans" cxnId="{7970667E-645C-4DEE-9C41-9219D1401113}">
      <dgm:prSet/>
      <dgm:spPr/>
    </dgm:pt>
    <dgm:pt modelId="{95F9523A-E0F4-413C-A390-4F76752DC38C}" type="sibTrans" cxnId="{7970667E-645C-4DEE-9C41-9219D1401113}">
      <dgm:prSet/>
      <dgm:spPr/>
    </dgm:pt>
    <dgm:pt modelId="{54F1ADC5-9C04-4390-A5AF-98A167B38D5A}" type="pres">
      <dgm:prSet presAssocID="{78C6F0B7-E6E4-4FA8-898A-40D88C3E28C9}" presName="Name0" presStyleCnt="0">
        <dgm:presLayoutVars>
          <dgm:chMax val="5"/>
          <dgm:dir/>
        </dgm:presLayoutVars>
      </dgm:prSet>
      <dgm:spPr/>
    </dgm:pt>
    <dgm:pt modelId="{52633470-3FF8-4001-ACCE-6FB8726F8F17}" type="pres">
      <dgm:prSet presAssocID="{78C6F0B7-E6E4-4FA8-898A-40D88C3E28C9}" presName="picts" presStyleCnt="0"/>
      <dgm:spPr/>
    </dgm:pt>
    <dgm:pt modelId="{39017ADB-2BE1-48C5-A092-1FE8CA12D08F}" type="pres">
      <dgm:prSet presAssocID="{78C6F0B7-E6E4-4FA8-898A-40D88C3E28C9}" presName="space1" presStyleCnt="0"/>
      <dgm:spPr/>
    </dgm:pt>
    <dgm:pt modelId="{541FCE33-AF99-43AD-B9EE-63244E2F1831}" type="pres">
      <dgm:prSet presAssocID="{78C6F0B7-E6E4-4FA8-898A-40D88C3E28C9}" presName="space2" presStyleCnt="0"/>
      <dgm:spPr/>
    </dgm:pt>
    <dgm:pt modelId="{571DA0D6-1E4E-49B1-A7FC-AE86C0EAB933}" type="pres">
      <dgm:prSet presAssocID="{52BDE94D-D08B-48C9-B71F-7B34DCFBD047}" presName="pictA1" presStyleCnt="0"/>
      <dgm:spPr/>
    </dgm:pt>
    <dgm:pt modelId="{58CA061C-F68D-4A80-AF12-DADC95F6B7BD}" type="pres">
      <dgm:prSet presAssocID="{52BDE94D-D08B-48C9-B71F-7B34DCFBD047}" presName="imageRepeatNode" presStyleLbl="alignNode1" presStyleIdx="0" presStyleCnt="5"/>
      <dgm:spPr/>
    </dgm:pt>
    <dgm:pt modelId="{34197978-C65A-49A8-89D3-F49068F2920D}" type="pres">
      <dgm:prSet presAssocID="{52BDE94D-D08B-48C9-B71F-7B34DCFBD047}" presName="oneDotPict" presStyleCnt="0"/>
      <dgm:spPr/>
    </dgm:pt>
    <dgm:pt modelId="{3AE42EBC-ADB6-4BEF-8F66-64EB8B81080D}" type="pres">
      <dgm:prSet presAssocID="{52BDE94D-D08B-48C9-B71F-7B34DCFBD047}" presName="dotPict_11" presStyleLbl="solidFgAcc1" presStyleIdx="0" presStyleCnt="12"/>
      <dgm:spPr/>
    </dgm:pt>
    <dgm:pt modelId="{84601027-E7E8-4665-B658-26C361DFF842}" type="pres">
      <dgm:prSet presAssocID="{A6A4EF7F-DF98-4532-858A-33E4E6DEEDA8}" presName="pictA2" presStyleCnt="0"/>
      <dgm:spPr/>
    </dgm:pt>
    <dgm:pt modelId="{9C9DE6A5-D21D-47B4-8A8C-B9E7DC72E496}" type="pres">
      <dgm:prSet presAssocID="{A6A4EF7F-DF98-4532-858A-33E4E6DEEDA8}" presName="imageRepeatNode" presStyleLbl="alignNode1" presStyleIdx="1" presStyleCnt="5"/>
      <dgm:spPr/>
    </dgm:pt>
    <dgm:pt modelId="{2DB03362-B988-45C3-9CF5-B37E7D3786A6}" type="pres">
      <dgm:prSet presAssocID="{A6A4EF7F-DF98-4532-858A-33E4E6DEEDA8}" presName="twoDotsPict" presStyleCnt="0"/>
      <dgm:spPr/>
    </dgm:pt>
    <dgm:pt modelId="{8D95732B-4931-4D9F-82F7-79F88B747EE7}" type="pres">
      <dgm:prSet presAssocID="{A6A4EF7F-DF98-4532-858A-33E4E6DEEDA8}" presName="dotPict_21" presStyleLbl="solidFgAcc1" presStyleIdx="1" presStyleCnt="12"/>
      <dgm:spPr/>
    </dgm:pt>
    <dgm:pt modelId="{47D6CEAF-0CDF-4EA9-9144-37303EAD8A6A}" type="pres">
      <dgm:prSet presAssocID="{A6A4EF7F-DF98-4532-858A-33E4E6DEEDA8}" presName="dotPict_22" presStyleLbl="solidFgAcc1" presStyleIdx="2" presStyleCnt="12"/>
      <dgm:spPr/>
    </dgm:pt>
    <dgm:pt modelId="{643A3FE4-064D-411C-9470-C7B105FA61A4}" type="pres">
      <dgm:prSet presAssocID="{3D1E97AD-A146-4F28-9562-F1E0219F4CD3}" presName="pictA3" presStyleCnt="0"/>
      <dgm:spPr/>
    </dgm:pt>
    <dgm:pt modelId="{FE5FC82A-570E-462D-A98F-24C2FC10C692}" type="pres">
      <dgm:prSet presAssocID="{3D1E97AD-A146-4F28-9562-F1E0219F4CD3}" presName="imageRepeatNode" presStyleLbl="alignNode1" presStyleIdx="2" presStyleCnt="5"/>
      <dgm:spPr/>
    </dgm:pt>
    <dgm:pt modelId="{C3E4D1D1-E6ED-4A34-ADB6-BA9D5CD31DE6}" type="pres">
      <dgm:prSet presAssocID="{3D1E97AD-A146-4F28-9562-F1E0219F4CD3}" presName="threeDotsPict" presStyleCnt="0"/>
      <dgm:spPr/>
    </dgm:pt>
    <dgm:pt modelId="{C03A8249-0BE2-47D0-9797-3B796A9F89FE}" type="pres">
      <dgm:prSet presAssocID="{3D1E97AD-A146-4F28-9562-F1E0219F4CD3}" presName="dotPict_31" presStyleLbl="solidFgAcc1" presStyleIdx="3" presStyleCnt="12"/>
      <dgm:spPr/>
    </dgm:pt>
    <dgm:pt modelId="{3599185B-24B0-48A0-B748-F434D8A7EF5F}" type="pres">
      <dgm:prSet presAssocID="{3D1E97AD-A146-4F28-9562-F1E0219F4CD3}" presName="dotPict_32" presStyleLbl="solidFgAcc1" presStyleIdx="4" presStyleCnt="12"/>
      <dgm:spPr/>
    </dgm:pt>
    <dgm:pt modelId="{8D69F74A-59CB-42BE-B6EA-2DF22894C21D}" type="pres">
      <dgm:prSet presAssocID="{3D1E97AD-A146-4F28-9562-F1E0219F4CD3}" presName="dotPict_33" presStyleLbl="solidFgAcc1" presStyleIdx="5" presStyleCnt="12"/>
      <dgm:spPr/>
    </dgm:pt>
    <dgm:pt modelId="{8FCEC983-9AC0-4BEA-BD81-28BCCCF4A965}" type="pres">
      <dgm:prSet presAssocID="{78C6F0B7-E6E4-4FA8-898A-40D88C3E28C9}" presName="pictB4" presStyleLbl="alignNode1" presStyleIdx="3" presStyleCnt="5"/>
      <dgm:spPr/>
    </dgm:pt>
    <dgm:pt modelId="{92161041-87C9-4ED9-AD41-9FC7F6BF0833}" type="pres">
      <dgm:prSet presAssocID="{78C6F0B7-E6E4-4FA8-898A-40D88C3E28C9}" presName="pictB5" presStyleLbl="alignNode1" presStyleIdx="4" presStyleCnt="5"/>
      <dgm:spPr/>
    </dgm:pt>
    <dgm:pt modelId="{1B6975B5-D361-411D-9944-0BE7768FD1A7}" type="pres">
      <dgm:prSet presAssocID="{78C6F0B7-E6E4-4FA8-898A-40D88C3E28C9}" presName="txLine" presStyleCnt="0"/>
      <dgm:spPr/>
    </dgm:pt>
    <dgm:pt modelId="{4157303C-5BE9-4E5C-8BD3-CDEB39E14774}" type="pres">
      <dgm:prSet presAssocID="{1C8693AC-6367-4130-AB69-B95C97725897}" presName="oneDotTx" presStyleCnt="0"/>
      <dgm:spPr/>
    </dgm:pt>
    <dgm:pt modelId="{9B429A2B-09D2-4E9B-957D-678093319136}" type="pres">
      <dgm:prSet presAssocID="{1C8693AC-6367-4130-AB69-B95C97725897}" presName="dotTx_11" presStyleLbl="solidFgAcc1" presStyleIdx="6" presStyleCnt="12"/>
      <dgm:spPr/>
    </dgm:pt>
    <dgm:pt modelId="{64BE49D1-E84B-402F-BE49-B74036BC3B94}" type="pres">
      <dgm:prSet presAssocID="{1C8693AC-6367-4130-AB69-B95C97725897}" presName="Name37" presStyleLbl="revTx" presStyleIdx="0" presStyleCnt="3">
        <dgm:presLayoutVars>
          <dgm:bulletEnabled val="1"/>
        </dgm:presLayoutVars>
      </dgm:prSet>
      <dgm:spPr/>
    </dgm:pt>
    <dgm:pt modelId="{C12B4499-033E-4BD8-992A-5F59FB62E52C}" type="pres">
      <dgm:prSet presAssocID="{E68B9120-93F3-4A19-AE47-72F8EBC33B33}" presName="twoDotsTx" presStyleCnt="0"/>
      <dgm:spPr/>
    </dgm:pt>
    <dgm:pt modelId="{3DE6C412-9D53-448F-87B8-FBAA78877124}" type="pres">
      <dgm:prSet presAssocID="{E68B9120-93F3-4A19-AE47-72F8EBC33B33}" presName="dotTx_21" presStyleLbl="solidFgAcc1" presStyleIdx="7" presStyleCnt="12"/>
      <dgm:spPr/>
    </dgm:pt>
    <dgm:pt modelId="{59E218ED-76F4-4025-8DAE-814D02A57250}" type="pres">
      <dgm:prSet presAssocID="{E68B9120-93F3-4A19-AE47-72F8EBC33B33}" presName="dotTx_22" presStyleLbl="solidFgAcc1" presStyleIdx="8" presStyleCnt="12"/>
      <dgm:spPr/>
    </dgm:pt>
    <dgm:pt modelId="{1F4633EF-329A-4C47-AB06-F115177E36C5}" type="pres">
      <dgm:prSet presAssocID="{E68B9120-93F3-4A19-AE47-72F8EBC33B33}" presName="Name39" presStyleLbl="revTx" presStyleIdx="1" presStyleCnt="3">
        <dgm:presLayoutVars>
          <dgm:bulletEnabled val="1"/>
        </dgm:presLayoutVars>
      </dgm:prSet>
      <dgm:spPr/>
    </dgm:pt>
    <dgm:pt modelId="{7F29DDD8-A029-469F-B62C-B44BB382AA48}" type="pres">
      <dgm:prSet presAssocID="{0339B1A8-DB06-40F8-A306-08C953CBD870}" presName="threeDotsTx" presStyleCnt="0"/>
      <dgm:spPr/>
    </dgm:pt>
    <dgm:pt modelId="{7BC8797E-8A27-4641-9A7C-98AF38C25A20}" type="pres">
      <dgm:prSet presAssocID="{0339B1A8-DB06-40F8-A306-08C953CBD870}" presName="dotTx_31" presStyleLbl="solidFgAcc1" presStyleIdx="9" presStyleCnt="12"/>
      <dgm:spPr/>
    </dgm:pt>
    <dgm:pt modelId="{7C3B8C2F-FB59-47C2-A924-785B8800566E}" type="pres">
      <dgm:prSet presAssocID="{0339B1A8-DB06-40F8-A306-08C953CBD870}" presName="dotTx_32" presStyleLbl="solidFgAcc1" presStyleIdx="10" presStyleCnt="12"/>
      <dgm:spPr/>
    </dgm:pt>
    <dgm:pt modelId="{4B4F0116-31B8-40DB-A381-FA0748D0C8A5}" type="pres">
      <dgm:prSet presAssocID="{0339B1A8-DB06-40F8-A306-08C953CBD870}" presName="dotTx_33" presStyleLbl="solidFgAcc1" presStyleIdx="11" presStyleCnt="12"/>
      <dgm:spPr/>
    </dgm:pt>
    <dgm:pt modelId="{563B736A-63B5-43C4-8BB4-35EDD91ED7E8}" type="pres">
      <dgm:prSet presAssocID="{0339B1A8-DB06-40F8-A306-08C953CBD870}" presName="Name41" presStyleLbl="revTx" presStyleIdx="2" presStyleCnt="3">
        <dgm:presLayoutVars>
          <dgm:bulletEnabled val="1"/>
        </dgm:presLayoutVars>
      </dgm:prSet>
      <dgm:spPr/>
    </dgm:pt>
  </dgm:ptLst>
  <dgm:cxnLst>
    <dgm:cxn modelId="{19E6D51A-A84C-4CC1-9BDA-EDC159BE2E34}" type="presOf" srcId="{0339B1A8-DB06-40F8-A306-08C953CBD870}" destId="{563B736A-63B5-43C4-8BB4-35EDD91ED7E8}" srcOrd="0" destOrd="0" presId="urn:microsoft.com/office/officeart/2009/3/layout/SpiralPicture"/>
    <dgm:cxn modelId="{53A4871C-7A23-4FA1-B616-05D5CAAF73EE}" type="presOf" srcId="{78C6F0B7-E6E4-4FA8-898A-40D88C3E28C9}" destId="{54F1ADC5-9C04-4390-A5AF-98A167B38D5A}" srcOrd="0" destOrd="0" presId="urn:microsoft.com/office/officeart/2009/3/layout/SpiralPicture"/>
    <dgm:cxn modelId="{8E89FB26-350F-4FCD-9D86-C3DEB7E54F31}" type="presOf" srcId="{1C8693AC-6367-4130-AB69-B95C97725897}" destId="{64BE49D1-E84B-402F-BE49-B74036BC3B94}" srcOrd="0" destOrd="0" presId="urn:microsoft.com/office/officeart/2009/3/layout/SpiralPicture"/>
    <dgm:cxn modelId="{4FF60F34-41F8-4DE8-B4C5-C2022B58DD57}" srcId="{78C6F0B7-E6E4-4FA8-898A-40D88C3E28C9}" destId="{E68B9120-93F3-4A19-AE47-72F8EBC33B33}" srcOrd="1" destOrd="0" parTransId="{5C364CE5-055F-400A-893D-F0D785143A8D}" sibTransId="{A6A4EF7F-DF98-4532-858A-33E4E6DEEDA8}"/>
    <dgm:cxn modelId="{6AC09F73-AC61-4F5E-99C3-D4F333F24566}" type="presOf" srcId="{B3F11883-9BE3-408F-BD89-84A17A2D9A5F}" destId="{563B736A-63B5-43C4-8BB4-35EDD91ED7E8}" srcOrd="0" destOrd="1" presId="urn:microsoft.com/office/officeart/2009/3/layout/SpiralPicture"/>
    <dgm:cxn modelId="{6D2E5275-ABC5-4A8F-8A78-315D1E3C3E49}" srcId="{78C6F0B7-E6E4-4FA8-898A-40D88C3E28C9}" destId="{1C8693AC-6367-4130-AB69-B95C97725897}" srcOrd="0" destOrd="0" parTransId="{2702837F-2F7C-4B1B-9D21-852F511DF69D}" sibTransId="{52BDE94D-D08B-48C9-B71F-7B34DCFBD047}"/>
    <dgm:cxn modelId="{7970667E-645C-4DEE-9C41-9219D1401113}" srcId="{0339B1A8-DB06-40F8-A306-08C953CBD870}" destId="{B3F11883-9BE3-408F-BD89-84A17A2D9A5F}" srcOrd="0" destOrd="0" parTransId="{DD3C1F93-DFE3-4C91-828D-9CF6B7686A27}" sibTransId="{95F9523A-E0F4-413C-A390-4F76752DC38C}"/>
    <dgm:cxn modelId="{FF952492-4987-441F-AF5F-4EED7C5385EA}" type="presOf" srcId="{41426262-5C7D-4F47-95F1-3D325C44B495}" destId="{64BE49D1-E84B-402F-BE49-B74036BC3B94}" srcOrd="0" destOrd="1" presId="urn:microsoft.com/office/officeart/2009/3/layout/SpiralPicture"/>
    <dgm:cxn modelId="{05388597-3EB0-40AD-A3DF-56632D7CE767}" type="presOf" srcId="{3D1E97AD-A146-4F28-9562-F1E0219F4CD3}" destId="{FE5FC82A-570E-462D-A98F-24C2FC10C692}" srcOrd="0" destOrd="0" presId="urn:microsoft.com/office/officeart/2009/3/layout/SpiralPicture"/>
    <dgm:cxn modelId="{A29C45BA-0898-4792-87E2-884C49995CF7}" type="presOf" srcId="{E68B9120-93F3-4A19-AE47-72F8EBC33B33}" destId="{1F4633EF-329A-4C47-AB06-F115177E36C5}" srcOrd="0" destOrd="0" presId="urn:microsoft.com/office/officeart/2009/3/layout/SpiralPicture"/>
    <dgm:cxn modelId="{938ABABE-B3FA-4E2F-B780-B9FFF10B5AB2}" srcId="{78C6F0B7-E6E4-4FA8-898A-40D88C3E28C9}" destId="{0339B1A8-DB06-40F8-A306-08C953CBD870}" srcOrd="2" destOrd="0" parTransId="{053B5614-6092-4199-B27F-4F2A8940F407}" sibTransId="{3D1E97AD-A146-4F28-9562-F1E0219F4CD3}"/>
    <dgm:cxn modelId="{3F44CDC3-36CE-4F10-8B9B-DE49965E5311}" srcId="{1C8693AC-6367-4130-AB69-B95C97725897}" destId="{41426262-5C7D-4F47-95F1-3D325C44B495}" srcOrd="0" destOrd="0" parTransId="{56BD4012-BA37-48E5-A15A-A21832FD7C0C}" sibTransId="{C673EF6D-1897-4710-871D-48559EAFAF10}"/>
    <dgm:cxn modelId="{4B9A87EE-1BBE-4D23-BB9A-71F774648E4E}" type="presOf" srcId="{52BDE94D-D08B-48C9-B71F-7B34DCFBD047}" destId="{58CA061C-F68D-4A80-AF12-DADC95F6B7BD}" srcOrd="0" destOrd="0" presId="urn:microsoft.com/office/officeart/2009/3/layout/SpiralPicture"/>
    <dgm:cxn modelId="{B10A0FF2-3EF8-4342-9108-57F9B97F747D}" type="presOf" srcId="{A6A4EF7F-DF98-4532-858A-33E4E6DEEDA8}" destId="{9C9DE6A5-D21D-47B4-8A8C-B9E7DC72E496}" srcOrd="0" destOrd="0" presId="urn:microsoft.com/office/officeart/2009/3/layout/SpiralPicture"/>
    <dgm:cxn modelId="{1EEFBF34-5545-46B3-8AC6-9437795D99A3}" type="presParOf" srcId="{54F1ADC5-9C04-4390-A5AF-98A167B38D5A}" destId="{52633470-3FF8-4001-ACCE-6FB8726F8F17}" srcOrd="0" destOrd="0" presId="urn:microsoft.com/office/officeart/2009/3/layout/SpiralPicture"/>
    <dgm:cxn modelId="{5471C589-575E-42FA-8D55-0B214FB3B930}" type="presParOf" srcId="{52633470-3FF8-4001-ACCE-6FB8726F8F17}" destId="{39017ADB-2BE1-48C5-A092-1FE8CA12D08F}" srcOrd="0" destOrd="0" presId="urn:microsoft.com/office/officeart/2009/3/layout/SpiralPicture"/>
    <dgm:cxn modelId="{03C4E2E6-A90C-4C7F-9D87-7D389C36B5D8}" type="presParOf" srcId="{52633470-3FF8-4001-ACCE-6FB8726F8F17}" destId="{541FCE33-AF99-43AD-B9EE-63244E2F1831}" srcOrd="1" destOrd="0" presId="urn:microsoft.com/office/officeart/2009/3/layout/SpiralPicture"/>
    <dgm:cxn modelId="{E9A478EB-E30E-49AD-946C-64154F161108}" type="presParOf" srcId="{52633470-3FF8-4001-ACCE-6FB8726F8F17}" destId="{571DA0D6-1E4E-49B1-A7FC-AE86C0EAB933}" srcOrd="2" destOrd="0" presId="urn:microsoft.com/office/officeart/2009/3/layout/SpiralPicture"/>
    <dgm:cxn modelId="{1DA8233C-C78F-440F-AD65-804E66EE96BD}" type="presParOf" srcId="{571DA0D6-1E4E-49B1-A7FC-AE86C0EAB933}" destId="{58CA061C-F68D-4A80-AF12-DADC95F6B7BD}" srcOrd="0" destOrd="0" presId="urn:microsoft.com/office/officeart/2009/3/layout/SpiralPicture"/>
    <dgm:cxn modelId="{B420B5B4-CCE8-4844-855A-7449C0F06E68}" type="presParOf" srcId="{52633470-3FF8-4001-ACCE-6FB8726F8F17}" destId="{34197978-C65A-49A8-89D3-F49068F2920D}" srcOrd="3" destOrd="0" presId="urn:microsoft.com/office/officeart/2009/3/layout/SpiralPicture"/>
    <dgm:cxn modelId="{1D63464E-3CB7-4CCC-B86D-36E6D21A0DDC}" type="presParOf" srcId="{34197978-C65A-49A8-89D3-F49068F2920D}" destId="{3AE42EBC-ADB6-4BEF-8F66-64EB8B81080D}" srcOrd="0" destOrd="0" presId="urn:microsoft.com/office/officeart/2009/3/layout/SpiralPicture"/>
    <dgm:cxn modelId="{00C4CCAA-06AC-4B15-9750-33946A56EEB3}" type="presParOf" srcId="{52633470-3FF8-4001-ACCE-6FB8726F8F17}" destId="{84601027-E7E8-4665-B658-26C361DFF842}" srcOrd="4" destOrd="0" presId="urn:microsoft.com/office/officeart/2009/3/layout/SpiralPicture"/>
    <dgm:cxn modelId="{F730A6D3-4E83-4AA5-80D0-5F1605E72693}" type="presParOf" srcId="{84601027-E7E8-4665-B658-26C361DFF842}" destId="{9C9DE6A5-D21D-47B4-8A8C-B9E7DC72E496}" srcOrd="0" destOrd="0" presId="urn:microsoft.com/office/officeart/2009/3/layout/SpiralPicture"/>
    <dgm:cxn modelId="{355DBBFE-4632-4A9B-B829-49741126497A}" type="presParOf" srcId="{52633470-3FF8-4001-ACCE-6FB8726F8F17}" destId="{2DB03362-B988-45C3-9CF5-B37E7D3786A6}" srcOrd="5" destOrd="0" presId="urn:microsoft.com/office/officeart/2009/3/layout/SpiralPicture"/>
    <dgm:cxn modelId="{B705FCA9-7C58-4F50-A18F-271E63E8217A}" type="presParOf" srcId="{2DB03362-B988-45C3-9CF5-B37E7D3786A6}" destId="{8D95732B-4931-4D9F-82F7-79F88B747EE7}" srcOrd="0" destOrd="0" presId="urn:microsoft.com/office/officeart/2009/3/layout/SpiralPicture"/>
    <dgm:cxn modelId="{EE9FD203-1E8A-4CAB-9A5E-571BEADC73CD}" type="presParOf" srcId="{2DB03362-B988-45C3-9CF5-B37E7D3786A6}" destId="{47D6CEAF-0CDF-4EA9-9144-37303EAD8A6A}" srcOrd="1" destOrd="0" presId="urn:microsoft.com/office/officeart/2009/3/layout/SpiralPicture"/>
    <dgm:cxn modelId="{88B990F8-2934-490D-A61F-B8565EFEB99C}" type="presParOf" srcId="{52633470-3FF8-4001-ACCE-6FB8726F8F17}" destId="{643A3FE4-064D-411C-9470-C7B105FA61A4}" srcOrd="6" destOrd="0" presId="urn:microsoft.com/office/officeart/2009/3/layout/SpiralPicture"/>
    <dgm:cxn modelId="{ED496ADA-9FF7-4A96-858C-9C825FFD5ACA}" type="presParOf" srcId="{643A3FE4-064D-411C-9470-C7B105FA61A4}" destId="{FE5FC82A-570E-462D-A98F-24C2FC10C692}" srcOrd="0" destOrd="0" presId="urn:microsoft.com/office/officeart/2009/3/layout/SpiralPicture"/>
    <dgm:cxn modelId="{6E60FC1B-EC66-4222-9052-FED28C57A9B5}" type="presParOf" srcId="{52633470-3FF8-4001-ACCE-6FB8726F8F17}" destId="{C3E4D1D1-E6ED-4A34-ADB6-BA9D5CD31DE6}" srcOrd="7" destOrd="0" presId="urn:microsoft.com/office/officeart/2009/3/layout/SpiralPicture"/>
    <dgm:cxn modelId="{5C11847F-A98D-4152-AA5A-0D32606E7F8D}" type="presParOf" srcId="{C3E4D1D1-E6ED-4A34-ADB6-BA9D5CD31DE6}" destId="{C03A8249-0BE2-47D0-9797-3B796A9F89FE}" srcOrd="0" destOrd="0" presId="urn:microsoft.com/office/officeart/2009/3/layout/SpiralPicture"/>
    <dgm:cxn modelId="{4CB104DE-BF1B-4776-B09E-25DF330B9684}" type="presParOf" srcId="{C3E4D1D1-E6ED-4A34-ADB6-BA9D5CD31DE6}" destId="{3599185B-24B0-48A0-B748-F434D8A7EF5F}" srcOrd="1" destOrd="0" presId="urn:microsoft.com/office/officeart/2009/3/layout/SpiralPicture"/>
    <dgm:cxn modelId="{25C5EB1B-FF64-4BCC-8C50-D1718EB424C0}" type="presParOf" srcId="{C3E4D1D1-E6ED-4A34-ADB6-BA9D5CD31DE6}" destId="{8D69F74A-59CB-42BE-B6EA-2DF22894C21D}" srcOrd="2" destOrd="0" presId="urn:microsoft.com/office/officeart/2009/3/layout/SpiralPicture"/>
    <dgm:cxn modelId="{EAF9133F-93CC-41AE-99D9-63AAD116592F}" type="presParOf" srcId="{52633470-3FF8-4001-ACCE-6FB8726F8F17}" destId="{8FCEC983-9AC0-4BEA-BD81-28BCCCF4A965}" srcOrd="8" destOrd="0" presId="urn:microsoft.com/office/officeart/2009/3/layout/SpiralPicture"/>
    <dgm:cxn modelId="{8D2ADCFB-2788-46EA-8F4D-D8FF518A8775}" type="presParOf" srcId="{52633470-3FF8-4001-ACCE-6FB8726F8F17}" destId="{92161041-87C9-4ED9-AD41-9FC7F6BF0833}" srcOrd="9" destOrd="0" presId="urn:microsoft.com/office/officeart/2009/3/layout/SpiralPicture"/>
    <dgm:cxn modelId="{B9A5F2DB-5F50-4248-8A76-FE34738102A8}" type="presParOf" srcId="{54F1ADC5-9C04-4390-A5AF-98A167B38D5A}" destId="{1B6975B5-D361-411D-9944-0BE7768FD1A7}" srcOrd="1" destOrd="0" presId="urn:microsoft.com/office/officeart/2009/3/layout/SpiralPicture"/>
    <dgm:cxn modelId="{FB3EAC36-85F9-4DAB-A424-DE689DDB5447}" type="presParOf" srcId="{1B6975B5-D361-411D-9944-0BE7768FD1A7}" destId="{4157303C-5BE9-4E5C-8BD3-CDEB39E14774}" srcOrd="0" destOrd="0" presId="urn:microsoft.com/office/officeart/2009/3/layout/SpiralPicture"/>
    <dgm:cxn modelId="{676CE5B6-08D4-48FE-819E-997D9E45AA50}" type="presParOf" srcId="{4157303C-5BE9-4E5C-8BD3-CDEB39E14774}" destId="{9B429A2B-09D2-4E9B-957D-678093319136}" srcOrd="0" destOrd="0" presId="urn:microsoft.com/office/officeart/2009/3/layout/SpiralPicture"/>
    <dgm:cxn modelId="{57BD83F7-1413-411D-BBDB-367A2A1E43AA}" type="presParOf" srcId="{1B6975B5-D361-411D-9944-0BE7768FD1A7}" destId="{64BE49D1-E84B-402F-BE49-B74036BC3B94}" srcOrd="1" destOrd="0" presId="urn:microsoft.com/office/officeart/2009/3/layout/SpiralPicture"/>
    <dgm:cxn modelId="{F09C613F-2AEC-4B6C-9D8B-8CFB29229B1E}" type="presParOf" srcId="{1B6975B5-D361-411D-9944-0BE7768FD1A7}" destId="{C12B4499-033E-4BD8-992A-5F59FB62E52C}" srcOrd="2" destOrd="0" presId="urn:microsoft.com/office/officeart/2009/3/layout/SpiralPicture"/>
    <dgm:cxn modelId="{3FA02695-9842-44F6-A00A-A890E40E46BA}" type="presParOf" srcId="{C12B4499-033E-4BD8-992A-5F59FB62E52C}" destId="{3DE6C412-9D53-448F-87B8-FBAA78877124}" srcOrd="0" destOrd="0" presId="urn:microsoft.com/office/officeart/2009/3/layout/SpiralPicture"/>
    <dgm:cxn modelId="{6572017D-B004-4C52-9E12-A161498DF798}" type="presParOf" srcId="{C12B4499-033E-4BD8-992A-5F59FB62E52C}" destId="{59E218ED-76F4-4025-8DAE-814D02A57250}" srcOrd="1" destOrd="0" presId="urn:microsoft.com/office/officeart/2009/3/layout/SpiralPicture"/>
    <dgm:cxn modelId="{85C137FE-2CE4-4399-BFCE-727AB36F6A69}" type="presParOf" srcId="{1B6975B5-D361-411D-9944-0BE7768FD1A7}" destId="{1F4633EF-329A-4C47-AB06-F115177E36C5}" srcOrd="3" destOrd="0" presId="urn:microsoft.com/office/officeart/2009/3/layout/SpiralPicture"/>
    <dgm:cxn modelId="{229EA05F-AE84-439E-8A88-048BB521FDCA}" type="presParOf" srcId="{1B6975B5-D361-411D-9944-0BE7768FD1A7}" destId="{7F29DDD8-A029-469F-B62C-B44BB382AA48}" srcOrd="4" destOrd="0" presId="urn:microsoft.com/office/officeart/2009/3/layout/SpiralPicture"/>
    <dgm:cxn modelId="{5AC618A9-53A2-4585-B214-257E13354CB6}" type="presParOf" srcId="{7F29DDD8-A029-469F-B62C-B44BB382AA48}" destId="{7BC8797E-8A27-4641-9A7C-98AF38C25A20}" srcOrd="0" destOrd="0" presId="urn:microsoft.com/office/officeart/2009/3/layout/SpiralPicture"/>
    <dgm:cxn modelId="{AAAE9A7A-6770-4465-A0BD-5B37A2E02237}" type="presParOf" srcId="{7F29DDD8-A029-469F-B62C-B44BB382AA48}" destId="{7C3B8C2F-FB59-47C2-A924-785B8800566E}" srcOrd="1" destOrd="0" presId="urn:microsoft.com/office/officeart/2009/3/layout/SpiralPicture"/>
    <dgm:cxn modelId="{867D535F-12E7-4706-BCE3-35A5C96DA8F2}" type="presParOf" srcId="{7F29DDD8-A029-469F-B62C-B44BB382AA48}" destId="{4B4F0116-31B8-40DB-A381-FA0748D0C8A5}" srcOrd="2" destOrd="0" presId="urn:microsoft.com/office/officeart/2009/3/layout/SpiralPicture"/>
    <dgm:cxn modelId="{39B6E63B-C60A-4255-817D-C03AFCFFE987}" type="presParOf" srcId="{1B6975B5-D361-411D-9944-0BE7768FD1A7}" destId="{563B736A-63B5-43C4-8BB4-35EDD91ED7E8}" srcOrd="5" destOrd="0" presId="urn:microsoft.com/office/officeart/2009/3/layout/Spiral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A061C-F68D-4A80-AF12-DADC95F6B7BD}">
      <dsp:nvSpPr>
        <dsp:cNvPr id="0" name=""/>
        <dsp:cNvSpPr/>
      </dsp:nvSpPr>
      <dsp:spPr>
        <a:xfrm>
          <a:off x="279399" y="0"/>
          <a:ext cx="4724400" cy="4724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E42EBC-ADB6-4BEF-8F66-64EB8B81080D}">
      <dsp:nvSpPr>
        <dsp:cNvPr id="0" name=""/>
        <dsp:cNvSpPr/>
      </dsp:nvSpPr>
      <dsp:spPr>
        <a:xfrm>
          <a:off x="4841240" y="456184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DE6A5-D21D-47B4-8A8C-B9E7DC72E496}">
      <dsp:nvSpPr>
        <dsp:cNvPr id="0" name=""/>
        <dsp:cNvSpPr/>
      </dsp:nvSpPr>
      <dsp:spPr>
        <a:xfrm>
          <a:off x="5103164" y="0"/>
          <a:ext cx="2872435" cy="28724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95732B-4931-4D9F-82F7-79F88B747EE7}">
      <dsp:nvSpPr>
        <dsp:cNvPr id="0" name=""/>
        <dsp:cNvSpPr/>
      </dsp:nvSpPr>
      <dsp:spPr>
        <a:xfrm>
          <a:off x="7691119" y="2709875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D6CEAF-0CDF-4EA9-9144-37303EAD8A6A}">
      <dsp:nvSpPr>
        <dsp:cNvPr id="0" name=""/>
        <dsp:cNvSpPr/>
      </dsp:nvSpPr>
      <dsp:spPr>
        <a:xfrm>
          <a:off x="7813039" y="2709875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FC82A-570E-462D-A98F-24C2FC10C692}">
      <dsp:nvSpPr>
        <dsp:cNvPr id="0" name=""/>
        <dsp:cNvSpPr/>
      </dsp:nvSpPr>
      <dsp:spPr>
        <a:xfrm>
          <a:off x="6222847" y="2971647"/>
          <a:ext cx="1752752" cy="175275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3A8249-0BE2-47D0-9797-3B796A9F89FE}">
      <dsp:nvSpPr>
        <dsp:cNvPr id="0" name=""/>
        <dsp:cNvSpPr/>
      </dsp:nvSpPr>
      <dsp:spPr>
        <a:xfrm>
          <a:off x="7630159" y="456184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9185B-24B0-48A0-B748-F434D8A7EF5F}">
      <dsp:nvSpPr>
        <dsp:cNvPr id="0" name=""/>
        <dsp:cNvSpPr/>
      </dsp:nvSpPr>
      <dsp:spPr>
        <a:xfrm>
          <a:off x="7721600" y="447040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9F74A-59CB-42BE-B6EA-2DF22894C21D}">
      <dsp:nvSpPr>
        <dsp:cNvPr id="0" name=""/>
        <dsp:cNvSpPr/>
      </dsp:nvSpPr>
      <dsp:spPr>
        <a:xfrm>
          <a:off x="7813040" y="437896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EC983-9AC0-4BEA-BD81-28BCCCF4A965}">
      <dsp:nvSpPr>
        <dsp:cNvPr id="0" name=""/>
        <dsp:cNvSpPr/>
      </dsp:nvSpPr>
      <dsp:spPr>
        <a:xfrm>
          <a:off x="5103164" y="3703929"/>
          <a:ext cx="1020470" cy="10204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161041-87C9-4ED9-AD41-9FC7F6BF0833}">
      <dsp:nvSpPr>
        <dsp:cNvPr id="0" name=""/>
        <dsp:cNvSpPr/>
      </dsp:nvSpPr>
      <dsp:spPr>
        <a:xfrm>
          <a:off x="5103164" y="2971647"/>
          <a:ext cx="1020470" cy="6283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429A2B-09D2-4E9B-957D-678093319136}">
      <dsp:nvSpPr>
        <dsp:cNvPr id="0" name=""/>
        <dsp:cNvSpPr/>
      </dsp:nvSpPr>
      <dsp:spPr>
        <a:xfrm>
          <a:off x="4816959" y="486156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BE49D1-E84B-402F-BE49-B74036BC3B94}">
      <dsp:nvSpPr>
        <dsp:cNvPr id="0" name=""/>
        <dsp:cNvSpPr/>
      </dsp:nvSpPr>
      <dsp:spPr>
        <a:xfrm>
          <a:off x="4898239" y="4724400"/>
          <a:ext cx="1440000" cy="35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5400" rIns="7112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One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Node Two has a longer label</a:t>
          </a:r>
        </a:p>
      </dsp:txBody>
      <dsp:txXfrm>
        <a:off x="4898239" y="4724400"/>
        <a:ext cx="1440000" cy="355600"/>
      </dsp:txXfrm>
    </dsp:sp>
    <dsp:sp modelId="{3DE6C412-9D53-448F-87B8-FBAA78877124}">
      <dsp:nvSpPr>
        <dsp:cNvPr id="0" name=""/>
        <dsp:cNvSpPr/>
      </dsp:nvSpPr>
      <dsp:spPr>
        <a:xfrm>
          <a:off x="6338239" y="486156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E218ED-76F4-4025-8DAE-814D02A57250}">
      <dsp:nvSpPr>
        <dsp:cNvPr id="0" name=""/>
        <dsp:cNvSpPr/>
      </dsp:nvSpPr>
      <dsp:spPr>
        <a:xfrm>
          <a:off x="6460159" y="486156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4633EF-329A-4C47-AB06-F115177E36C5}">
      <dsp:nvSpPr>
        <dsp:cNvPr id="0" name=""/>
        <dsp:cNvSpPr/>
      </dsp:nvSpPr>
      <dsp:spPr>
        <a:xfrm>
          <a:off x="6541439" y="4724400"/>
          <a:ext cx="450000" cy="35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5400" rIns="7112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Three</a:t>
          </a:r>
        </a:p>
      </dsp:txBody>
      <dsp:txXfrm>
        <a:off x="6541439" y="4724400"/>
        <a:ext cx="450000" cy="355600"/>
      </dsp:txXfrm>
    </dsp:sp>
    <dsp:sp modelId="{7BC8797E-8A27-4641-9A7C-98AF38C25A20}">
      <dsp:nvSpPr>
        <dsp:cNvPr id="0" name=""/>
        <dsp:cNvSpPr/>
      </dsp:nvSpPr>
      <dsp:spPr>
        <a:xfrm>
          <a:off x="6991440" y="495300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3B8C2F-FB59-47C2-A924-785B8800566E}">
      <dsp:nvSpPr>
        <dsp:cNvPr id="0" name=""/>
        <dsp:cNvSpPr/>
      </dsp:nvSpPr>
      <dsp:spPr>
        <a:xfrm>
          <a:off x="7082879" y="486156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F0116-31B8-40DB-A381-FA0748D0C8A5}">
      <dsp:nvSpPr>
        <dsp:cNvPr id="0" name=""/>
        <dsp:cNvSpPr/>
      </dsp:nvSpPr>
      <dsp:spPr>
        <a:xfrm>
          <a:off x="7174319" y="4770120"/>
          <a:ext cx="81280" cy="8128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3B736A-63B5-43C4-8BB4-35EDD91ED7E8}">
      <dsp:nvSpPr>
        <dsp:cNvPr id="0" name=""/>
        <dsp:cNvSpPr/>
      </dsp:nvSpPr>
      <dsp:spPr>
        <a:xfrm>
          <a:off x="7255599" y="4724400"/>
          <a:ext cx="720000" cy="355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25400" rIns="71120" bIns="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Node Four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/>
            <a:t>Node Five</a:t>
          </a:r>
        </a:p>
      </dsp:txBody>
      <dsp:txXfrm>
        <a:off x="7255599" y="4724400"/>
        <a:ext cx="720000" cy="35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piralPicture">
  <dgm:title val=""/>
  <dgm:desc val=""/>
  <dgm:catLst>
    <dgm:cat type="picture" pri="4000"/>
    <dgm:cat type="pictureconvert" pri="4000"/>
  </dgm:catLst>
  <dgm:samp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11" srcId="0" destId="1" srcOrd="0" destOrd="0"/>
        <dgm:cxn modelId="12" srcId="0" destId="2" srcOrd="0" destOrd="0"/>
        <dgm:cxn modelId="13" srcId="0" destId="3" srcOrd="0" destOrd="0"/>
        <dgm:cxn modelId="14" srcId="0" destId="4" srcOrd="0" destOrd="0"/>
        <dgm:cxn modelId="15" srcId="0" destId="5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5"/>
      <dgm:dir/>
    </dgm:varLst>
    <dgm:alg type="composite">
      <dgm:param type="ar" val="1.515"/>
    </dgm:alg>
    <dgm:shape xmlns:r="http://schemas.openxmlformats.org/officeDocument/2006/relationships" r:blip="">
      <dgm:adjLst/>
    </dgm:shape>
    <dgm:constrLst>
      <dgm:constr type="w" for="ch" forName="picts" refType="w"/>
      <dgm:constr type="h" for="ch" forName="picts" refType="h" fact="0.93"/>
      <dgm:constr type="b" for="ch" forName="txLine" refType="h"/>
      <dgm:constr type="w" for="ch" forName="txLine" refType="w"/>
      <dgm:constr type="h" for="ch" forName="txLine" refType="h" fact="0.07"/>
      <dgm:constr type="userD" for="des" refType="h" fact="0.016"/>
    </dgm:constrLst>
    <dgm:forEach name="Name1" axis="self" ptType="parTrans">
      <dgm:forEach name="Name2" axis="self" ptType="sibTrans" st="2">
        <dgm:forEach name="imageRepeat" axis="self">
          <dgm:layoutNode name="imageRepeatNode" styleLbl="alignNode1">
            <dgm:alg type="sp"/>
            <dgm:shape xmlns:r="http://schemas.openxmlformats.org/officeDocument/2006/relationships" type="rect" r:blip="" blipPhldr="1">
              <dgm:adjLst/>
            </dgm:shape>
            <dgm:presOf axis="self"/>
          </dgm:layoutNode>
        </dgm:forEach>
      </dgm:forEach>
    </dgm:forEach>
    <dgm:layoutNode name="picts">
      <dgm:alg type="composite"/>
      <dgm:shape xmlns:r="http://schemas.openxmlformats.org/officeDocument/2006/relationships" r:blip="">
        <dgm:adjLst/>
      </dgm:shape>
      <dgm:choose name="Name3">
        <dgm:if name="Name4" func="var" arg="dir" op="equ" val="norm">
          <dgm:constrLst>
            <dgm:constr type="userD"/>
            <dgm:constr type="w" for="ch" forName="space1" refType="h"/>
            <dgm:constr type="h" for="ch" forName="space1" refType="h"/>
            <dgm:constr type="r" for="ch" forName="space2" refType="w"/>
            <dgm:constr type="w" for="ch" forName="space2" refType="h" fact="0.608"/>
            <dgm:constr type="l" for="ch" forName="pictA1"/>
            <dgm:constr type="t" for="ch" forName="pictA1"/>
            <dgm:constr type="w" for="ch" forName="pictA1" refType="h"/>
            <dgm:constr type="h" for="ch" forName="pictA1" refType="h"/>
            <dgm:constr type="l" for="ch" forName="pictB1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r" for="ch" forName="pictA2" refType="w"/>
            <dgm:constr type="t" for="ch" forName="pictA2"/>
            <dgm:constr type="w" for="ch" forName="pictA2" refType="h" fact="0.608"/>
            <dgm:constr type="h" for="ch" forName="pictA2" refType="h" fact="0.608"/>
            <dgm:constr type="r" for="ch" forName="pictB2" refType="w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r" for="ch" forName="pictA3" refType="w"/>
            <dgm:constr type="b" for="ch" forName="pictA3" refType="h"/>
            <dgm:constr type="w" for="ch" forName="pictA3" refType="h" fact="0.371"/>
            <dgm:constr type="h" for="ch" forName="pictA3" refType="h" fact="0.371"/>
            <dgm:constr type="r" for="ch" forName="pictB3" refType="w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l" for="ch" forName="pictA4" refType="l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l" for="ch" forName="pictB4" refType="l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l" for="ch" forName="pictA5" refType="l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l" for="ch" forName="pictB5" refType="l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if>
        <dgm:else name="Name5">
          <dgm:constrLst>
            <dgm:constr type="userD"/>
            <dgm:constr type="w" for="ch" forName="space1" refType="h"/>
            <dgm:constr type="h" for="ch" forName="space1" refType="h"/>
            <dgm:constr type="l" for="ch" forName="space2"/>
            <dgm:constr type="w" for="ch" forName="space2" refType="h" fact="0.608"/>
            <dgm:constr type="r" for="ch" forName="pictA1" refType="w"/>
            <dgm:constr type="t" for="ch" forName="pictA1"/>
            <dgm:constr type="w" for="ch" forName="pictA1" refType="h"/>
            <dgm:constr type="h" for="ch" forName="pictA1" refType="h"/>
            <dgm:constr type="r" for="ch" forName="pictB1" refType="w"/>
            <dgm:constr type="t" for="ch" forName="pictB1"/>
            <dgm:constr type="w" for="ch" forName="pictB1" refType="h"/>
            <dgm:constr type="h" for="ch" forName="pictB1" refType="h"/>
            <dgm:constr type="r" for="ch" forName="oneDotPict" refType="r" refFor="ch" refForName="pictA1"/>
            <dgm:constr type="b" for="ch" forName="oneDotPict" refType="b" refFor="ch" refForName="pictA1"/>
            <dgm:constr type="rOff" for="ch" forName="oneDotPict" refType="userD" fact="-1"/>
            <dgm:constr type="bOff" for="ch" forName="oneDotPict" refType="userD" fact="-1"/>
            <dgm:constr type="w" for="ch" forName="oneDotPict" refType="userD"/>
            <dgm:constr type="h" for="ch" forName="oneDotPict" refType="userD"/>
            <dgm:constr type="l" for="ch" forName="pictA2"/>
            <dgm:constr type="t" for="ch" forName="pictA2"/>
            <dgm:constr type="w" for="ch" forName="pictA2" refType="h" fact="0.608"/>
            <dgm:constr type="h" for="ch" forName="pictA2" refType="h" fact="0.608"/>
            <dgm:constr type="l" for="ch" forName="pictB2"/>
            <dgm:constr type="t" for="ch" forName="pictB2"/>
            <dgm:constr type="w" for="ch" forName="pictB2" refType="h" fact="0.608"/>
            <dgm:constr type="h" for="ch" forName="pictB2" refType="h" fact="0.608"/>
            <dgm:constr type="r" for="ch" forName="twoDotsPict" refType="r" refFor="ch" refForName="pictA2"/>
            <dgm:constr type="b" for="ch" forName="twoDotsPict" refType="b" refFor="ch" refForName="pictA2"/>
            <dgm:constr type="rOff" for="ch" forName="twoDotsPict" refType="userD" fact="-1"/>
            <dgm:constr type="bOff" for="ch" forName="twoDotsPict" refType="userD" fact="-1"/>
            <dgm:constr type="w" for="ch" forName="twoDotsPict" refType="userD" fact="2.5"/>
            <dgm:constr type="h" for="ch" forName="twoDotsPict" refType="userD"/>
            <dgm:constr type="l" for="ch" forName="pictA3"/>
            <dgm:constr type="b" for="ch" forName="pictA3" refType="h"/>
            <dgm:constr type="w" for="ch" forName="pictA3" refType="h" fact="0.371"/>
            <dgm:constr type="h" for="ch" forName="pictA3" refType="h" fact="0.371"/>
            <dgm:constr type="l" for="ch" forName="pictB3"/>
            <dgm:constr type="b" for="ch" forName="pictB3" refType="h"/>
            <dgm:constr type="w" for="ch" forName="pictB3" refType="h" fact="0.371"/>
            <dgm:constr type="h" for="ch" forName="pictB3" refType="h" fact="0.371"/>
            <dgm:constr type="r" for="ch" forName="threeDotsPict" refType="r" refFor="ch" refForName="pictA3"/>
            <dgm:constr type="b" for="ch" forName="threeDotsPict" refType="b" refFor="ch" refForName="pictA3"/>
            <dgm:constr type="rOff" for="ch" forName="threeDotsPict" refType="userD" fact="-1"/>
            <dgm:constr type="bOff" for="ch" forName="threeDotsPict" refType="userD" fact="-1"/>
            <dgm:constr type="w" for="ch" forName="threeDotsPict" refType="userD" fact="3.25"/>
            <dgm:constr type="h" for="ch" forName="threeDotsPict" refType="userD" fact="3.25"/>
            <dgm:constr type="r" for="ch" forName="pictA4" refType="r" refFor="ch" refForName="space2"/>
            <dgm:constr type="b" for="ch" forName="pictA4" refType="h"/>
            <dgm:constr type="w" for="ch" forName="pictA4" refType="h" fact="0.216"/>
            <dgm:constr type="h" for="ch" forName="pictA4" refType="h" fact="0.216"/>
            <dgm:constr type="r" for="ch" forName="pictB4" refType="r" refFor="ch" refForName="space2"/>
            <dgm:constr type="b" for="ch" forName="pictB4" refType="h"/>
            <dgm:constr type="w" for="ch" forName="pictB4" refType="h" fact="0.216"/>
            <dgm:constr type="h" for="ch" forName="pictB4" refType="h" fact="0.216"/>
            <dgm:constr type="r" for="ch" forName="fourDotsPict" refType="r" refFor="ch" refForName="pictA4"/>
            <dgm:constr type="b" for="ch" forName="fourDotsPict" refType="b" refFor="ch" refForName="pictA4"/>
            <dgm:constr type="rOff" for="ch" forName="fourDotsPict" refType="userD" fact="-1"/>
            <dgm:constr type="bOff" for="ch" forName="fourDotsPict" refType="userD" fact="-1"/>
            <dgm:constr type="w" for="ch" forName="fourDotsPict" refType="userD" fact="2.5"/>
            <dgm:constr type="h" for="ch" forName="fourDotsPict" refType="userD" fact="2.5"/>
            <dgm:constr type="r" for="ch" forName="pictA5" refType="r" refFor="ch" refForName="space2"/>
            <dgm:constr type="t" for="ch" forName="pictA5" refType="h" fact="0.629"/>
            <dgm:constr type="w" for="ch" forName="pictA5" refType="h" fact="0.216"/>
            <dgm:constr type="h" for="ch" forName="pictA5" refType="h" fact="0.133"/>
            <dgm:constr type="r" for="ch" forName="pictB5" refType="r" refFor="ch" refForName="space2"/>
            <dgm:constr type="t" for="ch" forName="pictB5" refType="h" fact="0.629"/>
            <dgm:constr type="w" for="ch" forName="pictB5" refType="h" fact="0.216"/>
            <dgm:constr type="h" for="ch" forName="pictB5" refType="h" fact="0.133"/>
            <dgm:constr type="r" for="ch" forName="fiveDotsPict" refType="r" refFor="ch" refForName="pictA5"/>
            <dgm:constr type="b" for="ch" forName="fiveDotsPict" refType="b" refFor="ch" refForName="pictA5"/>
            <dgm:constr type="rOff" for="ch" forName="fiveDotsPict" refType="userD" fact="-1"/>
            <dgm:constr type="bOff" for="ch" forName="fiveDotsPict" refType="userD" fact="-1"/>
            <dgm:constr type="w" for="ch" forName="fiveDotsPict" refType="userD" fact="3.25"/>
            <dgm:constr type="h" for="ch" forName="fiveDotsPict" refType="userD" fact="3.25"/>
          </dgm:constrLst>
        </dgm:else>
      </dgm:choose>
      <dgm:layoutNode name="space1">
        <dgm:alg type="sp"/>
        <dgm:shape xmlns:r="http://schemas.openxmlformats.org/officeDocument/2006/relationships" r:blip="">
          <dgm:adjLst/>
        </dgm:shape>
      </dgm:layoutNode>
      <dgm:layoutNode name="space2">
        <dgm:alg type="sp"/>
        <dgm:shape xmlns:r="http://schemas.openxmlformats.org/officeDocument/2006/relationships" r:blip="">
          <dgm:adjLst/>
        </dgm:shape>
      </dgm:layoutNode>
      <dgm:choose name="Name6">
        <dgm:if name="Name7" axis="ch" ptType="node" func="cnt" op="gte" val="1">
          <dgm:forEach name="Name8" axis="ch" ptType="sibTrans" hideLastTrans="0" cnt="1">
            <dgm:layoutNode name="pictA1">
              <dgm:alg type="sp"/>
              <dgm:shape xmlns:r="http://schemas.openxmlformats.org/officeDocument/2006/relationships" r:blip="">
                <dgm:adjLst/>
              </dgm:shape>
              <dgm:presOf/>
              <dgm:forEach name="Name9" ref="imageRepeat"/>
            </dgm:layoutNode>
            <dgm:layoutNode name="oneDot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11" refType="userD"/>
                <dgm:constr type="h" for="ch" forName="dotPict_11" refType="userD"/>
              </dgm:constrLst>
              <dgm:layoutNode name="dotPict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0">
          <dgm:layoutNode name="pictB1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1">
        <dgm:if name="Name12" axis="ch" ptType="node" func="cnt" op="gte" val="2">
          <dgm:forEach name="Name13" axis="ch" ptType="sibTrans" hideLastTrans="0" st="2" cnt="1">
            <dgm:layoutNode name="pictA2">
              <dgm:alg type="sp"/>
              <dgm:shape xmlns:r="http://schemas.openxmlformats.org/officeDocument/2006/relationships" r:blip="">
                <dgm:adjLst/>
              </dgm:shape>
              <dgm:presOf/>
              <dgm:forEach name="Name14" ref="imageRepeat"/>
            </dgm:layoutNode>
            <dgm:layoutNode name="two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21" refType="userD"/>
                <dgm:constr type="h" for="ch" forName="dotPict_21" refType="userD"/>
                <dgm:constr type="l" for="ch" forName="dotPict_22" refType="userD" fact="1.5"/>
                <dgm:constr type="w" for="ch" forName="dotPict_22" refType="userD"/>
                <dgm:constr type="h" for="ch" forName="dotPict_22" refType="userD"/>
              </dgm:constrLst>
              <dgm:layoutNode name="dotPict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15">
          <dgm:layoutNode name="pictB2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16">
        <dgm:if name="Name17" axis="ch" ptType="node" func="cnt" op="gte" val="3">
          <dgm:forEach name="Name18" axis="ch" ptType="sibTrans" hideLastTrans="0" st="3" cnt="1">
            <dgm:layoutNode name="pictA3">
              <dgm:alg type="sp"/>
              <dgm:shape xmlns:r="http://schemas.openxmlformats.org/officeDocument/2006/relationships" r:blip="">
                <dgm:adjLst/>
              </dgm:shape>
              <dgm:presOf/>
              <dgm:forEach name="Name19" ref="imageRepeat"/>
            </dgm:layoutNode>
            <dgm:layoutNode name="thre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31"/>
                <dgm:constr type="t" for="ch" forName="dotPict_31" refType="userD" fact="2.25"/>
                <dgm:constr type="w" for="ch" forName="dotPict_31" refType="userD"/>
                <dgm:constr type="h" for="ch" forName="dotPict_31" refType="userD"/>
                <dgm:constr type="l" for="ch" forName="dotPict_32" refType="userD" fact="1.125"/>
                <dgm:constr type="t" for="ch" forName="dotPict_32" refType="userD" fact="1.125"/>
                <dgm:constr type="w" for="ch" forName="dotPict_32" refType="userD"/>
                <dgm:constr type="h" for="ch" forName="dotPict_32" refType="userD"/>
                <dgm:constr type="l" for="ch" forName="dotPict_33" refType="userD" fact="2.25"/>
                <dgm:constr type="t" for="ch" forName="dotPict_33"/>
                <dgm:constr type="w" for="ch" forName="dotPict_33" refType="userD"/>
                <dgm:constr type="h" for="ch" forName="dotPict_33" refType="userD"/>
              </dgm:constrLst>
              <dgm:layoutNode name="dotPict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0">
          <dgm:layoutNode name="pictB3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1">
        <dgm:if name="Name22" axis="ch" ptType="node" func="cnt" op="gte" val="4">
          <dgm:forEach name="Name23" axis="ch" ptType="sibTrans" hideLastTrans="0" st="4" cnt="1">
            <dgm:layoutNode name="pictA4">
              <dgm:alg type="sp"/>
              <dgm:shape xmlns:r="http://schemas.openxmlformats.org/officeDocument/2006/relationships" r:blip="">
                <dgm:adjLst/>
              </dgm:shape>
              <dgm:presOf/>
              <dgm:forEach name="Name24" ref="imageRepeat"/>
            </dgm:layoutNode>
            <dgm:layoutNode name="four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Pict_41" refType="userD"/>
                <dgm:constr type="h" for="ch" forName="dotPict_41" refType="userD"/>
                <dgm:constr type="l" for="ch" forName="dotPict_42" refType="userD" fact="1.5"/>
                <dgm:constr type="w" for="ch" forName="dotPict_42" refType="userD"/>
                <dgm:constr type="h" for="ch" forName="dotPict_42" refType="userD"/>
                <dgm:constr type="t" for="ch" forName="dotPict_43" refType="userD" fact="1.5"/>
                <dgm:constr type="w" for="ch" forName="dotPict_43" refType="userD"/>
                <dgm:constr type="h" for="ch" forName="dotPict_43" refType="userD"/>
                <dgm:constr type="l" for="ch" forName="dotPict_44" refType="userD" fact="1.5"/>
                <dgm:constr type="t" for="ch" forName="dotPict_44" refType="userD" fact="1.5"/>
                <dgm:constr type="w" for="ch" forName="dotPict_44" refType="userD"/>
                <dgm:constr type="h" for="ch" forName="dotPict_44" refType="userD"/>
              </dgm:constrLst>
              <dgm:layoutNode name="dotPict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25">
          <dgm:layoutNode name="pictB4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  <dgm:choose name="Name26">
        <dgm:if name="Name27" axis="ch" ptType="node" func="cnt" op="gte" val="5">
          <dgm:forEach name="Name28" axis="ch" ptType="sibTrans" hideLastTrans="0" st="5" cnt="1">
            <dgm:layoutNode name="pictA5">
              <dgm:alg type="sp"/>
              <dgm:shape xmlns:r="http://schemas.openxmlformats.org/officeDocument/2006/relationships" r:blip="">
                <dgm:adjLst/>
              </dgm:shape>
              <dgm:presOf/>
              <dgm:forEach name="Name29" ref="imageRepeat"/>
            </dgm:layoutNode>
            <dgm:layoutNode name="fiveDotsPict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Pict_51"/>
                <dgm:constr type="t" for="ch" forName="dotPict_51" refType="userD" fact="2.25"/>
                <dgm:constr type="w" for="ch" forName="dotPict_51" refType="userD"/>
                <dgm:constr type="h" for="ch" forName="dotPict_51" refType="userD"/>
                <dgm:constr type="l" for="ch" forName="dotPict_52" refType="userD" fact="1.125"/>
                <dgm:constr type="t" for="ch" forName="dotPict_52" refType="userD" fact="1.125"/>
                <dgm:constr type="w" for="ch" forName="dotPict_52" refType="userD"/>
                <dgm:constr type="h" for="ch" forName="dotPict_52" refType="userD"/>
                <dgm:constr type="l" for="ch" forName="dotPict_53" refType="userD" fact="2.25"/>
                <dgm:constr type="t" for="ch" forName="dotPict_53"/>
                <dgm:constr type="w" for="ch" forName="dotPict_53" refType="userD"/>
                <dgm:constr type="h" for="ch" forName="dotPict_53" refType="userD"/>
                <dgm:constr type="l" for="ch" forName="dotPict_54"/>
                <dgm:constr type="t" for="ch" forName="dotPict_54"/>
                <dgm:constr type="w" for="ch" forName="dotPict_54" refType="userD"/>
                <dgm:constr type="h" for="ch" forName="dotPict_54" refType="userD"/>
                <dgm:constr type="l" for="ch" forName="dotPict_55" refType="userD" fact="2.25"/>
                <dgm:constr type="t" for="ch" forName="dotPict_55" refType="userD" fact="2.25"/>
                <dgm:constr type="w" for="ch" forName="dotPict_55" refType="userD"/>
                <dgm:constr type="h" for="ch" forName="dotPict_55" refType="userD"/>
              </dgm:constrLst>
              <dgm:layoutNode name="dotPict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Pict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</dgm:forEach>
        </dgm:if>
        <dgm:else name="Name30">
          <dgm:layoutNode name="pictB5" styleLbl="alignNode1">
            <dgm:alg type="sp"/>
            <dgm:shape xmlns:r="http://schemas.openxmlformats.org/officeDocument/2006/relationships" type="rect" r:blip="">
              <dgm:adjLst/>
            </dgm:shape>
            <dgm:presOf/>
          </dgm:layoutNode>
        </dgm:else>
      </dgm:choose>
    </dgm:layoutNode>
    <dgm:layoutNode name="txLine">
      <dgm:choose name="Name31">
        <dgm:if name="Name32" func="var" arg="dir" op="equ" val="norm">
          <dgm:alg type="lin">
            <dgm:param type="horzAlign" val="r"/>
          </dgm:alg>
        </dgm:if>
        <dgm:else name="Name33">
          <dgm:alg type="lin">
            <dgm:param type="horzAlign" val="l"/>
            <dgm:param type="linDir" val="fromR"/>
          </dgm:alg>
        </dgm:else>
      </dgm:choose>
      <dgm:constrLst>
        <dgm:constr type="primFontSz" for="ch" ptType="node" op="equ" val="65"/>
        <dgm:constr type="w" for="ch" ptType="node" refType="primFontSz" refFor="ch" refPtType="node" fact="0.5"/>
        <dgm:constr type="h" for="ch" ptType="node" refType="h"/>
      </dgm:constrLst>
      <dgm:ruleLst>
        <dgm:rule type="primFontSz" for="ch" ptType="node" val="5" fact="NaN" max="NaN"/>
      </dgm:ruleLst>
      <dgm:forEach name="Name34" axis="ch" ptType="node">
        <dgm:choose name="Name35">
          <dgm:if name="Name36" axis="self" ptType="node" func="pos" op="equ" val="1">
            <dgm:layoutNode name="oneDot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11" refType="userD"/>
                <dgm:constr type="h" for="ch" forName="dotTx_11" refType="userD"/>
              </dgm:constrLst>
              <dgm:layoutNode name="dotTx_1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7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38" axis="self" ptType="node" func="pos" op="equ" val="2">
            <dgm:layoutNode name="two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21" refType="userD"/>
                <dgm:constr type="h" for="ch" forName="dotTx_21" refType="userD"/>
                <dgm:constr type="l" for="ch" forName="dotTx_22" refType="userD" fact="1.5"/>
                <dgm:constr type="w" for="ch" forName="dotTx_22" refType="userD"/>
                <dgm:constr type="h" for="ch" forName="dotTx_22" refType="userD"/>
              </dgm:constrLst>
              <dgm:layoutNode name="dotTx_2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2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39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0" axis="self" ptType="node" func="pos" op="equ" val="3">
            <dgm:layoutNode name="thre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31"/>
                <dgm:constr type="t" for="ch" forName="dotTx_31" refType="userD" fact="2.25"/>
                <dgm:constr type="w" for="ch" forName="dotTx_31" refType="userD"/>
                <dgm:constr type="h" for="ch" forName="dotTx_31" refType="userD"/>
                <dgm:constr type="l" for="ch" forName="dotTx_32" refType="userD" fact="1.125"/>
                <dgm:constr type="t" for="ch" forName="dotTx_32" refType="userD" fact="1.125"/>
                <dgm:constr type="w" for="ch" forName="dotTx_32" refType="userD"/>
                <dgm:constr type="h" for="ch" forName="dotTx_32" refType="userD"/>
                <dgm:constr type="l" for="ch" forName="dotTx_33" refType="userD" fact="2.25"/>
                <dgm:constr type="t" for="ch" forName="dotTx_33"/>
                <dgm:constr type="w" for="ch" forName="dotTx_33" refType="userD"/>
                <dgm:constr type="h" for="ch" forName="dotTx_33" refType="userD"/>
              </dgm:constrLst>
              <dgm:layoutNode name="dotTx_3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3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1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2" axis="self" ptType="node" func="pos" op="equ" val="4">
            <dgm:layoutNode name="four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w" for="ch" forName="dotTx_41" refType="userD"/>
                <dgm:constr type="h" for="ch" forName="dotTx_41" refType="userD"/>
                <dgm:constr type="l" for="ch" forName="dotTx_42" refType="userD" fact="1.5"/>
                <dgm:constr type="w" for="ch" forName="dotTx_42" refType="userD"/>
                <dgm:constr type="h" for="ch" forName="dotTx_42" refType="userD"/>
                <dgm:constr type="t" for="ch" forName="dotTx_43" refType="userD" fact="1.5"/>
                <dgm:constr type="w" for="ch" forName="dotTx_43" refType="userD"/>
                <dgm:constr type="h" for="ch" forName="dotTx_43" refType="userD"/>
                <dgm:constr type="l" for="ch" forName="dotTx_44" refType="userD" fact="1.5"/>
                <dgm:constr type="t" for="ch" forName="dotTx_44" refType="userD" fact="1.5"/>
                <dgm:constr type="w" for="ch" forName="dotTx_44" refType="userD"/>
                <dgm:constr type="h" for="ch" forName="dotTx_44" refType="userD"/>
              </dgm:constrLst>
              <dgm:layoutNode name="dotTx_4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4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3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if name="Name44" axis="self" ptType="node" func="pos" op="equ" val="5">
            <dgm:layoutNode name="fiveDotsTx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D"/>
                <dgm:constr type="l" for="ch" forName="dotTx_51"/>
                <dgm:constr type="t" for="ch" forName="dotTx_51" refType="userD" fact="2.25"/>
                <dgm:constr type="w" for="ch" forName="dotTx_51" refType="userD"/>
                <dgm:constr type="h" for="ch" forName="dotTx_51" refType="userD"/>
                <dgm:constr type="l" for="ch" forName="dotTx_52" refType="userD" fact="1.125"/>
                <dgm:constr type="t" for="ch" forName="dotTx_52" refType="userD" fact="1.125"/>
                <dgm:constr type="w" for="ch" forName="dotTx_52" refType="userD"/>
                <dgm:constr type="h" for="ch" forName="dotTx_52" refType="userD"/>
                <dgm:constr type="l" for="ch" forName="dotTx_53" refType="userD" fact="2.25"/>
                <dgm:constr type="t" for="ch" forName="dotTx_53"/>
                <dgm:constr type="w" for="ch" forName="dotTx_53" refType="userD"/>
                <dgm:constr type="h" for="ch" forName="dotTx_53" refType="userD"/>
                <dgm:constr type="l" for="ch" forName="dotTx_54"/>
                <dgm:constr type="t" for="ch" forName="dotTx_54"/>
                <dgm:constr type="w" for="ch" forName="dotTx_54" refType="userD"/>
                <dgm:constr type="h" for="ch" forName="dotTx_54" refType="userD"/>
                <dgm:constr type="l" for="ch" forName="dotTx_55" refType="userD" fact="2.25"/>
                <dgm:constr type="t" for="ch" forName="dotTx_55" refType="userD" fact="2.25"/>
                <dgm:constr type="w" for="ch" forName="dotTx_55" refType="userD"/>
                <dgm:constr type="h" for="ch" forName="dotTx_55" refType="userD"/>
              </dgm:constrLst>
              <dgm:layoutNode name="dotTx_51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2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3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4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  <dgm:layoutNode name="dotTx_55" styleLbl="solidFgAcc1">
                <dgm:alg type="sp"/>
                <dgm:shape xmlns:r="http://schemas.openxmlformats.org/officeDocument/2006/relationships" type="ellipse" r:blip="">
                  <dgm:adjLst/>
                </dgm:shape>
                <dgm:presOf/>
              </dgm:layoutNode>
            </dgm:layoutNode>
            <dgm:layoutNode name="Name45" styleLbl="revTx">
              <dgm:varLst>
                <dgm:bulletEnabled val="1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desOrSelf" ptType="node"/>
              <dgm:constrLst>
                <dgm:constr type="tMarg" refType="primFontSz" fact="0.2"/>
                <dgm:constr type="bMarg"/>
              </dgm:constrLst>
              <dgm:ruleLst>
                <dgm:rule type="w" val="INF" fact="NaN" max="NaN"/>
              </dgm:ruleLst>
            </dgm:layoutNode>
          </dgm:if>
          <dgm:else name="Name46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B0-A77A-0851-500E-89FA00DF6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6835-BAA2-D8D8-CEB7-59E192D3E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2CF33-E60D-AD44-F7D1-2F41C1C0D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4C9DB-72E4-F76F-56EE-762B23D4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5C7BF-6462-5E3D-0341-A3B8AD99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13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F237-4DE2-DF9D-A914-8A2B481F2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E4AEE-48B6-9A74-A841-0FE534DCE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3D6D-616C-4320-BE65-2919D354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0482-4090-B555-107A-3697C531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AE44C-D2B1-B527-0C69-007F026B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99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79A9-33A3-585D-B081-21E9E1B3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2958F-4648-8529-8AB4-87507252D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5B81B-5BED-3DCA-8CB0-0F2D135A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22164-F55B-57C5-FEC0-4B855F61A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024B6-4F31-F598-98DF-80A3AA25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81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A429-8EC2-C26F-A65F-A9A16E7D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28C2E-0428-395B-2C04-92C5C2220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F5EBB-4201-47F9-5FF6-C2D1DCC2D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A9901-71F8-77A7-9E23-C71A7F4B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C69B93-D974-F3A4-8F9F-527F63BD0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84BF8-CEF8-AAB9-A99B-264D25B2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6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364B-8B2B-6180-AB8E-03C1A8D5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BDF77-2123-C5AC-D9EE-CA1BC439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CEC1B-18EB-4757-FE73-5E334B6A9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F1768-18FE-D849-4CA4-8C9577810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A3A9A-FB76-54AA-6834-4193161A4C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CDAC4-8738-469B-81F4-FCEDA71D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99E26B-6645-7096-360F-20BCDE2C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88FD3-979A-A754-FFCA-06372989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94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3BD3C-91AF-99EB-8856-8C5D4674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E79E0-E05D-2BD0-0D21-8201622D4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B2B3D-F2F9-62E7-E776-C40EF67F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91425-C207-8D6C-8031-4AF8B6762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0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0EB4B7-5D8A-9C82-1094-D5DB9280D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5EFC2-9706-5367-4292-F40756A8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7A905-6AF5-5668-640B-E8975DD0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1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2C13-1D9F-9DE4-6354-69F2440BB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44C5B-A0F4-5F9E-635E-A0AABE3D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7FB0C-0304-6AC4-45D3-D25340D6F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EDE14-6C7D-0112-2644-05DD6D73E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F57AA-B1BD-0F39-00E3-DFB2AAC66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03295-9676-7F93-29F2-1FAC618D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C859-A994-D440-7BB6-6DBDF138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BDBDBF-F725-0AB5-B842-8329452C4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5F119-BDFA-FE4D-5303-5FF299217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822309-DD83-D8CD-DAC2-BA9C79CD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BB8C1-429E-8CBA-ADDC-320413F8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8A06F-E37D-B3D4-59CD-004FF0FD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9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2FE5-276D-A57A-638E-748680E46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1C73B-29B5-5E2E-2982-0D151F463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2ADA3-7510-2030-FF56-F04D064B8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E26D2-6017-0466-9123-01D1E634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9D887-6C44-A41A-2532-E88207E5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20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63BDB-9E6A-6C37-C176-F1B348369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80B4F-1BAF-8284-D282-B6F937FC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EBB31-134A-06C1-F692-6AFF44B18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CA672-0432-C2D2-99AE-66ECC602B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5E5F3-BC1E-6FCD-5FFD-895EBA91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8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11A736-9651-0CA2-0C09-7EA5CAF00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0C8DC-7CB1-2803-FF14-418E8D0B3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118E-70B1-3749-059D-E0627890D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CBA34-2056-48B4-AEF2-BC0BC0DAE245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6D34A-D00B-E12F-4C0F-CA6F7A911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E5D5E-F085-23A7-423B-873251524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2E679-9B75-4F1A-9D97-D3D7B4BCC1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79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5F959B9-B641-02F3-18C2-AEEA257DFB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466051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2336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2026-09-06T08:14:57Z</dcterms:created>
  <dcterms:modified xsi:type="dcterms:W3CDTF">2026-09-06T08:14:58Z</dcterms:modified>
</cp:coreProperties>
</file>