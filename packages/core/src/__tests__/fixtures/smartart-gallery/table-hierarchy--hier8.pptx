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584FEA-5993-416D-99A3-A656D32379CD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657D0-A303-4649-9EE8-F7446CC5A084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215A6BD0-AF6A-4761-9BE7-9149BE299D55}" type="parTrans" cxnId="{86DBA690-F53C-461A-80FE-30823372E754}">
      <dgm:prSet/>
      <dgm:spPr/>
    </dgm:pt>
    <dgm:pt modelId="{B1DAC5E7-7CE8-42FA-9075-10573D85AC5A}" type="sibTrans" cxnId="{86DBA690-F53C-461A-80FE-30823372E754}">
      <dgm:prSet/>
      <dgm:spPr/>
    </dgm:pt>
    <dgm:pt modelId="{D35DF336-7861-4015-B28B-0A5843AAD0D7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279FABE8-AA14-4BCD-BC1F-9ED35C8825BB}" type="parTrans" cxnId="{A18377C8-7635-4872-8A3D-2FFEDE113667}">
      <dgm:prSet/>
      <dgm:spPr/>
    </dgm:pt>
    <dgm:pt modelId="{B559084A-E437-4FF4-8201-3C4104551637}" type="sibTrans" cxnId="{A18377C8-7635-4872-8A3D-2FFEDE113667}">
      <dgm:prSet/>
      <dgm:spPr/>
    </dgm:pt>
    <dgm:pt modelId="{DFBCDB19-2C56-4A49-951C-5BBADB1264E3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472379F3-AB6D-4352-BE6F-8CD570091285}" type="parTrans" cxnId="{875259D6-8749-4D7F-A4ED-B88F0A5BD7B8}">
      <dgm:prSet/>
      <dgm:spPr/>
    </dgm:pt>
    <dgm:pt modelId="{C08FA6C3-B7C9-46C9-9BE5-A48E53F2B86C}" type="sibTrans" cxnId="{875259D6-8749-4D7F-A4ED-B88F0A5BD7B8}">
      <dgm:prSet/>
      <dgm:spPr/>
    </dgm:pt>
    <dgm:pt modelId="{D943BACD-E064-44F8-87DF-AC2CBB788853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ACD64D9C-8961-4847-82F3-9310EC2F42DF}" type="parTrans" cxnId="{CF67B02D-D5FA-487E-9E21-B0EE199DA23A}">
      <dgm:prSet/>
      <dgm:spPr/>
    </dgm:pt>
    <dgm:pt modelId="{3BA49970-283A-4AC0-9681-E1562B23F6B6}" type="sibTrans" cxnId="{CF67B02D-D5FA-487E-9E21-B0EE199DA23A}">
      <dgm:prSet/>
      <dgm:spPr/>
    </dgm:pt>
    <dgm:pt modelId="{FED27A88-B291-4A84-88A0-B2F80ABCBB1D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EC1D436B-9956-4BC0-BD60-274A6A75246D}" type="parTrans" cxnId="{A3C0539D-8F28-4BCA-A910-F6CC07CDCFFC}">
      <dgm:prSet/>
      <dgm:spPr/>
    </dgm:pt>
    <dgm:pt modelId="{813F64BB-42B1-4F8E-8E98-6A1739E47145}" type="sibTrans" cxnId="{A3C0539D-8F28-4BCA-A910-F6CC07CDCFFC}">
      <dgm:prSet/>
      <dgm:spPr/>
    </dgm:pt>
    <dgm:pt modelId="{318475C9-4609-4717-B23B-BE5AD1DAC22B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19F3A790-B2D6-409F-AFD4-76E2F6E553A4}" type="parTrans" cxnId="{B14BD34E-348D-4677-9B2D-3256495A1B4A}">
      <dgm:prSet/>
      <dgm:spPr/>
    </dgm:pt>
    <dgm:pt modelId="{BE14309C-4627-443B-8044-983531471D45}" type="sibTrans" cxnId="{B14BD34E-348D-4677-9B2D-3256495A1B4A}">
      <dgm:prSet/>
      <dgm:spPr/>
    </dgm:pt>
    <dgm:pt modelId="{BD16287D-9C30-47D2-B784-C3C2B4A678C3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6CE42E68-1AF3-4E0C-8B1C-5A804CD268FE}" type="parTrans" cxnId="{63210E85-32F0-4428-9FF6-530FDC08C1F2}">
      <dgm:prSet/>
      <dgm:spPr/>
    </dgm:pt>
    <dgm:pt modelId="{209F21B5-1957-479E-B339-AB85E011E1D4}" type="sibTrans" cxnId="{63210E85-32F0-4428-9FF6-530FDC08C1F2}">
      <dgm:prSet/>
      <dgm:spPr/>
    </dgm:pt>
    <dgm:pt modelId="{E0FBA1C2-4817-41D9-8FE9-E72BEECA76C4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9D919186-0BAB-4280-966C-FCCCE2AC3D4B}" type="parTrans" cxnId="{A351B137-368F-4AD6-8E32-D0F068B6E61B}">
      <dgm:prSet/>
      <dgm:spPr/>
    </dgm:pt>
    <dgm:pt modelId="{2320E7A5-A5A5-4299-91A5-648071470163}" type="sibTrans" cxnId="{A351B137-368F-4AD6-8E32-D0F068B6E61B}">
      <dgm:prSet/>
      <dgm:spPr/>
    </dgm:pt>
    <dgm:pt modelId="{775B33C0-86E7-43E3-921B-71B2D7D3F7B8}" type="pres">
      <dgm:prSet presAssocID="{81584FEA-5993-416D-99A3-A656D32379CD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E829D68-AE93-4DF2-9C69-1AC5C2C5D7F1}" type="pres">
      <dgm:prSet presAssocID="{00F657D0-A303-4649-9EE8-F7446CC5A084}" presName="vertOne" presStyleCnt="0"/>
      <dgm:spPr/>
    </dgm:pt>
    <dgm:pt modelId="{0D2D08F3-7C2E-46D8-B756-FBB33CF41777}" type="pres">
      <dgm:prSet presAssocID="{00F657D0-A303-4649-9EE8-F7446CC5A084}" presName="txOne" presStyleLbl="node0" presStyleIdx="0" presStyleCnt="1">
        <dgm:presLayoutVars>
          <dgm:chPref val="3"/>
        </dgm:presLayoutVars>
      </dgm:prSet>
      <dgm:spPr/>
    </dgm:pt>
    <dgm:pt modelId="{8EB01E20-0342-4581-83BF-D908102D7C2A}" type="pres">
      <dgm:prSet presAssocID="{00F657D0-A303-4649-9EE8-F7446CC5A084}" presName="parTransOne" presStyleCnt="0"/>
      <dgm:spPr/>
    </dgm:pt>
    <dgm:pt modelId="{BE6B6412-D57B-4784-B030-A97CC34DD7D7}" type="pres">
      <dgm:prSet presAssocID="{00F657D0-A303-4649-9EE8-F7446CC5A084}" presName="horzOne" presStyleCnt="0"/>
      <dgm:spPr/>
    </dgm:pt>
    <dgm:pt modelId="{8BC592EF-29D1-4488-A033-412C2A358DD2}" type="pres">
      <dgm:prSet presAssocID="{D35DF336-7861-4015-B28B-0A5843AAD0D7}" presName="vertTwo" presStyleCnt="0"/>
      <dgm:spPr/>
    </dgm:pt>
    <dgm:pt modelId="{3C93B414-D04A-47E8-BE65-7635CD77D707}" type="pres">
      <dgm:prSet presAssocID="{D35DF336-7861-4015-B28B-0A5843AAD0D7}" presName="txTwo" presStyleLbl="node2" presStyleIdx="0" presStyleCnt="1">
        <dgm:presLayoutVars>
          <dgm:chPref val="3"/>
        </dgm:presLayoutVars>
      </dgm:prSet>
      <dgm:spPr/>
    </dgm:pt>
    <dgm:pt modelId="{E6B365CE-2E53-4ED1-801E-D89AFD6B5891}" type="pres">
      <dgm:prSet presAssocID="{D35DF336-7861-4015-B28B-0A5843AAD0D7}" presName="parTransTwo" presStyleCnt="0"/>
      <dgm:spPr/>
    </dgm:pt>
    <dgm:pt modelId="{3F9AED55-F305-4BF8-9559-3E43C2CFD77C}" type="pres">
      <dgm:prSet presAssocID="{D35DF336-7861-4015-B28B-0A5843AAD0D7}" presName="horzTwo" presStyleCnt="0"/>
      <dgm:spPr/>
    </dgm:pt>
    <dgm:pt modelId="{7A2CE472-B5A5-48B1-8706-2BB476AD1C62}" type="pres">
      <dgm:prSet presAssocID="{FED27A88-B291-4A84-88A0-B2F80ABCBB1D}" presName="vertThree" presStyleCnt="0"/>
      <dgm:spPr/>
    </dgm:pt>
    <dgm:pt modelId="{F411A4C7-B839-406B-8CB1-F1EBEACD91C3}" type="pres">
      <dgm:prSet presAssocID="{FED27A88-B291-4A84-88A0-B2F80ABCBB1D}" presName="txThree" presStyleLbl="node3" presStyleIdx="0" presStyleCnt="5">
        <dgm:presLayoutVars>
          <dgm:chPref val="3"/>
        </dgm:presLayoutVars>
      </dgm:prSet>
      <dgm:spPr/>
    </dgm:pt>
    <dgm:pt modelId="{570F05A9-7D98-4250-B414-D0CFB2D066F1}" type="pres">
      <dgm:prSet presAssocID="{FED27A88-B291-4A84-88A0-B2F80ABCBB1D}" presName="horzThree" presStyleCnt="0"/>
      <dgm:spPr/>
    </dgm:pt>
    <dgm:pt modelId="{46DBD802-972A-4985-9E85-5B7DDDCA7F38}" type="pres">
      <dgm:prSet presAssocID="{813F64BB-42B1-4F8E-8E98-6A1739E47145}" presName="sibSpaceThree" presStyleCnt="0"/>
      <dgm:spPr/>
    </dgm:pt>
    <dgm:pt modelId="{A05B2EED-F27D-4455-B187-78C775592006}" type="pres">
      <dgm:prSet presAssocID="{318475C9-4609-4717-B23B-BE5AD1DAC22B}" presName="vertThree" presStyleCnt="0"/>
      <dgm:spPr/>
    </dgm:pt>
    <dgm:pt modelId="{48E424ED-FE07-4D52-9629-1DA5E66803BF}" type="pres">
      <dgm:prSet presAssocID="{318475C9-4609-4717-B23B-BE5AD1DAC22B}" presName="txThree" presStyleLbl="node3" presStyleIdx="1" presStyleCnt="5">
        <dgm:presLayoutVars>
          <dgm:chPref val="3"/>
        </dgm:presLayoutVars>
      </dgm:prSet>
      <dgm:spPr/>
    </dgm:pt>
    <dgm:pt modelId="{6C7A8811-689B-425D-BDE8-7530FBB6E3BA}" type="pres">
      <dgm:prSet presAssocID="{318475C9-4609-4717-B23B-BE5AD1DAC22B}" presName="parTransThree" presStyleCnt="0"/>
      <dgm:spPr/>
    </dgm:pt>
    <dgm:pt modelId="{B1C69142-DCCA-47C5-916F-064F00312289}" type="pres">
      <dgm:prSet presAssocID="{318475C9-4609-4717-B23B-BE5AD1DAC22B}" presName="horzThree" presStyleCnt="0"/>
      <dgm:spPr/>
    </dgm:pt>
    <dgm:pt modelId="{E07CA1F7-DB4B-41B6-A292-7585614FCE88}" type="pres">
      <dgm:prSet presAssocID="{BD16287D-9C30-47D2-B784-C3C2B4A678C3}" presName="vertFour" presStyleCnt="0">
        <dgm:presLayoutVars>
          <dgm:chPref val="3"/>
        </dgm:presLayoutVars>
      </dgm:prSet>
      <dgm:spPr/>
    </dgm:pt>
    <dgm:pt modelId="{FDFB9AD7-461D-4D4F-932A-00A67064FB24}" type="pres">
      <dgm:prSet presAssocID="{BD16287D-9C30-47D2-B784-C3C2B4A678C3}" presName="txFour" presStyleLbl="node4" presStyleIdx="0" presStyleCnt="1">
        <dgm:presLayoutVars>
          <dgm:chPref val="3"/>
        </dgm:presLayoutVars>
      </dgm:prSet>
      <dgm:spPr/>
    </dgm:pt>
    <dgm:pt modelId="{B163670A-C049-420A-AF21-E91AFC6F9511}" type="pres">
      <dgm:prSet presAssocID="{BD16287D-9C30-47D2-B784-C3C2B4A678C3}" presName="horzFour" presStyleCnt="0"/>
      <dgm:spPr/>
    </dgm:pt>
    <dgm:pt modelId="{58410BDC-6553-44B5-BDC6-975C2C679124}" type="pres">
      <dgm:prSet presAssocID="{BE14309C-4627-443B-8044-983531471D45}" presName="sibSpaceThree" presStyleCnt="0"/>
      <dgm:spPr/>
    </dgm:pt>
    <dgm:pt modelId="{5C246667-680F-4AFA-8E46-BF19166026DF}" type="pres">
      <dgm:prSet presAssocID="{DFBCDB19-2C56-4A49-951C-5BBADB1264E3}" presName="vertThree" presStyleCnt="0"/>
      <dgm:spPr/>
    </dgm:pt>
    <dgm:pt modelId="{CC70E45E-6375-4A83-B9DB-7395E13CD8B5}" type="pres">
      <dgm:prSet presAssocID="{DFBCDB19-2C56-4A49-951C-5BBADB1264E3}" presName="txThree" presStyleLbl="node3" presStyleIdx="2" presStyleCnt="5">
        <dgm:presLayoutVars>
          <dgm:chPref val="3"/>
        </dgm:presLayoutVars>
      </dgm:prSet>
      <dgm:spPr/>
    </dgm:pt>
    <dgm:pt modelId="{70EA1B65-9136-4FD5-BAC6-6D8FB8E04914}" type="pres">
      <dgm:prSet presAssocID="{DFBCDB19-2C56-4A49-951C-5BBADB1264E3}" presName="horzThree" presStyleCnt="0"/>
      <dgm:spPr/>
    </dgm:pt>
    <dgm:pt modelId="{A5D73196-1AFF-4974-8B15-36005305AB82}" type="pres">
      <dgm:prSet presAssocID="{C08FA6C3-B7C9-46C9-9BE5-A48E53F2B86C}" presName="sibSpaceThree" presStyleCnt="0"/>
      <dgm:spPr/>
    </dgm:pt>
    <dgm:pt modelId="{136222D2-3321-47ED-A9AC-B47184D76A46}" type="pres">
      <dgm:prSet presAssocID="{E0FBA1C2-4817-41D9-8FE9-E72BEECA76C4}" presName="vertThree" presStyleCnt="0"/>
      <dgm:spPr/>
    </dgm:pt>
    <dgm:pt modelId="{C2F50E75-FF35-4DD3-A8D9-806F44891519}" type="pres">
      <dgm:prSet presAssocID="{E0FBA1C2-4817-41D9-8FE9-E72BEECA76C4}" presName="txThree" presStyleLbl="node3" presStyleIdx="3" presStyleCnt="5">
        <dgm:presLayoutVars>
          <dgm:chPref val="3"/>
        </dgm:presLayoutVars>
      </dgm:prSet>
      <dgm:spPr/>
    </dgm:pt>
    <dgm:pt modelId="{89F84652-1FDC-4D83-A7E5-07A40799AED1}" type="pres">
      <dgm:prSet presAssocID="{E0FBA1C2-4817-41D9-8FE9-E72BEECA76C4}" presName="horzThree" presStyleCnt="0"/>
      <dgm:spPr/>
    </dgm:pt>
    <dgm:pt modelId="{356E9C99-574B-444B-9714-4460AA06E688}" type="pres">
      <dgm:prSet presAssocID="{2320E7A5-A5A5-4299-91A5-648071470163}" presName="sibSpaceThree" presStyleCnt="0"/>
      <dgm:spPr/>
    </dgm:pt>
    <dgm:pt modelId="{775BE730-2CB4-42FB-8729-B14E13ABADDF}" type="pres">
      <dgm:prSet presAssocID="{D943BACD-E064-44F8-87DF-AC2CBB788853}" presName="vertThree" presStyleCnt="0"/>
      <dgm:spPr/>
    </dgm:pt>
    <dgm:pt modelId="{33F0CB50-3B76-402C-B6E8-83EE4A8BFAA5}" type="pres">
      <dgm:prSet presAssocID="{D943BACD-E064-44F8-87DF-AC2CBB788853}" presName="txThree" presStyleLbl="node3" presStyleIdx="4" presStyleCnt="5">
        <dgm:presLayoutVars>
          <dgm:chPref val="3"/>
        </dgm:presLayoutVars>
      </dgm:prSet>
      <dgm:spPr/>
    </dgm:pt>
    <dgm:pt modelId="{F6C4BB3C-156C-4F51-9047-8B6C13E2D7EA}" type="pres">
      <dgm:prSet presAssocID="{D943BACD-E064-44F8-87DF-AC2CBB788853}" presName="horzThree" presStyleCnt="0"/>
      <dgm:spPr/>
    </dgm:pt>
  </dgm:ptLst>
  <dgm:cxnLst>
    <dgm:cxn modelId="{A0BBA40F-0CF3-47F5-AB80-16984640688B}" type="presOf" srcId="{81584FEA-5993-416D-99A3-A656D32379CD}" destId="{775B33C0-86E7-43E3-921B-71B2D7D3F7B8}" srcOrd="0" destOrd="0" presId="urn:microsoft.com/office/officeart/2005/8/layout/hierarchy4"/>
    <dgm:cxn modelId="{BB149515-7DCC-43C0-B8E0-2B1D2AF0176D}" type="presOf" srcId="{D943BACD-E064-44F8-87DF-AC2CBB788853}" destId="{33F0CB50-3B76-402C-B6E8-83EE4A8BFAA5}" srcOrd="0" destOrd="0" presId="urn:microsoft.com/office/officeart/2005/8/layout/hierarchy4"/>
    <dgm:cxn modelId="{432A1224-AD01-43B2-B5F6-C6A1B46B611A}" type="presOf" srcId="{D35DF336-7861-4015-B28B-0A5843AAD0D7}" destId="{3C93B414-D04A-47E8-BE65-7635CD77D707}" srcOrd="0" destOrd="0" presId="urn:microsoft.com/office/officeart/2005/8/layout/hierarchy4"/>
    <dgm:cxn modelId="{CF67B02D-D5FA-487E-9E21-B0EE199DA23A}" srcId="{D35DF336-7861-4015-B28B-0A5843AAD0D7}" destId="{D943BACD-E064-44F8-87DF-AC2CBB788853}" srcOrd="4" destOrd="0" parTransId="{ACD64D9C-8961-4847-82F3-9310EC2F42DF}" sibTransId="{3BA49970-283A-4AC0-9681-E1562B23F6B6}"/>
    <dgm:cxn modelId="{90387031-9264-451A-B79A-3BEEA83678D1}" type="presOf" srcId="{318475C9-4609-4717-B23B-BE5AD1DAC22B}" destId="{48E424ED-FE07-4D52-9629-1DA5E66803BF}" srcOrd="0" destOrd="0" presId="urn:microsoft.com/office/officeart/2005/8/layout/hierarchy4"/>
    <dgm:cxn modelId="{A351B137-368F-4AD6-8E32-D0F068B6E61B}" srcId="{D35DF336-7861-4015-B28B-0A5843AAD0D7}" destId="{E0FBA1C2-4817-41D9-8FE9-E72BEECA76C4}" srcOrd="3" destOrd="0" parTransId="{9D919186-0BAB-4280-966C-FCCCE2AC3D4B}" sibTransId="{2320E7A5-A5A5-4299-91A5-648071470163}"/>
    <dgm:cxn modelId="{7B39573B-48CD-4070-BDBB-425723B80CEC}" type="presOf" srcId="{FED27A88-B291-4A84-88A0-B2F80ABCBB1D}" destId="{F411A4C7-B839-406B-8CB1-F1EBEACD91C3}" srcOrd="0" destOrd="0" presId="urn:microsoft.com/office/officeart/2005/8/layout/hierarchy4"/>
    <dgm:cxn modelId="{1683B249-B4C8-47F8-9A18-1CED3FD43825}" type="presOf" srcId="{E0FBA1C2-4817-41D9-8FE9-E72BEECA76C4}" destId="{C2F50E75-FF35-4DD3-A8D9-806F44891519}" srcOrd="0" destOrd="0" presId="urn:microsoft.com/office/officeart/2005/8/layout/hierarchy4"/>
    <dgm:cxn modelId="{B14BD34E-348D-4677-9B2D-3256495A1B4A}" srcId="{D35DF336-7861-4015-B28B-0A5843AAD0D7}" destId="{318475C9-4609-4717-B23B-BE5AD1DAC22B}" srcOrd="1" destOrd="0" parTransId="{19F3A790-B2D6-409F-AFD4-76E2F6E553A4}" sibTransId="{BE14309C-4627-443B-8044-983531471D45}"/>
    <dgm:cxn modelId="{63210E85-32F0-4428-9FF6-530FDC08C1F2}" srcId="{318475C9-4609-4717-B23B-BE5AD1DAC22B}" destId="{BD16287D-9C30-47D2-B784-C3C2B4A678C3}" srcOrd="0" destOrd="0" parTransId="{6CE42E68-1AF3-4E0C-8B1C-5A804CD268FE}" sibTransId="{209F21B5-1957-479E-B339-AB85E011E1D4}"/>
    <dgm:cxn modelId="{86DBA690-F53C-461A-80FE-30823372E754}" srcId="{81584FEA-5993-416D-99A3-A656D32379CD}" destId="{00F657D0-A303-4649-9EE8-F7446CC5A084}" srcOrd="0" destOrd="0" parTransId="{215A6BD0-AF6A-4761-9BE7-9149BE299D55}" sibTransId="{B1DAC5E7-7CE8-42FA-9075-10573D85AC5A}"/>
    <dgm:cxn modelId="{A3C0539D-8F28-4BCA-A910-F6CC07CDCFFC}" srcId="{D35DF336-7861-4015-B28B-0A5843AAD0D7}" destId="{FED27A88-B291-4A84-88A0-B2F80ABCBB1D}" srcOrd="0" destOrd="0" parTransId="{EC1D436B-9956-4BC0-BD60-274A6A75246D}" sibTransId="{813F64BB-42B1-4F8E-8E98-6A1739E47145}"/>
    <dgm:cxn modelId="{C0EAB6A5-621F-446D-815F-0F820DAE9605}" type="presOf" srcId="{BD16287D-9C30-47D2-B784-C3C2B4A678C3}" destId="{FDFB9AD7-461D-4D4F-932A-00A67064FB24}" srcOrd="0" destOrd="0" presId="urn:microsoft.com/office/officeart/2005/8/layout/hierarchy4"/>
    <dgm:cxn modelId="{A18377C8-7635-4872-8A3D-2FFEDE113667}" srcId="{00F657D0-A303-4649-9EE8-F7446CC5A084}" destId="{D35DF336-7861-4015-B28B-0A5843AAD0D7}" srcOrd="0" destOrd="0" parTransId="{279FABE8-AA14-4BCD-BC1F-9ED35C8825BB}" sibTransId="{B559084A-E437-4FF4-8201-3C4104551637}"/>
    <dgm:cxn modelId="{875259D6-8749-4D7F-A4ED-B88F0A5BD7B8}" srcId="{D35DF336-7861-4015-B28B-0A5843AAD0D7}" destId="{DFBCDB19-2C56-4A49-951C-5BBADB1264E3}" srcOrd="2" destOrd="0" parTransId="{472379F3-AB6D-4352-BE6F-8CD570091285}" sibTransId="{C08FA6C3-B7C9-46C9-9BE5-A48E53F2B86C}"/>
    <dgm:cxn modelId="{2FDE83DC-89C5-48CD-BE7B-2258B66EA287}" type="presOf" srcId="{DFBCDB19-2C56-4A49-951C-5BBADB1264E3}" destId="{CC70E45E-6375-4A83-B9DB-7395E13CD8B5}" srcOrd="0" destOrd="0" presId="urn:microsoft.com/office/officeart/2005/8/layout/hierarchy4"/>
    <dgm:cxn modelId="{F6D60EDE-720B-45D6-8134-6751224C4A6E}" type="presOf" srcId="{00F657D0-A303-4649-9EE8-F7446CC5A084}" destId="{0D2D08F3-7C2E-46D8-B756-FBB33CF41777}" srcOrd="0" destOrd="0" presId="urn:microsoft.com/office/officeart/2005/8/layout/hierarchy4"/>
    <dgm:cxn modelId="{F198B233-FFBA-49DF-A655-825EE6B57EF7}" type="presParOf" srcId="{775B33C0-86E7-43E3-921B-71B2D7D3F7B8}" destId="{2E829D68-AE93-4DF2-9C69-1AC5C2C5D7F1}" srcOrd="0" destOrd="0" presId="urn:microsoft.com/office/officeart/2005/8/layout/hierarchy4"/>
    <dgm:cxn modelId="{0D54130A-459D-4D2B-ACA4-6AEC820FE4EF}" type="presParOf" srcId="{2E829D68-AE93-4DF2-9C69-1AC5C2C5D7F1}" destId="{0D2D08F3-7C2E-46D8-B756-FBB33CF41777}" srcOrd="0" destOrd="0" presId="urn:microsoft.com/office/officeart/2005/8/layout/hierarchy4"/>
    <dgm:cxn modelId="{2280E478-CDA6-41A1-970F-9C6EC1C97BCB}" type="presParOf" srcId="{2E829D68-AE93-4DF2-9C69-1AC5C2C5D7F1}" destId="{8EB01E20-0342-4581-83BF-D908102D7C2A}" srcOrd="1" destOrd="0" presId="urn:microsoft.com/office/officeart/2005/8/layout/hierarchy4"/>
    <dgm:cxn modelId="{875C11C7-6E5A-405A-AB69-FA78576A4910}" type="presParOf" srcId="{2E829D68-AE93-4DF2-9C69-1AC5C2C5D7F1}" destId="{BE6B6412-D57B-4784-B030-A97CC34DD7D7}" srcOrd="2" destOrd="0" presId="urn:microsoft.com/office/officeart/2005/8/layout/hierarchy4"/>
    <dgm:cxn modelId="{6DF32DC9-ECD4-4D34-B1CF-37A33F5EEA92}" type="presParOf" srcId="{BE6B6412-D57B-4784-B030-A97CC34DD7D7}" destId="{8BC592EF-29D1-4488-A033-412C2A358DD2}" srcOrd="0" destOrd="0" presId="urn:microsoft.com/office/officeart/2005/8/layout/hierarchy4"/>
    <dgm:cxn modelId="{2C6F4265-D78B-43FB-9D49-EECC33A36802}" type="presParOf" srcId="{8BC592EF-29D1-4488-A033-412C2A358DD2}" destId="{3C93B414-D04A-47E8-BE65-7635CD77D707}" srcOrd="0" destOrd="0" presId="urn:microsoft.com/office/officeart/2005/8/layout/hierarchy4"/>
    <dgm:cxn modelId="{CF6ED846-CC5A-4D6A-8082-227664FAA87A}" type="presParOf" srcId="{8BC592EF-29D1-4488-A033-412C2A358DD2}" destId="{E6B365CE-2E53-4ED1-801E-D89AFD6B5891}" srcOrd="1" destOrd="0" presId="urn:microsoft.com/office/officeart/2005/8/layout/hierarchy4"/>
    <dgm:cxn modelId="{07D5667D-5159-4891-B839-1BFF82163AF2}" type="presParOf" srcId="{8BC592EF-29D1-4488-A033-412C2A358DD2}" destId="{3F9AED55-F305-4BF8-9559-3E43C2CFD77C}" srcOrd="2" destOrd="0" presId="urn:microsoft.com/office/officeart/2005/8/layout/hierarchy4"/>
    <dgm:cxn modelId="{41AD5BDE-4C93-421E-ABCD-97976E6429B1}" type="presParOf" srcId="{3F9AED55-F305-4BF8-9559-3E43C2CFD77C}" destId="{7A2CE472-B5A5-48B1-8706-2BB476AD1C62}" srcOrd="0" destOrd="0" presId="urn:microsoft.com/office/officeart/2005/8/layout/hierarchy4"/>
    <dgm:cxn modelId="{9874A563-F417-4625-8234-5015CE45195F}" type="presParOf" srcId="{7A2CE472-B5A5-48B1-8706-2BB476AD1C62}" destId="{F411A4C7-B839-406B-8CB1-F1EBEACD91C3}" srcOrd="0" destOrd="0" presId="urn:microsoft.com/office/officeart/2005/8/layout/hierarchy4"/>
    <dgm:cxn modelId="{D5384D22-2B43-4E3B-9969-72D54B834F9E}" type="presParOf" srcId="{7A2CE472-B5A5-48B1-8706-2BB476AD1C62}" destId="{570F05A9-7D98-4250-B414-D0CFB2D066F1}" srcOrd="1" destOrd="0" presId="urn:microsoft.com/office/officeart/2005/8/layout/hierarchy4"/>
    <dgm:cxn modelId="{2A5E58EF-C5ED-4F37-92F2-CF5D02DE5EC0}" type="presParOf" srcId="{3F9AED55-F305-4BF8-9559-3E43C2CFD77C}" destId="{46DBD802-972A-4985-9E85-5B7DDDCA7F38}" srcOrd="1" destOrd="0" presId="urn:microsoft.com/office/officeart/2005/8/layout/hierarchy4"/>
    <dgm:cxn modelId="{EB54803A-94B8-4239-B25B-D7B3B478829B}" type="presParOf" srcId="{3F9AED55-F305-4BF8-9559-3E43C2CFD77C}" destId="{A05B2EED-F27D-4455-B187-78C775592006}" srcOrd="2" destOrd="0" presId="urn:microsoft.com/office/officeart/2005/8/layout/hierarchy4"/>
    <dgm:cxn modelId="{451FDA75-3228-4186-A210-2D5CECDC954E}" type="presParOf" srcId="{A05B2EED-F27D-4455-B187-78C775592006}" destId="{48E424ED-FE07-4D52-9629-1DA5E66803BF}" srcOrd="0" destOrd="0" presId="urn:microsoft.com/office/officeart/2005/8/layout/hierarchy4"/>
    <dgm:cxn modelId="{A272D5A0-DD43-435A-8CEE-56724E4B06D2}" type="presParOf" srcId="{A05B2EED-F27D-4455-B187-78C775592006}" destId="{6C7A8811-689B-425D-BDE8-7530FBB6E3BA}" srcOrd="1" destOrd="0" presId="urn:microsoft.com/office/officeart/2005/8/layout/hierarchy4"/>
    <dgm:cxn modelId="{534AAD3A-1436-475C-B584-5C30571BBB47}" type="presParOf" srcId="{A05B2EED-F27D-4455-B187-78C775592006}" destId="{B1C69142-DCCA-47C5-916F-064F00312289}" srcOrd="2" destOrd="0" presId="urn:microsoft.com/office/officeart/2005/8/layout/hierarchy4"/>
    <dgm:cxn modelId="{CC925397-A6C1-4DEF-9D94-E23BD5B59416}" type="presParOf" srcId="{B1C69142-DCCA-47C5-916F-064F00312289}" destId="{E07CA1F7-DB4B-41B6-A292-7585614FCE88}" srcOrd="0" destOrd="0" presId="urn:microsoft.com/office/officeart/2005/8/layout/hierarchy4"/>
    <dgm:cxn modelId="{41643C0F-CED9-48F2-8408-AC810C877DD2}" type="presParOf" srcId="{E07CA1F7-DB4B-41B6-A292-7585614FCE88}" destId="{FDFB9AD7-461D-4D4F-932A-00A67064FB24}" srcOrd="0" destOrd="0" presId="urn:microsoft.com/office/officeart/2005/8/layout/hierarchy4"/>
    <dgm:cxn modelId="{EE63DC98-9162-4E17-857B-25DCF30DC2D0}" type="presParOf" srcId="{E07CA1F7-DB4B-41B6-A292-7585614FCE88}" destId="{B163670A-C049-420A-AF21-E91AFC6F9511}" srcOrd="1" destOrd="0" presId="urn:microsoft.com/office/officeart/2005/8/layout/hierarchy4"/>
    <dgm:cxn modelId="{EB09DCC8-25FD-48B2-AC1E-99183124697C}" type="presParOf" srcId="{3F9AED55-F305-4BF8-9559-3E43C2CFD77C}" destId="{58410BDC-6553-44B5-BDC6-975C2C679124}" srcOrd="3" destOrd="0" presId="urn:microsoft.com/office/officeart/2005/8/layout/hierarchy4"/>
    <dgm:cxn modelId="{3B104BD6-D7C8-42A5-A35A-03D433A5501D}" type="presParOf" srcId="{3F9AED55-F305-4BF8-9559-3E43C2CFD77C}" destId="{5C246667-680F-4AFA-8E46-BF19166026DF}" srcOrd="4" destOrd="0" presId="urn:microsoft.com/office/officeart/2005/8/layout/hierarchy4"/>
    <dgm:cxn modelId="{FA6A35AF-7B1E-4270-87C9-FFEDEF35B22B}" type="presParOf" srcId="{5C246667-680F-4AFA-8E46-BF19166026DF}" destId="{CC70E45E-6375-4A83-B9DB-7395E13CD8B5}" srcOrd="0" destOrd="0" presId="urn:microsoft.com/office/officeart/2005/8/layout/hierarchy4"/>
    <dgm:cxn modelId="{57A57F56-347F-4ECA-81D8-612D49DACBE0}" type="presParOf" srcId="{5C246667-680F-4AFA-8E46-BF19166026DF}" destId="{70EA1B65-9136-4FD5-BAC6-6D8FB8E04914}" srcOrd="1" destOrd="0" presId="urn:microsoft.com/office/officeart/2005/8/layout/hierarchy4"/>
    <dgm:cxn modelId="{DC3F6308-1F2A-4BDF-B4FA-83CD6B171D84}" type="presParOf" srcId="{3F9AED55-F305-4BF8-9559-3E43C2CFD77C}" destId="{A5D73196-1AFF-4974-8B15-36005305AB82}" srcOrd="5" destOrd="0" presId="urn:microsoft.com/office/officeart/2005/8/layout/hierarchy4"/>
    <dgm:cxn modelId="{A532AD79-280F-4003-BA1D-229AA597CBB6}" type="presParOf" srcId="{3F9AED55-F305-4BF8-9559-3E43C2CFD77C}" destId="{136222D2-3321-47ED-A9AC-B47184D76A46}" srcOrd="6" destOrd="0" presId="urn:microsoft.com/office/officeart/2005/8/layout/hierarchy4"/>
    <dgm:cxn modelId="{19394FC5-8FBE-48BF-902C-E158A5F2DA13}" type="presParOf" srcId="{136222D2-3321-47ED-A9AC-B47184D76A46}" destId="{C2F50E75-FF35-4DD3-A8D9-806F44891519}" srcOrd="0" destOrd="0" presId="urn:microsoft.com/office/officeart/2005/8/layout/hierarchy4"/>
    <dgm:cxn modelId="{D3D97480-9EF9-4980-8826-0F584D80856B}" type="presParOf" srcId="{136222D2-3321-47ED-A9AC-B47184D76A46}" destId="{89F84652-1FDC-4D83-A7E5-07A40799AED1}" srcOrd="1" destOrd="0" presId="urn:microsoft.com/office/officeart/2005/8/layout/hierarchy4"/>
    <dgm:cxn modelId="{83BAC995-17DA-45D5-84B3-761CB9BC9AC2}" type="presParOf" srcId="{3F9AED55-F305-4BF8-9559-3E43C2CFD77C}" destId="{356E9C99-574B-444B-9714-4460AA06E688}" srcOrd="7" destOrd="0" presId="urn:microsoft.com/office/officeart/2005/8/layout/hierarchy4"/>
    <dgm:cxn modelId="{03B30D4E-DF95-4288-9840-267AD8DDD717}" type="presParOf" srcId="{3F9AED55-F305-4BF8-9559-3E43C2CFD77C}" destId="{775BE730-2CB4-42FB-8729-B14E13ABADDF}" srcOrd="8" destOrd="0" presId="urn:microsoft.com/office/officeart/2005/8/layout/hierarchy4"/>
    <dgm:cxn modelId="{9D7BB2AD-0F02-4A11-AF3A-0A3CF3238CFD}" type="presParOf" srcId="{775BE730-2CB4-42FB-8729-B14E13ABADDF}" destId="{33F0CB50-3B76-402C-B6E8-83EE4A8BFAA5}" srcOrd="0" destOrd="0" presId="urn:microsoft.com/office/officeart/2005/8/layout/hierarchy4"/>
    <dgm:cxn modelId="{C53E26D6-8658-4F8B-BE87-26551D68398D}" type="presParOf" srcId="{775BE730-2CB4-42FB-8729-B14E13ABADDF}" destId="{F6C4BB3C-156C-4F51-9047-8B6C13E2D7EA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2D08F3-7C2E-46D8-B756-FBB33CF41777}">
      <dsp:nvSpPr>
        <dsp:cNvPr id="0" name=""/>
        <dsp:cNvSpPr/>
      </dsp:nvSpPr>
      <dsp:spPr>
        <a:xfrm>
          <a:off x="2966" y="1529"/>
          <a:ext cx="8249066" cy="11881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Branch A Root</a:t>
          </a:r>
        </a:p>
      </dsp:txBody>
      <dsp:txXfrm>
        <a:off x="37766" y="36329"/>
        <a:ext cx="8179466" cy="1118544"/>
      </dsp:txXfrm>
    </dsp:sp>
    <dsp:sp modelId="{3C93B414-D04A-47E8-BE65-7635CD77D707}">
      <dsp:nvSpPr>
        <dsp:cNvPr id="0" name=""/>
        <dsp:cNvSpPr/>
      </dsp:nvSpPr>
      <dsp:spPr>
        <a:xfrm>
          <a:off x="2966" y="1297794"/>
          <a:ext cx="8249066" cy="11881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Branch A Child</a:t>
          </a:r>
        </a:p>
      </dsp:txBody>
      <dsp:txXfrm>
        <a:off x="37766" y="1332594"/>
        <a:ext cx="8179466" cy="1118544"/>
      </dsp:txXfrm>
    </dsp:sp>
    <dsp:sp modelId="{F411A4C7-B839-406B-8CB1-F1EBEACD91C3}">
      <dsp:nvSpPr>
        <dsp:cNvPr id="0" name=""/>
        <dsp:cNvSpPr/>
      </dsp:nvSpPr>
      <dsp:spPr>
        <a:xfrm>
          <a:off x="2966" y="2594060"/>
          <a:ext cx="1596181" cy="11881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B Child</a:t>
          </a:r>
        </a:p>
      </dsp:txBody>
      <dsp:txXfrm>
        <a:off x="37766" y="2628860"/>
        <a:ext cx="1526581" cy="1118544"/>
      </dsp:txXfrm>
    </dsp:sp>
    <dsp:sp modelId="{48E424ED-FE07-4D52-9629-1DA5E66803BF}">
      <dsp:nvSpPr>
        <dsp:cNvPr id="0" name=""/>
        <dsp:cNvSpPr/>
      </dsp:nvSpPr>
      <dsp:spPr>
        <a:xfrm>
          <a:off x="1666187" y="2594060"/>
          <a:ext cx="1596181" cy="11881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B Grandchild</a:t>
          </a:r>
        </a:p>
      </dsp:txBody>
      <dsp:txXfrm>
        <a:off x="1700987" y="2628860"/>
        <a:ext cx="1526581" cy="1118544"/>
      </dsp:txXfrm>
    </dsp:sp>
    <dsp:sp modelId="{FDFB9AD7-461D-4D4F-932A-00A67064FB24}">
      <dsp:nvSpPr>
        <dsp:cNvPr id="0" name=""/>
        <dsp:cNvSpPr/>
      </dsp:nvSpPr>
      <dsp:spPr>
        <a:xfrm>
          <a:off x="1666187" y="3890326"/>
          <a:ext cx="1596181" cy="11881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C Root</a:t>
          </a:r>
        </a:p>
      </dsp:txBody>
      <dsp:txXfrm>
        <a:off x="1700987" y="3925126"/>
        <a:ext cx="1526581" cy="1118544"/>
      </dsp:txXfrm>
    </dsp:sp>
    <dsp:sp modelId="{CC70E45E-6375-4A83-B9DB-7395E13CD8B5}">
      <dsp:nvSpPr>
        <dsp:cNvPr id="0" name=""/>
        <dsp:cNvSpPr/>
      </dsp:nvSpPr>
      <dsp:spPr>
        <a:xfrm>
          <a:off x="3329409" y="2594060"/>
          <a:ext cx="1596181" cy="11881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A Grandchild with long text</a:t>
          </a:r>
        </a:p>
      </dsp:txBody>
      <dsp:txXfrm>
        <a:off x="3364209" y="2628860"/>
        <a:ext cx="1526581" cy="1118544"/>
      </dsp:txXfrm>
    </dsp:sp>
    <dsp:sp modelId="{C2F50E75-FF35-4DD3-A8D9-806F44891519}">
      <dsp:nvSpPr>
        <dsp:cNvPr id="0" name=""/>
        <dsp:cNvSpPr/>
      </dsp:nvSpPr>
      <dsp:spPr>
        <a:xfrm>
          <a:off x="4992630" y="2594060"/>
          <a:ext cx="1596181" cy="11881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C Child</a:t>
          </a:r>
        </a:p>
      </dsp:txBody>
      <dsp:txXfrm>
        <a:off x="5027430" y="2628860"/>
        <a:ext cx="1526581" cy="1118544"/>
      </dsp:txXfrm>
    </dsp:sp>
    <dsp:sp modelId="{33F0CB50-3B76-402C-B6E8-83EE4A8BFAA5}">
      <dsp:nvSpPr>
        <dsp:cNvPr id="0" name=""/>
        <dsp:cNvSpPr/>
      </dsp:nvSpPr>
      <dsp:spPr>
        <a:xfrm>
          <a:off x="6655851" y="2594060"/>
          <a:ext cx="1596181" cy="11881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B Root</a:t>
          </a:r>
        </a:p>
      </dsp:txBody>
      <dsp:txXfrm>
        <a:off x="6690651" y="2628860"/>
        <a:ext cx="1526581" cy="11185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2CD0-19C7-AF89-A651-E5C7D06E2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65856-287B-A2E9-F4C1-0CB86A937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59E7B-A5ED-4782-5FBC-7C2CE5EF2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6827-A236-47A0-A6E4-7519D1141E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1E259-70FD-EC2C-F3C1-15D923083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7C3D-22CA-B2F4-DE77-11BAB59B5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515-E8BB-4150-A2FE-56E907580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63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320C6-85DB-3B6A-3E27-245059FF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D7E12-937D-56FA-1AA2-151434B4A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93398-35D7-55BF-C5E4-FFAADDAC4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6827-A236-47A0-A6E4-7519D1141E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5E350-BA66-1802-34C4-B4AC66F7D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35C7D-1AE9-888B-5033-B9F7227D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515-E8BB-4150-A2FE-56E907580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3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0BA88-0D80-FEF3-39ED-169E09BE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B6ACE-4DA2-36E0-C1B8-5603792FA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21AA3-7407-9FBB-E814-82B045B86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6827-A236-47A0-A6E4-7519D1141E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D6C34-F05D-BCD9-411B-09B24C4B7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05317-3114-C2B1-AD6C-6E38D605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515-E8BB-4150-A2FE-56E907580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96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5D4A5-E1F7-BD69-0028-F4AB4162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6A8B9-DC8E-B8CF-47BD-F17A19C81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DB1F6-3165-99A9-DDC2-27528C717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3DA7C-08D7-6AE7-E9CC-98E8C8846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6827-A236-47A0-A6E4-7519D1141E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93DF2-1706-4233-E7A2-43982954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35577-58B8-30A1-7564-C000F960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515-E8BB-4150-A2FE-56E907580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46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CDD4F-0684-EFE4-3857-5FC4AF38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C00AF-A098-D315-9006-C24FD59A9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66E9A-B29C-18EC-E027-C31767761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542420-0658-DC04-E530-7DAD9EC79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486776-3459-7552-9F18-9692FFE1F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5EBE7-D143-09A7-B3EF-0576C2D31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6827-A236-47A0-A6E4-7519D1141E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FA2E11-2630-5B81-B134-18279B44F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9DF56-859C-BA78-4CA7-4FCEB935F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515-E8BB-4150-A2FE-56E907580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9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A55AC-FBF4-9821-436D-CC68ECCA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79287-48F1-0F2B-AB84-14A6F7EC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6827-A236-47A0-A6E4-7519D1141E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26D06-BD87-2697-24CF-5EDBF938F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A923D-5B40-9525-D4BC-D1981513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515-E8BB-4150-A2FE-56E907580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4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D255D3-5D76-69C3-99DB-26CEA3833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6827-A236-47A0-A6E4-7519D1141E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F96F87-3498-76B1-B09E-9A12BECF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52F49-7EEA-F0DE-15A7-480BB9DF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515-E8BB-4150-A2FE-56E907580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49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FC92-4B8C-D934-317B-841B00A15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166B7-37FC-9D45-C671-59D6B50EB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B4676-C01D-9E45-FC86-E6ADAED2B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F5716-C1BF-968C-1CB6-4DF5BFBF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6827-A236-47A0-A6E4-7519D1141E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B2023-918E-F36F-52A0-7BBDF458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798B4-AC9E-950D-50AF-9E207A63F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515-E8BB-4150-A2FE-56E907580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49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40619-16CF-BE7B-5BCA-6118ADB04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E211B-D08A-6FAB-E612-C4EB7900D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76155-5B45-7A64-4E11-0A0483C93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10084-D790-323C-296C-239811A6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6827-A236-47A0-A6E4-7519D1141E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2563F-852A-DC66-D3B8-105007B41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76F06-5584-1064-53D5-98C570FB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515-E8BB-4150-A2FE-56E907580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07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F464B-E2FE-E9F2-306B-1EDD73882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F726B-3673-E9FE-E35F-86CDD583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23928-5126-5186-624F-78E9F9789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6827-A236-47A0-A6E4-7519D1141E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C65E5-E868-4563-2471-F80341B23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5CA21-ECB6-C227-6237-9FF35DFD2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515-E8BB-4150-A2FE-56E907580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61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6245D4-91C4-BA99-26EC-D75363E198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1DCB7-2505-BD03-C5A9-B261255FB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84C84-0651-2031-261A-2772416EF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6827-A236-47A0-A6E4-7519D1141E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9F7C9-8254-5C75-E5C6-7150983E4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C8F20-0826-38D1-CA6C-80DDA996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515-E8BB-4150-A2FE-56E907580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19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C50A8-01E0-A193-248D-5508ED06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60CF9-DAA3-2826-A6B5-92B045C1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1185A-4E21-8B55-33CE-D8D7569024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66827-A236-47A0-A6E4-7519D1141E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49DCA-0D85-3A36-5F8E-9D4BE5D8D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E96A7-8302-51F0-1F8F-A68087C13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23515-E8BB-4150-A2FE-56E907580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99842F5-7E3F-0EEC-152F-B1D789B525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685042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8487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2026-09-06T08:13:14Z</dcterms:created>
  <dcterms:modified xsi:type="dcterms:W3CDTF">2026-09-06T08:13:15Z</dcterms:modified>
</cp:coreProperties>
</file>