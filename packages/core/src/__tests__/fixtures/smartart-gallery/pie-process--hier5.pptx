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95069C-2DFF-4F6C-BBE7-BB8D13F84F56}" type="doc">
      <dgm:prSet loTypeId="urn:microsoft.com/office/officeart/2009/3/layout/PieProces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EE8F441-7406-4EBD-B0E4-E0E6D9DEF550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EFF195C1-A107-4943-9873-5E26F9755D79}" type="parTrans" cxnId="{A6EFE3E4-AF4B-4274-A4F3-00011B730E92}">
      <dgm:prSet/>
      <dgm:spPr/>
    </dgm:pt>
    <dgm:pt modelId="{14E12573-0694-4C92-8748-7A951BBF3E3D}" type="sibTrans" cxnId="{A6EFE3E4-AF4B-4274-A4F3-00011B730E92}">
      <dgm:prSet/>
      <dgm:spPr/>
    </dgm:pt>
    <dgm:pt modelId="{A5670114-E66B-4F7B-A5AF-CEA9CCA7A014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202A89A9-5F27-4BF6-908E-5332CAC58153}" type="parTrans" cxnId="{08121DD1-9C95-4EAE-8919-AA613925E8D5}">
      <dgm:prSet/>
      <dgm:spPr/>
    </dgm:pt>
    <dgm:pt modelId="{FED7C697-7025-46D3-B9CB-B3301387B808}" type="sibTrans" cxnId="{08121DD1-9C95-4EAE-8919-AA613925E8D5}">
      <dgm:prSet/>
      <dgm:spPr/>
    </dgm:pt>
    <dgm:pt modelId="{4F423F18-FDB9-4D24-B06C-89A64B7A1D49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E57A0A16-FDE6-473E-BA5C-BE81BBC87EA3}" type="parTrans" cxnId="{2279F8F6-7A68-428B-A864-6DEA4743EA45}">
      <dgm:prSet/>
      <dgm:spPr/>
    </dgm:pt>
    <dgm:pt modelId="{20A0C7DB-C9CE-4B84-8E39-CFFFF9FC391E}" type="sibTrans" cxnId="{2279F8F6-7A68-428B-A864-6DEA4743EA45}">
      <dgm:prSet/>
      <dgm:spPr/>
    </dgm:pt>
    <dgm:pt modelId="{3B8948F3-D3A6-46DD-A04D-C2BB19E3A0C4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BDBC9417-D602-43DD-86F1-B86F6023E5AB}" type="parTrans" cxnId="{D1D80CD3-F24B-4839-9503-3F7C6428FC93}">
      <dgm:prSet/>
      <dgm:spPr/>
    </dgm:pt>
    <dgm:pt modelId="{BC79D474-C210-4261-844C-9D4B45192AEC}" type="sibTrans" cxnId="{D1D80CD3-F24B-4839-9503-3F7C6428FC93}">
      <dgm:prSet/>
      <dgm:spPr/>
    </dgm:pt>
    <dgm:pt modelId="{03D1D51A-F58B-428B-B5C7-DB72DAA80B79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5D070E2A-DCA3-483C-9B20-3723CC9689CB}" type="parTrans" cxnId="{6B2CA109-56CB-42BC-AE40-3186283B606B}">
      <dgm:prSet/>
      <dgm:spPr/>
    </dgm:pt>
    <dgm:pt modelId="{DB8F739F-5761-4D02-AB47-C015C0076A53}" type="sibTrans" cxnId="{6B2CA109-56CB-42BC-AE40-3186283B606B}">
      <dgm:prSet/>
      <dgm:spPr/>
    </dgm:pt>
    <dgm:pt modelId="{743E9033-B0D1-4C1F-8E53-F33F106895F1}" type="pres">
      <dgm:prSet presAssocID="{9195069C-2DFF-4F6C-BBE7-BB8D13F84F56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</dgm:pt>
    <dgm:pt modelId="{E2C5BF71-7C6B-4E66-90FF-D6C20A3ED088}" type="pres">
      <dgm:prSet presAssocID="{2EE8F441-7406-4EBD-B0E4-E0E6D9DEF550}" presName="ParentComposite" presStyleCnt="0"/>
      <dgm:spPr/>
    </dgm:pt>
    <dgm:pt modelId="{8D6A0DF7-1528-4C3C-93D1-D4C16F805A12}" type="pres">
      <dgm:prSet presAssocID="{2EE8F441-7406-4EBD-B0E4-E0E6D9DEF550}" presName="Chord" presStyleLbl="bgShp" presStyleIdx="0" presStyleCnt="3"/>
      <dgm:spPr/>
    </dgm:pt>
    <dgm:pt modelId="{474B1F44-FEE9-479A-BB01-079E2DE3BA18}" type="pres">
      <dgm:prSet presAssocID="{2EE8F441-7406-4EBD-B0E4-E0E6D9DEF550}" presName="Pie" presStyleLbl="alignNode1" presStyleIdx="0" presStyleCnt="3"/>
      <dgm:spPr/>
    </dgm:pt>
    <dgm:pt modelId="{984BE832-3143-4AD8-A434-8829504537D8}" type="pres">
      <dgm:prSet presAssocID="{2EE8F441-7406-4EBD-B0E4-E0E6D9DEF550}" presName="Parent" presStyleLbl="revTx" presStyleIdx="0" presStyleCnt="5">
        <dgm:presLayoutVars>
          <dgm:chMax val="1"/>
          <dgm:chPref val="1"/>
          <dgm:bulletEnabled val="1"/>
        </dgm:presLayoutVars>
      </dgm:prSet>
      <dgm:spPr/>
    </dgm:pt>
    <dgm:pt modelId="{C6B88C56-FF7C-4BCF-96A6-C0C348CD5EAC}" type="pres">
      <dgm:prSet presAssocID="{FED7C697-7025-46D3-B9CB-B3301387B808}" presName="negSibTrans" presStyleCnt="0"/>
      <dgm:spPr/>
    </dgm:pt>
    <dgm:pt modelId="{04B70682-3F49-4599-AF22-FF6021E15B22}" type="pres">
      <dgm:prSet presAssocID="{2EE8F441-7406-4EBD-B0E4-E0E6D9DEF550}" presName="composite" presStyleCnt="0"/>
      <dgm:spPr/>
    </dgm:pt>
    <dgm:pt modelId="{2E1D0628-5191-4969-95E0-D65D5B60BE30}" type="pres">
      <dgm:prSet presAssocID="{2EE8F441-7406-4EBD-B0E4-E0E6D9DEF550}" presName="Child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9A8C01C8-38F1-4E32-8C46-45F012FF91D0}" type="pres">
      <dgm:prSet presAssocID="{14E12573-0694-4C92-8748-7A951BBF3E3D}" presName="sibTrans" presStyleCnt="0"/>
      <dgm:spPr/>
    </dgm:pt>
    <dgm:pt modelId="{97414F98-0C03-4456-B068-940AB82321A1}" type="pres">
      <dgm:prSet presAssocID="{4F423F18-FDB9-4D24-B06C-89A64B7A1D49}" presName="ParentComposite" presStyleCnt="0"/>
      <dgm:spPr/>
    </dgm:pt>
    <dgm:pt modelId="{5D423AE4-AAD9-4EEB-A568-25FDB995B253}" type="pres">
      <dgm:prSet presAssocID="{4F423F18-FDB9-4D24-B06C-89A64B7A1D49}" presName="Chord" presStyleLbl="bgShp" presStyleIdx="1" presStyleCnt="3"/>
      <dgm:spPr/>
    </dgm:pt>
    <dgm:pt modelId="{9DD403F1-96A9-40FF-A223-67AE49B91763}" type="pres">
      <dgm:prSet presAssocID="{4F423F18-FDB9-4D24-B06C-89A64B7A1D49}" presName="Pie" presStyleLbl="alignNode1" presStyleIdx="1" presStyleCnt="3"/>
      <dgm:spPr/>
    </dgm:pt>
    <dgm:pt modelId="{6102B305-847B-4672-946A-EE72DE16D408}" type="pres">
      <dgm:prSet presAssocID="{4F423F18-FDB9-4D24-B06C-89A64B7A1D49}" presName="Parent" presStyleLbl="revTx" presStyleIdx="2" presStyleCnt="5">
        <dgm:presLayoutVars>
          <dgm:chMax val="1"/>
          <dgm:chPref val="1"/>
          <dgm:bulletEnabled val="1"/>
        </dgm:presLayoutVars>
      </dgm:prSet>
      <dgm:spPr/>
    </dgm:pt>
    <dgm:pt modelId="{E5C586B3-40E6-4A02-9B22-1DF0D5692B0C}" type="pres">
      <dgm:prSet presAssocID="{3B8948F3-D3A6-46DD-A04D-C2BB19E3A0C4}" presName="ParentComposite" presStyleCnt="0"/>
      <dgm:spPr/>
    </dgm:pt>
    <dgm:pt modelId="{18A4CC6D-03DF-4BF4-9268-10E1800BAB52}" type="pres">
      <dgm:prSet presAssocID="{3B8948F3-D3A6-46DD-A04D-C2BB19E3A0C4}" presName="Chord" presStyleLbl="bgShp" presStyleIdx="2" presStyleCnt="3"/>
      <dgm:spPr/>
    </dgm:pt>
    <dgm:pt modelId="{07742822-2226-455C-8EE3-24134942B77E}" type="pres">
      <dgm:prSet presAssocID="{3B8948F3-D3A6-46DD-A04D-C2BB19E3A0C4}" presName="Pie" presStyleLbl="alignNode1" presStyleIdx="2" presStyleCnt="3"/>
      <dgm:spPr/>
    </dgm:pt>
    <dgm:pt modelId="{A6FB738F-4FE0-4003-8F5A-809C68CE0493}" type="pres">
      <dgm:prSet presAssocID="{3B8948F3-D3A6-46DD-A04D-C2BB19E3A0C4}" presName="Parent" presStyleLbl="revTx" presStyleIdx="3" presStyleCnt="5">
        <dgm:presLayoutVars>
          <dgm:chMax val="1"/>
          <dgm:chPref val="1"/>
          <dgm:bulletEnabled val="1"/>
        </dgm:presLayoutVars>
      </dgm:prSet>
      <dgm:spPr/>
    </dgm:pt>
    <dgm:pt modelId="{8B90F1F7-C87E-4A24-82B8-47879E4E0923}" type="pres">
      <dgm:prSet presAssocID="{DB8F739F-5761-4D02-AB47-C015C0076A53}" presName="negSibTrans" presStyleCnt="0"/>
      <dgm:spPr/>
    </dgm:pt>
    <dgm:pt modelId="{22F9DE56-132F-4F19-9F6C-A9331435B2A6}" type="pres">
      <dgm:prSet presAssocID="{3B8948F3-D3A6-46DD-A04D-C2BB19E3A0C4}" presName="composite" presStyleCnt="0"/>
      <dgm:spPr/>
    </dgm:pt>
    <dgm:pt modelId="{CAFE0A93-D603-41C2-8FCB-47648E9FAA10}" type="pres">
      <dgm:prSet presAssocID="{3B8948F3-D3A6-46DD-A04D-C2BB19E3A0C4}" presName="Child" presStyleLbl="revTx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6B2CA109-56CB-42BC-AE40-3186283B606B}" srcId="{3B8948F3-D3A6-46DD-A04D-C2BB19E3A0C4}" destId="{03D1D51A-F58B-428B-B5C7-DB72DAA80B79}" srcOrd="0" destOrd="0" parTransId="{5D070E2A-DCA3-483C-9B20-3723CC9689CB}" sibTransId="{DB8F739F-5761-4D02-AB47-C015C0076A53}"/>
    <dgm:cxn modelId="{F71B771F-8575-4351-8431-E9F5168D924E}" type="presOf" srcId="{2EE8F441-7406-4EBD-B0E4-E0E6D9DEF550}" destId="{984BE832-3143-4AD8-A434-8829504537D8}" srcOrd="0" destOrd="0" presId="urn:microsoft.com/office/officeart/2009/3/layout/PieProcess"/>
    <dgm:cxn modelId="{7F79C550-5EAE-4F83-8B1A-DE8C8E7B0FF6}" type="presOf" srcId="{3B8948F3-D3A6-46DD-A04D-C2BB19E3A0C4}" destId="{A6FB738F-4FE0-4003-8F5A-809C68CE0493}" srcOrd="0" destOrd="0" presId="urn:microsoft.com/office/officeart/2009/3/layout/PieProcess"/>
    <dgm:cxn modelId="{221BF39A-9892-455D-BDB5-A6E20C72B2AE}" type="presOf" srcId="{9195069C-2DFF-4F6C-BBE7-BB8D13F84F56}" destId="{743E9033-B0D1-4C1F-8E53-F33F106895F1}" srcOrd="0" destOrd="0" presId="urn:microsoft.com/office/officeart/2009/3/layout/PieProcess"/>
    <dgm:cxn modelId="{9DE781C4-36BB-462B-A7DC-68E1EF0E5618}" type="presOf" srcId="{03D1D51A-F58B-428B-B5C7-DB72DAA80B79}" destId="{CAFE0A93-D603-41C2-8FCB-47648E9FAA10}" srcOrd="0" destOrd="0" presId="urn:microsoft.com/office/officeart/2009/3/layout/PieProcess"/>
    <dgm:cxn modelId="{08121DD1-9C95-4EAE-8919-AA613925E8D5}" srcId="{2EE8F441-7406-4EBD-B0E4-E0E6D9DEF550}" destId="{A5670114-E66B-4F7B-A5AF-CEA9CCA7A014}" srcOrd="0" destOrd="0" parTransId="{202A89A9-5F27-4BF6-908E-5332CAC58153}" sibTransId="{FED7C697-7025-46D3-B9CB-B3301387B808}"/>
    <dgm:cxn modelId="{D1D80CD3-F24B-4839-9503-3F7C6428FC93}" srcId="{9195069C-2DFF-4F6C-BBE7-BB8D13F84F56}" destId="{3B8948F3-D3A6-46DD-A04D-C2BB19E3A0C4}" srcOrd="2" destOrd="0" parTransId="{BDBC9417-D602-43DD-86F1-B86F6023E5AB}" sibTransId="{BC79D474-C210-4261-844C-9D4B45192AEC}"/>
    <dgm:cxn modelId="{A6EFE3E4-AF4B-4274-A4F3-00011B730E92}" srcId="{9195069C-2DFF-4F6C-BBE7-BB8D13F84F56}" destId="{2EE8F441-7406-4EBD-B0E4-E0E6D9DEF550}" srcOrd="0" destOrd="0" parTransId="{EFF195C1-A107-4943-9873-5E26F9755D79}" sibTransId="{14E12573-0694-4C92-8748-7A951BBF3E3D}"/>
    <dgm:cxn modelId="{2279F8F6-7A68-428B-A864-6DEA4743EA45}" srcId="{9195069C-2DFF-4F6C-BBE7-BB8D13F84F56}" destId="{4F423F18-FDB9-4D24-B06C-89A64B7A1D49}" srcOrd="1" destOrd="0" parTransId="{E57A0A16-FDE6-473E-BA5C-BE81BBC87EA3}" sibTransId="{20A0C7DB-C9CE-4B84-8E39-CFFFF9FC391E}"/>
    <dgm:cxn modelId="{C983F5F9-C98F-49D7-A559-295CB7391228}" type="presOf" srcId="{4F423F18-FDB9-4D24-B06C-89A64B7A1D49}" destId="{6102B305-847B-4672-946A-EE72DE16D408}" srcOrd="0" destOrd="0" presId="urn:microsoft.com/office/officeart/2009/3/layout/PieProcess"/>
    <dgm:cxn modelId="{CD523CFF-BC01-45A9-81AC-C83F65E50DF4}" type="presOf" srcId="{A5670114-E66B-4F7B-A5AF-CEA9CCA7A014}" destId="{2E1D0628-5191-4969-95E0-D65D5B60BE30}" srcOrd="0" destOrd="0" presId="urn:microsoft.com/office/officeart/2009/3/layout/PieProcess"/>
    <dgm:cxn modelId="{5E3C49F2-A501-486F-9356-DAEC32ACD046}" type="presParOf" srcId="{743E9033-B0D1-4C1F-8E53-F33F106895F1}" destId="{E2C5BF71-7C6B-4E66-90FF-D6C20A3ED088}" srcOrd="0" destOrd="0" presId="urn:microsoft.com/office/officeart/2009/3/layout/PieProcess"/>
    <dgm:cxn modelId="{67F69441-D439-4EDB-8CF3-D52F93AA81AB}" type="presParOf" srcId="{E2C5BF71-7C6B-4E66-90FF-D6C20A3ED088}" destId="{8D6A0DF7-1528-4C3C-93D1-D4C16F805A12}" srcOrd="0" destOrd="0" presId="urn:microsoft.com/office/officeart/2009/3/layout/PieProcess"/>
    <dgm:cxn modelId="{C7948AEC-B0B6-45BB-A6F7-EBADD48D541C}" type="presParOf" srcId="{E2C5BF71-7C6B-4E66-90FF-D6C20A3ED088}" destId="{474B1F44-FEE9-479A-BB01-079E2DE3BA18}" srcOrd="1" destOrd="0" presId="urn:microsoft.com/office/officeart/2009/3/layout/PieProcess"/>
    <dgm:cxn modelId="{375A2AE1-7C34-4EE5-93B1-FFF7FB412218}" type="presParOf" srcId="{E2C5BF71-7C6B-4E66-90FF-D6C20A3ED088}" destId="{984BE832-3143-4AD8-A434-8829504537D8}" srcOrd="2" destOrd="0" presId="urn:microsoft.com/office/officeart/2009/3/layout/PieProcess"/>
    <dgm:cxn modelId="{B78A25B5-8342-43E7-BE36-B0DC0A598480}" type="presParOf" srcId="{743E9033-B0D1-4C1F-8E53-F33F106895F1}" destId="{C6B88C56-FF7C-4BCF-96A6-C0C348CD5EAC}" srcOrd="1" destOrd="0" presId="urn:microsoft.com/office/officeart/2009/3/layout/PieProcess"/>
    <dgm:cxn modelId="{CEF422B9-7DDF-466E-ABC5-6D0DF9FCD53B}" type="presParOf" srcId="{743E9033-B0D1-4C1F-8E53-F33F106895F1}" destId="{04B70682-3F49-4599-AF22-FF6021E15B22}" srcOrd="2" destOrd="0" presId="urn:microsoft.com/office/officeart/2009/3/layout/PieProcess"/>
    <dgm:cxn modelId="{B76D4771-DBAA-42DE-ADAB-8E0B7061AF59}" type="presParOf" srcId="{04B70682-3F49-4599-AF22-FF6021E15B22}" destId="{2E1D0628-5191-4969-95E0-D65D5B60BE30}" srcOrd="0" destOrd="0" presId="urn:microsoft.com/office/officeart/2009/3/layout/PieProcess"/>
    <dgm:cxn modelId="{45D2B3C7-4C57-42C1-A8DB-6F82BD545F1E}" type="presParOf" srcId="{743E9033-B0D1-4C1F-8E53-F33F106895F1}" destId="{9A8C01C8-38F1-4E32-8C46-45F012FF91D0}" srcOrd="3" destOrd="0" presId="urn:microsoft.com/office/officeart/2009/3/layout/PieProcess"/>
    <dgm:cxn modelId="{30C101B6-3F64-417D-8FC7-7FCC8B57BDF2}" type="presParOf" srcId="{743E9033-B0D1-4C1F-8E53-F33F106895F1}" destId="{97414F98-0C03-4456-B068-940AB82321A1}" srcOrd="4" destOrd="0" presId="urn:microsoft.com/office/officeart/2009/3/layout/PieProcess"/>
    <dgm:cxn modelId="{FAF3AEE7-1758-4F66-9168-813641D3F962}" type="presParOf" srcId="{97414F98-0C03-4456-B068-940AB82321A1}" destId="{5D423AE4-AAD9-4EEB-A568-25FDB995B253}" srcOrd="0" destOrd="0" presId="urn:microsoft.com/office/officeart/2009/3/layout/PieProcess"/>
    <dgm:cxn modelId="{A616AE9E-4517-48D0-A0FD-DA379B644C40}" type="presParOf" srcId="{97414F98-0C03-4456-B068-940AB82321A1}" destId="{9DD403F1-96A9-40FF-A223-67AE49B91763}" srcOrd="1" destOrd="0" presId="urn:microsoft.com/office/officeart/2009/3/layout/PieProcess"/>
    <dgm:cxn modelId="{2B806D66-13A0-4D77-A581-27E81ED18094}" type="presParOf" srcId="{97414F98-0C03-4456-B068-940AB82321A1}" destId="{6102B305-847B-4672-946A-EE72DE16D408}" srcOrd="2" destOrd="0" presId="urn:microsoft.com/office/officeart/2009/3/layout/PieProcess"/>
    <dgm:cxn modelId="{F63A1561-19E5-4530-A022-49274A7DEFE1}" type="presParOf" srcId="{743E9033-B0D1-4C1F-8E53-F33F106895F1}" destId="{E5C586B3-40E6-4A02-9B22-1DF0D5692B0C}" srcOrd="5" destOrd="0" presId="urn:microsoft.com/office/officeart/2009/3/layout/PieProcess"/>
    <dgm:cxn modelId="{E18148BB-1E22-4DF9-83DF-6C9E8AA39ED0}" type="presParOf" srcId="{E5C586B3-40E6-4A02-9B22-1DF0D5692B0C}" destId="{18A4CC6D-03DF-4BF4-9268-10E1800BAB52}" srcOrd="0" destOrd="0" presId="urn:microsoft.com/office/officeart/2009/3/layout/PieProcess"/>
    <dgm:cxn modelId="{5C64562B-424F-4B39-B5AF-6B98C8F647B2}" type="presParOf" srcId="{E5C586B3-40E6-4A02-9B22-1DF0D5692B0C}" destId="{07742822-2226-455C-8EE3-24134942B77E}" srcOrd="1" destOrd="0" presId="urn:microsoft.com/office/officeart/2009/3/layout/PieProcess"/>
    <dgm:cxn modelId="{317EB800-A8F4-4999-9D59-5DFF7619BE20}" type="presParOf" srcId="{E5C586B3-40E6-4A02-9B22-1DF0D5692B0C}" destId="{A6FB738F-4FE0-4003-8F5A-809C68CE0493}" srcOrd="2" destOrd="0" presId="urn:microsoft.com/office/officeart/2009/3/layout/PieProcess"/>
    <dgm:cxn modelId="{A208E455-2A29-452A-BD95-D716CCCD29E7}" type="presParOf" srcId="{743E9033-B0D1-4C1F-8E53-F33F106895F1}" destId="{8B90F1F7-C87E-4A24-82B8-47879E4E0923}" srcOrd="6" destOrd="0" presId="urn:microsoft.com/office/officeart/2009/3/layout/PieProcess"/>
    <dgm:cxn modelId="{360DADDC-1EF8-4369-9B5C-E795CEC9D64E}" type="presParOf" srcId="{743E9033-B0D1-4C1F-8E53-F33F106895F1}" destId="{22F9DE56-132F-4F19-9F6C-A9331435B2A6}" srcOrd="7" destOrd="0" presId="urn:microsoft.com/office/officeart/2009/3/layout/PieProcess"/>
    <dgm:cxn modelId="{8FB80155-CFF4-41A3-A3BE-75337E656120}" type="presParOf" srcId="{22F9DE56-132F-4F19-9F6C-A9331435B2A6}" destId="{CAFE0A93-D603-41C2-8FCB-47648E9FAA10}" srcOrd="0" destOrd="0" presId="urn:microsoft.com/office/officeart/2009/3/layout/Pi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6A0DF7-1528-4C3C-93D1-D4C16F805A12}">
      <dsp:nvSpPr>
        <dsp:cNvPr id="0" name=""/>
        <dsp:cNvSpPr/>
      </dsp:nvSpPr>
      <dsp:spPr>
        <a:xfrm>
          <a:off x="4002" y="69453"/>
          <a:ext cx="1235273" cy="1235273"/>
        </a:xfrm>
        <a:prstGeom prst="chord">
          <a:avLst>
            <a:gd name="adj1" fmla="val 4800000"/>
            <a:gd name="adj2" fmla="val 1680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4B1F44-FEE9-479A-BB01-079E2DE3BA18}">
      <dsp:nvSpPr>
        <dsp:cNvPr id="0" name=""/>
        <dsp:cNvSpPr/>
      </dsp:nvSpPr>
      <dsp:spPr>
        <a:xfrm>
          <a:off x="127530" y="192980"/>
          <a:ext cx="988218" cy="988218"/>
        </a:xfrm>
        <a:prstGeom prst="pie">
          <a:avLst>
            <a:gd name="adj1" fmla="val 126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4BE832-3143-4AD8-A434-8829504537D8}">
      <dsp:nvSpPr>
        <dsp:cNvPr id="0" name=""/>
        <dsp:cNvSpPr/>
      </dsp:nvSpPr>
      <dsp:spPr>
        <a:xfrm rot="16200000">
          <a:off x="-1416561" y="2848818"/>
          <a:ext cx="3582292" cy="741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Node One</a:t>
          </a:r>
        </a:p>
      </dsp:txBody>
      <dsp:txXfrm>
        <a:off x="-1416561" y="2848818"/>
        <a:ext cx="3582292" cy="741164"/>
      </dsp:txXfrm>
    </dsp:sp>
    <dsp:sp modelId="{2E1D0628-5191-4969-95E0-D65D5B60BE30}">
      <dsp:nvSpPr>
        <dsp:cNvPr id="0" name=""/>
        <dsp:cNvSpPr/>
      </dsp:nvSpPr>
      <dsp:spPr>
        <a:xfrm>
          <a:off x="868694" y="69453"/>
          <a:ext cx="2470546" cy="4941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Node Two has a longer label</a:t>
          </a:r>
        </a:p>
      </dsp:txBody>
      <dsp:txXfrm>
        <a:off x="868694" y="69453"/>
        <a:ext cx="2470546" cy="4941093"/>
      </dsp:txXfrm>
    </dsp:sp>
    <dsp:sp modelId="{5D423AE4-AAD9-4EEB-A568-25FDB995B253}">
      <dsp:nvSpPr>
        <dsp:cNvPr id="0" name=""/>
        <dsp:cNvSpPr/>
      </dsp:nvSpPr>
      <dsp:spPr>
        <a:xfrm>
          <a:off x="3680485" y="69453"/>
          <a:ext cx="1235273" cy="1235273"/>
        </a:xfrm>
        <a:prstGeom prst="chord">
          <a:avLst>
            <a:gd name="adj1" fmla="val 4800000"/>
            <a:gd name="adj2" fmla="val 1680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D403F1-96A9-40FF-A223-67AE49B91763}">
      <dsp:nvSpPr>
        <dsp:cNvPr id="0" name=""/>
        <dsp:cNvSpPr/>
      </dsp:nvSpPr>
      <dsp:spPr>
        <a:xfrm>
          <a:off x="3804012" y="192980"/>
          <a:ext cx="988218" cy="988218"/>
        </a:xfrm>
        <a:prstGeom prst="pie">
          <a:avLst>
            <a:gd name="adj1" fmla="val 90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02B305-847B-4672-946A-EE72DE16D408}">
      <dsp:nvSpPr>
        <dsp:cNvPr id="0" name=""/>
        <dsp:cNvSpPr/>
      </dsp:nvSpPr>
      <dsp:spPr>
        <a:xfrm rot="16200000">
          <a:off x="2259920" y="2848818"/>
          <a:ext cx="3582292" cy="741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Node Three</a:t>
          </a:r>
        </a:p>
      </dsp:txBody>
      <dsp:txXfrm>
        <a:off x="2259920" y="2848818"/>
        <a:ext cx="3582292" cy="741164"/>
      </dsp:txXfrm>
    </dsp:sp>
    <dsp:sp modelId="{18A4CC6D-03DF-4BF4-9268-10E1800BAB52}">
      <dsp:nvSpPr>
        <dsp:cNvPr id="0" name=""/>
        <dsp:cNvSpPr/>
      </dsp:nvSpPr>
      <dsp:spPr>
        <a:xfrm>
          <a:off x="4915758" y="69453"/>
          <a:ext cx="1235273" cy="1235273"/>
        </a:xfrm>
        <a:prstGeom prst="chord">
          <a:avLst>
            <a:gd name="adj1" fmla="val 4800000"/>
            <a:gd name="adj2" fmla="val 1680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742822-2226-455C-8EE3-24134942B77E}">
      <dsp:nvSpPr>
        <dsp:cNvPr id="0" name=""/>
        <dsp:cNvSpPr/>
      </dsp:nvSpPr>
      <dsp:spPr>
        <a:xfrm>
          <a:off x="5039286" y="192980"/>
          <a:ext cx="988218" cy="988218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FB738F-4FE0-4003-8F5A-809C68CE0493}">
      <dsp:nvSpPr>
        <dsp:cNvPr id="0" name=""/>
        <dsp:cNvSpPr/>
      </dsp:nvSpPr>
      <dsp:spPr>
        <a:xfrm rot="16200000">
          <a:off x="3495194" y="2848818"/>
          <a:ext cx="3582292" cy="741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Node Four</a:t>
          </a:r>
        </a:p>
      </dsp:txBody>
      <dsp:txXfrm>
        <a:off x="3495194" y="2848818"/>
        <a:ext cx="3582292" cy="741164"/>
      </dsp:txXfrm>
    </dsp:sp>
    <dsp:sp modelId="{CAFE0A93-D603-41C2-8FCB-47648E9FAA10}">
      <dsp:nvSpPr>
        <dsp:cNvPr id="0" name=""/>
        <dsp:cNvSpPr/>
      </dsp:nvSpPr>
      <dsp:spPr>
        <a:xfrm>
          <a:off x="5780450" y="69453"/>
          <a:ext cx="2470546" cy="4941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Node Five</a:t>
          </a:r>
        </a:p>
      </dsp:txBody>
      <dsp:txXfrm>
        <a:off x="5780450" y="69453"/>
        <a:ext cx="2470546" cy="49410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PieProcess">
  <dgm:title val=""/>
  <dgm:desc val=""/>
  <dgm:catLst>
    <dgm:cat type="list" pri="8600"/>
    <dgm:cat type="process" pri="4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</dgm:alg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w" for="ch" forName="ParentComposite" refType="w" fact="0.5"/>
      <dgm:constr type="h" for="ch" forName="ParentComposite" refType="h"/>
      <dgm:constr type="w" for="ch" forName="negSibTrans" refType="h" refFor="ch" refForName="composite" fact="-0.075"/>
      <dgm:constr type="w" for="ch" forName="sibTrans" refType="w" refFor="ch" refForName="composite" fact="0.0425"/>
    </dgm:constrLst>
    <dgm:forEach name="nodesForEach" axis="ch" ptType="node" cnt="7">
      <dgm:layoutNode name="ParentComposite">
        <dgm:alg type="composite">
          <dgm:param type="ar" val="0.25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Parent" refType="w" fact="0"/>
              <dgm:constr type="t" for="ch" forName="Parent" refType="h" fact="0.275"/>
              <dgm:constr type="w" for="ch" forName="Parent" refType="w" fact="0.6"/>
              <dgm:constr type="h" for="ch" forName="Parent" refType="h" fact="0.725"/>
              <dgm:constr type="l" for="ch" forName="Chord" refType="w" fact="0"/>
              <dgm:constr type="t" for="ch" forName="Chord" refType="h" fact="0"/>
              <dgm:constr type="w" for="ch" forName="Chord" refType="w"/>
              <dgm:constr type="h" for="ch" forName="Chord" refType="h" fact="0.25"/>
              <dgm:constr type="l" for="ch" forName="Pie" refType="w" fact="0.1"/>
              <dgm:constr type="t" for="ch" forName="Pie" refType="h" fact="0.025"/>
              <dgm:constr type="w" for="ch" forName="Pie" refType="w" fact="0.8"/>
              <dgm:constr type="h" for="ch" forName="Pie" refType="h" fact="0.2"/>
            </dgm:constrLst>
          </dgm:if>
          <dgm:else name="Name6">
            <dgm:constrLst>
              <dgm:constr type="r" for="ch" forName="Parent" refType="w"/>
              <dgm:constr type="t" for="ch" forName="Parent" refType="h" fact="0.275"/>
              <dgm:constr type="w" for="ch" forName="Parent" refType="w" fact="0.6"/>
              <dgm:constr type="h" for="ch" forName="Parent" refType="h" fact="0.725"/>
              <dgm:constr type="r" for="ch" forName="Chord" refType="w"/>
              <dgm:constr type="t" for="ch" forName="Chord" refType="h" fact="0"/>
              <dgm:constr type="w" for="ch" forName="Chord" refType="w"/>
              <dgm:constr type="h" for="ch" forName="Chord" refType="h" fact="0.25"/>
              <dgm:constr type="r" for="ch" forName="Pie" refType="w" fact="0.9"/>
              <dgm:constr type="t" for="ch" forName="Pie" refType="h" fact="0.025"/>
              <dgm:constr type="w" for="ch" forName="Pie" refType="w" fact="0.8"/>
              <dgm:constr type="h" for="ch" forName="Pie" refType="h" fact="0.2"/>
            </dgm:constrLst>
          </dgm:else>
        </dgm:choose>
        <dgm:layoutNode name="Chord" styleLbl="bgShp">
          <dgm:alg type="sp"/>
          <dgm:choose name="Name7">
            <dgm:if name="Name8" func="var" arg="dir" op="equ" val="norm">
              <dgm:shape xmlns:r="http://schemas.openxmlformats.org/officeDocument/2006/relationships" type="chord" r:blip="">
                <dgm:adjLst>
                  <dgm:adj idx="1" val="80"/>
                  <dgm:adj idx="2" val="-80"/>
                </dgm:adjLst>
              </dgm:shape>
            </dgm:if>
            <dgm:else name="Name9">
              <dgm:shape xmlns:r="http://schemas.openxmlformats.org/officeDocument/2006/relationships" rot="180" type="chord" r:blip="">
                <dgm:adjLst>
                  <dgm:adj idx="1" val="80"/>
                  <dgm:adj idx="2" val="-80"/>
                </dgm:adjLst>
              </dgm:shape>
            </dgm:else>
          </dgm:choose>
          <dgm:presOf/>
        </dgm:layoutNode>
        <dgm:layoutNode name="Pie" styleLbl="alignNode1">
          <dgm:alg type="sp"/>
          <dgm:choose name="Name10">
            <dgm:if name="Name11" func="var" arg="dir" op="equ" val="norm">
              <dgm:choose name="Name12">
                <dgm:if name="Name13" axis="precedSib" ptType="node" func="cnt" op="equ" val="0">
                  <dgm:choose name="Name14">
                    <dgm:if name="Name15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16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if name="Name17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-150"/>
                          <dgm:adj idx="2" val="-90"/>
                        </dgm:adjLst>
                      </dgm:shape>
                    </dgm:if>
                    <dgm:if name="Name18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-135"/>
                          <dgm:adj idx="2" val="-90"/>
                        </dgm:adjLst>
                      </dgm:shape>
                    </dgm:if>
                    <dgm:if name="Name19" axis="followSib" ptType="node" func="cnt" op="equ" val="4">
                      <dgm:shape xmlns:r="http://schemas.openxmlformats.org/officeDocument/2006/relationships" type="pie" r:blip="">
                        <dgm:adjLst>
                          <dgm:adj idx="1" val="-126"/>
                          <dgm:adj idx="2" val="-90"/>
                        </dgm:adjLst>
                      </dgm:shape>
                    </dgm:if>
                    <dgm:if name="Name20" axis="followSib" ptType="node" func="cnt" op="equ" val="5">
                      <dgm:shape xmlns:r="http://schemas.openxmlformats.org/officeDocument/2006/relationships" type="pie" r:blip="">
                        <dgm:adjLst>
                          <dgm:adj idx="1" val="-120"/>
                          <dgm:adj idx="2" val="-90"/>
                        </dgm:adjLst>
                      </dgm:shape>
                    </dgm:if>
                    <dgm:else name="Name21">
                      <dgm:shape xmlns:r="http://schemas.openxmlformats.org/officeDocument/2006/relationships" type="pie" r:blip="">
                        <dgm:adjLst>
                          <dgm:adj idx="1" val="-115.7143"/>
                          <dgm:adj idx="2" val="-90"/>
                        </dgm:adjLst>
                      </dgm:shape>
                    </dgm:else>
                  </dgm:choose>
                </dgm:if>
                <dgm:if name="Name22" axis="precedSib" ptType="node" func="cnt" op="equ" val="1">
                  <dgm:choose name="Name23">
                    <dgm:if name="Name24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25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50"/>
                          <dgm:adj idx="2" val="-90"/>
                        </dgm:adjLst>
                      </dgm:shape>
                    </dgm:if>
                    <dgm:if name="Name26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if name="Name27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-162"/>
                          <dgm:adj idx="2" val="-90"/>
                        </dgm:adjLst>
                      </dgm:shape>
                    </dgm:if>
                    <dgm:if name="Name28" axis="followSib" ptType="node" func="cnt" op="equ" val="4">
                      <dgm:shape xmlns:r="http://schemas.openxmlformats.org/officeDocument/2006/relationships" type="pie" r:blip="">
                        <dgm:adjLst>
                          <dgm:adj idx="1" val="-150"/>
                          <dgm:adj idx="2" val="-90"/>
                        </dgm:adjLst>
                      </dgm:shape>
                    </dgm:if>
                    <dgm:else name="Name29">
                      <dgm:shape xmlns:r="http://schemas.openxmlformats.org/officeDocument/2006/relationships" type="pie" r:blip="">
                        <dgm:adjLst>
                          <dgm:adj idx="1" val="-141.4286"/>
                          <dgm:adj idx="2" val="-90"/>
                        </dgm:adjLst>
                      </dgm:shape>
                    </dgm:else>
                  </dgm:choose>
                </dgm:if>
                <dgm:if name="Name30" axis="precedSib" ptType="node" func="cnt" op="equ" val="2">
                  <dgm:choose name="Name31">
                    <dgm:if name="Name32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33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35"/>
                          <dgm:adj idx="2" val="-90"/>
                        </dgm:adjLst>
                      </dgm:shape>
                    </dgm:if>
                    <dgm:if name="Name34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62"/>
                          <dgm:adj idx="2" val="-90"/>
                        </dgm:adjLst>
                      </dgm:shape>
                    </dgm:if>
                    <dgm:if name="Name35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else name="Name36">
                      <dgm:shape xmlns:r="http://schemas.openxmlformats.org/officeDocument/2006/relationships" type="pie" r:blip="">
                        <dgm:adjLst>
                          <dgm:adj idx="1" val="-167.1429"/>
                          <dgm:adj idx="2" val="-90"/>
                        </dgm:adjLst>
                      </dgm:shape>
                    </dgm:else>
                  </dgm:choose>
                </dgm:if>
                <dgm:if name="Name37" axis="precedSib" ptType="node" func="cnt" op="equ" val="3">
                  <dgm:choose name="Name38">
                    <dgm:if name="Name39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40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26"/>
                          <dgm:adj idx="2" val="-90"/>
                        </dgm:adjLst>
                      </dgm:shape>
                    </dgm:if>
                    <dgm:if name="Name41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50"/>
                          <dgm:adj idx="2" val="-90"/>
                        </dgm:adjLst>
                      </dgm:shape>
                    </dgm:if>
                    <dgm:else name="Name42">
                      <dgm:shape xmlns:r="http://schemas.openxmlformats.org/officeDocument/2006/relationships" type="pie" r:blip="">
                        <dgm:adjLst>
                          <dgm:adj idx="1" val="167.1429"/>
                          <dgm:adj idx="2" val="-90"/>
                        </dgm:adjLst>
                      </dgm:shape>
                    </dgm:else>
                  </dgm:choose>
                </dgm:if>
                <dgm:if name="Name43" axis="precedSib" ptType="node" func="cnt" op="equ" val="4">
                  <dgm:choose name="Name44">
                    <dgm:if name="Name45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46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20"/>
                          <dgm:adj idx="2" val="-90"/>
                        </dgm:adjLst>
                      </dgm:shape>
                    </dgm:if>
                    <dgm:else name="Name47">
                      <dgm:shape xmlns:r="http://schemas.openxmlformats.org/officeDocument/2006/relationships" type="pie" r:blip="">
                        <dgm:adjLst>
                          <dgm:adj idx="1" val="141.4286"/>
                          <dgm:adj idx="2" val="-90"/>
                        </dgm:adjLst>
                      </dgm:shape>
                    </dgm:else>
                  </dgm:choose>
                </dgm:if>
                <dgm:if name="Name48" axis="precedSib" ptType="node" func="cnt" op="equ" val="5">
                  <dgm:choose name="Name49">
                    <dgm:if name="Name50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else name="Name51">
                      <dgm:shape xmlns:r="http://schemas.openxmlformats.org/officeDocument/2006/relationships" type="pie" r:blip="">
                        <dgm:adjLst>
                          <dgm:adj idx="1" val="115.7143"/>
                          <dgm:adj idx="2" val="-90"/>
                        </dgm:adjLst>
                      </dgm:shape>
                    </dgm:else>
                  </dgm:choose>
                </dgm:if>
                <dgm:else name="Name52">
                  <dgm:shape xmlns:r="http://schemas.openxmlformats.org/officeDocument/2006/relationships" type="pie" r:blip="">
                    <dgm:adjLst>
                      <dgm:adj idx="1" val="90"/>
                      <dgm:adj idx="2" val="-90"/>
                    </dgm:adjLst>
                  </dgm:shape>
                </dgm:else>
              </dgm:choose>
            </dgm:if>
            <dgm:else name="Name53">
              <dgm:choose name="Name54">
                <dgm:if name="Name55" axis="precedSib" ptType="node" func="cnt" op="equ" val="0">
                  <dgm:choose name="Name56">
                    <dgm:if name="Name57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58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if name="Name59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50"/>
                        </dgm:adjLst>
                      </dgm:shape>
                    </dgm:if>
                    <dgm:if name="Name60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35"/>
                        </dgm:adjLst>
                      </dgm:shape>
                    </dgm:if>
                    <dgm:if name="Name61" axis="followSib" ptType="node" func="cnt" op="equ" val="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26"/>
                        </dgm:adjLst>
                      </dgm:shape>
                    </dgm:if>
                    <dgm:if name="Name62" axis="followSib" ptType="node" func="cnt" op="equ" val="5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20"/>
                        </dgm:adjLst>
                      </dgm:shape>
                    </dgm:if>
                    <dgm:else name="Name6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15.7143"/>
                        </dgm:adjLst>
                      </dgm:shape>
                    </dgm:else>
                  </dgm:choose>
                </dgm:if>
                <dgm:if name="Name64" axis="precedSib" ptType="node" func="cnt" op="equ" val="1">
                  <dgm:choose name="Name65">
                    <dgm:if name="Name66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67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50"/>
                        </dgm:adjLst>
                      </dgm:shape>
                    </dgm:if>
                    <dgm:if name="Name68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if name="Name69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62"/>
                        </dgm:adjLst>
                      </dgm:shape>
                    </dgm:if>
                    <dgm:if name="Name70" axis="followSib" ptType="node" func="cnt" op="equ" val="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50"/>
                        </dgm:adjLst>
                      </dgm:shape>
                    </dgm:if>
                    <dgm:else name="Name7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41.4286"/>
                        </dgm:adjLst>
                      </dgm:shape>
                    </dgm:else>
                  </dgm:choose>
                </dgm:if>
                <dgm:if name="Name72" axis="precedSib" ptType="node" func="cnt" op="equ" val="2">
                  <dgm:choose name="Name73">
                    <dgm:if name="Name74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75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35"/>
                        </dgm:adjLst>
                      </dgm:shape>
                    </dgm:if>
                    <dgm:if name="Name76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62"/>
                        </dgm:adjLst>
                      </dgm:shape>
                    </dgm:if>
                    <dgm:if name="Name77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else name="Name78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67.1429"/>
                        </dgm:adjLst>
                      </dgm:shape>
                    </dgm:else>
                  </dgm:choose>
                </dgm:if>
                <dgm:if name="Name79" axis="precedSib" ptType="node" func="cnt" op="equ" val="3">
                  <dgm:choose name="Name80">
                    <dgm:if name="Name81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82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26"/>
                        </dgm:adjLst>
                      </dgm:shape>
                    </dgm:if>
                    <dgm:if name="Name83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50"/>
                        </dgm:adjLst>
                      </dgm:shape>
                    </dgm:if>
                    <dgm:else name="Name8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67.1429"/>
                        </dgm:adjLst>
                      </dgm:shape>
                    </dgm:else>
                  </dgm:choose>
                </dgm:if>
                <dgm:if name="Name85" axis="precedSib" ptType="node" func="cnt" op="equ" val="4">
                  <dgm:choose name="Name86">
                    <dgm:if name="Name87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88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20"/>
                        </dgm:adjLst>
                      </dgm:shape>
                    </dgm:if>
                    <dgm:else name="Name89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41.4286"/>
                        </dgm:adjLst>
                      </dgm:shape>
                    </dgm:else>
                  </dgm:choose>
                </dgm:if>
                <dgm:if name="Name90" axis="precedSib" ptType="node" func="cnt" op="equ" val="5">
                  <dgm:choose name="Name91">
                    <dgm:if name="Name92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else name="Name9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15.7143"/>
                        </dgm:adjLst>
                      </dgm:shape>
                    </dgm:else>
                  </dgm:choose>
                </dgm:if>
                <dgm:else name="Name94">
                  <dgm:shape xmlns:r="http://schemas.openxmlformats.org/officeDocument/2006/relationships" rot="180" type="pie" r:blip="">
                    <dgm:adjLst>
                      <dgm:adj idx="1" val="90"/>
                      <dgm:adj idx="2" val="-90"/>
                    </dgm:adjLst>
                  </dgm:shape>
                </dgm:else>
              </dgm:choose>
            </dgm:else>
          </dgm:choose>
          <dgm:presOf/>
        </dgm:layoutNode>
        <dgm:layoutNode name="Parent" styleLbl="revTx">
          <dgm:varLst>
            <dgm:chMax val="1"/>
            <dgm:chPref val="1"/>
            <dgm:bulletEnabled val="1"/>
          </dgm:varLst>
          <dgm:choose name="Name95">
            <dgm:if name="Name96" func="var" arg="dir" op="equ" val="norm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autoTxRot" val="grav"/>
              </dgm:alg>
            </dgm:if>
            <dgm:else name="Name97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autoTxRot" val="grav"/>
              </dgm:alg>
            </dgm:else>
          </dgm:choose>
          <dgm:choose name="Name98">
            <dgm:if name="Name99" func="var" arg="dir" op="equ" val="norm">
              <dgm:shape xmlns:r="http://schemas.openxmlformats.org/officeDocument/2006/relationships" rot="-90" type="rect" r:blip="">
                <dgm:adjLst/>
              </dgm:shape>
            </dgm:if>
            <dgm:else name="Name100">
              <dgm:shape xmlns:r="http://schemas.openxmlformats.org/officeDocument/2006/relationships" rot="90" type="rect" r:blip="">
                <dgm:adjLst/>
              </dgm:shape>
            </dgm:else>
          </dgm:choose>
          <dgm:presOf axis="self" ptType="node"/>
          <dgm:constrLst>
            <dgm:constr type="lMarg" refType="primFontSz" fact="0"/>
            <dgm:constr type="rMarg" refType="primFontSz" fact="0"/>
            <dgm:constr type="tMarg" refType="primFontSz" fact="0"/>
            <dgm:constr type="bMarg" refType="primFontSz" fact="0"/>
          </dgm:constrLst>
          <dgm:ruleLst>
            <dgm:rule type="primFontSz" val="5" fact="NaN" max="NaN"/>
          </dgm:ruleLst>
        </dgm:layoutNode>
      </dgm:layoutNode>
      <dgm:choose name="Name101">
        <dgm:if name="Name102" axis="ch" ptType="node" func="cnt" op="gte" val="1">
          <dgm:forEach name="negSibTransForEach" axis="ch" ptType="sibTrans" hideLastTrans="0" cnt="1">
            <dgm:layoutNode name="negSibTrans">
              <dgm:alg type="sp"/>
              <dgm:shape xmlns:r="http://schemas.openxmlformats.org/officeDocument/2006/relationships" r:blip="">
                <dgm:adjLst/>
              </dgm:shape>
            </dgm:layoutNode>
          </dgm:forEach>
          <dgm:layoutNode name="composite">
            <dgm:alg type="composite">
              <dgm:param type="ar" val="0.5"/>
            </dgm:alg>
            <dgm:shape xmlns:r="http://schemas.openxmlformats.org/officeDocument/2006/relationships" r:blip="">
              <dgm:adjLst/>
            </dgm:shape>
            <dgm:choose name="Name103">
              <dgm:if name="Name104" func="var" arg="dir" op="equ" val="norm">
                <dgm:constrLst>
                  <dgm:constr type="l" for="ch" forName="Child" refType="w" fact="0"/>
                  <dgm:constr type="t" for="ch" forName="Child" refType="h" fact="0"/>
                  <dgm:constr type="w" for="ch" forName="Child" refType="w"/>
                  <dgm:constr type="h" for="ch" forName="Child" refType="h"/>
                </dgm:constrLst>
              </dgm:if>
              <dgm:else name="Name105">
                <dgm:constrLst>
                  <dgm:constr type="r" for="ch" forName="Child" refType="w"/>
                  <dgm:constr type="t" for="ch" forName="Child" refType="h" fact="0"/>
                  <dgm:constr type="w" for="ch" forName="Child" refType="w"/>
                  <dgm:constr type="h" for="ch" forName="Child" refType="h"/>
                </dgm:constrLst>
              </dgm:else>
            </dgm:choose>
            <dgm:ruleLst/>
            <dgm:layoutNode name="Child" styleLbl="revTx">
              <dgm:varLst>
                <dgm:chMax val="0"/>
                <dgm:chPref val="0"/>
                <dgm:bulletEnabled val="1"/>
              </dgm:varLst>
              <dgm:choose name="Name106">
                <dgm:if name="Name107" func="var" arg="dir" op="equ" val="norm">
                  <dgm:alg type="tx">
                    <dgm:param type="parTxLTRAlign" val="l"/>
                    <dgm:param type="parTxRTLAlign" val="r"/>
                    <dgm:param type="txAnchorVert" val="t"/>
                  </dgm:alg>
                </dgm:if>
                <dgm:else name="Name108">
                  <dgm:alg type="tx">
                    <dgm:param type="parTxLTRAlign" val="r"/>
                    <dgm:param type="parTxRTLAlign" val="l"/>
                    <dgm:param type="txAnchorVert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"/>
                <dgm:constr type="rMarg" refType="primFontSz" fact="0"/>
                <dgm:constr type="tMarg" refType="primFontSz" fact="0"/>
                <dgm:constr type="bMarg" refType="primFontSz" fact="0"/>
              </dgm:constrLst>
              <dgm:ruleLst>
                <dgm:rule type="primFontSz" val="5" fact="NaN" max="NaN"/>
              </dgm:ruleLst>
            </dgm:layoutNode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</dgm:layoutNode>
          </dgm:forEach>
        </dgm:if>
        <dgm:else name="Name109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497C5-0CE4-430A-78BC-D485D2C116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AB09FD-CF20-E7A7-A049-609955E416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1FD16-34F1-6816-EDFD-C9494D4E5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BB26D-7D05-4368-8458-ED2F464136F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ECBFC-7FEC-0AAC-C8E9-FC3F42492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527CF-2ECB-CD3F-8129-95D2FB7EE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171EC-EC28-46DF-8B9D-0C16EC431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210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060F2-AFE3-1E0F-9C10-A0E5FDC73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C5FF6-DBEC-1E35-B5F3-EF56C7CDE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8A503-8E5A-00CD-88A3-D74C63C61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BB26D-7D05-4368-8458-ED2F464136F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1ADD5-CAA1-632F-BE0C-D36B9A554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7C12A-0A4B-C089-460C-2D069C68C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171EC-EC28-46DF-8B9D-0C16EC431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742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EC845-300F-D845-6F3B-EA4361ADF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733F4F-0EDC-5DD6-BE7C-3A7695809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79763-9A2E-CC6D-87C8-CEDCF9CC0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BB26D-7D05-4368-8458-ED2F464136F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C0C533-96F2-ACCC-18A0-EABF7A48F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AB817-9F7B-C95B-58BC-537E4E989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171EC-EC28-46DF-8B9D-0C16EC431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173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F09A0-9036-EBA2-15CD-31986A305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E3231-6E5C-342C-7116-0990F947D6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60F604-A794-ABBD-4487-37C358453F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8D65E3-7ABB-C414-145B-1D61FD5E9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BB26D-7D05-4368-8458-ED2F464136F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8AF616-A6FE-8F74-7B39-F9449A933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AB1C1E-D86E-B6F7-3B0A-E00805962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171EC-EC28-46DF-8B9D-0C16EC431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42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19E42-6E8F-57E3-81EA-A77238C20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A22BA3-45EE-3816-4D87-8E87F47D5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6A3CDB-2E4F-376F-EB5E-32A3DDCF0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BE4FBC-7EA8-6735-274B-443E34226D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364D66-0A48-9D42-8424-A06F4AAE12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0305FD-0F99-6303-907F-09F3E01DC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BB26D-7D05-4368-8458-ED2F464136F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613E4-C42E-D193-3A65-265E68C47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B78F8D-B4B3-BE70-7A29-BA9F97ED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171EC-EC28-46DF-8B9D-0C16EC431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410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F1221-40AE-AAE6-2561-2CA417019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929A8A-C1BC-31F3-4CF3-553190F2A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BB26D-7D05-4368-8458-ED2F464136F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7D2E0-C024-4D12-00CB-91035EC0A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24CE78-A281-1FF7-0449-81DBD2E82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171EC-EC28-46DF-8B9D-0C16EC431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110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6BA07E-8809-FD56-107C-04212CF13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BB26D-7D05-4368-8458-ED2F464136F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F2BAA2-B400-6740-70DE-7064013E4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64BF1-18ED-03C8-DC04-2C2053642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171EC-EC28-46DF-8B9D-0C16EC431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73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1B260-AE6B-832E-6D76-7F782493B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1EA0C-FE05-A683-C56A-85C746674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963925-E81D-ABA0-2F79-603C8E83A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1CCDB9-5B24-F979-4DBA-92BE5D1A3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BB26D-7D05-4368-8458-ED2F464136F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92B5C3-5262-5B2E-32CA-FDA3AC2BE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A761B3-6748-A8C1-F259-A14BE44CC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171EC-EC28-46DF-8B9D-0C16EC431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507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ABEA6-7ADA-D694-63DF-C7CD96BA9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48B085-6E5A-7000-44C2-BF73637F76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D90269-677D-608A-82BC-408D2DF8F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9C76BA-3C1A-9724-4D37-BF15E9B61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BB26D-7D05-4368-8458-ED2F464136F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F3D24C-B917-BBEA-6C2B-8A875983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A0EB65-C162-5479-B5ED-382C53FF9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171EC-EC28-46DF-8B9D-0C16EC431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172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5D8EA-611B-7543-8778-796698A40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5AB315-8DFE-B153-FFBA-6494007464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22C59-E853-890F-2246-B25A613D7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BB26D-7D05-4368-8458-ED2F464136F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9D638-E0F7-FCAC-FB19-C9D647EEB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876FE-7E75-AC97-75B5-F5AC8FCF9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171EC-EC28-46DF-8B9D-0C16EC431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34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867E9-6567-4A6C-7E06-89DC259654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0DF89A-1BF9-0FA9-05EE-7E75E57806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361EA-3E3D-ED19-9027-787142F00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BB26D-7D05-4368-8458-ED2F464136F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7EC2A-38C6-B687-C620-14EAF123E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BD81B-1B7F-6713-54DE-97AAF5937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171EC-EC28-46DF-8B9D-0C16EC431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573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810505-38F8-E5CF-ECB8-51D1D8BD6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2FFC1-4B26-DE62-80E1-BCC466687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7A93E-67B5-15A1-10EE-4A0EC2B466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FBB26D-7D05-4368-8458-ED2F464136F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008DD-7DD2-242D-076F-5E3C97D280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C9853-AF99-4D63-9874-05F04F26CC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1171EC-EC28-46DF-8B9D-0C16EC431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300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179E562-D8FB-83BC-2311-474CA34244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8119018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1223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2026-09-06T08:12:52Z</dcterms:created>
  <dcterms:modified xsi:type="dcterms:W3CDTF">2026-09-06T08:12:52Z</dcterms:modified>
</cp:coreProperties>
</file>