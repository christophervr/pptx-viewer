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FCC74F-0891-4064-859B-841C68FCD139}" type="doc">
      <dgm:prSet loTypeId="urn:microsoft.com/office/officeart/2024/layout/MeetTheTeamCardVertical" loCatId="meettheteam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F14EDB-D686-4BEA-9A82-7F59A22E43DE}">
      <dgm:prSet phldrT="Name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B0D45138-754C-42E5-A2D1-53A66767B689}" type="parTrans" cxnId="{8820A605-D89A-4DCA-BDA4-D4655078E371}">
      <dgm:prSet/>
      <dgm:spPr/>
    </dgm:pt>
    <dgm:pt modelId="{DA7AA368-4F2A-4C8F-9822-443669C2F9FE}" type="sibTrans" cxnId="{8820A605-D89A-4DCA-BDA4-D4655078E371}">
      <dgm:prSet/>
      <dgm:spPr/>
    </dgm:pt>
    <dgm:pt modelId="{0A158C50-3079-413F-A98E-0EA3A10130F4}">
      <dgm:prSet phldrT="Role" phldr="1"/>
      <dgm:spPr/>
      <dgm:t>
        <a:bodyPr/>
        <a:lstStyle/>
        <a:p>
          <a:endParaRPr lang="en-US"/>
        </a:p>
      </dgm:t>
    </dgm:pt>
    <dgm:pt modelId="{09A9F37F-290E-46CD-BD5A-AB783BB76454}" type="parTrans" cxnId="{8E371654-234D-4DFD-AC85-D603A404EDFB}">
      <dgm:prSet/>
      <dgm:spPr/>
    </dgm:pt>
    <dgm:pt modelId="{C12328DF-4D82-4808-AB73-3138BF3D7F20}" type="sibTrans" cxnId="{8E371654-234D-4DFD-AC85-D603A404EDFB}">
      <dgm:prSet/>
      <dgm:spPr/>
    </dgm:pt>
    <dgm:pt modelId="{A9109267-5855-4C24-BE09-F7EAAC6FB5DD}">
      <dgm:prSet phldrT="Name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B8FA0414-097F-4490-8E34-08057E04640E}" type="parTrans" cxnId="{A93EFB56-4A5E-4798-AA0E-7E024F85C62A}">
      <dgm:prSet/>
      <dgm:spPr/>
    </dgm:pt>
    <dgm:pt modelId="{5C740B15-9B02-4FD3-A784-F959F0B47DD9}" type="sibTrans" cxnId="{A93EFB56-4A5E-4798-AA0E-7E024F85C62A}">
      <dgm:prSet/>
      <dgm:spPr/>
    </dgm:pt>
    <dgm:pt modelId="{8DA3D589-E449-4F91-B501-165B8529584F}">
      <dgm:prSet phldrT="Role" phldr="1"/>
      <dgm:spPr/>
      <dgm:t>
        <a:bodyPr/>
        <a:lstStyle/>
        <a:p>
          <a:endParaRPr lang="en-US"/>
        </a:p>
      </dgm:t>
    </dgm:pt>
    <dgm:pt modelId="{EFCFCF2C-6116-475D-ABAF-CAA392ECAE81}" type="parTrans" cxnId="{CC8EFEBF-1AFD-4246-8A5A-D767A4F59ED6}">
      <dgm:prSet/>
      <dgm:spPr/>
    </dgm:pt>
    <dgm:pt modelId="{3E5BF334-AD14-42C7-81CE-87B5A9384B7B}" type="sibTrans" cxnId="{CC8EFEBF-1AFD-4246-8A5A-D767A4F59ED6}">
      <dgm:prSet/>
      <dgm:spPr/>
    </dgm:pt>
    <dgm:pt modelId="{577BAFE4-9C27-44BA-AEE8-146F522FCAFD}">
      <dgm:prSet phldrT="Name"/>
      <dgm:spPr/>
      <dgm:t>
        <a:bodyPr/>
        <a:lstStyle/>
        <a:p>
          <a:r>
            <a:rPr lang="en-US"/>
            <a:t>Node Three</a:t>
          </a:r>
        </a:p>
      </dgm:t>
    </dgm:pt>
    <dgm:pt modelId="{EDBC6BD8-069D-40C2-98E4-A6073547107C}" type="parTrans" cxnId="{0BC1D858-50AC-4532-9853-DD6C20B6A0C6}">
      <dgm:prSet/>
      <dgm:spPr/>
    </dgm:pt>
    <dgm:pt modelId="{1786DA0E-9B60-4BA2-99BC-6E832419A7B7}" type="sibTrans" cxnId="{0BC1D858-50AC-4532-9853-DD6C20B6A0C6}">
      <dgm:prSet/>
      <dgm:spPr/>
    </dgm:pt>
    <dgm:pt modelId="{169BE43C-B18A-43D2-812E-B0BC0F43717B}">
      <dgm:prSet phldrT="Role" phldr="1"/>
      <dgm:spPr/>
      <dgm:t>
        <a:bodyPr/>
        <a:lstStyle/>
        <a:p>
          <a:endParaRPr lang="en-US"/>
        </a:p>
      </dgm:t>
    </dgm:pt>
    <dgm:pt modelId="{E86A5581-043A-430B-86CC-47E0745E94A5}" type="parTrans" cxnId="{2004F257-DEFC-4742-B67F-A6DBCAC83698}">
      <dgm:prSet/>
      <dgm:spPr/>
    </dgm:pt>
    <dgm:pt modelId="{4155056A-4F3B-4FB4-A963-32BFDAA99F44}" type="sibTrans" cxnId="{2004F257-DEFC-4742-B67F-A6DBCAC83698}">
      <dgm:prSet/>
      <dgm:spPr/>
    </dgm:pt>
    <dgm:pt modelId="{FAAAB660-B093-4529-96C4-446AD0904BFD}">
      <dgm:prSet phldrT="Name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16BDB7B5-6917-4414-8991-19A26C4A229A}" type="parTrans" cxnId="{93A72D2E-056A-49F2-9199-CB07277C6A1E}">
      <dgm:prSet/>
      <dgm:spPr/>
    </dgm:pt>
    <dgm:pt modelId="{FD9DCEDE-FF63-41E1-BB58-A03BD68E472D}" type="sibTrans" cxnId="{93A72D2E-056A-49F2-9199-CB07277C6A1E}">
      <dgm:prSet/>
      <dgm:spPr/>
    </dgm:pt>
    <dgm:pt modelId="{73541442-320B-4285-9055-F63A795B0F86}">
      <dgm:prSet phldrT="Role" phldr="1"/>
      <dgm:spPr/>
      <dgm:t>
        <a:bodyPr/>
        <a:lstStyle/>
        <a:p>
          <a:endParaRPr lang="en-US"/>
        </a:p>
      </dgm:t>
    </dgm:pt>
    <dgm:pt modelId="{3A3C8BEF-E12C-45B9-873A-4C629FB76E75}" type="parTrans" cxnId="{EC745D82-084D-4662-B06A-2B97B61CBBF5}">
      <dgm:prSet/>
      <dgm:spPr/>
    </dgm:pt>
    <dgm:pt modelId="{7ADEB036-737D-4FA6-8D86-DEF86030945B}" type="sibTrans" cxnId="{EC745D82-084D-4662-B06A-2B97B61CBBF5}">
      <dgm:prSet/>
      <dgm:spPr/>
    </dgm:pt>
    <dgm:pt modelId="{69A0E859-0E94-4EAA-857F-8B7FAB4C0677}">
      <dgm:prSet phldrT="Name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621068F4-37A2-4F66-AE3B-4D68421485AC}" type="parTrans" cxnId="{857CD543-628E-40ED-9D84-EBD111D5A1D2}">
      <dgm:prSet/>
      <dgm:spPr/>
    </dgm:pt>
    <dgm:pt modelId="{5D96CAD2-E77D-4F92-A1F5-35C1988EDF6F}" type="sibTrans" cxnId="{857CD543-628E-40ED-9D84-EBD111D5A1D2}">
      <dgm:prSet/>
      <dgm:spPr/>
    </dgm:pt>
    <dgm:pt modelId="{A941C3E9-E692-4665-9FA8-48937724F885}">
      <dgm:prSet phldrT="Role" phldr="1"/>
      <dgm:spPr/>
      <dgm:t>
        <a:bodyPr/>
        <a:lstStyle/>
        <a:p>
          <a:endParaRPr lang="en-US"/>
        </a:p>
      </dgm:t>
    </dgm:pt>
    <dgm:pt modelId="{8FE2AC56-469C-42F0-8C44-C7B278997ADB}" type="parTrans" cxnId="{4FDBA451-E078-4B53-836A-043B249FD474}">
      <dgm:prSet/>
      <dgm:spPr/>
    </dgm:pt>
    <dgm:pt modelId="{4E160BDA-6F45-414F-8C31-0D7730C69055}" type="sibTrans" cxnId="{4FDBA451-E078-4B53-836A-043B249FD474}">
      <dgm:prSet/>
      <dgm:spPr/>
    </dgm:pt>
    <dgm:pt modelId="{B00B8344-F164-4CFC-9F49-5BF874F3E2FF}" type="pres">
      <dgm:prSet presAssocID="{99FCC74F-0891-4064-859B-841C68FCD139}" presName="root" presStyleCnt="0">
        <dgm:presLayoutVars>
          <dgm:dir/>
          <dgm:resizeHandles val="exact"/>
        </dgm:presLayoutVars>
      </dgm:prSet>
      <dgm:spPr/>
    </dgm:pt>
    <dgm:pt modelId="{95B96A1A-6822-4F30-948C-0CE67F481BE4}" type="pres">
      <dgm:prSet presAssocID="{31F14EDB-D686-4BEA-9A82-7F59A22E43DE}" presName="compNode" presStyleCnt="0"/>
      <dgm:spPr/>
    </dgm:pt>
    <dgm:pt modelId="{5C410EC4-E83D-482C-9365-1B088AC65628}" type="pres">
      <dgm:prSet presAssocID="{31F14EDB-D686-4BEA-9A82-7F59A22E43DE}" presName="bgCard" presStyleLbl="node1NoLn" presStyleIdx="0" presStyleCnt="4"/>
      <dgm:spPr/>
    </dgm:pt>
    <dgm:pt modelId="{1042C0BC-59C2-466E-9322-722A7275F2D6}" type="pres">
      <dgm:prSet presAssocID="{31F14EDB-D686-4BEA-9A82-7F59A22E43DE}" presName="nameText" presStyleLbl="revTxLt" presStyleIdx="0" presStyleCnt="8">
        <dgm:presLayoutVars>
          <dgm:chMax val="1"/>
          <dgm:chPref val="1"/>
        </dgm:presLayoutVars>
      </dgm:prSet>
      <dgm:spPr/>
    </dgm:pt>
    <dgm:pt modelId="{9168704D-4DA2-4032-87D5-E1C42AE60E11}" type="pres">
      <dgm:prSet presAssocID="{31F14EDB-D686-4BEA-9A82-7F59A22E43DE}" presName="roleText" presStyleLbl="revTxLt" presStyleIdx="1" presStyleCnt="8">
        <dgm:presLayoutVars>
          <dgm:chMax val="0"/>
        </dgm:presLayoutVars>
      </dgm:prSet>
      <dgm:spPr/>
    </dgm:pt>
    <dgm:pt modelId="{C62C27A0-9A67-47C7-8978-E43D3996C1C9}" type="pres">
      <dgm:prSet presAssocID="{31F14EDB-D686-4BEA-9A82-7F59A22E43DE}" presName="photoCircle" presStyleLbl="ltNode1NoLn" presStyleIdx="0" presStyleCnt="4"/>
      <dgm:spPr/>
    </dgm:pt>
    <dgm:pt modelId="{E736D3E9-AE7C-421E-9B38-21108FA913AE}" type="pres">
      <dgm:prSet presAssocID="{DA7AA368-4F2A-4C8F-9822-443669C2F9FE}" presName="sibTrans" presStyleCnt="0"/>
      <dgm:spPr/>
    </dgm:pt>
    <dgm:pt modelId="{9CC2D3DF-FB3F-43A1-81BE-CCCD06437DDB}" type="pres">
      <dgm:prSet presAssocID="{A9109267-5855-4C24-BE09-F7EAAC6FB5DD}" presName="compNode" presStyleCnt="0"/>
      <dgm:spPr/>
    </dgm:pt>
    <dgm:pt modelId="{F6854254-D189-4785-97F1-5335196FB5EE}" type="pres">
      <dgm:prSet presAssocID="{A9109267-5855-4C24-BE09-F7EAAC6FB5DD}" presName="bgCard" presStyleLbl="node1NoLn" presStyleIdx="1" presStyleCnt="4"/>
      <dgm:spPr/>
    </dgm:pt>
    <dgm:pt modelId="{F43C1BEA-D6F4-435C-B189-A1D93428B84A}" type="pres">
      <dgm:prSet presAssocID="{A9109267-5855-4C24-BE09-F7EAAC6FB5DD}" presName="nameText" presStyleLbl="revTxLt" presStyleIdx="2" presStyleCnt="8">
        <dgm:presLayoutVars>
          <dgm:chMax val="1"/>
          <dgm:chPref val="1"/>
        </dgm:presLayoutVars>
      </dgm:prSet>
      <dgm:spPr/>
    </dgm:pt>
    <dgm:pt modelId="{DEC72677-19B1-49D3-BE15-133AFA102050}" type="pres">
      <dgm:prSet presAssocID="{A9109267-5855-4C24-BE09-F7EAAC6FB5DD}" presName="roleText" presStyleLbl="revTxLt" presStyleIdx="3" presStyleCnt="8">
        <dgm:presLayoutVars>
          <dgm:chMax val="0"/>
        </dgm:presLayoutVars>
      </dgm:prSet>
      <dgm:spPr/>
    </dgm:pt>
    <dgm:pt modelId="{804F1C1D-FC50-4FA6-A3B5-192E71B1AC4E}" type="pres">
      <dgm:prSet presAssocID="{A9109267-5855-4C24-BE09-F7EAAC6FB5DD}" presName="photoCircle" presStyleLbl="ltNode1NoLn" presStyleIdx="1" presStyleCnt="4"/>
      <dgm:spPr/>
    </dgm:pt>
    <dgm:pt modelId="{CB62503B-065E-4861-A9D6-3F70A86D8D53}" type="pres">
      <dgm:prSet presAssocID="{5C740B15-9B02-4FD3-A784-F959F0B47DD9}" presName="sibTrans" presStyleCnt="0"/>
      <dgm:spPr/>
    </dgm:pt>
    <dgm:pt modelId="{4AACA67F-C9C7-4813-A6F5-CE4D361FBB96}" type="pres">
      <dgm:prSet presAssocID="{FAAAB660-B093-4529-96C4-446AD0904BFD}" presName="compNode" presStyleCnt="0"/>
      <dgm:spPr/>
    </dgm:pt>
    <dgm:pt modelId="{1251554A-9230-4E2D-9447-30BA1C8E255E}" type="pres">
      <dgm:prSet presAssocID="{FAAAB660-B093-4529-96C4-446AD0904BFD}" presName="bgCard" presStyleLbl="node1NoLn" presStyleIdx="2" presStyleCnt="4"/>
      <dgm:spPr/>
    </dgm:pt>
    <dgm:pt modelId="{23FBB32B-241F-4953-9A6E-6506302C336D}" type="pres">
      <dgm:prSet presAssocID="{FAAAB660-B093-4529-96C4-446AD0904BFD}" presName="nameText" presStyleLbl="revTxLt" presStyleIdx="4" presStyleCnt="8">
        <dgm:presLayoutVars>
          <dgm:chMax val="1"/>
          <dgm:chPref val="1"/>
        </dgm:presLayoutVars>
      </dgm:prSet>
      <dgm:spPr/>
    </dgm:pt>
    <dgm:pt modelId="{15EDE84C-D11B-44D8-B950-B931257D0963}" type="pres">
      <dgm:prSet presAssocID="{FAAAB660-B093-4529-96C4-446AD0904BFD}" presName="roleText" presStyleLbl="revTxLt" presStyleIdx="5" presStyleCnt="8">
        <dgm:presLayoutVars>
          <dgm:chMax val="0"/>
        </dgm:presLayoutVars>
      </dgm:prSet>
      <dgm:spPr/>
    </dgm:pt>
    <dgm:pt modelId="{9BC2BF6A-9C3C-4141-90FE-D4ED568C151A}" type="pres">
      <dgm:prSet presAssocID="{FAAAB660-B093-4529-96C4-446AD0904BFD}" presName="photoCircle" presStyleLbl="ltNode1NoLn" presStyleIdx="2" presStyleCnt="4"/>
      <dgm:spPr/>
    </dgm:pt>
    <dgm:pt modelId="{6EB543C7-CB4C-4527-A905-1774F0F87156}" type="pres">
      <dgm:prSet presAssocID="{FD9DCEDE-FF63-41E1-BB58-A03BD68E472D}" presName="sibTrans" presStyleCnt="0"/>
      <dgm:spPr/>
    </dgm:pt>
    <dgm:pt modelId="{0E3C4A1B-1917-46F9-A50D-36B3C372578F}" type="pres">
      <dgm:prSet presAssocID="{69A0E859-0E94-4EAA-857F-8B7FAB4C0677}" presName="compNode" presStyleCnt="0"/>
      <dgm:spPr/>
    </dgm:pt>
    <dgm:pt modelId="{1E1A9A68-4BB1-4588-861B-D3FFC9BB4DBB}" type="pres">
      <dgm:prSet presAssocID="{69A0E859-0E94-4EAA-857F-8B7FAB4C0677}" presName="bgCard" presStyleLbl="node1NoLn" presStyleIdx="3" presStyleCnt="4"/>
      <dgm:spPr/>
    </dgm:pt>
    <dgm:pt modelId="{C38C44A2-B5AA-415E-B2A2-366256F44F38}" type="pres">
      <dgm:prSet presAssocID="{69A0E859-0E94-4EAA-857F-8B7FAB4C0677}" presName="nameText" presStyleLbl="revTxLt" presStyleIdx="6" presStyleCnt="8">
        <dgm:presLayoutVars>
          <dgm:chMax val="1"/>
          <dgm:chPref val="1"/>
        </dgm:presLayoutVars>
      </dgm:prSet>
      <dgm:spPr/>
    </dgm:pt>
    <dgm:pt modelId="{F4F79AB2-CAE5-483C-95EB-996B2259D030}" type="pres">
      <dgm:prSet presAssocID="{69A0E859-0E94-4EAA-857F-8B7FAB4C0677}" presName="roleText" presStyleLbl="revTxLt" presStyleIdx="7" presStyleCnt="8">
        <dgm:presLayoutVars>
          <dgm:chMax val="0"/>
        </dgm:presLayoutVars>
      </dgm:prSet>
      <dgm:spPr/>
    </dgm:pt>
    <dgm:pt modelId="{33054753-91A1-4FD0-8C83-CA2A19736551}" type="pres">
      <dgm:prSet presAssocID="{69A0E859-0E94-4EAA-857F-8B7FAB4C0677}" presName="photoCircle" presStyleLbl="ltNode1NoLn" presStyleIdx="3" presStyleCnt="4"/>
      <dgm:spPr/>
    </dgm:pt>
  </dgm:ptLst>
  <dgm:cxnLst>
    <dgm:cxn modelId="{8820A605-D89A-4DCA-BDA4-D4655078E371}" srcId="{99FCC74F-0891-4064-859B-841C68FCD139}" destId="{31F14EDB-D686-4BEA-9A82-7F59A22E43DE}" srcOrd="0" destOrd="0" parTransId="{B0D45138-754C-42E5-A2D1-53A66767B689}" sibTransId="{DA7AA368-4F2A-4C8F-9822-443669C2F9FE}"/>
    <dgm:cxn modelId="{531ECF07-40CB-48CC-9E51-F856334CE5F8}" type="presOf" srcId="{FAAAB660-B093-4529-96C4-446AD0904BFD}" destId="{23FBB32B-241F-4953-9A6E-6506302C336D}" srcOrd="0" destOrd="0" presId="urn:microsoft.com/office/officeart/2024/layout/MeetTheTeamCardVertical"/>
    <dgm:cxn modelId="{EBBBC00B-3ED4-49F4-ADE0-01DFB4887B54}" type="presOf" srcId="{0A158C50-3079-413F-A98E-0EA3A10130F4}" destId="{9168704D-4DA2-4032-87D5-E1C42AE60E11}" srcOrd="0" destOrd="0" presId="urn:microsoft.com/office/officeart/2024/layout/MeetTheTeamCardVertical"/>
    <dgm:cxn modelId="{A3B3B62C-7705-4FE5-A973-D0D1D4D433D3}" type="presOf" srcId="{69A0E859-0E94-4EAA-857F-8B7FAB4C0677}" destId="{C38C44A2-B5AA-415E-B2A2-366256F44F38}" srcOrd="0" destOrd="0" presId="urn:microsoft.com/office/officeart/2024/layout/MeetTheTeamCardVertical"/>
    <dgm:cxn modelId="{93A72D2E-056A-49F2-9199-CB07277C6A1E}" srcId="{99FCC74F-0891-4064-859B-841C68FCD139}" destId="{FAAAB660-B093-4529-96C4-446AD0904BFD}" srcOrd="2" destOrd="0" parTransId="{16BDB7B5-6917-4414-8991-19A26C4A229A}" sibTransId="{FD9DCEDE-FF63-41E1-BB58-A03BD68E472D}"/>
    <dgm:cxn modelId="{857CD543-628E-40ED-9D84-EBD111D5A1D2}" srcId="{99FCC74F-0891-4064-859B-841C68FCD139}" destId="{69A0E859-0E94-4EAA-857F-8B7FAB4C0677}" srcOrd="3" destOrd="0" parTransId="{621068F4-37A2-4F66-AE3B-4D68421485AC}" sibTransId="{5D96CAD2-E77D-4F92-A1F5-35C1988EDF6F}"/>
    <dgm:cxn modelId="{5E7B7D44-77C4-443F-8E41-30DB79ABD316}" type="presOf" srcId="{99FCC74F-0891-4064-859B-841C68FCD139}" destId="{B00B8344-F164-4CFC-9F49-5BF874F3E2FF}" srcOrd="0" destOrd="0" presId="urn:microsoft.com/office/officeart/2024/layout/MeetTheTeamCardVertical"/>
    <dgm:cxn modelId="{102D956A-573E-47C8-851B-71ECA28CA33B}" type="presOf" srcId="{8DA3D589-E449-4F91-B501-165B8529584F}" destId="{DEC72677-19B1-49D3-BE15-133AFA102050}" srcOrd="0" destOrd="0" presId="urn:microsoft.com/office/officeart/2024/layout/MeetTheTeamCardVertical"/>
    <dgm:cxn modelId="{C35E7D4F-236D-43A3-94EB-DB15C1A18AD0}" type="presOf" srcId="{A9109267-5855-4C24-BE09-F7EAAC6FB5DD}" destId="{F43C1BEA-D6F4-435C-B189-A1D93428B84A}" srcOrd="0" destOrd="0" presId="urn:microsoft.com/office/officeart/2024/layout/MeetTheTeamCardVertical"/>
    <dgm:cxn modelId="{4FDBA451-E078-4B53-836A-043B249FD474}" srcId="{69A0E859-0E94-4EAA-857F-8B7FAB4C0677}" destId="{A941C3E9-E692-4665-9FA8-48937724F885}" srcOrd="0" destOrd="0" parTransId="{8FE2AC56-469C-42F0-8C44-C7B278997ADB}" sibTransId="{4E160BDA-6F45-414F-8C31-0D7730C69055}"/>
    <dgm:cxn modelId="{8E371654-234D-4DFD-AC85-D603A404EDFB}" srcId="{31F14EDB-D686-4BEA-9A82-7F59A22E43DE}" destId="{0A158C50-3079-413F-A98E-0EA3A10130F4}" srcOrd="0" destOrd="0" parTransId="{09A9F37F-290E-46CD-BD5A-AB783BB76454}" sibTransId="{C12328DF-4D82-4808-AB73-3138BF3D7F20}"/>
    <dgm:cxn modelId="{A93EFB56-4A5E-4798-AA0E-7E024F85C62A}" srcId="{99FCC74F-0891-4064-859B-841C68FCD139}" destId="{A9109267-5855-4C24-BE09-F7EAAC6FB5DD}" srcOrd="1" destOrd="0" parTransId="{B8FA0414-097F-4490-8E34-08057E04640E}" sibTransId="{5C740B15-9B02-4FD3-A784-F959F0B47DD9}"/>
    <dgm:cxn modelId="{2004F257-DEFC-4742-B67F-A6DBCAC83698}" srcId="{A9109267-5855-4C24-BE09-F7EAAC6FB5DD}" destId="{169BE43C-B18A-43D2-812E-B0BC0F43717B}" srcOrd="2" destOrd="0" parTransId="{E86A5581-043A-430B-86CC-47E0745E94A5}" sibTransId="{4155056A-4F3B-4FB4-A963-32BFDAA99F44}"/>
    <dgm:cxn modelId="{0BC1D858-50AC-4532-9853-DD6C20B6A0C6}" srcId="{A9109267-5855-4C24-BE09-F7EAAC6FB5DD}" destId="{577BAFE4-9C27-44BA-AEE8-146F522FCAFD}" srcOrd="1" destOrd="0" parTransId="{EDBC6BD8-069D-40C2-98E4-A6073547107C}" sibTransId="{1786DA0E-9B60-4BA2-99BC-6E832419A7B7}"/>
    <dgm:cxn modelId="{F95A567A-9B6A-4718-B9C8-95AD2207BA8B}" type="presOf" srcId="{31F14EDB-D686-4BEA-9A82-7F59A22E43DE}" destId="{1042C0BC-59C2-466E-9322-722A7275F2D6}" srcOrd="0" destOrd="0" presId="urn:microsoft.com/office/officeart/2024/layout/MeetTheTeamCardVertical"/>
    <dgm:cxn modelId="{EC745D82-084D-4662-B06A-2B97B61CBBF5}" srcId="{FAAAB660-B093-4529-96C4-446AD0904BFD}" destId="{73541442-320B-4285-9055-F63A795B0F86}" srcOrd="0" destOrd="0" parTransId="{3A3C8BEF-E12C-45B9-873A-4C629FB76E75}" sibTransId="{7ADEB036-737D-4FA6-8D86-DEF86030945B}"/>
    <dgm:cxn modelId="{2E5176AA-88EC-4EE0-A572-A7CD145EFF1C}" type="presOf" srcId="{577BAFE4-9C27-44BA-AEE8-146F522FCAFD}" destId="{DEC72677-19B1-49D3-BE15-133AFA102050}" srcOrd="0" destOrd="1" presId="urn:microsoft.com/office/officeart/2024/layout/MeetTheTeamCardVertical"/>
    <dgm:cxn modelId="{DF7734AD-6056-4269-9442-320A65161C54}" type="presOf" srcId="{169BE43C-B18A-43D2-812E-B0BC0F43717B}" destId="{DEC72677-19B1-49D3-BE15-133AFA102050}" srcOrd="0" destOrd="2" presId="urn:microsoft.com/office/officeart/2024/layout/MeetTheTeamCardVertical"/>
    <dgm:cxn modelId="{63DA66AF-6F93-4DD1-91CA-E508B43F6B0B}" type="presOf" srcId="{73541442-320B-4285-9055-F63A795B0F86}" destId="{15EDE84C-D11B-44D8-B950-B931257D0963}" srcOrd="0" destOrd="0" presId="urn:microsoft.com/office/officeart/2024/layout/MeetTheTeamCardVertical"/>
    <dgm:cxn modelId="{CC8EFEBF-1AFD-4246-8A5A-D767A4F59ED6}" srcId="{A9109267-5855-4C24-BE09-F7EAAC6FB5DD}" destId="{8DA3D589-E449-4F91-B501-165B8529584F}" srcOrd="0" destOrd="0" parTransId="{EFCFCF2C-6116-475D-ABAF-CAA392ECAE81}" sibTransId="{3E5BF334-AD14-42C7-81CE-87B5A9384B7B}"/>
    <dgm:cxn modelId="{6EA1F7D1-5A31-4C55-9221-9D6C182BB22C}" type="presOf" srcId="{A941C3E9-E692-4665-9FA8-48937724F885}" destId="{F4F79AB2-CAE5-483C-95EB-996B2259D030}" srcOrd="0" destOrd="0" presId="urn:microsoft.com/office/officeart/2024/layout/MeetTheTeamCardVertical"/>
    <dgm:cxn modelId="{40A4F0F8-F058-40A5-A1CD-9A7C1AA225B3}" type="presParOf" srcId="{B00B8344-F164-4CFC-9F49-5BF874F3E2FF}" destId="{95B96A1A-6822-4F30-948C-0CE67F481BE4}" srcOrd="0" destOrd="0" presId="urn:microsoft.com/office/officeart/2024/layout/MeetTheTeamCardVertical"/>
    <dgm:cxn modelId="{A7399AA1-0FF9-4B6A-A426-74EAEBA75737}" type="presParOf" srcId="{95B96A1A-6822-4F30-948C-0CE67F481BE4}" destId="{5C410EC4-E83D-482C-9365-1B088AC65628}" srcOrd="0" destOrd="0" presId="urn:microsoft.com/office/officeart/2024/layout/MeetTheTeamCardVertical"/>
    <dgm:cxn modelId="{52BAEBEE-BC09-4ADD-8081-F60E519DB5F6}" type="presParOf" srcId="{95B96A1A-6822-4F30-948C-0CE67F481BE4}" destId="{1042C0BC-59C2-466E-9322-722A7275F2D6}" srcOrd="1" destOrd="0" presId="urn:microsoft.com/office/officeart/2024/layout/MeetTheTeamCardVertical"/>
    <dgm:cxn modelId="{1D7EC579-F7B7-45A1-A373-84CCEAA27F1B}" type="presParOf" srcId="{95B96A1A-6822-4F30-948C-0CE67F481BE4}" destId="{9168704D-4DA2-4032-87D5-E1C42AE60E11}" srcOrd="2" destOrd="0" presId="urn:microsoft.com/office/officeart/2024/layout/MeetTheTeamCardVertical"/>
    <dgm:cxn modelId="{80EADA4B-541D-43D8-899C-3FBE66F5ED8A}" type="presParOf" srcId="{95B96A1A-6822-4F30-948C-0CE67F481BE4}" destId="{C62C27A0-9A67-47C7-8978-E43D3996C1C9}" srcOrd="3" destOrd="0" presId="urn:microsoft.com/office/officeart/2024/layout/MeetTheTeamCardVertical"/>
    <dgm:cxn modelId="{13AE8FE4-85B4-4D29-AD16-FD249A74A480}" type="presParOf" srcId="{B00B8344-F164-4CFC-9F49-5BF874F3E2FF}" destId="{E736D3E9-AE7C-421E-9B38-21108FA913AE}" srcOrd="1" destOrd="0" presId="urn:microsoft.com/office/officeart/2024/layout/MeetTheTeamCardVertical"/>
    <dgm:cxn modelId="{8371EE01-BC4F-49C4-866A-22905237169C}" type="presParOf" srcId="{B00B8344-F164-4CFC-9F49-5BF874F3E2FF}" destId="{9CC2D3DF-FB3F-43A1-81BE-CCCD06437DDB}" srcOrd="2" destOrd="0" presId="urn:microsoft.com/office/officeart/2024/layout/MeetTheTeamCardVertical"/>
    <dgm:cxn modelId="{57C9D632-8B99-4904-AFF8-6B8E4FF0AAAB}" type="presParOf" srcId="{9CC2D3DF-FB3F-43A1-81BE-CCCD06437DDB}" destId="{F6854254-D189-4785-97F1-5335196FB5EE}" srcOrd="0" destOrd="0" presId="urn:microsoft.com/office/officeart/2024/layout/MeetTheTeamCardVertical"/>
    <dgm:cxn modelId="{5CDE5B00-0745-4ECC-9500-A07275E44090}" type="presParOf" srcId="{9CC2D3DF-FB3F-43A1-81BE-CCCD06437DDB}" destId="{F43C1BEA-D6F4-435C-B189-A1D93428B84A}" srcOrd="1" destOrd="0" presId="urn:microsoft.com/office/officeart/2024/layout/MeetTheTeamCardVertical"/>
    <dgm:cxn modelId="{4A78CB02-6BC3-4554-A9CA-19D0374C50AA}" type="presParOf" srcId="{9CC2D3DF-FB3F-43A1-81BE-CCCD06437DDB}" destId="{DEC72677-19B1-49D3-BE15-133AFA102050}" srcOrd="2" destOrd="0" presId="urn:microsoft.com/office/officeart/2024/layout/MeetTheTeamCardVertical"/>
    <dgm:cxn modelId="{898E1625-A991-45AE-A403-4365CAFC59E1}" type="presParOf" srcId="{9CC2D3DF-FB3F-43A1-81BE-CCCD06437DDB}" destId="{804F1C1D-FC50-4FA6-A3B5-192E71B1AC4E}" srcOrd="3" destOrd="0" presId="urn:microsoft.com/office/officeart/2024/layout/MeetTheTeamCardVertical"/>
    <dgm:cxn modelId="{648DE2A1-8D7D-4D3C-B9C9-DBA632BE853B}" type="presParOf" srcId="{B00B8344-F164-4CFC-9F49-5BF874F3E2FF}" destId="{CB62503B-065E-4861-A9D6-3F70A86D8D53}" srcOrd="3" destOrd="0" presId="urn:microsoft.com/office/officeart/2024/layout/MeetTheTeamCardVertical"/>
    <dgm:cxn modelId="{4C3472FD-1A0A-4102-A62D-7BBA5F2AB2EE}" type="presParOf" srcId="{B00B8344-F164-4CFC-9F49-5BF874F3E2FF}" destId="{4AACA67F-C9C7-4813-A6F5-CE4D361FBB96}" srcOrd="4" destOrd="0" presId="urn:microsoft.com/office/officeart/2024/layout/MeetTheTeamCardVertical"/>
    <dgm:cxn modelId="{21305F54-72BD-45FB-B3F3-6F4CF6710E3B}" type="presParOf" srcId="{4AACA67F-C9C7-4813-A6F5-CE4D361FBB96}" destId="{1251554A-9230-4E2D-9447-30BA1C8E255E}" srcOrd="0" destOrd="0" presId="urn:microsoft.com/office/officeart/2024/layout/MeetTheTeamCardVertical"/>
    <dgm:cxn modelId="{C6ACA29B-54F4-4B2D-9583-D6B5281DEEF5}" type="presParOf" srcId="{4AACA67F-C9C7-4813-A6F5-CE4D361FBB96}" destId="{23FBB32B-241F-4953-9A6E-6506302C336D}" srcOrd="1" destOrd="0" presId="urn:microsoft.com/office/officeart/2024/layout/MeetTheTeamCardVertical"/>
    <dgm:cxn modelId="{2FB6BD38-5F4E-49B4-9007-4BDA7AAE5140}" type="presParOf" srcId="{4AACA67F-C9C7-4813-A6F5-CE4D361FBB96}" destId="{15EDE84C-D11B-44D8-B950-B931257D0963}" srcOrd="2" destOrd="0" presId="urn:microsoft.com/office/officeart/2024/layout/MeetTheTeamCardVertical"/>
    <dgm:cxn modelId="{44CADAE5-D721-471F-9D49-15A1635DF59C}" type="presParOf" srcId="{4AACA67F-C9C7-4813-A6F5-CE4D361FBB96}" destId="{9BC2BF6A-9C3C-4141-90FE-D4ED568C151A}" srcOrd="3" destOrd="0" presId="urn:microsoft.com/office/officeart/2024/layout/MeetTheTeamCardVertical"/>
    <dgm:cxn modelId="{8629B00A-FDC2-445C-9533-D2044136FB7B}" type="presParOf" srcId="{B00B8344-F164-4CFC-9F49-5BF874F3E2FF}" destId="{6EB543C7-CB4C-4527-A905-1774F0F87156}" srcOrd="5" destOrd="0" presId="urn:microsoft.com/office/officeart/2024/layout/MeetTheTeamCardVertical"/>
    <dgm:cxn modelId="{F3B8F875-EDB2-4405-8C00-022D5C2FC502}" type="presParOf" srcId="{B00B8344-F164-4CFC-9F49-5BF874F3E2FF}" destId="{0E3C4A1B-1917-46F9-A50D-36B3C372578F}" srcOrd="6" destOrd="0" presId="urn:microsoft.com/office/officeart/2024/layout/MeetTheTeamCardVertical"/>
    <dgm:cxn modelId="{0EC14F99-EB3B-48BA-B661-8280796FC078}" type="presParOf" srcId="{0E3C4A1B-1917-46F9-A50D-36B3C372578F}" destId="{1E1A9A68-4BB1-4588-861B-D3FFC9BB4DBB}" srcOrd="0" destOrd="0" presId="urn:microsoft.com/office/officeart/2024/layout/MeetTheTeamCardVertical"/>
    <dgm:cxn modelId="{9177B67D-71C4-4F51-8A8C-AE429F7D4964}" type="presParOf" srcId="{0E3C4A1B-1917-46F9-A50D-36B3C372578F}" destId="{C38C44A2-B5AA-415E-B2A2-366256F44F38}" srcOrd="1" destOrd="0" presId="urn:microsoft.com/office/officeart/2024/layout/MeetTheTeamCardVertical"/>
    <dgm:cxn modelId="{8E0A0C37-00E6-4498-86A8-6C07E4469AFC}" type="presParOf" srcId="{0E3C4A1B-1917-46F9-A50D-36B3C372578F}" destId="{F4F79AB2-CAE5-483C-95EB-996B2259D030}" srcOrd="2" destOrd="0" presId="urn:microsoft.com/office/officeart/2024/layout/MeetTheTeamCardVertical"/>
    <dgm:cxn modelId="{9F5C7CAD-780F-4D30-9D00-D884CB07C527}" type="presParOf" srcId="{0E3C4A1B-1917-46F9-A50D-36B3C372578F}" destId="{33054753-91A1-4FD0-8C83-CA2A19736551}" srcOrd="3" destOrd="0" presId="urn:microsoft.com/office/officeart/2024/layout/MeetTheTeamCardVertic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10EC4-E83D-482C-9365-1B088AC65628}">
      <dsp:nvSpPr>
        <dsp:cNvPr id="0" name=""/>
        <dsp:cNvSpPr/>
      </dsp:nvSpPr>
      <dsp:spPr>
        <a:xfrm>
          <a:off x="117100" y="920000"/>
          <a:ext cx="1800000" cy="32400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2C0BC-59C2-466E-9322-722A7275F2D6}">
      <dsp:nvSpPr>
        <dsp:cNvPr id="0" name=""/>
        <dsp:cNvSpPr/>
      </dsp:nvSpPr>
      <dsp:spPr>
        <a:xfrm>
          <a:off x="162100" y="1438400"/>
          <a:ext cx="1710000" cy="3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Node One</a:t>
          </a:r>
        </a:p>
      </dsp:txBody>
      <dsp:txXfrm>
        <a:off x="162100" y="1438400"/>
        <a:ext cx="1710000" cy="360000"/>
      </dsp:txXfrm>
    </dsp:sp>
    <dsp:sp modelId="{9168704D-4DA2-4032-87D5-E1C42AE60E11}">
      <dsp:nvSpPr>
        <dsp:cNvPr id="0" name=""/>
        <dsp:cNvSpPr/>
      </dsp:nvSpPr>
      <dsp:spPr>
        <a:xfrm>
          <a:off x="162100" y="1798400"/>
          <a:ext cx="1710000" cy="26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2100" y="1798400"/>
        <a:ext cx="1710000" cy="266400"/>
      </dsp:txXfrm>
    </dsp:sp>
    <dsp:sp modelId="{C62C27A0-9A67-47C7-8978-E43D3996C1C9}">
      <dsp:nvSpPr>
        <dsp:cNvPr id="0" name=""/>
        <dsp:cNvSpPr/>
      </dsp:nvSpPr>
      <dsp:spPr>
        <a:xfrm>
          <a:off x="117100" y="2360000"/>
          <a:ext cx="1800000" cy="1800000"/>
        </a:xfrm>
        <a:prstGeom prst="ellipse">
          <a:avLst/>
        </a:prstGeom>
        <a:solidFill>
          <a:schemeClr val="accent1">
            <a:tint val="7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854254-D189-4785-97F1-5335196FB5EE}">
      <dsp:nvSpPr>
        <dsp:cNvPr id="0" name=""/>
        <dsp:cNvSpPr/>
      </dsp:nvSpPr>
      <dsp:spPr>
        <a:xfrm>
          <a:off x="2190700" y="920000"/>
          <a:ext cx="1800000" cy="32400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3C1BEA-D6F4-435C-B189-A1D93428B84A}">
      <dsp:nvSpPr>
        <dsp:cNvPr id="0" name=""/>
        <dsp:cNvSpPr/>
      </dsp:nvSpPr>
      <dsp:spPr>
        <a:xfrm>
          <a:off x="2235700" y="1438400"/>
          <a:ext cx="1710000" cy="3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Node Two has a longer label</a:t>
          </a:r>
        </a:p>
      </dsp:txBody>
      <dsp:txXfrm>
        <a:off x="2235700" y="1438400"/>
        <a:ext cx="1710000" cy="360000"/>
      </dsp:txXfrm>
    </dsp:sp>
    <dsp:sp modelId="{DEC72677-19B1-49D3-BE15-133AFA102050}">
      <dsp:nvSpPr>
        <dsp:cNvPr id="0" name=""/>
        <dsp:cNvSpPr/>
      </dsp:nvSpPr>
      <dsp:spPr>
        <a:xfrm>
          <a:off x="2235700" y="1798400"/>
          <a:ext cx="1710000" cy="26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/>
            <a:t>Node Three</a:t>
          </a:r>
        </a:p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235700" y="1798400"/>
        <a:ext cx="1710000" cy="266400"/>
      </dsp:txXfrm>
    </dsp:sp>
    <dsp:sp modelId="{804F1C1D-FC50-4FA6-A3B5-192E71B1AC4E}">
      <dsp:nvSpPr>
        <dsp:cNvPr id="0" name=""/>
        <dsp:cNvSpPr/>
      </dsp:nvSpPr>
      <dsp:spPr>
        <a:xfrm>
          <a:off x="2190700" y="2360000"/>
          <a:ext cx="1800000" cy="1800000"/>
        </a:xfrm>
        <a:prstGeom prst="ellipse">
          <a:avLst/>
        </a:prstGeom>
        <a:solidFill>
          <a:schemeClr val="accent1">
            <a:tint val="7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1554A-9230-4E2D-9447-30BA1C8E255E}">
      <dsp:nvSpPr>
        <dsp:cNvPr id="0" name=""/>
        <dsp:cNvSpPr/>
      </dsp:nvSpPr>
      <dsp:spPr>
        <a:xfrm>
          <a:off x="4264300" y="920000"/>
          <a:ext cx="1800000" cy="32400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BB32B-241F-4953-9A6E-6506302C336D}">
      <dsp:nvSpPr>
        <dsp:cNvPr id="0" name=""/>
        <dsp:cNvSpPr/>
      </dsp:nvSpPr>
      <dsp:spPr>
        <a:xfrm>
          <a:off x="4309300" y="1438400"/>
          <a:ext cx="1710000" cy="3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Node Four</a:t>
          </a:r>
        </a:p>
      </dsp:txBody>
      <dsp:txXfrm>
        <a:off x="4309300" y="1438400"/>
        <a:ext cx="1710000" cy="360000"/>
      </dsp:txXfrm>
    </dsp:sp>
    <dsp:sp modelId="{15EDE84C-D11B-44D8-B950-B931257D0963}">
      <dsp:nvSpPr>
        <dsp:cNvPr id="0" name=""/>
        <dsp:cNvSpPr/>
      </dsp:nvSpPr>
      <dsp:spPr>
        <a:xfrm>
          <a:off x="4309300" y="1798400"/>
          <a:ext cx="1710000" cy="26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09300" y="1798400"/>
        <a:ext cx="1710000" cy="266400"/>
      </dsp:txXfrm>
    </dsp:sp>
    <dsp:sp modelId="{9BC2BF6A-9C3C-4141-90FE-D4ED568C151A}">
      <dsp:nvSpPr>
        <dsp:cNvPr id="0" name=""/>
        <dsp:cNvSpPr/>
      </dsp:nvSpPr>
      <dsp:spPr>
        <a:xfrm>
          <a:off x="4264300" y="2360000"/>
          <a:ext cx="1800000" cy="1800000"/>
        </a:xfrm>
        <a:prstGeom prst="ellipse">
          <a:avLst/>
        </a:prstGeom>
        <a:solidFill>
          <a:schemeClr val="accent1">
            <a:tint val="7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1A9A68-4BB1-4588-861B-D3FFC9BB4DBB}">
      <dsp:nvSpPr>
        <dsp:cNvPr id="0" name=""/>
        <dsp:cNvSpPr/>
      </dsp:nvSpPr>
      <dsp:spPr>
        <a:xfrm>
          <a:off x="6337899" y="920000"/>
          <a:ext cx="1800000" cy="3240000"/>
        </a:xfrm>
        <a:prstGeom prst="roundRect">
          <a:avLst>
            <a:gd name="adj" fmla="val 5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C44A2-B5AA-415E-B2A2-366256F44F38}">
      <dsp:nvSpPr>
        <dsp:cNvPr id="0" name=""/>
        <dsp:cNvSpPr/>
      </dsp:nvSpPr>
      <dsp:spPr>
        <a:xfrm>
          <a:off x="6382899" y="1438400"/>
          <a:ext cx="1710000" cy="3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kern="1200"/>
            <a:t>Node Five</a:t>
          </a:r>
        </a:p>
      </dsp:txBody>
      <dsp:txXfrm>
        <a:off x="6382899" y="1438400"/>
        <a:ext cx="1710000" cy="360000"/>
      </dsp:txXfrm>
    </dsp:sp>
    <dsp:sp modelId="{F4F79AB2-CAE5-483C-95EB-996B2259D030}">
      <dsp:nvSpPr>
        <dsp:cNvPr id="0" name=""/>
        <dsp:cNvSpPr/>
      </dsp:nvSpPr>
      <dsp:spPr>
        <a:xfrm>
          <a:off x="6382899" y="1798400"/>
          <a:ext cx="1710000" cy="266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382899" y="1798400"/>
        <a:ext cx="1710000" cy="266400"/>
      </dsp:txXfrm>
    </dsp:sp>
    <dsp:sp modelId="{33054753-91A1-4FD0-8C83-CA2A19736551}">
      <dsp:nvSpPr>
        <dsp:cNvPr id="0" name=""/>
        <dsp:cNvSpPr/>
      </dsp:nvSpPr>
      <dsp:spPr>
        <a:xfrm>
          <a:off x="6337899" y="2360000"/>
          <a:ext cx="1800000" cy="1800000"/>
        </a:xfrm>
        <a:prstGeom prst="ellipse">
          <a:avLst/>
        </a:prstGeom>
        <a:solidFill>
          <a:schemeClr val="accent1">
            <a:tint val="7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MeetTheTeamCardVertical">
  <dgm:title val=""/>
  <dgm:desc val=""/>
  <dgm:catLst>
    <dgm:cat type="meettheteam" pri="102"/>
    <dgm:cat type="pictureconvert" pri="33000"/>
  </dgm:catLst>
  <dgm:sampData>
    <dgm:dataModel>
      <dgm:ptLst>
        <dgm:pt modelId="0" type="doc"/>
        <dgm:pt modelId="10">
          <dgm:prSet phldrT="Name" phldr="1"/>
        </dgm:pt>
        <dgm:pt modelId="11">
          <dgm:prSet phldrT="Role" phldr="1"/>
        </dgm:pt>
        <dgm:pt modelId="20">
          <dgm:prSet phldrT="Name" phldr="1"/>
        </dgm:pt>
        <dgm:pt modelId="21">
          <dgm:prSet phldrT="Role" phldr="1"/>
        </dgm:pt>
        <dgm:pt modelId="30">
          <dgm:prSet phldrT="Name" phldr="1"/>
        </dgm:pt>
        <dgm:pt modelId="31">
          <dgm:prSet phldrT="Role" phldr="1"/>
        </dgm:pt>
        <dgm:pt modelId="40">
          <dgm:prSet phldrT="Name" phldr="1"/>
        </dgm:pt>
        <dgm:pt modelId="41">
          <dgm:prSet phldrT="Role" phldr="1"/>
        </dgm:pt>
      </dgm:ptLst>
      <dgm:cxnLst>
        <dgm:cxn modelId="100" srcId="0" destId="10" srcOrd="0" destOrd="0"/>
        <dgm:cxn modelId="101" srcId="10" destId="11" srcOrd="0" destOrd="0"/>
        <dgm:cxn modelId="102" srcId="0" destId="20" srcOrd="1" destOrd="0"/>
        <dgm:cxn modelId="103" srcId="20" destId="21" srcOrd="0" destOrd="0"/>
        <dgm:cxn modelId="104" srcId="0" destId="30" srcOrd="2" destOrd="0"/>
        <dgm:cxn modelId="105" srcId="30" destId="31" srcOrd="0" destOrd="0"/>
        <dgm:cxn modelId="106" srcId="0" destId="40" srcOrd="3" destOrd="0"/>
        <dgm:cxn modelId="107" srcId="40" destId="4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52"/>
          <dgm:constr type="sp" refType="w" refFor="ch" refForName="compNode" op="equ" fact="0.25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52"/>
          <dgm:constr type="sp" refType="w" refFor="ch" refForName="compNode" op="equ" fact="0.25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52"/>
          <dgm:constr type="sp" refType="w" refFor="ch" refForName="compNode" op="equ" fact="0.25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52"/>
          <dgm:constr type="sp" refType="w" refFor="ch" refForName="compNode" op="equ" fact="0.25"/>
          <dgm:constr type="primFontSz" for="des" forName="nameText" op="equ" val="18"/>
          <dgm:constr type="primFontSz" for="des" forName="roleText" op="equ" val="14"/>
          <dgm:constr type="h" for="des" forName="compNode" op="equ"/>
          <dgm:constr type="h" for="des" forName="nameText" op="equ"/>
          <dgm:constr type="h" for="des" forName="roleTex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bgCard" refType="w"/>
          <dgm:constr type="h" for="ch" forName="bgCard" refType="w" refFor="ch" refForName="bgCard" fact="1.8"/>
          <dgm:constr type="t" for="ch" forName="bgCard"/>
          <dgm:constr type="l" for="ch" forName="bgCard"/>
          <dgm:constr type="w" for="ch" forName="nameText" refType="w" fact="0.95"/>
          <dgm:constr type="h" for="ch" forName="nameText" val="10"/>
          <dgm:constr type="ctrX" for="ch" forName="nameText" refType="w" fact="0.5"/>
          <dgm:constr type="t" for="ch" forName="nameText" refType="h" refFor="ch" refForName="bgCard" fact="0.16"/>
          <dgm:constr type="w" for="ch" forName="roleText" refType="w" fact="0.95"/>
          <dgm:constr type="h" for="ch" forName="roleText" val="7.4"/>
          <dgm:constr type="ctrX" for="ch" forName="roleText" refType="w" fact="0.5"/>
          <dgm:constr type="t" for="ch" forName="roleText" refType="b" refFor="ch" refForName="nameText"/>
          <dgm:constr type="w" for="ch" forName="photoCircle" refType="w"/>
          <dgm:constr type="h" for="ch" forName="photoCircle" refType="w" refFor="ch" refForName="photoCircle"/>
          <dgm:constr type="ctrX" for="ch" forName="photoCircle" refType="w" fact="0.5"/>
          <dgm:constr type="b" for="ch" forName="photoCircle" refType="b" refFor="ch" refForName="bgCard"/>
        </dgm:constrLst>
        <dgm:ruleLst>
          <dgm:rule type="h" val="INF" fact="NaN" max="NaN"/>
        </dgm:ruleLst>
        <dgm:layoutNode name="bgCard" styleLbl="node1NoLn">
          <dgm:alg type="sp"/>
          <dgm:shape xmlns:r="http://schemas.openxmlformats.org/officeDocument/2006/relationships" type="roundRect" r:blip="">
            <dgm:adjLst>
              <dgm:adj idx="1" val="0.5"/>
            </dgm:adjLst>
          </dgm:shape>
          <dgm:presOf/>
          <dgm:constrLst/>
          <dgm:ruleLst/>
        </dgm:layoutNode>
        <dgm:layoutNode name="nameText" styleLbl="revTxLt">
          <dgm:varLst>
            <dgm:chMax val="1"/>
            <dgm:chPref val="1"/>
          </dgm:varLst>
          <dgm:alg type="tx">
            <dgm:param type="txAnchorVert" val="b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  <dgm:layoutNode name="roleText" styleLbl="revTxLt">
          <dgm:varLst>
            <dgm:chMax val="0"/>
          </dgm:varLst>
          <dgm:alg type="tx">
            <dgm:param type="txAnchorVert" val="b"/>
            <dgm:param type="txAnchorHorzCh" val="ct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  <dgm:rule type="h" val="INF" fact="NaN" max="NaN"/>
          </dgm:ruleLst>
        </dgm:layoutNode>
        <dgm:layoutNode name="photoCircle" styleLbl="ltNode1NoLn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6F047-2117-442B-7FEA-0BCCA2396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31EAD-9A4F-2C07-3BC6-8709D83C2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8EE66-76AF-D258-D6D4-BDD508C17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13D0F-BC82-8D72-7B9B-8D5C8B64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6F8FA-4D90-CA87-B98D-6E095C2C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7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67AB1-0225-C5E8-8596-B56DD077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66670-4FF0-7101-BD79-EA1F2D6BF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FF173-8F18-0EFE-C39E-1F196DCF1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65CD0-219D-6ECB-8300-C70B2C580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DFD9C-F74C-1BB8-48E0-C8402F9E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87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53EC-18DC-A850-04D8-CDDA3AD03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94557-850B-26F0-C436-35CF3E546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3109-4C79-7D65-6B93-263194C63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D8B41-E51D-D93D-4863-90CB9EB42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E96E1-3283-E37B-53F9-74447367E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8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4E526-0ACD-00C0-F81A-FDC95758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6C37C-3756-311E-9FEF-AE3EBEF7D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ACDBCD-B96F-BA2C-E053-DEDC3C807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1EB83-E581-CF9C-02B3-87A08C22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01C24-01B2-6933-9B65-535C1A7F8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29ADC-0FAE-7546-FEBC-68F901EC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9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64FE0-8D1F-44E1-68A1-477CF3E43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8DC64A-8892-1E09-9C7B-2BB4C8253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52B668-9A82-C5C6-ADBB-747E413FF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2AA199-DAA3-8559-C99F-0AAF63AF8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8E085-79E8-50A6-CA1E-0B8DAFBCFE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230C93-1456-6580-D192-0A841C44E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474FB-7F6D-CA1A-DD98-53A864FEB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A2746F-8990-3781-87DF-AA9A127A3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23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5CBA0-4C97-E1D7-9470-9060832F5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07445B-00A0-9FEA-F2CE-5F83F234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6683D9-C65A-61A9-A7B0-15554690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EDA619-A47D-0841-13C4-C93BE410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8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F20D5-56D7-DA2D-69D6-945D05E3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5BEE4C-03D9-9003-F74A-6FE321E0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536B5-1862-E2D2-1E68-A882E98F2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35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2EB96-8D33-6B6C-F4A1-DF3FD218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C6BE5-E910-F0F5-FE7B-EA6572ABA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DFDEEA-B18D-C0E8-7998-162D26A1B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DE109-4ED1-9989-C6D9-A372C9F5E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17298-E6DD-06C8-A34B-787D0ADE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C41D4-C8A8-6FE3-588B-7199016C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7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57484-B290-519E-9A12-E931203A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6CDFF1-9CC0-FB6E-5DE6-7873D9DB6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259362-355D-D727-290A-3E730BBFDF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088D9-3569-4AD8-939E-FCC0134EB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A2F73-F21C-86E2-98C3-FEA59F06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8938DF-E46D-791D-40AD-9CBEF2BCE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10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D737-F799-724B-7D8F-25F9A8779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E1D504-B00E-2782-2D16-4E845F03D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5A4F8-E502-2C3E-5BA5-C28086BBB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FC4A9-1226-7F81-E9C6-8A504E2DF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055F-2DFA-7206-EABE-D3258282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78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BC3A4-5D03-A93F-B213-21E3673ECF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C77733-7623-8D1B-A10A-E44F15CF7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769B0-BE0B-651F-ED7D-614B0E22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0F449-D5E8-5E1B-7ADD-1FE96242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359C6-2AD4-CE2B-0884-20EFCCA14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4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541C67-A93D-BD64-5D10-A5BF135A2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1AD34-FBD3-B4E0-0AA8-5671BCDE1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8DDD7-AECE-4D43-6741-21B75A3A8E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AACB5E-7F2D-47A3-9BFB-45DB6E74810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C4A3B-8264-DCC1-0F80-DE24E87E4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02CD3-3B46-8AF5-A753-229248F5C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603EBA-F2C3-4465-862C-3E342A35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62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7CF8006-0512-817A-EB96-09853CFA96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539403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864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2026-09-06T08:15:17Z</dcterms:created>
  <dcterms:modified xsi:type="dcterms:W3CDTF">2026-09-06T08:15:17Z</dcterms:modified>
</cp:coreProperties>
</file>