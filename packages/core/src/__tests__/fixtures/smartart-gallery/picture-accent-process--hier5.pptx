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81D741-9D34-4104-B1F2-1C884EB19CBC}" type="doc">
      <dgm:prSet loTypeId="urn:microsoft.com/office/officeart/2005/8/layout/hProcess10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7F49DA-E794-44E8-8D83-345ECEBABBE0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8925E5EE-F0D7-4467-9065-EB47E998190A}" type="parTrans" cxnId="{AD2F7E08-6748-49CB-9909-6347D938D918}">
      <dgm:prSet/>
      <dgm:spPr/>
    </dgm:pt>
    <dgm:pt modelId="{40DB3A94-B437-44A7-9BEA-217173E8F7A8}" type="sibTrans" cxnId="{AD2F7E08-6748-49CB-9909-6347D938D918}">
      <dgm:prSet/>
      <dgm:spPr/>
      <dgm:t>
        <a:bodyPr/>
        <a:lstStyle/>
        <a:p>
          <a:endParaRPr lang="en-US"/>
        </a:p>
      </dgm:t>
    </dgm:pt>
    <dgm:pt modelId="{7429F863-2A22-4E8C-89AD-E65C31E143FC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073CB171-8571-41C9-9348-EDBFC9C6779D}" type="parTrans" cxnId="{B4D7E122-4373-4C84-ACE9-C243B7E53771}">
      <dgm:prSet/>
      <dgm:spPr/>
    </dgm:pt>
    <dgm:pt modelId="{3F3891DC-EE76-4C4A-AAFE-F00A8CB5F631}" type="sibTrans" cxnId="{B4D7E122-4373-4C84-ACE9-C243B7E53771}">
      <dgm:prSet/>
      <dgm:spPr/>
      <dgm:t>
        <a:bodyPr/>
        <a:lstStyle/>
        <a:p>
          <a:endParaRPr lang="en-US"/>
        </a:p>
      </dgm:t>
    </dgm:pt>
    <dgm:pt modelId="{A266E0ED-E69F-4282-BA90-FD4AC54B579D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A72F0DDB-B0B0-49D4-94F2-746634F5B193}" type="parTrans" cxnId="{196BCA97-9161-4DFF-BAF1-30A35E9EA4B3}">
      <dgm:prSet/>
      <dgm:spPr/>
    </dgm:pt>
    <dgm:pt modelId="{F54E755B-187E-4510-B154-D27FA7EB1380}" type="sibTrans" cxnId="{196BCA97-9161-4DFF-BAF1-30A35E9EA4B3}">
      <dgm:prSet/>
      <dgm:spPr/>
      <dgm:t>
        <a:bodyPr/>
        <a:lstStyle/>
        <a:p>
          <a:endParaRPr lang="en-US"/>
        </a:p>
      </dgm:t>
    </dgm:pt>
    <dgm:pt modelId="{7B6AC5A2-1127-418F-A890-D31F492B7A60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E32DC6E8-36EE-4412-9ADE-ADE97B7705A6}" type="parTrans" cxnId="{217237DF-C522-4BA2-87D4-72554E3E068C}">
      <dgm:prSet/>
      <dgm:spPr/>
    </dgm:pt>
    <dgm:pt modelId="{14A6FD42-A5D9-4C4C-8A87-97CA5FE9D8BF}" type="sibTrans" cxnId="{217237DF-C522-4BA2-87D4-72554E3E068C}">
      <dgm:prSet/>
      <dgm:spPr/>
      <dgm:t>
        <a:bodyPr/>
        <a:lstStyle/>
        <a:p>
          <a:endParaRPr lang="en-US"/>
        </a:p>
      </dgm:t>
    </dgm:pt>
    <dgm:pt modelId="{D4ADD1D6-CDC6-4F33-AB79-AA82BDB7EBED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57302BCF-0739-4AD9-846A-298342E2B94E}" type="parTrans" cxnId="{187A20CC-4350-40B2-9890-B0CBBC17BE4F}">
      <dgm:prSet/>
      <dgm:spPr/>
    </dgm:pt>
    <dgm:pt modelId="{78D720EE-4C21-442F-87DB-A21DC7EA47E8}" type="sibTrans" cxnId="{187A20CC-4350-40B2-9890-B0CBBC17BE4F}">
      <dgm:prSet/>
      <dgm:spPr/>
    </dgm:pt>
    <dgm:pt modelId="{9C146411-DC35-4706-AB7B-6128B7CD99E7}" type="pres">
      <dgm:prSet presAssocID="{5481D741-9D34-4104-B1F2-1C884EB19CBC}" presName="Name0" presStyleCnt="0">
        <dgm:presLayoutVars>
          <dgm:dir/>
          <dgm:resizeHandles val="exact"/>
        </dgm:presLayoutVars>
      </dgm:prSet>
      <dgm:spPr/>
    </dgm:pt>
    <dgm:pt modelId="{3C8AC50F-D67B-4544-991C-D8C9B608BF48}" type="pres">
      <dgm:prSet presAssocID="{0A7F49DA-E794-44E8-8D83-345ECEBABBE0}" presName="composite" presStyleCnt="0"/>
      <dgm:spPr/>
    </dgm:pt>
    <dgm:pt modelId="{4011033D-4486-4ACC-9721-9B2F932DFC92}" type="pres">
      <dgm:prSet presAssocID="{0A7F49DA-E794-44E8-8D83-345ECEBABBE0}" presName="imagSh" presStyleLbl="bgImgPlace1" presStyleIdx="0" presStyleCnt="3"/>
      <dgm:spPr/>
    </dgm:pt>
    <dgm:pt modelId="{1E0CFDBA-9B51-4E8C-A8B8-9F26683D2BB7}" type="pres">
      <dgm:prSet presAssocID="{0A7F49DA-E794-44E8-8D83-345ECEBABBE0}" presName="txNode" presStyleLbl="node1" presStyleIdx="0" presStyleCnt="3">
        <dgm:presLayoutVars>
          <dgm:bulletEnabled val="1"/>
        </dgm:presLayoutVars>
      </dgm:prSet>
      <dgm:spPr/>
    </dgm:pt>
    <dgm:pt modelId="{BB56EEE7-8EF5-4A22-B173-1E3DF5543A0D}" type="pres">
      <dgm:prSet presAssocID="{40DB3A94-B437-44A7-9BEA-217173E8F7A8}" presName="sibTrans" presStyleLbl="sibTrans2D1" presStyleIdx="0" presStyleCnt="2"/>
      <dgm:spPr/>
    </dgm:pt>
    <dgm:pt modelId="{5F1E738B-85BF-4915-86E8-E73CA1446452}" type="pres">
      <dgm:prSet presAssocID="{40DB3A94-B437-44A7-9BEA-217173E8F7A8}" presName="connTx" presStyleLbl="sibTrans2D1" presStyleIdx="0" presStyleCnt="2"/>
      <dgm:spPr/>
    </dgm:pt>
    <dgm:pt modelId="{6B56FF08-6113-4EBA-91D8-900EDB62E7F4}" type="pres">
      <dgm:prSet presAssocID="{A266E0ED-E69F-4282-BA90-FD4AC54B579D}" presName="composite" presStyleCnt="0"/>
      <dgm:spPr/>
    </dgm:pt>
    <dgm:pt modelId="{726E8F11-E3D7-4B5C-8BF3-7442E4FC1855}" type="pres">
      <dgm:prSet presAssocID="{A266E0ED-E69F-4282-BA90-FD4AC54B579D}" presName="imagSh" presStyleLbl="bgImgPlace1" presStyleIdx="1" presStyleCnt="3"/>
      <dgm:spPr/>
    </dgm:pt>
    <dgm:pt modelId="{0421EAAF-4448-49C3-990B-FC89FE7B30FB}" type="pres">
      <dgm:prSet presAssocID="{A266E0ED-E69F-4282-BA90-FD4AC54B579D}" presName="txNode" presStyleLbl="node1" presStyleIdx="1" presStyleCnt="3">
        <dgm:presLayoutVars>
          <dgm:bulletEnabled val="1"/>
        </dgm:presLayoutVars>
      </dgm:prSet>
      <dgm:spPr/>
    </dgm:pt>
    <dgm:pt modelId="{29F0B4E7-C2C5-456A-9BDF-6E82E4C347D2}" type="pres">
      <dgm:prSet presAssocID="{F54E755B-187E-4510-B154-D27FA7EB1380}" presName="sibTrans" presStyleLbl="sibTrans2D1" presStyleIdx="1" presStyleCnt="2"/>
      <dgm:spPr/>
    </dgm:pt>
    <dgm:pt modelId="{A65ACB6C-4A37-4EBE-B594-4E3C06E31A94}" type="pres">
      <dgm:prSet presAssocID="{F54E755B-187E-4510-B154-D27FA7EB1380}" presName="connTx" presStyleLbl="sibTrans2D1" presStyleIdx="1" presStyleCnt="2"/>
      <dgm:spPr/>
    </dgm:pt>
    <dgm:pt modelId="{11B053CD-8AE5-47C7-B85B-31030E4E53AA}" type="pres">
      <dgm:prSet presAssocID="{7B6AC5A2-1127-418F-A890-D31F492B7A60}" presName="composite" presStyleCnt="0"/>
      <dgm:spPr/>
    </dgm:pt>
    <dgm:pt modelId="{F5B08D4D-22FE-4533-A13C-F274EC6DA7E5}" type="pres">
      <dgm:prSet presAssocID="{7B6AC5A2-1127-418F-A890-D31F492B7A60}" presName="imagSh" presStyleLbl="bgImgPlace1" presStyleIdx="2" presStyleCnt="3"/>
      <dgm:spPr/>
    </dgm:pt>
    <dgm:pt modelId="{8E32A4BE-9588-426C-8EEF-5C5A2AA7A16D}" type="pres">
      <dgm:prSet presAssocID="{7B6AC5A2-1127-418F-A890-D31F492B7A60}" presName="txNode" presStyleLbl="node1" presStyleIdx="2" presStyleCnt="3">
        <dgm:presLayoutVars>
          <dgm:bulletEnabled val="1"/>
        </dgm:presLayoutVars>
      </dgm:prSet>
      <dgm:spPr/>
    </dgm:pt>
  </dgm:ptLst>
  <dgm:cxnLst>
    <dgm:cxn modelId="{AD2F7E08-6748-49CB-9909-6347D938D918}" srcId="{5481D741-9D34-4104-B1F2-1C884EB19CBC}" destId="{0A7F49DA-E794-44E8-8D83-345ECEBABBE0}" srcOrd="0" destOrd="0" parTransId="{8925E5EE-F0D7-4467-9065-EB47E998190A}" sibTransId="{40DB3A94-B437-44A7-9BEA-217173E8F7A8}"/>
    <dgm:cxn modelId="{FDA2B40B-AACD-49BA-B2B3-598B6563972D}" type="presOf" srcId="{0A7F49DA-E794-44E8-8D83-345ECEBABBE0}" destId="{1E0CFDBA-9B51-4E8C-A8B8-9F26683D2BB7}" srcOrd="0" destOrd="0" presId="urn:microsoft.com/office/officeart/2005/8/layout/hProcess10"/>
    <dgm:cxn modelId="{B674A91C-646E-4272-B54F-48750487BB02}" type="presOf" srcId="{7429F863-2A22-4E8C-89AD-E65C31E143FC}" destId="{1E0CFDBA-9B51-4E8C-A8B8-9F26683D2BB7}" srcOrd="0" destOrd="1" presId="urn:microsoft.com/office/officeart/2005/8/layout/hProcess10"/>
    <dgm:cxn modelId="{B4D7E122-4373-4C84-ACE9-C243B7E53771}" srcId="{0A7F49DA-E794-44E8-8D83-345ECEBABBE0}" destId="{7429F863-2A22-4E8C-89AD-E65C31E143FC}" srcOrd="0" destOrd="0" parTransId="{073CB171-8571-41C9-9348-EDBFC9C6779D}" sibTransId="{3F3891DC-EE76-4C4A-AAFE-F00A8CB5F631}"/>
    <dgm:cxn modelId="{0084AD73-5217-4C57-8A52-760A7A5FE11A}" type="presOf" srcId="{40DB3A94-B437-44A7-9BEA-217173E8F7A8}" destId="{5F1E738B-85BF-4915-86E8-E73CA1446452}" srcOrd="1" destOrd="0" presId="urn:microsoft.com/office/officeart/2005/8/layout/hProcess10"/>
    <dgm:cxn modelId="{C23F6F7D-DA8F-4137-A610-F6C28E42175A}" type="presOf" srcId="{A266E0ED-E69F-4282-BA90-FD4AC54B579D}" destId="{0421EAAF-4448-49C3-990B-FC89FE7B30FB}" srcOrd="0" destOrd="0" presId="urn:microsoft.com/office/officeart/2005/8/layout/hProcess10"/>
    <dgm:cxn modelId="{E71FAD81-B9CD-46F3-96E6-C70B9E2DE4B4}" type="presOf" srcId="{D4ADD1D6-CDC6-4F33-AB79-AA82BDB7EBED}" destId="{8E32A4BE-9588-426C-8EEF-5C5A2AA7A16D}" srcOrd="0" destOrd="1" presId="urn:microsoft.com/office/officeart/2005/8/layout/hProcess10"/>
    <dgm:cxn modelId="{8F8D0290-C5E1-4409-8009-96F7F76202D4}" type="presOf" srcId="{7B6AC5A2-1127-418F-A890-D31F492B7A60}" destId="{8E32A4BE-9588-426C-8EEF-5C5A2AA7A16D}" srcOrd="0" destOrd="0" presId="urn:microsoft.com/office/officeart/2005/8/layout/hProcess10"/>
    <dgm:cxn modelId="{196BCA97-9161-4DFF-BAF1-30A35E9EA4B3}" srcId="{5481D741-9D34-4104-B1F2-1C884EB19CBC}" destId="{A266E0ED-E69F-4282-BA90-FD4AC54B579D}" srcOrd="1" destOrd="0" parTransId="{A72F0DDB-B0B0-49D4-94F2-746634F5B193}" sibTransId="{F54E755B-187E-4510-B154-D27FA7EB1380}"/>
    <dgm:cxn modelId="{93A83BAF-276D-41AF-BBC5-A000C2246161}" type="presOf" srcId="{40DB3A94-B437-44A7-9BEA-217173E8F7A8}" destId="{BB56EEE7-8EF5-4A22-B173-1E3DF5543A0D}" srcOrd="0" destOrd="0" presId="urn:microsoft.com/office/officeart/2005/8/layout/hProcess10"/>
    <dgm:cxn modelId="{8B0120B1-8C44-4E25-B31C-C5408443513F}" type="presOf" srcId="{5481D741-9D34-4104-B1F2-1C884EB19CBC}" destId="{9C146411-DC35-4706-AB7B-6128B7CD99E7}" srcOrd="0" destOrd="0" presId="urn:microsoft.com/office/officeart/2005/8/layout/hProcess10"/>
    <dgm:cxn modelId="{187A20CC-4350-40B2-9890-B0CBBC17BE4F}" srcId="{7B6AC5A2-1127-418F-A890-D31F492B7A60}" destId="{D4ADD1D6-CDC6-4F33-AB79-AA82BDB7EBED}" srcOrd="0" destOrd="0" parTransId="{57302BCF-0739-4AD9-846A-298342E2B94E}" sibTransId="{78D720EE-4C21-442F-87DB-A21DC7EA47E8}"/>
    <dgm:cxn modelId="{217237DF-C522-4BA2-87D4-72554E3E068C}" srcId="{5481D741-9D34-4104-B1F2-1C884EB19CBC}" destId="{7B6AC5A2-1127-418F-A890-D31F492B7A60}" srcOrd="2" destOrd="0" parTransId="{E32DC6E8-36EE-4412-9ADE-ADE97B7705A6}" sibTransId="{14A6FD42-A5D9-4C4C-8A87-97CA5FE9D8BF}"/>
    <dgm:cxn modelId="{B97B25EA-3FCC-4663-8042-8ADA1DF81F42}" type="presOf" srcId="{F54E755B-187E-4510-B154-D27FA7EB1380}" destId="{29F0B4E7-C2C5-456A-9BDF-6E82E4C347D2}" srcOrd="0" destOrd="0" presId="urn:microsoft.com/office/officeart/2005/8/layout/hProcess10"/>
    <dgm:cxn modelId="{32E87CF0-C66B-487C-9744-00102B4CDDDA}" type="presOf" srcId="{F54E755B-187E-4510-B154-D27FA7EB1380}" destId="{A65ACB6C-4A37-4EBE-B594-4E3C06E31A94}" srcOrd="1" destOrd="0" presId="urn:microsoft.com/office/officeart/2005/8/layout/hProcess10"/>
    <dgm:cxn modelId="{B220DBD9-B024-41F9-963E-7F7C8A376E89}" type="presParOf" srcId="{9C146411-DC35-4706-AB7B-6128B7CD99E7}" destId="{3C8AC50F-D67B-4544-991C-D8C9B608BF48}" srcOrd="0" destOrd="0" presId="urn:microsoft.com/office/officeart/2005/8/layout/hProcess10"/>
    <dgm:cxn modelId="{BB02F0D8-E640-42A0-BA19-861D5B4F2364}" type="presParOf" srcId="{3C8AC50F-D67B-4544-991C-D8C9B608BF48}" destId="{4011033D-4486-4ACC-9721-9B2F932DFC92}" srcOrd="0" destOrd="0" presId="urn:microsoft.com/office/officeart/2005/8/layout/hProcess10"/>
    <dgm:cxn modelId="{216A0413-7C7E-4B06-9AE5-EC4D88BA9931}" type="presParOf" srcId="{3C8AC50F-D67B-4544-991C-D8C9B608BF48}" destId="{1E0CFDBA-9B51-4E8C-A8B8-9F26683D2BB7}" srcOrd="1" destOrd="0" presId="urn:microsoft.com/office/officeart/2005/8/layout/hProcess10"/>
    <dgm:cxn modelId="{D1D4029C-4533-44EE-BECD-49F28B8D6FDD}" type="presParOf" srcId="{9C146411-DC35-4706-AB7B-6128B7CD99E7}" destId="{BB56EEE7-8EF5-4A22-B173-1E3DF5543A0D}" srcOrd="1" destOrd="0" presId="urn:microsoft.com/office/officeart/2005/8/layout/hProcess10"/>
    <dgm:cxn modelId="{A04A4BA8-00C7-4A23-AE24-F99CEC67CE53}" type="presParOf" srcId="{BB56EEE7-8EF5-4A22-B173-1E3DF5543A0D}" destId="{5F1E738B-85BF-4915-86E8-E73CA1446452}" srcOrd="0" destOrd="0" presId="urn:microsoft.com/office/officeart/2005/8/layout/hProcess10"/>
    <dgm:cxn modelId="{6999F1ED-A1C4-4593-B8E3-951C0C3CAE78}" type="presParOf" srcId="{9C146411-DC35-4706-AB7B-6128B7CD99E7}" destId="{6B56FF08-6113-4EBA-91D8-900EDB62E7F4}" srcOrd="2" destOrd="0" presId="urn:microsoft.com/office/officeart/2005/8/layout/hProcess10"/>
    <dgm:cxn modelId="{4A4E8B25-5475-41BA-AE70-E25938A4F1A0}" type="presParOf" srcId="{6B56FF08-6113-4EBA-91D8-900EDB62E7F4}" destId="{726E8F11-E3D7-4B5C-8BF3-7442E4FC1855}" srcOrd="0" destOrd="0" presId="urn:microsoft.com/office/officeart/2005/8/layout/hProcess10"/>
    <dgm:cxn modelId="{D46B16E2-4D2A-422E-B298-70906127A715}" type="presParOf" srcId="{6B56FF08-6113-4EBA-91D8-900EDB62E7F4}" destId="{0421EAAF-4448-49C3-990B-FC89FE7B30FB}" srcOrd="1" destOrd="0" presId="urn:microsoft.com/office/officeart/2005/8/layout/hProcess10"/>
    <dgm:cxn modelId="{02D6AE44-3F31-44BE-9DC5-EBC046892A16}" type="presParOf" srcId="{9C146411-DC35-4706-AB7B-6128B7CD99E7}" destId="{29F0B4E7-C2C5-456A-9BDF-6E82E4C347D2}" srcOrd="3" destOrd="0" presId="urn:microsoft.com/office/officeart/2005/8/layout/hProcess10"/>
    <dgm:cxn modelId="{F421D3AF-0218-46EC-B351-9B9122346C5D}" type="presParOf" srcId="{29F0B4E7-C2C5-456A-9BDF-6E82E4C347D2}" destId="{A65ACB6C-4A37-4EBE-B594-4E3C06E31A94}" srcOrd="0" destOrd="0" presId="urn:microsoft.com/office/officeart/2005/8/layout/hProcess10"/>
    <dgm:cxn modelId="{D9AE23A9-323A-4B1F-A187-DE112E8E80FE}" type="presParOf" srcId="{9C146411-DC35-4706-AB7B-6128B7CD99E7}" destId="{11B053CD-8AE5-47C7-B85B-31030E4E53AA}" srcOrd="4" destOrd="0" presId="urn:microsoft.com/office/officeart/2005/8/layout/hProcess10"/>
    <dgm:cxn modelId="{7E41C2DB-B02C-46B2-8D80-2865B1B73149}" type="presParOf" srcId="{11B053CD-8AE5-47C7-B85B-31030E4E53AA}" destId="{F5B08D4D-22FE-4533-A13C-F274EC6DA7E5}" srcOrd="0" destOrd="0" presId="urn:microsoft.com/office/officeart/2005/8/layout/hProcess10"/>
    <dgm:cxn modelId="{44BEA4C7-2431-4590-8DCF-6AE9E87D0B53}" type="presParOf" srcId="{11B053CD-8AE5-47C7-B85B-31030E4E53AA}" destId="{8E32A4BE-9588-426C-8EEF-5C5A2AA7A16D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11033D-4486-4ACC-9721-9B2F932DFC92}">
      <dsp:nvSpPr>
        <dsp:cNvPr id="0" name=""/>
        <dsp:cNvSpPr/>
      </dsp:nvSpPr>
      <dsp:spPr>
        <a:xfrm>
          <a:off x="4105" y="992574"/>
          <a:ext cx="1934281" cy="1934281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0CFDBA-9B51-4E8C-A8B8-9F26683D2BB7}">
      <dsp:nvSpPr>
        <dsp:cNvPr id="0" name=""/>
        <dsp:cNvSpPr/>
      </dsp:nvSpPr>
      <dsp:spPr>
        <a:xfrm>
          <a:off x="318988" y="2153143"/>
          <a:ext cx="1934281" cy="19342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One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Node Two has a longer label</a:t>
          </a:r>
        </a:p>
      </dsp:txBody>
      <dsp:txXfrm>
        <a:off x="375641" y="2209796"/>
        <a:ext cx="1820975" cy="1820975"/>
      </dsp:txXfrm>
    </dsp:sp>
    <dsp:sp modelId="{BB56EEE7-8EF5-4A22-B173-1E3DF5543A0D}">
      <dsp:nvSpPr>
        <dsp:cNvPr id="0" name=""/>
        <dsp:cNvSpPr/>
      </dsp:nvSpPr>
      <dsp:spPr>
        <a:xfrm>
          <a:off x="2310973" y="1727324"/>
          <a:ext cx="372585" cy="4647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310973" y="1820280"/>
        <a:ext cx="260810" cy="278868"/>
      </dsp:txXfrm>
    </dsp:sp>
    <dsp:sp modelId="{726E8F11-E3D7-4B5C-8BF3-7442E4FC1855}">
      <dsp:nvSpPr>
        <dsp:cNvPr id="0" name=""/>
        <dsp:cNvSpPr/>
      </dsp:nvSpPr>
      <dsp:spPr>
        <a:xfrm>
          <a:off x="3002917" y="992574"/>
          <a:ext cx="1934281" cy="1934281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21EAAF-4448-49C3-990B-FC89FE7B30FB}">
      <dsp:nvSpPr>
        <dsp:cNvPr id="0" name=""/>
        <dsp:cNvSpPr/>
      </dsp:nvSpPr>
      <dsp:spPr>
        <a:xfrm>
          <a:off x="3317800" y="2153143"/>
          <a:ext cx="1934281" cy="19342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Three</a:t>
          </a:r>
        </a:p>
      </dsp:txBody>
      <dsp:txXfrm>
        <a:off x="3374453" y="2209796"/>
        <a:ext cx="1820975" cy="1820975"/>
      </dsp:txXfrm>
    </dsp:sp>
    <dsp:sp modelId="{29F0B4E7-C2C5-456A-9BDF-6E82E4C347D2}">
      <dsp:nvSpPr>
        <dsp:cNvPr id="0" name=""/>
        <dsp:cNvSpPr/>
      </dsp:nvSpPr>
      <dsp:spPr>
        <a:xfrm>
          <a:off x="5309784" y="1727324"/>
          <a:ext cx="372585" cy="4647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309784" y="1820280"/>
        <a:ext cx="260810" cy="278868"/>
      </dsp:txXfrm>
    </dsp:sp>
    <dsp:sp modelId="{F5B08D4D-22FE-4533-A13C-F274EC6DA7E5}">
      <dsp:nvSpPr>
        <dsp:cNvPr id="0" name=""/>
        <dsp:cNvSpPr/>
      </dsp:nvSpPr>
      <dsp:spPr>
        <a:xfrm>
          <a:off x="6001729" y="992574"/>
          <a:ext cx="1934281" cy="1934281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32A4BE-9588-426C-8EEF-5C5A2AA7A16D}">
      <dsp:nvSpPr>
        <dsp:cNvPr id="0" name=""/>
        <dsp:cNvSpPr/>
      </dsp:nvSpPr>
      <dsp:spPr>
        <a:xfrm>
          <a:off x="6316612" y="2153143"/>
          <a:ext cx="1934281" cy="19342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Four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Node Five</a:t>
          </a:r>
        </a:p>
      </dsp:txBody>
      <dsp:txXfrm>
        <a:off x="6373265" y="2209796"/>
        <a:ext cx="1820975" cy="18209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4C85B-8120-E77E-9EA3-A273C02F1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F75021-CA2A-8BD7-757C-804E19436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997F2-A19F-BA72-B353-FD666A23E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706E8-0614-483B-9329-AC38C7BF0E3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B1562-E01C-E5D9-BB73-633A0F898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0FA20-9980-1E46-DAE3-23E7EE70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7A356-FDA5-4B1E-A508-023B001EA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55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4FCEB-90CA-26AD-25B2-2DE0220D4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31923-ADDE-E4F6-1BAB-82992C3C0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7246E-F4F3-339D-86D3-200E68C0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706E8-0614-483B-9329-AC38C7BF0E3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AE962-1671-9AE1-7C0F-067CE3A42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C69AD-D010-5FE2-EBF9-F4FBA758E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7A356-FDA5-4B1E-A508-023B001EA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578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2A44A-D614-3417-F6F7-A3ED526F2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C6730-7AA6-F712-8128-E00FA2157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B6DD3-E3EA-CBB2-5815-040BB8904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706E8-0614-483B-9329-AC38C7BF0E3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B0A36-FD82-23E7-0C7E-C91227610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0E3BA-906D-AD5D-63E4-10D4B2AC9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7A356-FDA5-4B1E-A508-023B001EA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194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1F8C2-C946-FFFC-42F0-3A5DFD5B6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B1774-EA58-FD86-712F-912F7E1FC5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0B9D1-C139-656C-60AD-D348BD690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1ADCC-18D4-595F-4965-D98F51727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706E8-0614-483B-9329-AC38C7BF0E3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413BD-8076-2736-8F8B-DB77717A1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24079-0891-4D26-A819-FAB131E80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7A356-FDA5-4B1E-A508-023B001EA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88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5241F-32E8-247F-97BB-78CAC758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474D4-C2A2-3F84-272D-C5D464898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074CB-BD5A-8089-26DE-C6F087A58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FC206F-C4B0-D476-F6C3-DEC84878F0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F9C6FA-2223-B405-463F-56A1750152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3F5C21-D6E8-0479-7B15-701B24216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706E8-0614-483B-9329-AC38C7BF0E3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77A850-72D9-7D9F-AA6C-5BC0CCF44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AC0EBA-90BB-8445-44C5-BBDBCE67E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7A356-FDA5-4B1E-A508-023B001EA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6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667DE-FD51-29DF-7884-1980E1725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622C18-1EE8-5353-7DBE-3A43AAC71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706E8-0614-483B-9329-AC38C7BF0E3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A9B5C1-052C-F142-5FA3-36F4E23D0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4E66B0-A1D6-D570-A5BB-0E77E62C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7A356-FDA5-4B1E-A508-023B001EA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41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617B34-2107-AEB4-7AD7-C1C500F96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706E8-0614-483B-9329-AC38C7BF0E3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425E52-0C7A-2543-BCDA-F4888DF7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60BC3-3EA4-8D9E-A4B1-DF98CBE5D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7A356-FDA5-4B1E-A508-023B001EA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19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21D57-5C1C-7DA6-8AF3-0B278E2C3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865A8-AEF5-34D8-A80A-95ABD3C1F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0E3CB1-48D8-824F-2CF9-4320C90786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9276E-CF8E-1842-39A5-5E79083E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706E8-0614-483B-9329-AC38C7BF0E3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A2E2E-0092-781C-DC80-4B4F009A3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2E3FCF-60C4-3582-7633-FF03CF78C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7A356-FDA5-4B1E-A508-023B001EA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19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BD47A-617B-B6C0-1A5A-38A0EA904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FE37D4-C062-8B31-67E8-B3E7257BDF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F6103-1FB6-F365-E9B1-544C33625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A0F376-36DB-8FBC-031F-B2D21222B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706E8-0614-483B-9329-AC38C7BF0E3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10E1F-4736-BF67-3F95-6FB9A72BC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FACBF-6FC5-8C03-9011-7DC59FF7C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7A356-FDA5-4B1E-A508-023B001EA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53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EA9A1-D785-55CF-4FDF-520FFD88F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E9A167-2C3E-831F-CD4E-ACC15263A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89C50-1EDD-2BE5-F6C5-224CDC0C6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706E8-0614-483B-9329-AC38C7BF0E3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D2E43-1D1D-ED7C-31FB-7F1587CDC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22DF2-3CC1-4588-17E4-58F764945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7A356-FDA5-4B1E-A508-023B001EA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334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090799-30A7-120D-3ED7-1E0FE9B022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1531CA-178D-2B4E-37FF-867126771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08F66-33EA-4724-CC57-2990181B8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706E8-0614-483B-9329-AC38C7BF0E3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7F680-20A9-290E-43B6-877885A16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8A042-4D5E-69E2-39A3-FE1A14A37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7A356-FDA5-4B1E-A508-023B001EA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356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C8DD81-6707-07B0-BF12-B0BF5CD14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BD8C0-0D06-91B5-AE79-99C7703F8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64A1B-5C9B-5B40-160A-D3EBFC7C74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8706E8-0614-483B-9329-AC38C7BF0E3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D9ADC-4DF4-0819-16CE-70FDEA28C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BD2B1-71D4-6FB5-1895-52AF6352E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C7A356-FDA5-4B1E-A508-023B001EAD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83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CAEB216-CDBA-064A-6394-03E33CEA0B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254191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6229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2026-09-06T08:13:23Z</dcterms:created>
  <dcterms:modified xsi:type="dcterms:W3CDTF">2026-09-06T08:13:23Z</dcterms:modified>
</cp:coreProperties>
</file>