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6F2F32-109E-417A-81B8-98A3C97CF61A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</dgm:pt>
    <dgm:pt modelId="{4EAE5627-B430-4372-85AB-F900825E744A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9D9FF6A4-93DB-468B-89C5-0DAB59617D95}" type="parTrans" cxnId="{45E237A5-3A8F-4B43-AF59-1830BD962C83}">
      <dgm:prSet/>
      <dgm:spPr/>
    </dgm:pt>
    <dgm:pt modelId="{114F278D-1C80-464C-BD0B-D7088C296F84}" type="sibTrans" cxnId="{45E237A5-3A8F-4B43-AF59-1830BD962C83}">
      <dgm:prSet/>
      <dgm:spPr/>
    </dgm:pt>
    <dgm:pt modelId="{A11C7582-B4D1-47EC-BDEF-24CF5240D9AF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17836032-C890-4A45-8E20-A95F2B1A19D7}" type="parTrans" cxnId="{90AC6650-81C9-45A2-A8B6-A954CB4C22BD}">
      <dgm:prSet/>
      <dgm:spPr/>
    </dgm:pt>
    <dgm:pt modelId="{8553E525-8261-4D2A-9B9F-FBD46009D4B6}" type="sibTrans" cxnId="{90AC6650-81C9-45A2-A8B6-A954CB4C22BD}">
      <dgm:prSet/>
      <dgm:spPr/>
    </dgm:pt>
    <dgm:pt modelId="{2BEA367E-56B9-4100-B542-00FA63E8EB4A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720B0103-ED6E-4275-8F7F-72E04B0BB4EE}" type="parTrans" cxnId="{ABAF18C4-18C9-460E-B05E-D49D952301A0}">
      <dgm:prSet/>
      <dgm:spPr/>
    </dgm:pt>
    <dgm:pt modelId="{6F2B45FB-0547-4A64-BAD2-8DE39E313789}" type="sibTrans" cxnId="{ABAF18C4-18C9-460E-B05E-D49D952301A0}">
      <dgm:prSet/>
      <dgm:spPr/>
    </dgm:pt>
    <dgm:pt modelId="{EE03B1E1-F296-415F-BADF-4686670292D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2E2DE4F8-CB39-4C9F-9306-CBCCE9E33472}" type="parTrans" cxnId="{0CCBC0E8-A971-4A38-8BAC-D99E730A56A6}">
      <dgm:prSet/>
      <dgm:spPr/>
    </dgm:pt>
    <dgm:pt modelId="{6FD8A7A7-5BB1-4B26-BD80-C086068E838A}" type="sibTrans" cxnId="{0CCBC0E8-A971-4A38-8BAC-D99E730A56A6}">
      <dgm:prSet/>
      <dgm:spPr/>
    </dgm:pt>
    <dgm:pt modelId="{66443354-44A0-411A-B585-BD4CB6B67948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77573648-125B-45C3-9E6F-18C78FC6A8D2}" type="parTrans" cxnId="{FE84BD04-3958-49E6-999F-EB111E65CA19}">
      <dgm:prSet/>
      <dgm:spPr/>
    </dgm:pt>
    <dgm:pt modelId="{09E6CD00-B817-4529-A6FF-7D2BC7A2B584}" type="sibTrans" cxnId="{FE84BD04-3958-49E6-999F-EB111E65CA19}">
      <dgm:prSet/>
      <dgm:spPr/>
    </dgm:pt>
    <dgm:pt modelId="{8DA7F372-52AF-49DF-9004-1E26E6C2CC54}" type="pres">
      <dgm:prSet presAssocID="{856F2F32-109E-417A-81B8-98A3C97CF61A}" presName="Name0" presStyleCnt="0">
        <dgm:presLayoutVars>
          <dgm:dir/>
          <dgm:resizeHandles val="exact"/>
        </dgm:presLayoutVars>
      </dgm:prSet>
      <dgm:spPr/>
    </dgm:pt>
    <dgm:pt modelId="{CBF26D6D-7467-460F-A31E-661497137760}" type="pres">
      <dgm:prSet presAssocID="{856F2F32-109E-417A-81B8-98A3C97CF61A}" presName="fgShape" presStyleLbl="fgShp" presStyleIdx="0" presStyleCnt="1"/>
      <dgm:spPr/>
    </dgm:pt>
    <dgm:pt modelId="{4575E9CF-1628-48A0-959E-9C85E86605DB}" type="pres">
      <dgm:prSet presAssocID="{856F2F32-109E-417A-81B8-98A3C97CF61A}" presName="linComp" presStyleCnt="0"/>
      <dgm:spPr/>
    </dgm:pt>
    <dgm:pt modelId="{806A3788-1A8E-43DC-A793-F6B3F0B7C517}" type="pres">
      <dgm:prSet presAssocID="{4EAE5627-B430-4372-85AB-F900825E744A}" presName="compNode" presStyleCnt="0"/>
      <dgm:spPr/>
    </dgm:pt>
    <dgm:pt modelId="{BD345B07-CD5E-4AA6-9C8E-14C73EBDBAA0}" type="pres">
      <dgm:prSet presAssocID="{4EAE5627-B430-4372-85AB-F900825E744A}" presName="bkgdShape" presStyleLbl="node1" presStyleIdx="0" presStyleCnt="3"/>
      <dgm:spPr/>
    </dgm:pt>
    <dgm:pt modelId="{D1041EAE-00E6-4478-B253-5591D9FCBDBB}" type="pres">
      <dgm:prSet presAssocID="{4EAE5627-B430-4372-85AB-F900825E744A}" presName="nodeTx" presStyleLbl="node1" presStyleIdx="0" presStyleCnt="3">
        <dgm:presLayoutVars>
          <dgm:bulletEnabled val="1"/>
        </dgm:presLayoutVars>
      </dgm:prSet>
      <dgm:spPr/>
    </dgm:pt>
    <dgm:pt modelId="{99C99B67-E3F1-47C5-9068-131E668ACAFD}" type="pres">
      <dgm:prSet presAssocID="{4EAE5627-B430-4372-85AB-F900825E744A}" presName="invisiNode" presStyleLbl="node1" presStyleIdx="0" presStyleCnt="3"/>
      <dgm:spPr/>
    </dgm:pt>
    <dgm:pt modelId="{72E65BAE-25D5-422C-A63E-B300954E2957}" type="pres">
      <dgm:prSet presAssocID="{4EAE5627-B430-4372-85AB-F900825E744A}" presName="imagNode" presStyleLbl="fgImgPlace1" presStyleIdx="0" presStyleCnt="3"/>
      <dgm:spPr/>
    </dgm:pt>
    <dgm:pt modelId="{6EAE5FE1-0A11-4565-A8DB-C0BC80877B66}" type="pres">
      <dgm:prSet presAssocID="{114F278D-1C80-464C-BD0B-D7088C296F84}" presName="sibTrans" presStyleLbl="sibTrans2D1" presStyleIdx="0" presStyleCnt="0"/>
      <dgm:spPr/>
    </dgm:pt>
    <dgm:pt modelId="{20EA37C4-0C3E-4F06-9403-1FB450683FFD}" type="pres">
      <dgm:prSet presAssocID="{2BEA367E-56B9-4100-B542-00FA63E8EB4A}" presName="compNode" presStyleCnt="0"/>
      <dgm:spPr/>
    </dgm:pt>
    <dgm:pt modelId="{EE95914C-1C35-4B8F-9530-BEE61A9808D5}" type="pres">
      <dgm:prSet presAssocID="{2BEA367E-56B9-4100-B542-00FA63E8EB4A}" presName="bkgdShape" presStyleLbl="node1" presStyleIdx="1" presStyleCnt="3"/>
      <dgm:spPr/>
    </dgm:pt>
    <dgm:pt modelId="{E135A8FF-D7C1-4943-A16D-D8246A9EBF00}" type="pres">
      <dgm:prSet presAssocID="{2BEA367E-56B9-4100-B542-00FA63E8EB4A}" presName="nodeTx" presStyleLbl="node1" presStyleIdx="1" presStyleCnt="3">
        <dgm:presLayoutVars>
          <dgm:bulletEnabled val="1"/>
        </dgm:presLayoutVars>
      </dgm:prSet>
      <dgm:spPr/>
    </dgm:pt>
    <dgm:pt modelId="{C1A5E121-181F-4CB5-9E04-5FFEA71D8B0E}" type="pres">
      <dgm:prSet presAssocID="{2BEA367E-56B9-4100-B542-00FA63E8EB4A}" presName="invisiNode" presStyleLbl="node1" presStyleIdx="1" presStyleCnt="3"/>
      <dgm:spPr/>
    </dgm:pt>
    <dgm:pt modelId="{823B5705-0610-4D23-A3B6-183C597F1F11}" type="pres">
      <dgm:prSet presAssocID="{2BEA367E-56B9-4100-B542-00FA63E8EB4A}" presName="imagNode" presStyleLbl="fgImgPlace1" presStyleIdx="1" presStyleCnt="3"/>
      <dgm:spPr/>
    </dgm:pt>
    <dgm:pt modelId="{61CAAD2D-E61F-4F77-AF89-C9F533E03837}" type="pres">
      <dgm:prSet presAssocID="{6F2B45FB-0547-4A64-BAD2-8DE39E313789}" presName="sibTrans" presStyleLbl="sibTrans2D1" presStyleIdx="0" presStyleCnt="0"/>
      <dgm:spPr/>
    </dgm:pt>
    <dgm:pt modelId="{4A80381B-5850-4F49-B2FE-003275B0E5F7}" type="pres">
      <dgm:prSet presAssocID="{EE03B1E1-F296-415F-BADF-4686670292D3}" presName="compNode" presStyleCnt="0"/>
      <dgm:spPr/>
    </dgm:pt>
    <dgm:pt modelId="{BC3EC0AC-E583-4E8A-9B62-90FA769D392B}" type="pres">
      <dgm:prSet presAssocID="{EE03B1E1-F296-415F-BADF-4686670292D3}" presName="bkgdShape" presStyleLbl="node1" presStyleIdx="2" presStyleCnt="3"/>
      <dgm:spPr/>
    </dgm:pt>
    <dgm:pt modelId="{6FCA5D18-F7A8-4AF5-9B68-62B0205C346B}" type="pres">
      <dgm:prSet presAssocID="{EE03B1E1-F296-415F-BADF-4686670292D3}" presName="nodeTx" presStyleLbl="node1" presStyleIdx="2" presStyleCnt="3">
        <dgm:presLayoutVars>
          <dgm:bulletEnabled val="1"/>
        </dgm:presLayoutVars>
      </dgm:prSet>
      <dgm:spPr/>
    </dgm:pt>
    <dgm:pt modelId="{1E336928-E261-4176-8F53-9CEA3262B064}" type="pres">
      <dgm:prSet presAssocID="{EE03B1E1-F296-415F-BADF-4686670292D3}" presName="invisiNode" presStyleLbl="node1" presStyleIdx="2" presStyleCnt="3"/>
      <dgm:spPr/>
    </dgm:pt>
    <dgm:pt modelId="{C00414D6-C831-4429-A80D-B5C9B6B72CDC}" type="pres">
      <dgm:prSet presAssocID="{EE03B1E1-F296-415F-BADF-4686670292D3}" presName="imagNode" presStyleLbl="fgImgPlace1" presStyleIdx="2" presStyleCnt="3"/>
      <dgm:spPr/>
    </dgm:pt>
  </dgm:ptLst>
  <dgm:cxnLst>
    <dgm:cxn modelId="{FE84BD04-3958-49E6-999F-EB111E65CA19}" srcId="{EE03B1E1-F296-415F-BADF-4686670292D3}" destId="{66443354-44A0-411A-B585-BD4CB6B67948}" srcOrd="0" destOrd="0" parTransId="{77573648-125B-45C3-9E6F-18C78FC6A8D2}" sibTransId="{09E6CD00-B817-4529-A6FF-7D2BC7A2B584}"/>
    <dgm:cxn modelId="{5542AC34-729D-4117-B141-E17CAC1D067D}" type="presOf" srcId="{A11C7582-B4D1-47EC-BDEF-24CF5240D9AF}" destId="{D1041EAE-00E6-4478-B253-5591D9FCBDBB}" srcOrd="1" destOrd="1" presId="urn:microsoft.com/office/officeart/2005/8/layout/hList7"/>
    <dgm:cxn modelId="{FCE5FF41-824B-4532-9D84-8844BEFADF59}" type="presOf" srcId="{EE03B1E1-F296-415F-BADF-4686670292D3}" destId="{6FCA5D18-F7A8-4AF5-9B68-62B0205C346B}" srcOrd="1" destOrd="0" presId="urn:microsoft.com/office/officeart/2005/8/layout/hList7"/>
    <dgm:cxn modelId="{86B7F242-91B0-4569-8C5D-D5F37C1AA12B}" type="presOf" srcId="{4EAE5627-B430-4372-85AB-F900825E744A}" destId="{BD345B07-CD5E-4AA6-9C8E-14C73EBDBAA0}" srcOrd="0" destOrd="0" presId="urn:microsoft.com/office/officeart/2005/8/layout/hList7"/>
    <dgm:cxn modelId="{805F0665-BF8D-4D07-AA01-655D0012A839}" type="presOf" srcId="{2BEA367E-56B9-4100-B542-00FA63E8EB4A}" destId="{E135A8FF-D7C1-4943-A16D-D8246A9EBF00}" srcOrd="1" destOrd="0" presId="urn:microsoft.com/office/officeart/2005/8/layout/hList7"/>
    <dgm:cxn modelId="{90AC6650-81C9-45A2-A8B6-A954CB4C22BD}" srcId="{4EAE5627-B430-4372-85AB-F900825E744A}" destId="{A11C7582-B4D1-47EC-BDEF-24CF5240D9AF}" srcOrd="0" destOrd="0" parTransId="{17836032-C890-4A45-8E20-A95F2B1A19D7}" sibTransId="{8553E525-8261-4D2A-9B9F-FBD46009D4B6}"/>
    <dgm:cxn modelId="{52734578-06AE-4CE2-ACF1-05185641E72C}" type="presOf" srcId="{66443354-44A0-411A-B585-BD4CB6B67948}" destId="{BC3EC0AC-E583-4E8A-9B62-90FA769D392B}" srcOrd="0" destOrd="1" presId="urn:microsoft.com/office/officeart/2005/8/layout/hList7"/>
    <dgm:cxn modelId="{B8B29B8F-60E6-4917-B30B-A494816E708F}" type="presOf" srcId="{856F2F32-109E-417A-81B8-98A3C97CF61A}" destId="{8DA7F372-52AF-49DF-9004-1E26E6C2CC54}" srcOrd="0" destOrd="0" presId="urn:microsoft.com/office/officeart/2005/8/layout/hList7"/>
    <dgm:cxn modelId="{45E237A5-3A8F-4B43-AF59-1830BD962C83}" srcId="{856F2F32-109E-417A-81B8-98A3C97CF61A}" destId="{4EAE5627-B430-4372-85AB-F900825E744A}" srcOrd="0" destOrd="0" parTransId="{9D9FF6A4-93DB-468B-89C5-0DAB59617D95}" sibTransId="{114F278D-1C80-464C-BD0B-D7088C296F84}"/>
    <dgm:cxn modelId="{22541BB1-3397-4F5F-B915-D2120BF66E58}" type="presOf" srcId="{2BEA367E-56B9-4100-B542-00FA63E8EB4A}" destId="{EE95914C-1C35-4B8F-9530-BEE61A9808D5}" srcOrd="0" destOrd="0" presId="urn:microsoft.com/office/officeart/2005/8/layout/hList7"/>
    <dgm:cxn modelId="{4CB5F8B2-D319-4C60-898D-8B5E7EBD1EAD}" type="presOf" srcId="{4EAE5627-B430-4372-85AB-F900825E744A}" destId="{D1041EAE-00E6-4478-B253-5591D9FCBDBB}" srcOrd="1" destOrd="0" presId="urn:microsoft.com/office/officeart/2005/8/layout/hList7"/>
    <dgm:cxn modelId="{7EB3BFB9-B3BA-49C2-BE5B-5FCB56D5D21D}" type="presOf" srcId="{A11C7582-B4D1-47EC-BDEF-24CF5240D9AF}" destId="{BD345B07-CD5E-4AA6-9C8E-14C73EBDBAA0}" srcOrd="0" destOrd="1" presId="urn:microsoft.com/office/officeart/2005/8/layout/hList7"/>
    <dgm:cxn modelId="{ABAF18C4-18C9-460E-B05E-D49D952301A0}" srcId="{856F2F32-109E-417A-81B8-98A3C97CF61A}" destId="{2BEA367E-56B9-4100-B542-00FA63E8EB4A}" srcOrd="1" destOrd="0" parTransId="{720B0103-ED6E-4275-8F7F-72E04B0BB4EE}" sibTransId="{6F2B45FB-0547-4A64-BAD2-8DE39E313789}"/>
    <dgm:cxn modelId="{456B8DCE-FC4E-49E6-A4BE-17684EB8BA9C}" type="presOf" srcId="{EE03B1E1-F296-415F-BADF-4686670292D3}" destId="{BC3EC0AC-E583-4E8A-9B62-90FA769D392B}" srcOrd="0" destOrd="0" presId="urn:microsoft.com/office/officeart/2005/8/layout/hList7"/>
    <dgm:cxn modelId="{65C30AE5-B570-4A60-9171-262A1EFA0BB4}" type="presOf" srcId="{66443354-44A0-411A-B585-BD4CB6B67948}" destId="{6FCA5D18-F7A8-4AF5-9B68-62B0205C346B}" srcOrd="1" destOrd="1" presId="urn:microsoft.com/office/officeart/2005/8/layout/hList7"/>
    <dgm:cxn modelId="{0CCBC0E8-A971-4A38-8BAC-D99E730A56A6}" srcId="{856F2F32-109E-417A-81B8-98A3C97CF61A}" destId="{EE03B1E1-F296-415F-BADF-4686670292D3}" srcOrd="2" destOrd="0" parTransId="{2E2DE4F8-CB39-4C9F-9306-CBCCE9E33472}" sibTransId="{6FD8A7A7-5BB1-4B26-BD80-C086068E838A}"/>
    <dgm:cxn modelId="{83EFD3F6-BD35-4FE6-A2C5-66E80D2F3C8E}" type="presOf" srcId="{6F2B45FB-0547-4A64-BAD2-8DE39E313789}" destId="{61CAAD2D-E61F-4F77-AF89-C9F533E03837}" srcOrd="0" destOrd="0" presId="urn:microsoft.com/office/officeart/2005/8/layout/hList7"/>
    <dgm:cxn modelId="{C2CDCEF9-2DA2-4762-A7C0-5E389F19022F}" type="presOf" srcId="{114F278D-1C80-464C-BD0B-D7088C296F84}" destId="{6EAE5FE1-0A11-4565-A8DB-C0BC80877B66}" srcOrd="0" destOrd="0" presId="urn:microsoft.com/office/officeart/2005/8/layout/hList7"/>
    <dgm:cxn modelId="{5F8C3C5B-1A75-443E-BFED-975B6F36E0C4}" type="presParOf" srcId="{8DA7F372-52AF-49DF-9004-1E26E6C2CC54}" destId="{CBF26D6D-7467-460F-A31E-661497137760}" srcOrd="0" destOrd="0" presId="urn:microsoft.com/office/officeart/2005/8/layout/hList7"/>
    <dgm:cxn modelId="{3A34BE13-6229-40F0-A68D-72F21CADD681}" type="presParOf" srcId="{8DA7F372-52AF-49DF-9004-1E26E6C2CC54}" destId="{4575E9CF-1628-48A0-959E-9C85E86605DB}" srcOrd="1" destOrd="0" presId="urn:microsoft.com/office/officeart/2005/8/layout/hList7"/>
    <dgm:cxn modelId="{26EBE917-CB55-45D4-A4B6-F9E13FAB3523}" type="presParOf" srcId="{4575E9CF-1628-48A0-959E-9C85E86605DB}" destId="{806A3788-1A8E-43DC-A793-F6B3F0B7C517}" srcOrd="0" destOrd="0" presId="urn:microsoft.com/office/officeart/2005/8/layout/hList7"/>
    <dgm:cxn modelId="{A9207D22-CC96-4DCA-8385-10F2C222D833}" type="presParOf" srcId="{806A3788-1A8E-43DC-A793-F6B3F0B7C517}" destId="{BD345B07-CD5E-4AA6-9C8E-14C73EBDBAA0}" srcOrd="0" destOrd="0" presId="urn:microsoft.com/office/officeart/2005/8/layout/hList7"/>
    <dgm:cxn modelId="{3E954F89-A54A-4ECE-9719-1AF51C6AA3A3}" type="presParOf" srcId="{806A3788-1A8E-43DC-A793-F6B3F0B7C517}" destId="{D1041EAE-00E6-4478-B253-5591D9FCBDBB}" srcOrd="1" destOrd="0" presId="urn:microsoft.com/office/officeart/2005/8/layout/hList7"/>
    <dgm:cxn modelId="{615C0E29-6B51-4950-A30B-DB1CF3D20F68}" type="presParOf" srcId="{806A3788-1A8E-43DC-A793-F6B3F0B7C517}" destId="{99C99B67-E3F1-47C5-9068-131E668ACAFD}" srcOrd="2" destOrd="0" presId="urn:microsoft.com/office/officeart/2005/8/layout/hList7"/>
    <dgm:cxn modelId="{8329255F-9AF0-4615-9184-FB0762E3E47F}" type="presParOf" srcId="{806A3788-1A8E-43DC-A793-F6B3F0B7C517}" destId="{72E65BAE-25D5-422C-A63E-B300954E2957}" srcOrd="3" destOrd="0" presId="urn:microsoft.com/office/officeart/2005/8/layout/hList7"/>
    <dgm:cxn modelId="{3C5D4FEB-2156-4DF4-9B4E-13F114D9A676}" type="presParOf" srcId="{4575E9CF-1628-48A0-959E-9C85E86605DB}" destId="{6EAE5FE1-0A11-4565-A8DB-C0BC80877B66}" srcOrd="1" destOrd="0" presId="urn:microsoft.com/office/officeart/2005/8/layout/hList7"/>
    <dgm:cxn modelId="{69F6B5DB-FE24-4F2D-9BF7-1A43F64AA8C7}" type="presParOf" srcId="{4575E9CF-1628-48A0-959E-9C85E86605DB}" destId="{20EA37C4-0C3E-4F06-9403-1FB450683FFD}" srcOrd="2" destOrd="0" presId="urn:microsoft.com/office/officeart/2005/8/layout/hList7"/>
    <dgm:cxn modelId="{8CA23031-5E53-4DB4-A681-063AA8485223}" type="presParOf" srcId="{20EA37C4-0C3E-4F06-9403-1FB450683FFD}" destId="{EE95914C-1C35-4B8F-9530-BEE61A9808D5}" srcOrd="0" destOrd="0" presId="urn:microsoft.com/office/officeart/2005/8/layout/hList7"/>
    <dgm:cxn modelId="{00D2A0CA-0B58-4F47-9F91-3F107678D27A}" type="presParOf" srcId="{20EA37C4-0C3E-4F06-9403-1FB450683FFD}" destId="{E135A8FF-D7C1-4943-A16D-D8246A9EBF00}" srcOrd="1" destOrd="0" presId="urn:microsoft.com/office/officeart/2005/8/layout/hList7"/>
    <dgm:cxn modelId="{BCC66B8B-79DA-488E-ACD0-064E9999E416}" type="presParOf" srcId="{20EA37C4-0C3E-4F06-9403-1FB450683FFD}" destId="{C1A5E121-181F-4CB5-9E04-5FFEA71D8B0E}" srcOrd="2" destOrd="0" presId="urn:microsoft.com/office/officeart/2005/8/layout/hList7"/>
    <dgm:cxn modelId="{D6C860A7-75A4-4CC4-A7EC-66DF9A635944}" type="presParOf" srcId="{20EA37C4-0C3E-4F06-9403-1FB450683FFD}" destId="{823B5705-0610-4D23-A3B6-183C597F1F11}" srcOrd="3" destOrd="0" presId="urn:microsoft.com/office/officeart/2005/8/layout/hList7"/>
    <dgm:cxn modelId="{7C6C94F0-D481-42E9-A131-E1CCAB6FFBEE}" type="presParOf" srcId="{4575E9CF-1628-48A0-959E-9C85E86605DB}" destId="{61CAAD2D-E61F-4F77-AF89-C9F533E03837}" srcOrd="3" destOrd="0" presId="urn:microsoft.com/office/officeart/2005/8/layout/hList7"/>
    <dgm:cxn modelId="{F4ACA56B-DBAE-4EFB-8FD4-51C777261422}" type="presParOf" srcId="{4575E9CF-1628-48A0-959E-9C85E86605DB}" destId="{4A80381B-5850-4F49-B2FE-003275B0E5F7}" srcOrd="4" destOrd="0" presId="urn:microsoft.com/office/officeart/2005/8/layout/hList7"/>
    <dgm:cxn modelId="{E0DD1D54-4C24-4B75-9788-C1FFC1B41964}" type="presParOf" srcId="{4A80381B-5850-4F49-B2FE-003275B0E5F7}" destId="{BC3EC0AC-E583-4E8A-9B62-90FA769D392B}" srcOrd="0" destOrd="0" presId="urn:microsoft.com/office/officeart/2005/8/layout/hList7"/>
    <dgm:cxn modelId="{ED1E7181-789A-46E2-94BB-609F272763CB}" type="presParOf" srcId="{4A80381B-5850-4F49-B2FE-003275B0E5F7}" destId="{6FCA5D18-F7A8-4AF5-9B68-62B0205C346B}" srcOrd="1" destOrd="0" presId="urn:microsoft.com/office/officeart/2005/8/layout/hList7"/>
    <dgm:cxn modelId="{88B47286-17D9-4C9F-9DE6-C4DC7087BB32}" type="presParOf" srcId="{4A80381B-5850-4F49-B2FE-003275B0E5F7}" destId="{1E336928-E261-4176-8F53-9CEA3262B064}" srcOrd="2" destOrd="0" presId="urn:microsoft.com/office/officeart/2005/8/layout/hList7"/>
    <dgm:cxn modelId="{2C36B808-9088-41E0-9905-F778448B592C}" type="presParOf" srcId="{4A80381B-5850-4F49-B2FE-003275B0E5F7}" destId="{C00414D6-C831-4429-A80D-B5C9B6B72CDC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345B07-CD5E-4AA6-9C8E-14C73EBDBAA0}">
      <dsp:nvSpPr>
        <dsp:cNvPr id="0" name=""/>
        <dsp:cNvSpPr/>
      </dsp:nvSpPr>
      <dsp:spPr>
        <a:xfrm>
          <a:off x="1733" y="0"/>
          <a:ext cx="2696579" cy="5080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t" anchorCtr="1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One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Two has a longer label</a:t>
          </a:r>
        </a:p>
      </dsp:txBody>
      <dsp:txXfrm>
        <a:off x="1733" y="2032000"/>
        <a:ext cx="2696579" cy="2032000"/>
      </dsp:txXfrm>
    </dsp:sp>
    <dsp:sp modelId="{72E65BAE-25D5-422C-A63E-B300954E2957}">
      <dsp:nvSpPr>
        <dsp:cNvPr id="0" name=""/>
        <dsp:cNvSpPr/>
      </dsp:nvSpPr>
      <dsp:spPr>
        <a:xfrm>
          <a:off x="504203" y="304800"/>
          <a:ext cx="1691640" cy="16916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5914C-1C35-4B8F-9530-BEE61A9808D5}">
      <dsp:nvSpPr>
        <dsp:cNvPr id="0" name=""/>
        <dsp:cNvSpPr/>
      </dsp:nvSpPr>
      <dsp:spPr>
        <a:xfrm>
          <a:off x="2779210" y="0"/>
          <a:ext cx="2696579" cy="5080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Three</a:t>
          </a:r>
        </a:p>
      </dsp:txBody>
      <dsp:txXfrm>
        <a:off x="2779210" y="2032000"/>
        <a:ext cx="2696579" cy="2032000"/>
      </dsp:txXfrm>
    </dsp:sp>
    <dsp:sp modelId="{823B5705-0610-4D23-A3B6-183C597F1F11}">
      <dsp:nvSpPr>
        <dsp:cNvPr id="0" name=""/>
        <dsp:cNvSpPr/>
      </dsp:nvSpPr>
      <dsp:spPr>
        <a:xfrm>
          <a:off x="3281679" y="304800"/>
          <a:ext cx="1691640" cy="16916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EC0AC-E583-4E8A-9B62-90FA769D392B}">
      <dsp:nvSpPr>
        <dsp:cNvPr id="0" name=""/>
        <dsp:cNvSpPr/>
      </dsp:nvSpPr>
      <dsp:spPr>
        <a:xfrm>
          <a:off x="5556687" y="0"/>
          <a:ext cx="2696579" cy="5080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t" anchorCtr="1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Four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Five</a:t>
          </a:r>
        </a:p>
      </dsp:txBody>
      <dsp:txXfrm>
        <a:off x="5556687" y="2032000"/>
        <a:ext cx="2696579" cy="2032000"/>
      </dsp:txXfrm>
    </dsp:sp>
    <dsp:sp modelId="{C00414D6-C831-4429-A80D-B5C9B6B72CDC}">
      <dsp:nvSpPr>
        <dsp:cNvPr id="0" name=""/>
        <dsp:cNvSpPr/>
      </dsp:nvSpPr>
      <dsp:spPr>
        <a:xfrm>
          <a:off x="6059156" y="304800"/>
          <a:ext cx="1691640" cy="16916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F26D6D-7467-460F-A31E-661497137760}">
      <dsp:nvSpPr>
        <dsp:cNvPr id="0" name=""/>
        <dsp:cNvSpPr/>
      </dsp:nvSpPr>
      <dsp:spPr>
        <a:xfrm>
          <a:off x="330199" y="4064000"/>
          <a:ext cx="7594600" cy="76200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7163C-77E3-D27A-9393-CC64E3BB5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23B59-4DE9-1D09-77A3-193795ADB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82844-2D0C-8DFF-0CE0-DD4A0EA0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5516A-084F-C7BF-48B9-3CD75D9F6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0C751-80B5-5B44-5B61-802FF535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69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EE54-6B2A-D549-7FCF-F4E2B6A29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E3950-622E-56A0-5A74-F75BB652C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03C50-C56C-DEE5-9168-7B8C0ABBF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C78A3-76FA-E683-E59E-E83E8DC8F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9378D-97B7-7F6A-F041-26B70A48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6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809B-FAC3-8D3B-623D-4AD6129F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EE44F-88DA-CF2E-A0A6-8E9D506D7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D2861-E54D-1BD2-2FA9-EF351DB0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6C1B-5B5D-C98B-3345-06F9EE914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3DAC1-D688-D28D-9200-4352486F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79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8342C-5720-59B1-34AB-862404DC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E180-7F0E-2FF5-6664-5F49F6D5A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63A16-EDFB-425B-23D4-BD32DA248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A7745-0977-AA88-697C-30887497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3D03B-08F5-5267-CE5D-4AE0FC553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DD705-58CE-F934-5117-40064373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5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A341-D767-7D76-1F0B-2122FCA5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67E33-6F26-9592-2ECF-E0E5421DC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7D4C9-072F-E3F4-AFA9-9FFCF5B42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E7A39-DFFF-3DB4-9C0F-ACB4C9F63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B710C-4667-3A13-D483-504577E925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E51BD4-73FC-67FA-C2C2-5AE0618C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B34F1-F4D8-DB3D-A3C0-7237326B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7354D-5467-FE9C-E751-EEB5F6BD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9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9597F-4506-0E84-F5D3-1A4A9CE36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7BC79-F863-9769-AC4E-7A497AA3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77A58-0C15-0269-3622-6B98F7F0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66172-F89E-48AF-8D7A-DAD1E1BB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80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7F6926-9516-1D35-FB7F-CA907E8CB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961697-F32D-F6EB-2647-4DDE3C164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C14A9-9B2D-891C-18CA-AB7DC516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5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706C8-700E-3D8F-288A-38CC1268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63033-4F89-1E28-1574-5EE7B21C0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60368-EABF-4DD7-4840-AAF8A6928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A1657-1840-01FA-6FD2-6850487A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5A7D8-FA6A-33C0-E5B4-B9BA526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439CB-72D5-5414-3FD0-F882D24B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15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58C10-DC3E-318A-CF4D-E12C7221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9E81B-B863-3F7C-0BB3-1C316A9DE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D330B-8F63-A4D6-C1EB-08CF28188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A57E3-31EB-A36C-FBCE-F4147F625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217B2-AC53-9107-F6C3-41872A85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14041-5BB1-8369-4CF1-B0E45D697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2EB4F-999A-A428-C909-66FEC306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05B37-822B-D53C-1E9B-A8F6669ED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52A83-3098-9A09-71AB-FF3F77BD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45305-C248-96DD-845C-FD102F79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361FF-73B0-9981-FBBB-E383C216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0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A74348-FF91-ADAD-70E3-248F1DF76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41745-9E87-8939-0DCC-01460CD37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F5A47-0C58-3E48-DF9F-9BCFAC15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3ADB6-B24A-9DAC-C387-0BC8E72C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0E4AA-ACF3-2F52-724F-39AC60DA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8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BB1E18-24B2-9657-E157-367BBD610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E1111-D45A-DCC8-EC6F-AB2BEAB0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F67EE-E3B3-CAF8-07C5-CC4D8F976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A9D0CC-4544-41A1-9D8A-73EC263E65D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B07D6-FFC2-FD6F-B230-46CFBE8AA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B2DB3-9144-2DC6-1E64-3E7C325B9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7CFA3-5898-44E9-9906-1024BF80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6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A2AC2D7-5742-0201-DD8A-3AF813B5F1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235882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6179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2026-09-06T08:12:55Z</dcterms:created>
  <dcterms:modified xsi:type="dcterms:W3CDTF">2026-09-06T08:12:56Z</dcterms:modified>
</cp:coreProperties>
</file>