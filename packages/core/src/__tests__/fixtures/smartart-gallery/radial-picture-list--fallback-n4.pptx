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D3E6BB-D39E-46AA-B095-F81209834F6D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6F4C622-0D84-4E31-9F72-47589D37C902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E7F25774-61D9-4D35-9759-F25B069BBCB9}" type="parTrans" cxnId="{1F667A49-C719-4644-9BCD-3A46D8318982}">
      <dgm:prSet/>
      <dgm:spPr/>
    </dgm:pt>
    <dgm:pt modelId="{AB911184-7FBA-4A79-84FE-C2A467636A41}" type="sibTrans" cxnId="{1F667A49-C719-4644-9BCD-3A46D8318982}">
      <dgm:prSet/>
      <dgm:spPr/>
    </dgm:pt>
    <dgm:pt modelId="{55EAE38B-51DB-4C13-BD77-1F60EBAEF8BA}">
      <dgm:prSet phldrT="[Text]"/>
      <dgm:spPr/>
      <dgm:t>
        <a:bodyPr/>
        <a:lstStyle/>
        <a:p>
          <a:r>
            <a:rPr lang="en-US"/>
            <a:t>Beta has a noticeably longer label than the others</a:t>
          </a:r>
        </a:p>
      </dgm:t>
    </dgm:pt>
    <dgm:pt modelId="{12E1ADB5-81BF-4E9C-A8A3-6F5090443EC2}" type="parTrans" cxnId="{56667B5A-EE29-4997-8130-C97A45382C6F}">
      <dgm:prSet/>
      <dgm:spPr/>
    </dgm:pt>
    <dgm:pt modelId="{ACD2AC0D-4F9B-4DC0-BF33-95B90149879D}" type="sibTrans" cxnId="{56667B5A-EE29-4997-8130-C97A45382C6F}">
      <dgm:prSet/>
      <dgm:spPr/>
    </dgm:pt>
    <dgm:pt modelId="{15E2E69B-071D-444F-8481-73E461561DB2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91A09816-72FB-493A-A1A8-38CAF1DEF618}" type="parTrans" cxnId="{914D2EC2-EDEE-4537-A4DA-4536BCB25D42}">
      <dgm:prSet/>
      <dgm:spPr/>
    </dgm:pt>
    <dgm:pt modelId="{D9B230F2-9979-4E22-8056-13A9F1081BBA}" type="sibTrans" cxnId="{914D2EC2-EDEE-4537-A4DA-4536BCB25D42}">
      <dgm:prSet/>
      <dgm:spPr/>
    </dgm:pt>
    <dgm:pt modelId="{24B394AC-86C6-42A9-B3EE-999A6FDEAB27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40F465D8-F39E-48B1-8103-A6648F9D18D0}" type="parTrans" cxnId="{840AF892-0E74-4361-A35B-BF76F7A60720}">
      <dgm:prSet/>
      <dgm:spPr/>
    </dgm:pt>
    <dgm:pt modelId="{E759B485-D6EC-4237-B959-C54000E4049C}" type="sibTrans" cxnId="{840AF892-0E74-4361-A35B-BF76F7A60720}">
      <dgm:prSet/>
      <dgm:spPr/>
    </dgm:pt>
    <dgm:pt modelId="{D22CA498-1AA7-4C49-BF4B-1C60D72B1F4B}" type="pres">
      <dgm:prSet presAssocID="{D8D3E6BB-D39E-46AA-B095-F81209834F6D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D2BC1E75-3A62-4E8C-A6B4-7BA9B086E9B4}" type="pres">
      <dgm:prSet presAssocID="{A6F4C622-0D84-4E31-9F72-47589D37C902}" presName="Parent" presStyleLbl="node1" presStyleIdx="0" presStyleCnt="2">
        <dgm:presLayoutVars>
          <dgm:chMax val="4"/>
          <dgm:chPref val="3"/>
        </dgm:presLayoutVars>
      </dgm:prSet>
      <dgm:spPr/>
    </dgm:pt>
    <dgm:pt modelId="{6D8A8E7A-FE2A-46C1-A4F3-24432E692310}" type="pres">
      <dgm:prSet presAssocID="{55EAE38B-51DB-4C13-BD77-1F60EBAEF8BA}" presName="Accent" presStyleLbl="node1" presStyleIdx="1" presStyleCnt="2"/>
      <dgm:spPr/>
    </dgm:pt>
    <dgm:pt modelId="{389D3995-EADD-4037-AADB-D2AA52E0557C}" type="pres">
      <dgm:prSet presAssocID="{55EAE38B-51DB-4C13-BD77-1F60EBAEF8BA}" presName="Image1" presStyleLbl="fgImgPlace1" presStyleIdx="0" presStyleCnt="3"/>
      <dgm:spPr/>
    </dgm:pt>
    <dgm:pt modelId="{508B12D2-7065-46EF-A0E3-EB75326AB040}" type="pres">
      <dgm:prSet presAssocID="{55EAE38B-51DB-4C13-BD77-1F60EBAEF8BA}" presName="Child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724F4C20-F8C5-47C1-AC03-C17A9452C1F4}" type="pres">
      <dgm:prSet presAssocID="{15E2E69B-071D-444F-8481-73E461561DB2}" presName="Image2" presStyleCnt="0"/>
      <dgm:spPr/>
    </dgm:pt>
    <dgm:pt modelId="{1376FDF4-1C7F-40ED-8727-725DFF459822}" type="pres">
      <dgm:prSet presAssocID="{15E2E69B-071D-444F-8481-73E461561DB2}" presName="Image" presStyleLbl="fgImgPlace1" presStyleIdx="1" presStyleCnt="3"/>
      <dgm:spPr/>
    </dgm:pt>
    <dgm:pt modelId="{B6E7EFBB-D166-446F-A03A-1CA16A18A35F}" type="pres">
      <dgm:prSet presAssocID="{15E2E69B-071D-444F-8481-73E461561DB2}" presName="Child2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00B8BFA3-0495-4DC2-899D-18BFD3626621}" type="pres">
      <dgm:prSet presAssocID="{24B394AC-86C6-42A9-B3EE-999A6FDEAB27}" presName="Image3" presStyleCnt="0"/>
      <dgm:spPr/>
    </dgm:pt>
    <dgm:pt modelId="{AA65C1B0-8340-4BA8-A7BB-4620A130C5B2}" type="pres">
      <dgm:prSet presAssocID="{24B394AC-86C6-42A9-B3EE-999A6FDEAB27}" presName="Image" presStyleLbl="fgImgPlace1" presStyleIdx="2" presStyleCnt="3"/>
      <dgm:spPr/>
    </dgm:pt>
    <dgm:pt modelId="{99BE3529-0672-477D-A399-91F30CC35188}" type="pres">
      <dgm:prSet presAssocID="{24B394AC-86C6-42A9-B3EE-999A6FDEAB27}" presName="Child3" presStyleLbl="revTx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45665141-BFAE-4470-9352-0E24CA0B3A86}" type="presOf" srcId="{55EAE38B-51DB-4C13-BD77-1F60EBAEF8BA}" destId="{508B12D2-7065-46EF-A0E3-EB75326AB040}" srcOrd="0" destOrd="0" presId="urn:microsoft.com/office/officeart/2011/layout/RadialPictureList"/>
    <dgm:cxn modelId="{1F667A49-C719-4644-9BCD-3A46D8318982}" srcId="{D8D3E6BB-D39E-46AA-B095-F81209834F6D}" destId="{A6F4C622-0D84-4E31-9F72-47589D37C902}" srcOrd="0" destOrd="0" parTransId="{E7F25774-61D9-4D35-9759-F25B069BBCB9}" sibTransId="{AB911184-7FBA-4A79-84FE-C2A467636A41}"/>
    <dgm:cxn modelId="{B2B0EA6C-9465-4DE5-B09F-AF9B7B790E17}" type="presOf" srcId="{24B394AC-86C6-42A9-B3EE-999A6FDEAB27}" destId="{99BE3529-0672-477D-A399-91F30CC35188}" srcOrd="0" destOrd="0" presId="urn:microsoft.com/office/officeart/2011/layout/RadialPictureList"/>
    <dgm:cxn modelId="{56667B5A-EE29-4997-8130-C97A45382C6F}" srcId="{A6F4C622-0D84-4E31-9F72-47589D37C902}" destId="{55EAE38B-51DB-4C13-BD77-1F60EBAEF8BA}" srcOrd="0" destOrd="0" parTransId="{12E1ADB5-81BF-4E9C-A8A3-6F5090443EC2}" sibTransId="{ACD2AC0D-4F9B-4DC0-BF33-95B90149879D}"/>
    <dgm:cxn modelId="{840AF892-0E74-4361-A35B-BF76F7A60720}" srcId="{A6F4C622-0D84-4E31-9F72-47589D37C902}" destId="{24B394AC-86C6-42A9-B3EE-999A6FDEAB27}" srcOrd="2" destOrd="0" parTransId="{40F465D8-F39E-48B1-8103-A6648F9D18D0}" sibTransId="{E759B485-D6EC-4237-B959-C54000E4049C}"/>
    <dgm:cxn modelId="{86BDB8A3-1C9F-4275-AD74-FCD5912BDA16}" type="presOf" srcId="{15E2E69B-071D-444F-8481-73E461561DB2}" destId="{B6E7EFBB-D166-446F-A03A-1CA16A18A35F}" srcOrd="0" destOrd="0" presId="urn:microsoft.com/office/officeart/2011/layout/RadialPictureList"/>
    <dgm:cxn modelId="{914D2EC2-EDEE-4537-A4DA-4536BCB25D42}" srcId="{A6F4C622-0D84-4E31-9F72-47589D37C902}" destId="{15E2E69B-071D-444F-8481-73E461561DB2}" srcOrd="1" destOrd="0" parTransId="{91A09816-72FB-493A-A1A8-38CAF1DEF618}" sibTransId="{D9B230F2-9979-4E22-8056-13A9F1081BBA}"/>
    <dgm:cxn modelId="{DB8AC1C4-D334-4622-8799-3F264D7035FE}" type="presOf" srcId="{D8D3E6BB-D39E-46AA-B095-F81209834F6D}" destId="{D22CA498-1AA7-4C49-BF4B-1C60D72B1F4B}" srcOrd="0" destOrd="0" presId="urn:microsoft.com/office/officeart/2011/layout/RadialPictureList"/>
    <dgm:cxn modelId="{B40519C7-D837-45E3-BE92-C91992944322}" type="presOf" srcId="{A6F4C622-0D84-4E31-9F72-47589D37C902}" destId="{D2BC1E75-3A62-4E8C-A6B4-7BA9B086E9B4}" srcOrd="0" destOrd="0" presId="urn:microsoft.com/office/officeart/2011/layout/RadialPictureList"/>
    <dgm:cxn modelId="{554FB68C-25E4-4380-85D4-C8529E4E61E8}" type="presParOf" srcId="{D22CA498-1AA7-4C49-BF4B-1C60D72B1F4B}" destId="{D2BC1E75-3A62-4E8C-A6B4-7BA9B086E9B4}" srcOrd="0" destOrd="0" presId="urn:microsoft.com/office/officeart/2011/layout/RadialPictureList"/>
    <dgm:cxn modelId="{C8A8AA1C-0EBC-4FD5-9CE9-6E58862ED8ED}" type="presParOf" srcId="{D22CA498-1AA7-4C49-BF4B-1C60D72B1F4B}" destId="{6D8A8E7A-FE2A-46C1-A4F3-24432E692310}" srcOrd="1" destOrd="0" presId="urn:microsoft.com/office/officeart/2011/layout/RadialPictureList"/>
    <dgm:cxn modelId="{BB831E42-94C3-4ED2-8413-833745272AE7}" type="presParOf" srcId="{D22CA498-1AA7-4C49-BF4B-1C60D72B1F4B}" destId="{389D3995-EADD-4037-AADB-D2AA52E0557C}" srcOrd="2" destOrd="0" presId="urn:microsoft.com/office/officeart/2011/layout/RadialPictureList"/>
    <dgm:cxn modelId="{9C87873E-46A5-4F55-8CEB-566A4C7D37D6}" type="presParOf" srcId="{D22CA498-1AA7-4C49-BF4B-1C60D72B1F4B}" destId="{508B12D2-7065-46EF-A0E3-EB75326AB040}" srcOrd="3" destOrd="0" presId="urn:microsoft.com/office/officeart/2011/layout/RadialPictureList"/>
    <dgm:cxn modelId="{F73466F6-9935-4DB0-9B83-DF9DF06F4D15}" type="presParOf" srcId="{D22CA498-1AA7-4C49-BF4B-1C60D72B1F4B}" destId="{724F4C20-F8C5-47C1-AC03-C17A9452C1F4}" srcOrd="4" destOrd="0" presId="urn:microsoft.com/office/officeart/2011/layout/RadialPictureList"/>
    <dgm:cxn modelId="{3D155084-F4AE-455C-928B-877E07518431}" type="presParOf" srcId="{724F4C20-F8C5-47C1-AC03-C17A9452C1F4}" destId="{1376FDF4-1C7F-40ED-8727-725DFF459822}" srcOrd="0" destOrd="0" presId="urn:microsoft.com/office/officeart/2011/layout/RadialPictureList"/>
    <dgm:cxn modelId="{01EA073F-5DEC-472E-B6B0-8B5E22B5958C}" type="presParOf" srcId="{D22CA498-1AA7-4C49-BF4B-1C60D72B1F4B}" destId="{B6E7EFBB-D166-446F-A03A-1CA16A18A35F}" srcOrd="5" destOrd="0" presId="urn:microsoft.com/office/officeart/2011/layout/RadialPictureList"/>
    <dgm:cxn modelId="{5F888F69-F410-47E7-A388-E82322CF9895}" type="presParOf" srcId="{D22CA498-1AA7-4C49-BF4B-1C60D72B1F4B}" destId="{00B8BFA3-0495-4DC2-899D-18BFD3626621}" srcOrd="6" destOrd="0" presId="urn:microsoft.com/office/officeart/2011/layout/RadialPictureList"/>
    <dgm:cxn modelId="{01B8C8DD-99A4-47CE-A002-BCC2A30D3FA8}" type="presParOf" srcId="{00B8BFA3-0495-4DC2-899D-18BFD3626621}" destId="{AA65C1B0-8340-4BA8-A7BB-4620A130C5B2}" srcOrd="0" destOrd="0" presId="urn:microsoft.com/office/officeart/2011/layout/RadialPictureList"/>
    <dgm:cxn modelId="{793D6F4C-9739-472F-B0AF-6E21623EE89B}" type="presParOf" srcId="{D22CA498-1AA7-4C49-BF4B-1C60D72B1F4B}" destId="{99BE3529-0672-477D-A399-91F30CC35188}" srcOrd="7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BC1E75-3A62-4E8C-A6B4-7BA9B086E9B4}">
      <dsp:nvSpPr>
        <dsp:cNvPr id="0" name=""/>
        <dsp:cNvSpPr/>
      </dsp:nvSpPr>
      <dsp:spPr>
        <a:xfrm>
          <a:off x="1762773" y="1344168"/>
          <a:ext cx="2417452" cy="241757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230" tIns="62230" rIns="62230" bIns="6223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Alpha</a:t>
          </a:r>
        </a:p>
      </dsp:txBody>
      <dsp:txXfrm>
        <a:off x="2116801" y="1698213"/>
        <a:ext cx="1709396" cy="1709482"/>
      </dsp:txXfrm>
    </dsp:sp>
    <dsp:sp modelId="{6D8A8E7A-FE2A-46C1-A4F3-24432E692310}">
      <dsp:nvSpPr>
        <dsp:cNvPr id="0" name=""/>
        <dsp:cNvSpPr/>
      </dsp:nvSpPr>
      <dsp:spPr>
        <a:xfrm>
          <a:off x="516127" y="0"/>
          <a:ext cx="4873185" cy="5080000"/>
        </a:xfrm>
        <a:prstGeom prst="blockArc">
          <a:avLst>
            <a:gd name="adj1" fmla="val 17527788"/>
            <a:gd name="adj2" fmla="val 4119114"/>
            <a:gd name="adj3" fmla="val 575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9D3995-EADD-4037-AADB-D2AA52E0557C}">
      <dsp:nvSpPr>
        <dsp:cNvPr id="0" name=""/>
        <dsp:cNvSpPr/>
      </dsp:nvSpPr>
      <dsp:spPr>
        <a:xfrm>
          <a:off x="4104387" y="428244"/>
          <a:ext cx="1295037" cy="129540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8B12D2-7065-46EF-A0E3-EB75326AB040}">
      <dsp:nvSpPr>
        <dsp:cNvPr id="0" name=""/>
        <dsp:cNvSpPr/>
      </dsp:nvSpPr>
      <dsp:spPr>
        <a:xfrm>
          <a:off x="5497654" y="449072"/>
          <a:ext cx="1733458" cy="1253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2000" kern="1200"/>
            <a:t>Beta has a noticeably longer label than the others</a:t>
          </a:r>
        </a:p>
      </dsp:txBody>
      <dsp:txXfrm>
        <a:off x="5497654" y="449072"/>
        <a:ext cx="1733458" cy="1253744"/>
      </dsp:txXfrm>
    </dsp:sp>
    <dsp:sp modelId="{1376FDF4-1C7F-40ED-8727-725DFF459822}">
      <dsp:nvSpPr>
        <dsp:cNvPr id="0" name=""/>
        <dsp:cNvSpPr/>
      </dsp:nvSpPr>
      <dsp:spPr>
        <a:xfrm>
          <a:off x="4604923" y="1901952"/>
          <a:ext cx="1295037" cy="129540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E7EFBB-D166-446F-A03A-1CA16A18A35F}">
      <dsp:nvSpPr>
        <dsp:cNvPr id="0" name=""/>
        <dsp:cNvSpPr/>
      </dsp:nvSpPr>
      <dsp:spPr>
        <a:xfrm>
          <a:off x="6005413" y="1920240"/>
          <a:ext cx="1733458" cy="1253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2000" kern="1200"/>
            <a:t>Gamma</a:t>
          </a:r>
        </a:p>
      </dsp:txBody>
      <dsp:txXfrm>
        <a:off x="6005413" y="1920240"/>
        <a:ext cx="1733458" cy="1253744"/>
      </dsp:txXfrm>
    </dsp:sp>
    <dsp:sp modelId="{AA65C1B0-8340-4BA8-A7BB-4620A130C5B2}">
      <dsp:nvSpPr>
        <dsp:cNvPr id="0" name=""/>
        <dsp:cNvSpPr/>
      </dsp:nvSpPr>
      <dsp:spPr>
        <a:xfrm>
          <a:off x="4104387" y="3396488"/>
          <a:ext cx="1295037" cy="129540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BE3529-0672-477D-A399-91F30CC35188}">
      <dsp:nvSpPr>
        <dsp:cNvPr id="0" name=""/>
        <dsp:cNvSpPr/>
      </dsp:nvSpPr>
      <dsp:spPr>
        <a:xfrm>
          <a:off x="5497654" y="3422904"/>
          <a:ext cx="1733458" cy="1253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2000" kern="1200"/>
            <a:t>Node One</a:t>
          </a:r>
        </a:p>
      </dsp:txBody>
      <dsp:txXfrm>
        <a:off x="5497654" y="3422904"/>
        <a:ext cx="1733458" cy="12537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D1785-137E-1980-8EE9-F91F2F6869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A0C555-4466-977D-B6D3-38D2451FBD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B3107-9364-C6AC-2A4B-F50E9D1E4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B6E5B-5F63-410E-903B-3A28453B285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0FE7DA-3467-BF6F-60D4-D83F4CCD8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79117-379D-28D3-F33A-43D0EB6FD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9D0F2-6A92-47B9-9F4B-FF025308A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987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2F08A-F741-D09E-3D0E-B12192AF6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7B2FC-2B8A-5242-BC67-06A23AD286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DDEA7-2721-EFB6-48B9-6415571CB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B6E5B-5F63-410E-903B-3A28453B285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D50A0-9A28-FA73-D276-40AA97B00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C0F75C-464E-EEC1-36DB-F21405B48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9D0F2-6A92-47B9-9F4B-FF025308A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395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57571-2C01-7850-6DF8-2CB9373B5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8D2D70-DA8B-1A9A-96CD-D4451E77A8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9F591-B18B-C8E7-5FAB-131AD9028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B6E5B-5F63-410E-903B-3A28453B285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C01DC5-CC70-FE92-9EDC-3CF1307EF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A2D33-788E-412D-DB19-740813C87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9D0F2-6A92-47B9-9F4B-FF025308A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960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08921-9D8E-3A50-D33B-E4D59D45F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1750A-958E-DA3A-E0F6-905324A664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2C3C45-38FC-B4C0-10D6-1EB136FDE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624204-C478-EEAD-1BB1-A646D575F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B6E5B-5F63-410E-903B-3A28453B285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704F7F-AF28-304B-BB94-A0031D0C3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31E9C1-DCE6-B425-69F4-47A205B91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9D0F2-6A92-47B9-9F4B-FF025308A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52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7F077-7751-E4CC-9EAF-28B3B3070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2DB576-E28A-3AFF-219E-98B186CCC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E8E8D0-2EAF-5FA8-374E-B9BC823A1A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C21D59-21E6-7304-C9FE-FC48680FA3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D66753-9B68-EE82-A373-7B727A2175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0B153B-69D0-E031-689A-77C5296DF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B6E5B-5F63-410E-903B-3A28453B285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DD0D05-F024-905A-6A26-7822171BA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0A6BD8-8616-64EE-A71F-EF86DE7B3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9D0F2-6A92-47B9-9F4B-FF025308A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803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1C48E-D167-3632-ED38-8F5902256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941626-7485-2522-2D69-7A50E178B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B6E5B-5F63-410E-903B-3A28453B285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B9975F-DB50-3125-CCB9-1E6B1656B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8BF70B-B261-BB61-9550-9AF41350D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9D0F2-6A92-47B9-9F4B-FF025308A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794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07B089-7989-2655-F793-9F39EAF59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B6E5B-5F63-410E-903B-3A28453B285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7D032E-E661-93FE-F724-7D7FA5D64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92ABC6-73B5-DAFC-E924-EAAC3216A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9D0F2-6A92-47B9-9F4B-FF025308A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37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C1A85-1F0C-4F6E-D9A0-FF28EB866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BB194-8B69-D53C-ABEA-5514397BF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DE41CD-99AA-DB7F-EA5C-0C70392F3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FED18A-A485-F7A2-2CCE-8AA96D15E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B6E5B-5F63-410E-903B-3A28453B285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555013-6792-6B43-9C20-70B570686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50767-23AB-30DC-0304-577A0B073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9D0F2-6A92-47B9-9F4B-FF025308A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014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8BE2F-48E0-4E52-DA2A-576DCBAE6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4E004D-4F64-528B-F2C8-B6CB01F3C2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99789A-A518-56AE-B64C-CD310A791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71E04F-921B-A359-EBEA-7567E5E7C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B6E5B-5F63-410E-903B-3A28453B285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801D3B-B508-72CC-80D2-A9721677A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0EEB2E-1765-20A6-B160-1B5AF00CC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9D0F2-6A92-47B9-9F4B-FF025308A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588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8A1AE-FCBF-80D8-5B4A-368F09C57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C13401-0000-6A7F-AE5F-FA18BAE310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B111C-A2D0-8AC3-4D1B-D20FB25ED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B6E5B-5F63-410E-903B-3A28453B285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CE6EA-0735-A3DE-BEAB-9AA5CD6A8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B0EA2-8D77-F3A9-983A-CA3763636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9D0F2-6A92-47B9-9F4B-FF025308A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380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8B1D35-FE10-0F11-BF75-18E42EE0CC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622D4D-1CC9-4DFE-3E04-612AEFAFD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29BB85-E5F0-4B5D-FABD-2B74BF2DD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B6E5B-5F63-410E-903B-3A28453B285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80263-FC91-4E21-2193-116052052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975E39-9DFB-20FA-2DBA-F3E998306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9D0F2-6A92-47B9-9F4B-FF025308A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079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DFF802-780F-C992-29D2-BFF2866D3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9AFC84-DCCC-3A58-9699-72D4661AE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EA94D3-A013-922A-5A6A-0741E0FD72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CB6E5B-5F63-410E-903B-3A28453B285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4B209-0214-9819-9135-0382FF0000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11E5A-A3B3-A2A8-AEEA-96FD30C346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49D0F2-6A92-47B9-9F4B-FF025308A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578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45519FE-8987-2133-48EC-E95309839C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2730547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59534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2026-09-06T08:14:56Z</dcterms:created>
  <dcterms:modified xsi:type="dcterms:W3CDTF">2026-09-06T08:14:57Z</dcterms:modified>
</cp:coreProperties>
</file>