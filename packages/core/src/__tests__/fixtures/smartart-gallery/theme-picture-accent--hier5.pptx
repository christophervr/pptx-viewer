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7A87BD-B957-400A-8289-D5F14ED16696}" type="doc">
      <dgm:prSet loTypeId="urn:microsoft.com/office/officeart/2011/layout/ThemePicture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9C28D7E-D5F0-4F29-8760-FA5522C957D4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6DA8212B-5B24-4A35-B8E9-144DBA24B3B0}" type="parTrans" cxnId="{3A84E977-00F9-4627-890C-D189B068D7E2}">
      <dgm:prSet/>
      <dgm:spPr/>
    </dgm:pt>
    <dgm:pt modelId="{08B7298B-FEB7-4620-B711-AC143F944986}" type="sibTrans" cxnId="{3A84E977-00F9-4627-890C-D189B068D7E2}">
      <dgm:prSet/>
      <dgm:spPr/>
    </dgm:pt>
    <dgm:pt modelId="{3F04DBB4-1E09-431F-AF15-585117A8FE88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4CD88860-E300-4D1A-A680-242B47C37BF3}" type="parTrans" cxnId="{CDB8CB84-FA0B-4B89-AC13-B4598AB8DF21}">
      <dgm:prSet/>
      <dgm:spPr/>
    </dgm:pt>
    <dgm:pt modelId="{28966E8B-3E0C-42E9-A98E-FAB9945AB3A7}" type="sibTrans" cxnId="{CDB8CB84-FA0B-4B89-AC13-B4598AB8DF21}">
      <dgm:prSet/>
      <dgm:spPr/>
    </dgm:pt>
    <dgm:pt modelId="{E76D9026-2CA5-43C9-95DC-5DAEB9AB1E3C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1444CEBD-BE05-46D3-9033-5685F39D492D}" type="parTrans" cxnId="{5F265889-798F-43B6-9190-C93F4A345382}">
      <dgm:prSet/>
      <dgm:spPr/>
    </dgm:pt>
    <dgm:pt modelId="{DF5BDD4E-58F4-48A3-8FCD-FB556C1BD3FA}" type="sibTrans" cxnId="{5F265889-798F-43B6-9190-C93F4A345382}">
      <dgm:prSet/>
      <dgm:spPr/>
    </dgm:pt>
    <dgm:pt modelId="{8B48584F-2D4A-455E-A983-FAF48769BB22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A2038235-83FA-4E0E-A148-6461E17F4F28}" type="parTrans" cxnId="{7FBEE92C-A723-4229-BCD7-5856088C04BE}">
      <dgm:prSet/>
      <dgm:spPr/>
    </dgm:pt>
    <dgm:pt modelId="{7111F1EB-E38D-4E47-83FD-0986FD06B293}" type="sibTrans" cxnId="{7FBEE92C-A723-4229-BCD7-5856088C04BE}">
      <dgm:prSet/>
      <dgm:spPr/>
    </dgm:pt>
    <dgm:pt modelId="{EF1C7FE8-4D18-4BAE-953F-11A93AD5528D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92E89BC8-E75F-402D-969F-A3C81CC73713}" type="parTrans" cxnId="{123F340D-077D-4BFB-AF87-837ACF69A357}">
      <dgm:prSet/>
      <dgm:spPr/>
    </dgm:pt>
    <dgm:pt modelId="{B5D71410-3064-4D53-AA73-CAF17F8F8623}" type="sibTrans" cxnId="{123F340D-077D-4BFB-AF87-837ACF69A357}">
      <dgm:prSet/>
      <dgm:spPr/>
    </dgm:pt>
    <dgm:pt modelId="{8D12FC75-113A-42F7-9BE2-2910185E25C2}" type="pres">
      <dgm:prSet presAssocID="{817A87BD-B957-400A-8289-D5F14ED16696}" presName="Name0" presStyleCnt="0">
        <dgm:presLayoutVars>
          <dgm:chMax val="6"/>
          <dgm:chPref val="6"/>
          <dgm:dir/>
        </dgm:presLayoutVars>
      </dgm:prSet>
      <dgm:spPr/>
    </dgm:pt>
    <dgm:pt modelId="{1DC121D4-E82B-43F9-91B9-53EED1B409CF}" type="pres">
      <dgm:prSet presAssocID="{29C28D7E-D5F0-4F29-8760-FA5522C957D4}" presName="Image1" presStyleCnt="0"/>
      <dgm:spPr/>
    </dgm:pt>
    <dgm:pt modelId="{F0804247-5299-42D7-A5B8-3BBA959C9EF2}" type="pres">
      <dgm:prSet presAssocID="{29C28D7E-D5F0-4F29-8760-FA5522C957D4}" presName="Image" presStyleLbl="alignImgPlace1" presStyleIdx="0" presStyleCnt="3"/>
      <dgm:spPr/>
    </dgm:pt>
    <dgm:pt modelId="{5CF598A4-4A7C-435E-852C-410279721864}" type="pres">
      <dgm:prSet presAssocID="{29C28D7E-D5F0-4F29-8760-FA5522C957D4}" presName="Accent1" presStyleCnt="0"/>
      <dgm:spPr/>
    </dgm:pt>
    <dgm:pt modelId="{E506491B-2550-4EF6-8880-793BE324334A}" type="pres">
      <dgm:prSet presAssocID="{29C28D7E-D5F0-4F29-8760-FA5522C957D4}" presName="Accent" presStyleLbl="parChTrans1D1" presStyleIdx="0" presStyleCnt="3"/>
      <dgm:spPr/>
    </dgm:pt>
    <dgm:pt modelId="{FDC47442-B064-453C-8140-68DC30704A8B}" type="pres">
      <dgm:prSet presAssocID="{29C28D7E-D5F0-4F29-8760-FA5522C957D4}" presName="Text1" presStyleLbl="alignImgPlace1" presStyleIdx="0" presStyleCnt="3">
        <dgm:presLayoutVars>
          <dgm:chMax val="0"/>
          <dgm:chPref val="0"/>
          <dgm:bulletEnabled val="1"/>
        </dgm:presLayoutVars>
      </dgm:prSet>
      <dgm:spPr/>
    </dgm:pt>
    <dgm:pt modelId="{E54E8F26-A0BE-4D8B-8129-C358E671D3C4}" type="pres">
      <dgm:prSet presAssocID="{E76D9026-2CA5-43C9-95DC-5DAEB9AB1E3C}" presName="Image2" presStyleCnt="0"/>
      <dgm:spPr/>
    </dgm:pt>
    <dgm:pt modelId="{BD882255-CED0-48E0-ADDC-1317553C2008}" type="pres">
      <dgm:prSet presAssocID="{E76D9026-2CA5-43C9-95DC-5DAEB9AB1E3C}" presName="Image" presStyleLbl="alignImgPlace1" presStyleIdx="1" presStyleCnt="3"/>
      <dgm:spPr/>
    </dgm:pt>
    <dgm:pt modelId="{5E4D1314-EF7C-4217-8CB9-7C451993C06C}" type="pres">
      <dgm:prSet presAssocID="{E76D9026-2CA5-43C9-95DC-5DAEB9AB1E3C}" presName="Accent2" presStyleCnt="0"/>
      <dgm:spPr/>
    </dgm:pt>
    <dgm:pt modelId="{A9FA170E-D8EB-4100-908F-8459E5BF3925}" type="pres">
      <dgm:prSet presAssocID="{E76D9026-2CA5-43C9-95DC-5DAEB9AB1E3C}" presName="Accent" presStyleLbl="parChTrans1D1" presStyleIdx="1" presStyleCnt="3"/>
      <dgm:spPr/>
    </dgm:pt>
    <dgm:pt modelId="{23A22381-9FB3-4F14-A453-2698B644AAEA}" type="pres">
      <dgm:prSet presAssocID="{E76D9026-2CA5-43C9-95DC-5DAEB9AB1E3C}" presName="Text2" presStyleLbl="alignImgPlace1" presStyleIdx="1" presStyleCnt="3">
        <dgm:presLayoutVars>
          <dgm:chMax val="0"/>
          <dgm:chPref val="0"/>
          <dgm:bulletEnabled val="1"/>
        </dgm:presLayoutVars>
      </dgm:prSet>
      <dgm:spPr/>
    </dgm:pt>
    <dgm:pt modelId="{CFFDE231-AA7D-4115-99B8-29022B7F29FD}" type="pres">
      <dgm:prSet presAssocID="{8B48584F-2D4A-455E-A983-FAF48769BB22}" presName="Image3" presStyleCnt="0"/>
      <dgm:spPr/>
    </dgm:pt>
    <dgm:pt modelId="{2C65807F-27BC-481A-9A0B-5BBA34A38FA5}" type="pres">
      <dgm:prSet presAssocID="{8B48584F-2D4A-455E-A983-FAF48769BB22}" presName="Image" presStyleLbl="alignImgPlace1" presStyleIdx="2" presStyleCnt="3"/>
      <dgm:spPr/>
    </dgm:pt>
    <dgm:pt modelId="{CA8A3B3E-F71C-4EFF-9209-7BD74759FCF7}" type="pres">
      <dgm:prSet presAssocID="{8B48584F-2D4A-455E-A983-FAF48769BB22}" presName="Accent3" presStyleCnt="0"/>
      <dgm:spPr/>
    </dgm:pt>
    <dgm:pt modelId="{AE345AE5-E0D1-44B9-A047-A472E9A4E0C2}" type="pres">
      <dgm:prSet presAssocID="{8B48584F-2D4A-455E-A983-FAF48769BB22}" presName="Accent" presStyleLbl="parChTrans1D1" presStyleIdx="2" presStyleCnt="3"/>
      <dgm:spPr/>
    </dgm:pt>
    <dgm:pt modelId="{7FF70920-EF17-4865-A6EF-F4F1404A633C}" type="pres">
      <dgm:prSet presAssocID="{8B48584F-2D4A-455E-A983-FAF48769BB22}" presName="Text3" presStyleLbl="alignImgPlac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123F340D-077D-4BFB-AF87-837ACF69A357}" srcId="{8B48584F-2D4A-455E-A983-FAF48769BB22}" destId="{EF1C7FE8-4D18-4BAE-953F-11A93AD5528D}" srcOrd="0" destOrd="0" parTransId="{92E89BC8-E75F-402D-969F-A3C81CC73713}" sibTransId="{B5D71410-3064-4D53-AA73-CAF17F8F8623}"/>
    <dgm:cxn modelId="{7FBEE92C-A723-4229-BCD7-5856088C04BE}" srcId="{817A87BD-B957-400A-8289-D5F14ED16696}" destId="{8B48584F-2D4A-455E-A983-FAF48769BB22}" srcOrd="2" destOrd="0" parTransId="{A2038235-83FA-4E0E-A148-6461E17F4F28}" sibTransId="{7111F1EB-E38D-4E47-83FD-0986FD06B293}"/>
    <dgm:cxn modelId="{5FF24D2E-933F-4892-8C96-470BBB4C25D2}" type="presOf" srcId="{29C28D7E-D5F0-4F29-8760-FA5522C957D4}" destId="{FDC47442-B064-453C-8140-68DC30704A8B}" srcOrd="0" destOrd="0" presId="urn:microsoft.com/office/officeart/2011/layout/ThemePictureAccent"/>
    <dgm:cxn modelId="{3A84E977-00F9-4627-890C-D189B068D7E2}" srcId="{817A87BD-B957-400A-8289-D5F14ED16696}" destId="{29C28D7E-D5F0-4F29-8760-FA5522C957D4}" srcOrd="0" destOrd="0" parTransId="{6DA8212B-5B24-4A35-B8E9-144DBA24B3B0}" sibTransId="{08B7298B-FEB7-4620-B711-AC143F944986}"/>
    <dgm:cxn modelId="{CDB8CB84-FA0B-4B89-AC13-B4598AB8DF21}" srcId="{29C28D7E-D5F0-4F29-8760-FA5522C957D4}" destId="{3F04DBB4-1E09-431F-AF15-585117A8FE88}" srcOrd="0" destOrd="0" parTransId="{4CD88860-E300-4D1A-A680-242B47C37BF3}" sibTransId="{28966E8B-3E0C-42E9-A98E-FAB9945AB3A7}"/>
    <dgm:cxn modelId="{FF43F386-AA98-4189-932F-14E289861EB6}" type="presOf" srcId="{3F04DBB4-1E09-431F-AF15-585117A8FE88}" destId="{FDC47442-B064-453C-8140-68DC30704A8B}" srcOrd="0" destOrd="1" presId="urn:microsoft.com/office/officeart/2011/layout/ThemePictureAccent"/>
    <dgm:cxn modelId="{5F265889-798F-43B6-9190-C93F4A345382}" srcId="{817A87BD-B957-400A-8289-D5F14ED16696}" destId="{E76D9026-2CA5-43C9-95DC-5DAEB9AB1E3C}" srcOrd="1" destOrd="0" parTransId="{1444CEBD-BE05-46D3-9033-5685F39D492D}" sibTransId="{DF5BDD4E-58F4-48A3-8FCD-FB556C1BD3FA}"/>
    <dgm:cxn modelId="{51AECA8C-5A2F-4CB4-8F4A-18215C8CCACA}" type="presOf" srcId="{817A87BD-B957-400A-8289-D5F14ED16696}" destId="{8D12FC75-113A-42F7-9BE2-2910185E25C2}" srcOrd="0" destOrd="0" presId="urn:microsoft.com/office/officeart/2011/layout/ThemePictureAccent"/>
    <dgm:cxn modelId="{1F8768C0-32DF-42FE-968A-2998FCE3E115}" type="presOf" srcId="{EF1C7FE8-4D18-4BAE-953F-11A93AD5528D}" destId="{7FF70920-EF17-4865-A6EF-F4F1404A633C}" srcOrd="0" destOrd="1" presId="urn:microsoft.com/office/officeart/2011/layout/ThemePictureAccent"/>
    <dgm:cxn modelId="{4D044BCE-65F0-4221-8186-0CEBAC96DB90}" type="presOf" srcId="{8B48584F-2D4A-455E-A983-FAF48769BB22}" destId="{7FF70920-EF17-4865-A6EF-F4F1404A633C}" srcOrd="0" destOrd="0" presId="urn:microsoft.com/office/officeart/2011/layout/ThemePictureAccent"/>
    <dgm:cxn modelId="{4541A2F5-7676-4944-918E-27D55D4E8EBC}" type="presOf" srcId="{E76D9026-2CA5-43C9-95DC-5DAEB9AB1E3C}" destId="{23A22381-9FB3-4F14-A453-2698B644AAEA}" srcOrd="0" destOrd="0" presId="urn:microsoft.com/office/officeart/2011/layout/ThemePictureAccent"/>
    <dgm:cxn modelId="{2EBDE1C7-FF08-4615-8DFB-B9B50F69A310}" type="presParOf" srcId="{8D12FC75-113A-42F7-9BE2-2910185E25C2}" destId="{1DC121D4-E82B-43F9-91B9-53EED1B409CF}" srcOrd="0" destOrd="0" presId="urn:microsoft.com/office/officeart/2011/layout/ThemePictureAccent"/>
    <dgm:cxn modelId="{C07CCA75-C364-48B6-B564-455BDC0EC151}" type="presParOf" srcId="{1DC121D4-E82B-43F9-91B9-53EED1B409CF}" destId="{F0804247-5299-42D7-A5B8-3BBA959C9EF2}" srcOrd="0" destOrd="0" presId="urn:microsoft.com/office/officeart/2011/layout/ThemePictureAccent"/>
    <dgm:cxn modelId="{A3787E9A-E1EB-4E75-B249-79708FCD4DFF}" type="presParOf" srcId="{8D12FC75-113A-42F7-9BE2-2910185E25C2}" destId="{5CF598A4-4A7C-435E-852C-410279721864}" srcOrd="1" destOrd="0" presId="urn:microsoft.com/office/officeart/2011/layout/ThemePictureAccent"/>
    <dgm:cxn modelId="{8E77FD74-0C91-4FCE-8414-F6DA519AA9E1}" type="presParOf" srcId="{5CF598A4-4A7C-435E-852C-410279721864}" destId="{E506491B-2550-4EF6-8880-793BE324334A}" srcOrd="0" destOrd="0" presId="urn:microsoft.com/office/officeart/2011/layout/ThemePictureAccent"/>
    <dgm:cxn modelId="{A2629485-1446-45DB-BDA1-3250A1DE2E20}" type="presParOf" srcId="{8D12FC75-113A-42F7-9BE2-2910185E25C2}" destId="{FDC47442-B064-453C-8140-68DC30704A8B}" srcOrd="2" destOrd="0" presId="urn:microsoft.com/office/officeart/2011/layout/ThemePictureAccent"/>
    <dgm:cxn modelId="{C6FAFBE0-D248-4722-A943-CFE7B4ECEF07}" type="presParOf" srcId="{8D12FC75-113A-42F7-9BE2-2910185E25C2}" destId="{E54E8F26-A0BE-4D8B-8129-C358E671D3C4}" srcOrd="3" destOrd="0" presId="urn:microsoft.com/office/officeart/2011/layout/ThemePictureAccent"/>
    <dgm:cxn modelId="{53AD4E4F-47A1-4E7C-AA86-656DBC0D54A7}" type="presParOf" srcId="{E54E8F26-A0BE-4D8B-8129-C358E671D3C4}" destId="{BD882255-CED0-48E0-ADDC-1317553C2008}" srcOrd="0" destOrd="0" presId="urn:microsoft.com/office/officeart/2011/layout/ThemePictureAccent"/>
    <dgm:cxn modelId="{1C2A3778-7EBC-486D-B785-7BDE3DCCC73F}" type="presParOf" srcId="{8D12FC75-113A-42F7-9BE2-2910185E25C2}" destId="{5E4D1314-EF7C-4217-8CB9-7C451993C06C}" srcOrd="4" destOrd="0" presId="urn:microsoft.com/office/officeart/2011/layout/ThemePictureAccent"/>
    <dgm:cxn modelId="{FD792705-D605-49E5-9881-C51597DD732E}" type="presParOf" srcId="{5E4D1314-EF7C-4217-8CB9-7C451993C06C}" destId="{A9FA170E-D8EB-4100-908F-8459E5BF3925}" srcOrd="0" destOrd="0" presId="urn:microsoft.com/office/officeart/2011/layout/ThemePictureAccent"/>
    <dgm:cxn modelId="{DECB7642-5A0C-4D8B-8B16-6CE7ED97CA6C}" type="presParOf" srcId="{8D12FC75-113A-42F7-9BE2-2910185E25C2}" destId="{23A22381-9FB3-4F14-A453-2698B644AAEA}" srcOrd="5" destOrd="0" presId="urn:microsoft.com/office/officeart/2011/layout/ThemePictureAccent"/>
    <dgm:cxn modelId="{997F2376-1172-486E-94A8-439A3E39BE31}" type="presParOf" srcId="{8D12FC75-113A-42F7-9BE2-2910185E25C2}" destId="{CFFDE231-AA7D-4115-99B8-29022B7F29FD}" srcOrd="6" destOrd="0" presId="urn:microsoft.com/office/officeart/2011/layout/ThemePictureAccent"/>
    <dgm:cxn modelId="{4E9FAB55-9D7B-46E1-BC78-7089238B52B7}" type="presParOf" srcId="{CFFDE231-AA7D-4115-99B8-29022B7F29FD}" destId="{2C65807F-27BC-481A-9A0B-5BBA34A38FA5}" srcOrd="0" destOrd="0" presId="urn:microsoft.com/office/officeart/2011/layout/ThemePictureAccent"/>
    <dgm:cxn modelId="{7CE9E870-F2C4-4612-BB9E-8CAE5587F307}" type="presParOf" srcId="{8D12FC75-113A-42F7-9BE2-2910185E25C2}" destId="{CA8A3B3E-F71C-4EFF-9209-7BD74759FCF7}" srcOrd="7" destOrd="0" presId="urn:microsoft.com/office/officeart/2011/layout/ThemePictureAccent"/>
    <dgm:cxn modelId="{4CDED3E7-0782-4896-AE94-A201B1454BED}" type="presParOf" srcId="{CA8A3B3E-F71C-4EFF-9209-7BD74759FCF7}" destId="{AE345AE5-E0D1-44B9-A047-A472E9A4E0C2}" srcOrd="0" destOrd="0" presId="urn:microsoft.com/office/officeart/2011/layout/ThemePictureAccent"/>
    <dgm:cxn modelId="{2683EEB5-8660-454F-9479-90BAC187A6A0}" type="presParOf" srcId="{8D12FC75-113A-42F7-9BE2-2910185E25C2}" destId="{7FF70920-EF17-4865-A6EF-F4F1404A633C}" srcOrd="8" destOrd="0" presId="urn:microsoft.com/office/officeart/2011/layout/ThemePictureAccen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804247-5299-42D7-A5B8-3BBA959C9EF2}">
      <dsp:nvSpPr>
        <dsp:cNvPr id="0" name=""/>
        <dsp:cNvSpPr/>
      </dsp:nvSpPr>
      <dsp:spPr>
        <a:xfrm>
          <a:off x="482345" y="2092452"/>
          <a:ext cx="4831287" cy="2987548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06491B-2550-4EF6-8880-793BE324334A}">
      <dsp:nvSpPr>
        <dsp:cNvPr id="0" name=""/>
        <dsp:cNvSpPr/>
      </dsp:nvSpPr>
      <dsp:spPr>
        <a:xfrm>
          <a:off x="720010" y="2318004"/>
          <a:ext cx="4365436" cy="2518664"/>
        </a:xfrm>
        <a:prstGeom prst="rect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C47442-B064-453C-8140-68DC30704A8B}">
      <dsp:nvSpPr>
        <dsp:cNvPr id="0" name=""/>
        <dsp:cNvSpPr/>
      </dsp:nvSpPr>
      <dsp:spPr>
        <a:xfrm>
          <a:off x="720010" y="4080256"/>
          <a:ext cx="4365436" cy="76149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10160" rIns="30480" bIns="0" numCol="1" spcCol="1270" anchor="b" anchorCtr="0">
          <a:noAutofit/>
        </a:bodyPr>
        <a:lstStyle/>
        <a:p>
          <a:pPr marL="0" lvl="0" indent="0" algn="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Node One</a:t>
          </a:r>
        </a:p>
        <a:p>
          <a:pPr marL="114300" lvl="1" indent="-114300" algn="r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Node Two has a longer label</a:t>
          </a:r>
        </a:p>
      </dsp:txBody>
      <dsp:txXfrm>
        <a:off x="720010" y="4080256"/>
        <a:ext cx="4365436" cy="761492"/>
      </dsp:txXfrm>
    </dsp:sp>
    <dsp:sp modelId="{BD882255-CED0-48E0-ADDC-1317553C2008}">
      <dsp:nvSpPr>
        <dsp:cNvPr id="0" name=""/>
        <dsp:cNvSpPr/>
      </dsp:nvSpPr>
      <dsp:spPr>
        <a:xfrm>
          <a:off x="3437836" y="0"/>
          <a:ext cx="1890376" cy="1933448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FA170E-D8EB-4100-908F-8459E5BF3925}">
      <dsp:nvSpPr>
        <dsp:cNvPr id="0" name=""/>
        <dsp:cNvSpPr/>
      </dsp:nvSpPr>
      <dsp:spPr>
        <a:xfrm>
          <a:off x="3553752" y="117348"/>
          <a:ext cx="1656357" cy="1698244"/>
        </a:xfrm>
        <a:prstGeom prst="rect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A22381-9FB3-4F14-A453-2698B644AAEA}">
      <dsp:nvSpPr>
        <dsp:cNvPr id="0" name=""/>
        <dsp:cNvSpPr/>
      </dsp:nvSpPr>
      <dsp:spPr>
        <a:xfrm>
          <a:off x="3552294" y="1308100"/>
          <a:ext cx="1656357" cy="50749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10160" rIns="30480" bIns="0" numCol="1" spcCol="1270" anchor="b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Node Three</a:t>
          </a:r>
        </a:p>
      </dsp:txBody>
      <dsp:txXfrm>
        <a:off x="3552294" y="1308100"/>
        <a:ext cx="1656357" cy="507492"/>
      </dsp:txXfrm>
    </dsp:sp>
    <dsp:sp modelId="{2C65807F-27BC-481A-9A0B-5BBA34A38FA5}">
      <dsp:nvSpPr>
        <dsp:cNvPr id="0" name=""/>
        <dsp:cNvSpPr/>
      </dsp:nvSpPr>
      <dsp:spPr>
        <a:xfrm>
          <a:off x="5473290" y="3249676"/>
          <a:ext cx="2299363" cy="1424940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345AE5-E0D1-44B9-A047-A472E9A4E0C2}">
      <dsp:nvSpPr>
        <dsp:cNvPr id="0" name=""/>
        <dsp:cNvSpPr/>
      </dsp:nvSpPr>
      <dsp:spPr>
        <a:xfrm>
          <a:off x="5589935" y="3367532"/>
          <a:ext cx="2065344" cy="1190752"/>
        </a:xfrm>
        <a:prstGeom prst="rect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F70920-EF17-4865-A6EF-F4F1404A633C}">
      <dsp:nvSpPr>
        <dsp:cNvPr id="0" name=""/>
        <dsp:cNvSpPr/>
      </dsp:nvSpPr>
      <dsp:spPr>
        <a:xfrm>
          <a:off x="5589935" y="4050792"/>
          <a:ext cx="2065344" cy="50749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10160" rIns="30480" bIns="0" numCol="1" spcCol="1270" anchor="b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Node Four</a:t>
          </a:r>
        </a:p>
        <a:p>
          <a:pPr marL="114300" lvl="1" indent="-114300" algn="r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Node Five</a:t>
          </a:r>
        </a:p>
      </dsp:txBody>
      <dsp:txXfrm>
        <a:off x="5589935" y="4050792"/>
        <a:ext cx="2065344" cy="5074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hemePictureAccent">
  <dgm:title val="Theme Picture Accent"/>
  <dgm:desc val="Use to show a group of pictures with the first picture being centered and the largest. Can contain up to six Level 1 pictures. Unused pictures do not appear, but remain available if you switch layouts.  Works best with small amounts of text."/>
  <dgm:catLst>
    <dgm:cat type="picture" pri="13250"/>
    <dgm:cat type="officeonline" pri="4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  <dgm:pt modelId="50">
          <dgm:prSet phldr="1"/>
        </dgm:pt>
        <dgm:pt modelId="60">
          <dgm:prSet phldr="1"/>
        </dgm:pt>
      </dgm:ptLst>
      <dgm:cxnLst>
        <dgm:cxn modelId="70" srcId="0" destId="10" srcOrd="0" destOrd="0"/>
        <dgm:cxn modelId="80" srcId="0" destId="20" srcOrd="1" destOrd="0"/>
        <dgm:cxn modelId="90" srcId="0" destId="30" srcOrd="2" destOrd="0"/>
        <dgm:cxn modelId="100" srcId="0" destId="40" srcOrd="3" destOrd="0"/>
        <dgm:cxn modelId="110" srcId="0" destId="50" srcOrd="4" destOrd="0"/>
        <dgm:cxn modelId="120" srcId="0" destId="60" srcOrd="5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6"/>
      <dgm:chPref val="6"/>
      <dgm:dir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62"/>
            </dgm:alg>
            <dgm:constrLst>
              <dgm:constr type="primFontSz" for="des" forName="Text1" val="65"/>
              <dgm:constr type="l" for="ch" forName="Image1" refType="w" fact="0"/>
              <dgm:constr type="t" for="ch" forName="Image1" refType="h" fact="0"/>
              <dgm:constr type="w" for="ch" forName="Image1" refType="w"/>
              <dgm:constr type="h" for="ch" forName="Image1" refType="h"/>
              <dgm:constr type="l" for="ch" forName="Accent1" refType="w" fact="0.0491"/>
              <dgm:constr type="t" for="ch" forName="Accent1" refType="h" fact="0.0756"/>
              <dgm:constr type="w" for="ch" forName="Accent1" refType="w" fact="0.9035"/>
              <dgm:constr type="h" for="ch" forName="Accent1" refType="h" fact="0.8429"/>
              <dgm:constr type="l" for="ch" forName="Text1" refType="w" fact="0.0491"/>
              <dgm:constr type="t" for="ch" forName="Text1" refType="h" fact="0.6654"/>
              <dgm:constr type="w" for="ch" forName="Text1" refType="w" fact="0.9035"/>
              <dgm:constr type="h" for="ch" forName="Text1" refType="h" fact="0.2548"/>
            </dgm:constrLst>
          </dgm:if>
          <dgm:if name="Name5" axis="ch" ptType="node" func="cnt" op="equ" val="2">
            <dgm:alg type="composite">
              <dgm:param type="ar" val="0.9528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l" for="ch" forName="Image1" refType="w" fact="0"/>
              <dgm:constr type="t" for="ch" forName="Image1" refType="h" fact="0.4119"/>
              <dgm:constr type="w" for="ch" forName="Image1" refType="w" fact="0.997"/>
              <dgm:constr type="h" for="ch" forName="Image1" refType="h" fact="0.5881"/>
              <dgm:constr type="l" for="ch" forName="Accent1" refType="w" fact="0.049"/>
              <dgm:constr type="t" for="ch" forName="Accent1" refType="h" fact="0.4563"/>
              <dgm:constr type="w" for="ch" forName="Accent1" refType="w" fact="0.9008"/>
              <dgm:constr type="h" for="ch" forName="Accent1" refType="h" fact="0.4958"/>
              <dgm:constr type="l" for="ch" forName="Image2" refType="w" fact="0.6099"/>
              <dgm:constr type="t" for="ch" forName="Image2" refType="h" fact="0"/>
              <dgm:constr type="w" for="ch" forName="Image2" refType="w" fact="0.3901"/>
              <dgm:constr type="h" for="ch" forName="Image2" refType="h" fact="0.3806"/>
              <dgm:constr type="l" for="ch" forName="Accent2" refType="w" fact="0.6338"/>
              <dgm:constr type="t" for="ch" forName="Accent2" refType="h" fact="0.0231"/>
              <dgm:constr type="w" for="ch" forName="Accent2" refType="w" fact="0.3418"/>
              <dgm:constr type="h" for="ch" forName="Accent2" refType="h" fact="0.3343"/>
              <dgm:constr type="l" for="ch" forName="Text1" refType="w" fact="0.049"/>
              <dgm:constr type="t" for="ch" forName="Text1" refType="h" fact="0.8032"/>
              <dgm:constr type="w" for="ch" forName="Text1" refType="w" fact="0.9008"/>
              <dgm:constr type="h" for="ch" forName="Text1" refType="h" fact="0.1499"/>
              <dgm:constr type="l" for="ch" forName="Text2" refType="w" fact="0.6335"/>
              <dgm:constr type="t" for="ch" forName="Text2" refType="h" fact="0.2575"/>
              <dgm:constr type="w" for="ch" forName="Text2" refType="w" fact="0.3418"/>
              <dgm:constr type="h" for="ch" forName="Text2" refType="h" fact="0.0999"/>
            </dgm:constrLst>
          </dgm:if>
          <dgm:if name="Name6" axis="ch" ptType="node" func="cnt" op="equ" val="3">
            <dgm:alg type="composite">
              <dgm:param type="ar" val="1.4351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l" for="ch" forName="Image1" refType="w" fact="0"/>
              <dgm:constr type="t" for="ch" forName="Image1" refType="h" fact="0.4119"/>
              <dgm:constr type="w" for="ch" forName="Image1" refType="w" fact="0.6627"/>
              <dgm:constr type="h" for="ch" forName="Image1" refType="h" fact="0.5881"/>
              <dgm:constr type="l" for="ch" forName="Accent1" refType="w" fact="0.0326"/>
              <dgm:constr type="t" for="ch" forName="Accent1" refType="h" fact="0.4563"/>
              <dgm:constr type="w" for="ch" forName="Accent1" refType="w" fact="0.5988"/>
              <dgm:constr type="h" for="ch" forName="Accent1" refType="h" fact="0.4958"/>
              <dgm:constr type="l" for="ch" forName="Image3" refType="w" fact="0.6846"/>
              <dgm:constr type="t" for="ch" forName="Image3" refType="h" fact="0.6397"/>
              <dgm:constr type="w" for="ch" forName="Image3" refType="w" fact="0.3154"/>
              <dgm:constr type="h" for="ch" forName="Image3" refType="h" fact="0.2805"/>
              <dgm:constr type="l" for="ch" forName="Accent3" refType="w" fact="0.7006"/>
              <dgm:constr type="t" for="ch" forName="Accent3" refType="h" fact="0.6629"/>
              <dgm:constr type="w" for="ch" forName="Accent3" refType="w" fact="0.2833"/>
              <dgm:constr type="h" for="ch" forName="Accent3" refType="h" fact="0.2344"/>
              <dgm:constr type="l" for="ch" forName="Image2" refType="w" fact="0.4054"/>
              <dgm:constr type="t" for="ch" forName="Image2" refType="h" fact="0"/>
              <dgm:constr type="w" for="ch" forName="Image2" refType="w" fact="0.2593"/>
              <dgm:constr type="h" for="ch" forName="Image2" refType="h" fact="0.3806"/>
              <dgm:constr type="l" for="ch" forName="Accent2" refType="w" fact="0.4213"/>
              <dgm:constr type="t" for="ch" forName="Accent2" refType="h" fact="0.0231"/>
              <dgm:constr type="w" for="ch" forName="Accent2" refType="w" fact="0.2272"/>
              <dgm:constr type="h" for="ch" forName="Accent2" refType="h" fact="0.3343"/>
              <dgm:constr type="l" for="ch" forName="Text1" refType="w" fact="0.0326"/>
              <dgm:constr type="t" for="ch" forName="Text1" refType="h" fact="0.8032"/>
              <dgm:constr type="w" for="ch" forName="Text1" refType="w" fact="0.5988"/>
              <dgm:constr type="h" for="ch" forName="Text1" refType="h" fact="0.1499"/>
              <dgm:constr type="l" for="ch" forName="Text2" refType="w" fact="0.4211"/>
              <dgm:constr type="t" for="ch" forName="Text2" refType="h" fact="0.2575"/>
              <dgm:constr type="w" for="ch" forName="Text2" refType="w" fact="0.2272"/>
              <dgm:constr type="h" for="ch" forName="Text2" refType="h" fact="0.0999"/>
              <dgm:constr type="l" for="ch" forName="Text3" refType="w" fact="0.7006"/>
              <dgm:constr type="t" for="ch" forName="Text3" refType="h" fact="0.7974"/>
              <dgm:constr type="w" for="ch" forName="Text3" refType="w" fact="0.2833"/>
              <dgm:constr type="h" for="ch" forName="Text3" refType="h" fact="0.0999"/>
            </dgm:constrLst>
          </dgm:if>
          <dgm:if name="Name7" axis="ch" ptType="node" func="cnt" op="equ" val="4">
            <dgm:alg type="composite">
              <dgm:param type="ar" val="1.6922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l" for="ch" forName="Image1" refType="w" fact="0.1498"/>
              <dgm:constr type="t" for="ch" forName="Image1" refType="h" fact="0.4119"/>
              <dgm:constr type="w" for="ch" forName="Image1" refType="w" fact="0.5634"/>
              <dgm:constr type="h" for="ch" forName="Image1" refType="h" fact="0.5881"/>
              <dgm:constr type="l" for="ch" forName="Accent1" refType="w" fact="0.1774"/>
              <dgm:constr type="t" for="ch" forName="Accent1" refType="h" fact="0.4563"/>
              <dgm:constr type="w" for="ch" forName="Accent1" refType="w" fact="0.5091"/>
              <dgm:constr type="h" for="ch" forName="Accent1" refType="h" fact="0.4958"/>
              <dgm:constr type="l" for="ch" forName="Image4" refType="w" fact="0"/>
              <dgm:constr type="t" for="ch" forName="Image4" refType="h" fact="0.7601"/>
              <dgm:constr type="w" for="ch" forName="Image4" refType="w" fact="0.1316"/>
              <dgm:constr type="h" for="ch" forName="Image4" refType="h" fact="0.2262"/>
              <dgm:constr type="l" for="ch" forName="Accent4" refType="w" fact="0.0136"/>
              <dgm:constr type="t" for="ch" forName="Accent4" refType="h" fact="0.7839"/>
              <dgm:constr type="w" for="ch" forName="Accent4" refType="w" fact="0.1045"/>
              <dgm:constr type="h" for="ch" forName="Accent4" refType="h" fact="0.1806"/>
              <dgm:constr type="l" for="ch" forName="Image3" refType="w" fact="0.7318"/>
              <dgm:constr type="t" for="ch" forName="Image3" refType="h" fact="0.6397"/>
              <dgm:constr type="w" for="ch" forName="Image3" refType="w" fact="0.2682"/>
              <dgm:constr type="h" for="ch" forName="Image3" refType="h" fact="0.2805"/>
              <dgm:constr type="l" for="ch" forName="Accent3" refType="w" fact="0.7455"/>
              <dgm:constr type="t" for="ch" forName="Accent3" refType="h" fact="0.6629"/>
              <dgm:constr type="w" for="ch" forName="Accent3" refType="w" fact="0.2409"/>
              <dgm:constr type="h" for="ch" forName="Accent3" refType="h" fact="0.2344"/>
              <dgm:constr type="l" for="ch" forName="Image2" refType="w" fact="0.4944"/>
              <dgm:constr type="t" for="ch" forName="Image2" refType="h" fact="0"/>
              <dgm:constr type="w" for="ch" forName="Image2" refType="w" fact="0.2205"/>
              <dgm:constr type="h" for="ch" forName="Image2" refType="h" fact="0.3806"/>
              <dgm:constr type="l" for="ch" forName="Accent2" refType="w" fact="0.508"/>
              <dgm:constr type="t" for="ch" forName="Accent2" refType="h" fact="0.0231"/>
              <dgm:constr type="w" for="ch" forName="Accent2" refType="w" fact="0.1932"/>
              <dgm:constr type="h" for="ch" forName="Accent2" refType="h" fact="0.3343"/>
              <dgm:constr type="l" for="ch" forName="Text1" refType="w" fact="0.1774"/>
              <dgm:constr type="t" for="ch" forName="Text1" refType="h" fact="0.8032"/>
              <dgm:constr type="w" for="ch" forName="Text1" refType="w" fact="0.5091"/>
              <dgm:constr type="h" for="ch" forName="Text1" refType="h" fact="0.1499"/>
              <dgm:constr type="l" for="ch" forName="Text2" refType="w" fact="0.5078"/>
              <dgm:constr type="t" for="ch" forName="Text2" refType="h" fact="0.2575"/>
              <dgm:constr type="w" for="ch" forName="Text2" refType="w" fact="0.1932"/>
              <dgm:constr type="h" for="ch" forName="Text2" refType="h" fact="0.0999"/>
              <dgm:constr type="l" for="ch" forName="Text3" refType="w" fact="0.7455"/>
              <dgm:constr type="t" for="ch" forName="Text3" refType="h" fact="0.7974"/>
              <dgm:constr type="w" for="ch" forName="Text3" refType="w" fact="0.2409"/>
              <dgm:constr type="h" for="ch" forName="Text3" refType="h" fact="0.0999"/>
              <dgm:constr type="l" for="ch" forName="Text4" refType="w" fact="0.0136"/>
              <dgm:constr type="t" for="ch" forName="Text4" refType="h" fact="0.8647"/>
              <dgm:constr type="w" for="ch" forName="Text4" refType="w" fact="0.1045"/>
              <dgm:constr type="h" for="ch" forName="Text4" refType="h" fact="0.0999"/>
            </dgm:constrLst>
          </dgm:if>
          <dgm:if name="Name8" axis="ch" ptType="node" func="cnt" op="equ" val="5">
            <dgm:alg type="composite">
              <dgm:param type="ar" val="1.1999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primFontSz" for="des" forName="Text5" refType="primFontSz" refFor="des" refForName="Text1" op="equ"/>
              <dgm:constr type="l" for="ch" forName="Image1" refType="w" fact="0.1498"/>
              <dgm:constr type="t" for="ch" forName="Image1" refType="h" fact="0.2921"/>
              <dgm:constr type="w" for="ch" forName="Image1" refType="w" fact="0.5634"/>
              <dgm:constr type="h" for="ch" forName="Image1" refType="h" fact="0.417"/>
              <dgm:constr type="l" for="ch" forName="Accent1" refType="w" fact="0.1774"/>
              <dgm:constr type="t" for="ch" forName="Accent1" refType="h" fact="0.3236"/>
              <dgm:constr type="w" for="ch" forName="Accent1" refType="w" fact="0.5091"/>
              <dgm:constr type="h" for="ch" forName="Accent1" refType="h" fact="0.3515"/>
              <dgm:constr type="l" for="ch" forName="Image4" refType="w" fact="0"/>
              <dgm:constr type="t" for="ch" forName="Image4" refType="h" fact="0.539"/>
              <dgm:constr type="w" for="ch" forName="Image4" refType="w" fact="0.1316"/>
              <dgm:constr type="h" for="ch" forName="Image4" refType="h" fact="0.1604"/>
              <dgm:constr type="l" for="ch" forName="Accent4" refType="w" fact="0.0136"/>
              <dgm:constr type="t" for="ch" forName="Accent4" refType="h" fact="0.5559"/>
              <dgm:constr type="w" for="ch" forName="Accent4" refType="w" fact="0.1045"/>
              <dgm:constr type="h" for="ch" forName="Accent4" refType="h" fact="0.1281"/>
              <dgm:constr type="l" for="ch" forName="Image5" refType="w" fact="0.6287"/>
              <dgm:constr type="t" for="ch" forName="Image5" refType="h" fact="0.7301"/>
              <dgm:constr type="w" for="ch" forName="Image5" refType="w" fact="0.2318"/>
              <dgm:constr type="h" for="ch" forName="Image5" refType="h" fact="0.2699"/>
              <dgm:constr type="l" for="ch" forName="Accent5" refType="w" fact="0.642"/>
              <dgm:constr type="t" for="ch" forName="Accent5" refType="h" fact="0.7467"/>
              <dgm:constr type="w" for="ch" forName="Accent5" refType="w" fact="0.2045"/>
              <dgm:constr type="h" for="ch" forName="Accent5" refType="h" fact="0.2371"/>
              <dgm:constr type="l" for="ch" forName="Image3" refType="w" fact="0.7318"/>
              <dgm:constr type="t" for="ch" forName="Image3" refType="h" fact="0.4536"/>
              <dgm:constr type="w" for="ch" forName="Image3" refType="w" fact="0.2682"/>
              <dgm:constr type="h" for="ch" forName="Image3" refType="h" fact="0.1989"/>
              <dgm:constr type="l" for="ch" forName="Accent3" refType="w" fact="0.7455"/>
              <dgm:constr type="t" for="ch" forName="Accent3" refType="h" fact="0.4701"/>
              <dgm:constr type="w" for="ch" forName="Accent3" refType="w" fact="0.2409"/>
              <dgm:constr type="h" for="ch" forName="Accent3" refType="h" fact="0.1662"/>
              <dgm:constr type="l" for="ch" forName="Image2" refType="w" fact="0.4944"/>
              <dgm:constr type="t" for="ch" forName="Image2" refType="h" fact="0"/>
              <dgm:constr type="w" for="ch" forName="Image2" refType="w" fact="0.2205"/>
              <dgm:constr type="h" for="ch" forName="Image2" refType="h" fact="0.2699"/>
              <dgm:constr type="l" for="ch" forName="Accent2" refType="w" fact="0.508"/>
              <dgm:constr type="t" for="ch" forName="Accent2" refType="h" fact="0.0164"/>
              <dgm:constr type="w" for="ch" forName="Accent2" refType="w" fact="0.1932"/>
              <dgm:constr type="h" for="ch" forName="Accent2" refType="h" fact="0.2371"/>
              <dgm:constr type="l" for="ch" forName="Text1" refType="w" fact="0.1774"/>
              <dgm:constr type="t" for="ch" forName="Text1" refType="h" fact="0.5695"/>
              <dgm:constr type="w" for="ch" forName="Text1" refType="w" fact="0.5091"/>
              <dgm:constr type="h" for="ch" forName="Text1" refType="h" fact="0.1063"/>
              <dgm:constr type="l" for="ch" forName="Text2" refType="w" fact="0.5078"/>
              <dgm:constr type="t" for="ch" forName="Text2" refType="h" fact="0.1826"/>
              <dgm:constr type="w" for="ch" forName="Text2" refType="w" fact="0.1932"/>
              <dgm:constr type="h" for="ch" forName="Text2" refType="h" fact="0.0709"/>
              <dgm:constr type="l" for="ch" forName="Text3" refType="w" fact="0.7455"/>
              <dgm:constr type="t" for="ch" forName="Text3" refType="h" fact="0.5655"/>
              <dgm:constr type="w" for="ch" forName="Text3" refType="w" fact="0.2409"/>
              <dgm:constr type="h" for="ch" forName="Text3" refType="h" fact="0.0709"/>
              <dgm:constr type="l" for="ch" forName="Text5" refType="w" fact="0.642"/>
              <dgm:constr type="t" for="ch" forName="Text5" refType="h" fact="0.9129"/>
              <dgm:constr type="w" for="ch" forName="Text5" refType="w" fact="0.2045"/>
              <dgm:constr type="h" for="ch" forName="Text5" refType="h" fact="0.0709"/>
              <dgm:constr type="l" for="ch" forName="Text4" refType="w" fact="0.0136"/>
              <dgm:constr type="t" for="ch" forName="Text4" refType="h" fact="0.6132"/>
              <dgm:constr type="w" for="ch" forName="Text4" refType="w" fact="0.1045"/>
              <dgm:constr type="h" for="ch" forName="Text4" refType="h" fact="0.0709"/>
            </dgm:constrLst>
          </dgm:if>
          <dgm:else name="Name9">
            <dgm:alg type="composite">
              <dgm:param type="ar" val="1.1999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primFontSz" for="des" forName="Text5" refType="primFontSz" refFor="des" refForName="Text1" op="equ"/>
              <dgm:constr type="primFontSz" for="des" forName="Text6" refType="primFontSz" refFor="des" refForName="Text1" op="equ"/>
              <dgm:constr type="l" for="ch" forName="Image1" refType="w" fact="0.1498"/>
              <dgm:constr type="t" for="ch" forName="Image1" refType="h" fact="0.2921"/>
              <dgm:constr type="w" for="ch" forName="Image1" refType="w" fact="0.5634"/>
              <dgm:constr type="h" for="ch" forName="Image1" refType="h" fact="0.417"/>
              <dgm:constr type="l" for="ch" forName="Accent1" refType="w" fact="0.1774"/>
              <dgm:constr type="t" for="ch" forName="Accent1" refType="h" fact="0.3236"/>
              <dgm:constr type="w" for="ch" forName="Accent1" refType="w" fact="0.5091"/>
              <dgm:constr type="h" for="ch" forName="Accent1" refType="h" fact="0.3515"/>
              <dgm:constr type="l" for="ch" forName="Image4" refType="w" fact="0"/>
              <dgm:constr type="t" for="ch" forName="Image4" refType="h" fact="0.539"/>
              <dgm:constr type="w" for="ch" forName="Image4" refType="w" fact="0.1316"/>
              <dgm:constr type="h" for="ch" forName="Image4" refType="h" fact="0.1604"/>
              <dgm:constr type="l" for="ch" forName="Accent4" refType="w" fact="0.0136"/>
              <dgm:constr type="t" for="ch" forName="Accent4" refType="h" fact="0.5559"/>
              <dgm:constr type="w" for="ch" forName="Accent4" refType="w" fact="0.1045"/>
              <dgm:constr type="h" for="ch" forName="Accent4" refType="h" fact="0.1281"/>
              <dgm:constr type="l" for="ch" forName="Image5" refType="w" fact="0.6287"/>
              <dgm:constr type="t" for="ch" forName="Image5" refType="h" fact="0.7301"/>
              <dgm:constr type="w" for="ch" forName="Image5" refType="w" fact="0.2318"/>
              <dgm:constr type="h" for="ch" forName="Image5" refType="h" fact="0.2699"/>
              <dgm:constr type="l" for="ch" forName="Accent5" refType="w" fact="0.642"/>
              <dgm:constr type="t" for="ch" forName="Accent5" refType="h" fact="0.7467"/>
              <dgm:constr type="w" for="ch" forName="Accent5" refType="w" fact="0.2045"/>
              <dgm:constr type="h" for="ch" forName="Accent5" refType="h" fact="0.2371"/>
              <dgm:constr type="l" for="ch" forName="Image3" refType="w" fact="0.7318"/>
              <dgm:constr type="t" for="ch" forName="Image3" refType="h" fact="0.4536"/>
              <dgm:constr type="w" for="ch" forName="Image3" refType="w" fact="0.2682"/>
              <dgm:constr type="h" for="ch" forName="Image3" refType="h" fact="0.1989"/>
              <dgm:constr type="l" for="ch" forName="Accent3" refType="w" fact="0.7455"/>
              <dgm:constr type="t" for="ch" forName="Accent3" refType="h" fact="0.4701"/>
              <dgm:constr type="w" for="ch" forName="Accent3" refType="w" fact="0.2409"/>
              <dgm:constr type="h" for="ch" forName="Accent3" refType="h" fact="0.1662"/>
              <dgm:constr type="l" for="ch" forName="Image2" refType="w" fact="0.4944"/>
              <dgm:constr type="t" for="ch" forName="Image2" refType="h" fact="0"/>
              <dgm:constr type="w" for="ch" forName="Image2" refType="w" fact="0.2205"/>
              <dgm:constr type="h" for="ch" forName="Image2" refType="h" fact="0.2699"/>
              <dgm:constr type="l" for="ch" forName="Accent2" refType="w" fact="0.508"/>
              <dgm:constr type="t" for="ch" forName="Accent2" refType="h" fact="0.0164"/>
              <dgm:constr type="w" for="ch" forName="Accent2" refType="w" fact="0.1932"/>
              <dgm:constr type="h" for="ch" forName="Accent2" refType="h" fact="0.2371"/>
              <dgm:constr type="l" for="ch" forName="Text1" refType="w" fact="0.1774"/>
              <dgm:constr type="t" for="ch" forName="Text1" refType="h" fact="0.5695"/>
              <dgm:constr type="w" for="ch" forName="Text1" refType="w" fact="0.5091"/>
              <dgm:constr type="h" for="ch" forName="Text1" refType="h" fact="0.1063"/>
              <dgm:constr type="l" for="ch" forName="Image6" refType="w" fact="0.151"/>
              <dgm:constr type="t" for="ch" forName="Image6" refType="h" fact="0.7301"/>
              <dgm:constr type="w" for="ch" forName="Image6" refType="w" fact="0.2361"/>
              <dgm:constr type="h" for="ch" forName="Image6" refType="h" fact="0.1604"/>
              <dgm:constr type="l" for="ch" forName="Accent6" refType="w" fact="0.1648"/>
              <dgm:constr type="t" for="ch" forName="Accent6" refType="h" fact="0.7467"/>
              <dgm:constr type="w" for="ch" forName="Accent6" refType="w" fact="0.2091"/>
              <dgm:constr type="h" for="ch" forName="Accent6" refType="h" fact="0.1281"/>
              <dgm:constr type="l" for="ch" forName="Text2" refType="w" fact="0.5078"/>
              <dgm:constr type="t" for="ch" forName="Text2" refType="h" fact="0.1826"/>
              <dgm:constr type="w" for="ch" forName="Text2" refType="w" fact="0.1932"/>
              <dgm:constr type="h" for="ch" forName="Text2" refType="h" fact="0.0709"/>
              <dgm:constr type="l" for="ch" forName="Text3" refType="w" fact="0.7455"/>
              <dgm:constr type="t" for="ch" forName="Text3" refType="h" fact="0.5655"/>
              <dgm:constr type="w" for="ch" forName="Text3" refType="w" fact="0.2409"/>
              <dgm:constr type="h" for="ch" forName="Text3" refType="h" fact="0.0709"/>
              <dgm:constr type="l" for="ch" forName="Text5" refType="w" fact="0.642"/>
              <dgm:constr type="t" for="ch" forName="Text5" refType="h" fact="0.9129"/>
              <dgm:constr type="w" for="ch" forName="Text5" refType="w" fact="0.2045"/>
              <dgm:constr type="h" for="ch" forName="Text5" refType="h" fact="0.0709"/>
              <dgm:constr type="l" for="ch" forName="Text6" refType="w" fact="0.1648"/>
              <dgm:constr type="t" for="ch" forName="Text6" refType="h" fact="0.8039"/>
              <dgm:constr type="w" for="ch" forName="Text6" refType="w" fact="0.2091"/>
              <dgm:constr type="h" for="ch" forName="Text6" refType="h" fact="0.0709"/>
              <dgm:constr type="l" for="ch" forName="Text4" refType="w" fact="0.0136"/>
              <dgm:constr type="t" for="ch" forName="Text4" refType="h" fact="0.6132"/>
              <dgm:constr type="w" for="ch" forName="Text4" refType="w" fact="0.1045"/>
              <dgm:constr type="h" for="ch" forName="Text4" refType="h" fact="0.0709"/>
            </dgm:constrLst>
          </dgm:else>
        </dgm:choose>
      </dgm:if>
      <dgm:else name="Name10">
        <dgm:choose name="Name11">
          <dgm:if name="Name12" axis="ch" ptType="node" func="cnt" op="equ" val="1">
            <dgm:alg type="composite">
              <dgm:param type="ar" val="1.62"/>
            </dgm:alg>
            <dgm:constrLst>
              <dgm:constr type="primFontSz" for="des" forName="Text1" val="65"/>
              <dgm:constr type="l" for="ch" forName="Image1" refType="w" fact="0"/>
              <dgm:constr type="t" for="ch" forName="Image1" refType="h" fact="0"/>
              <dgm:constr type="w" for="ch" forName="Image1" refType="w"/>
              <dgm:constr type="h" for="ch" forName="Image1" refType="h"/>
              <dgm:constr type="l" for="ch" forName="Accent1" refType="w" fact="0.0491"/>
              <dgm:constr type="t" for="ch" forName="Accent1" refType="h" fact="0.0756"/>
              <dgm:constr type="w" for="ch" forName="Accent1" refType="w" fact="0.9035"/>
              <dgm:constr type="h" for="ch" forName="Accent1" refType="h" fact="0.8429"/>
              <dgm:constr type="l" for="ch" forName="Text1" refType="w" fact="0.0491"/>
              <dgm:constr type="t" for="ch" forName="Text1" refType="h" fact="0.6654"/>
              <dgm:constr type="w" for="ch" forName="Text1" refType="w" fact="0.9035"/>
              <dgm:constr type="h" for="ch" forName="Text1" refType="h" fact="0.2548"/>
            </dgm:constrLst>
          </dgm:if>
          <dgm:if name="Name13" axis="ch" ptType="node" func="cnt" op="equ" val="2">
            <dgm:alg type="composite">
              <dgm:param type="ar" val="0.9528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r" for="ch" forName="Image1" refType="w"/>
              <dgm:constr type="t" for="ch" forName="Image1" refType="h" fact="0.4119"/>
              <dgm:constr type="w" for="ch" forName="Image1" refType="w" fact="0.997"/>
              <dgm:constr type="h" for="ch" forName="Image1" refType="h" fact="0.5881"/>
              <dgm:constr type="r" for="ch" forName="Accent1" refType="w" fact="0.951"/>
              <dgm:constr type="t" for="ch" forName="Accent1" refType="h" fact="0.4563"/>
              <dgm:constr type="w" for="ch" forName="Accent1" refType="w" fact="0.9008"/>
              <dgm:constr type="h" for="ch" forName="Accent1" refType="h" fact="0.4958"/>
              <dgm:constr type="r" for="ch" forName="Image2" refType="w" fact="0.3901"/>
              <dgm:constr type="t" for="ch" forName="Image2" refType="h" fact="0"/>
              <dgm:constr type="w" for="ch" forName="Image2" refType="w" fact="0.3901"/>
              <dgm:constr type="h" for="ch" forName="Image2" refType="h" fact="0.3806"/>
              <dgm:constr type="r" for="ch" forName="Accent2" refType="w" fact="0.3662"/>
              <dgm:constr type="t" for="ch" forName="Accent2" refType="h" fact="0.0231"/>
              <dgm:constr type="w" for="ch" forName="Accent2" refType="w" fact="0.3418"/>
              <dgm:constr type="h" for="ch" forName="Accent2" refType="h" fact="0.3343"/>
              <dgm:constr type="r" for="ch" forName="Text1" refType="w" fact="0.951"/>
              <dgm:constr type="t" for="ch" forName="Text1" refType="h" fact="0.8032"/>
              <dgm:constr type="w" for="ch" forName="Text1" refType="w" fact="0.9008"/>
              <dgm:constr type="h" for="ch" forName="Text1" refType="h" fact="0.1499"/>
              <dgm:constr type="r" for="ch" forName="Text2" refType="w" fact="0.3665"/>
              <dgm:constr type="t" for="ch" forName="Text2" refType="h" fact="0.2575"/>
              <dgm:constr type="w" for="ch" forName="Text2" refType="w" fact="0.3418"/>
              <dgm:constr type="h" for="ch" forName="Text2" refType="h" fact="0.0999"/>
            </dgm:constrLst>
          </dgm:if>
          <dgm:if name="Name14" axis="ch" ptType="node" func="cnt" op="equ" val="3">
            <dgm:alg type="composite">
              <dgm:param type="ar" val="1.4351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r" for="ch" forName="Image1" refType="w"/>
              <dgm:constr type="t" for="ch" forName="Image1" refType="h" fact="0.4119"/>
              <dgm:constr type="w" for="ch" forName="Image1" refType="w" fact="0.6627"/>
              <dgm:constr type="h" for="ch" forName="Image1" refType="h" fact="0.5881"/>
              <dgm:constr type="r" for="ch" forName="Accent1" refType="w" fact="0.9674"/>
              <dgm:constr type="t" for="ch" forName="Accent1" refType="h" fact="0.4563"/>
              <dgm:constr type="w" for="ch" forName="Accent1" refType="w" fact="0.5988"/>
              <dgm:constr type="h" for="ch" forName="Accent1" refType="h" fact="0.4958"/>
              <dgm:constr type="r" for="ch" forName="Image3" refType="w" fact="0.3154"/>
              <dgm:constr type="t" for="ch" forName="Image3" refType="h" fact="0.6397"/>
              <dgm:constr type="w" for="ch" forName="Image3" refType="w" fact="0.3154"/>
              <dgm:constr type="h" for="ch" forName="Image3" refType="h" fact="0.2805"/>
              <dgm:constr type="r" for="ch" forName="Accent3" refType="w" fact="0.2994"/>
              <dgm:constr type="t" for="ch" forName="Accent3" refType="h" fact="0.6629"/>
              <dgm:constr type="w" for="ch" forName="Accent3" refType="w" fact="0.2833"/>
              <dgm:constr type="h" for="ch" forName="Accent3" refType="h" fact="0.2344"/>
              <dgm:constr type="r" for="ch" forName="Image2" refType="w" fact="0.5946"/>
              <dgm:constr type="t" for="ch" forName="Image2" refType="h" fact="0"/>
              <dgm:constr type="w" for="ch" forName="Image2" refType="w" fact="0.2593"/>
              <dgm:constr type="h" for="ch" forName="Image2" refType="h" fact="0.3806"/>
              <dgm:constr type="r" for="ch" forName="Accent2" refType="w" fact="0.5787"/>
              <dgm:constr type="t" for="ch" forName="Accent2" refType="h" fact="0.0231"/>
              <dgm:constr type="w" for="ch" forName="Accent2" refType="w" fact="0.2272"/>
              <dgm:constr type="h" for="ch" forName="Accent2" refType="h" fact="0.3343"/>
              <dgm:constr type="r" for="ch" forName="Text1" refType="w" fact="0.9674"/>
              <dgm:constr type="t" for="ch" forName="Text1" refType="h" fact="0.8032"/>
              <dgm:constr type="w" for="ch" forName="Text1" refType="w" fact="0.5988"/>
              <dgm:constr type="h" for="ch" forName="Text1" refType="h" fact="0.1499"/>
              <dgm:constr type="r" for="ch" forName="Text2" refType="w" fact="0.5789"/>
              <dgm:constr type="t" for="ch" forName="Text2" refType="h" fact="0.2575"/>
              <dgm:constr type="w" for="ch" forName="Text2" refType="w" fact="0.2272"/>
              <dgm:constr type="h" for="ch" forName="Text2" refType="h" fact="0.0999"/>
              <dgm:constr type="r" for="ch" forName="Text3" refType="w" fact="0.2994"/>
              <dgm:constr type="t" for="ch" forName="Text3" refType="h" fact="0.7974"/>
              <dgm:constr type="w" for="ch" forName="Text3" refType="w" fact="0.2833"/>
              <dgm:constr type="h" for="ch" forName="Text3" refType="h" fact="0.0999"/>
            </dgm:constrLst>
          </dgm:if>
          <dgm:if name="Name15" axis="ch" ptType="node" func="cnt" op="equ" val="4">
            <dgm:alg type="composite">
              <dgm:param type="ar" val="1.6922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r" for="ch" forName="Image1" refType="w" fact="0.8502"/>
              <dgm:constr type="t" for="ch" forName="Image1" refType="h" fact="0.4119"/>
              <dgm:constr type="w" for="ch" forName="Image1" refType="w" fact="0.5634"/>
              <dgm:constr type="h" for="ch" forName="Image1" refType="h" fact="0.5881"/>
              <dgm:constr type="r" for="ch" forName="Accent1" refType="w" fact="0.8226"/>
              <dgm:constr type="t" for="ch" forName="Accent1" refType="h" fact="0.4563"/>
              <dgm:constr type="w" for="ch" forName="Accent1" refType="w" fact="0.5091"/>
              <dgm:constr type="h" for="ch" forName="Accent1" refType="h" fact="0.4958"/>
              <dgm:constr type="r" for="ch" forName="Image4" refType="w"/>
              <dgm:constr type="t" for="ch" forName="Image4" refType="h" fact="0.7601"/>
              <dgm:constr type="w" for="ch" forName="Image4" refType="w" fact="0.1316"/>
              <dgm:constr type="h" for="ch" forName="Image4" refType="h" fact="0.2262"/>
              <dgm:constr type="r" for="ch" forName="Accent4" refType="w" fact="0.9864"/>
              <dgm:constr type="t" for="ch" forName="Accent4" refType="h" fact="0.7839"/>
              <dgm:constr type="w" for="ch" forName="Accent4" refType="w" fact="0.1045"/>
              <dgm:constr type="h" for="ch" forName="Accent4" refType="h" fact="0.1806"/>
              <dgm:constr type="r" for="ch" forName="Image3" refType="w" fact="0.2682"/>
              <dgm:constr type="t" for="ch" forName="Image3" refType="h" fact="0.6397"/>
              <dgm:constr type="w" for="ch" forName="Image3" refType="w" fact="0.2682"/>
              <dgm:constr type="h" for="ch" forName="Image3" refType="h" fact="0.2805"/>
              <dgm:constr type="r" for="ch" forName="Accent3" refType="w" fact="0.2545"/>
              <dgm:constr type="t" for="ch" forName="Accent3" refType="h" fact="0.6629"/>
              <dgm:constr type="w" for="ch" forName="Accent3" refType="w" fact="0.2409"/>
              <dgm:constr type="h" for="ch" forName="Accent3" refType="h" fact="0.2344"/>
              <dgm:constr type="r" for="ch" forName="Image2" refType="w" fact="0.5056"/>
              <dgm:constr type="t" for="ch" forName="Image2" refType="h" fact="0"/>
              <dgm:constr type="w" for="ch" forName="Image2" refType="w" fact="0.2205"/>
              <dgm:constr type="h" for="ch" forName="Image2" refType="h" fact="0.3806"/>
              <dgm:constr type="r" for="ch" forName="Accent2" refType="w" fact="0.492"/>
              <dgm:constr type="t" for="ch" forName="Accent2" refType="h" fact="0.0231"/>
              <dgm:constr type="w" for="ch" forName="Accent2" refType="w" fact="0.1932"/>
              <dgm:constr type="h" for="ch" forName="Accent2" refType="h" fact="0.3343"/>
              <dgm:constr type="r" for="ch" forName="Text1" refType="w" fact="0.8226"/>
              <dgm:constr type="t" for="ch" forName="Text1" refType="h" fact="0.8032"/>
              <dgm:constr type="w" for="ch" forName="Text1" refType="w" fact="0.5091"/>
              <dgm:constr type="h" for="ch" forName="Text1" refType="h" fact="0.1499"/>
              <dgm:constr type="r" for="ch" forName="Text2" refType="w" fact="0.4922"/>
              <dgm:constr type="t" for="ch" forName="Text2" refType="h" fact="0.2575"/>
              <dgm:constr type="w" for="ch" forName="Text2" refType="w" fact="0.1932"/>
              <dgm:constr type="h" for="ch" forName="Text2" refType="h" fact="0.0999"/>
              <dgm:constr type="r" for="ch" forName="Text3" refType="w" fact="0.2545"/>
              <dgm:constr type="t" for="ch" forName="Text3" refType="h" fact="0.7974"/>
              <dgm:constr type="w" for="ch" forName="Text3" refType="w" fact="0.2409"/>
              <dgm:constr type="h" for="ch" forName="Text3" refType="h" fact="0.0999"/>
              <dgm:constr type="r" for="ch" forName="Text4" refType="w" fact="0.9864"/>
              <dgm:constr type="t" for="ch" forName="Text4" refType="h" fact="0.8647"/>
              <dgm:constr type="w" for="ch" forName="Text4" refType="w" fact="0.1045"/>
              <dgm:constr type="h" for="ch" forName="Text4" refType="h" fact="0.0999"/>
            </dgm:constrLst>
          </dgm:if>
          <dgm:if name="Name16" axis="ch" ptType="node" func="cnt" op="equ" val="5">
            <dgm:alg type="composite">
              <dgm:param type="ar" val="1.1999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primFontSz" for="des" forName="Text5" refType="primFontSz" refFor="des" refForName="Text1" op="equ"/>
              <dgm:constr type="r" for="ch" forName="Image1" refType="w" fact="0.8502"/>
              <dgm:constr type="t" for="ch" forName="Image1" refType="h" fact="0.2921"/>
              <dgm:constr type="w" for="ch" forName="Image1" refType="w" fact="0.5634"/>
              <dgm:constr type="h" for="ch" forName="Image1" refType="h" fact="0.417"/>
              <dgm:constr type="r" for="ch" forName="Accent1" refType="w" fact="0.8226"/>
              <dgm:constr type="t" for="ch" forName="Accent1" refType="h" fact="0.3236"/>
              <dgm:constr type="w" for="ch" forName="Accent1" refType="w" fact="0.5091"/>
              <dgm:constr type="h" for="ch" forName="Accent1" refType="h" fact="0.3515"/>
              <dgm:constr type="r" for="ch" forName="Image4" refType="w"/>
              <dgm:constr type="t" for="ch" forName="Image4" refType="h" fact="0.539"/>
              <dgm:constr type="w" for="ch" forName="Image4" refType="w" fact="0.1316"/>
              <dgm:constr type="h" for="ch" forName="Image4" refType="h" fact="0.1604"/>
              <dgm:constr type="r" for="ch" forName="Accent4" refType="w" fact="0.9864"/>
              <dgm:constr type="t" for="ch" forName="Accent4" refType="h" fact="0.5559"/>
              <dgm:constr type="w" for="ch" forName="Accent4" refType="w" fact="0.1045"/>
              <dgm:constr type="h" for="ch" forName="Accent4" refType="h" fact="0.1281"/>
              <dgm:constr type="r" for="ch" forName="Image5" refType="w" fact="0.3723"/>
              <dgm:constr type="t" for="ch" forName="Image5" refType="h" fact="0.7301"/>
              <dgm:constr type="w" for="ch" forName="Image5" refType="w" fact="0.2318"/>
              <dgm:constr type="h" for="ch" forName="Image5" refType="h" fact="0.2699"/>
              <dgm:constr type="r" for="ch" forName="Accent5" refType="w" fact="0.358"/>
              <dgm:constr type="t" for="ch" forName="Accent5" refType="h" fact="0.7467"/>
              <dgm:constr type="w" for="ch" forName="Accent5" refType="w" fact="0.2045"/>
              <dgm:constr type="h" for="ch" forName="Accent5" refType="h" fact="0.2371"/>
              <dgm:constr type="r" for="ch" forName="Image3" refType="w" fact="0.2682"/>
              <dgm:constr type="t" for="ch" forName="Image3" refType="h" fact="0.4536"/>
              <dgm:constr type="w" for="ch" forName="Image3" refType="w" fact="0.2682"/>
              <dgm:constr type="h" for="ch" forName="Image3" refType="h" fact="0.1989"/>
              <dgm:constr type="r" for="ch" forName="Accent3" refType="w" fact="0.2545"/>
              <dgm:constr type="t" for="ch" forName="Accent3" refType="h" fact="0.4701"/>
              <dgm:constr type="w" for="ch" forName="Accent3" refType="w" fact="0.2409"/>
              <dgm:constr type="h" for="ch" forName="Accent3" refType="h" fact="0.1662"/>
              <dgm:constr type="r" for="ch" forName="Image2" refType="w" fact="0.5056"/>
              <dgm:constr type="t" for="ch" forName="Image2" refType="h" fact="0"/>
              <dgm:constr type="w" for="ch" forName="Image2" refType="w" fact="0.2205"/>
              <dgm:constr type="h" for="ch" forName="Image2" refType="h" fact="0.2699"/>
              <dgm:constr type="r" for="ch" forName="Accent2" refType="w" fact="0.492"/>
              <dgm:constr type="t" for="ch" forName="Accent2" refType="h" fact="0.0164"/>
              <dgm:constr type="w" for="ch" forName="Accent2" refType="w" fact="0.1932"/>
              <dgm:constr type="h" for="ch" forName="Accent2" refType="h" fact="0.2371"/>
              <dgm:constr type="r" for="ch" forName="Text1" refType="w" fact="0.8226"/>
              <dgm:constr type="t" for="ch" forName="Text1" refType="h" fact="0.5695"/>
              <dgm:constr type="w" for="ch" forName="Text1" refType="w" fact="0.5091"/>
              <dgm:constr type="h" for="ch" forName="Text1" refType="h" fact="0.1063"/>
              <dgm:constr type="r" for="ch" forName="Text2" refType="w" fact="0.4922"/>
              <dgm:constr type="t" for="ch" forName="Text2" refType="h" fact="0.1826"/>
              <dgm:constr type="w" for="ch" forName="Text2" refType="w" fact="0.1932"/>
              <dgm:constr type="h" for="ch" forName="Text2" refType="h" fact="0.0709"/>
              <dgm:constr type="r" for="ch" forName="Text3" refType="w" fact="0.2545"/>
              <dgm:constr type="t" for="ch" forName="Text3" refType="h" fact="0.5655"/>
              <dgm:constr type="w" for="ch" forName="Text3" refType="w" fact="0.2409"/>
              <dgm:constr type="h" for="ch" forName="Text3" refType="h" fact="0.0709"/>
              <dgm:constr type="r" for="ch" forName="Text5" refType="w" fact="0.358"/>
              <dgm:constr type="t" for="ch" forName="Text5" refType="h" fact="0.9129"/>
              <dgm:constr type="w" for="ch" forName="Text5" refType="w" fact="0.2045"/>
              <dgm:constr type="h" for="ch" forName="Text5" refType="h" fact="0.0709"/>
              <dgm:constr type="r" for="ch" forName="Text4" refType="w" fact="0.9864"/>
              <dgm:constr type="t" for="ch" forName="Text4" refType="h" fact="0.6132"/>
              <dgm:constr type="w" for="ch" forName="Text4" refType="w" fact="0.1045"/>
              <dgm:constr type="h" for="ch" forName="Text4" refType="h" fact="0.0709"/>
            </dgm:constrLst>
          </dgm:if>
          <dgm:else name="Name17">
            <dgm:alg type="composite">
              <dgm:param type="ar" val="1.1999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primFontSz" for="des" forName="Text5" refType="primFontSz" refFor="des" refForName="Text1" op="equ"/>
              <dgm:constr type="primFontSz" for="des" forName="Text6" refType="primFontSz" refFor="des" refForName="Text1" op="equ"/>
              <dgm:constr type="r" for="ch" forName="Image1" refType="w" fact="0.8502"/>
              <dgm:constr type="t" for="ch" forName="Image1" refType="h" fact="0.2921"/>
              <dgm:constr type="w" for="ch" forName="Image1" refType="w" fact="0.5634"/>
              <dgm:constr type="h" for="ch" forName="Image1" refType="h" fact="0.417"/>
              <dgm:constr type="r" for="ch" forName="Accent1" refType="w" fact="0.8226"/>
              <dgm:constr type="t" for="ch" forName="Accent1" refType="h" fact="0.3236"/>
              <dgm:constr type="w" for="ch" forName="Accent1" refType="w" fact="0.5091"/>
              <dgm:constr type="h" for="ch" forName="Accent1" refType="h" fact="0.3515"/>
              <dgm:constr type="r" for="ch" forName="Image4" refType="w"/>
              <dgm:constr type="t" for="ch" forName="Image4" refType="h" fact="0.539"/>
              <dgm:constr type="w" for="ch" forName="Image4" refType="w" fact="0.1316"/>
              <dgm:constr type="h" for="ch" forName="Image4" refType="h" fact="0.1604"/>
              <dgm:constr type="r" for="ch" forName="Accent4" refType="w" fact="0.9864"/>
              <dgm:constr type="t" for="ch" forName="Accent4" refType="h" fact="0.5559"/>
              <dgm:constr type="w" for="ch" forName="Accent4" refType="w" fact="0.1045"/>
              <dgm:constr type="h" for="ch" forName="Accent4" refType="h" fact="0.1281"/>
              <dgm:constr type="r" for="ch" forName="Image5" refType="w" fact="0.3713"/>
              <dgm:constr type="t" for="ch" forName="Image5" refType="h" fact="0.7301"/>
              <dgm:constr type="w" for="ch" forName="Image5" refType="w" fact="0.2318"/>
              <dgm:constr type="h" for="ch" forName="Image5" refType="h" fact="0.2699"/>
              <dgm:constr type="r" for="ch" forName="Accent5" refType="w" fact="0.358"/>
              <dgm:constr type="t" for="ch" forName="Accent5" refType="h" fact="0.7467"/>
              <dgm:constr type="w" for="ch" forName="Accent5" refType="w" fact="0.2045"/>
              <dgm:constr type="h" for="ch" forName="Accent5" refType="h" fact="0.2371"/>
              <dgm:constr type="r" for="ch" forName="Image3" refType="w" fact="0.2682"/>
              <dgm:constr type="t" for="ch" forName="Image3" refType="h" fact="0.4536"/>
              <dgm:constr type="w" for="ch" forName="Image3" refType="w" fact="0.2682"/>
              <dgm:constr type="h" for="ch" forName="Image3" refType="h" fact="0.1989"/>
              <dgm:constr type="r" for="ch" forName="Accent3" refType="w" fact="0.2545"/>
              <dgm:constr type="t" for="ch" forName="Accent3" refType="h" fact="0.4701"/>
              <dgm:constr type="w" for="ch" forName="Accent3" refType="w" fact="0.2409"/>
              <dgm:constr type="h" for="ch" forName="Accent3" refType="h" fact="0.1662"/>
              <dgm:constr type="r" for="ch" forName="Image2" refType="w" fact="0.5056"/>
              <dgm:constr type="t" for="ch" forName="Image2" refType="h" fact="0"/>
              <dgm:constr type="w" for="ch" forName="Image2" refType="w" fact="0.2205"/>
              <dgm:constr type="h" for="ch" forName="Image2" refType="h" fact="0.2699"/>
              <dgm:constr type="r" for="ch" forName="Accent2" refType="w" fact="0.492"/>
              <dgm:constr type="t" for="ch" forName="Accent2" refType="h" fact="0.0164"/>
              <dgm:constr type="w" for="ch" forName="Accent2" refType="w" fact="0.1932"/>
              <dgm:constr type="h" for="ch" forName="Accent2" refType="h" fact="0.2371"/>
              <dgm:constr type="r" for="ch" forName="Text1" refType="w" fact="0.8226"/>
              <dgm:constr type="t" for="ch" forName="Text1" refType="h" fact="0.5695"/>
              <dgm:constr type="w" for="ch" forName="Text1" refType="w" fact="0.5091"/>
              <dgm:constr type="h" for="ch" forName="Text1" refType="h" fact="0.1063"/>
              <dgm:constr type="r" for="ch" forName="Image6" refType="w" fact="0.849"/>
              <dgm:constr type="t" for="ch" forName="Image6" refType="h" fact="0.7301"/>
              <dgm:constr type="w" for="ch" forName="Image6" refType="w" fact="0.2361"/>
              <dgm:constr type="h" for="ch" forName="Image6" refType="h" fact="0.1604"/>
              <dgm:constr type="r" for="ch" forName="Accent6" refType="w" fact="0.8352"/>
              <dgm:constr type="t" for="ch" forName="Accent6" refType="h" fact="0.7467"/>
              <dgm:constr type="w" for="ch" forName="Accent6" refType="w" fact="0.2091"/>
              <dgm:constr type="h" for="ch" forName="Accent6" refType="h" fact="0.1281"/>
              <dgm:constr type="r" for="ch" forName="Text2" refType="w" fact="0.4922"/>
              <dgm:constr type="t" for="ch" forName="Text2" refType="h" fact="0.1826"/>
              <dgm:constr type="w" for="ch" forName="Text2" refType="w" fact="0.1932"/>
              <dgm:constr type="h" for="ch" forName="Text2" refType="h" fact="0.0709"/>
              <dgm:constr type="r" for="ch" forName="Text3" refType="w" fact="0.2545"/>
              <dgm:constr type="t" for="ch" forName="Text3" refType="h" fact="0.5655"/>
              <dgm:constr type="w" for="ch" forName="Text3" refType="w" fact="0.2409"/>
              <dgm:constr type="h" for="ch" forName="Text3" refType="h" fact="0.0709"/>
              <dgm:constr type="r" for="ch" forName="Text5" refType="w" fact="0.358"/>
              <dgm:constr type="t" for="ch" forName="Text5" refType="h" fact="0.9129"/>
              <dgm:constr type="w" for="ch" forName="Text5" refType="w" fact="0.2045"/>
              <dgm:constr type="h" for="ch" forName="Text5" refType="h" fact="0.0709"/>
              <dgm:constr type="r" for="ch" forName="Text6" refType="w" fact="0.8352"/>
              <dgm:constr type="t" for="ch" forName="Text6" refType="h" fact="0.8039"/>
              <dgm:constr type="w" for="ch" forName="Text6" refType="w" fact="0.2091"/>
              <dgm:constr type="h" for="ch" forName="Text6" refType="h" fact="0.0709"/>
              <dgm:constr type="r" for="ch" forName="Text4" refType="w" fact="0.9864"/>
              <dgm:constr type="t" for="ch" forName="Text4" refType="h" fact="0.6132"/>
              <dgm:constr type="w" for="ch" forName="Text4" refType="w" fact="0.1045"/>
              <dgm:constr type="h" for="ch" forName="Text4" refType="h" fact="0.0709"/>
            </dgm:constrLst>
          </dgm:else>
        </dgm:choose>
      </dgm:else>
    </dgm:choose>
    <dgm:forEach name="wrapper" axis="self" ptType="parTrans">
      <dgm:forEach name="ImageRepeat" axis="self">
        <dgm:layoutNode name="Imag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  <dgm:forEach name="accentRepeat" axis="self">
        <dgm:layoutNode name="Accent" styleLbl="parChTrans1D1">
          <dgm:alg type="sp"/>
          <dgm:shape xmlns:r="http://schemas.openxmlformats.org/officeDocument/2006/relationships" type="rect" r:blip="">
            <dgm:adjLst/>
          </dgm:shape>
          <dgm:presOf/>
        </dgm:layoutNode>
      </dgm:forEach>
    </dgm:forEach>
    <dgm:forEach name="Name18" axis="ch" ptType="node" cnt="1">
      <dgm:layoutNode name="Image1">
        <dgm:alg type="sp"/>
        <dgm:shape xmlns:r="http://schemas.openxmlformats.org/officeDocument/2006/relationships" r:blip="">
          <dgm:adjLst/>
        </dgm:shape>
        <dgm:presOf/>
        <dgm:forEach name="Name19" ref="ImageRepeat"/>
      </dgm:layoutNode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"/>
      </dgm:layoutNode>
      <dgm:layoutNode name="Text1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  <dgm:param type="lnSpPar" val="100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  <dgm:forEach name="Name21" axis="ch" ptType="node" st="2" cnt="1">
      <dgm:layoutNode name="Image2">
        <dgm:alg type="sp"/>
        <dgm:shape xmlns:r="http://schemas.openxmlformats.org/officeDocument/2006/relationships" r:blip="">
          <dgm:adjLst/>
        </dgm:shape>
        <dgm:presOf/>
        <dgm:forEach name="Name22" ref="ImageRepeat"/>
      </dgm:layoutNode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23" ref="accentRepeat"/>
      </dgm:layoutNode>
      <dgm:layoutNode name="Text2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  <dgm:forEach name="Name24" axis="ch" ptType="node" st="3" cnt="1">
      <dgm:layoutNode name="Image3">
        <dgm:alg type="sp"/>
        <dgm:shape xmlns:r="http://schemas.openxmlformats.org/officeDocument/2006/relationships" r:blip="">
          <dgm:adjLst/>
        </dgm:shape>
        <dgm:presOf/>
        <dgm:forEach name="Name25" ref="ImageRepeat"/>
      </dgm:layoutNode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26" ref="accentRepeat"/>
      </dgm:layoutNode>
      <dgm:layoutNode name="Text3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  <dgm:forEach name="Name27" axis="ch" ptType="node" st="4" cnt="1">
      <dgm:layoutNode name="Image4">
        <dgm:alg type="sp"/>
        <dgm:shape xmlns:r="http://schemas.openxmlformats.org/officeDocument/2006/relationships" r:blip="">
          <dgm:adjLst/>
        </dgm:shape>
        <dgm:presOf/>
        <dgm:forEach name="Name28" ref="ImageRepeat"/>
      </dgm:layoutNode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9" ref="accentRepeat"/>
      </dgm:layoutNode>
      <dgm:layoutNode name="Text4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  <dgm:forEach name="Name30" axis="ch" ptType="node" st="5" cnt="1">
      <dgm:layoutNode name="Image5">
        <dgm:alg type="sp"/>
        <dgm:shape xmlns:r="http://schemas.openxmlformats.org/officeDocument/2006/relationships" r:blip="">
          <dgm:adjLst/>
        </dgm:shape>
        <dgm:presOf/>
        <dgm:forEach name="Name31" ref="ImageRepeat"/>
      </dgm:layoutNode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Text5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  <dgm:forEach name="Name33" axis="ch" ptType="node" st="6" cnt="1">
      <dgm:layoutNode name="Image6">
        <dgm:alg type="sp"/>
        <dgm:shape xmlns:r="http://schemas.openxmlformats.org/officeDocument/2006/relationships" r:blip="">
          <dgm:adjLst/>
        </dgm:shape>
        <dgm:presOf/>
        <dgm:forEach name="Name34" ref="ImageRepeat"/>
      </dgm:layoutNode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Text6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B0E84-5AAA-7B06-3C0B-6776AA3A93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D48062-886F-A790-F270-C31D27B13D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4A2EB-557D-5897-79D7-6F2F41C3A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A51FE-0245-4E14-A526-454DA9CE11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DFDFC-1F20-B76A-D690-2F34C2296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DF1C6-D989-BD87-3AF3-E10187E8E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63791-4D1A-4BDE-B789-8BB290341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58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16ED2-BFFB-D1A0-D1AD-D42B2CF8B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890F9-3D60-A386-A9EA-8EBA39309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5BA55-DDFF-93B0-3771-1EB9A7E9F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A51FE-0245-4E14-A526-454DA9CE11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72ABE-2C26-A0D5-2EF7-AD2FB9108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777A6-68C0-E2F0-7AFE-DFACF1B9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63791-4D1A-4BDE-B789-8BB290341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651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AC1C6-6D45-E799-E8A5-AE4180895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93182-8D41-D00E-0A01-ABF640375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B8DCF-A9F5-C391-DD35-AA37439F9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A51FE-0245-4E14-A526-454DA9CE11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E6615-8DFE-EB58-ED2E-873C9AF06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F9A9C-F781-2062-0EBD-D04896A17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63791-4D1A-4BDE-B789-8BB290341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40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D611B-77EF-B7DD-CD5C-FFFC4BF7E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AE65C-6C98-034E-4B7E-999EA60C9F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F722B-5718-E70E-309D-E52F9898C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CFAAB-6B6B-1CFC-B60B-98109C8F1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A51FE-0245-4E14-A526-454DA9CE11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3E394-E41E-C24E-D55B-265DA1D08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39EE2-662B-F594-5FEC-AEDA4E660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63791-4D1A-4BDE-B789-8BB290341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439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756DC-A5E4-E6BD-BF8B-8B73FC873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23696-830D-178A-0BC6-437E7467B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B5C1E-3DBC-A00B-4500-AA4BF3284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BDAC41-6036-E2A4-3738-80FEC207A9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FD6E5-5E08-6F8F-5717-E16B04136E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6FD040-F3B1-3A01-309F-F535D2164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A51FE-0245-4E14-A526-454DA9CE11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8754D9-1DB1-2749-5EA4-671DE6983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D6D077-A4B4-51BB-F6F0-CF58524CD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63791-4D1A-4BDE-B789-8BB290341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73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DE6B-D206-8DF0-1D3F-A71E8C069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AF3475-373B-7990-38F3-FB7D5422F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A51FE-0245-4E14-A526-454DA9CE11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A01EAE-1B89-3049-CE38-F680C25B3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02CC29-7AAB-22E3-EBBB-179C06FA5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63791-4D1A-4BDE-B789-8BB290341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65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3FB140-D0FF-7069-627D-2ABADD71A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A51FE-0245-4E14-A526-454DA9CE11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C07CA0-2EBC-4A4D-1FA0-A7F5F9232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8E999-79B2-92D0-B72D-973BE975D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63791-4D1A-4BDE-B789-8BB290341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197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3F506-EDBE-F592-E86F-6C68D3882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2B712-86D6-4C3D-0D85-EFBEFF7B8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C06CA-7E6E-5517-F63A-7454FAECA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2FE25-4931-81BB-403A-55EA55DB9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A51FE-0245-4E14-A526-454DA9CE11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D30A7-6335-834D-A24A-F2F5B408D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2EC50-BFBA-D22B-5770-806AFC5F6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63791-4D1A-4BDE-B789-8BB290341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200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C1418-2D2B-479E-4574-946794491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F60D9C-321E-F48C-05FE-74CD52985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1F09D5-3425-65F7-B2E9-5EB8C9710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A7C1A6-6B4B-5213-10F9-2B60D7E58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A51FE-0245-4E14-A526-454DA9CE11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30359E-0E21-1194-32E7-EC4222004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7CF70-8050-B387-9F9B-C3030C40F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63791-4D1A-4BDE-B789-8BB290341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57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D702D-9D80-9EC6-A5F2-CE6808B60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43037B-6BD3-160E-2F81-237FCACC83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624C3-99F8-C32B-225A-703D4CF66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A51FE-0245-4E14-A526-454DA9CE11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D227F-B873-D91A-C130-EE7E68D21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225D2-5A23-9F65-9367-7DFD63E46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63791-4D1A-4BDE-B789-8BB290341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929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B0C283-12DE-1C1A-4FC6-4B845E3BD8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40779E-149B-7178-7BCB-DDBE8E6BB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13E90-0ABC-34A3-2E83-F6E6B3F45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A51FE-0245-4E14-A526-454DA9CE11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D43CE-069A-C5B8-B459-B38AB1F6D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E430F-606F-57B7-F511-5AD35AF88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63791-4D1A-4BDE-B789-8BB290341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80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8BF7DB-286D-06A4-7E7E-67C54F2EA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6BA700-AED0-D2C9-558B-ADEE758B9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C62BB-B0A8-37AF-E0E0-70DA7D0B09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EA51FE-0245-4E14-A526-454DA9CE11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A8183-876B-5E72-9AAE-1FB373A96D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55CC1-A46A-87A4-0508-1F399AE0D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463791-4D1A-4BDE-B789-8BB290341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430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60F1C52-D5D3-A4BA-CF63-FEDF33FB49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2070328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5969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2026-09-06T08:15:03Z</dcterms:created>
  <dcterms:modified xsi:type="dcterms:W3CDTF">2026-09-06T08:15:04Z</dcterms:modified>
</cp:coreProperties>
</file>