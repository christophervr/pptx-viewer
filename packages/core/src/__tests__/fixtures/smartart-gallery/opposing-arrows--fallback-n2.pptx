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775A22-1ADB-46D0-95C6-DA490482B788}" type="doc">
      <dgm:prSet loTypeId="urn:microsoft.com/office/officeart/2005/8/layout/arrow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737244-2F9D-43DD-B9B1-C5235A421111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9F0A4445-DE08-493D-B73B-52BD8323EDB2}" type="parTrans" cxnId="{27DEA975-F3DA-4D5B-B1B3-935B95859FEA}">
      <dgm:prSet/>
      <dgm:spPr/>
    </dgm:pt>
    <dgm:pt modelId="{BE448CA5-0A2B-405A-9E2C-50BE21C042DD}" type="sibTrans" cxnId="{27DEA975-F3DA-4D5B-B1B3-935B95859FEA}">
      <dgm:prSet/>
      <dgm:spPr/>
    </dgm:pt>
    <dgm:pt modelId="{DD0CCF5D-91C5-4ECE-AE84-EF8B977D3345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1394C8FD-05C9-401A-8CE1-6C53C079D2AC}" type="parTrans" cxnId="{589D556D-E001-4E26-8F94-973C13F35146}">
      <dgm:prSet/>
      <dgm:spPr/>
    </dgm:pt>
    <dgm:pt modelId="{94AC48F2-8A5B-4C21-BFF9-9C42AD6D9D3C}" type="sibTrans" cxnId="{589D556D-E001-4E26-8F94-973C13F35146}">
      <dgm:prSet/>
      <dgm:spPr/>
    </dgm:pt>
    <dgm:pt modelId="{5A266F3F-1172-4587-8DB6-3D7951116AD2}" type="pres">
      <dgm:prSet presAssocID="{79775A22-1ADB-46D0-95C6-DA490482B788}" presName="compositeShape" presStyleCnt="0">
        <dgm:presLayoutVars>
          <dgm:chMax val="2"/>
          <dgm:dir/>
          <dgm:resizeHandles val="exact"/>
        </dgm:presLayoutVars>
      </dgm:prSet>
      <dgm:spPr/>
    </dgm:pt>
    <dgm:pt modelId="{3C03BAEB-393C-415E-BD3F-2A2A6D1CCB83}" type="pres">
      <dgm:prSet presAssocID="{64737244-2F9D-43DD-B9B1-C5235A421111}" presName="upArrow" presStyleLbl="node1" presStyleIdx="0" presStyleCnt="2"/>
      <dgm:spPr/>
    </dgm:pt>
    <dgm:pt modelId="{885A45E4-8028-415A-AC0C-9EC7A78768BD}" type="pres">
      <dgm:prSet presAssocID="{64737244-2F9D-43DD-B9B1-C5235A421111}" presName="upArrowText" presStyleLbl="revTx" presStyleIdx="0" presStyleCnt="2">
        <dgm:presLayoutVars>
          <dgm:chMax val="0"/>
          <dgm:bulletEnabled val="1"/>
        </dgm:presLayoutVars>
      </dgm:prSet>
      <dgm:spPr/>
    </dgm:pt>
    <dgm:pt modelId="{71FB70B4-4A34-4B6A-A48A-2945728FF7AF}" type="pres">
      <dgm:prSet presAssocID="{DD0CCF5D-91C5-4ECE-AE84-EF8B977D3345}" presName="downArrow" presStyleLbl="node1" presStyleIdx="1" presStyleCnt="2"/>
      <dgm:spPr/>
    </dgm:pt>
    <dgm:pt modelId="{7CF3C368-E516-4082-A88E-92B82BE2BBF2}" type="pres">
      <dgm:prSet presAssocID="{DD0CCF5D-91C5-4ECE-AE84-EF8B977D3345}" presName="downArrowText" presStyleLbl="revTx" presStyleIdx="1" presStyleCnt="2">
        <dgm:presLayoutVars>
          <dgm:chMax val="0"/>
          <dgm:bulletEnabled val="1"/>
        </dgm:presLayoutVars>
      </dgm:prSet>
      <dgm:spPr/>
    </dgm:pt>
  </dgm:ptLst>
  <dgm:cxnLst>
    <dgm:cxn modelId="{981BC34B-11B7-40E5-AB61-8CB4DB95F5D9}" type="presOf" srcId="{64737244-2F9D-43DD-B9B1-C5235A421111}" destId="{885A45E4-8028-415A-AC0C-9EC7A78768BD}" srcOrd="0" destOrd="0" presId="urn:microsoft.com/office/officeart/2005/8/layout/arrow4"/>
    <dgm:cxn modelId="{589D556D-E001-4E26-8F94-973C13F35146}" srcId="{79775A22-1ADB-46D0-95C6-DA490482B788}" destId="{DD0CCF5D-91C5-4ECE-AE84-EF8B977D3345}" srcOrd="1" destOrd="0" parTransId="{1394C8FD-05C9-401A-8CE1-6C53C079D2AC}" sibTransId="{94AC48F2-8A5B-4C21-BFF9-9C42AD6D9D3C}"/>
    <dgm:cxn modelId="{27DEA975-F3DA-4D5B-B1B3-935B95859FEA}" srcId="{79775A22-1ADB-46D0-95C6-DA490482B788}" destId="{64737244-2F9D-43DD-B9B1-C5235A421111}" srcOrd="0" destOrd="0" parTransId="{9F0A4445-DE08-493D-B73B-52BD8323EDB2}" sibTransId="{BE448CA5-0A2B-405A-9E2C-50BE21C042DD}"/>
    <dgm:cxn modelId="{3C9E5C9B-0338-4A50-992F-FBE96788BB5D}" type="presOf" srcId="{DD0CCF5D-91C5-4ECE-AE84-EF8B977D3345}" destId="{7CF3C368-E516-4082-A88E-92B82BE2BBF2}" srcOrd="0" destOrd="0" presId="urn:microsoft.com/office/officeart/2005/8/layout/arrow4"/>
    <dgm:cxn modelId="{7BCE5ECD-3E2E-4DD2-B0CF-FEB4365B324A}" type="presOf" srcId="{79775A22-1ADB-46D0-95C6-DA490482B788}" destId="{5A266F3F-1172-4587-8DB6-3D7951116AD2}" srcOrd="0" destOrd="0" presId="urn:microsoft.com/office/officeart/2005/8/layout/arrow4"/>
    <dgm:cxn modelId="{766F7A20-88F3-435E-ABF9-47F19944DC07}" type="presParOf" srcId="{5A266F3F-1172-4587-8DB6-3D7951116AD2}" destId="{3C03BAEB-393C-415E-BD3F-2A2A6D1CCB83}" srcOrd="0" destOrd="0" presId="urn:microsoft.com/office/officeart/2005/8/layout/arrow4"/>
    <dgm:cxn modelId="{511AD8F5-3EAB-4DC4-BD3F-A6612978970A}" type="presParOf" srcId="{5A266F3F-1172-4587-8DB6-3D7951116AD2}" destId="{885A45E4-8028-415A-AC0C-9EC7A78768BD}" srcOrd="1" destOrd="0" presId="urn:microsoft.com/office/officeart/2005/8/layout/arrow4"/>
    <dgm:cxn modelId="{4CF580D1-2187-418E-B8C3-18491DEB4A87}" type="presParOf" srcId="{5A266F3F-1172-4587-8DB6-3D7951116AD2}" destId="{71FB70B4-4A34-4B6A-A48A-2945728FF7AF}" srcOrd="2" destOrd="0" presId="urn:microsoft.com/office/officeart/2005/8/layout/arrow4"/>
    <dgm:cxn modelId="{ACAB45E3-DCCD-460D-99CB-C70A3E8228F9}" type="presParOf" srcId="{5A266F3F-1172-4587-8DB6-3D7951116AD2}" destId="{7CF3C368-E516-4082-A88E-92B82BE2BBF2}" srcOrd="3" destOrd="0" presId="urn:microsoft.com/office/officeart/2005/8/layout/arrow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03BAEB-393C-415E-BD3F-2A2A6D1CCB83}">
      <dsp:nvSpPr>
        <dsp:cNvPr id="0" name=""/>
        <dsp:cNvSpPr/>
      </dsp:nvSpPr>
      <dsp:spPr>
        <a:xfrm>
          <a:off x="4540" y="0"/>
          <a:ext cx="2724150" cy="2438400"/>
        </a:xfrm>
        <a:prstGeom prst="up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5A45E4-8028-415A-AC0C-9EC7A78768BD}">
      <dsp:nvSpPr>
        <dsp:cNvPr id="0" name=""/>
        <dsp:cNvSpPr/>
      </dsp:nvSpPr>
      <dsp:spPr>
        <a:xfrm>
          <a:off x="2810414" y="0"/>
          <a:ext cx="4622800" cy="2438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256" tIns="0" rIns="270256" bIns="270256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Alpha</a:t>
          </a:r>
        </a:p>
      </dsp:txBody>
      <dsp:txXfrm>
        <a:off x="2810414" y="0"/>
        <a:ext cx="4622800" cy="2438400"/>
      </dsp:txXfrm>
    </dsp:sp>
    <dsp:sp modelId="{71FB70B4-4A34-4B6A-A48A-2945728FF7AF}">
      <dsp:nvSpPr>
        <dsp:cNvPr id="0" name=""/>
        <dsp:cNvSpPr/>
      </dsp:nvSpPr>
      <dsp:spPr>
        <a:xfrm>
          <a:off x="821785" y="2641600"/>
          <a:ext cx="2724150" cy="2438400"/>
        </a:xfrm>
        <a:prstGeom prst="down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F3C368-E516-4082-A88E-92B82BE2BBF2}">
      <dsp:nvSpPr>
        <dsp:cNvPr id="0" name=""/>
        <dsp:cNvSpPr/>
      </dsp:nvSpPr>
      <dsp:spPr>
        <a:xfrm>
          <a:off x="3627659" y="2641600"/>
          <a:ext cx="4622800" cy="2438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256" tIns="0" rIns="270256" bIns="270256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Beta has a noticeably longer label than the others</a:t>
          </a:r>
        </a:p>
      </dsp:txBody>
      <dsp:txXfrm>
        <a:off x="3627659" y="2641600"/>
        <a:ext cx="4622800" cy="2438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4">
  <dgm:title val=""/>
  <dgm:desc val=""/>
  <dgm:catLst>
    <dgm:cat type="relationship" pri="8000"/>
    <dgm:cat type="process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b" for="ch" forName="upArrowText" refType="h" fact="0.48"/>
              <dgm:constr type="l" for="ch" forName="upArrowText" refType="w" refFor="ch" refForName="upArrow" fact="1.03"/>
            </dgm:constrLst>
          </dgm:if>
          <dgm:else name="Name4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b" for="ch" forName="upArrowText" refType="h" fact="0.48"/>
              <dgm:constr type="l" for="ch" forName="upArrowText" refType="w" refFor="ch" refForName="upArrow" fact="1.03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refFor="ch" refForName="downArrow" fact="0.3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 refType="w" refFor="ch" refForName="downArrow" fact="1.33"/>
            </dgm:constrLst>
          </dgm:else>
        </dgm:choose>
      </dgm:if>
      <dgm:else name="Name5">
        <dgm:choose name="Name6">
          <dgm:if name="Name7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t" for="ch" forName="upArrowText"/>
              <dgm:constr type="l" for="ch" forName="upArrowText" refType="w" fact="0.1"/>
            </dgm:constrLst>
          </dgm:if>
          <dgm:else name="Name8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t" for="ch" forName="upArrowText"/>
              <dgm:constr type="l" for="ch" forName="upArrowText" refType="w" fact="0.1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fact="0.57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/>
            </dgm:constrLst>
          </dgm:else>
        </dgm:choose>
      </dgm:else>
    </dgm:choose>
    <dgm:ruleLst/>
    <dgm:forEach name="Name9" axis="ch" ptType="node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chMax val="0"/>
          <dgm:bulletEnabled val="1"/>
        </dgm:varLst>
        <dgm:choose name="Name10">
          <dgm:if name="Name1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2">
            <dgm:choose name="Name13">
              <dgm:if name="Name14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15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  <dgm:forEach name="Name16" axis="ch" ptType="node" st="2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chMax val="0"/>
          <dgm:bulletEnabled val="1"/>
        </dgm:varLst>
        <dgm:choose name="Name17">
          <dgm:if name="Name18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9">
            <dgm:choose name="Name20">
              <dgm:if name="Name21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22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17F4A-9FF9-201A-6843-7460BA382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88F7FA-794C-7670-01D0-41A52008C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3F574-773F-2F81-3941-4FC419FC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79BF-62F9-4B11-8B88-6F08CAB0876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7784F-14B4-3C80-5066-D05F0C16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EAD6F-FBF4-7744-249E-F74057C33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4298E-1EDB-4B3F-9701-A43D1DAFF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631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757FB-AA8A-6FDC-354F-9478ACD3C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47D25-7836-B29C-5E06-5652E9421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64A55-E7C2-F14B-2526-7F5AA83BF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79BF-62F9-4B11-8B88-6F08CAB0876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F04BB-F42E-041A-CDC0-95244D779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155B4-5FE8-BD04-7C0C-D2A87660E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4298E-1EDB-4B3F-9701-A43D1DAFF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81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E3B7F-6AB5-80F3-917C-F48E9049B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68E67-2853-7787-0983-3E9CA3B3E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9BA22-5AF9-2B82-B8D9-F4FEAB26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79BF-62F9-4B11-8B88-6F08CAB0876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A10D4-197C-AAD7-162D-DCA29CBB9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0B6AF-4BE2-B7A4-A759-868A9B20E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4298E-1EDB-4B3F-9701-A43D1DAFF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62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3986-71F5-D6E2-B589-82D169007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DFEDB-734D-EFD4-0121-32370A517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6F06B9-2528-6C0D-1851-132F03E9B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CDB1D-B4AB-A3A0-5C1E-3B0A958AB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79BF-62F9-4B11-8B88-6F08CAB0876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2C828-3127-74BF-E383-EF191E60F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2A3C0-82F5-F9C2-4C7D-7F005B20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4298E-1EDB-4B3F-9701-A43D1DAFF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67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0E537-5A6D-409F-96EA-D7BCBAE2F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926DF-271C-890F-D871-B01D1980D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7E60B-CD01-4B07-C079-FFF2F4AAB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D4E309-004B-CA4E-E1F9-A53102B1BF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7C6D9E-B8E8-C0B7-425F-D7F8465C3E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A2E192-DA3D-D4E0-5442-DE0059670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79BF-62F9-4B11-8B88-6F08CAB0876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8609A3-60DD-7E8D-1523-F0716026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C43B57-268C-F7D9-74AE-DFAA30CEE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4298E-1EDB-4B3F-9701-A43D1DAFF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63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25A1D-8DBC-A604-256C-3E8222B72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07F8DA-0D17-38BC-6A9E-129EF70AB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79BF-62F9-4B11-8B88-6F08CAB0876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B307F-1E05-0204-0C13-39696126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21A663-61B4-EB21-E922-4481C1E23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4298E-1EDB-4B3F-9701-A43D1DAFF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465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E01488-CD4A-6AB3-B9C7-F971C0BA8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79BF-62F9-4B11-8B88-6F08CAB0876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2C0E37-CDC9-1C61-95D4-7A83517B8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B6DF2-2CB3-91EE-888B-0230A8F2E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4298E-1EDB-4B3F-9701-A43D1DAFF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355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29738-2C50-BF87-801A-E622C0F24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A648A-6E4E-0BC0-3E12-465B08B24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89715-9F11-15B3-42B4-FE207BFF8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46EFB-39BD-45AA-9D5A-0D02284E1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79BF-62F9-4B11-8B88-6F08CAB0876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E5A59-7E6B-A5DA-B9A8-30DC6FF6A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D4448-A79D-8DA5-0BDB-627BC44C2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4298E-1EDB-4B3F-9701-A43D1DAFF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46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0E3AF-A2AC-AFA3-9C16-134042300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823A92-3EEE-2435-729E-C48AADD5A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87454-02F5-DF2D-838D-C43F4C944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124FF-48D5-0989-34DF-B3CA25364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79BF-62F9-4B11-8B88-6F08CAB0876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E312C-FB30-1E32-3540-87FE68868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803AF-E83B-1746-19F7-845194C33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4298E-1EDB-4B3F-9701-A43D1DAFF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6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E0FA2-10D3-9DFB-1118-14DA6697F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BBC19-9E46-42FB-0D1D-FD25E84A1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A5942-60C8-A2D2-2C4D-435FE8F45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79BF-62F9-4B11-8B88-6F08CAB0876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B0EC5-8F02-05D0-0443-313952B11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80FC1-C0F9-12B8-6A13-8E2A5B57B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4298E-1EDB-4B3F-9701-A43D1DAFF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503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7B8508-25EB-541D-8877-AD3FE1E1DD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41D523-295B-DCCA-BE0A-02AEE8D7D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19253-8108-C4A2-9BA1-B2299C6D0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479BF-62F9-4B11-8B88-6F08CAB0876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C8EEC-ECB6-871F-C7FB-EE630D44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5DB10-2993-EF82-4436-E85F7D97E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4298E-1EDB-4B3F-9701-A43D1DAFF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84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37CA34-6FB7-0B46-21ED-DDC199B15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87859-2A4E-2015-835D-4FDD58AE2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7EA23-65E1-07F9-3DE0-60E7CBF6C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479BF-62F9-4B11-8B88-6F08CAB0876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D8124-6412-8622-6935-A61A5CE68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BAB90-322C-CAA6-FE83-23822449C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94298E-1EDB-4B3F-9701-A43D1DAFF3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10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773946F-A83A-5D76-24D4-461C933634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11196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4305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2026-09-06T08:14:00Z</dcterms:created>
  <dcterms:modified xsi:type="dcterms:W3CDTF">2026-09-06T08:14:01Z</dcterms:modified>
</cp:coreProperties>
</file>