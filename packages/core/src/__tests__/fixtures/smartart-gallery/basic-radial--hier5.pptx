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B0C368-B333-42CE-8A90-9CD69469336B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F696FE-F85E-4A9C-9B37-10E0DA80914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1B72907-2AEC-4D71-A59A-BAF3734664A3}" type="parTrans" cxnId="{8E4B76E4-26F8-400B-80B6-7658E24531D3}">
      <dgm:prSet/>
      <dgm:spPr/>
    </dgm:pt>
    <dgm:pt modelId="{76F5DBC8-2C06-4C47-87DB-D3ACA2BC6F68}" type="sibTrans" cxnId="{8E4B76E4-26F8-400B-80B6-7658E24531D3}">
      <dgm:prSet/>
      <dgm:spPr/>
    </dgm:pt>
    <dgm:pt modelId="{1001608C-8740-4C40-9901-654002DB4622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A0B5D1A-A8D9-4BFF-BF0D-88A640E5A0FD}" type="parTrans" cxnId="{BF0169CE-D2F3-4E75-B9D5-ADBCE3A86E97}">
      <dgm:prSet/>
      <dgm:spPr/>
      <dgm:t>
        <a:bodyPr/>
        <a:lstStyle/>
        <a:p>
          <a:endParaRPr lang="en-US"/>
        </a:p>
      </dgm:t>
    </dgm:pt>
    <dgm:pt modelId="{5D7434CB-518B-4D32-B64A-B5DEEB8D97DA}" type="sibTrans" cxnId="{BF0169CE-D2F3-4E75-B9D5-ADBCE3A86E97}">
      <dgm:prSet/>
      <dgm:spPr/>
    </dgm:pt>
    <dgm:pt modelId="{2542C39E-E06C-46EE-9E46-278593DF408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93F004E-61EB-4720-B74E-507C7F798839}" type="parTrans" cxnId="{F86CA64B-4A94-4860-8C9F-3B5C257D47A7}">
      <dgm:prSet/>
      <dgm:spPr/>
      <dgm:t>
        <a:bodyPr/>
        <a:lstStyle/>
        <a:p>
          <a:endParaRPr lang="en-US"/>
        </a:p>
      </dgm:t>
    </dgm:pt>
    <dgm:pt modelId="{29819E0D-30AF-4BD9-8E9C-F3053890630F}" type="sibTrans" cxnId="{F86CA64B-4A94-4860-8C9F-3B5C257D47A7}">
      <dgm:prSet/>
      <dgm:spPr/>
    </dgm:pt>
    <dgm:pt modelId="{D9F6543E-447E-4E0D-8312-E5C320E7B6DA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C3D0A18-959D-454A-9E1E-C07C2D75CCC5}" type="parTrans" cxnId="{27C98948-8005-452B-BE73-70695586414F}">
      <dgm:prSet/>
      <dgm:spPr/>
      <dgm:t>
        <a:bodyPr/>
        <a:lstStyle/>
        <a:p>
          <a:endParaRPr lang="en-US"/>
        </a:p>
      </dgm:t>
    </dgm:pt>
    <dgm:pt modelId="{C0C1D0BB-1730-41D5-B761-BB13C6B13B69}" type="sibTrans" cxnId="{27C98948-8005-452B-BE73-70695586414F}">
      <dgm:prSet/>
      <dgm:spPr/>
    </dgm:pt>
    <dgm:pt modelId="{9FC41F21-7C34-4478-B827-955E6F53B45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360D016-C672-4FA4-9CC9-B60731253A84}" type="parTrans" cxnId="{A922B53B-BE64-4749-8A00-E055D0CB219B}">
      <dgm:prSet/>
      <dgm:spPr/>
      <dgm:t>
        <a:bodyPr/>
        <a:lstStyle/>
        <a:p>
          <a:endParaRPr lang="en-US"/>
        </a:p>
      </dgm:t>
    </dgm:pt>
    <dgm:pt modelId="{0C0AE40A-419A-4C98-8DDD-7531126F0B60}" type="sibTrans" cxnId="{A922B53B-BE64-4749-8A00-E055D0CB219B}">
      <dgm:prSet/>
      <dgm:spPr/>
    </dgm:pt>
    <dgm:pt modelId="{4F5BBA0A-3EC7-4855-9D38-067BB5B45F97}" type="pres">
      <dgm:prSet presAssocID="{D1B0C368-B333-42CE-8A90-9CD69469336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8350196-9A4D-4FF8-A693-EC369AFE8E3C}" type="pres">
      <dgm:prSet presAssocID="{43F696FE-F85E-4A9C-9B37-10E0DA809148}" presName="centerShape" presStyleLbl="node0" presStyleIdx="0" presStyleCnt="1"/>
      <dgm:spPr/>
    </dgm:pt>
    <dgm:pt modelId="{6099EE8E-0495-4762-AC3C-A108DD618ED8}" type="pres">
      <dgm:prSet presAssocID="{EA0B5D1A-A8D9-4BFF-BF0D-88A640E5A0FD}" presName="Name9" presStyleLbl="parChTrans1D2" presStyleIdx="0" presStyleCnt="3"/>
      <dgm:spPr/>
    </dgm:pt>
    <dgm:pt modelId="{EECE7B1D-BF2A-46AE-B132-53FC22BBC4F1}" type="pres">
      <dgm:prSet presAssocID="{EA0B5D1A-A8D9-4BFF-BF0D-88A640E5A0FD}" presName="connTx" presStyleLbl="parChTrans1D2" presStyleIdx="0" presStyleCnt="3"/>
      <dgm:spPr/>
    </dgm:pt>
    <dgm:pt modelId="{CDEACD54-0401-4261-9F22-AA25E219ADDB}" type="pres">
      <dgm:prSet presAssocID="{1001608C-8740-4C40-9901-654002DB4622}" presName="node" presStyleLbl="node1" presStyleIdx="0" presStyleCnt="3">
        <dgm:presLayoutVars>
          <dgm:bulletEnabled val="1"/>
        </dgm:presLayoutVars>
      </dgm:prSet>
      <dgm:spPr/>
    </dgm:pt>
    <dgm:pt modelId="{09EBE1F2-C737-4783-9C66-8C9CC1436922}" type="pres">
      <dgm:prSet presAssocID="{293F004E-61EB-4720-B74E-507C7F798839}" presName="Name9" presStyleLbl="parChTrans1D2" presStyleIdx="1" presStyleCnt="3"/>
      <dgm:spPr/>
    </dgm:pt>
    <dgm:pt modelId="{42C72D14-2568-43AF-8F81-84923E527016}" type="pres">
      <dgm:prSet presAssocID="{293F004E-61EB-4720-B74E-507C7F798839}" presName="connTx" presStyleLbl="parChTrans1D2" presStyleIdx="1" presStyleCnt="3"/>
      <dgm:spPr/>
    </dgm:pt>
    <dgm:pt modelId="{164B16DE-5B1B-4616-B5FE-5A0B6B39451D}" type="pres">
      <dgm:prSet presAssocID="{2542C39E-E06C-46EE-9E46-278593DF4087}" presName="node" presStyleLbl="node1" presStyleIdx="1" presStyleCnt="3">
        <dgm:presLayoutVars>
          <dgm:bulletEnabled val="1"/>
        </dgm:presLayoutVars>
      </dgm:prSet>
      <dgm:spPr/>
    </dgm:pt>
    <dgm:pt modelId="{D9819873-6312-4104-92A3-C94ECCCBC676}" type="pres">
      <dgm:prSet presAssocID="{3C3D0A18-959D-454A-9E1E-C07C2D75CCC5}" presName="Name9" presStyleLbl="parChTrans1D2" presStyleIdx="2" presStyleCnt="3"/>
      <dgm:spPr/>
    </dgm:pt>
    <dgm:pt modelId="{6A98AC1D-932E-41E1-93E8-BCEB699F6855}" type="pres">
      <dgm:prSet presAssocID="{3C3D0A18-959D-454A-9E1E-C07C2D75CCC5}" presName="connTx" presStyleLbl="parChTrans1D2" presStyleIdx="2" presStyleCnt="3"/>
      <dgm:spPr/>
    </dgm:pt>
    <dgm:pt modelId="{3B618AB1-923A-4CB1-9100-BC8002CD7AAF}" type="pres">
      <dgm:prSet presAssocID="{D9F6543E-447E-4E0D-8312-E5C320E7B6DA}" presName="node" presStyleLbl="node1" presStyleIdx="2" presStyleCnt="3">
        <dgm:presLayoutVars>
          <dgm:bulletEnabled val="1"/>
        </dgm:presLayoutVars>
      </dgm:prSet>
      <dgm:spPr/>
    </dgm:pt>
  </dgm:ptLst>
  <dgm:cxnLst>
    <dgm:cxn modelId="{460D8F02-2571-46BB-9FA1-8D883A3BD2B3}" type="presOf" srcId="{43F696FE-F85E-4A9C-9B37-10E0DA809148}" destId="{88350196-9A4D-4FF8-A693-EC369AFE8E3C}" srcOrd="0" destOrd="0" presId="urn:microsoft.com/office/officeart/2005/8/layout/radial1"/>
    <dgm:cxn modelId="{A1206C35-50F8-4BDC-9D45-335AC50BA0D8}" type="presOf" srcId="{293F004E-61EB-4720-B74E-507C7F798839}" destId="{09EBE1F2-C737-4783-9C66-8C9CC1436922}" srcOrd="0" destOrd="0" presId="urn:microsoft.com/office/officeart/2005/8/layout/radial1"/>
    <dgm:cxn modelId="{C3768635-7E5D-4516-BEFB-36E0AEA97ABD}" type="presOf" srcId="{EA0B5D1A-A8D9-4BFF-BF0D-88A640E5A0FD}" destId="{6099EE8E-0495-4762-AC3C-A108DD618ED8}" srcOrd="0" destOrd="0" presId="urn:microsoft.com/office/officeart/2005/8/layout/radial1"/>
    <dgm:cxn modelId="{7552C83A-1A8E-4AFD-8898-DE2A0343AD56}" type="presOf" srcId="{293F004E-61EB-4720-B74E-507C7F798839}" destId="{42C72D14-2568-43AF-8F81-84923E527016}" srcOrd="1" destOrd="0" presId="urn:microsoft.com/office/officeart/2005/8/layout/radial1"/>
    <dgm:cxn modelId="{A922B53B-BE64-4749-8A00-E055D0CB219B}" srcId="{D9F6543E-447E-4E0D-8312-E5C320E7B6DA}" destId="{9FC41F21-7C34-4478-B827-955E6F53B459}" srcOrd="0" destOrd="0" parTransId="{D360D016-C672-4FA4-9CC9-B60731253A84}" sibTransId="{0C0AE40A-419A-4C98-8DDD-7531126F0B60}"/>
    <dgm:cxn modelId="{27C98948-8005-452B-BE73-70695586414F}" srcId="{43F696FE-F85E-4A9C-9B37-10E0DA809148}" destId="{D9F6543E-447E-4E0D-8312-E5C320E7B6DA}" srcOrd="2" destOrd="0" parTransId="{3C3D0A18-959D-454A-9E1E-C07C2D75CCC5}" sibTransId="{C0C1D0BB-1730-41D5-B761-BB13C6B13B69}"/>
    <dgm:cxn modelId="{F86CA64B-4A94-4860-8C9F-3B5C257D47A7}" srcId="{43F696FE-F85E-4A9C-9B37-10E0DA809148}" destId="{2542C39E-E06C-46EE-9E46-278593DF4087}" srcOrd="1" destOrd="0" parTransId="{293F004E-61EB-4720-B74E-507C7F798839}" sibTransId="{29819E0D-30AF-4BD9-8E9C-F3053890630F}"/>
    <dgm:cxn modelId="{17312379-8A31-483B-AFAF-DEE981514429}" type="presOf" srcId="{3C3D0A18-959D-454A-9E1E-C07C2D75CCC5}" destId="{D9819873-6312-4104-92A3-C94ECCCBC676}" srcOrd="0" destOrd="0" presId="urn:microsoft.com/office/officeart/2005/8/layout/radial1"/>
    <dgm:cxn modelId="{C554F98A-CF32-4404-95E3-B4F25F20DC60}" type="presOf" srcId="{9FC41F21-7C34-4478-B827-955E6F53B459}" destId="{3B618AB1-923A-4CB1-9100-BC8002CD7AAF}" srcOrd="0" destOrd="1" presId="urn:microsoft.com/office/officeart/2005/8/layout/radial1"/>
    <dgm:cxn modelId="{EC262E90-8B8C-46A0-9521-1A8619DB29B5}" type="presOf" srcId="{1001608C-8740-4C40-9901-654002DB4622}" destId="{CDEACD54-0401-4261-9F22-AA25E219ADDB}" srcOrd="0" destOrd="0" presId="urn:microsoft.com/office/officeart/2005/8/layout/radial1"/>
    <dgm:cxn modelId="{F3B1E491-C91B-46C9-9D02-54FA19C7928C}" type="presOf" srcId="{D9F6543E-447E-4E0D-8312-E5C320E7B6DA}" destId="{3B618AB1-923A-4CB1-9100-BC8002CD7AAF}" srcOrd="0" destOrd="0" presId="urn:microsoft.com/office/officeart/2005/8/layout/radial1"/>
    <dgm:cxn modelId="{C81A56B9-384B-4CA3-B3E0-8049257EE0C5}" type="presOf" srcId="{3C3D0A18-959D-454A-9E1E-C07C2D75CCC5}" destId="{6A98AC1D-932E-41E1-93E8-BCEB699F6855}" srcOrd="1" destOrd="0" presId="urn:microsoft.com/office/officeart/2005/8/layout/radial1"/>
    <dgm:cxn modelId="{BF0169CE-D2F3-4E75-B9D5-ADBCE3A86E97}" srcId="{43F696FE-F85E-4A9C-9B37-10E0DA809148}" destId="{1001608C-8740-4C40-9901-654002DB4622}" srcOrd="0" destOrd="0" parTransId="{EA0B5D1A-A8D9-4BFF-BF0D-88A640E5A0FD}" sibTransId="{5D7434CB-518B-4D32-B64A-B5DEEB8D97DA}"/>
    <dgm:cxn modelId="{6714F9DE-443B-4F77-BE3A-371C888AA0DA}" type="presOf" srcId="{D1B0C368-B333-42CE-8A90-9CD69469336B}" destId="{4F5BBA0A-3EC7-4855-9D38-067BB5B45F97}" srcOrd="0" destOrd="0" presId="urn:microsoft.com/office/officeart/2005/8/layout/radial1"/>
    <dgm:cxn modelId="{8E4B76E4-26F8-400B-80B6-7658E24531D3}" srcId="{D1B0C368-B333-42CE-8A90-9CD69469336B}" destId="{43F696FE-F85E-4A9C-9B37-10E0DA809148}" srcOrd="0" destOrd="0" parTransId="{51B72907-2AEC-4D71-A59A-BAF3734664A3}" sibTransId="{76F5DBC8-2C06-4C47-87DB-D3ACA2BC6F68}"/>
    <dgm:cxn modelId="{53C7FFF2-80C8-4BDB-A923-55BC78CDA578}" type="presOf" srcId="{2542C39E-E06C-46EE-9E46-278593DF4087}" destId="{164B16DE-5B1B-4616-B5FE-5A0B6B39451D}" srcOrd="0" destOrd="0" presId="urn:microsoft.com/office/officeart/2005/8/layout/radial1"/>
    <dgm:cxn modelId="{76C07BF8-C7FA-405D-8898-F7DD2F4ABAA1}" type="presOf" srcId="{EA0B5D1A-A8D9-4BFF-BF0D-88A640E5A0FD}" destId="{EECE7B1D-BF2A-46AE-B132-53FC22BBC4F1}" srcOrd="1" destOrd="0" presId="urn:microsoft.com/office/officeart/2005/8/layout/radial1"/>
    <dgm:cxn modelId="{975B6409-6AC1-410B-A3AB-883A1DEC3E01}" type="presParOf" srcId="{4F5BBA0A-3EC7-4855-9D38-067BB5B45F97}" destId="{88350196-9A4D-4FF8-A693-EC369AFE8E3C}" srcOrd="0" destOrd="0" presId="urn:microsoft.com/office/officeart/2005/8/layout/radial1"/>
    <dgm:cxn modelId="{E56A5701-83A4-4B95-9C48-4087DB82E184}" type="presParOf" srcId="{4F5BBA0A-3EC7-4855-9D38-067BB5B45F97}" destId="{6099EE8E-0495-4762-AC3C-A108DD618ED8}" srcOrd="1" destOrd="0" presId="urn:microsoft.com/office/officeart/2005/8/layout/radial1"/>
    <dgm:cxn modelId="{AF7793F2-A4CD-48C3-B2D6-60C229BFF7EC}" type="presParOf" srcId="{6099EE8E-0495-4762-AC3C-A108DD618ED8}" destId="{EECE7B1D-BF2A-46AE-B132-53FC22BBC4F1}" srcOrd="0" destOrd="0" presId="urn:microsoft.com/office/officeart/2005/8/layout/radial1"/>
    <dgm:cxn modelId="{34FB00EC-016F-405A-A2DC-79363F5B4086}" type="presParOf" srcId="{4F5BBA0A-3EC7-4855-9D38-067BB5B45F97}" destId="{CDEACD54-0401-4261-9F22-AA25E219ADDB}" srcOrd="2" destOrd="0" presId="urn:microsoft.com/office/officeart/2005/8/layout/radial1"/>
    <dgm:cxn modelId="{175F072C-6B02-438A-8B88-578C57295DEC}" type="presParOf" srcId="{4F5BBA0A-3EC7-4855-9D38-067BB5B45F97}" destId="{09EBE1F2-C737-4783-9C66-8C9CC1436922}" srcOrd="3" destOrd="0" presId="urn:microsoft.com/office/officeart/2005/8/layout/radial1"/>
    <dgm:cxn modelId="{28165D8C-5173-44C5-93C4-A948F8879C79}" type="presParOf" srcId="{09EBE1F2-C737-4783-9C66-8C9CC1436922}" destId="{42C72D14-2568-43AF-8F81-84923E527016}" srcOrd="0" destOrd="0" presId="urn:microsoft.com/office/officeart/2005/8/layout/radial1"/>
    <dgm:cxn modelId="{6F56294C-5683-4104-A959-3002426C5EDE}" type="presParOf" srcId="{4F5BBA0A-3EC7-4855-9D38-067BB5B45F97}" destId="{164B16DE-5B1B-4616-B5FE-5A0B6B39451D}" srcOrd="4" destOrd="0" presId="urn:microsoft.com/office/officeart/2005/8/layout/radial1"/>
    <dgm:cxn modelId="{ADC98BC0-F6EA-4D99-809F-C710FCA9F943}" type="presParOf" srcId="{4F5BBA0A-3EC7-4855-9D38-067BB5B45F97}" destId="{D9819873-6312-4104-92A3-C94ECCCBC676}" srcOrd="5" destOrd="0" presId="urn:microsoft.com/office/officeart/2005/8/layout/radial1"/>
    <dgm:cxn modelId="{FD5DD90D-8430-4E62-AE7D-C7749B6C21F7}" type="presParOf" srcId="{D9819873-6312-4104-92A3-C94ECCCBC676}" destId="{6A98AC1D-932E-41E1-93E8-BCEB699F6855}" srcOrd="0" destOrd="0" presId="urn:microsoft.com/office/officeart/2005/8/layout/radial1"/>
    <dgm:cxn modelId="{84EF8655-5B28-430F-AB79-BF42C44CE5CA}" type="presParOf" srcId="{4F5BBA0A-3EC7-4855-9D38-067BB5B45F97}" destId="{3B618AB1-923A-4CB1-9100-BC8002CD7AAF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50196-9A4D-4FF8-A693-EC369AFE8E3C}">
      <dsp:nvSpPr>
        <dsp:cNvPr id="0" name=""/>
        <dsp:cNvSpPr/>
      </dsp:nvSpPr>
      <dsp:spPr>
        <a:xfrm>
          <a:off x="3273655" y="2241864"/>
          <a:ext cx="1707688" cy="1707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One</a:t>
          </a:r>
        </a:p>
      </dsp:txBody>
      <dsp:txXfrm>
        <a:off x="3523740" y="2491949"/>
        <a:ext cx="1207518" cy="1207518"/>
      </dsp:txXfrm>
    </dsp:sp>
    <dsp:sp modelId="{6099EE8E-0495-4762-AC3C-A108DD618ED8}">
      <dsp:nvSpPr>
        <dsp:cNvPr id="0" name=""/>
        <dsp:cNvSpPr/>
      </dsp:nvSpPr>
      <dsp:spPr>
        <a:xfrm rot="16200000">
          <a:off x="3869926" y="1965673"/>
          <a:ext cx="515146" cy="37236"/>
        </a:xfrm>
        <a:custGeom>
          <a:avLst/>
          <a:gdLst/>
          <a:ahLst/>
          <a:cxnLst/>
          <a:rect l="0" t="0" r="0" b="0"/>
          <a:pathLst>
            <a:path>
              <a:moveTo>
                <a:pt x="0" y="18618"/>
              </a:moveTo>
              <a:lnTo>
                <a:pt x="515146" y="1861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14621" y="1971412"/>
        <a:ext cx="25757" cy="25757"/>
      </dsp:txXfrm>
    </dsp:sp>
    <dsp:sp modelId="{CDEACD54-0401-4261-9F22-AA25E219ADDB}">
      <dsp:nvSpPr>
        <dsp:cNvPr id="0" name=""/>
        <dsp:cNvSpPr/>
      </dsp:nvSpPr>
      <dsp:spPr>
        <a:xfrm>
          <a:off x="3273655" y="19029"/>
          <a:ext cx="1707688" cy="1707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Two has a longer label</a:t>
          </a:r>
        </a:p>
      </dsp:txBody>
      <dsp:txXfrm>
        <a:off x="3523740" y="269114"/>
        <a:ext cx="1207518" cy="1207518"/>
      </dsp:txXfrm>
    </dsp:sp>
    <dsp:sp modelId="{09EBE1F2-C737-4783-9C66-8C9CC1436922}">
      <dsp:nvSpPr>
        <dsp:cNvPr id="0" name=""/>
        <dsp:cNvSpPr/>
      </dsp:nvSpPr>
      <dsp:spPr>
        <a:xfrm rot="1800000">
          <a:off x="4832442" y="3632799"/>
          <a:ext cx="515146" cy="37236"/>
        </a:xfrm>
        <a:custGeom>
          <a:avLst/>
          <a:gdLst/>
          <a:ahLst/>
          <a:cxnLst/>
          <a:rect l="0" t="0" r="0" b="0"/>
          <a:pathLst>
            <a:path>
              <a:moveTo>
                <a:pt x="0" y="18618"/>
              </a:moveTo>
              <a:lnTo>
                <a:pt x="515146" y="1861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7137" y="3638538"/>
        <a:ext cx="25757" cy="25757"/>
      </dsp:txXfrm>
    </dsp:sp>
    <dsp:sp modelId="{164B16DE-5B1B-4616-B5FE-5A0B6B39451D}">
      <dsp:nvSpPr>
        <dsp:cNvPr id="0" name=""/>
        <dsp:cNvSpPr/>
      </dsp:nvSpPr>
      <dsp:spPr>
        <a:xfrm>
          <a:off x="5198687" y="3353282"/>
          <a:ext cx="1707688" cy="1707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Three</a:t>
          </a:r>
        </a:p>
      </dsp:txBody>
      <dsp:txXfrm>
        <a:off x="5448772" y="3603367"/>
        <a:ext cx="1207518" cy="1207518"/>
      </dsp:txXfrm>
    </dsp:sp>
    <dsp:sp modelId="{D9819873-6312-4104-92A3-C94ECCCBC676}">
      <dsp:nvSpPr>
        <dsp:cNvPr id="0" name=""/>
        <dsp:cNvSpPr/>
      </dsp:nvSpPr>
      <dsp:spPr>
        <a:xfrm rot="9000000">
          <a:off x="2907410" y="3632799"/>
          <a:ext cx="515146" cy="37236"/>
        </a:xfrm>
        <a:custGeom>
          <a:avLst/>
          <a:gdLst/>
          <a:ahLst/>
          <a:cxnLst/>
          <a:rect l="0" t="0" r="0" b="0"/>
          <a:pathLst>
            <a:path>
              <a:moveTo>
                <a:pt x="0" y="18618"/>
              </a:moveTo>
              <a:lnTo>
                <a:pt x="515146" y="1861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152105" y="3638538"/>
        <a:ext cx="25757" cy="25757"/>
      </dsp:txXfrm>
    </dsp:sp>
    <dsp:sp modelId="{3B618AB1-923A-4CB1-9100-BC8002CD7AAF}">
      <dsp:nvSpPr>
        <dsp:cNvPr id="0" name=""/>
        <dsp:cNvSpPr/>
      </dsp:nvSpPr>
      <dsp:spPr>
        <a:xfrm>
          <a:off x="1348623" y="3353282"/>
          <a:ext cx="1707688" cy="17076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Four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Node Five</a:t>
          </a:r>
        </a:p>
      </dsp:txBody>
      <dsp:txXfrm>
        <a:off x="1598708" y="3603367"/>
        <a:ext cx="1207518" cy="1207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E6DB8-AC0B-AA5C-7F02-6F5030126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98690-09D3-65C0-59F9-C9DBF999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9AE7-4CEC-1C9B-3B02-A73ED54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4A684-2393-554C-D766-E0B5E928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76E59-D322-6FA2-FDB5-5EF760C1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7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237F-02DA-CABB-D1A1-16754A9A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9228-91C1-AC68-7E26-356B455E0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00D5-ED80-C7C5-2CDA-0A857E2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151AA-60AC-586B-4F42-21B7118B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AFDAE-6732-1A20-14ED-67BF2553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4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B0F8-4035-AA1D-9FF5-A5B6FE50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E5CE7-9313-649C-362D-9AE9EAE04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40660-1A05-8421-A252-B182B025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A04B-A68C-6931-CC25-DDB979CB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93875-68AB-9762-D215-2FFCF44B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2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F2AF-AE64-5BC9-C35D-6331DF25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7E34-A894-DADF-0497-44C4531E4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CABA4-C509-22C1-F9B8-DFFC60AC6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2F4E2-DFD3-D97F-592D-4DB864D5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F1781-9F7B-CAE0-54E6-43B8B63E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D9E43-A3C9-5F1F-F41B-E4D0F3D2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9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C11F-7895-31D5-E284-5341B79C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CABC9-C602-8D68-E5B7-2D90D5BB8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6D9AF-E96A-CA62-7542-9C3EA3BE8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4521B-62CC-9943-98A6-753C767AB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DD3F8-9BEA-6E59-FE74-E80A9B556B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A47D3D-1A86-5DEB-2AD3-A60D65BF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7AA6C-7324-50C4-A6DF-ABEF901A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936CD-B015-10ED-F744-F82C2509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9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8D9A-C8BB-2D10-E253-E0DA8573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2BE67-44A5-CB44-DE11-ED2E8C9B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EC6FB-2DD2-B194-D2DA-ADEB33B1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E7EED-2DB8-A59D-4BD0-5304DEB2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2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F60DD-BDD2-19CE-3CA8-BC7F9384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43B39-54E4-291B-826D-DC87D6BC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3B46-FC30-F66D-4B27-6D5D5C8F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F033-CDA6-4ED5-FB81-1767F5A8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37425-2640-6943-FD01-E863F8E10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1376D-941E-6BFD-B88A-6B5CFB1CA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EECDB-3E2B-FCB1-6E29-E5B59967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846CC-3102-2213-FC2C-9C8AFDF4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D59BB-BE88-48E2-F49F-57972013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9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ABD4-E5B0-3488-C5B8-B7B8CE97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C68C8-A8DE-5789-93B9-8FB9D0325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FDE19-9759-0B05-1209-B581000C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BAECF-DB08-363B-A6DD-B65AE08E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7149A-01C7-FAB4-BDE9-BA668787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1FB4E-F988-3FB2-306D-058F4383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2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B162-0795-253A-3CA1-0D719BE8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841AF-326A-3646-498C-7BC1A72D8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D7B8-F880-3FAE-FD2A-1D461441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88D36-0D97-8F76-3A2F-E6901155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AAAE9-FB9F-966C-3EDB-870C982A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7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C8D9D-A4EB-3B41-C5BE-C3BE16B79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D4013-9678-4D0C-75C0-BBC7343B9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C6F5-EA9E-F0C1-32D9-87F0460F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B7FF9-37C7-0C0D-6CAF-05955AEE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0CD23-108D-165C-BD98-46092441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A16E6-4036-A6A9-7D77-EA72AA87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F750A-5B03-732F-F1E7-B17031EC9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EA37-5F30-920A-E565-29C6DB026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70C72-3C59-4787-8230-B945716637A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6129-2B8E-A33B-4D68-B5EDB9959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7F6A0-A084-4ED1-4E26-0BEA3F380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CE360-80C2-4EAE-8462-21DF690CD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CF0923B-3E79-01AD-1F6A-14FC977C3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7530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579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2026-09-06T08:14:15Z</dcterms:created>
  <dcterms:modified xsi:type="dcterms:W3CDTF">2026-09-06T08:14:16Z</dcterms:modified>
</cp:coreProperties>
</file>