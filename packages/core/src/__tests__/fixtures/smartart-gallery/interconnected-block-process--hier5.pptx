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760ACB-7747-41BF-A983-DEC45D2806A3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14ECE4-A322-4CBD-AF0F-C5D0F5840924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30F4A24D-99BC-474D-987A-401ACE46DEC2}" type="parTrans" cxnId="{053A0255-99CC-4107-84F3-04629CB34CFE}">
      <dgm:prSet/>
      <dgm:spPr/>
    </dgm:pt>
    <dgm:pt modelId="{2198296C-E007-48E6-94DC-FCE554F0929F}" type="sibTrans" cxnId="{053A0255-99CC-4107-84F3-04629CB34CFE}">
      <dgm:prSet/>
      <dgm:spPr/>
    </dgm:pt>
    <dgm:pt modelId="{BD21A0A6-52F5-429F-96A5-C8AC06CED2D8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889FB882-8AB6-44E6-B662-4C376016E2BD}" type="parTrans" cxnId="{14B59B8D-3A3A-4CC9-9C5F-48A63CAD756D}">
      <dgm:prSet/>
      <dgm:spPr/>
    </dgm:pt>
    <dgm:pt modelId="{2A33E78A-6875-4212-81E9-0B18603051C8}" type="sibTrans" cxnId="{14B59B8D-3A3A-4CC9-9C5F-48A63CAD756D}">
      <dgm:prSet/>
      <dgm:spPr/>
    </dgm:pt>
    <dgm:pt modelId="{9A7CE1F5-6905-42C5-9B3C-5EF03F6732E0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336A4BFD-002B-42D0-AD85-2BBA65FAAF7E}" type="parTrans" cxnId="{9339B079-0B1A-43F3-B3F6-234713257CD4}">
      <dgm:prSet/>
      <dgm:spPr/>
    </dgm:pt>
    <dgm:pt modelId="{83F8F56C-EAA6-4BEE-8CD0-5393177A15A7}" type="sibTrans" cxnId="{9339B079-0B1A-43F3-B3F6-234713257CD4}">
      <dgm:prSet/>
      <dgm:spPr/>
    </dgm:pt>
    <dgm:pt modelId="{ED75AC31-FE90-48EE-B62A-15DACC400305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D95D62A4-EAD9-4FCA-B3A7-2A6E56FE2619}" type="parTrans" cxnId="{1A7E3E65-2920-4041-BB26-1D4FE6450AE2}">
      <dgm:prSet/>
      <dgm:spPr/>
    </dgm:pt>
    <dgm:pt modelId="{753A2CDE-ECDC-4FDA-9FAA-E4B5AE3C4F35}" type="sibTrans" cxnId="{1A7E3E65-2920-4041-BB26-1D4FE6450AE2}">
      <dgm:prSet/>
      <dgm:spPr/>
    </dgm:pt>
    <dgm:pt modelId="{A60CDD9D-EFFB-4CD1-BE72-41DA32256F1C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D8F611B4-1166-4E00-AF57-A385B094C08C}" type="parTrans" cxnId="{A3B7CEFF-AC60-43E5-A378-2F9371E7D540}">
      <dgm:prSet/>
      <dgm:spPr/>
    </dgm:pt>
    <dgm:pt modelId="{BDD0290E-4A41-4B89-B5F1-334F81FD9C7B}" type="sibTrans" cxnId="{A3B7CEFF-AC60-43E5-A378-2F9371E7D540}">
      <dgm:prSet/>
      <dgm:spPr/>
    </dgm:pt>
    <dgm:pt modelId="{293B075C-4003-463A-973C-4B158ACBD803}" type="pres">
      <dgm:prSet presAssocID="{D4760ACB-7747-41BF-A983-DEC45D2806A3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2AC9E0D4-5F4A-4405-9021-8C425BBD98DC}" type="pres">
      <dgm:prSet presAssocID="{ED75AC31-FE90-48EE-B62A-15DACC400305}" presName="ChildAccent3" presStyleCnt="0"/>
      <dgm:spPr/>
    </dgm:pt>
    <dgm:pt modelId="{3482B0B7-37ED-4BF3-81AB-1807EFDB64F3}" type="pres">
      <dgm:prSet presAssocID="{ED75AC31-FE90-48EE-B62A-15DACC400305}" presName="ChildAccent" presStyleLbl="alignImgPlace1" presStyleIdx="0" presStyleCnt="3"/>
      <dgm:spPr/>
    </dgm:pt>
    <dgm:pt modelId="{84812569-D90F-481B-B4E5-AB4348435C8C}" type="pres">
      <dgm:prSet presAssocID="{ED75AC31-FE90-48EE-B62A-15DACC400305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1693BDF-1C98-4ACD-A246-D231B4FB7179}" type="pres">
      <dgm:prSet presAssocID="{ED75AC31-FE90-48EE-B62A-15DACC400305}" presName="Parent3" presStyleLbl="node1" presStyleIdx="0" presStyleCnt="3">
        <dgm:presLayoutVars>
          <dgm:chMax val="2"/>
          <dgm:chPref val="1"/>
          <dgm:bulletEnabled val="1"/>
        </dgm:presLayoutVars>
      </dgm:prSet>
      <dgm:spPr/>
    </dgm:pt>
    <dgm:pt modelId="{579F9138-7C64-4530-B78D-3C7D20CAE888}" type="pres">
      <dgm:prSet presAssocID="{9A7CE1F5-6905-42C5-9B3C-5EF03F6732E0}" presName="ChildAccent2" presStyleCnt="0"/>
      <dgm:spPr/>
    </dgm:pt>
    <dgm:pt modelId="{7FCBE5B4-7723-45AB-AEB9-EC0C2AFE37BA}" type="pres">
      <dgm:prSet presAssocID="{9A7CE1F5-6905-42C5-9B3C-5EF03F6732E0}" presName="ChildAccent" presStyleLbl="alignImgPlace1" presStyleIdx="1" presStyleCnt="3"/>
      <dgm:spPr/>
    </dgm:pt>
    <dgm:pt modelId="{14505C41-D24B-46B0-B7FC-5BBB4128FD0F}" type="pres">
      <dgm:prSet presAssocID="{9A7CE1F5-6905-42C5-9B3C-5EF03F6732E0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C27E8A7-ED4D-4953-B462-4BBE97AAE4A7}" type="pres">
      <dgm:prSet presAssocID="{9A7CE1F5-6905-42C5-9B3C-5EF03F6732E0}" presName="Parent2" presStyleLbl="node1" presStyleIdx="1" presStyleCnt="3">
        <dgm:presLayoutVars>
          <dgm:chMax val="2"/>
          <dgm:chPref val="1"/>
          <dgm:bulletEnabled val="1"/>
        </dgm:presLayoutVars>
      </dgm:prSet>
      <dgm:spPr/>
    </dgm:pt>
    <dgm:pt modelId="{4A776EF3-A453-42DD-8ECF-AA908A14069B}" type="pres">
      <dgm:prSet presAssocID="{7A14ECE4-A322-4CBD-AF0F-C5D0F5840924}" presName="ChildAccent1" presStyleCnt="0"/>
      <dgm:spPr/>
    </dgm:pt>
    <dgm:pt modelId="{AE0ED17C-33D0-4126-A211-BE6FBA4FEB01}" type="pres">
      <dgm:prSet presAssocID="{7A14ECE4-A322-4CBD-AF0F-C5D0F5840924}" presName="ChildAccent" presStyleLbl="alignImgPlace1" presStyleIdx="2" presStyleCnt="3"/>
      <dgm:spPr/>
    </dgm:pt>
    <dgm:pt modelId="{FBAC1327-FC9D-4190-B84A-F9577C539B8D}" type="pres">
      <dgm:prSet presAssocID="{7A14ECE4-A322-4CBD-AF0F-C5D0F5840924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C2F73F4-65E1-49B9-AAF2-1E17C21EE016}" type="pres">
      <dgm:prSet presAssocID="{7A14ECE4-A322-4CBD-AF0F-C5D0F5840924}" presName="Parent1" presStyleLbl="node1" presStyleIdx="2" presStyleCnt="3">
        <dgm:presLayoutVars>
          <dgm:chMax val="2"/>
          <dgm:chPref val="1"/>
          <dgm:bulletEnabled val="1"/>
        </dgm:presLayoutVars>
      </dgm:prSet>
      <dgm:spPr/>
    </dgm:pt>
  </dgm:ptLst>
  <dgm:cxnLst>
    <dgm:cxn modelId="{69BE721E-352B-45E0-9143-D525872FC307}" type="presOf" srcId="{7A14ECE4-A322-4CBD-AF0F-C5D0F5840924}" destId="{0C2F73F4-65E1-49B9-AAF2-1E17C21EE016}" srcOrd="0" destOrd="0" presId="urn:microsoft.com/office/officeart/2011/layout/InterconnectedBlockProcess"/>
    <dgm:cxn modelId="{9B46E823-C30B-44B9-959D-817F77A14DD1}" type="presOf" srcId="{9A7CE1F5-6905-42C5-9B3C-5EF03F6732E0}" destId="{DC27E8A7-ED4D-4953-B462-4BBE97AAE4A7}" srcOrd="0" destOrd="0" presId="urn:microsoft.com/office/officeart/2011/layout/InterconnectedBlockProcess"/>
    <dgm:cxn modelId="{F45DCA35-8221-4E52-860F-C8AB6D2B98AF}" type="presOf" srcId="{BD21A0A6-52F5-429F-96A5-C8AC06CED2D8}" destId="{FBAC1327-FC9D-4190-B84A-F9577C539B8D}" srcOrd="1" destOrd="0" presId="urn:microsoft.com/office/officeart/2011/layout/InterconnectedBlockProcess"/>
    <dgm:cxn modelId="{CAF4753D-28CF-4B24-9AE7-1A75C6399324}" type="presOf" srcId="{BD21A0A6-52F5-429F-96A5-C8AC06CED2D8}" destId="{AE0ED17C-33D0-4126-A211-BE6FBA4FEB01}" srcOrd="0" destOrd="0" presId="urn:microsoft.com/office/officeart/2011/layout/InterconnectedBlockProcess"/>
    <dgm:cxn modelId="{1A7E3E65-2920-4041-BB26-1D4FE6450AE2}" srcId="{D4760ACB-7747-41BF-A983-DEC45D2806A3}" destId="{ED75AC31-FE90-48EE-B62A-15DACC400305}" srcOrd="2" destOrd="0" parTransId="{D95D62A4-EAD9-4FCA-B3A7-2A6E56FE2619}" sibTransId="{753A2CDE-ECDC-4FDA-9FAA-E4B5AE3C4F35}"/>
    <dgm:cxn modelId="{F798DB6A-942E-4337-B9A9-7024F4275507}" type="presOf" srcId="{A60CDD9D-EFFB-4CD1-BE72-41DA32256F1C}" destId="{84812569-D90F-481B-B4E5-AB4348435C8C}" srcOrd="1" destOrd="0" presId="urn:microsoft.com/office/officeart/2011/layout/InterconnectedBlockProcess"/>
    <dgm:cxn modelId="{053A0255-99CC-4107-84F3-04629CB34CFE}" srcId="{D4760ACB-7747-41BF-A983-DEC45D2806A3}" destId="{7A14ECE4-A322-4CBD-AF0F-C5D0F5840924}" srcOrd="0" destOrd="0" parTransId="{30F4A24D-99BC-474D-987A-401ACE46DEC2}" sibTransId="{2198296C-E007-48E6-94DC-FCE554F0929F}"/>
    <dgm:cxn modelId="{1C5A3079-31D6-4856-88E2-0B7058331ED5}" type="presOf" srcId="{D4760ACB-7747-41BF-A983-DEC45D2806A3}" destId="{293B075C-4003-463A-973C-4B158ACBD803}" srcOrd="0" destOrd="0" presId="urn:microsoft.com/office/officeart/2011/layout/InterconnectedBlockProcess"/>
    <dgm:cxn modelId="{9339B079-0B1A-43F3-B3F6-234713257CD4}" srcId="{D4760ACB-7747-41BF-A983-DEC45D2806A3}" destId="{9A7CE1F5-6905-42C5-9B3C-5EF03F6732E0}" srcOrd="1" destOrd="0" parTransId="{336A4BFD-002B-42D0-AD85-2BBA65FAAF7E}" sibTransId="{83F8F56C-EAA6-4BEE-8CD0-5393177A15A7}"/>
    <dgm:cxn modelId="{14B59B8D-3A3A-4CC9-9C5F-48A63CAD756D}" srcId="{7A14ECE4-A322-4CBD-AF0F-C5D0F5840924}" destId="{BD21A0A6-52F5-429F-96A5-C8AC06CED2D8}" srcOrd="0" destOrd="0" parTransId="{889FB882-8AB6-44E6-B662-4C376016E2BD}" sibTransId="{2A33E78A-6875-4212-81E9-0B18603051C8}"/>
    <dgm:cxn modelId="{0C1E04B6-1E6D-461B-98D4-9ADB109583CF}" type="presOf" srcId="{A60CDD9D-EFFB-4CD1-BE72-41DA32256F1C}" destId="{3482B0B7-37ED-4BF3-81AB-1807EFDB64F3}" srcOrd="0" destOrd="0" presId="urn:microsoft.com/office/officeart/2011/layout/InterconnectedBlockProcess"/>
    <dgm:cxn modelId="{DE8D1CED-C4EB-43A7-8457-0DEE31959C2B}" type="presOf" srcId="{ED75AC31-FE90-48EE-B62A-15DACC400305}" destId="{D1693BDF-1C98-4ACD-A246-D231B4FB7179}" srcOrd="0" destOrd="0" presId="urn:microsoft.com/office/officeart/2011/layout/InterconnectedBlockProcess"/>
    <dgm:cxn modelId="{A3B7CEFF-AC60-43E5-A378-2F9371E7D540}" srcId="{ED75AC31-FE90-48EE-B62A-15DACC400305}" destId="{A60CDD9D-EFFB-4CD1-BE72-41DA32256F1C}" srcOrd="0" destOrd="0" parTransId="{D8F611B4-1166-4E00-AF57-A385B094C08C}" sibTransId="{BDD0290E-4A41-4B89-B5F1-334F81FD9C7B}"/>
    <dgm:cxn modelId="{78927781-8F20-44E3-A1FF-84A70016B8B0}" type="presParOf" srcId="{293B075C-4003-463A-973C-4B158ACBD803}" destId="{2AC9E0D4-5F4A-4405-9021-8C425BBD98DC}" srcOrd="0" destOrd="0" presId="urn:microsoft.com/office/officeart/2011/layout/InterconnectedBlockProcess"/>
    <dgm:cxn modelId="{935C908B-5362-4F8F-85E1-84B13FD13D8E}" type="presParOf" srcId="{2AC9E0D4-5F4A-4405-9021-8C425BBD98DC}" destId="{3482B0B7-37ED-4BF3-81AB-1807EFDB64F3}" srcOrd="0" destOrd="0" presId="urn:microsoft.com/office/officeart/2011/layout/InterconnectedBlockProcess"/>
    <dgm:cxn modelId="{CB540119-119C-4FEB-A99D-15D764362633}" type="presParOf" srcId="{293B075C-4003-463A-973C-4B158ACBD803}" destId="{84812569-D90F-481B-B4E5-AB4348435C8C}" srcOrd="1" destOrd="0" presId="urn:microsoft.com/office/officeart/2011/layout/InterconnectedBlockProcess"/>
    <dgm:cxn modelId="{657D5169-9AA9-47EB-8804-BD171734DD90}" type="presParOf" srcId="{293B075C-4003-463A-973C-4B158ACBD803}" destId="{D1693BDF-1C98-4ACD-A246-D231B4FB7179}" srcOrd="2" destOrd="0" presId="urn:microsoft.com/office/officeart/2011/layout/InterconnectedBlockProcess"/>
    <dgm:cxn modelId="{882EE394-02C7-44C6-B6FB-7EC3261722D9}" type="presParOf" srcId="{293B075C-4003-463A-973C-4B158ACBD803}" destId="{579F9138-7C64-4530-B78D-3C7D20CAE888}" srcOrd="3" destOrd="0" presId="urn:microsoft.com/office/officeart/2011/layout/InterconnectedBlockProcess"/>
    <dgm:cxn modelId="{A67B3AA6-585A-4C62-BF3F-D4CF1ECB168A}" type="presParOf" srcId="{579F9138-7C64-4530-B78D-3C7D20CAE888}" destId="{7FCBE5B4-7723-45AB-AEB9-EC0C2AFE37BA}" srcOrd="0" destOrd="0" presId="urn:microsoft.com/office/officeart/2011/layout/InterconnectedBlockProcess"/>
    <dgm:cxn modelId="{5D679F7A-7145-47F8-B61B-4C36D39EB48A}" type="presParOf" srcId="{293B075C-4003-463A-973C-4B158ACBD803}" destId="{14505C41-D24B-46B0-B7FC-5BBB4128FD0F}" srcOrd="4" destOrd="0" presId="urn:microsoft.com/office/officeart/2011/layout/InterconnectedBlockProcess"/>
    <dgm:cxn modelId="{8CDE253B-77EE-48F0-AB52-4F211D1F9793}" type="presParOf" srcId="{293B075C-4003-463A-973C-4B158ACBD803}" destId="{DC27E8A7-ED4D-4953-B462-4BBE97AAE4A7}" srcOrd="5" destOrd="0" presId="urn:microsoft.com/office/officeart/2011/layout/InterconnectedBlockProcess"/>
    <dgm:cxn modelId="{0D5882CD-85F2-47B3-8547-A6FC65E95B91}" type="presParOf" srcId="{293B075C-4003-463A-973C-4B158ACBD803}" destId="{4A776EF3-A453-42DD-8ECF-AA908A14069B}" srcOrd="6" destOrd="0" presId="urn:microsoft.com/office/officeart/2011/layout/InterconnectedBlockProcess"/>
    <dgm:cxn modelId="{DAFC3884-5210-4DE5-B314-EDDB473AADFA}" type="presParOf" srcId="{4A776EF3-A453-42DD-8ECF-AA908A14069B}" destId="{AE0ED17C-33D0-4126-A211-BE6FBA4FEB01}" srcOrd="0" destOrd="0" presId="urn:microsoft.com/office/officeart/2011/layout/InterconnectedBlockProcess"/>
    <dgm:cxn modelId="{414F54AB-9B39-4C01-A36A-BC1ECD6A6BB1}" type="presParOf" srcId="{293B075C-4003-463A-973C-4B158ACBD803}" destId="{FBAC1327-FC9D-4190-B84A-F9577C539B8D}" srcOrd="7" destOrd="0" presId="urn:microsoft.com/office/officeart/2011/layout/InterconnectedBlockProcess"/>
    <dgm:cxn modelId="{7709A958-96A1-4B6B-88C4-5B419C4C59E0}" type="presParOf" srcId="{293B075C-4003-463A-973C-4B158ACBD803}" destId="{0C2F73F4-65E1-49B9-AAF2-1E17C21EE016}" srcOrd="8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82B0B7-37ED-4BF3-81AB-1807EFDB64F3}">
      <dsp:nvSpPr>
        <dsp:cNvPr id="0" name=""/>
        <dsp:cNvSpPr/>
      </dsp:nvSpPr>
      <dsp:spPr>
        <a:xfrm>
          <a:off x="5069943" y="892555"/>
          <a:ext cx="1884322" cy="4187444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25" tIns="85725" rIns="85725" bIns="85725" numCol="1" spcCol="1270" anchor="t" anchorCtr="0">
          <a:noAutofit/>
        </a:bodyPr>
        <a:lstStyle/>
        <a:p>
          <a:pPr marL="0" lvl="0" indent="0" algn="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Five</a:t>
          </a:r>
        </a:p>
      </dsp:txBody>
      <dsp:txXfrm>
        <a:off x="5309088" y="892555"/>
        <a:ext cx="1645177" cy="4187444"/>
      </dsp:txXfrm>
    </dsp:sp>
    <dsp:sp modelId="{D1693BDF-1C98-4ACD-A246-D231B4FB7179}">
      <dsp:nvSpPr>
        <dsp:cNvPr id="0" name=""/>
        <dsp:cNvSpPr/>
      </dsp:nvSpPr>
      <dsp:spPr>
        <a:xfrm>
          <a:off x="5069943" y="0"/>
          <a:ext cx="1884322" cy="8940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725" tIns="85725" rIns="85725" bIns="8572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Four</a:t>
          </a:r>
        </a:p>
      </dsp:txBody>
      <dsp:txXfrm>
        <a:off x="5069943" y="0"/>
        <a:ext cx="1884322" cy="894080"/>
      </dsp:txXfrm>
    </dsp:sp>
    <dsp:sp modelId="{7FCBE5B4-7723-45AB-AEB9-EC0C2AFE37BA}">
      <dsp:nvSpPr>
        <dsp:cNvPr id="0" name=""/>
        <dsp:cNvSpPr/>
      </dsp:nvSpPr>
      <dsp:spPr>
        <a:xfrm>
          <a:off x="3185056" y="892555"/>
          <a:ext cx="1884322" cy="3888740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27E8A7-ED4D-4953-B462-4BBE97AAE4A7}">
      <dsp:nvSpPr>
        <dsp:cNvPr id="0" name=""/>
        <dsp:cNvSpPr/>
      </dsp:nvSpPr>
      <dsp:spPr>
        <a:xfrm>
          <a:off x="3185056" y="144779"/>
          <a:ext cx="1884322" cy="7477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725" tIns="85725" rIns="85725" bIns="8572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Three</a:t>
          </a:r>
        </a:p>
      </dsp:txBody>
      <dsp:txXfrm>
        <a:off x="3185056" y="144779"/>
        <a:ext cx="1884322" cy="747776"/>
      </dsp:txXfrm>
    </dsp:sp>
    <dsp:sp modelId="{AE0ED17C-33D0-4126-A211-BE6FBA4FEB01}">
      <dsp:nvSpPr>
        <dsp:cNvPr id="0" name=""/>
        <dsp:cNvSpPr/>
      </dsp:nvSpPr>
      <dsp:spPr>
        <a:xfrm>
          <a:off x="1300733" y="892555"/>
          <a:ext cx="1884322" cy="3589528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25" tIns="85725" rIns="85725" bIns="85725" numCol="1" spcCol="1270" anchor="t" anchorCtr="0">
          <a:noAutofit/>
        </a:bodyPr>
        <a:lstStyle/>
        <a:p>
          <a:pPr marL="0" lvl="0" indent="0" algn="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Two has a longer label</a:t>
          </a:r>
        </a:p>
      </dsp:txBody>
      <dsp:txXfrm>
        <a:off x="1539878" y="892555"/>
        <a:ext cx="1645177" cy="3589528"/>
      </dsp:txXfrm>
    </dsp:sp>
    <dsp:sp modelId="{0C2F73F4-65E1-49B9-AAF2-1E17C21EE016}">
      <dsp:nvSpPr>
        <dsp:cNvPr id="0" name=""/>
        <dsp:cNvSpPr/>
      </dsp:nvSpPr>
      <dsp:spPr>
        <a:xfrm>
          <a:off x="1300733" y="294131"/>
          <a:ext cx="1884322" cy="5984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725" tIns="85725" rIns="85725" bIns="8572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One</a:t>
          </a:r>
        </a:p>
      </dsp:txBody>
      <dsp:txXfrm>
        <a:off x="1300733" y="294131"/>
        <a:ext cx="1884322" cy="5984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233E5-D8C8-3539-A383-D3519B570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E7E3B-4B69-C38A-F430-401CD7896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0FEEF-8E7D-99E6-4468-D5893C4DF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5965B-3D64-4913-AF79-F687929DDEA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C5669-A8AA-4A3F-E30B-47E62C082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CBBCD-25CF-1777-CC06-E36812F1D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A57C5-762C-4789-BEAD-C3171AA9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627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62E4F-A8A6-3419-F4BF-AA23B5AAF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8B65B-2AFE-E8E5-DB31-2E29C290C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38827-CC7A-9EB5-4BD4-53B1166D9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5965B-3D64-4913-AF79-F687929DDEA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B6FC5-4D32-7350-27A4-DA038D00A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A598A-4380-3325-D40F-F68EDB6F1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A57C5-762C-4789-BEAD-C3171AA9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945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E1008-7D12-8387-4D2B-7C0157060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D268C-EBC8-A7B4-422E-71AE539C3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919EE-8A76-28F3-E438-E6311713E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5965B-3D64-4913-AF79-F687929DDEA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53F65-CB8C-0E74-3439-A3C42B97C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C3A0A-3222-7710-3915-89A1EE5D4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A57C5-762C-4789-BEAD-C3171AA9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471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40420-5263-B8CA-E80D-3B0ADADC5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CF02A-FEC4-2263-7A60-07F420E59B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4A5E29-E6F4-CD89-C24A-C2C65C507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9640F-EC06-ADB5-2396-B09F016A9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5965B-3D64-4913-AF79-F687929DDEA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28CC2-7915-86FD-B676-323E20ABF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53D04-8D5A-BF84-2E42-40142E5D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A57C5-762C-4789-BEAD-C3171AA9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661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3CA0E-5D7A-F735-63A9-9C3C48EA6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9B315-5594-1346-41DF-8D1BBB3F6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75546-8EEF-2703-87ED-FFB124022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A758CF-9DF6-808A-E3A6-6CB568FF07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FC9F24-DB8D-E7C1-F195-04B934922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2FB75C-9BD3-3B1D-C6D6-3C044747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5965B-3D64-4913-AF79-F687929DDEA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8215CD-3DBD-213F-287D-9170BDAD4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09D620-0ACD-B4D4-37D1-4FC0B69F1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A57C5-762C-4789-BEAD-C3171AA9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05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60DF8-15E0-19F3-1320-0F9998E38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FEA26A-F0F3-C57B-58D0-CBA52FB7C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5965B-3D64-4913-AF79-F687929DDEA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3BD392-2FEF-078E-16E3-8CE1A40B0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509CAB-2660-3445-8743-E23EAE004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A57C5-762C-4789-BEAD-C3171AA9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637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862512-9802-454B-6520-859954807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5965B-3D64-4913-AF79-F687929DDEA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9A06CC-33BB-0BA3-C103-E1F5661C1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E795D-E850-AC36-DDA1-AE8894855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A57C5-762C-4789-BEAD-C3171AA9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231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7620F-9E4C-16E4-92F1-572375B56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39411-E0A0-4454-4805-854D13304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AD493-02D1-C1C0-DAA8-084EFD94CE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57FDD-07A8-D6F6-4976-783AEA91E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5965B-3D64-4913-AF79-F687929DDEA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0046A-1357-D097-423C-ABA2A358C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84E7A-9604-8622-9A0F-EC4FC36FE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A57C5-762C-4789-BEAD-C3171AA9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056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BCA19-1219-4D3A-869D-68B4AB2A3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1FA67F-71CF-D038-04D7-C1CA5DBC28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22B72C-2723-CEC0-EAFC-D3CEB554A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9EA10-B6CE-94FB-29F5-7A4F2D63D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5965B-3D64-4913-AF79-F687929DDEA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6635B-AB8A-3CFE-09DB-C45F817E2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C774A-D084-B968-35E1-3BE013D3A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A57C5-762C-4789-BEAD-C3171AA9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567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17697-0F83-8351-C031-57458BE6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58EDF6-3FBB-5424-E68B-96631CD7F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52FA1-AE30-96D5-AA0E-AA8FB1C7F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5965B-3D64-4913-AF79-F687929DDEA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36E13-F7E4-C06D-CC21-77A335D5E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6CC3F-D0CB-C416-95D7-2E568B3AD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A57C5-762C-4789-BEAD-C3171AA9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0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60078C-D92B-875B-D334-C744828A2F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BF09FE-2039-E2FF-D613-74E088B8BE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C5ACE-00AC-5361-ACA6-2485953BB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5965B-3D64-4913-AF79-F687929DDEA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6695D-541C-A5C0-FC81-5862F7189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A99A4-01E7-E953-8D18-9116443DE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A57C5-762C-4789-BEAD-C3171AA9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45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883CF2-60E6-465B-637E-9C1AF4460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51CE3-6E0D-3633-6F73-69F058A03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FF397-7968-449E-0CAF-B4850B245C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25965B-3D64-4913-AF79-F687929DDEA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F8E70-FF01-6160-E907-E449A58C1A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E0E2C-CE7C-DD85-EA95-5434759B08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0A57C5-762C-4789-BEAD-C3171AA9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67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E6271F2-B600-B8AD-E33D-AF517DA789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5311540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278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2026-09-06T08:13:28Z</dcterms:created>
  <dcterms:modified xsi:type="dcterms:W3CDTF">2026-09-06T08:13:28Z</dcterms:modified>
</cp:coreProperties>
</file>