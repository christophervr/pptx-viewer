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C223FD-033B-4E18-B0F7-16C7FDD757F8}" type="doc">
      <dgm:prSet loTypeId="urn:microsoft.com/office/officeart/2009/3/layout/BlockDescending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1A652E-F232-42B4-994E-AF5241E3B87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C106BE8-ECCC-4C0E-A49E-BFB2BCA855C0}" type="parTrans" cxnId="{B4C2D26E-E7C9-4E27-AE0B-2FFD54A0F221}">
      <dgm:prSet/>
      <dgm:spPr/>
    </dgm:pt>
    <dgm:pt modelId="{34505055-A774-4AEC-B9E4-A0C7637CAC4D}" type="sibTrans" cxnId="{B4C2D26E-E7C9-4E27-AE0B-2FFD54A0F221}">
      <dgm:prSet/>
      <dgm:spPr/>
    </dgm:pt>
    <dgm:pt modelId="{EFDE2F55-46D2-4D05-A029-4BCA19D2B6F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4180F433-64AF-4DAC-9AEB-280BACB7CF8C}" type="parTrans" cxnId="{E2622319-E579-4B9E-942D-EA7592B569A5}">
      <dgm:prSet/>
      <dgm:spPr/>
    </dgm:pt>
    <dgm:pt modelId="{1F216968-916E-4E08-BDBC-88E2B1569A72}" type="sibTrans" cxnId="{E2622319-E579-4B9E-942D-EA7592B569A5}">
      <dgm:prSet/>
      <dgm:spPr/>
    </dgm:pt>
    <dgm:pt modelId="{1FE482EF-5623-4714-94A1-C4C6C93793B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BCDDC8C8-6264-4B88-9853-B8D90748889A}" type="parTrans" cxnId="{70DD59A3-0D28-4E87-B17C-EC8E0083B69F}">
      <dgm:prSet/>
      <dgm:spPr/>
    </dgm:pt>
    <dgm:pt modelId="{EB8A8399-FA85-4847-B91F-A8FB59816A8A}" type="sibTrans" cxnId="{70DD59A3-0D28-4E87-B17C-EC8E0083B69F}">
      <dgm:prSet/>
      <dgm:spPr/>
    </dgm:pt>
    <dgm:pt modelId="{29FE96D5-947B-4409-9631-BED2B4FB7E5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EA3452E9-0546-4BF7-8640-1EC86AC919D6}" type="parTrans" cxnId="{B0A42C0B-7384-4B61-B635-624A732F9126}">
      <dgm:prSet/>
      <dgm:spPr/>
    </dgm:pt>
    <dgm:pt modelId="{BC71F521-10D1-4616-8C5C-7C64409382D6}" type="sibTrans" cxnId="{B0A42C0B-7384-4B61-B635-624A732F9126}">
      <dgm:prSet/>
      <dgm:spPr/>
    </dgm:pt>
    <dgm:pt modelId="{990147EA-2CC0-470D-A6D0-F7AC1733450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39A16CCC-4C82-451C-9BA2-5488A8CF326A}" type="parTrans" cxnId="{D76B2E06-E8B7-485C-9CC2-69CE72DF5CDE}">
      <dgm:prSet/>
      <dgm:spPr/>
    </dgm:pt>
    <dgm:pt modelId="{58B80A18-1159-40DA-B086-C1193D457EB3}" type="sibTrans" cxnId="{D76B2E06-E8B7-485C-9CC2-69CE72DF5CDE}">
      <dgm:prSet/>
      <dgm:spPr/>
    </dgm:pt>
    <dgm:pt modelId="{E1E09C4B-4342-4E97-BE05-645494E74AEA}" type="pres">
      <dgm:prSet presAssocID="{0DC223FD-033B-4E18-B0F7-16C7FDD757F8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F10F967-23D0-48ED-A904-F9EB82663644}" type="pres">
      <dgm:prSet presAssocID="{5D1A652E-F232-42B4-994E-AF5241E3B878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06D60EA2-CD92-4363-BAE4-47610FABC294}" type="pres">
      <dgm:prSet presAssocID="{5D1A652E-F232-42B4-994E-AF5241E3B878}" presName="childText_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DA9A94DB-5D9D-4270-BAFC-3C840802B770}" type="pres">
      <dgm:prSet presAssocID="{5D1A652E-F232-42B4-994E-AF5241E3B878}" presName="accentShape_1" presStyleCnt="0"/>
      <dgm:spPr/>
    </dgm:pt>
    <dgm:pt modelId="{CC2FAEE3-7A78-4A45-8811-4D77D478F79F}" type="pres">
      <dgm:prSet presAssocID="{5D1A652E-F232-42B4-994E-AF5241E3B878}" presName="imageRepeatNode" presStyleLbl="node1" presStyleIdx="0" presStyleCnt="3"/>
      <dgm:spPr/>
    </dgm:pt>
    <dgm:pt modelId="{6742C415-A161-43CE-B4CA-CCE49D0AD55F}" type="pres">
      <dgm:prSet presAssocID="{1FE482EF-5623-4714-94A1-C4C6C93793BB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10AC1FA-CF4F-4920-8E05-952FAF4790E8}" type="pres">
      <dgm:prSet presAssocID="{1FE482EF-5623-4714-94A1-C4C6C93793BB}" presName="childText_2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43B7207-5D98-448B-B455-8CA28724773F}" type="pres">
      <dgm:prSet presAssocID="{1FE482EF-5623-4714-94A1-C4C6C93793BB}" presName="accentShape_2" presStyleCnt="0"/>
      <dgm:spPr/>
    </dgm:pt>
    <dgm:pt modelId="{D8F28A5F-BE5D-4400-B7FC-D0B19ABB2697}" type="pres">
      <dgm:prSet presAssocID="{1FE482EF-5623-4714-94A1-C4C6C93793BB}" presName="imageRepeatNode" presStyleLbl="node1" presStyleIdx="1" presStyleCnt="3"/>
      <dgm:spPr/>
    </dgm:pt>
    <dgm:pt modelId="{60957C1E-9B7F-4D1A-AEB8-2AE04EA59542}" type="pres">
      <dgm:prSet presAssocID="{29FE96D5-947B-4409-9631-BED2B4FB7E51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BF60DF8E-2651-4AB0-8EA6-267840552585}" type="pres">
      <dgm:prSet presAssocID="{29FE96D5-947B-4409-9631-BED2B4FB7E51}" presName="childText_3" presStyleLbl="node2" presStyleIdx="0" presStyleCnt="0">
        <dgm:presLayoutVars>
          <dgm:chMax val="0"/>
          <dgm:chPref val="0"/>
          <dgm:bulletEnabled val="1"/>
        </dgm:presLayoutVars>
      </dgm:prSet>
      <dgm:spPr/>
    </dgm:pt>
    <dgm:pt modelId="{55B0B348-C5AB-404F-A580-BCC969D57321}" type="pres">
      <dgm:prSet presAssocID="{29FE96D5-947B-4409-9631-BED2B4FB7E51}" presName="accentShape_3" presStyleCnt="0"/>
      <dgm:spPr/>
    </dgm:pt>
    <dgm:pt modelId="{4B5305D4-C425-42F5-9FDA-95330855397B}" type="pres">
      <dgm:prSet presAssocID="{29FE96D5-947B-4409-9631-BED2B4FB7E51}" presName="imageRepeatNode" presStyleLbl="node1" presStyleIdx="2" presStyleCnt="3"/>
      <dgm:spPr/>
    </dgm:pt>
  </dgm:ptLst>
  <dgm:cxnLst>
    <dgm:cxn modelId="{D76B2E06-E8B7-485C-9CC2-69CE72DF5CDE}" srcId="{29FE96D5-947B-4409-9631-BED2B4FB7E51}" destId="{990147EA-2CC0-470D-A6D0-F7AC17334500}" srcOrd="0" destOrd="0" parTransId="{39A16CCC-4C82-451C-9BA2-5488A8CF326A}" sibTransId="{58B80A18-1159-40DA-B086-C1193D457EB3}"/>
    <dgm:cxn modelId="{B0A42C0B-7384-4B61-B635-624A732F9126}" srcId="{0DC223FD-033B-4E18-B0F7-16C7FDD757F8}" destId="{29FE96D5-947B-4409-9631-BED2B4FB7E51}" srcOrd="2" destOrd="0" parTransId="{EA3452E9-0546-4BF7-8640-1EC86AC919D6}" sibTransId="{BC71F521-10D1-4616-8C5C-7C64409382D6}"/>
    <dgm:cxn modelId="{E2622319-E579-4B9E-942D-EA7592B569A5}" srcId="{5D1A652E-F232-42B4-994E-AF5241E3B878}" destId="{EFDE2F55-46D2-4D05-A029-4BCA19D2B6F1}" srcOrd="0" destOrd="0" parTransId="{4180F433-64AF-4DAC-9AEB-280BACB7CF8C}" sibTransId="{1F216968-916E-4E08-BDBC-88E2B1569A72}"/>
    <dgm:cxn modelId="{B7269B21-D6D2-4657-A766-DEB95299CE3B}" type="presOf" srcId="{1FE482EF-5623-4714-94A1-C4C6C93793BB}" destId="{D8F28A5F-BE5D-4400-B7FC-D0B19ABB2697}" srcOrd="1" destOrd="0" presId="urn:microsoft.com/office/officeart/2009/3/layout/BlockDescendingList"/>
    <dgm:cxn modelId="{6470CD21-91B2-4FA1-A027-FFB0E9D18FA3}" type="presOf" srcId="{990147EA-2CC0-470D-A6D0-F7AC17334500}" destId="{BF60DF8E-2651-4AB0-8EA6-267840552585}" srcOrd="0" destOrd="0" presId="urn:microsoft.com/office/officeart/2009/3/layout/BlockDescendingList"/>
    <dgm:cxn modelId="{178F5A22-8015-4379-BF4F-B8949D549C2C}" type="presOf" srcId="{0DC223FD-033B-4E18-B0F7-16C7FDD757F8}" destId="{E1E09C4B-4342-4E97-BE05-645494E74AEA}" srcOrd="0" destOrd="0" presId="urn:microsoft.com/office/officeart/2009/3/layout/BlockDescendingList"/>
    <dgm:cxn modelId="{B4C2D26E-E7C9-4E27-AE0B-2FFD54A0F221}" srcId="{0DC223FD-033B-4E18-B0F7-16C7FDD757F8}" destId="{5D1A652E-F232-42B4-994E-AF5241E3B878}" srcOrd="0" destOrd="0" parTransId="{EC106BE8-ECCC-4C0E-A49E-BFB2BCA855C0}" sibTransId="{34505055-A774-4AEC-B9E4-A0C7637CAC4D}"/>
    <dgm:cxn modelId="{B8FA4875-0A7E-4942-BBDD-59A00B219F2D}" type="presOf" srcId="{EFDE2F55-46D2-4D05-A029-4BCA19D2B6F1}" destId="{06D60EA2-CD92-4363-BAE4-47610FABC294}" srcOrd="0" destOrd="0" presId="urn:microsoft.com/office/officeart/2009/3/layout/BlockDescendingList"/>
    <dgm:cxn modelId="{C6F3855A-DD39-45DA-9ADE-C30B35FAB7D4}" type="presOf" srcId="{29FE96D5-947B-4409-9631-BED2B4FB7E51}" destId="{60957C1E-9B7F-4D1A-AEB8-2AE04EA59542}" srcOrd="0" destOrd="0" presId="urn:microsoft.com/office/officeart/2009/3/layout/BlockDescendingList"/>
    <dgm:cxn modelId="{7050F985-850D-497B-8B91-56997077D773}" type="presOf" srcId="{29FE96D5-947B-4409-9631-BED2B4FB7E51}" destId="{4B5305D4-C425-42F5-9FDA-95330855397B}" srcOrd="1" destOrd="0" presId="urn:microsoft.com/office/officeart/2009/3/layout/BlockDescendingList"/>
    <dgm:cxn modelId="{CB72838A-04C1-4471-BAB6-6C3FAE363564}" type="presOf" srcId="{1FE482EF-5623-4714-94A1-C4C6C93793BB}" destId="{6742C415-A161-43CE-B4CA-CCE49D0AD55F}" srcOrd="0" destOrd="0" presId="urn:microsoft.com/office/officeart/2009/3/layout/BlockDescendingList"/>
    <dgm:cxn modelId="{4D3342A1-6FC5-46DC-9294-8003990A90C5}" type="presOf" srcId="{5D1A652E-F232-42B4-994E-AF5241E3B878}" destId="{8F10F967-23D0-48ED-A904-F9EB82663644}" srcOrd="0" destOrd="0" presId="urn:microsoft.com/office/officeart/2009/3/layout/BlockDescendingList"/>
    <dgm:cxn modelId="{70DD59A3-0D28-4E87-B17C-EC8E0083B69F}" srcId="{0DC223FD-033B-4E18-B0F7-16C7FDD757F8}" destId="{1FE482EF-5623-4714-94A1-C4C6C93793BB}" srcOrd="1" destOrd="0" parTransId="{BCDDC8C8-6264-4B88-9853-B8D90748889A}" sibTransId="{EB8A8399-FA85-4847-B91F-A8FB59816A8A}"/>
    <dgm:cxn modelId="{83CD64B4-A24A-4926-8017-AB094189DD29}" type="presOf" srcId="{5D1A652E-F232-42B4-994E-AF5241E3B878}" destId="{CC2FAEE3-7A78-4A45-8811-4D77D478F79F}" srcOrd="1" destOrd="0" presId="urn:microsoft.com/office/officeart/2009/3/layout/BlockDescendingList"/>
    <dgm:cxn modelId="{0B3914D9-A248-46BA-923B-034731517F10}" type="presParOf" srcId="{E1E09C4B-4342-4E97-BE05-645494E74AEA}" destId="{8F10F967-23D0-48ED-A904-F9EB82663644}" srcOrd="0" destOrd="0" presId="urn:microsoft.com/office/officeart/2009/3/layout/BlockDescendingList"/>
    <dgm:cxn modelId="{CFEFE06B-4548-4CA2-BA33-854818211586}" type="presParOf" srcId="{E1E09C4B-4342-4E97-BE05-645494E74AEA}" destId="{06D60EA2-CD92-4363-BAE4-47610FABC294}" srcOrd="1" destOrd="0" presId="urn:microsoft.com/office/officeart/2009/3/layout/BlockDescendingList"/>
    <dgm:cxn modelId="{CEE45A58-51B2-45D9-9380-675BA52F9DBC}" type="presParOf" srcId="{E1E09C4B-4342-4E97-BE05-645494E74AEA}" destId="{DA9A94DB-5D9D-4270-BAFC-3C840802B770}" srcOrd="2" destOrd="0" presId="urn:microsoft.com/office/officeart/2009/3/layout/BlockDescendingList"/>
    <dgm:cxn modelId="{69903908-8327-4B6A-8263-A7431E18587F}" type="presParOf" srcId="{DA9A94DB-5D9D-4270-BAFC-3C840802B770}" destId="{CC2FAEE3-7A78-4A45-8811-4D77D478F79F}" srcOrd="0" destOrd="0" presId="urn:microsoft.com/office/officeart/2009/3/layout/BlockDescendingList"/>
    <dgm:cxn modelId="{427AD2D3-7B92-4807-8443-5FA7748E4D30}" type="presParOf" srcId="{E1E09C4B-4342-4E97-BE05-645494E74AEA}" destId="{6742C415-A161-43CE-B4CA-CCE49D0AD55F}" srcOrd="3" destOrd="0" presId="urn:microsoft.com/office/officeart/2009/3/layout/BlockDescendingList"/>
    <dgm:cxn modelId="{66268E41-E3E6-4920-9D83-39C6E132F031}" type="presParOf" srcId="{E1E09C4B-4342-4E97-BE05-645494E74AEA}" destId="{B10AC1FA-CF4F-4920-8E05-952FAF4790E8}" srcOrd="4" destOrd="0" presId="urn:microsoft.com/office/officeart/2009/3/layout/BlockDescendingList"/>
    <dgm:cxn modelId="{07ABCC5D-EE8C-4226-8825-23847D5505EB}" type="presParOf" srcId="{E1E09C4B-4342-4E97-BE05-645494E74AEA}" destId="{243B7207-5D98-448B-B455-8CA28724773F}" srcOrd="5" destOrd="0" presId="urn:microsoft.com/office/officeart/2009/3/layout/BlockDescendingList"/>
    <dgm:cxn modelId="{30D8BF45-3DA9-49D1-AD29-378E3D51E003}" type="presParOf" srcId="{243B7207-5D98-448B-B455-8CA28724773F}" destId="{D8F28A5F-BE5D-4400-B7FC-D0B19ABB2697}" srcOrd="0" destOrd="0" presId="urn:microsoft.com/office/officeart/2009/3/layout/BlockDescendingList"/>
    <dgm:cxn modelId="{FDAD33DD-E55A-4F87-B90A-E04161704090}" type="presParOf" srcId="{E1E09C4B-4342-4E97-BE05-645494E74AEA}" destId="{60957C1E-9B7F-4D1A-AEB8-2AE04EA59542}" srcOrd="6" destOrd="0" presId="urn:microsoft.com/office/officeart/2009/3/layout/BlockDescendingList"/>
    <dgm:cxn modelId="{F64AC71A-B56D-4125-B0C8-F0145A602D92}" type="presParOf" srcId="{E1E09C4B-4342-4E97-BE05-645494E74AEA}" destId="{BF60DF8E-2651-4AB0-8EA6-267840552585}" srcOrd="7" destOrd="0" presId="urn:microsoft.com/office/officeart/2009/3/layout/BlockDescendingList"/>
    <dgm:cxn modelId="{C782EB12-D222-4291-8EB0-B64C513B6384}" type="presParOf" srcId="{E1E09C4B-4342-4E97-BE05-645494E74AEA}" destId="{55B0B348-C5AB-404F-A580-BCC969D57321}" srcOrd="8" destOrd="0" presId="urn:microsoft.com/office/officeart/2009/3/layout/BlockDescendingList"/>
    <dgm:cxn modelId="{B533B055-8F1B-43CE-934C-4D178FAE1882}" type="presParOf" srcId="{55B0B348-C5AB-404F-A580-BCC969D57321}" destId="{4B5305D4-C425-42F5-9FDA-95330855397B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5305D4-C425-42F5-9FDA-95330855397B}">
      <dsp:nvSpPr>
        <dsp:cNvPr id="0" name=""/>
        <dsp:cNvSpPr/>
      </dsp:nvSpPr>
      <dsp:spPr>
        <a:xfrm>
          <a:off x="5310900" y="1248155"/>
          <a:ext cx="2002292" cy="38094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188595" bIns="41910" numCol="1" spcCol="1270" anchor="ctr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Four</a:t>
          </a:r>
        </a:p>
      </dsp:txBody>
      <dsp:txXfrm rot="16200000">
        <a:off x="5289182" y="2702129"/>
        <a:ext cx="3428542" cy="520596"/>
      </dsp:txXfrm>
    </dsp:sp>
    <dsp:sp modelId="{D8F28A5F-BE5D-4400-B7FC-D0B19ABB2697}">
      <dsp:nvSpPr>
        <dsp:cNvPr id="0" name=""/>
        <dsp:cNvSpPr/>
      </dsp:nvSpPr>
      <dsp:spPr>
        <a:xfrm>
          <a:off x="3129576" y="605535"/>
          <a:ext cx="2002292" cy="4450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188595" bIns="41910" numCol="1" spcCol="1270" anchor="ctr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Three</a:t>
          </a:r>
        </a:p>
      </dsp:txBody>
      <dsp:txXfrm rot="16200000">
        <a:off x="2819593" y="2347773"/>
        <a:ext cx="4005072" cy="520596"/>
      </dsp:txXfrm>
    </dsp:sp>
    <dsp:sp modelId="{CC2FAEE3-7A78-4A45-8811-4D77D478F79F}">
      <dsp:nvSpPr>
        <dsp:cNvPr id="0" name=""/>
        <dsp:cNvSpPr/>
      </dsp:nvSpPr>
      <dsp:spPr>
        <a:xfrm>
          <a:off x="941806" y="0"/>
          <a:ext cx="2002292" cy="505561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0" rIns="188595" bIns="41910" numCol="1" spcCol="1270" anchor="ctr" anchorCtr="0">
          <a:noAutofit/>
        </a:bodyPr>
        <a:lstStyle/>
        <a:p>
          <a:pPr marL="0" lvl="0" indent="0" algn="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One</a:t>
          </a:r>
        </a:p>
      </dsp:txBody>
      <dsp:txXfrm rot="16200000">
        <a:off x="359332" y="2014729"/>
        <a:ext cx="4550054" cy="520596"/>
      </dsp:txXfrm>
    </dsp:sp>
    <dsp:sp modelId="{06D60EA2-CD92-4363-BAE4-47610FABC294}">
      <dsp:nvSpPr>
        <dsp:cNvPr id="0" name=""/>
        <dsp:cNvSpPr/>
      </dsp:nvSpPr>
      <dsp:spPr>
        <a:xfrm>
          <a:off x="941806" y="0"/>
          <a:ext cx="1421627" cy="50800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Two has a longer label</a:t>
          </a:r>
        </a:p>
      </dsp:txBody>
      <dsp:txXfrm>
        <a:off x="941806" y="0"/>
        <a:ext cx="1421627" cy="5080000"/>
      </dsp:txXfrm>
    </dsp:sp>
    <dsp:sp modelId="{BF60DF8E-2651-4AB0-8EA6-267840552585}">
      <dsp:nvSpPr>
        <dsp:cNvPr id="0" name=""/>
        <dsp:cNvSpPr/>
      </dsp:nvSpPr>
      <dsp:spPr>
        <a:xfrm>
          <a:off x="5310900" y="1248155"/>
          <a:ext cx="1421627" cy="383184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Node Five</a:t>
          </a:r>
        </a:p>
      </dsp:txBody>
      <dsp:txXfrm>
        <a:off x="5310900" y="1248155"/>
        <a:ext cx="1421627" cy="3831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8B43-1D07-9545-CE8B-1FA6EE7EB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85D28-14D1-E870-220A-454CF25C0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2AA7-1B3D-A185-5A58-C3FECBB5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A682-3576-7128-C292-594987FF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8C16C-46CC-1B58-6F20-09AE28D0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06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5411-EDA0-9D39-DBB4-10DC4F71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98B92-D1A3-DD85-6B78-369BEEED7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C315-19C9-CCF1-A673-E273E114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F6EA4-560A-0ED2-2BAC-B23A1372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431CA-8B3A-BF74-4C44-73E28DB9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5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AD71F-FB66-5F24-763C-32205B53F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2CF3D-93DA-D8EA-5DE2-0F8FDBE8D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8EB1A-E88A-B502-5A5F-9BE6764D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5DA5-5C78-7D64-EAE0-1D3B3D92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CA360-CE9C-372B-225B-82C4634B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05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9FD3B-E015-FFBB-3D0D-8A3E35BD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005A-D65C-BE41-919E-62C5E27FA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454785-DA28-4B55-29B6-4B139BE66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881C-5C92-34D0-6DC3-EC49758A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D0167-A299-C5C0-0674-1B3E73A2F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F2B8B-2D81-E70D-C2F0-B34401D17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0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382DE-2AAB-0310-FB4A-7FEA65D5F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63F7A-293A-34FD-B801-5C7F02C15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6B8B4-50A7-2681-5545-BA1F83DB6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96D56-2F64-651C-5437-39FA201976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A6C65-D863-0EEF-7F6A-97D1E5DFC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B0C2F-2990-C272-124D-FDE19050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63220D-4D7E-7D3D-7E8A-29CFDD4C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1E7EE-5ABF-D8AD-D753-19939CF5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77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EE310-BA95-0602-8798-EC5C0443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A735E-7017-A10E-C030-848666BC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B08E-1DA0-41F7-9681-DBEBD458E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D0EFE-9F7A-7154-BBC0-3E1CD2B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5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B4351-A929-DD46-0937-8DAD7B28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71FE2-CC29-CED4-65FB-FEB0F2A3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D7CF5-D779-A828-3374-8F15640A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7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A062-783A-417D-9C31-A6E9EEADE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7AF-406E-0BF7-A58E-43F7A6560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12BCC-9B1F-89C5-4877-1E7D0B94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78E18-DB68-45B5-4749-92E3C089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40D23-ED84-7F3E-3C0A-FCC941CAA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B1ADE-2758-E449-EEC7-0FE07DB8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7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95CB-8E8C-33FA-F261-76A5CAD83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6AC838-B479-6003-E4FB-B7886F9B0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6E598C-85D9-10D8-D007-F8696B4E6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63B1C-74A3-7A81-0B12-66584964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7B968-50DA-E51E-0F32-FD5C057C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C9E72-13D4-0B2F-CF24-98E331EC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305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CD63-767D-8043-1591-4726CFB7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C376C-EFB4-D784-F91A-39263678C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AE4E3-4008-BF76-4C7A-9DB65D97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A521F-F9DC-0DCA-B9CD-FD3CBEC8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98FD2-4265-2393-C21F-FFFBCC3C9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16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D29E0-9CA8-C642-25CC-6436D490C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CD2953-03B8-5235-ADAC-67AAAA6D2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6362E-52D4-5D98-593E-BD788706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AC409-2EA9-233D-F282-2C3DF7C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806F8-1B75-B17E-3842-7C47740D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2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783F67-6691-ABDD-487D-E3178A95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D2FC8-9DEA-22D5-CF2A-0F497C60A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D53B-9A28-2F02-291C-084B21883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C6019-BD41-46C2-982D-0F325A9D4F4A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383C5-5F32-5385-E1B2-A14AFD55C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DBBA6-49F1-082F-1727-D32B7896D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86B78-8413-4D24-866A-EFB93F0E7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2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F8ED53B-1A4F-A21D-CCF7-DF28FC9B5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728324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0880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2026-09-06T08:13:03Z</dcterms:created>
  <dcterms:modified xsi:type="dcterms:W3CDTF">2026-09-06T08:13:04Z</dcterms:modified>
</cp:coreProperties>
</file>