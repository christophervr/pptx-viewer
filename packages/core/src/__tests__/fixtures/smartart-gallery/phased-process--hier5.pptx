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23E18A6-D3ED-43A2-BAD2-8F6DCD1C06C3}" type="doc">
      <dgm:prSet loTypeId="urn:microsoft.com/office/officeart/2009/3/layout/Phased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5F47488-0B68-4C03-8E39-0AB757D65205}">
      <dgm:prSet phldrT="[Text]"/>
      <dgm:spPr/>
      <dgm:t>
        <a:bodyPr/>
        <a:lstStyle/>
        <a:p>
          <a:r>
            <a:rPr lang="en-US"/>
            <a:t>Node One</a:t>
          </a:r>
        </a:p>
      </dgm:t>
    </dgm:pt>
    <dgm:pt modelId="{2BDAF5ED-0D2A-465A-832A-AF90B0FD033C}" type="parTrans" cxnId="{6E767780-14E8-429A-8394-7D55C5D01098}">
      <dgm:prSet/>
      <dgm:spPr/>
    </dgm:pt>
    <dgm:pt modelId="{1BD7C0F8-2B7C-4BD7-B34F-F02336A2B156}" type="sibTrans" cxnId="{6E767780-14E8-429A-8394-7D55C5D01098}">
      <dgm:prSet/>
      <dgm:spPr/>
    </dgm:pt>
    <dgm:pt modelId="{64FABE18-E92C-4142-9379-2A8002C70856}">
      <dgm:prSet phldrT="[Text]"/>
      <dgm:spPr/>
      <dgm:t>
        <a:bodyPr/>
        <a:lstStyle/>
        <a:p>
          <a:r>
            <a:rPr lang="en-US"/>
            <a:t>Node Two has a longer label</a:t>
          </a:r>
        </a:p>
      </dgm:t>
    </dgm:pt>
    <dgm:pt modelId="{FC53EF10-6581-4FBF-9E9F-10C3CD72BEAC}" type="parTrans" cxnId="{22E2BF7D-FAC9-4F34-9A5E-B2C46F5929A1}">
      <dgm:prSet/>
      <dgm:spPr/>
    </dgm:pt>
    <dgm:pt modelId="{2F93085C-62F9-4F5C-94B3-18A91D310AAD}" type="sibTrans" cxnId="{22E2BF7D-FAC9-4F34-9A5E-B2C46F5929A1}">
      <dgm:prSet/>
      <dgm:spPr/>
    </dgm:pt>
    <dgm:pt modelId="{2C654A2B-0AFA-4514-B741-9D2771C96061}">
      <dgm:prSet phldrT="[Text]"/>
      <dgm:spPr/>
      <dgm:t>
        <a:bodyPr/>
        <a:lstStyle/>
        <a:p>
          <a:r>
            <a:rPr lang="en-US"/>
            <a:t>Node Three</a:t>
          </a:r>
        </a:p>
      </dgm:t>
    </dgm:pt>
    <dgm:pt modelId="{EC42EF20-44D0-46EF-8816-F05906C743E0}" type="parTrans" cxnId="{B73A481F-1B0A-4373-A45E-13A8FDD840F8}">
      <dgm:prSet/>
      <dgm:spPr/>
    </dgm:pt>
    <dgm:pt modelId="{75B38B4B-4FF4-4C01-92FD-AA42F69D15E0}" type="sibTrans" cxnId="{B73A481F-1B0A-4373-A45E-13A8FDD840F8}">
      <dgm:prSet/>
      <dgm:spPr/>
    </dgm:pt>
    <dgm:pt modelId="{54BE23AC-20E0-48C3-A0A7-449CF9FE143E}">
      <dgm:prSet phldrT="[Text]"/>
      <dgm:spPr/>
      <dgm:t>
        <a:bodyPr/>
        <a:lstStyle/>
        <a:p>
          <a:r>
            <a:rPr lang="en-US"/>
            <a:t>Node Four</a:t>
          </a:r>
        </a:p>
      </dgm:t>
    </dgm:pt>
    <dgm:pt modelId="{9BBFD5E6-DB05-4789-AA5A-5A5723842351}" type="parTrans" cxnId="{7E8F383F-3639-476E-AE21-D30CE0B614D8}">
      <dgm:prSet/>
      <dgm:spPr/>
    </dgm:pt>
    <dgm:pt modelId="{B4561D29-2017-4760-BB44-91D0911A9032}" type="sibTrans" cxnId="{7E8F383F-3639-476E-AE21-D30CE0B614D8}">
      <dgm:prSet/>
      <dgm:spPr/>
    </dgm:pt>
    <dgm:pt modelId="{74F5883A-633F-4AFD-AB31-9A914F764B5B}">
      <dgm:prSet phldrT="[Text]"/>
      <dgm:spPr/>
      <dgm:t>
        <a:bodyPr/>
        <a:lstStyle/>
        <a:p>
          <a:r>
            <a:rPr lang="en-US"/>
            <a:t>Node Five</a:t>
          </a:r>
        </a:p>
      </dgm:t>
    </dgm:pt>
    <dgm:pt modelId="{ADAEE390-84F3-4AD8-843F-74422885E711}" type="parTrans" cxnId="{673203C1-0281-4C06-A2C6-897F8F30CDD9}">
      <dgm:prSet/>
      <dgm:spPr/>
    </dgm:pt>
    <dgm:pt modelId="{C9C169D1-AB07-4423-AA68-10AA6F93DF73}" type="sibTrans" cxnId="{673203C1-0281-4C06-A2C6-897F8F30CDD9}">
      <dgm:prSet/>
      <dgm:spPr/>
    </dgm:pt>
    <dgm:pt modelId="{0BC8F5F6-EB8D-4BA0-B8DB-4D55BF5840DD}" type="pres">
      <dgm:prSet presAssocID="{C23E18A6-D3ED-43A2-BAD2-8F6DCD1C06C3}" presName="Name0" presStyleCnt="0">
        <dgm:presLayoutVars>
          <dgm:chMax val="3"/>
          <dgm:chPref val="3"/>
          <dgm:bulletEnabled val="1"/>
          <dgm:dir/>
          <dgm:animLvl val="lvl"/>
        </dgm:presLayoutVars>
      </dgm:prSet>
      <dgm:spPr/>
    </dgm:pt>
    <dgm:pt modelId="{B7D01893-C7F2-4CB0-A351-C45DE6B2F580}" type="pres">
      <dgm:prSet presAssocID="{C23E18A6-D3ED-43A2-BAD2-8F6DCD1C06C3}" presName="arc1" presStyleLbl="node1" presStyleIdx="0" presStyleCnt="2"/>
      <dgm:spPr/>
    </dgm:pt>
    <dgm:pt modelId="{D21C0176-0D2A-45B2-AB38-D3928B9D12B8}" type="pres">
      <dgm:prSet presAssocID="{C23E18A6-D3ED-43A2-BAD2-8F6DCD1C06C3}" presName="arc3" presStyleLbl="node1" presStyleIdx="1" presStyleCnt="2"/>
      <dgm:spPr/>
    </dgm:pt>
    <dgm:pt modelId="{32986F41-8C0E-4D6B-BED2-8B593266E9BD}" type="pres">
      <dgm:prSet presAssocID="{C23E18A6-D3ED-43A2-BAD2-8F6DCD1C06C3}" presName="parentText2" presStyleLbl="revTx" presStyleIdx="0" presStyleCnt="2">
        <dgm:presLayoutVars>
          <dgm:chMax val="4"/>
          <dgm:chPref val="3"/>
          <dgm:bulletEnabled val="1"/>
        </dgm:presLayoutVars>
      </dgm:prSet>
      <dgm:spPr/>
    </dgm:pt>
    <dgm:pt modelId="{D53B2CDA-2B49-4FCB-B641-0C2F17B08450}" type="pres">
      <dgm:prSet presAssocID="{C23E18A6-D3ED-43A2-BAD2-8F6DCD1C06C3}" presName="middleComposite" presStyleCnt="0"/>
      <dgm:spPr/>
    </dgm:pt>
    <dgm:pt modelId="{51E4FF96-4BFB-4DBA-AFD3-95D0C336BB60}" type="pres">
      <dgm:prSet presAssocID="{2C654A2B-0AFA-4514-B741-9D2771C96061}" presName="circ1" presStyleLbl="vennNode1" presStyleIdx="0" presStyleCnt="6"/>
      <dgm:spPr/>
    </dgm:pt>
    <dgm:pt modelId="{725EA86C-0811-41EF-9EB5-8A4EAB569BBA}" type="pres">
      <dgm:prSet presAssocID="{2C654A2B-0AFA-4514-B741-9D2771C96061}" presName="circ1Tx" presStyleLbl="revTx" presStyleIdx="0" presStyleCnt="2">
        <dgm:presLayoutVars>
          <dgm:chMax val="0"/>
          <dgm:chPref val="0"/>
        </dgm:presLayoutVars>
      </dgm:prSet>
      <dgm:spPr/>
    </dgm:pt>
    <dgm:pt modelId="{CF48EA37-7E09-493E-B88F-79A2D60C626A}" type="pres">
      <dgm:prSet presAssocID="{C23E18A6-D3ED-43A2-BAD2-8F6DCD1C06C3}" presName="leftComposite" presStyleCnt="0"/>
      <dgm:spPr/>
    </dgm:pt>
    <dgm:pt modelId="{41F63BFB-DF9B-4A24-B46D-C93F4521AE7A}" type="pres">
      <dgm:prSet presAssocID="{54BE23AC-20E0-48C3-A0A7-449CF9FE143E}" presName="childText1_1" presStyleLbl="vennNode1" presStyleIdx="1" presStyleCnt="6">
        <dgm:presLayoutVars>
          <dgm:chMax val="0"/>
          <dgm:chPref val="0"/>
        </dgm:presLayoutVars>
      </dgm:prSet>
      <dgm:spPr/>
    </dgm:pt>
    <dgm:pt modelId="{91FE66D0-1932-43BF-BE4C-931E37B761E6}" type="pres">
      <dgm:prSet presAssocID="{54BE23AC-20E0-48C3-A0A7-449CF9FE143E}" presName="ellipse1" presStyleLbl="vennNode1" presStyleIdx="2" presStyleCnt="6"/>
      <dgm:spPr/>
    </dgm:pt>
    <dgm:pt modelId="{CF3837BE-6755-4E48-A8DC-D994DC0441CA}" type="pres">
      <dgm:prSet presAssocID="{54BE23AC-20E0-48C3-A0A7-449CF9FE143E}" presName="ellipse2" presStyleLbl="vennNode1" presStyleIdx="3" presStyleCnt="6"/>
      <dgm:spPr/>
    </dgm:pt>
    <dgm:pt modelId="{D8A892D0-61FF-4EDC-A65E-1856A918D65B}" type="pres">
      <dgm:prSet presAssocID="{74F5883A-633F-4AFD-AB31-9A914F764B5B}" presName="childText1_2" presStyleLbl="vennNode1" presStyleIdx="4" presStyleCnt="6">
        <dgm:presLayoutVars>
          <dgm:chMax val="0"/>
          <dgm:chPref val="0"/>
        </dgm:presLayoutVars>
      </dgm:prSet>
      <dgm:spPr/>
    </dgm:pt>
    <dgm:pt modelId="{AE2C622E-703C-4C0D-B049-FC4508450EB8}" type="pres">
      <dgm:prSet presAssocID="{74F5883A-633F-4AFD-AB31-9A914F764B5B}" presName="ellipse3" presStyleLbl="vennNode1" presStyleIdx="5" presStyleCnt="6"/>
      <dgm:spPr/>
    </dgm:pt>
    <dgm:pt modelId="{C6A5214D-3393-4ACE-A0B9-29336770276E}" type="pres">
      <dgm:prSet presAssocID="{C23E18A6-D3ED-43A2-BAD2-8F6DCD1C06C3}" presName="parentText1" presStyleLbl="revTx" presStyleIdx="1" presStyleCnt="2">
        <dgm:presLayoutVars>
          <dgm:chMax val="4"/>
          <dgm:chPref val="3"/>
          <dgm:bulletEnabled val="1"/>
        </dgm:presLayoutVars>
      </dgm:prSet>
      <dgm:spPr/>
    </dgm:pt>
  </dgm:ptLst>
  <dgm:cxnLst>
    <dgm:cxn modelId="{D52E7B01-2A2B-4923-B706-B3E8C4DB4D93}" type="presOf" srcId="{65F47488-0B68-4C03-8E39-0AB757D65205}" destId="{C6A5214D-3393-4ACE-A0B9-29336770276E}" srcOrd="0" destOrd="0" presId="urn:microsoft.com/office/officeart/2009/3/layout/PhasedProcess"/>
    <dgm:cxn modelId="{B73A481F-1B0A-4373-A45E-13A8FDD840F8}" srcId="{64FABE18-E92C-4142-9379-2A8002C70856}" destId="{2C654A2B-0AFA-4514-B741-9D2771C96061}" srcOrd="0" destOrd="0" parTransId="{EC42EF20-44D0-46EF-8816-F05906C743E0}" sibTransId="{75B38B4B-4FF4-4C01-92FD-AA42F69D15E0}"/>
    <dgm:cxn modelId="{5DE7D425-EED0-411B-A2FC-33B064162A93}" type="presOf" srcId="{C23E18A6-D3ED-43A2-BAD2-8F6DCD1C06C3}" destId="{0BC8F5F6-EB8D-4BA0-B8DB-4D55BF5840DD}" srcOrd="0" destOrd="0" presId="urn:microsoft.com/office/officeart/2009/3/layout/PhasedProcess"/>
    <dgm:cxn modelId="{861C4136-BD7F-4582-A372-8FA4CA413DAB}" type="presOf" srcId="{2C654A2B-0AFA-4514-B741-9D2771C96061}" destId="{51E4FF96-4BFB-4DBA-AFD3-95D0C336BB60}" srcOrd="0" destOrd="0" presId="urn:microsoft.com/office/officeart/2009/3/layout/PhasedProcess"/>
    <dgm:cxn modelId="{7E8F383F-3639-476E-AE21-D30CE0B614D8}" srcId="{65F47488-0B68-4C03-8E39-0AB757D65205}" destId="{54BE23AC-20E0-48C3-A0A7-449CF9FE143E}" srcOrd="0" destOrd="0" parTransId="{9BBFD5E6-DB05-4789-AA5A-5A5723842351}" sibTransId="{B4561D29-2017-4760-BB44-91D0911A9032}"/>
    <dgm:cxn modelId="{4287D367-7CFF-427D-B4EC-7E90933C327F}" type="presOf" srcId="{2C654A2B-0AFA-4514-B741-9D2771C96061}" destId="{725EA86C-0811-41EF-9EB5-8A4EAB569BBA}" srcOrd="1" destOrd="0" presId="urn:microsoft.com/office/officeart/2009/3/layout/PhasedProcess"/>
    <dgm:cxn modelId="{BED8AE74-985E-4B64-BB29-3D956BFDA4E4}" type="presOf" srcId="{74F5883A-633F-4AFD-AB31-9A914F764B5B}" destId="{D8A892D0-61FF-4EDC-A65E-1856A918D65B}" srcOrd="0" destOrd="0" presId="urn:microsoft.com/office/officeart/2009/3/layout/PhasedProcess"/>
    <dgm:cxn modelId="{C8A1B05A-32AF-4185-902E-E97BFAFB042E}" type="presOf" srcId="{54BE23AC-20E0-48C3-A0A7-449CF9FE143E}" destId="{41F63BFB-DF9B-4A24-B46D-C93F4521AE7A}" srcOrd="0" destOrd="0" presId="urn:microsoft.com/office/officeart/2009/3/layout/PhasedProcess"/>
    <dgm:cxn modelId="{22E2BF7D-FAC9-4F34-9A5E-B2C46F5929A1}" srcId="{C23E18A6-D3ED-43A2-BAD2-8F6DCD1C06C3}" destId="{64FABE18-E92C-4142-9379-2A8002C70856}" srcOrd="1" destOrd="0" parTransId="{FC53EF10-6581-4FBF-9E9F-10C3CD72BEAC}" sibTransId="{2F93085C-62F9-4F5C-94B3-18A91D310AAD}"/>
    <dgm:cxn modelId="{6E767780-14E8-429A-8394-7D55C5D01098}" srcId="{C23E18A6-D3ED-43A2-BAD2-8F6DCD1C06C3}" destId="{65F47488-0B68-4C03-8E39-0AB757D65205}" srcOrd="0" destOrd="0" parTransId="{2BDAF5ED-0D2A-465A-832A-AF90B0FD033C}" sibTransId="{1BD7C0F8-2B7C-4BD7-B34F-F02336A2B156}"/>
    <dgm:cxn modelId="{673203C1-0281-4C06-A2C6-897F8F30CDD9}" srcId="{65F47488-0B68-4C03-8E39-0AB757D65205}" destId="{74F5883A-633F-4AFD-AB31-9A914F764B5B}" srcOrd="1" destOrd="0" parTransId="{ADAEE390-84F3-4AD8-843F-74422885E711}" sibTransId="{C9C169D1-AB07-4423-AA68-10AA6F93DF73}"/>
    <dgm:cxn modelId="{3C6091D5-E8B5-40F2-BD9A-0F60F1B60D52}" type="presOf" srcId="{64FABE18-E92C-4142-9379-2A8002C70856}" destId="{32986F41-8C0E-4D6B-BED2-8B593266E9BD}" srcOrd="0" destOrd="0" presId="urn:microsoft.com/office/officeart/2009/3/layout/PhasedProcess"/>
    <dgm:cxn modelId="{918D402F-7AC9-4EF8-B387-B9D020E46D42}" type="presParOf" srcId="{0BC8F5F6-EB8D-4BA0-B8DB-4D55BF5840DD}" destId="{B7D01893-C7F2-4CB0-A351-C45DE6B2F580}" srcOrd="0" destOrd="0" presId="urn:microsoft.com/office/officeart/2009/3/layout/PhasedProcess"/>
    <dgm:cxn modelId="{4626E899-715F-4ABB-899F-053399DFF363}" type="presParOf" srcId="{0BC8F5F6-EB8D-4BA0-B8DB-4D55BF5840DD}" destId="{D21C0176-0D2A-45B2-AB38-D3928B9D12B8}" srcOrd="1" destOrd="0" presId="urn:microsoft.com/office/officeart/2009/3/layout/PhasedProcess"/>
    <dgm:cxn modelId="{FBA4BC2B-B0BA-4571-9C2F-CEF269AFC204}" type="presParOf" srcId="{0BC8F5F6-EB8D-4BA0-B8DB-4D55BF5840DD}" destId="{32986F41-8C0E-4D6B-BED2-8B593266E9BD}" srcOrd="2" destOrd="0" presId="urn:microsoft.com/office/officeart/2009/3/layout/PhasedProcess"/>
    <dgm:cxn modelId="{08BBD44B-5FAF-4948-8257-B1E989C98B0D}" type="presParOf" srcId="{0BC8F5F6-EB8D-4BA0-B8DB-4D55BF5840DD}" destId="{D53B2CDA-2B49-4FCB-B641-0C2F17B08450}" srcOrd="3" destOrd="0" presId="urn:microsoft.com/office/officeart/2009/3/layout/PhasedProcess"/>
    <dgm:cxn modelId="{3950E2A1-DC79-40C8-94E6-223A94E03954}" type="presParOf" srcId="{D53B2CDA-2B49-4FCB-B641-0C2F17B08450}" destId="{51E4FF96-4BFB-4DBA-AFD3-95D0C336BB60}" srcOrd="0" destOrd="0" presId="urn:microsoft.com/office/officeart/2009/3/layout/PhasedProcess"/>
    <dgm:cxn modelId="{B2C3AA25-1667-499E-97AF-3F8407EA8229}" type="presParOf" srcId="{D53B2CDA-2B49-4FCB-B641-0C2F17B08450}" destId="{725EA86C-0811-41EF-9EB5-8A4EAB569BBA}" srcOrd="1" destOrd="0" presId="urn:microsoft.com/office/officeart/2009/3/layout/PhasedProcess"/>
    <dgm:cxn modelId="{ED0455B8-353E-48E1-80C4-023015A06B10}" type="presParOf" srcId="{0BC8F5F6-EB8D-4BA0-B8DB-4D55BF5840DD}" destId="{CF48EA37-7E09-493E-B88F-79A2D60C626A}" srcOrd="4" destOrd="0" presId="urn:microsoft.com/office/officeart/2009/3/layout/PhasedProcess"/>
    <dgm:cxn modelId="{C53D74E4-299B-4C5B-90AD-EC65995CC4C1}" type="presParOf" srcId="{CF48EA37-7E09-493E-B88F-79A2D60C626A}" destId="{41F63BFB-DF9B-4A24-B46D-C93F4521AE7A}" srcOrd="0" destOrd="0" presId="urn:microsoft.com/office/officeart/2009/3/layout/PhasedProcess"/>
    <dgm:cxn modelId="{24C4004B-E0C3-4DE9-8030-BFD1F33D02B5}" type="presParOf" srcId="{CF48EA37-7E09-493E-B88F-79A2D60C626A}" destId="{91FE66D0-1932-43BF-BE4C-931E37B761E6}" srcOrd="1" destOrd="0" presId="urn:microsoft.com/office/officeart/2009/3/layout/PhasedProcess"/>
    <dgm:cxn modelId="{38AB1E36-0685-46DA-B8C1-6FB96A39CCF9}" type="presParOf" srcId="{CF48EA37-7E09-493E-B88F-79A2D60C626A}" destId="{CF3837BE-6755-4E48-A8DC-D994DC0441CA}" srcOrd="2" destOrd="0" presId="urn:microsoft.com/office/officeart/2009/3/layout/PhasedProcess"/>
    <dgm:cxn modelId="{9BE89339-B078-448F-8701-983168F745EF}" type="presParOf" srcId="{CF48EA37-7E09-493E-B88F-79A2D60C626A}" destId="{D8A892D0-61FF-4EDC-A65E-1856A918D65B}" srcOrd="3" destOrd="0" presId="urn:microsoft.com/office/officeart/2009/3/layout/PhasedProcess"/>
    <dgm:cxn modelId="{706959D9-F6C1-4B18-8B42-F6D8A879C1FD}" type="presParOf" srcId="{CF48EA37-7E09-493E-B88F-79A2D60C626A}" destId="{AE2C622E-703C-4C0D-B049-FC4508450EB8}" srcOrd="4" destOrd="0" presId="urn:microsoft.com/office/officeart/2009/3/layout/PhasedProcess"/>
    <dgm:cxn modelId="{05093DE3-C370-4569-8433-602F9399D772}" type="presParOf" srcId="{0BC8F5F6-EB8D-4BA0-B8DB-4D55BF5840DD}" destId="{C6A5214D-3393-4ACE-A0B9-29336770276E}" srcOrd="5" destOrd="0" presId="urn:microsoft.com/office/officeart/2009/3/layout/Phased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D01893-C7F2-4CB0-A351-C45DE6B2F580}">
      <dsp:nvSpPr>
        <dsp:cNvPr id="0" name=""/>
        <dsp:cNvSpPr/>
      </dsp:nvSpPr>
      <dsp:spPr>
        <a:xfrm rot="5400000">
          <a:off x="-152" y="366181"/>
          <a:ext cx="4068368" cy="4068064"/>
        </a:xfrm>
        <a:prstGeom prst="blockArc">
          <a:avLst>
            <a:gd name="adj1" fmla="val 13500000"/>
            <a:gd name="adj2" fmla="val 18900000"/>
            <a:gd name="adj3" fmla="val 496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1C0176-0D2A-45B2-AB38-D3928B9D12B8}">
      <dsp:nvSpPr>
        <dsp:cNvPr id="0" name=""/>
        <dsp:cNvSpPr/>
      </dsp:nvSpPr>
      <dsp:spPr>
        <a:xfrm rot="16200000">
          <a:off x="4186783" y="366181"/>
          <a:ext cx="4068368" cy="4068064"/>
        </a:xfrm>
        <a:prstGeom prst="blockArc">
          <a:avLst>
            <a:gd name="adj1" fmla="val 13500000"/>
            <a:gd name="adj2" fmla="val 18900000"/>
            <a:gd name="adj3" fmla="val 496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986F41-8C0E-4D6B-BED2-8B593266E9BD}">
      <dsp:nvSpPr>
        <dsp:cNvPr id="0" name=""/>
        <dsp:cNvSpPr/>
      </dsp:nvSpPr>
      <dsp:spPr>
        <a:xfrm>
          <a:off x="4668202" y="3900035"/>
          <a:ext cx="3089021" cy="8139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Node Two has a longer label</a:t>
          </a:r>
        </a:p>
      </dsp:txBody>
      <dsp:txXfrm>
        <a:off x="4668202" y="3900035"/>
        <a:ext cx="3089021" cy="813934"/>
      </dsp:txXfrm>
    </dsp:sp>
    <dsp:sp modelId="{51E4FF96-4BFB-4DBA-AFD3-95D0C336BB60}">
      <dsp:nvSpPr>
        <dsp:cNvPr id="0" name=""/>
        <dsp:cNvSpPr/>
      </dsp:nvSpPr>
      <dsp:spPr>
        <a:xfrm>
          <a:off x="4773041" y="898792"/>
          <a:ext cx="2797619" cy="2797619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Node Three</a:t>
          </a:r>
        </a:p>
      </dsp:txBody>
      <dsp:txXfrm>
        <a:off x="5332564" y="1178554"/>
        <a:ext cx="1678571" cy="2238095"/>
      </dsp:txXfrm>
    </dsp:sp>
    <dsp:sp modelId="{41F63BFB-DF9B-4A24-B46D-C93F4521AE7A}">
      <dsp:nvSpPr>
        <dsp:cNvPr id="0" name=""/>
        <dsp:cNvSpPr/>
      </dsp:nvSpPr>
      <dsp:spPr>
        <a:xfrm>
          <a:off x="1363247" y="869956"/>
          <a:ext cx="1362685" cy="1362521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Node Four</a:t>
          </a:r>
        </a:p>
      </dsp:txBody>
      <dsp:txXfrm>
        <a:off x="1562808" y="1069493"/>
        <a:ext cx="963563" cy="963447"/>
      </dsp:txXfrm>
    </dsp:sp>
    <dsp:sp modelId="{91FE66D0-1932-43BF-BE4C-931E37B761E6}">
      <dsp:nvSpPr>
        <dsp:cNvPr id="0" name=""/>
        <dsp:cNvSpPr/>
      </dsp:nvSpPr>
      <dsp:spPr>
        <a:xfrm>
          <a:off x="860765" y="2009068"/>
          <a:ext cx="669077" cy="669017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CF3837BE-6755-4E48-A8DC-D994DC0441CA}">
      <dsp:nvSpPr>
        <dsp:cNvPr id="0" name=""/>
        <dsp:cNvSpPr/>
      </dsp:nvSpPr>
      <dsp:spPr>
        <a:xfrm>
          <a:off x="2837536" y="1138107"/>
          <a:ext cx="389261" cy="389378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D8A892D0-61FF-4EDC-A65E-1856A918D65B}">
      <dsp:nvSpPr>
        <dsp:cNvPr id="0" name=""/>
        <dsp:cNvSpPr/>
      </dsp:nvSpPr>
      <dsp:spPr>
        <a:xfrm>
          <a:off x="2193798" y="2057741"/>
          <a:ext cx="1362685" cy="1362521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Node Five</a:t>
          </a:r>
        </a:p>
      </dsp:txBody>
      <dsp:txXfrm>
        <a:off x="2393359" y="2257278"/>
        <a:ext cx="963563" cy="963447"/>
      </dsp:txXfrm>
    </dsp:sp>
    <dsp:sp modelId="{AE2C622E-703C-4C0D-B049-FC4508450EB8}">
      <dsp:nvSpPr>
        <dsp:cNvPr id="0" name=""/>
        <dsp:cNvSpPr/>
      </dsp:nvSpPr>
      <dsp:spPr>
        <a:xfrm>
          <a:off x="2336402" y="3503700"/>
          <a:ext cx="389261" cy="389378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C6A5214D-3393-4ACE-A0B9-29336770276E}">
      <dsp:nvSpPr>
        <dsp:cNvPr id="0" name=""/>
        <dsp:cNvSpPr/>
      </dsp:nvSpPr>
      <dsp:spPr>
        <a:xfrm>
          <a:off x="764413" y="3900035"/>
          <a:ext cx="3089021" cy="8139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Node One</a:t>
          </a:r>
        </a:p>
      </dsp:txBody>
      <dsp:txXfrm>
        <a:off x="764413" y="3900035"/>
        <a:ext cx="3089021" cy="8139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PhasedProcess">
  <dgm:title val=""/>
  <dgm:desc val=""/>
  <dgm:catLst>
    <dgm:cat type="process" pri="12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6" srcId="10" destId="11" srcOrd="0" destOrd="0"/>
        <dgm:cxn modelId="17" srcId="10" destId="12" srcOrd="1" destOrd="0"/>
        <dgm:cxn modelId="18" srcId="10" destId="13" srcOrd="2" destOrd="0"/>
        <dgm:cxn modelId="50" srcId="0" destId="20" srcOrd="1" destOrd="0"/>
        <dgm:cxn modelId="60" srcId="0" destId="30" srcOrd="2" destOrd="0"/>
        <dgm:cxn modelId="32" srcId="30" destId="31" srcOrd="0" destOrd="0"/>
        <dgm:cxn modelId="26" srcId="20" destId="21" srcOrd="0" destOrd="0"/>
        <dgm:cxn modelId="27" srcId="20" destId="22" srcOrd="1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6" srcId="10" destId="11" srcOrd="0" destOrd="0"/>
        <dgm:cxn modelId="17" srcId="10" destId="12" srcOrd="1" destOrd="0"/>
        <dgm:cxn modelId="18" srcId="10" destId="13" srcOrd="2" destOrd="0"/>
        <dgm:cxn modelId="50" srcId="0" destId="20" srcOrd="1" destOrd="0"/>
        <dgm:cxn modelId="60" srcId="0" destId="30" srcOrd="2" destOrd="0"/>
        <dgm:cxn modelId="32" srcId="30" destId="31" srcOrd="0" destOrd="0"/>
        <dgm:cxn modelId="26" srcId="20" destId="21" srcOrd="0" destOrd="0"/>
        <dgm:cxn modelId="27" srcId="20" destId="22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6" srcId="10" destId="11" srcOrd="0" destOrd="0"/>
        <dgm:cxn modelId="17" srcId="10" destId="12" srcOrd="1" destOrd="0"/>
        <dgm:cxn modelId="18" srcId="10" destId="13" srcOrd="2" destOrd="0"/>
        <dgm:cxn modelId="50" srcId="0" destId="20" srcOrd="1" destOrd="0"/>
        <dgm:cxn modelId="60" srcId="0" destId="30" srcOrd="2" destOrd="0"/>
        <dgm:cxn modelId="32" srcId="30" destId="31" srcOrd="0" destOrd="0"/>
        <dgm:cxn modelId="26" srcId="20" destId="21" srcOrd="0" destOrd="0"/>
        <dgm:cxn modelId="27" srcId="20" destId="22" srcOrd="1" destOrd="0"/>
      </dgm:cxnLst>
      <dgm:bg/>
      <dgm:whole/>
    </dgm:dataModel>
  </dgm:clrData>
  <dgm:layoutNode name="Name0">
    <dgm:varLst>
      <dgm:chMax val="3"/>
      <dgm:chPref val="3"/>
      <dgm:bulletEnabled val="1"/>
      <dgm:dir/>
      <dgm:animLvl val="lvl"/>
    </dgm:varLst>
    <dgm:shape xmlns:r="http://schemas.openxmlformats.org/officeDocument/2006/relationships" r:blip="">
      <dgm:adjLst/>
    </dgm:shape>
    <dgm:choose name="Name1">
      <dgm:if name="Name2" axis="ch" ptType="node" func="cnt" op="gte" val="3">
        <dgm:alg type="composite">
          <dgm:param type="ar" val="2.8316"/>
        </dgm:alg>
        <dgm:choose name="Name3">
          <dgm:if name="Name4" func="var" arg="dir" op="equ" val="norm">
            <dgm:constrLst>
              <dgm:constr type="primFontSz" for="des" forName="parentText1" val="65"/>
              <dgm:constr type="primFontSz" for="des" forName="childText1_1" val="65"/>
              <dgm:constr type="primFontSz" for="des" forName="circ1Tx" val="65"/>
              <dgm:constr type="primFontSz" for="des" forName="parentText2" refType="primFontSz" refFor="des" refForName="parentText1" op="equ"/>
              <dgm:constr type="primFontSz" for="des" forName="parentText3" refType="primFontSz" refFor="des" refForName="parentText1" op="equ"/>
              <dgm:constr type="primFontSz" for="des" forName="childText1_1" refType="primFontSz" refFor="des" refForName="parentText1" op="lte"/>
              <dgm:constr type="primFontSz" for="des" forName="childText1_2" refType="primFontSz" refFor="des" refForName="parentText1" op="lte"/>
              <dgm:constr type="primFontSz" for="des" forName="childText1_3" refType="primFontSz" refFor="des" refForName="parentText1" op="lte"/>
              <dgm:constr type="primFontSz" for="des" forName="childText1_4" refType="primFontSz" refFor="des" refForName="parentText1" op="lte"/>
              <dgm:constr type="primFontSz" for="des" forName="childText1_1" refType="primFontSz" refFor="des" refForName="parentText2" op="lte"/>
              <dgm:constr type="primFontSz" for="des" forName="childText1_2" refType="primFontSz" refFor="des" refForName="parentText2" op="lte"/>
              <dgm:constr type="primFontSz" for="des" forName="childText1_3" refType="primFontSz" refFor="des" refForName="parentText2" op="lte"/>
              <dgm:constr type="primFontSz" for="des" forName="childText1_4" refType="primFontSz" refFor="des" refForName="parentText2" op="lte"/>
              <dgm:constr type="primFontSz" for="des" forName="childText1_1" refType="primFontSz" refFor="des" refForName="parentText3" op="lte"/>
              <dgm:constr type="primFontSz" for="des" forName="childText1_2" refType="primFontSz" refFor="des" refForName="parentText3" op="lte"/>
              <dgm:constr type="primFontSz" for="des" forName="childText1_3" refType="primFontSz" refFor="des" refForName="parentText3" op="lte"/>
              <dgm:constr type="primFontSz" for="des" forName="childText1_4" refType="primFontSz" refFor="des" refForName="parentText3" op="lte"/>
              <dgm:constr type="primFontSz" for="des" forName="circ1Tx" refType="primFontSz" refFor="des" refForName="parentText1" op="lte"/>
              <dgm:constr type="primFontSz" for="des" forName="circ2Tx" refType="primFontSz" refFor="des" refForName="parentText1" op="lte"/>
              <dgm:constr type="primFontSz" for="des" forName="circ3Tx" refType="primFontSz" refFor="des" refForName="parentText1" op="lte"/>
              <dgm:constr type="primFontSz" for="des" forName="circ4Tx" refType="primFontSz" refFor="des" refForName="parentText1" op="lte"/>
              <dgm:constr type="primFontSz" for="des" forName="circ1Tx" refType="primFontSz" refFor="des" refForName="parentText2" op="lte"/>
              <dgm:constr type="primFontSz" for="des" forName="circ2Tx" refType="primFontSz" refFor="des" refForName="parentText2" op="lte"/>
              <dgm:constr type="primFontSz" for="des" forName="circ3Tx" refType="primFontSz" refFor="des" refForName="parentText2" op="lte"/>
              <dgm:constr type="primFontSz" for="des" forName="circ4Tx" refType="primFontSz" refFor="des" refForName="parentText2" op="lte"/>
              <dgm:constr type="primFontSz" for="des" forName="circ1Tx" refType="primFontSz" refFor="des" refForName="parentText3" op="lte"/>
              <dgm:constr type="primFontSz" for="des" forName="circ2Tx" refType="primFontSz" refFor="des" refForName="parentText3" op="lte"/>
              <dgm:constr type="primFontSz" for="des" forName="circ3Tx" refType="primFontSz" refFor="des" refForName="parentText3" op="lte"/>
              <dgm:constr type="primFontSz" for="des" forName="circ4Tx" refType="primFontSz" refFor="des" refForName="parentText3" op="lte"/>
              <dgm:constr type="primFontSz" for="des" forName="rightChild" refType="primFontSz" refFor="des" refForName="parentText1" op="lte"/>
              <dgm:constr type="primFontSz" for="des" forName="rightChild" refType="primFontSz" refFor="des" refForName="parentText2" op="lte"/>
              <dgm:constr type="primFontSz" for="des" forName="rightChild" refType="primFontSz" refFor="des" refForName="parentText3" op="lte"/>
              <dgm:constr type="primFontSz" for="des" forName="childText1_2" refType="primFontSz" refFor="des" refForName="childText1_1" op="equ"/>
              <dgm:constr type="primFontSz" for="des" forName="childText1_3" refType="primFontSz" refFor="des" refForName="childText1_1" op="equ"/>
              <dgm:constr type="primFontSz" for="des" forName="childText1_4" refType="primFontSz" refFor="des" refForName="childText1_1" op="equ"/>
              <dgm:constr type="primFontSz" for="des" forName="circ2Tx" refType="primFontSz" refFor="des" refForName="circ1Tx" op="equ"/>
              <dgm:constr type="primFontSz" for="des" forName="circ3Tx" refType="primFontSz" refFor="des" refForName="circ1Tx" op="equ"/>
              <dgm:constr type="primFontSz" for="des" forName="circ4Tx" refType="primFontSz" refFor="des" refForName="circ1Tx" op="equ"/>
              <dgm:constr type="l" for="ch" forName="leftComposite" refType="w" fact="0.0567"/>
              <dgm:constr type="t" for="ch" forName="leftComposite" refType="h" fact="0.1159"/>
              <dgm:constr type="w" for="ch" forName="leftComposite" refType="w" fact="0.2455"/>
              <dgm:constr type="h" for="ch" forName="leftComposite" refType="h" fact="0.6953"/>
              <dgm:constr type="l" for="ch" forName="middleComposite" refType="w" fact="0.365"/>
              <dgm:constr type="t" for="ch" forName="middleComposite" refType="h" fact="0.1545"/>
              <dgm:constr type="w" for="ch" forName="middleComposite" refType="w" fact="0.2728"/>
              <dgm:constr type="h" for="ch" forName="middleComposite" refType="h" fact="0.6567"/>
              <dgm:constr type="l" for="ch" forName="arc1" refType="w" fact="0"/>
              <dgm:constr type="t" for="ch" forName="arc1" refType="h" fact="0"/>
              <dgm:constr type="w" for="ch" forName="arc1" refType="w" fact="0.3305"/>
              <dgm:constr type="h" for="ch" forName="arc1" refType="h" fact="0.9357"/>
              <dgm:constr type="l" for="ch" forName="arc2" refType="w" fact="0.3295"/>
              <dgm:constr type="t" for="ch" forName="arc2" refType="h" fact="0"/>
              <dgm:constr type="w" for="ch" forName="arc2" refType="w" fact="0.3305"/>
              <dgm:constr type="h" for="ch" forName="arc2" refType="h" fact="0.9357"/>
              <dgm:constr type="l" for="ch" forName="arc3" refType="w" fact="0.3401"/>
              <dgm:constr type="t" for="ch" forName="arc3" refType="h" fact="0"/>
              <dgm:constr type="w" for="ch" forName="arc3" refType="w" fact="0.3305"/>
              <dgm:constr type="h" for="ch" forName="arc3" refType="h" fact="0.9357"/>
              <dgm:constr type="l" for="ch" forName="arc4" refType="w" fact="0.6695"/>
              <dgm:constr type="t" for="ch" forName="arc4" refType="h" fact="0"/>
              <dgm:constr type="w" for="ch" forName="arc4" refType="w" fact="0.3305"/>
              <dgm:constr type="h" for="ch" forName="arc4" refType="h" fact="0.9357"/>
              <dgm:constr type="l" for="ch" forName="rightChild" refType="w" fact="0.713"/>
              <dgm:constr type="t" for="ch" forName="rightChild" refType="h" fact="0.1934"/>
              <dgm:constr type="w" for="ch" forName="rightChild" refType="w" fact="0.193"/>
              <dgm:constr type="h" for="ch" forName="rightChild" refType="h" fact="0.5464"/>
              <dgm:constr type="l" for="ch" forName="parentText1" refType="w" fact="0.0621"/>
              <dgm:constr type="t" for="ch" forName="parentText1" refType="h" fact="0.8128"/>
              <dgm:constr type="w" for="ch" forName="parentText1" refType="w" fact="0.2509"/>
              <dgm:constr type="h" for="ch" forName="parentText1" refType="h" fact="0.1872"/>
              <dgm:constr type="l" for="ch" forName="parentText2" refType="w" fact="0.3792"/>
              <dgm:constr type="t" for="ch" forName="parentText2" refType="h" fact="0.8128"/>
              <dgm:constr type="w" for="ch" forName="parentText2" refType="w" fact="0.2509"/>
              <dgm:constr type="h" for="ch" forName="parentText2" refType="h" fact="0.1872"/>
              <dgm:constr type="l" for="ch" forName="parentText3" refType="w" fact="0.6845"/>
              <dgm:constr type="t" for="ch" forName="parentText3" refType="h" fact="0.8128"/>
              <dgm:constr type="w" for="ch" forName="parentText3" refType="w" fact="0.2509"/>
              <dgm:constr type="h" for="ch" forName="parentText3" refType="h" fact="0.1872"/>
            </dgm:constrLst>
          </dgm:if>
          <dgm:else name="Name5">
            <dgm:constrLst>
              <dgm:constr type="primFontSz" for="des" forName="parentText1" val="65"/>
              <dgm:constr type="primFontSz" for="des" forName="childText1_1" val="65"/>
              <dgm:constr type="primFontSz" for="des" forName="circ1Tx" val="65"/>
              <dgm:constr type="primFontSz" for="des" forName="parentText2" refType="primFontSz" refFor="des" refForName="parentText1" op="equ"/>
              <dgm:constr type="primFontSz" for="des" forName="parentText3" refType="primFontSz" refFor="des" refForName="parentText1" op="equ"/>
              <dgm:constr type="primFontSz" for="des" forName="childText1_1" refType="primFontSz" refFor="des" refForName="parentText1" op="lte"/>
              <dgm:constr type="primFontSz" for="des" forName="childText1_2" refType="primFontSz" refFor="des" refForName="parentText1" op="lte"/>
              <dgm:constr type="primFontSz" for="des" forName="childText1_3" refType="primFontSz" refFor="des" refForName="parentText1" op="lte"/>
              <dgm:constr type="primFontSz" for="des" forName="childText1_4" refType="primFontSz" refFor="des" refForName="parentText1" op="lte"/>
              <dgm:constr type="primFontSz" for="des" forName="childText1_1" refType="primFontSz" refFor="des" refForName="parentText2" op="lte"/>
              <dgm:constr type="primFontSz" for="des" forName="childText1_2" refType="primFontSz" refFor="des" refForName="parentText2" op="lte"/>
              <dgm:constr type="primFontSz" for="des" forName="childText1_3" refType="primFontSz" refFor="des" refForName="parentText2" op="lte"/>
              <dgm:constr type="primFontSz" for="des" forName="childText1_4" refType="primFontSz" refFor="des" refForName="parentText2" op="lte"/>
              <dgm:constr type="primFontSz" for="des" forName="childText1_1" refType="primFontSz" refFor="des" refForName="parentText3" op="lte"/>
              <dgm:constr type="primFontSz" for="des" forName="childText1_2" refType="primFontSz" refFor="des" refForName="parentText3" op="lte"/>
              <dgm:constr type="primFontSz" for="des" forName="childText1_3" refType="primFontSz" refFor="des" refForName="parentText3" op="lte"/>
              <dgm:constr type="primFontSz" for="des" forName="childText1_4" refType="primFontSz" refFor="des" refForName="parentText3" op="lte"/>
              <dgm:constr type="primFontSz" for="des" forName="circ1Tx" refType="primFontSz" refFor="des" refForName="parentText1" op="lte"/>
              <dgm:constr type="primFontSz" for="des" forName="circ2Tx" refType="primFontSz" refFor="des" refForName="parentText1" op="lte"/>
              <dgm:constr type="primFontSz" for="des" forName="circ3Tx" refType="primFontSz" refFor="des" refForName="parentText1" op="lte"/>
              <dgm:constr type="primFontSz" for="des" forName="circ4Tx" refType="primFontSz" refFor="des" refForName="parentText1" op="lte"/>
              <dgm:constr type="primFontSz" for="des" forName="circ1Tx" refType="primFontSz" refFor="des" refForName="parentText2" op="lte"/>
              <dgm:constr type="primFontSz" for="des" forName="circ2Tx" refType="primFontSz" refFor="des" refForName="parentText2" op="lte"/>
              <dgm:constr type="primFontSz" for="des" forName="circ3Tx" refType="primFontSz" refFor="des" refForName="parentText2" op="lte"/>
              <dgm:constr type="primFontSz" for="des" forName="circ4Tx" refType="primFontSz" refFor="des" refForName="parentText2" op="lte"/>
              <dgm:constr type="primFontSz" for="des" forName="circ1Tx" refType="primFontSz" refFor="des" refForName="parentText3" op="lte"/>
              <dgm:constr type="primFontSz" for="des" forName="circ2Tx" refType="primFontSz" refFor="des" refForName="parentText3" op="lte"/>
              <dgm:constr type="primFontSz" for="des" forName="circ3Tx" refType="primFontSz" refFor="des" refForName="parentText3" op="lte"/>
              <dgm:constr type="primFontSz" for="des" forName="circ4Tx" refType="primFontSz" refFor="des" refForName="parentText3" op="lte"/>
              <dgm:constr type="primFontSz" for="des" forName="rightChild" refType="primFontSz" refFor="des" refForName="parentText1" op="lte"/>
              <dgm:constr type="primFontSz" for="des" forName="rightChild" refType="primFontSz" refFor="des" refForName="parentText2" op="lte"/>
              <dgm:constr type="primFontSz" for="des" forName="rightChild" refType="primFontSz" refFor="des" refForName="parentText3" op="lte"/>
              <dgm:constr type="primFontSz" for="des" forName="childText1_2" refType="primFontSz" refFor="des" refForName="childText1_1" op="equ"/>
              <dgm:constr type="primFontSz" for="des" forName="childText1_3" refType="primFontSz" refFor="des" refForName="childText1_1" op="equ"/>
              <dgm:constr type="primFontSz" for="des" forName="childText1_4" refType="primFontSz" refFor="des" refForName="childText1_1" op="equ"/>
              <dgm:constr type="primFontSz" for="des" forName="circ2Tx" refType="primFontSz" refFor="des" refForName="circ1Tx" op="equ"/>
              <dgm:constr type="primFontSz" for="des" forName="circ3Tx" refType="primFontSz" refFor="des" refForName="circ1Tx" op="equ"/>
              <dgm:constr type="primFontSz" for="des" forName="circ4Tx" refType="primFontSz" refFor="des" refForName="circ1Tx" op="equ"/>
              <dgm:constr type="l" for="ch" forName="leftComposite" refType="w" fact="0.72"/>
              <dgm:constr type="t" for="ch" forName="leftComposite" refType="h" fact="0.1159"/>
              <dgm:constr type="w" for="ch" forName="leftComposite" refType="w" fact="0.2455"/>
              <dgm:constr type="h" for="ch" forName="leftComposite" refType="h" fact="0.6953"/>
              <dgm:constr type="l" for="ch" forName="middleComposite" refType="w" fact="0.365"/>
              <dgm:constr type="t" for="ch" forName="middleComposite" refType="h" fact="0.1545"/>
              <dgm:constr type="w" for="ch" forName="middleComposite" refType="w" fact="0.2728"/>
              <dgm:constr type="h" for="ch" forName="middleComposite" refType="h" fact="0.6567"/>
              <dgm:constr type="l" for="ch" forName="rightChild" refType="w" fact="0.09"/>
              <dgm:constr type="t" for="ch" forName="rightChild" refType="h" fact="0.1934"/>
              <dgm:constr type="w" for="ch" forName="rightChild" refType="w" fact="0.193"/>
              <dgm:constr type="h" for="ch" forName="rightChild" refType="h" fact="0.5464"/>
              <dgm:constr type="l" for="ch" forName="arc1" refType="w" fact="0"/>
              <dgm:constr type="t" for="ch" forName="arc1" refType="h" fact="0"/>
              <dgm:constr type="w" for="ch" forName="arc1" refType="w" fact="0.3305"/>
              <dgm:constr type="h" for="ch" forName="arc1" refType="h" fact="0.9357"/>
              <dgm:constr type="l" for="ch" forName="arc2" refType="w" fact="0.3295"/>
              <dgm:constr type="t" for="ch" forName="arc2" refType="h" fact="0"/>
              <dgm:constr type="w" for="ch" forName="arc2" refType="w" fact="0.3305"/>
              <dgm:constr type="h" for="ch" forName="arc2" refType="h" fact="0.9357"/>
              <dgm:constr type="l" for="ch" forName="arc3" refType="w" fact="0.3401"/>
              <dgm:constr type="t" for="ch" forName="arc3" refType="h" fact="0"/>
              <dgm:constr type="w" for="ch" forName="arc3" refType="w" fact="0.3305"/>
              <dgm:constr type="h" for="ch" forName="arc3" refType="h" fact="0.9357"/>
              <dgm:constr type="l" for="ch" forName="arc4" refType="w" fact="0.6695"/>
              <dgm:constr type="t" for="ch" forName="arc4" refType="h" fact="0"/>
              <dgm:constr type="w" for="ch" forName="arc4" refType="w" fact="0.3305"/>
              <dgm:constr type="h" for="ch" forName="arc4" refType="h" fact="0.9357"/>
              <dgm:constr type="l" for="ch" forName="parentText1" refType="w" fact="0.7"/>
              <dgm:constr type="t" for="ch" forName="parentText1" refType="h" fact="0.8128"/>
              <dgm:constr type="w" for="ch" forName="parentText1" refType="w" fact="0.2509"/>
              <dgm:constr type="h" for="ch" forName="parentText1" refType="h" fact="0.1872"/>
              <dgm:constr type="l" for="ch" forName="parentText2" refType="w" fact="0.3792"/>
              <dgm:constr type="t" for="ch" forName="parentText2" refType="h" fact="0.8128"/>
              <dgm:constr type="w" for="ch" forName="parentText2" refType="w" fact="0.2509"/>
              <dgm:constr type="h" for="ch" forName="parentText2" refType="h" fact="0.1872"/>
              <dgm:constr type="l" for="ch" forName="parentText3" refType="w" fact="0.062"/>
              <dgm:constr type="t" for="ch" forName="parentText3" refType="h" fact="0.8128"/>
              <dgm:constr type="w" for="ch" forName="parentText3" refType="w" fact="0.2509"/>
              <dgm:constr type="h" for="ch" forName="parentText3" refType="h" fact="0.1872"/>
            </dgm:constrLst>
          </dgm:else>
        </dgm:choose>
      </dgm:if>
      <dgm:if name="Name6" axis="ch" ptType="node" func="cnt" op="gte" val="2">
        <dgm:alg type="composite">
          <dgm:param type="ar" val="1.8986"/>
        </dgm:alg>
        <dgm:choose name="Name7">
          <dgm:if name="Name8" func="var" arg="dir" op="equ" val="norm">
            <dgm:constrLst>
              <dgm:constr type="primFontSz" for="des" forName="parentText1" val="65"/>
              <dgm:constr type="primFontSz" for="des" forName="childText1_1" val="65"/>
              <dgm:constr type="primFontSz" for="des" forName="circ1Tx" val="65"/>
              <dgm:constr type="primFontSz" for="des" forName="parentText2" refType="primFontSz" refFor="des" refForName="parentText1" op="equ"/>
              <dgm:constr type="primFontSz" for="des" forName="childText1_1" refType="primFontSz" refFor="des" refForName="parentText1" op="lte"/>
              <dgm:constr type="primFontSz" for="des" forName="childText1_2" refType="primFontSz" refFor="des" refForName="parentText1" op="lte"/>
              <dgm:constr type="primFontSz" for="des" forName="childText1_3" refType="primFontSz" refFor="des" refForName="parentText1" op="lte"/>
              <dgm:constr type="primFontSz" for="des" forName="childText1_4" refType="primFontSz" refFor="des" refForName="parentText1" op="lte"/>
              <dgm:constr type="primFontSz" for="des" forName="childText1_1" refType="primFontSz" refFor="des" refForName="parentText2" op="lte"/>
              <dgm:constr type="primFontSz" for="des" forName="childText1_2" refType="primFontSz" refFor="des" refForName="parentText2" op="lte"/>
              <dgm:constr type="primFontSz" for="des" forName="childText1_3" refType="primFontSz" refFor="des" refForName="parentText2" op="lte"/>
              <dgm:constr type="primFontSz" for="des" forName="childText1_4" refType="primFontSz" refFor="des" refForName="parentText2" op="lte"/>
              <dgm:constr type="primFontSz" for="des" forName="childText1_1" refType="primFontSz" refFor="des" refForName="parentText3" op="lte"/>
              <dgm:constr type="primFontSz" for="des" forName="childText1_2" refType="primFontSz" refFor="des" refForName="parentText3" op="lte"/>
              <dgm:constr type="primFontSz" for="des" forName="childText1_3" refType="primFontSz" refFor="des" refForName="parentText3" op="lte"/>
              <dgm:constr type="primFontSz" for="des" forName="childText1_4" refType="primFontSz" refFor="des" refForName="parentText3" op="lte"/>
              <dgm:constr type="primFontSz" for="des" forName="circ1Tx" refType="primFontSz" refFor="des" refForName="parentText1" op="lte"/>
              <dgm:constr type="primFontSz" for="des" forName="circ2Tx" refType="primFontSz" refFor="des" refForName="parentText1" op="lte"/>
              <dgm:constr type="primFontSz" for="des" forName="circ3Tx" refType="primFontSz" refFor="des" refForName="parentText1" op="lte"/>
              <dgm:constr type="primFontSz" for="des" forName="circ4Tx" refType="primFontSz" refFor="des" refForName="parentText1" op="lte"/>
              <dgm:constr type="primFontSz" for="des" forName="circ1Tx" refType="primFontSz" refFor="des" refForName="parentText2" op="lte"/>
              <dgm:constr type="primFontSz" for="des" forName="circ2Tx" refType="primFontSz" refFor="des" refForName="parentText2" op="lte"/>
              <dgm:constr type="primFontSz" for="des" forName="circ3Tx" refType="primFontSz" refFor="des" refForName="parentText2" op="lte"/>
              <dgm:constr type="primFontSz" for="des" forName="circ4Tx" refType="primFontSz" refFor="des" refForName="parentText2" op="lte"/>
              <dgm:constr type="primFontSz" for="des" forName="circ1Tx" refType="primFontSz" refFor="des" refForName="parentText3" op="lte"/>
              <dgm:constr type="primFontSz" for="des" forName="circ2Tx" refType="primFontSz" refFor="des" refForName="parentText3" op="lte"/>
              <dgm:constr type="primFontSz" for="des" forName="circ3Tx" refType="primFontSz" refFor="des" refForName="parentText3" op="lte"/>
              <dgm:constr type="primFontSz" for="des" forName="circ4Tx" refType="primFontSz" refFor="des" refForName="parentText3" op="lte"/>
              <dgm:constr type="primFontSz" for="des" forName="childText1_2" refType="primFontSz" refFor="des" refForName="childText1_1" op="equ"/>
              <dgm:constr type="primFontSz" for="des" forName="childText1_3" refType="primFontSz" refFor="des" refForName="childText1_1" op="equ"/>
              <dgm:constr type="primFontSz" for="des" forName="childText1_4" refType="primFontSz" refFor="des" refForName="childText1_1" op="equ"/>
              <dgm:constr type="primFontSz" for="des" forName="circ2Tx" refType="primFontSz" refFor="des" refForName="circ1Tx" op="equ"/>
              <dgm:constr type="primFontSz" for="des" forName="circ3Tx" refType="primFontSz" refFor="des" refForName="circ1Tx" op="equ"/>
              <dgm:constr type="primFontSz" for="des" forName="circ4Tx" refType="primFontSz" refFor="des" refForName="circ1Tx" op="equ"/>
              <dgm:constr type="l" for="ch" forName="leftComposite" refType="w" fact="0.0941"/>
              <dgm:constr type="t" for="ch" forName="leftComposite" refType="h" fact="0.1159"/>
              <dgm:constr type="w" for="ch" forName="leftComposite" refType="w" fact="0.3469"/>
              <dgm:constr type="h" for="ch" forName="leftComposite" refType="h" fact="0.6953"/>
              <dgm:constr type="l" for="ch" forName="middleComposite" refType="w" fact="0.5782"/>
              <dgm:constr type="t" for="ch" forName="middleComposite" refType="h" fact="0.1159"/>
              <dgm:constr type="w" for="ch" forName="middleComposite" refType="w" fact="0.3389"/>
              <dgm:constr type="h" for="ch" forName="middleComposite" refType="h" fact="0.6567"/>
              <dgm:constr type="l" for="ch" forName="arc1" refType="w" fact="0"/>
              <dgm:constr type="t" for="ch" forName="arc1" refType="h" fact="0"/>
              <dgm:constr type="w" for="ch" forName="arc1" refType="w" fact="0.4928"/>
              <dgm:constr type="h" for="ch" forName="arc1" refType="h" fact="0.9357"/>
              <dgm:constr type="l" for="ch" forName="arc3" refType="w" fact="0.5072"/>
              <dgm:constr type="t" for="ch" forName="arc3" refType="h" fact="0"/>
              <dgm:constr type="w" for="ch" forName="arc3" refType="w" fact="0.4928"/>
              <dgm:constr type="h" for="ch" forName="arc3" refType="h" fact="0.9357"/>
              <dgm:constr type="l" for="ch" forName="parentText1" refType="w" fact="0.0926"/>
              <dgm:constr type="t" for="ch" forName="parentText1" refType="h" fact="0.8128"/>
              <dgm:constr type="w" for="ch" forName="parentText1" refType="w" fact="0.3742"/>
              <dgm:constr type="h" for="ch" forName="parentText1" refType="h" fact="0.1872"/>
              <dgm:constr type="l" for="ch" forName="parentText2" refType="w" fact="0.5655"/>
              <dgm:constr type="t" for="ch" forName="parentText2" refType="h" fact="0.8128"/>
              <dgm:constr type="w" for="ch" forName="parentText2" refType="w" fact="0.3742"/>
              <dgm:constr type="h" for="ch" forName="parentText2" refType="h" fact="0.1872"/>
            </dgm:constrLst>
          </dgm:if>
          <dgm:else name="Name9">
            <dgm:constrLst>
              <dgm:constr type="primFontSz" for="des" forName="parentText1" val="65"/>
              <dgm:constr type="primFontSz" for="des" forName="childText1_1" val="65"/>
              <dgm:constr type="primFontSz" for="des" forName="circ1Tx" val="65"/>
              <dgm:constr type="primFontSz" for="des" forName="parentText2" refType="primFontSz" refFor="des" refForName="parentText1" op="equ"/>
              <dgm:constr type="primFontSz" for="des" forName="childText1_1" refType="primFontSz" refFor="des" refForName="parentText1" op="lte"/>
              <dgm:constr type="primFontSz" for="des" forName="childText1_2" refType="primFontSz" refFor="des" refForName="parentText1" op="lte"/>
              <dgm:constr type="primFontSz" for="des" forName="childText1_3" refType="primFontSz" refFor="des" refForName="parentText1" op="lte"/>
              <dgm:constr type="primFontSz" for="des" forName="childText1_4" refType="primFontSz" refFor="des" refForName="parentText1" op="lte"/>
              <dgm:constr type="primFontSz" for="des" forName="childText1_1" refType="primFontSz" refFor="des" refForName="parentText2" op="lte"/>
              <dgm:constr type="primFontSz" for="des" forName="childText1_2" refType="primFontSz" refFor="des" refForName="parentText2" op="lte"/>
              <dgm:constr type="primFontSz" for="des" forName="childText1_3" refType="primFontSz" refFor="des" refForName="parentText2" op="lte"/>
              <dgm:constr type="primFontSz" for="des" forName="childText1_4" refType="primFontSz" refFor="des" refForName="parentText2" op="lte"/>
              <dgm:constr type="primFontSz" for="des" forName="childText1_1" refType="primFontSz" refFor="des" refForName="parentText3" op="lte"/>
              <dgm:constr type="primFontSz" for="des" forName="childText1_2" refType="primFontSz" refFor="des" refForName="parentText3" op="lte"/>
              <dgm:constr type="primFontSz" for="des" forName="childText1_3" refType="primFontSz" refFor="des" refForName="parentText3" op="lte"/>
              <dgm:constr type="primFontSz" for="des" forName="childText1_4" refType="primFontSz" refFor="des" refForName="parentText3" op="lte"/>
              <dgm:constr type="primFontSz" for="des" forName="circ1Tx" refType="primFontSz" refFor="des" refForName="parentText1" op="lte"/>
              <dgm:constr type="primFontSz" for="des" forName="circ2Tx" refType="primFontSz" refFor="des" refForName="parentText1" op="lte"/>
              <dgm:constr type="primFontSz" for="des" forName="circ3Tx" refType="primFontSz" refFor="des" refForName="parentText1" op="lte"/>
              <dgm:constr type="primFontSz" for="des" forName="circ4Tx" refType="primFontSz" refFor="des" refForName="parentText1" op="lte"/>
              <dgm:constr type="primFontSz" for="des" forName="circ1Tx" refType="primFontSz" refFor="des" refForName="parentText2" op="lte"/>
              <dgm:constr type="primFontSz" for="des" forName="circ2Tx" refType="primFontSz" refFor="des" refForName="parentText2" op="lte"/>
              <dgm:constr type="primFontSz" for="des" forName="circ3Tx" refType="primFontSz" refFor="des" refForName="parentText2" op="lte"/>
              <dgm:constr type="primFontSz" for="des" forName="circ4Tx" refType="primFontSz" refFor="des" refForName="parentText2" op="lte"/>
              <dgm:constr type="primFontSz" for="des" forName="circ1Tx" refType="primFontSz" refFor="des" refForName="parentText3" op="lte"/>
              <dgm:constr type="primFontSz" for="des" forName="circ2Tx" refType="primFontSz" refFor="des" refForName="parentText3" op="lte"/>
              <dgm:constr type="primFontSz" for="des" forName="circ3Tx" refType="primFontSz" refFor="des" refForName="parentText3" op="lte"/>
              <dgm:constr type="primFontSz" for="des" forName="circ4Tx" refType="primFontSz" refFor="des" refForName="parentText3" op="lte"/>
              <dgm:constr type="primFontSz" for="des" forName="childText1_2" refType="primFontSz" refFor="des" refForName="childText1_1" op="equ"/>
              <dgm:constr type="primFontSz" for="des" forName="childText1_3" refType="primFontSz" refFor="des" refForName="childText1_1" op="equ"/>
              <dgm:constr type="primFontSz" for="des" forName="childText1_4" refType="primFontSz" refFor="des" refForName="childText1_1" op="equ"/>
              <dgm:constr type="primFontSz" for="des" forName="circ2Tx" refType="primFontSz" refFor="des" refForName="circ1Tx" op="equ"/>
              <dgm:constr type="primFontSz" for="des" forName="circ3Tx" refType="primFontSz" refFor="des" refForName="circ1Tx" op="equ"/>
              <dgm:constr type="primFontSz" for="des" forName="circ4Tx" refType="primFontSz" refFor="des" refForName="circ1Tx" op="equ"/>
              <dgm:constr type="l" for="ch" forName="leftComposite" refType="w" fact="0.592"/>
              <dgm:constr type="t" for="ch" forName="leftComposite" refType="h" fact="0.1159"/>
              <dgm:constr type="w" for="ch" forName="leftComposite" refType="w" fact="0.3469"/>
              <dgm:constr type="h" for="ch" forName="leftComposite" refType="h" fact="0.6953"/>
              <dgm:constr type="l" for="ch" forName="middleComposite" refType="w" fact="0.0941"/>
              <dgm:constr type="t" for="ch" forName="middleComposite" refType="h" fact="0.1159"/>
              <dgm:constr type="w" for="ch" forName="middleComposite" refType="w" fact="0.3389"/>
              <dgm:constr type="h" for="ch" forName="middleComposite" refType="h" fact="0.6567"/>
              <dgm:constr type="l" for="ch" forName="arc1" refType="w" fact="0"/>
              <dgm:constr type="t" for="ch" forName="arc1" refType="h" fact="0"/>
              <dgm:constr type="w" for="ch" forName="arc1" refType="w" fact="0.4928"/>
              <dgm:constr type="h" for="ch" forName="arc1" refType="h" fact="0.9357"/>
              <dgm:constr type="l" for="ch" forName="arc3" refType="w" fact="0.5072"/>
              <dgm:constr type="t" for="ch" forName="arc3" refType="h" fact="0"/>
              <dgm:constr type="w" for="ch" forName="arc3" refType="w" fact="0.4928"/>
              <dgm:constr type="h" for="ch" forName="arc3" refType="h" fact="0.9357"/>
              <dgm:constr type="l" for="ch" forName="parentText2" refType="w" fact="0.0926"/>
              <dgm:constr type="t" for="ch" forName="parentText2" refType="h" fact="0.8128"/>
              <dgm:constr type="w" for="ch" forName="parentText2" refType="w" fact="0.3742"/>
              <dgm:constr type="h" for="ch" forName="parentText2" refType="h" fact="0.1872"/>
              <dgm:constr type="l" for="ch" forName="parentText1" refType="w" fact="0.5655"/>
              <dgm:constr type="t" for="ch" forName="parentText1" refType="h" fact="0.8128"/>
              <dgm:constr type="w" for="ch" forName="parentText1" refType="w" fact="0.3742"/>
              <dgm:constr type="h" for="ch" forName="parentText1" refType="h" fact="0.1872"/>
            </dgm:constrLst>
          </dgm:else>
        </dgm:choose>
      </dgm:if>
      <dgm:else name="Name10">
        <dgm:alg type="composite">
          <dgm:param type="ar" val="0.8036"/>
        </dgm:alg>
        <dgm:constrLst>
          <dgm:constr type="primFontSz" for="des" forName="parentText1" val="65"/>
          <dgm:constr type="primFontSz" for="des" forName="childText1_1" val="65"/>
          <dgm:constr type="primFontSz" for="des" forName="childText1_1" refType="primFontSz" refFor="des" refForName="parentText1" op="lte"/>
          <dgm:constr type="primFontSz" for="des" forName="childText1_2" refType="primFontSz" refFor="des" refForName="parentText1" op="lte"/>
          <dgm:constr type="primFontSz" for="des" forName="childText1_3" refType="primFontSz" refFor="des" refForName="parentText1" op="lte"/>
          <dgm:constr type="primFontSz" for="des" forName="childText1_4" refType="primFontSz" refFor="des" refForName="parentText1" op="lte"/>
          <dgm:constr type="primFontSz" for="des" forName="childText1_1" refType="primFontSz" refFor="des" refForName="parentText2" op="lte"/>
          <dgm:constr type="primFontSz" for="des" forName="childText1_2" refType="primFontSz" refFor="des" refForName="parentText2" op="lte"/>
          <dgm:constr type="primFontSz" for="des" forName="childText1_3" refType="primFontSz" refFor="des" refForName="parentText2" op="lte"/>
          <dgm:constr type="primFontSz" for="des" forName="childText1_4" refType="primFontSz" refFor="des" refForName="parentText2" op="lte"/>
          <dgm:constr type="primFontSz" for="des" forName="childText1_1" refType="primFontSz" refFor="des" refForName="parentText3" op="lte"/>
          <dgm:constr type="primFontSz" for="des" forName="childText1_2" refType="primFontSz" refFor="des" refForName="parentText3" op="lte"/>
          <dgm:constr type="primFontSz" for="des" forName="childText1_3" refType="primFontSz" refFor="des" refForName="parentText3" op="lte"/>
          <dgm:constr type="primFontSz" for="des" forName="childText1_4" refType="primFontSz" refFor="des" refForName="parentText3" op="lte"/>
          <dgm:constr type="primFontSz" for="des" forName="childText1_2" refType="primFontSz" refFor="des" refForName="childText1_1" op="equ"/>
          <dgm:constr type="primFontSz" for="des" forName="childText1_3" refType="primFontSz" refFor="des" refForName="childText1_1" op="equ"/>
          <dgm:constr type="primFontSz" for="des" forName="childText1_4" refType="primFontSz" refFor="des" refForName="childText1_1" op="equ"/>
          <dgm:constr type="l" for="ch" forName="leftComposite" refType="w" fact="0"/>
          <dgm:constr type="t" for="ch" forName="leftComposite" refType="h" fact="0.1159"/>
          <dgm:constr type="w" for="ch" forName="leftComposite" refType="w"/>
          <dgm:constr type="h" for="ch" forName="leftComposite" refType="h" fact="0.6953"/>
          <dgm:constr type="l" for="ch" forName="parentText1" refType="w" fact="0"/>
          <dgm:constr type="t" for="ch" forName="parentText1" refType="h" fact="0.8128"/>
          <dgm:constr type="w" for="ch" forName="parentText1" refType="w"/>
          <dgm:constr type="h" for="ch" forName="parentText1" refType="h" fact="0.1872"/>
        </dgm:constrLst>
      </dgm:else>
    </dgm:choose>
    <dgm:choose name="Name11">
      <dgm:if name="Name12" axis="ch" ptType="node" func="cnt" op="gte" val="1">
        <dgm:choose name="Name13">
          <dgm:if name="Name14" axis="ch" ptType="node" func="cnt" op="gte" val="2">
            <dgm:layoutNode name="arc1">
              <dgm:alg type="sp"/>
              <dgm:shape xmlns:r="http://schemas.openxmlformats.org/officeDocument/2006/relationships" rot="90" type="blockArc" r:blip="">
                <dgm:adjLst>
                  <dgm:adj idx="1" val="-135"/>
                  <dgm:adj idx="2" val="-45"/>
                  <dgm:adj idx="3" val="0.0496"/>
                </dgm:adjLst>
              </dgm:shape>
              <dgm:presOf/>
            </dgm:layoutNode>
            <dgm:layoutNode name="arc3">
              <dgm:alg type="sp"/>
              <dgm:shape xmlns:r="http://schemas.openxmlformats.org/officeDocument/2006/relationships" rot="270" type="blockArc" r:blip="">
                <dgm:adjLst>
                  <dgm:adj idx="1" val="-135"/>
                  <dgm:adj idx="2" val="-45"/>
                  <dgm:adj idx="3" val="0.0496"/>
                </dgm:adjLst>
              </dgm:shape>
              <dgm:presOf/>
            </dgm:layoutNode>
            <dgm:layoutNode name="parentText2" styleLbl="revTx">
              <dgm:varLst>
                <dgm:chMax val="4"/>
                <dgm:chPref val="3"/>
                <dgm:bulletEnabled val="1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ch 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15"/>
        </dgm:choose>
        <dgm:choose name="Name16">
          <dgm:if name="Name17" axis="ch" ptType="node" func="cnt" op="gte" val="3">
            <dgm:layoutNode name="arc2">
              <dgm:alg type="sp"/>
              <dgm:shape xmlns:r="http://schemas.openxmlformats.org/officeDocument/2006/relationships" rot="90" type="blockArc" r:blip="">
                <dgm:adjLst>
                  <dgm:adj idx="1" val="-135"/>
                  <dgm:adj idx="2" val="-45"/>
                  <dgm:adj idx="3" val="0.0496"/>
                </dgm:adjLst>
              </dgm:shape>
              <dgm:presOf/>
            </dgm:layoutNode>
            <dgm:layoutNode name="arc4">
              <dgm:alg type="sp"/>
              <dgm:shape xmlns:r="http://schemas.openxmlformats.org/officeDocument/2006/relationships" rot="270" type="blockArc" r:blip="">
                <dgm:adjLst>
                  <dgm:adj idx="1" val="-135"/>
                  <dgm:adj idx="2" val="-45"/>
                  <dgm:adj idx="3" val="0.0496"/>
                </dgm:adjLst>
              </dgm:shape>
              <dgm:presOf/>
            </dgm:layoutNode>
            <dgm:layoutNode name="parentText3" styleLbl="revTx">
              <dgm:varLst>
                <dgm:chMax val="1"/>
                <dgm:chPref val="1"/>
                <dgm:bulletEnabled val="1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ch self" ptType="node node" st="3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18"/>
        </dgm:choose>
      </dgm:if>
      <dgm:else name="Name19"/>
    </dgm:choose>
    <dgm:layoutNode name="middleComposite">
      <dgm:choose name="Name20">
        <dgm:if name="Name21" axis="ch ch" ptType="node node" st="2 1" cnt="1 0" func="cnt" op="lte" val="1">
          <dgm:alg type="composite">
            <dgm:param type="ar" val="1"/>
          </dgm:alg>
        </dgm:if>
        <dgm:if name="Name22" axis="ch ch" ptType="node node" st="2 1" cnt="1 0" func="cnt" op="equ" val="2">
          <dgm:alg type="composite">
            <dgm:param type="ar" val="1.792"/>
          </dgm:alg>
        </dgm:if>
        <dgm:if name="Name23" axis="ch ch" ptType="node node" st="2 1" cnt="1 0" func="cnt" op="equ" val="3">
          <dgm:alg type="composite">
            <dgm:param type="ar" val="1"/>
          </dgm:alg>
        </dgm:if>
        <dgm:else name="Name24">
          <dgm:alg type="composite">
            <dgm:param type="ar" val="1"/>
          </dgm:alg>
        </dgm:else>
      </dgm:choose>
      <dgm:shape xmlns:r="http://schemas.openxmlformats.org/officeDocument/2006/relationships" r:blip="">
        <dgm:adjLst/>
      </dgm:shape>
      <dgm:presOf/>
      <dgm:choose name="Name25">
        <dgm:if name="Name26" axis="ch ch" ptType="node node" st="2 1" cnt="1 0" func="cnt" op="lte" val="1">
          <dgm:constrLst>
            <dgm:constr type="ctrX" for="ch" forName="circ1" refType="w" fact="0.5"/>
            <dgm:constr type="ctrY" for="ch" forName="circ1" refType="h" fact="0.5"/>
            <dgm:constr type="w" for="ch" forName="circ1" refType="w"/>
            <dgm:constr type="h" for="ch" forName="circ1" refType="h"/>
            <dgm:constr type="l" for="ch" forName="circ1Tx" refType="w" fact="0.2"/>
            <dgm:constr type="t" for="ch" forName="circ1Tx" refType="h" fact="0.1"/>
            <dgm:constr type="w" for="ch" forName="circ1Tx" refType="w" fact="0.6"/>
            <dgm:constr type="h" for="ch" forName="circ1Tx" refType="h" fact="0.8"/>
          </dgm:constrLst>
        </dgm:if>
        <dgm:if name="Name27" axis="ch ch" ptType="node node" st="2 1" cnt="1 0" func="cnt" op="equ" val="2">
          <dgm:constrLst>
            <dgm:constr type="ctrX" for="ch" forName="circ1" refType="w" fact="0.3"/>
            <dgm:constr type="ctrY" for="ch" forName="circ1" refType="h" fact="0.5"/>
            <dgm:constr type="w" for="ch" forName="circ1" refType="w" fact="0.555"/>
            <dgm:constr type="h" for="ch" forName="circ1" refType="h" fact="0.99456"/>
            <dgm:constr type="l" for="ch" forName="circ1Tx" refType="w" fact="0.1"/>
            <dgm:constr type="t" for="ch" forName="circ1Tx" refType="h" fact="0.12"/>
            <dgm:constr type="w" for="ch" forName="circ1Tx" refType="w" fact="0.32"/>
            <dgm:constr type="h" for="ch" forName="circ1Tx" refType="h" fact="0.76"/>
            <dgm:constr type="ctrX" for="ch" forName="circ2" refType="w" fact="0.7"/>
            <dgm:constr type="ctrY" for="ch" forName="circ2" refType="h" fact="0.5"/>
            <dgm:constr type="w" for="ch" forName="circ2" refType="w" fact="0.555"/>
            <dgm:constr type="h" for="ch" forName="circ2" refType="h" fact="0.99456"/>
            <dgm:constr type="l" for="ch" forName="circ2Tx" refType="w" fact="0.58"/>
            <dgm:constr type="t" for="ch" forName="circ2Tx" refType="h" fact="0.12"/>
            <dgm:constr type="w" for="ch" forName="circ2Tx" refType="w" fact="0.32"/>
            <dgm:constr type="h" for="ch" forName="circ2Tx" refType="h" fact="0.76"/>
          </dgm:constrLst>
        </dgm:if>
        <dgm:if name="Name28" axis="ch ch" ptType="node node" st="2 1" cnt="1 0" func="cnt" op="equ" val="3">
          <dgm:constrLst>
            <dgm:constr type="ctrX" for="ch" forName="circ1" refType="w" fact="0.5"/>
            <dgm:constr type="ctrY" for="ch" forName="circ1" refType="w" fact="0.25"/>
            <dgm:constr type="w" for="ch" forName="circ1" refType="w" fact="0.6"/>
            <dgm:constr type="h" for="ch" forName="circ1" refType="h" fact="0.6"/>
            <dgm:constr type="l" for="ch" forName="circ1Tx" refType="w" fact="0.28"/>
            <dgm:constr type="t" for="ch" forName="circ1Tx" refType="h" fact="0.055"/>
            <dgm:constr type="w" for="ch" forName="circ1Tx" refType="w" fact="0.44"/>
            <dgm:constr type="h" for="ch" forName="circ1Tx" refType="h" fact="0.27"/>
            <dgm:constr type="ctrX" for="ch" forName="circ2" refType="w" fact="0.7165"/>
            <dgm:constr type="ctrY" for="ch" forName="circ2" refType="w" fact="0.625"/>
            <dgm:constr type="w" for="ch" forName="circ2" refType="w" fact="0.6"/>
            <dgm:constr type="h" for="ch" forName="circ2" refType="h" fact="0.6"/>
            <dgm:constr type="l" for="ch" forName="circ2Tx" refType="w" fact="0.6"/>
            <dgm:constr type="t" for="ch" forName="circ2Tx" refType="h" fact="0.48"/>
            <dgm:constr type="w" for="ch" forName="circ2Tx" refType="w" fact="0.36"/>
            <dgm:constr type="h" for="ch" forName="circ2Tx" refType="h" fact="0.33"/>
            <dgm:constr type="ctrX" for="ch" forName="circ3" refType="w" fact="0.2835"/>
            <dgm:constr type="ctrY" for="ch" forName="circ3" refType="w" fact="0.625"/>
            <dgm:constr type="w" for="ch" forName="circ3" refType="w" fact="0.6"/>
            <dgm:constr type="h" for="ch" forName="circ3" refType="h" fact="0.6"/>
            <dgm:constr type="l" for="ch" forName="circ3Tx" refType="w" fact="0.04"/>
            <dgm:constr type="t" for="ch" forName="circ3Tx" refType="h" fact="0.48"/>
            <dgm:constr type="w" for="ch" forName="circ3Tx" refType="w" fact="0.36"/>
            <dgm:constr type="h" for="ch" forName="circ3Tx" refType="h" fact="0.33"/>
          </dgm:constrLst>
        </dgm:if>
        <dgm:else name="Name29">
          <dgm:constrLst>
            <dgm:constr type="ctrX" for="ch" forName="circ1" refType="w" fact="0.5"/>
            <dgm:constr type="ctrY" for="ch" forName="circ1" refType="w" fact="0.27"/>
            <dgm:constr type="w" for="ch" forName="circ1" refType="w" fact="0.52"/>
            <dgm:constr type="h" for="ch" forName="circ1" refType="h" fact="0.52"/>
            <dgm:constr type="l" for="ch" forName="circ1Tx" refType="w" fact="0.3"/>
            <dgm:constr type="t" for="ch" forName="circ1Tx" refType="h" fact="0.08"/>
            <dgm:constr type="w" for="ch" forName="circ1Tx" refType="w" fact="0.4"/>
            <dgm:constr type="h" for="ch" forName="circ1Tx" refType="h" fact="0.165"/>
            <dgm:constr type="ctrX" for="ch" forName="circ2" refType="w" fact="0.73"/>
            <dgm:constr type="ctrY" for="ch" forName="circ2" refType="w" fact="0.5"/>
            <dgm:constr type="w" for="ch" forName="circ2" refType="w" fact="0.52"/>
            <dgm:constr type="h" for="ch" forName="circ2" refType="h" fact="0.52"/>
            <dgm:constr type="r" for="ch" forName="circ2Tx" refType="w" fact="0.95"/>
            <dgm:constr type="t" for="ch" forName="circ2Tx" refType="h" fact="0.3"/>
            <dgm:constr type="w" for="ch" forName="circ2Tx" refType="w" fact="0.2"/>
            <dgm:constr type="h" for="ch" forName="circ2Tx" refType="h" fact="0.4"/>
            <dgm:constr type="ctrX" for="ch" forName="circ3" refType="w" fact="0.5"/>
            <dgm:constr type="ctrY" for="ch" forName="circ3" refType="w" fact="0.73"/>
            <dgm:constr type="w" for="ch" forName="circ3" refType="w" fact="0.52"/>
            <dgm:constr type="h" for="ch" forName="circ3" refType="h" fact="0.52"/>
            <dgm:constr type="l" for="ch" forName="circ3Tx" refType="w" fact="0.3"/>
            <dgm:constr type="b" for="ch" forName="circ3Tx" refType="h" fact="0.92"/>
            <dgm:constr type="w" for="ch" forName="circ3Tx" refType="w" fact="0.4"/>
            <dgm:constr type="h" for="ch" forName="circ3Tx" refType="h" fact="0.165"/>
            <dgm:constr type="ctrX" for="ch" forName="circ4" refType="w" fact="0.27"/>
            <dgm:constr type="ctrY" for="ch" forName="circ4" refType="h" fact="0.5"/>
            <dgm:constr type="w" for="ch" forName="circ4" refType="w" fact="0.52"/>
            <dgm:constr type="h" for="ch" forName="circ4" refType="h" fact="0.52"/>
            <dgm:constr type="l" for="ch" forName="circ4Tx" refType="w" fact="0.05"/>
            <dgm:constr type="t" for="ch" forName="circ4Tx" refType="h" fact="0.3"/>
            <dgm:constr type="w" for="ch" forName="circ4Tx" refType="w" fact="0.2"/>
            <dgm:constr type="h" for="ch" forName="circ4Tx" refType="h" fact="0.4"/>
          </dgm:constrLst>
        </dgm:else>
      </dgm:choose>
      <dgm:ruleLst/>
      <dgm:forEach name="Name30" axis="ch ch" ptType="node node" st="2 1" cnt="1 1">
        <dgm:layoutNode name="circ1" styleLbl="vennNode1">
          <dgm:alg type="sp"/>
          <dgm:shape xmlns:r="http://schemas.openxmlformats.org/officeDocument/2006/relationships" type="ellipse" r:blip="">
            <dgm:adjLst/>
          </dgm:shape>
          <dgm:presOf axis="desOrSelf" ptType="node"/>
          <dgm:constrLst/>
          <dgm:ruleLst/>
        </dgm:layoutNode>
        <dgm:layoutNode name="circ1Tx" styleLbl="revTx">
          <dgm:varLst>
            <dgm:chMax val="0"/>
            <dgm:chPref val="0"/>
          </dgm:varLst>
          <dgm:alg type="tx">
            <dgm:param type="txAnchorHorzCh" val="ctr"/>
            <dgm:param type="txAnchorVertCh" val="mid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/>
            <dgm:constr type="bMarg"/>
            <dgm:constr type="lMarg"/>
            <dgm:constr type="rMarg"/>
            <dgm:constr type="primFontSz" val="20"/>
          </dgm:constrLst>
          <dgm:ruleLst>
            <dgm:rule type="primFontSz" val="5" fact="NaN" max="NaN"/>
          </dgm:ruleLst>
        </dgm:layoutNode>
      </dgm:forEach>
      <dgm:forEach name="Name31" axis="ch ch" ptType="node node" st="2 2" cnt="1 1">
        <dgm:layoutNode name="circ2" styleLbl="vennNode1">
          <dgm:alg type="sp"/>
          <dgm:shape xmlns:r="http://schemas.openxmlformats.org/officeDocument/2006/relationships" type="ellipse" r:blip="">
            <dgm:adjLst/>
          </dgm:shape>
          <dgm:presOf axis="desOrSelf" ptType="node"/>
          <dgm:constrLst/>
          <dgm:ruleLst/>
        </dgm:layoutNode>
        <dgm:layoutNode name="circ2Tx" styleLbl="revTx">
          <dgm:varLst>
            <dgm:chMax val="0"/>
            <dgm:chPref val="0"/>
          </dgm:varLst>
          <dgm:alg type="tx">
            <dgm:param type="txAnchorHorzCh" val="ctr"/>
            <dgm:param type="txAnchorVertCh" val="mid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/>
            <dgm:constr type="bMarg"/>
            <dgm:constr type="lMarg"/>
            <dgm:constr type="rMarg"/>
            <dgm:constr type="primFontSz" val="20"/>
          </dgm:constrLst>
          <dgm:ruleLst>
            <dgm:rule type="primFontSz" val="5" fact="NaN" max="NaN"/>
          </dgm:ruleLst>
        </dgm:layoutNode>
      </dgm:forEach>
      <dgm:forEach name="Name32" axis="ch ch" ptType="node node" st="2 3" cnt="1 1">
        <dgm:layoutNode name="circ3" styleLbl="vennNode1">
          <dgm:alg type="sp"/>
          <dgm:shape xmlns:r="http://schemas.openxmlformats.org/officeDocument/2006/relationships" type="ellipse" r:blip="">
            <dgm:adjLst/>
          </dgm:shape>
          <dgm:presOf axis="desOrSelf" ptType="node"/>
          <dgm:constrLst/>
          <dgm:ruleLst/>
        </dgm:layoutNode>
        <dgm:layoutNode name="circ3Tx" styleLbl="revTx">
          <dgm:varLst>
            <dgm:chMax val="0"/>
            <dgm:chPref val="0"/>
          </dgm:varLst>
          <dgm:alg type="tx">
            <dgm:param type="txAnchorHorzCh" val="ctr"/>
            <dgm:param type="txAnchorVertCh" val="mid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/>
            <dgm:constr type="bMarg"/>
            <dgm:constr type="lMarg"/>
            <dgm:constr type="rMarg"/>
            <dgm:constr type="primFontSz" val="20"/>
          </dgm:constrLst>
          <dgm:ruleLst>
            <dgm:rule type="primFontSz" val="5" fact="NaN" max="NaN"/>
          </dgm:ruleLst>
        </dgm:layoutNode>
      </dgm:forEach>
      <dgm:forEach name="Name33" axis="ch ch" ptType="node node" st="2 4" cnt="1 1">
        <dgm:layoutNode name="circ4" styleLbl="vennNode1">
          <dgm:alg type="sp"/>
          <dgm:shape xmlns:r="http://schemas.openxmlformats.org/officeDocument/2006/relationships" type="ellipse" r:blip="">
            <dgm:adjLst/>
          </dgm:shape>
          <dgm:presOf axis="desOrSelf" ptType="node"/>
          <dgm:constrLst/>
          <dgm:ruleLst/>
        </dgm:layoutNode>
        <dgm:layoutNode name="circ4Tx" styleLbl="revTx">
          <dgm:varLst>
            <dgm:chMax val="0"/>
            <dgm:chPref val="0"/>
            <dgm:bulletEnabled val="1"/>
          </dgm:varLst>
          <dgm:alg type="tx">
            <dgm:param type="txAnchorHorzCh" val="ctr"/>
            <dgm:param type="txAnchorVertCh" val="mid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/>
            <dgm:constr type="bMarg"/>
            <dgm:constr type="lMarg"/>
            <dgm:constr type="rMarg"/>
            <dgm:constr type="primFontSz" val="20"/>
          </dgm:constrLst>
          <dgm:ruleLst>
            <dgm:rule type="primFontSz" val="5" fact="NaN" max="NaN"/>
          </dgm:ruleLst>
        </dgm:layoutNode>
      </dgm:forEach>
    </dgm:layoutNode>
    <dgm:layoutNode name="leftComposite">
      <dgm:choose name="Name34">
        <dgm:if name="Name35" axis="ch ch" ptType="node node" st="1 1" cnt="1 0" func="cnt" op="lte" val="1">
          <dgm:alg type="composite">
            <dgm:param type="ar" val="1.3085"/>
          </dgm:alg>
          <dgm:constrLst>
            <dgm:constr type="l" for="ch" forName="childText1_1" refType="w" fact="0.2124"/>
            <dgm:constr type="t" for="ch" forName="childText1_1" refType="h" fact="0"/>
            <dgm:constr type="w" for="ch" forName="childText1_1" refType="w" fact="0.5759"/>
            <dgm:constr type="h" for="ch" forName="childText1_1" refType="h" fact="0.7535"/>
            <dgm:constr type="l" for="ch" forName="ellipse1" refType="w" fact="0"/>
            <dgm:constr type="t" for="ch" forName="ellipse1" refType="h" fact="0.63"/>
            <dgm:constr type="w" for="ch" forName="ellipse1" refType="w" fact="0.2828"/>
            <dgm:constr type="h" for="ch" forName="ellipse1" refType="h" fact="0.37"/>
            <dgm:constr type="l" for="ch" forName="ellipse2" refType="w" fact="0.82"/>
            <dgm:constr type="t" for="ch" forName="ellipse2" refType="h" fact="0.17"/>
            <dgm:constr type="w" for="ch" forName="ellipse2" refType="w" fact="0.1645"/>
            <dgm:constr type="h" for="ch" forName="ellipse2" refType="h" fact="0.2153"/>
          </dgm:constrLst>
        </dgm:if>
        <dgm:if name="Name36" axis="ch ch" ptType="node node" st="1 1" cnt="1 0" func="cnt" op="equ" val="2">
          <dgm:alg type="composite">
            <dgm:param type="ar" val="0.8917"/>
          </dgm:alg>
          <dgm:constrLst>
            <dgm:constr type="l" for="ch" forName="childText1_1" refType="w" fact="0.1864"/>
            <dgm:constr type="t" for="ch" forName="childText1_1" refType="h" fact="0"/>
            <dgm:constr type="w" for="ch" forName="childText1_1" refType="w" fact="0.5055"/>
            <dgm:constr type="h" for="ch" forName="childText1_1" refType="h" fact="0.4507"/>
            <dgm:constr type="l" for="ch" forName="childText1_2" refType="w" fact="0.4945"/>
            <dgm:constr type="t" for="ch" forName="childText1_2" refType="h" fact="0.3929"/>
            <dgm:constr type="w" for="ch" forName="childText1_2" refType="w" fact="0.5055"/>
            <dgm:constr type="h" for="ch" forName="childText1_2" refType="h" fact="0.4507"/>
            <dgm:constr type="l" for="ch" forName="ellipse1" refType="w" fact="0"/>
            <dgm:constr type="t" for="ch" forName="ellipse1" refType="h" fact="0.3768"/>
            <dgm:constr type="w" for="ch" forName="ellipse1" refType="w" fact="0.2482"/>
            <dgm:constr type="h" for="ch" forName="ellipse1" refType="h" fact="0.2213"/>
            <dgm:constr type="l" for="ch" forName="ellipse3" refType="w" fact="0.5474"/>
            <dgm:constr type="t" for="ch" forName="ellipse3" refType="h" fact="0.8712"/>
            <dgm:constr type="w" for="ch" forName="ellipse3" refType="w" fact="0.1444"/>
            <dgm:constr type="h" for="ch" forName="ellipse3" refType="h" fact="0.1288"/>
            <dgm:constr type="l" for="ch" forName="ellipse2" refType="w" fact="0.7333"/>
            <dgm:constr type="t" for="ch" forName="ellipse2" refType="h" fact="0.0887"/>
            <dgm:constr type="w" for="ch" forName="ellipse2" refType="w" fact="0.1444"/>
            <dgm:constr type="h" for="ch" forName="ellipse2" refType="h" fact="0.1288"/>
          </dgm:constrLst>
        </dgm:if>
        <dgm:if name="Name37" axis="ch ch" ptType="node node" st="1 1" cnt="1 0" func="cnt" op="equ" val="3">
          <dgm:alg type="composite">
            <dgm:param type="ar" val="1.0811"/>
          </dgm:alg>
          <dgm:constrLst>
            <dgm:constr type="l" for="ch" forName="childText1_3" refType="w" fact="0.1649"/>
            <dgm:constr type="t" for="ch" forName="childText1_3" refType="h" fact="0.5389"/>
            <dgm:constr type="w" for="ch" forName="childText1_3" refType="w" fact="0.4265"/>
            <dgm:constr type="h" for="ch" forName="childText1_3" refType="h" fact="0.4611"/>
            <dgm:constr type="l" for="ch" forName="childText1_1" refType="w" fact="0.1573"/>
            <dgm:constr type="t" for="ch" forName="childText1_1" refType="h" fact="0"/>
            <dgm:constr type="w" for="ch" forName="childText1_1" refType="w" fact="0.4265"/>
            <dgm:constr type="h" for="ch" forName="childText1_1" refType="h" fact="0.4611"/>
            <dgm:constr type="l" for="ch" forName="childText1_2" refType="w" fact="0.5735"/>
            <dgm:constr type="t" for="ch" forName="childText1_2" refType="h" fact="0.2754"/>
            <dgm:constr type="w" for="ch" forName="childText1_2" refType="w" fact="0.4265"/>
            <dgm:constr type="h" for="ch" forName="childText1_2" refType="h" fact="0.4611"/>
            <dgm:constr type="l" for="ch" forName="ellipse1" refType="w" fact="0"/>
            <dgm:constr type="t" for="ch" forName="ellipse1" refType="h" fact="0.3855"/>
            <dgm:constr type="w" for="ch" forName="ellipse1" refType="w" fact="0.2095"/>
            <dgm:constr type="h" for="ch" forName="ellipse1" refType="h" fact="0.2264"/>
            <dgm:constr type="l" for="ch" forName="ellipse3" refType="w" fact="0.6181"/>
            <dgm:constr type="t" for="ch" forName="ellipse3" refType="h" fact="0.7647"/>
            <dgm:constr type="w" for="ch" forName="ellipse3" refType="w" fact="0.1219"/>
            <dgm:constr type="h" for="ch" forName="ellipse3" refType="h" fact="0.1317"/>
            <dgm:constr type="l" for="ch" forName="ellipse2" refType="w" fact="0.6188"/>
            <dgm:constr type="t" for="ch" forName="ellipse2" refType="h" fact="0.0907"/>
            <dgm:constr type="w" for="ch" forName="ellipse2" refType="w" fact="0.1219"/>
            <dgm:constr type="h" for="ch" forName="ellipse2" refType="h" fact="0.1317"/>
          </dgm:constrLst>
        </dgm:if>
        <dgm:else name="Name38">
          <dgm:alg type="composite">
            <dgm:param type="ar" val="0.9472"/>
          </dgm:alg>
          <dgm:constrLst>
            <dgm:constr type="l" for="ch" forName="childText1_3" refType="w" fact="0"/>
            <dgm:constr type="t" for="ch" forName="childText1_3" refType="h" fact="0.6035"/>
            <dgm:constr type="w" for="ch" forName="childText1_3" refType="w" fact="0.4186"/>
            <dgm:constr type="h" for="ch" forName="childText1_3" refType="h" fact="0.3965"/>
            <dgm:constr type="l" for="ch" forName="childText1_1" refType="w" fact="0.0981"/>
            <dgm:constr type="t" for="ch" forName="childText1_1" refType="h" fact="0"/>
            <dgm:constr type="w" for="ch" forName="childText1_1" refType="w" fact="0.4186"/>
            <dgm:constr type="h" for="ch" forName="childText1_1" refType="h" fact="0.3965"/>
            <dgm:constr type="l" for="ch" forName="childText1_2" refType="w" fact="0.5385"/>
            <dgm:constr type="t" for="ch" forName="childText1_2" refType="h" fact="0.1304"/>
            <dgm:constr type="w" for="ch" forName="childText1_2" refType="w" fact="0.4186"/>
            <dgm:constr type="h" for="ch" forName="childText1_2" refType="h" fact="0.3965"/>
            <dgm:constr type="l" for="ch" forName="ellipse4" refType="w" fact="0.3222"/>
            <dgm:constr type="t" for="ch" forName="ellipse4" refType="h" fact="0.4232"/>
            <dgm:constr type="w" for="ch" forName="ellipse4" refType="w" fact="0.2056"/>
            <dgm:constr type="h" for="ch" forName="ellipse4" refType="h" fact="0.1947"/>
            <dgm:constr type="l" for="ch" forName="ellipse1" refType="w" fact="0.1489"/>
            <dgm:constr type="t" for="ch" forName="ellipse1" refType="h" fact="0.4502"/>
            <dgm:constr type="w" for="ch" forName="ellipse1" refType="w" fact="0.1196"/>
            <dgm:constr type="h" for="ch" forName="ellipse1" refType="h" fact="0.1133"/>
            <dgm:constr type="l" for="ch" forName="ellipse2" refType="w" fact="0.5384"/>
            <dgm:constr type="t" for="ch" forName="ellipse2" refType="h" fact="0.0124"/>
            <dgm:constr type="w" for="ch" forName="ellipse2" refType="w" fact="0.1196"/>
            <dgm:constr type="h" for="ch" forName="ellipse2" refType="h" fact="0.1133"/>
            <dgm:constr type="l" for="ch" forName="childText1_4" refType="w" fact="0.4625"/>
            <dgm:constr type="t" for="ch" forName="childText1_4" refType="h" fact="0.5719"/>
            <dgm:constr type="w" for="ch" forName="childText1_4" refType="w" fact="0.4186"/>
            <dgm:constr type="h" for="ch" forName="childText1_4" refType="h" fact="0.3965"/>
            <dgm:constr type="l" for="ch" forName="ellipse3" refType="w" fact="0.8804"/>
            <dgm:constr type="t" for="ch" forName="ellipse3" refType="h" fact="0.5329"/>
            <dgm:constr type="w" for="ch" forName="ellipse3" refType="w" fact="0.1196"/>
            <dgm:constr type="h" for="ch" forName="ellipse3" refType="h" fact="0.1133"/>
            <dgm:constr type="l" for="ch" forName="ellipse5" refType="w" fact="0.0146"/>
            <dgm:constr type="t" for="ch" forName="ellipse5" refType="h" fact="0.5228"/>
            <dgm:constr type="w" for="ch" forName="ellipse5" refType="w" fact="0.0899"/>
            <dgm:constr type="h" for="ch" forName="ellipse5" refType="h" fact="0.0851"/>
          </dgm:constrLst>
        </dgm:else>
      </dgm:choose>
      <dgm:forEach name="Name39" axis="ch ch" ptType="node node" st="1 1" cnt="1 1">
        <dgm:layoutNode name="childText1_1" styleLbl="vennNode1">
          <dgm:varLst>
            <dgm:chMax val="0"/>
            <dgm:chPref val="0"/>
          </dgm:varLst>
          <dgm:alg type="tx"/>
          <dgm:shape xmlns:r="http://schemas.openxmlformats.org/officeDocument/2006/relationships" type="ellipse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ellipse1" styleLbl="ven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ellipse2" styleLbl="vennNode1">
          <dgm:alg type="sp"/>
          <dgm:shape xmlns:r="http://schemas.openxmlformats.org/officeDocument/2006/relationships" type="ellipse" r:blip="">
            <dgm:adjLst/>
          </dgm:shape>
          <dgm:presOf/>
        </dgm:layoutNode>
      </dgm:forEach>
      <dgm:forEach name="Name40" axis="ch ch" ptType="node node" st="1 2" cnt="1 1">
        <dgm:layoutNode name="childText1_2" styleLbl="vennNode1">
          <dgm:varLst>
            <dgm:chMax val="0"/>
            <dgm:chPref val="0"/>
          </dgm:varLst>
          <dgm:alg type="tx"/>
          <dgm:shape xmlns:r="http://schemas.openxmlformats.org/officeDocument/2006/relationships" type="ellipse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ellipse3" styleLbl="vennNode1">
          <dgm:alg type="sp"/>
          <dgm:shape xmlns:r="http://schemas.openxmlformats.org/officeDocument/2006/relationships" type="ellipse" r:blip="">
            <dgm:adjLst/>
          </dgm:shape>
          <dgm:presOf/>
        </dgm:layoutNode>
      </dgm:forEach>
      <dgm:forEach name="Name41" axis="ch ch" ptType="node node" st="1 3" cnt="1 1">
        <dgm:layoutNode name="childText1_3" styleLbl="vennNode1">
          <dgm:varLst>
            <dgm:chMax val="0"/>
            <dgm:chPref val="0"/>
          </dgm:varLst>
          <dgm:alg type="tx"/>
          <dgm:shape xmlns:r="http://schemas.openxmlformats.org/officeDocument/2006/relationships" type="ellipse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forEach>
      <dgm:forEach name="Name42" axis="ch ch" ptType="node node" st="1 4" cnt="1 1">
        <dgm:layoutNode name="childText1_4" styleLbl="vennNode1">
          <dgm:varLst>
            <dgm:chMax val="0"/>
            <dgm:chPref val="0"/>
          </dgm:varLst>
          <dgm:alg type="tx"/>
          <dgm:shape xmlns:r="http://schemas.openxmlformats.org/officeDocument/2006/relationships" type="ellipse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ellipse4" styleLbl="ven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ellipse5" styleLbl="vennNode1">
          <dgm:alg type="sp"/>
          <dgm:shape xmlns:r="http://schemas.openxmlformats.org/officeDocument/2006/relationships" type="ellipse" r:blip="">
            <dgm:adjLst/>
          </dgm:shape>
          <dgm:presOf/>
        </dgm:layoutNode>
      </dgm:forEach>
    </dgm:layoutNode>
    <dgm:choose name="Name43">
      <dgm:if name="Name44" axis="ch ch" ptType="node node" st="3 1" cnt="1 0" func="cnt" op="gte" val="1">
        <dgm:layoutNode name="rightChild">
          <dgm:varLst>
            <dgm:chMax val="0"/>
            <dgm:chPref val="0"/>
          </dgm:varLst>
          <dgm:alg type="tx"/>
          <dgm:shape xmlns:r="http://schemas.openxmlformats.org/officeDocument/2006/relationships" type="ellipse" r:blip="">
            <dgm:adjLst/>
          </dgm:shape>
          <dgm:presOf axis="ch des" ptType="node node" st="3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45"/>
    </dgm:choose>
    <dgm:layoutNode name="parentText1" styleLbl="revTx">
      <dgm:varLst>
        <dgm:chMax val="4"/>
        <dgm:chPref val="3"/>
        <dgm:bulletEnabled val="1"/>
      </dgm:varLst>
      <dgm:alg type="tx"/>
      <dgm:shape xmlns:r="http://schemas.openxmlformats.org/officeDocument/2006/relationships" type="rect" r:blip="">
        <dgm:adjLst/>
      </dgm:shape>
      <dgm:presOf axis="ch self" ptType="node node" st="1 1" cnt="1 0"/>
      <dgm:constrLst>
        <dgm:constr type="lMarg" refType="primFontSz" fact="0.3"/>
        <dgm:constr type="rMarg" refType="primFontSz" fact="0.3"/>
        <dgm:constr type="tMarg" refType="primFontSz" fact="0.3"/>
        <dgm:constr type="bMarg" refType="primFontSz" fact="0.3"/>
      </dgm:constrLst>
      <dgm:ruleLst>
        <dgm:rule type="primFontSz" val="5" fact="NaN" max="NaN"/>
      </dgm:ruleLst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E31D6-2D49-6678-AFB1-D9463DF502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541D64-D9BC-CE28-5AF7-2D286B249B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5CCAF2-1A85-2535-93FE-C725D384B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B5BE7-49A6-4209-A7ED-D1C39050A54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E2C12A-1D45-45A8-8E5B-FCAF2BAA0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0A3DBB-9E63-33B0-8075-A3D713E74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C4473-C500-4991-9CB6-3DB63D40D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1712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3538A-3322-1BF9-8FE6-FFE4148AA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9E093B-E840-B811-3EE6-CC07793032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AD673A-EBF9-6F7A-22DF-2E39FAD59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B5BE7-49A6-4209-A7ED-D1C39050A54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C7DC51-5419-0A94-9593-3354D455C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68B555-1B68-7BF3-9AC6-217100310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C4473-C500-4991-9CB6-3DB63D40D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33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69F12-8B26-1222-7053-B3C67DFD5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A24229-9FB7-6623-9DE0-4C37E8247A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AE9B6E-E1EA-27D3-CF12-05254F78F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B5BE7-49A6-4209-A7ED-D1C39050A54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D9B34C-88F0-C8F9-A2BA-339F7876C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512509-6348-9837-D581-4A0331BE9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C4473-C500-4991-9CB6-3DB63D40D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9227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9CCA1-48AA-42DB-B023-458E8B2507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35E1CC-E433-DFDE-CF1F-E6D70F03B8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C0E081-6A1C-5535-DE49-BAC219B7D6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F7DF09-3AF8-663A-A536-90A624E08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B5BE7-49A6-4209-A7ED-D1C39050A54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17A54C-8CF6-1B9C-E02D-98CE589D7B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92B5CE-A769-4D47-DE01-3C4FB165A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C4473-C500-4991-9CB6-3DB63D40D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4700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8779D-F943-1F22-F971-E2B912F45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DF6851-59BE-D6F1-70C0-5548CFEB4D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F624C6-0DD6-953F-0117-2083D2D54E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9A7798-CCA5-029D-ABA3-1C37BFBAF4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E7E2E4-814C-F196-7FFB-2F246052F4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9AEA5BC-C17B-C6FC-CE3C-7D7913438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B5BE7-49A6-4209-A7ED-D1C39050A54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FC15F1F-304C-D733-2D8E-1293211F2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AE0BE7-26B0-A163-8890-CABFFC79B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C4473-C500-4991-9CB6-3DB63D40D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9221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C0620-7144-2D6B-3292-023C69C62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C6D04D-D925-C36A-50CB-2BC006F843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B5BE7-49A6-4209-A7ED-D1C39050A54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6099C1-772F-D25C-BA00-59FE92930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F12A19-4C11-3872-93E9-5C8EDA132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C4473-C500-4991-9CB6-3DB63D40D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010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A1DA95-FD41-D9C8-AE94-71DD6F8AD3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B5BE7-49A6-4209-A7ED-D1C39050A54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6F0C99-696D-45D5-42C5-40FCE56BC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A59C92-C426-78A7-EF50-E15C020B6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C4473-C500-4991-9CB6-3DB63D40D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8789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E2ED3-F9A9-7B9A-9DE2-8CD6E406F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6FB6D6-CB2E-5431-C591-242ADCFE0E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A87102-6FF3-69A4-1A86-4417BA597A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2AA735-B0AD-70EC-B763-599CAE66A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B5BE7-49A6-4209-A7ED-D1C39050A54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CB0D1C-7C9A-B607-3963-EC92EE2C4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F4980D-A3E2-966A-2DE0-2B28E1474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C4473-C500-4991-9CB6-3DB63D40D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1185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EC8FF-24E5-809B-2E3E-D098DA335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EE57BAC-AD5C-177F-5B30-2F42C71574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4BFA34-C366-C2C0-5E32-0771DD6F13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C0C8A9-4331-A8DD-DE55-C3F3DC624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B5BE7-49A6-4209-A7ED-D1C39050A54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D8377B-A464-AEE1-85FD-D898CFEC9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DDA75E-4840-3F00-CA67-378FD9B1F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C4473-C500-4991-9CB6-3DB63D40D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547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6C028-9005-8E38-79B0-5A97DCC21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41B5FE-2E25-ADA6-7452-56C8CC5A45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1B214A-2AC9-8143-DEBC-D41EA6426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B5BE7-49A6-4209-A7ED-D1C39050A54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37CC4A-3E70-B1F7-E577-A92B5A7CB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BC8AB9-8AB1-BAEB-204E-553F964DC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C4473-C500-4991-9CB6-3DB63D40D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1669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94C1F83-2CD9-755D-56B3-977E76A777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AF178D-8B8E-7409-9454-1979BAB955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96E81A-EE95-C759-2CB4-0C5A4B2C6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B5BE7-49A6-4209-A7ED-D1C39050A54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3E2A45-E0C9-0C88-28A5-73751680B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122673-5991-4F05-9FBE-73648EB57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C4473-C500-4991-9CB6-3DB63D40D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3142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B48CF9-513D-025D-29D8-3CF4A2171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823DF8-EE74-7B3D-D449-2D180A2094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DBBE56-C1AB-32E9-D09B-4ED765AA9F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DB5BE7-49A6-4209-A7ED-D1C39050A54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4EBC65-0604-B505-882B-A7461CD261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F98A9D-EB24-21FC-DF61-8FA1F2F331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2C4473-C500-4991-9CB6-3DB63D40D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8415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F6478081-CBD7-AF4D-6F17-AC94FB7D14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96643844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239345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2026-09-06T08:13:42Z</dcterms:created>
  <dcterms:modified xsi:type="dcterms:W3CDTF">2026-09-06T08:13:43Z</dcterms:modified>
</cp:coreProperties>
</file>