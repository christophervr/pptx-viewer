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4E4B2A-FD8F-43DC-BF49-210B33D83FB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BD0881-184A-4206-81A4-28E6EDC3A1EE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0DB0DEA-939B-4F5E-9B62-8594DF555FA1}" type="parTrans" cxnId="{FA6BE39C-EF4B-4307-A05C-779CEBF4F891}">
      <dgm:prSet/>
      <dgm:spPr/>
    </dgm:pt>
    <dgm:pt modelId="{06B59BA2-80AB-47B2-ABEF-89CB1F05709E}" type="sibTrans" cxnId="{FA6BE39C-EF4B-4307-A05C-779CEBF4F891}">
      <dgm:prSet/>
      <dgm:spPr/>
    </dgm:pt>
    <dgm:pt modelId="{4925C1F3-41B6-4AB8-83B4-F470971CE715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58FA0E65-6463-45CC-BFCE-5532F8985FEE}" type="parTrans" cxnId="{13F3AA84-DFEC-42AA-914E-BB7D488CF3BA}">
      <dgm:prSet/>
      <dgm:spPr/>
    </dgm:pt>
    <dgm:pt modelId="{652177AC-0534-4470-924E-2BB3FBCA56B5}" type="sibTrans" cxnId="{13F3AA84-DFEC-42AA-914E-BB7D488CF3BA}">
      <dgm:prSet/>
      <dgm:spPr/>
    </dgm:pt>
    <dgm:pt modelId="{944F2858-CE4A-46E5-AC20-F093C3541270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A6C0E2A2-7EC2-4FE7-B6C8-01C9F54FE499}" type="parTrans" cxnId="{C376E947-FA1B-4267-862B-C71257A37625}">
      <dgm:prSet/>
      <dgm:spPr/>
    </dgm:pt>
    <dgm:pt modelId="{78340F5F-E701-4F28-8048-E465E7B0FC74}" type="sibTrans" cxnId="{C376E947-FA1B-4267-862B-C71257A37625}">
      <dgm:prSet/>
      <dgm:spPr/>
    </dgm:pt>
    <dgm:pt modelId="{CB6E9584-7645-496E-BED9-ECECBB995274}" type="pres">
      <dgm:prSet presAssocID="{BB4E4B2A-FD8F-43DC-BF49-210B33D83FB6}" presName="diagram" presStyleCnt="0">
        <dgm:presLayoutVars>
          <dgm:dir/>
          <dgm:resizeHandles val="exact"/>
        </dgm:presLayoutVars>
      </dgm:prSet>
      <dgm:spPr/>
    </dgm:pt>
    <dgm:pt modelId="{DB6D0665-0AE7-4089-BFD1-37B7C2B7B3ED}" type="pres">
      <dgm:prSet presAssocID="{93BD0881-184A-4206-81A4-28E6EDC3A1EE}" presName="node" presStyleLbl="node1" presStyleIdx="0" presStyleCnt="3">
        <dgm:presLayoutVars>
          <dgm:bulletEnabled val="1"/>
        </dgm:presLayoutVars>
      </dgm:prSet>
      <dgm:spPr/>
    </dgm:pt>
    <dgm:pt modelId="{C0321BFD-BF7F-4183-B776-48484925F64B}" type="pres">
      <dgm:prSet presAssocID="{06B59BA2-80AB-47B2-ABEF-89CB1F05709E}" presName="sibTrans" presStyleCnt="0"/>
      <dgm:spPr/>
    </dgm:pt>
    <dgm:pt modelId="{AB790045-66D4-4153-A8CD-10B5C872F575}" type="pres">
      <dgm:prSet presAssocID="{4925C1F3-41B6-4AB8-83B4-F470971CE715}" presName="node" presStyleLbl="node1" presStyleIdx="1" presStyleCnt="3">
        <dgm:presLayoutVars>
          <dgm:bulletEnabled val="1"/>
        </dgm:presLayoutVars>
      </dgm:prSet>
      <dgm:spPr/>
    </dgm:pt>
    <dgm:pt modelId="{9BBCFC9F-8F70-4C16-9FF9-0FF54499BA65}" type="pres">
      <dgm:prSet presAssocID="{652177AC-0534-4470-924E-2BB3FBCA56B5}" presName="sibTrans" presStyleCnt="0"/>
      <dgm:spPr/>
    </dgm:pt>
    <dgm:pt modelId="{FBD87F61-4C32-408F-91A0-E1A7E4841FC1}" type="pres">
      <dgm:prSet presAssocID="{944F2858-CE4A-46E5-AC20-F093C3541270}" presName="node" presStyleLbl="node1" presStyleIdx="2" presStyleCnt="3">
        <dgm:presLayoutVars>
          <dgm:bulletEnabled val="1"/>
        </dgm:presLayoutVars>
      </dgm:prSet>
      <dgm:spPr/>
    </dgm:pt>
  </dgm:ptLst>
  <dgm:cxnLst>
    <dgm:cxn modelId="{172CFD5F-5CE0-4393-83B2-ADE62D9EA53F}" type="presOf" srcId="{4925C1F3-41B6-4AB8-83B4-F470971CE715}" destId="{AB790045-66D4-4153-A8CD-10B5C872F575}" srcOrd="0" destOrd="0" presId="urn:microsoft.com/office/officeart/2005/8/layout/default"/>
    <dgm:cxn modelId="{C376E947-FA1B-4267-862B-C71257A37625}" srcId="{BB4E4B2A-FD8F-43DC-BF49-210B33D83FB6}" destId="{944F2858-CE4A-46E5-AC20-F093C3541270}" srcOrd="2" destOrd="0" parTransId="{A6C0E2A2-7EC2-4FE7-B6C8-01C9F54FE499}" sibTransId="{78340F5F-E701-4F28-8048-E465E7B0FC74}"/>
    <dgm:cxn modelId="{BF10F575-15F6-4CCD-B4E5-D34365D81D94}" type="presOf" srcId="{BB4E4B2A-FD8F-43DC-BF49-210B33D83FB6}" destId="{CB6E9584-7645-496E-BED9-ECECBB995274}" srcOrd="0" destOrd="0" presId="urn:microsoft.com/office/officeart/2005/8/layout/default"/>
    <dgm:cxn modelId="{8F4EEB7F-E00A-40D0-B9D9-F0E1D56EFBA6}" type="presOf" srcId="{93BD0881-184A-4206-81A4-28E6EDC3A1EE}" destId="{DB6D0665-0AE7-4089-BFD1-37B7C2B7B3ED}" srcOrd="0" destOrd="0" presId="urn:microsoft.com/office/officeart/2005/8/layout/default"/>
    <dgm:cxn modelId="{13F3AA84-DFEC-42AA-914E-BB7D488CF3BA}" srcId="{BB4E4B2A-FD8F-43DC-BF49-210B33D83FB6}" destId="{4925C1F3-41B6-4AB8-83B4-F470971CE715}" srcOrd="1" destOrd="0" parTransId="{58FA0E65-6463-45CC-BFCE-5532F8985FEE}" sibTransId="{652177AC-0534-4470-924E-2BB3FBCA56B5}"/>
    <dgm:cxn modelId="{FA6BE39C-EF4B-4307-A05C-779CEBF4F891}" srcId="{BB4E4B2A-FD8F-43DC-BF49-210B33D83FB6}" destId="{93BD0881-184A-4206-81A4-28E6EDC3A1EE}" srcOrd="0" destOrd="0" parTransId="{E0DB0DEA-939B-4F5E-9B62-8594DF555FA1}" sibTransId="{06B59BA2-80AB-47B2-ABEF-89CB1F05709E}"/>
    <dgm:cxn modelId="{228ADBFF-A90F-4CA8-B293-8E20C823053A}" type="presOf" srcId="{944F2858-CE4A-46E5-AC20-F093C3541270}" destId="{FBD87F61-4C32-408F-91A0-E1A7E4841FC1}" srcOrd="0" destOrd="0" presId="urn:microsoft.com/office/officeart/2005/8/layout/default"/>
    <dgm:cxn modelId="{EC54D550-DC27-42D1-AD62-E24E4B2A1C1B}" type="presParOf" srcId="{CB6E9584-7645-496E-BED9-ECECBB995274}" destId="{DB6D0665-0AE7-4089-BFD1-37B7C2B7B3ED}" srcOrd="0" destOrd="0" presId="urn:microsoft.com/office/officeart/2005/8/layout/default"/>
    <dgm:cxn modelId="{61443152-1282-4A09-B16E-1C24B2C82E30}" type="presParOf" srcId="{CB6E9584-7645-496E-BED9-ECECBB995274}" destId="{C0321BFD-BF7F-4183-B776-48484925F64B}" srcOrd="1" destOrd="0" presId="urn:microsoft.com/office/officeart/2005/8/layout/default"/>
    <dgm:cxn modelId="{8C1DA100-3959-4079-80C8-4C6B407A2F1A}" type="presParOf" srcId="{CB6E9584-7645-496E-BED9-ECECBB995274}" destId="{AB790045-66D4-4153-A8CD-10B5C872F575}" srcOrd="2" destOrd="0" presId="urn:microsoft.com/office/officeart/2005/8/layout/default"/>
    <dgm:cxn modelId="{2F0D2971-E7C0-45AD-95A0-171150C873EE}" type="presParOf" srcId="{CB6E9584-7645-496E-BED9-ECECBB995274}" destId="{9BBCFC9F-8F70-4C16-9FF9-0FF54499BA65}" srcOrd="3" destOrd="0" presId="urn:microsoft.com/office/officeart/2005/8/layout/default"/>
    <dgm:cxn modelId="{3AD1D53D-C2EE-4C81-A628-E9212C8CDC0A}" type="presParOf" srcId="{CB6E9584-7645-496E-BED9-ECECBB995274}" destId="{FBD87F61-4C32-408F-91A0-E1A7E4841FC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D0665-0AE7-4089-BFD1-37B7C2B7B3ED}">
      <dsp:nvSpPr>
        <dsp:cNvPr id="0" name=""/>
        <dsp:cNvSpPr/>
      </dsp:nvSpPr>
      <dsp:spPr>
        <a:xfrm>
          <a:off x="26401" y="1224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Alpha</a:t>
          </a:r>
        </a:p>
      </dsp:txBody>
      <dsp:txXfrm>
        <a:off x="26401" y="1224"/>
        <a:ext cx="3905808" cy="2343484"/>
      </dsp:txXfrm>
    </dsp:sp>
    <dsp:sp modelId="{AB790045-66D4-4153-A8CD-10B5C872F575}">
      <dsp:nvSpPr>
        <dsp:cNvPr id="0" name=""/>
        <dsp:cNvSpPr/>
      </dsp:nvSpPr>
      <dsp:spPr>
        <a:xfrm>
          <a:off x="4322790" y="1224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Beta has a noticeably longer label than the others</a:t>
          </a:r>
        </a:p>
      </dsp:txBody>
      <dsp:txXfrm>
        <a:off x="4322790" y="1224"/>
        <a:ext cx="3905808" cy="2343484"/>
      </dsp:txXfrm>
    </dsp:sp>
    <dsp:sp modelId="{FBD87F61-4C32-408F-91A0-E1A7E4841FC1}">
      <dsp:nvSpPr>
        <dsp:cNvPr id="0" name=""/>
        <dsp:cNvSpPr/>
      </dsp:nvSpPr>
      <dsp:spPr>
        <a:xfrm>
          <a:off x="2174595" y="2735290"/>
          <a:ext cx="3905808" cy="23434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Gamma</a:t>
          </a:r>
        </a:p>
      </dsp:txBody>
      <dsp:txXfrm>
        <a:off x="2174595" y="2735290"/>
        <a:ext cx="3905808" cy="2343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3F07-788F-84ED-C87D-E0941D95A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8C0B9-EBAD-616F-2979-9B00ABBB5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9F61B-7411-A389-BA2C-9310072D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FE1F7-FFA0-3CFA-EEA5-3CA79110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76AEB-8FD2-D48E-18F1-4234FA69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6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F090-1849-5107-82C7-DC3E8161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447D-65BE-0A66-8442-181B497A1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9FE71-F540-9BFA-E82E-B7111EE5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DF0B9-8D30-A44F-94F1-CE824DCA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43E96-BD8C-38E8-D3BC-6E891645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2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D02D-05DC-E01C-FB5A-599F2640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EB802-AD28-3FB1-BDA3-E165DBC3E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6CF3-369B-435F-4741-DD6A0866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0FC06-2792-319D-6061-649D3B75D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42777-8A9A-DF5B-EA5A-EE380FEA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9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678D-5290-0CDA-497F-F36BB99E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5B51-A466-1613-FF27-A5FF0FF35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451B6-4F1A-56C2-260E-28D4BF1A1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D4E16-E6DF-6F25-2E4D-21FD4399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74247-19FB-3BF2-9131-D239403E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945F0-45E8-CCD9-6047-3E7843F9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9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B10F5-D02A-9F47-73CB-03CF9469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0DD38-C5FC-CCE7-D155-8921C4CE5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3A060-9AC0-9DEF-DB3A-A10EA22E1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FF5AE-D81C-17D7-2730-BBB67D1CC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420D0-F829-7CAF-20A2-A7C0F0CAB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690F9-902A-330B-CD04-8E69F35B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7A817-3DC4-64B7-9213-2E5B759B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02ECE-8FEC-4830-9DCF-ADF7C44C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4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2C5A-7AE6-75C8-848A-778BAFC0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6CF81-4A08-6DAD-3F09-B36C0AEC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FE118-64AB-DAA1-C58E-60D7CCD2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15E5F-A1DB-0DE6-EBFF-025DBD4B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62A5DE-B549-1829-7DB3-F1DABEA1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378D1-51A6-BF6F-C60B-E7528631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D7FA6-4CBC-7276-FAAD-2248A2BF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5195-C7CE-44E8-9665-105B1ADD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8B30A-91B1-462B-20D0-42A619AB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F9171-7995-2EEC-2FCC-E97808820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36F1A-E9B4-C705-1E21-64894DC5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4DDB9-5148-CFDB-EAA0-CE162EDEE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72016-C1E1-7AF9-52A7-7334AC20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1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B073-B004-3E67-AB3F-9605A9BE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643D5-EDA0-9965-CDCF-5C86E5049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252AE-68C6-27F4-0B98-FD4BEC309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946C-B4CE-5EC9-2260-BCC2FAF6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DE4F1-B525-7962-D9E6-86DC25BB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5FF15-01A5-F43E-1081-269F1A92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2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1A26-228A-603A-11D5-B455E187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BDBC8-D7E9-F2D3-724C-5FE2DDC3F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AF2A-84CC-ADFE-7896-81A8B994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F1F40-1E8F-7753-EC56-CE5156189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C5655-7661-BFB2-2F42-3E7DAC30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6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FD2032-3E5E-AB95-FD1A-E898906B2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24DD0-5B4D-32ED-1FED-A746D0419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6ED5F-2718-0D7A-9F9F-A5F4837F6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2486-17BC-F8AE-E303-548F822E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D51B-5A59-9AE1-CE75-94DFF533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EEF96A-6EF5-3701-1314-DAA328DB9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AF868-F0F7-E18B-F4F2-76F44FBCA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F148A-E328-CD8D-106E-4F95EE3B2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123F9-073E-4FF2-80F9-81766527043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5320D-C2DD-9331-230A-7CE6C5F03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D7D3-8008-9F05-CDE6-180B2BAF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4D781-A5A9-4B2C-822D-27C44F45E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F0228F0-5525-A59F-025B-790B307413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38488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453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2026-09-06T08:12:32Z</dcterms:created>
  <dcterms:modified xsi:type="dcterms:W3CDTF">2026-09-06T08:12:32Z</dcterms:modified>
</cp:coreProperties>
</file>