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8E8BED-E6F5-49CD-B6D7-E5D0FD68292F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9A331B75-40EA-458C-A6F2-A4EA8FE5FD7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38CDEDF-2AAB-4A6C-AEB6-A4F8A747ACDC}" type="parTrans" cxnId="{C1859D60-C534-48E4-B93D-147F65D602C8}">
      <dgm:prSet/>
      <dgm:spPr/>
    </dgm:pt>
    <dgm:pt modelId="{95E0588F-F532-47D7-B0BB-A5D443117FCA}" type="sibTrans" cxnId="{C1859D60-C534-48E4-B93D-147F65D602C8}">
      <dgm:prSet/>
      <dgm:spPr/>
      <dgm:t>
        <a:bodyPr/>
        <a:lstStyle/>
        <a:p>
          <a:endParaRPr lang="en-US"/>
        </a:p>
      </dgm:t>
    </dgm:pt>
    <dgm:pt modelId="{CE6B8CB2-944F-4B3D-8CA7-E8D8E197B67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69E24BE-82CF-4B83-86A4-AAF81EA5D041}" type="parTrans" cxnId="{182AD39F-79CA-4FF9-B1C4-9C7E10C959B8}">
      <dgm:prSet/>
      <dgm:spPr/>
    </dgm:pt>
    <dgm:pt modelId="{D610E437-3984-4A0E-A763-CF6ACB0E8AD0}" type="sibTrans" cxnId="{182AD39F-79CA-4FF9-B1C4-9C7E10C959B8}">
      <dgm:prSet/>
      <dgm:spPr/>
      <dgm:t>
        <a:bodyPr/>
        <a:lstStyle/>
        <a:p>
          <a:endParaRPr lang="en-US"/>
        </a:p>
      </dgm:t>
    </dgm:pt>
    <dgm:pt modelId="{67B3D283-DC3C-4CFC-B9E7-16F1415ED35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7EF04FB-07AE-44B4-BF1E-2DE361020F6D}" type="parTrans" cxnId="{5525688E-9B7F-4799-ADE0-E14D13D37736}">
      <dgm:prSet/>
      <dgm:spPr/>
    </dgm:pt>
    <dgm:pt modelId="{222C9ABE-AF03-4200-8AE8-C9EFF50ABA7B}" type="sibTrans" cxnId="{5525688E-9B7F-4799-ADE0-E14D13D37736}">
      <dgm:prSet/>
      <dgm:spPr/>
      <dgm:t>
        <a:bodyPr/>
        <a:lstStyle/>
        <a:p>
          <a:endParaRPr lang="en-US"/>
        </a:p>
      </dgm:t>
    </dgm:pt>
    <dgm:pt modelId="{6243EC5A-D151-4518-9474-94D20285547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1B12863D-313F-4CF6-9570-5EC05BC48732}" type="parTrans" cxnId="{65E77054-1053-4365-AA31-3F52751D1C63}">
      <dgm:prSet/>
      <dgm:spPr/>
    </dgm:pt>
    <dgm:pt modelId="{2E551DA7-FB86-4304-ABA8-02B71B19E201}" type="sibTrans" cxnId="{65E77054-1053-4365-AA31-3F52751D1C63}">
      <dgm:prSet/>
      <dgm:spPr/>
      <dgm:t>
        <a:bodyPr/>
        <a:lstStyle/>
        <a:p>
          <a:endParaRPr lang="en-US"/>
        </a:p>
      </dgm:t>
    </dgm:pt>
    <dgm:pt modelId="{FBCC93AD-E836-45E3-A1DF-FE78D0E8800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45DDD9C-4D52-4513-877A-34395F84722A}" type="parTrans" cxnId="{0F692A10-DE5D-4AE1-AE42-98F90A83E9DA}">
      <dgm:prSet/>
      <dgm:spPr/>
    </dgm:pt>
    <dgm:pt modelId="{1D996B1D-52A0-49A5-B296-4B31DB92951C}" type="sibTrans" cxnId="{0F692A10-DE5D-4AE1-AE42-98F90A83E9DA}">
      <dgm:prSet/>
      <dgm:spPr/>
    </dgm:pt>
    <dgm:pt modelId="{6301F0E7-64F3-47D2-82B7-4B1C1A3B9952}" type="pres">
      <dgm:prSet presAssocID="{B38E8BED-E6F5-49CD-B6D7-E5D0FD68292F}" presName="linearFlow" presStyleCnt="0">
        <dgm:presLayoutVars>
          <dgm:dir/>
          <dgm:resizeHandles val="exact"/>
        </dgm:presLayoutVars>
      </dgm:prSet>
      <dgm:spPr/>
    </dgm:pt>
    <dgm:pt modelId="{F86B778C-6F1A-45D3-A678-7FC4B51BC52F}" type="pres">
      <dgm:prSet presAssocID="{9A331B75-40EA-458C-A6F2-A4EA8FE5FD74}" presName="node" presStyleLbl="node1" presStyleIdx="0" presStyleCnt="3">
        <dgm:presLayoutVars>
          <dgm:bulletEnabled val="1"/>
        </dgm:presLayoutVars>
      </dgm:prSet>
      <dgm:spPr/>
    </dgm:pt>
    <dgm:pt modelId="{1EB3026C-AC80-4D13-8EEE-204B41C99898}" type="pres">
      <dgm:prSet presAssocID="{95E0588F-F532-47D7-B0BB-A5D443117FCA}" presName="spacerL" presStyleCnt="0"/>
      <dgm:spPr/>
    </dgm:pt>
    <dgm:pt modelId="{0F19CB8D-841F-417A-AFE1-9D83D4AB1A24}" type="pres">
      <dgm:prSet presAssocID="{95E0588F-F532-47D7-B0BB-A5D443117FCA}" presName="sibTrans" presStyleLbl="sibTrans2D1" presStyleIdx="0" presStyleCnt="2"/>
      <dgm:spPr/>
    </dgm:pt>
    <dgm:pt modelId="{7820D77B-AE12-4619-AB44-12ADA9957455}" type="pres">
      <dgm:prSet presAssocID="{95E0588F-F532-47D7-B0BB-A5D443117FCA}" presName="spacerR" presStyleCnt="0"/>
      <dgm:spPr/>
    </dgm:pt>
    <dgm:pt modelId="{CBD1D55A-A457-4942-9E66-2D6B54E4BEB7}" type="pres">
      <dgm:prSet presAssocID="{67B3D283-DC3C-4CFC-B9E7-16F1415ED35A}" presName="node" presStyleLbl="node1" presStyleIdx="1" presStyleCnt="3">
        <dgm:presLayoutVars>
          <dgm:bulletEnabled val="1"/>
        </dgm:presLayoutVars>
      </dgm:prSet>
      <dgm:spPr/>
    </dgm:pt>
    <dgm:pt modelId="{48CF5349-8DE1-40D3-87A0-D7AE71EC92C0}" type="pres">
      <dgm:prSet presAssocID="{222C9ABE-AF03-4200-8AE8-C9EFF50ABA7B}" presName="spacerL" presStyleCnt="0"/>
      <dgm:spPr/>
    </dgm:pt>
    <dgm:pt modelId="{6A07FF7F-634B-4273-9B28-8F51E6637234}" type="pres">
      <dgm:prSet presAssocID="{222C9ABE-AF03-4200-8AE8-C9EFF50ABA7B}" presName="sibTrans" presStyleLbl="sibTrans2D1" presStyleIdx="1" presStyleCnt="2"/>
      <dgm:spPr/>
    </dgm:pt>
    <dgm:pt modelId="{4E51BEE1-0410-4CC9-B88F-6C7390108057}" type="pres">
      <dgm:prSet presAssocID="{222C9ABE-AF03-4200-8AE8-C9EFF50ABA7B}" presName="spacerR" presStyleCnt="0"/>
      <dgm:spPr/>
    </dgm:pt>
    <dgm:pt modelId="{55267D7E-6BB8-4FCC-ABF2-AB317C588813}" type="pres">
      <dgm:prSet presAssocID="{6243EC5A-D151-4518-9474-94D202855471}" presName="node" presStyleLbl="node1" presStyleIdx="2" presStyleCnt="3">
        <dgm:presLayoutVars>
          <dgm:bulletEnabled val="1"/>
        </dgm:presLayoutVars>
      </dgm:prSet>
      <dgm:spPr/>
    </dgm:pt>
  </dgm:ptLst>
  <dgm:cxnLst>
    <dgm:cxn modelId="{27521708-3748-4A04-9AFA-AC26D6C2AC54}" type="presOf" srcId="{CE6B8CB2-944F-4B3D-8CA7-E8D8E197B670}" destId="{F86B778C-6F1A-45D3-A678-7FC4B51BC52F}" srcOrd="0" destOrd="1" presId="urn:microsoft.com/office/officeart/2005/8/layout/equation1"/>
    <dgm:cxn modelId="{36B3F80D-B26B-4745-89DF-122EA950927A}" type="presOf" srcId="{6243EC5A-D151-4518-9474-94D202855471}" destId="{55267D7E-6BB8-4FCC-ABF2-AB317C588813}" srcOrd="0" destOrd="0" presId="urn:microsoft.com/office/officeart/2005/8/layout/equation1"/>
    <dgm:cxn modelId="{0F692A10-DE5D-4AE1-AE42-98F90A83E9DA}" srcId="{6243EC5A-D151-4518-9474-94D202855471}" destId="{FBCC93AD-E836-45E3-A1DF-FE78D0E88002}" srcOrd="0" destOrd="0" parTransId="{345DDD9C-4D52-4513-877A-34395F84722A}" sibTransId="{1D996B1D-52A0-49A5-B296-4B31DB92951C}"/>
    <dgm:cxn modelId="{247D6F2F-11EE-47FD-9FDD-CDAC63DEBAF8}" type="presOf" srcId="{9A331B75-40EA-458C-A6F2-A4EA8FE5FD74}" destId="{F86B778C-6F1A-45D3-A678-7FC4B51BC52F}" srcOrd="0" destOrd="0" presId="urn:microsoft.com/office/officeart/2005/8/layout/equation1"/>
    <dgm:cxn modelId="{8452D237-B2DE-4425-9312-0AD3D0784DB8}" type="presOf" srcId="{FBCC93AD-E836-45E3-A1DF-FE78D0E88002}" destId="{55267D7E-6BB8-4FCC-ABF2-AB317C588813}" srcOrd="0" destOrd="1" presId="urn:microsoft.com/office/officeart/2005/8/layout/equation1"/>
    <dgm:cxn modelId="{C1859D60-C534-48E4-B93D-147F65D602C8}" srcId="{B38E8BED-E6F5-49CD-B6D7-E5D0FD68292F}" destId="{9A331B75-40EA-458C-A6F2-A4EA8FE5FD74}" srcOrd="0" destOrd="0" parTransId="{838CDEDF-2AAB-4A6C-AEB6-A4F8A747ACDC}" sibTransId="{95E0588F-F532-47D7-B0BB-A5D443117FCA}"/>
    <dgm:cxn modelId="{1FD4E760-465A-442C-9330-C0292DC0521A}" type="presOf" srcId="{67B3D283-DC3C-4CFC-B9E7-16F1415ED35A}" destId="{CBD1D55A-A457-4942-9E66-2D6B54E4BEB7}" srcOrd="0" destOrd="0" presId="urn:microsoft.com/office/officeart/2005/8/layout/equation1"/>
    <dgm:cxn modelId="{65E77054-1053-4365-AA31-3F52751D1C63}" srcId="{B38E8BED-E6F5-49CD-B6D7-E5D0FD68292F}" destId="{6243EC5A-D151-4518-9474-94D202855471}" srcOrd="2" destOrd="0" parTransId="{1B12863D-313F-4CF6-9570-5EC05BC48732}" sibTransId="{2E551DA7-FB86-4304-ABA8-02B71B19E201}"/>
    <dgm:cxn modelId="{5CE0DF8D-57EA-459C-8BE2-B5099D7DE9A1}" type="presOf" srcId="{222C9ABE-AF03-4200-8AE8-C9EFF50ABA7B}" destId="{6A07FF7F-634B-4273-9B28-8F51E6637234}" srcOrd="0" destOrd="0" presId="urn:microsoft.com/office/officeart/2005/8/layout/equation1"/>
    <dgm:cxn modelId="{5525688E-9B7F-4799-ADE0-E14D13D37736}" srcId="{B38E8BED-E6F5-49CD-B6D7-E5D0FD68292F}" destId="{67B3D283-DC3C-4CFC-B9E7-16F1415ED35A}" srcOrd="1" destOrd="0" parTransId="{F7EF04FB-07AE-44B4-BF1E-2DE361020F6D}" sibTransId="{222C9ABE-AF03-4200-8AE8-C9EFF50ABA7B}"/>
    <dgm:cxn modelId="{182AD39F-79CA-4FF9-B1C4-9C7E10C959B8}" srcId="{9A331B75-40EA-458C-A6F2-A4EA8FE5FD74}" destId="{CE6B8CB2-944F-4B3D-8CA7-E8D8E197B670}" srcOrd="0" destOrd="0" parTransId="{869E24BE-82CF-4B83-86A4-AAF81EA5D041}" sibTransId="{D610E437-3984-4A0E-A763-CF6ACB0E8AD0}"/>
    <dgm:cxn modelId="{330852BC-A7D3-41CE-87A1-E72D08819DCB}" type="presOf" srcId="{B38E8BED-E6F5-49CD-B6D7-E5D0FD68292F}" destId="{6301F0E7-64F3-47D2-82B7-4B1C1A3B9952}" srcOrd="0" destOrd="0" presId="urn:microsoft.com/office/officeart/2005/8/layout/equation1"/>
    <dgm:cxn modelId="{62E74DE9-FAC8-405C-953E-06F6689D6928}" type="presOf" srcId="{95E0588F-F532-47D7-B0BB-A5D443117FCA}" destId="{0F19CB8D-841F-417A-AFE1-9D83D4AB1A24}" srcOrd="0" destOrd="0" presId="urn:microsoft.com/office/officeart/2005/8/layout/equation1"/>
    <dgm:cxn modelId="{23B88DD8-8DE0-44BF-AEF5-768FC829F8B3}" type="presParOf" srcId="{6301F0E7-64F3-47D2-82B7-4B1C1A3B9952}" destId="{F86B778C-6F1A-45D3-A678-7FC4B51BC52F}" srcOrd="0" destOrd="0" presId="urn:microsoft.com/office/officeart/2005/8/layout/equation1"/>
    <dgm:cxn modelId="{9EEE09EA-44DF-4570-A4CB-E22B9E1D077B}" type="presParOf" srcId="{6301F0E7-64F3-47D2-82B7-4B1C1A3B9952}" destId="{1EB3026C-AC80-4D13-8EEE-204B41C99898}" srcOrd="1" destOrd="0" presId="urn:microsoft.com/office/officeart/2005/8/layout/equation1"/>
    <dgm:cxn modelId="{AF2D2D99-3ADB-47B4-A376-5A1D42CA444C}" type="presParOf" srcId="{6301F0E7-64F3-47D2-82B7-4B1C1A3B9952}" destId="{0F19CB8D-841F-417A-AFE1-9D83D4AB1A24}" srcOrd="2" destOrd="0" presId="urn:microsoft.com/office/officeart/2005/8/layout/equation1"/>
    <dgm:cxn modelId="{DB250B09-54C6-460C-92F2-08F376A6A6B8}" type="presParOf" srcId="{6301F0E7-64F3-47D2-82B7-4B1C1A3B9952}" destId="{7820D77B-AE12-4619-AB44-12ADA9957455}" srcOrd="3" destOrd="0" presId="urn:microsoft.com/office/officeart/2005/8/layout/equation1"/>
    <dgm:cxn modelId="{C2E07DD9-C4E1-4284-B5C8-5515978A0C75}" type="presParOf" srcId="{6301F0E7-64F3-47D2-82B7-4B1C1A3B9952}" destId="{CBD1D55A-A457-4942-9E66-2D6B54E4BEB7}" srcOrd="4" destOrd="0" presId="urn:microsoft.com/office/officeart/2005/8/layout/equation1"/>
    <dgm:cxn modelId="{A593067B-9049-4D4A-B5B8-F6F0ED645AF2}" type="presParOf" srcId="{6301F0E7-64F3-47D2-82B7-4B1C1A3B9952}" destId="{48CF5349-8DE1-40D3-87A0-D7AE71EC92C0}" srcOrd="5" destOrd="0" presId="urn:microsoft.com/office/officeart/2005/8/layout/equation1"/>
    <dgm:cxn modelId="{102B305C-1EB3-48E7-BD7E-174160E02773}" type="presParOf" srcId="{6301F0E7-64F3-47D2-82B7-4B1C1A3B9952}" destId="{6A07FF7F-634B-4273-9B28-8F51E6637234}" srcOrd="6" destOrd="0" presId="urn:microsoft.com/office/officeart/2005/8/layout/equation1"/>
    <dgm:cxn modelId="{0601E4A2-7984-4185-8FCE-B206B94A6097}" type="presParOf" srcId="{6301F0E7-64F3-47D2-82B7-4B1C1A3B9952}" destId="{4E51BEE1-0410-4CC9-B88F-6C7390108057}" srcOrd="7" destOrd="0" presId="urn:microsoft.com/office/officeart/2005/8/layout/equation1"/>
    <dgm:cxn modelId="{C0300293-939C-4A81-8AF4-05AF7B1713DA}" type="presParOf" srcId="{6301F0E7-64F3-47D2-82B7-4B1C1A3B9952}" destId="{55267D7E-6BB8-4FCC-ABF2-AB317C58881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B778C-6F1A-45D3-A678-7FC4B51BC52F}">
      <dsp:nvSpPr>
        <dsp:cNvPr id="0" name=""/>
        <dsp:cNvSpPr/>
      </dsp:nvSpPr>
      <dsp:spPr>
        <a:xfrm>
          <a:off x="1388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One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Two has a longer label</a:t>
          </a:r>
        </a:p>
      </dsp:txBody>
      <dsp:txXfrm>
        <a:off x="270856" y="1889446"/>
        <a:ext cx="1301106" cy="1301106"/>
      </dsp:txXfrm>
    </dsp:sp>
    <dsp:sp modelId="{0F19CB8D-841F-417A-AFE1-9D83D4AB1A24}">
      <dsp:nvSpPr>
        <dsp:cNvPr id="0" name=""/>
        <dsp:cNvSpPr/>
      </dsp:nvSpPr>
      <dsp:spPr>
        <a:xfrm>
          <a:off x="1990842" y="2006387"/>
          <a:ext cx="1067224" cy="106722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132303" y="2414493"/>
        <a:ext cx="784302" cy="251012"/>
      </dsp:txXfrm>
    </dsp:sp>
    <dsp:sp modelId="{CBD1D55A-A457-4942-9E66-2D6B54E4BEB7}">
      <dsp:nvSpPr>
        <dsp:cNvPr id="0" name=""/>
        <dsp:cNvSpPr/>
      </dsp:nvSpPr>
      <dsp:spPr>
        <a:xfrm>
          <a:off x="3207478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Three</a:t>
          </a:r>
        </a:p>
      </dsp:txBody>
      <dsp:txXfrm>
        <a:off x="3476946" y="1889446"/>
        <a:ext cx="1301106" cy="1301106"/>
      </dsp:txXfrm>
    </dsp:sp>
    <dsp:sp modelId="{6A07FF7F-634B-4273-9B28-8F51E6637234}">
      <dsp:nvSpPr>
        <dsp:cNvPr id="0" name=""/>
        <dsp:cNvSpPr/>
      </dsp:nvSpPr>
      <dsp:spPr>
        <a:xfrm>
          <a:off x="5196932" y="2006387"/>
          <a:ext cx="1067224" cy="1067224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338393" y="2226235"/>
        <a:ext cx="784302" cy="627528"/>
      </dsp:txXfrm>
    </dsp:sp>
    <dsp:sp modelId="{55267D7E-6BB8-4FCC-ABF2-AB317C588813}">
      <dsp:nvSpPr>
        <dsp:cNvPr id="0" name=""/>
        <dsp:cNvSpPr/>
      </dsp:nvSpPr>
      <dsp:spPr>
        <a:xfrm>
          <a:off x="6413569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Four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Five</a:t>
          </a:r>
        </a:p>
      </dsp:txBody>
      <dsp:txXfrm>
        <a:off x="6683037" y="1889446"/>
        <a:ext cx="1301106" cy="1301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A319-3FFB-13F9-4159-A07EFC842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AA03E-5C16-DCE0-306A-A83FF31E3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2244E-62FB-DB86-1CE9-E23D3E6C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B11A7-ED87-F5ED-BEBC-736051CD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6629C-96DC-0E8B-C8EA-741B6893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1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E9A2-7ADD-55DF-A238-4FF4E800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C1461-17EF-B748-0AC5-6288B07CE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5275-DF6A-FBE7-8D78-89C361645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598A4-D2BE-0D94-DE82-CEA10712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6CAE-FB52-24AD-FCE9-74940CAA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E5D65-9C7E-543B-1F61-D404BFE5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C7DBF-C0A7-A5C0-817D-433781F58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E3AF-BB3D-35C3-9596-A4B4A55B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045E6-AFE8-6508-5133-B22E36DD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60816-77C0-E393-89A3-B3A3A5C2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1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3A51-0A87-9F0E-2D93-E52F96DE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C7C6A-A063-1359-1041-4BB55C76A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EFE79-92A2-A437-FE59-D1C7CB22C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A3BF6-B2C6-28DD-CB56-412BA6A4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29D65-3983-5E84-8C39-693C6F7C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4CCA-9C2F-DF10-4CA2-5784D9AF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01A2-1262-49F3-D17A-907FE398A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47284-1C3B-2C5B-BAAD-65B399E0D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F324A-B37F-F083-1277-6A208AC0A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9D2CB-B564-7792-A59E-8BF2110C0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96707-84F1-1075-BB68-603C8EF13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600EB-A611-17BB-2A1F-998B3A6B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8FAF96-7F04-6B74-89DC-264077BD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06D1A-2AEB-19E7-5091-4C999191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3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DD11-53CC-72DB-C310-BA5F8306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F1C42-5BD7-392B-925B-4F58F562F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B6403-5234-B0DF-F768-538729A7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3DD89-5233-E6DE-84B3-7781CB52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6A2D9-8973-560D-66B6-21EC2511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7A66C-89FC-ED31-C24D-A3E73239A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708BA-8052-DADC-A864-85A29E7B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1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5445-42F1-8ACC-3E13-26DAA8129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A4D9-5824-6DA3-7310-34E1013F5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7152D-E55F-6E3D-3FDC-21AC231E5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9C04E-D0E7-7A61-CCD1-5083B939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BC7E4-C713-8C9E-3BD0-B7E0ED6A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A1299-0F5C-A7E0-DF44-6B30A4AF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2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5A63-4941-2041-D31C-1BBC3A81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42094-8138-F6EB-DB13-F6DE0EC6F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0B556-3385-C95E-1C32-FB47266AA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16DF-7B00-DEB5-9A16-DE5E7D3A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B1CE0-71E3-FDA5-684E-CE425C378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51180-E369-41A5-0C3B-D0B9F3B0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7D69-9A99-49EB-4649-BB243884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8D615-B4A3-EA85-4BFC-FAEE8D06D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CEA4C-8220-5B62-40F7-2C5CD21F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93A17-F0CF-69A2-6B46-3F508525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F9490-B146-F8EF-65CB-1652BF54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A159D-30AC-7EB4-6093-6122B1EA7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DA4FD-3B17-5870-E5FE-B33B85232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0FA32-1E43-EE19-0AD9-FC8769BD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8EAAF-80B5-182F-381A-447680EA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AF26B-8B60-D039-A81B-1C1E5913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E46E6-6031-CB8B-AD8E-910677BE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C323A-9001-E8FD-1E5E-C84B9A19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C4DF-06AD-BE5E-13DD-C71D44326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A15AF-FAC5-44DB-840C-723F4F75F9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C3E1A-8749-C615-037E-BE163CAA6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DD667-0EA5-AA64-F332-81170EC56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CDD78-D2A9-48F8-951C-4DEB61D9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0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6222880-D671-B7D8-B1F8-DB2B77C22F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22976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2568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2026-09-06T08:13:51Z</dcterms:created>
  <dcterms:modified xsi:type="dcterms:W3CDTF">2026-09-06T08:13:51Z</dcterms:modified>
</cp:coreProperties>
</file>