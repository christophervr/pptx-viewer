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12B620-E0A5-4FA9-A6CB-51EDB0E0A540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7AB50B-581F-45FC-8F16-29017337D913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182F4E47-F59B-4A5E-890D-E4855A2C25BE}" type="parTrans" cxnId="{F8A45C83-771A-4FDD-9DBE-457396257AAE}">
      <dgm:prSet/>
      <dgm:spPr/>
    </dgm:pt>
    <dgm:pt modelId="{F3786117-1AF3-4B84-B522-9673D7A9CBAF}" type="sibTrans" cxnId="{F8A45C83-771A-4FDD-9DBE-457396257AAE}">
      <dgm:prSet/>
      <dgm:spPr/>
    </dgm:pt>
    <dgm:pt modelId="{55211C5E-8B6C-460C-A528-429FBD882EB9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0861F1CF-27A9-436E-B5D8-9EDE68003995}" type="parTrans" cxnId="{46F56AD5-75C0-4A8B-999F-97FFC572CC14}">
      <dgm:prSet/>
      <dgm:spPr/>
    </dgm:pt>
    <dgm:pt modelId="{6A88B9CA-416D-4C00-93B6-6CD518AE748F}" type="sibTrans" cxnId="{46F56AD5-75C0-4A8B-999F-97FFC572CC14}">
      <dgm:prSet/>
      <dgm:spPr/>
    </dgm:pt>
    <dgm:pt modelId="{F3BF2037-819A-45A0-9473-4A828DFCE264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A63478BA-7045-4A61-B3FA-FFEAE939B1C2}" type="parTrans" cxnId="{A752F856-CDC1-4E46-979D-2EABDF90180A}">
      <dgm:prSet/>
      <dgm:spPr/>
    </dgm:pt>
    <dgm:pt modelId="{314EA2D4-CD1F-418F-87ED-528E6FD4C00B}" type="sibTrans" cxnId="{A752F856-CDC1-4E46-979D-2EABDF90180A}">
      <dgm:prSet/>
      <dgm:spPr/>
    </dgm:pt>
    <dgm:pt modelId="{0DEAB028-1435-43B7-A9F0-32988E155A09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C65E1DAB-66A9-49E1-9AD7-DD98E39AA0D9}" type="parTrans" cxnId="{5C2DACF0-DE77-4A1A-8003-EBA60333CC8F}">
      <dgm:prSet/>
      <dgm:spPr/>
    </dgm:pt>
    <dgm:pt modelId="{DFC61AC8-21B4-4522-917B-0E303744772A}" type="sibTrans" cxnId="{5C2DACF0-DE77-4A1A-8003-EBA60333CC8F}">
      <dgm:prSet/>
      <dgm:spPr/>
    </dgm:pt>
    <dgm:pt modelId="{13C88341-9DCD-470B-AA30-6E1509EBC493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5594247B-E73B-44FB-879A-D4FFAB91A0FA}" type="parTrans" cxnId="{AB96F0D7-3212-4AA7-8D89-85228B74E671}">
      <dgm:prSet/>
      <dgm:spPr/>
    </dgm:pt>
    <dgm:pt modelId="{EF152A2C-8D16-4B4C-B6E6-ECA077EB6B89}" type="sibTrans" cxnId="{AB96F0D7-3212-4AA7-8D89-85228B74E671}">
      <dgm:prSet/>
      <dgm:spPr/>
    </dgm:pt>
    <dgm:pt modelId="{F3533AAD-3495-4996-9C71-31EDC8E79D4D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9E708606-370C-4961-B99C-CABF40041445}" type="parTrans" cxnId="{21312A23-6713-43DA-8D10-9619EC466DC7}">
      <dgm:prSet/>
      <dgm:spPr/>
    </dgm:pt>
    <dgm:pt modelId="{0D0993C8-B437-4010-AB19-871B1C11C8D0}" type="sibTrans" cxnId="{21312A23-6713-43DA-8D10-9619EC466DC7}">
      <dgm:prSet/>
      <dgm:spPr/>
    </dgm:pt>
    <dgm:pt modelId="{C3206CDE-6BB9-4793-9DD8-7248B0966944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D762A978-6EC4-401A-98E0-5423075EE663}" type="parTrans" cxnId="{C705D08A-6C52-4F66-ACB0-52BB39573879}">
      <dgm:prSet/>
      <dgm:spPr/>
    </dgm:pt>
    <dgm:pt modelId="{AD0774D2-8C03-4A3B-BB7D-1A1D52B77F53}" type="sibTrans" cxnId="{C705D08A-6C52-4F66-ACB0-52BB39573879}">
      <dgm:prSet/>
      <dgm:spPr/>
    </dgm:pt>
    <dgm:pt modelId="{D4520669-A87A-4064-A599-3783F5C917AF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C05A4FA2-F066-4D9A-B7F5-92F864936A73}" type="parTrans" cxnId="{1AC74C39-66D2-4E5A-9545-3E0FD70F681F}">
      <dgm:prSet/>
      <dgm:spPr/>
    </dgm:pt>
    <dgm:pt modelId="{E662CC24-39BF-4FFF-9273-8E375DED4083}" type="sibTrans" cxnId="{1AC74C39-66D2-4E5A-9545-3E0FD70F681F}">
      <dgm:prSet/>
      <dgm:spPr/>
    </dgm:pt>
    <dgm:pt modelId="{C4F8919F-426B-426D-8FED-67267FB88369}" type="pres">
      <dgm:prSet presAssocID="{F212B620-E0A5-4FA9-A6CB-51EDB0E0A540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76B65CE-20B1-4D3C-8CCA-7F92B3FBAEE7}" type="pres">
      <dgm:prSet presAssocID="{F47AB50B-581F-45FC-8F16-29017337D913}" presName="centerShape" presStyleLbl="node0" presStyleIdx="0" presStyleCnt="1"/>
      <dgm:spPr/>
    </dgm:pt>
    <dgm:pt modelId="{E07A2235-65C0-4438-9D05-C3B38F6BD2D2}" type="pres">
      <dgm:prSet presAssocID="{55211C5E-8B6C-460C-A528-429FBD882EB9}" presName="node" presStyleLbl="node1" presStyleIdx="0" presStyleCnt="3">
        <dgm:presLayoutVars>
          <dgm:bulletEnabled val="1"/>
        </dgm:presLayoutVars>
      </dgm:prSet>
      <dgm:spPr/>
    </dgm:pt>
    <dgm:pt modelId="{219989B7-D5A8-4A4E-8374-47641110936C}" type="pres">
      <dgm:prSet presAssocID="{55211C5E-8B6C-460C-A528-429FBD882EB9}" presName="dummy" presStyleCnt="0"/>
      <dgm:spPr/>
    </dgm:pt>
    <dgm:pt modelId="{3220FD9D-7803-4231-BA6B-C69E7D9E1CBF}" type="pres">
      <dgm:prSet presAssocID="{6A88B9CA-416D-4C00-93B6-6CD518AE748F}" presName="sibTrans" presStyleLbl="sibTrans2D1" presStyleIdx="0" presStyleCnt="3"/>
      <dgm:spPr/>
    </dgm:pt>
    <dgm:pt modelId="{43612BD5-48DE-4922-A698-7CD889C501FD}" type="pres">
      <dgm:prSet presAssocID="{0DEAB028-1435-43B7-A9F0-32988E155A09}" presName="node" presStyleLbl="node1" presStyleIdx="1" presStyleCnt="3">
        <dgm:presLayoutVars>
          <dgm:bulletEnabled val="1"/>
        </dgm:presLayoutVars>
      </dgm:prSet>
      <dgm:spPr/>
    </dgm:pt>
    <dgm:pt modelId="{96B40B98-0A6C-4350-B18D-AD004D9DD060}" type="pres">
      <dgm:prSet presAssocID="{0DEAB028-1435-43B7-A9F0-32988E155A09}" presName="dummy" presStyleCnt="0"/>
      <dgm:spPr/>
    </dgm:pt>
    <dgm:pt modelId="{6E32450B-6596-4CE4-8C1B-D2B217257217}" type="pres">
      <dgm:prSet presAssocID="{DFC61AC8-21B4-4522-917B-0E303744772A}" presName="sibTrans" presStyleLbl="sibTrans2D1" presStyleIdx="1" presStyleCnt="3"/>
      <dgm:spPr/>
    </dgm:pt>
    <dgm:pt modelId="{7A3FF785-78E2-4B99-94F2-2B58378195E8}" type="pres">
      <dgm:prSet presAssocID="{C3206CDE-6BB9-4793-9DD8-7248B0966944}" presName="node" presStyleLbl="node1" presStyleIdx="2" presStyleCnt="3">
        <dgm:presLayoutVars>
          <dgm:bulletEnabled val="1"/>
        </dgm:presLayoutVars>
      </dgm:prSet>
      <dgm:spPr/>
    </dgm:pt>
    <dgm:pt modelId="{800EE44D-2329-46C6-A20B-4A3B7EA24CFB}" type="pres">
      <dgm:prSet presAssocID="{C3206CDE-6BB9-4793-9DD8-7248B0966944}" presName="dummy" presStyleCnt="0"/>
      <dgm:spPr/>
    </dgm:pt>
    <dgm:pt modelId="{9CCF3D27-5CE0-465D-B3E0-DEB7B7A85FDC}" type="pres">
      <dgm:prSet presAssocID="{AD0774D2-8C03-4A3B-BB7D-1A1D52B77F53}" presName="sibTrans" presStyleLbl="sibTrans2D1" presStyleIdx="2" presStyleCnt="3"/>
      <dgm:spPr/>
    </dgm:pt>
  </dgm:ptLst>
  <dgm:cxnLst>
    <dgm:cxn modelId="{13CA3C00-132B-4E8C-857A-363B99BE9072}" type="presOf" srcId="{C3206CDE-6BB9-4793-9DD8-7248B0966944}" destId="{7A3FF785-78E2-4B99-94F2-2B58378195E8}" srcOrd="0" destOrd="0" presId="urn:microsoft.com/office/officeart/2005/8/layout/radial6"/>
    <dgm:cxn modelId="{94D49807-D8CB-4771-BEC9-1C4C1434E2FE}" type="presOf" srcId="{F3533AAD-3495-4996-9C71-31EDC8E79D4D}" destId="{43612BD5-48DE-4922-A698-7CD889C501FD}" srcOrd="0" destOrd="2" presId="urn:microsoft.com/office/officeart/2005/8/layout/radial6"/>
    <dgm:cxn modelId="{C7F69814-BBA1-449A-B15A-01CDA1384AF2}" type="presOf" srcId="{F3BF2037-819A-45A0-9473-4A828DFCE264}" destId="{E07A2235-65C0-4438-9D05-C3B38F6BD2D2}" srcOrd="0" destOrd="1" presId="urn:microsoft.com/office/officeart/2005/8/layout/radial6"/>
    <dgm:cxn modelId="{FCA8041D-A0B1-473D-B896-C3D98E4532BA}" type="presOf" srcId="{0DEAB028-1435-43B7-A9F0-32988E155A09}" destId="{43612BD5-48DE-4922-A698-7CD889C501FD}" srcOrd="0" destOrd="0" presId="urn:microsoft.com/office/officeart/2005/8/layout/radial6"/>
    <dgm:cxn modelId="{21312A23-6713-43DA-8D10-9619EC466DC7}" srcId="{0DEAB028-1435-43B7-A9F0-32988E155A09}" destId="{F3533AAD-3495-4996-9C71-31EDC8E79D4D}" srcOrd="1" destOrd="0" parTransId="{9E708606-370C-4961-B99C-CABF40041445}" sibTransId="{0D0993C8-B437-4010-AB19-871B1C11C8D0}"/>
    <dgm:cxn modelId="{1AC74C39-66D2-4E5A-9545-3E0FD70F681F}" srcId="{C3206CDE-6BB9-4793-9DD8-7248B0966944}" destId="{D4520669-A87A-4064-A599-3783F5C917AF}" srcOrd="0" destOrd="0" parTransId="{C05A4FA2-F066-4D9A-B7F5-92F864936A73}" sibTransId="{E662CC24-39BF-4FFF-9273-8E375DED4083}"/>
    <dgm:cxn modelId="{15EB4842-C317-4470-AC2D-8616D979DB7B}" type="presOf" srcId="{D4520669-A87A-4064-A599-3783F5C917AF}" destId="{7A3FF785-78E2-4B99-94F2-2B58378195E8}" srcOrd="0" destOrd="1" presId="urn:microsoft.com/office/officeart/2005/8/layout/radial6"/>
    <dgm:cxn modelId="{A752F856-CDC1-4E46-979D-2EABDF90180A}" srcId="{55211C5E-8B6C-460C-A528-429FBD882EB9}" destId="{F3BF2037-819A-45A0-9473-4A828DFCE264}" srcOrd="0" destOrd="0" parTransId="{A63478BA-7045-4A61-B3FA-FFEAE939B1C2}" sibTransId="{314EA2D4-CD1F-418F-87ED-528E6FD4C00B}"/>
    <dgm:cxn modelId="{3EF4685A-F4DB-4C0C-98B3-5A07840D30BD}" type="presOf" srcId="{13C88341-9DCD-470B-AA30-6E1509EBC493}" destId="{43612BD5-48DE-4922-A698-7CD889C501FD}" srcOrd="0" destOrd="1" presId="urn:microsoft.com/office/officeart/2005/8/layout/radial6"/>
    <dgm:cxn modelId="{F8A45C83-771A-4FDD-9DBE-457396257AAE}" srcId="{F212B620-E0A5-4FA9-A6CB-51EDB0E0A540}" destId="{F47AB50B-581F-45FC-8F16-29017337D913}" srcOrd="0" destOrd="0" parTransId="{182F4E47-F59B-4A5E-890D-E4855A2C25BE}" sibTransId="{F3786117-1AF3-4B84-B522-9673D7A9CBAF}"/>
    <dgm:cxn modelId="{387FCE86-408F-4FE6-96E8-3F0FE856B890}" type="presOf" srcId="{F47AB50B-581F-45FC-8F16-29017337D913}" destId="{776B65CE-20B1-4D3C-8CCA-7F92B3FBAEE7}" srcOrd="0" destOrd="0" presId="urn:microsoft.com/office/officeart/2005/8/layout/radial6"/>
    <dgm:cxn modelId="{C705D08A-6C52-4F66-ACB0-52BB39573879}" srcId="{F47AB50B-581F-45FC-8F16-29017337D913}" destId="{C3206CDE-6BB9-4793-9DD8-7248B0966944}" srcOrd="2" destOrd="0" parTransId="{D762A978-6EC4-401A-98E0-5423075EE663}" sibTransId="{AD0774D2-8C03-4A3B-BB7D-1A1D52B77F53}"/>
    <dgm:cxn modelId="{DAE288A4-0B21-4FBE-9FD1-551646DD6590}" type="presOf" srcId="{55211C5E-8B6C-460C-A528-429FBD882EB9}" destId="{E07A2235-65C0-4438-9D05-C3B38F6BD2D2}" srcOrd="0" destOrd="0" presId="urn:microsoft.com/office/officeart/2005/8/layout/radial6"/>
    <dgm:cxn modelId="{EE78E2B3-F7C6-4E76-A90D-1EDBBC38165F}" type="presOf" srcId="{6A88B9CA-416D-4C00-93B6-6CD518AE748F}" destId="{3220FD9D-7803-4231-BA6B-C69E7D9E1CBF}" srcOrd="0" destOrd="0" presId="urn:microsoft.com/office/officeart/2005/8/layout/radial6"/>
    <dgm:cxn modelId="{84AC4AC5-F8C6-45E5-A5B7-A79F431AA0EA}" type="presOf" srcId="{F212B620-E0A5-4FA9-A6CB-51EDB0E0A540}" destId="{C4F8919F-426B-426D-8FED-67267FB88369}" srcOrd="0" destOrd="0" presId="urn:microsoft.com/office/officeart/2005/8/layout/radial6"/>
    <dgm:cxn modelId="{46F56AD5-75C0-4A8B-999F-97FFC572CC14}" srcId="{F47AB50B-581F-45FC-8F16-29017337D913}" destId="{55211C5E-8B6C-460C-A528-429FBD882EB9}" srcOrd="0" destOrd="0" parTransId="{0861F1CF-27A9-436E-B5D8-9EDE68003995}" sibTransId="{6A88B9CA-416D-4C00-93B6-6CD518AE748F}"/>
    <dgm:cxn modelId="{AB96F0D7-3212-4AA7-8D89-85228B74E671}" srcId="{0DEAB028-1435-43B7-A9F0-32988E155A09}" destId="{13C88341-9DCD-470B-AA30-6E1509EBC493}" srcOrd="0" destOrd="0" parTransId="{5594247B-E73B-44FB-879A-D4FFAB91A0FA}" sibTransId="{EF152A2C-8D16-4B4C-B6E6-ECA077EB6B89}"/>
    <dgm:cxn modelId="{FC3CC0D8-50C8-4761-A47B-7987F5DE7D8B}" type="presOf" srcId="{DFC61AC8-21B4-4522-917B-0E303744772A}" destId="{6E32450B-6596-4CE4-8C1B-D2B217257217}" srcOrd="0" destOrd="0" presId="urn:microsoft.com/office/officeart/2005/8/layout/radial6"/>
    <dgm:cxn modelId="{5C2DACF0-DE77-4A1A-8003-EBA60333CC8F}" srcId="{F47AB50B-581F-45FC-8F16-29017337D913}" destId="{0DEAB028-1435-43B7-A9F0-32988E155A09}" srcOrd="1" destOrd="0" parTransId="{C65E1DAB-66A9-49E1-9AD7-DD98E39AA0D9}" sibTransId="{DFC61AC8-21B4-4522-917B-0E303744772A}"/>
    <dgm:cxn modelId="{0C4630FF-C891-497A-B742-E92DC2724358}" type="presOf" srcId="{AD0774D2-8C03-4A3B-BB7D-1A1D52B77F53}" destId="{9CCF3D27-5CE0-465D-B3E0-DEB7B7A85FDC}" srcOrd="0" destOrd="0" presId="urn:microsoft.com/office/officeart/2005/8/layout/radial6"/>
    <dgm:cxn modelId="{FAA898C9-157E-4E42-A2F3-29A15D46A507}" type="presParOf" srcId="{C4F8919F-426B-426D-8FED-67267FB88369}" destId="{776B65CE-20B1-4D3C-8CCA-7F92B3FBAEE7}" srcOrd="0" destOrd="0" presId="urn:microsoft.com/office/officeart/2005/8/layout/radial6"/>
    <dgm:cxn modelId="{89876612-7BCA-40A1-8618-A41459E1E777}" type="presParOf" srcId="{C4F8919F-426B-426D-8FED-67267FB88369}" destId="{E07A2235-65C0-4438-9D05-C3B38F6BD2D2}" srcOrd="1" destOrd="0" presId="urn:microsoft.com/office/officeart/2005/8/layout/radial6"/>
    <dgm:cxn modelId="{25DA7691-501A-4D7F-8C22-8F349F8A5508}" type="presParOf" srcId="{C4F8919F-426B-426D-8FED-67267FB88369}" destId="{219989B7-D5A8-4A4E-8374-47641110936C}" srcOrd="2" destOrd="0" presId="urn:microsoft.com/office/officeart/2005/8/layout/radial6"/>
    <dgm:cxn modelId="{7194F39B-05D0-4E91-87F3-C2EC397758BB}" type="presParOf" srcId="{C4F8919F-426B-426D-8FED-67267FB88369}" destId="{3220FD9D-7803-4231-BA6B-C69E7D9E1CBF}" srcOrd="3" destOrd="0" presId="urn:microsoft.com/office/officeart/2005/8/layout/radial6"/>
    <dgm:cxn modelId="{2DD6BC18-FEA8-42E6-BC29-1EE8520E2904}" type="presParOf" srcId="{C4F8919F-426B-426D-8FED-67267FB88369}" destId="{43612BD5-48DE-4922-A698-7CD889C501FD}" srcOrd="4" destOrd="0" presId="urn:microsoft.com/office/officeart/2005/8/layout/radial6"/>
    <dgm:cxn modelId="{88D45D4C-B33C-4ED1-AF77-2981759FA23D}" type="presParOf" srcId="{C4F8919F-426B-426D-8FED-67267FB88369}" destId="{96B40B98-0A6C-4350-B18D-AD004D9DD060}" srcOrd="5" destOrd="0" presId="urn:microsoft.com/office/officeart/2005/8/layout/radial6"/>
    <dgm:cxn modelId="{3EAA5340-D2EE-49F8-B1AA-338011E321C6}" type="presParOf" srcId="{C4F8919F-426B-426D-8FED-67267FB88369}" destId="{6E32450B-6596-4CE4-8C1B-D2B217257217}" srcOrd="6" destOrd="0" presId="urn:microsoft.com/office/officeart/2005/8/layout/radial6"/>
    <dgm:cxn modelId="{93E1E9EA-9F95-491F-BE38-1986F315D39E}" type="presParOf" srcId="{C4F8919F-426B-426D-8FED-67267FB88369}" destId="{7A3FF785-78E2-4B99-94F2-2B58378195E8}" srcOrd="7" destOrd="0" presId="urn:microsoft.com/office/officeart/2005/8/layout/radial6"/>
    <dgm:cxn modelId="{CDA6CF80-0489-455D-A7DC-AE02885B4446}" type="presParOf" srcId="{C4F8919F-426B-426D-8FED-67267FB88369}" destId="{800EE44D-2329-46C6-A20B-4A3B7EA24CFB}" srcOrd="8" destOrd="0" presId="urn:microsoft.com/office/officeart/2005/8/layout/radial6"/>
    <dgm:cxn modelId="{5C6DF3B9-F54A-4E64-8F01-3BBBDCA43428}" type="presParOf" srcId="{C4F8919F-426B-426D-8FED-67267FB88369}" destId="{9CCF3D27-5CE0-465D-B3E0-DEB7B7A85FDC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F3D27-5CE0-465D-B3E0-DEB7B7A85FDC}">
      <dsp:nvSpPr>
        <dsp:cNvPr id="0" name=""/>
        <dsp:cNvSpPr/>
      </dsp:nvSpPr>
      <dsp:spPr>
        <a:xfrm>
          <a:off x="2037082" y="626642"/>
          <a:ext cx="4180834" cy="4180834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2450B-6596-4CE4-8C1B-D2B217257217}">
      <dsp:nvSpPr>
        <dsp:cNvPr id="0" name=""/>
        <dsp:cNvSpPr/>
      </dsp:nvSpPr>
      <dsp:spPr>
        <a:xfrm>
          <a:off x="2037082" y="626642"/>
          <a:ext cx="4180834" cy="4180834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0FD9D-7803-4231-BA6B-C69E7D9E1CBF}">
      <dsp:nvSpPr>
        <dsp:cNvPr id="0" name=""/>
        <dsp:cNvSpPr/>
      </dsp:nvSpPr>
      <dsp:spPr>
        <a:xfrm>
          <a:off x="2037082" y="626642"/>
          <a:ext cx="4180834" cy="4180834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B65CE-20B1-4D3C-8CCA-7F92B3FBAEE7}">
      <dsp:nvSpPr>
        <dsp:cNvPr id="0" name=""/>
        <dsp:cNvSpPr/>
      </dsp:nvSpPr>
      <dsp:spPr>
        <a:xfrm>
          <a:off x="3166163" y="1755722"/>
          <a:ext cx="1922673" cy="19226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Branch A Root</a:t>
          </a:r>
        </a:p>
      </dsp:txBody>
      <dsp:txXfrm>
        <a:off x="3447732" y="2037291"/>
        <a:ext cx="1359535" cy="1359535"/>
      </dsp:txXfrm>
    </dsp:sp>
    <dsp:sp modelId="{E07A2235-65C0-4438-9D05-C3B38F6BD2D2}">
      <dsp:nvSpPr>
        <dsp:cNvPr id="0" name=""/>
        <dsp:cNvSpPr/>
      </dsp:nvSpPr>
      <dsp:spPr>
        <a:xfrm>
          <a:off x="3454564" y="2157"/>
          <a:ext cx="1345871" cy="13458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Branch A Child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Branch A Grandchild with long text</a:t>
          </a:r>
        </a:p>
      </dsp:txBody>
      <dsp:txXfrm>
        <a:off x="3651662" y="199255"/>
        <a:ext cx="951675" cy="951675"/>
      </dsp:txXfrm>
    </dsp:sp>
    <dsp:sp modelId="{43612BD5-48DE-4922-A698-7CD889C501FD}">
      <dsp:nvSpPr>
        <dsp:cNvPr id="0" name=""/>
        <dsp:cNvSpPr/>
      </dsp:nvSpPr>
      <dsp:spPr>
        <a:xfrm>
          <a:off x="5222958" y="3065106"/>
          <a:ext cx="1345871" cy="13458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Branch B Root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Branch B Child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Branch B Grandchild</a:t>
          </a:r>
        </a:p>
      </dsp:txBody>
      <dsp:txXfrm>
        <a:off x="5420056" y="3262204"/>
        <a:ext cx="951675" cy="951675"/>
      </dsp:txXfrm>
    </dsp:sp>
    <dsp:sp modelId="{7A3FF785-78E2-4B99-94F2-2B58378195E8}">
      <dsp:nvSpPr>
        <dsp:cNvPr id="0" name=""/>
        <dsp:cNvSpPr/>
      </dsp:nvSpPr>
      <dsp:spPr>
        <a:xfrm>
          <a:off x="1686169" y="3065106"/>
          <a:ext cx="1345871" cy="13458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Branch C Root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Branch C Child</a:t>
          </a:r>
        </a:p>
      </dsp:txBody>
      <dsp:txXfrm>
        <a:off x="1883267" y="3262204"/>
        <a:ext cx="951675" cy="95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096F-8922-CB86-0CA5-75CB24FF1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5E6CF-C054-9A92-C793-E58643BCA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7AEE3-C79B-895B-169A-734DBD11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A3188-851B-D153-4E95-D27A3014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CDB66-4DC0-BDC9-9730-6140FAB6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26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B169-F8C9-51F6-A890-1DD5E40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1D725-55EF-0324-A795-F2A645DF6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F9E23-97A3-8D01-FCF6-5095E4A2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25152-1A0D-2B11-37AD-BE938CDC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3E7DD-A4B0-C340-B4DC-05808D87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5F2B-8581-0285-5959-966727D5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0C264-D253-D172-3D94-C3343A07F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2F84E-0838-2136-12B5-AB63AED9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EF251-FB36-CD8C-783B-BC6A9E80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9F6B8-A5E2-EB71-087B-D7383BB1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9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5DBBC-EB4F-42B8-B388-DF0E5047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D0FC-48CE-355E-7E13-1399C473C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C0A1F-85DD-4266-9FDF-1E079B3CA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6937F-E667-1B71-0A8E-1A2DF238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DE23E-E2E6-03C5-EFCA-B414EA01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078D4-4627-AF10-3EC0-6BC248F4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9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91D2-C871-1F96-DBC8-586799FF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9BD26-990D-CB68-1AF4-ABEF86B09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6E3ED-A529-1031-DFFA-BA1A1549E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C8C32-367D-75D2-F1E5-2D9C79045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205B7-E5B7-2893-A8C8-C0B33E3A0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AFC94D-5287-5E4F-0FC8-578D093AA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91AB47-2BF2-DECE-9757-766DCDAD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BABB5-340D-0C20-DA78-7346FEB3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1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9B9C-0A7C-3EF4-3102-4BFB4F87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2B043-31FE-18C5-3A89-DDDE1646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B1401-FD40-8BF2-DCC3-F39DAC2A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60332-AC06-CDA3-5DDA-67BFD181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F956F8-DCC9-17CE-4FD7-EBAF49A0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82272-80F3-DE5B-B14B-F72F4488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F2411-A265-C9B5-3BAC-BE8FA14B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6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D6D9-2633-61C0-C986-94173749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BC7BF-2297-69EE-DB81-C71008C7D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A7421-971E-F2EB-DEF8-F18F49523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21C24-1C0A-E785-9B6A-E62A5377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DD451-BBE5-20E5-EFB3-C9A1A96C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3D630-D972-F49F-2398-388D0CC1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1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3F0F-C86E-32FB-512B-92C47A35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A7A1B-7ED5-CF7C-C1C0-144839AC9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D698C-73E5-478E-E5A9-5016A0ACF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81814-F86A-54AD-0B6D-E2B68B31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80A92-D92F-68AA-3B12-69D10402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14DA3-3939-15EA-9A77-E6D40523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0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BF89-9815-2E5D-1339-48FED499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8E4EE-59E0-17D8-0502-496749092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8C0F-A410-3F5A-59DC-C5ACD2AC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E9433-5F70-107D-5671-4FDEF72D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D4B18-9533-21BE-5507-D368B422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5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52089-3DE4-8ECB-3BC1-EA1FAFDA1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36357-4015-B72D-C423-CF67533AF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8E1C4-2412-2EE8-0D90-B94B16E7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9F76D-C492-D0B2-A7C0-A3ABA769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23BE-6B1F-D065-9A06-720C3BFD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9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7D9D7-D10E-DD62-F5D7-03725F40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4BD78-98E4-5338-B6B6-A350C9018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DD9F7-34E7-FB59-3AF1-0E710C897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5F0FF-9113-4439-9003-F878647D75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9E4D2-47C4-E096-D030-3CEE80C30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D6768-B1A5-92F8-7015-0C012B5ED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50488-640B-4E29-B20A-AF3D653AE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9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21DF7E9-AE8C-4638-4752-BE606AED7D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32277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0967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2026-09-06T08:14:14Z</dcterms:created>
  <dcterms:modified xsi:type="dcterms:W3CDTF">2026-09-06T08:14:15Z</dcterms:modified>
</cp:coreProperties>
</file>