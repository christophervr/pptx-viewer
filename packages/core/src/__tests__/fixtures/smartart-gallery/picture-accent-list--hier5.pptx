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B02940-2B37-41F4-8B19-22F0CBE8CBED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B5C955-E68B-4301-86DB-289EDBCD6248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E046D7D5-F482-4A1D-9DE1-31653F5ACE19}" type="parTrans" cxnId="{493722AD-28F4-4853-8065-CAB281A0D471}">
      <dgm:prSet/>
      <dgm:spPr/>
    </dgm:pt>
    <dgm:pt modelId="{8CEDE052-C28D-4AEB-B548-279093C903BF}" type="sibTrans" cxnId="{493722AD-28F4-4853-8065-CAB281A0D471}">
      <dgm:prSet/>
      <dgm:spPr/>
    </dgm:pt>
    <dgm:pt modelId="{38B90D71-0D95-4324-91E7-23AEC3355027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7FD12E56-B9F8-41A8-AE60-100846F222B4}" type="parTrans" cxnId="{01EDE01B-FEF7-4970-8154-950E3994036A}">
      <dgm:prSet/>
      <dgm:spPr/>
    </dgm:pt>
    <dgm:pt modelId="{705C6ED0-C1D5-48C6-8AD1-E3CA4DB6D889}" type="sibTrans" cxnId="{01EDE01B-FEF7-4970-8154-950E3994036A}">
      <dgm:prSet/>
      <dgm:spPr/>
    </dgm:pt>
    <dgm:pt modelId="{BB1672FB-F462-43AA-B8E4-5B7DB6B8928A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284D8225-5163-4CB3-A917-4330C40E9BF9}" type="parTrans" cxnId="{61E95BFF-3E08-4273-8617-094131DF0B7D}">
      <dgm:prSet/>
      <dgm:spPr/>
    </dgm:pt>
    <dgm:pt modelId="{24B164CC-F611-4FC9-8DCF-0203FA1332E2}" type="sibTrans" cxnId="{61E95BFF-3E08-4273-8617-094131DF0B7D}">
      <dgm:prSet/>
      <dgm:spPr/>
    </dgm:pt>
    <dgm:pt modelId="{3AF696E5-3A8B-451B-9C7A-2AB2EB52931D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E95C220E-65C8-45CF-8843-C8B4FB9C95D6}" type="parTrans" cxnId="{55932857-BAD6-415A-8D43-1A1CD49B96C4}">
      <dgm:prSet/>
      <dgm:spPr/>
    </dgm:pt>
    <dgm:pt modelId="{BA532621-D560-49A7-B021-3D0BE471FDB3}" type="sibTrans" cxnId="{55932857-BAD6-415A-8D43-1A1CD49B96C4}">
      <dgm:prSet/>
      <dgm:spPr/>
    </dgm:pt>
    <dgm:pt modelId="{3FD8420B-6312-46FA-A4FC-EC5CE9142D15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F4D17036-C1E0-4530-98E9-670105400018}" type="parTrans" cxnId="{5CC58093-E0A4-4E82-ABDA-ED7C85CC0DEF}">
      <dgm:prSet/>
      <dgm:spPr/>
    </dgm:pt>
    <dgm:pt modelId="{BB2698B8-044B-49AF-8565-3B73A561B634}" type="sibTrans" cxnId="{5CC58093-E0A4-4E82-ABDA-ED7C85CC0DEF}">
      <dgm:prSet/>
      <dgm:spPr/>
    </dgm:pt>
    <dgm:pt modelId="{D10CEF28-59D4-44ED-87EA-3CF1D92A4120}" type="pres">
      <dgm:prSet presAssocID="{0FB02940-2B37-41F4-8B19-22F0CBE8CBED}" presName="linearFlow" presStyleCnt="0">
        <dgm:presLayoutVars>
          <dgm:dir/>
          <dgm:animLvl val="lvl"/>
          <dgm:resizeHandles/>
        </dgm:presLayoutVars>
      </dgm:prSet>
      <dgm:spPr/>
    </dgm:pt>
    <dgm:pt modelId="{C720F79D-5E24-4F44-8CB6-BA57AD6730FB}" type="pres">
      <dgm:prSet presAssocID="{88B5C955-E68B-4301-86DB-289EDBCD6248}" presName="compositeNode" presStyleCnt="0">
        <dgm:presLayoutVars>
          <dgm:bulletEnabled val="1"/>
        </dgm:presLayoutVars>
      </dgm:prSet>
      <dgm:spPr/>
    </dgm:pt>
    <dgm:pt modelId="{C9581E6F-D9DB-480C-8CD7-CB9B3A7CF560}" type="pres">
      <dgm:prSet presAssocID="{88B5C955-E68B-4301-86DB-289EDBCD6248}" presName="image" presStyleLbl="fgImgPlace1" presStyleIdx="0" presStyleCnt="3"/>
      <dgm:spPr/>
    </dgm:pt>
    <dgm:pt modelId="{B5912016-A49D-44F0-B57A-E404B5962B15}" type="pres">
      <dgm:prSet presAssocID="{88B5C955-E68B-4301-86DB-289EDBCD6248}" presName="childNode" presStyleLbl="node1" presStyleIdx="0" presStyleCnt="3">
        <dgm:presLayoutVars>
          <dgm:bulletEnabled val="1"/>
        </dgm:presLayoutVars>
      </dgm:prSet>
      <dgm:spPr/>
    </dgm:pt>
    <dgm:pt modelId="{F9DB85E6-E487-4154-8B70-6E380B225EB0}" type="pres">
      <dgm:prSet presAssocID="{88B5C955-E68B-4301-86DB-289EDBCD6248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0D088A8F-A707-4B81-ADF7-EFD8CF5634BD}" type="pres">
      <dgm:prSet presAssocID="{8CEDE052-C28D-4AEB-B548-279093C903BF}" presName="sibTrans" presStyleCnt="0"/>
      <dgm:spPr/>
    </dgm:pt>
    <dgm:pt modelId="{95915576-5A96-480E-83D6-EB1152249595}" type="pres">
      <dgm:prSet presAssocID="{BB1672FB-F462-43AA-B8E4-5B7DB6B8928A}" presName="compositeNode" presStyleCnt="0">
        <dgm:presLayoutVars>
          <dgm:bulletEnabled val="1"/>
        </dgm:presLayoutVars>
      </dgm:prSet>
      <dgm:spPr/>
    </dgm:pt>
    <dgm:pt modelId="{3377741A-2967-49CB-8023-914F32D2BF92}" type="pres">
      <dgm:prSet presAssocID="{BB1672FB-F462-43AA-B8E4-5B7DB6B8928A}" presName="image" presStyleLbl="fgImgPlace1" presStyleIdx="1" presStyleCnt="3"/>
      <dgm:spPr/>
    </dgm:pt>
    <dgm:pt modelId="{3390F0D3-98A5-40FB-80EF-F30E413D4B0A}" type="pres">
      <dgm:prSet presAssocID="{BB1672FB-F462-43AA-B8E4-5B7DB6B8928A}" presName="childNode" presStyleLbl="node1" presStyleIdx="1" presStyleCnt="3">
        <dgm:presLayoutVars>
          <dgm:bulletEnabled val="1"/>
        </dgm:presLayoutVars>
      </dgm:prSet>
      <dgm:spPr/>
    </dgm:pt>
    <dgm:pt modelId="{A4E9796A-9489-40AA-8745-C6D32DC8C88F}" type="pres">
      <dgm:prSet presAssocID="{BB1672FB-F462-43AA-B8E4-5B7DB6B8928A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14CA7588-0463-4C67-8FC4-E2E1C9991E1D}" type="pres">
      <dgm:prSet presAssocID="{24B164CC-F611-4FC9-8DCF-0203FA1332E2}" presName="sibTrans" presStyleCnt="0"/>
      <dgm:spPr/>
    </dgm:pt>
    <dgm:pt modelId="{0375111E-B4FE-4587-8EC5-9E15814CFCC9}" type="pres">
      <dgm:prSet presAssocID="{3AF696E5-3A8B-451B-9C7A-2AB2EB52931D}" presName="compositeNode" presStyleCnt="0">
        <dgm:presLayoutVars>
          <dgm:bulletEnabled val="1"/>
        </dgm:presLayoutVars>
      </dgm:prSet>
      <dgm:spPr/>
    </dgm:pt>
    <dgm:pt modelId="{7F603966-0262-41DE-B6E0-FE137CC4B31B}" type="pres">
      <dgm:prSet presAssocID="{3AF696E5-3A8B-451B-9C7A-2AB2EB52931D}" presName="image" presStyleLbl="fgImgPlace1" presStyleIdx="2" presStyleCnt="3"/>
      <dgm:spPr/>
    </dgm:pt>
    <dgm:pt modelId="{7D2198D2-E797-4F82-961B-2D6D3175C3A5}" type="pres">
      <dgm:prSet presAssocID="{3AF696E5-3A8B-451B-9C7A-2AB2EB52931D}" presName="childNode" presStyleLbl="node1" presStyleIdx="2" presStyleCnt="3">
        <dgm:presLayoutVars>
          <dgm:bulletEnabled val="1"/>
        </dgm:presLayoutVars>
      </dgm:prSet>
      <dgm:spPr/>
    </dgm:pt>
    <dgm:pt modelId="{F7B4D38A-D293-4774-BB44-037F84E7243F}" type="pres">
      <dgm:prSet presAssocID="{3AF696E5-3A8B-451B-9C7A-2AB2EB52931D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A1A6F80D-2BDB-4C9D-B2E7-C907E1E12A6D}" type="presOf" srcId="{38B90D71-0D95-4324-91E7-23AEC3355027}" destId="{B5912016-A49D-44F0-B57A-E404B5962B15}" srcOrd="0" destOrd="0" presId="urn:microsoft.com/office/officeart/2005/8/layout/hList2"/>
    <dgm:cxn modelId="{01EDE01B-FEF7-4970-8154-950E3994036A}" srcId="{88B5C955-E68B-4301-86DB-289EDBCD6248}" destId="{38B90D71-0D95-4324-91E7-23AEC3355027}" srcOrd="0" destOrd="0" parTransId="{7FD12E56-B9F8-41A8-AE60-100846F222B4}" sibTransId="{705C6ED0-C1D5-48C6-8AD1-E3CA4DB6D889}"/>
    <dgm:cxn modelId="{3909501C-44E8-458E-83F7-FE4321973298}" type="presOf" srcId="{BB1672FB-F462-43AA-B8E4-5B7DB6B8928A}" destId="{A4E9796A-9489-40AA-8745-C6D32DC8C88F}" srcOrd="0" destOrd="0" presId="urn:microsoft.com/office/officeart/2005/8/layout/hList2"/>
    <dgm:cxn modelId="{9EDDD75E-C50E-45F4-AD6B-9B51478C3A7A}" type="presOf" srcId="{3FD8420B-6312-46FA-A4FC-EC5CE9142D15}" destId="{7D2198D2-E797-4F82-961B-2D6D3175C3A5}" srcOrd="0" destOrd="0" presId="urn:microsoft.com/office/officeart/2005/8/layout/hList2"/>
    <dgm:cxn modelId="{5F691868-E118-4C01-95FE-FE845C0167D3}" type="presOf" srcId="{3AF696E5-3A8B-451B-9C7A-2AB2EB52931D}" destId="{F7B4D38A-D293-4774-BB44-037F84E7243F}" srcOrd="0" destOrd="0" presId="urn:microsoft.com/office/officeart/2005/8/layout/hList2"/>
    <dgm:cxn modelId="{55932857-BAD6-415A-8D43-1A1CD49B96C4}" srcId="{0FB02940-2B37-41F4-8B19-22F0CBE8CBED}" destId="{3AF696E5-3A8B-451B-9C7A-2AB2EB52931D}" srcOrd="2" destOrd="0" parTransId="{E95C220E-65C8-45CF-8843-C8B4FB9C95D6}" sibTransId="{BA532621-D560-49A7-B021-3D0BE471FDB3}"/>
    <dgm:cxn modelId="{5CC58093-E0A4-4E82-ABDA-ED7C85CC0DEF}" srcId="{3AF696E5-3A8B-451B-9C7A-2AB2EB52931D}" destId="{3FD8420B-6312-46FA-A4FC-EC5CE9142D15}" srcOrd="0" destOrd="0" parTransId="{F4D17036-C1E0-4530-98E9-670105400018}" sibTransId="{BB2698B8-044B-49AF-8565-3B73A561B634}"/>
    <dgm:cxn modelId="{493722AD-28F4-4853-8065-CAB281A0D471}" srcId="{0FB02940-2B37-41F4-8B19-22F0CBE8CBED}" destId="{88B5C955-E68B-4301-86DB-289EDBCD6248}" srcOrd="0" destOrd="0" parTransId="{E046D7D5-F482-4A1D-9DE1-31653F5ACE19}" sibTransId="{8CEDE052-C28D-4AEB-B548-279093C903BF}"/>
    <dgm:cxn modelId="{357386B1-BC05-4171-BD10-3979BB608BFA}" type="presOf" srcId="{88B5C955-E68B-4301-86DB-289EDBCD6248}" destId="{F9DB85E6-E487-4154-8B70-6E380B225EB0}" srcOrd="0" destOrd="0" presId="urn:microsoft.com/office/officeart/2005/8/layout/hList2"/>
    <dgm:cxn modelId="{B3E7AFD4-50ED-440B-A2E2-9C206E3F48F6}" type="presOf" srcId="{0FB02940-2B37-41F4-8B19-22F0CBE8CBED}" destId="{D10CEF28-59D4-44ED-87EA-3CF1D92A4120}" srcOrd="0" destOrd="0" presId="urn:microsoft.com/office/officeart/2005/8/layout/hList2"/>
    <dgm:cxn modelId="{61E95BFF-3E08-4273-8617-094131DF0B7D}" srcId="{0FB02940-2B37-41F4-8B19-22F0CBE8CBED}" destId="{BB1672FB-F462-43AA-B8E4-5B7DB6B8928A}" srcOrd="1" destOrd="0" parTransId="{284D8225-5163-4CB3-A917-4330C40E9BF9}" sibTransId="{24B164CC-F611-4FC9-8DCF-0203FA1332E2}"/>
    <dgm:cxn modelId="{115E838E-F8BE-41AE-BDDA-E37AFC81C035}" type="presParOf" srcId="{D10CEF28-59D4-44ED-87EA-3CF1D92A4120}" destId="{C720F79D-5E24-4F44-8CB6-BA57AD6730FB}" srcOrd="0" destOrd="0" presId="urn:microsoft.com/office/officeart/2005/8/layout/hList2"/>
    <dgm:cxn modelId="{DB9CC9A4-EC9C-43BD-9537-1DF07A43C724}" type="presParOf" srcId="{C720F79D-5E24-4F44-8CB6-BA57AD6730FB}" destId="{C9581E6F-D9DB-480C-8CD7-CB9B3A7CF560}" srcOrd="0" destOrd="0" presId="urn:microsoft.com/office/officeart/2005/8/layout/hList2"/>
    <dgm:cxn modelId="{532CE130-C5F1-475B-B1CD-998EF5167558}" type="presParOf" srcId="{C720F79D-5E24-4F44-8CB6-BA57AD6730FB}" destId="{B5912016-A49D-44F0-B57A-E404B5962B15}" srcOrd="1" destOrd="0" presId="urn:microsoft.com/office/officeart/2005/8/layout/hList2"/>
    <dgm:cxn modelId="{FEAB9A13-45DE-440F-ADDB-6644F042591F}" type="presParOf" srcId="{C720F79D-5E24-4F44-8CB6-BA57AD6730FB}" destId="{F9DB85E6-E487-4154-8B70-6E380B225EB0}" srcOrd="2" destOrd="0" presId="urn:microsoft.com/office/officeart/2005/8/layout/hList2"/>
    <dgm:cxn modelId="{F2C773E2-8D48-4BF0-AD95-1A410FE777B6}" type="presParOf" srcId="{D10CEF28-59D4-44ED-87EA-3CF1D92A4120}" destId="{0D088A8F-A707-4B81-ADF7-EFD8CF5634BD}" srcOrd="1" destOrd="0" presId="urn:microsoft.com/office/officeart/2005/8/layout/hList2"/>
    <dgm:cxn modelId="{A6F24310-F376-4DB5-B98A-B42DD430331B}" type="presParOf" srcId="{D10CEF28-59D4-44ED-87EA-3CF1D92A4120}" destId="{95915576-5A96-480E-83D6-EB1152249595}" srcOrd="2" destOrd="0" presId="urn:microsoft.com/office/officeart/2005/8/layout/hList2"/>
    <dgm:cxn modelId="{93853E62-5E11-4AA6-9B93-BA6B9B1BEE79}" type="presParOf" srcId="{95915576-5A96-480E-83D6-EB1152249595}" destId="{3377741A-2967-49CB-8023-914F32D2BF92}" srcOrd="0" destOrd="0" presId="urn:microsoft.com/office/officeart/2005/8/layout/hList2"/>
    <dgm:cxn modelId="{3CAEB66E-60AE-4075-8B61-CEF43F781DAA}" type="presParOf" srcId="{95915576-5A96-480E-83D6-EB1152249595}" destId="{3390F0D3-98A5-40FB-80EF-F30E413D4B0A}" srcOrd="1" destOrd="0" presId="urn:microsoft.com/office/officeart/2005/8/layout/hList2"/>
    <dgm:cxn modelId="{9979C8C4-2871-4E01-AE96-13CA79089447}" type="presParOf" srcId="{95915576-5A96-480E-83D6-EB1152249595}" destId="{A4E9796A-9489-40AA-8745-C6D32DC8C88F}" srcOrd="2" destOrd="0" presId="urn:microsoft.com/office/officeart/2005/8/layout/hList2"/>
    <dgm:cxn modelId="{3693AE80-8E23-4ABA-8353-6E28AFDE8F03}" type="presParOf" srcId="{D10CEF28-59D4-44ED-87EA-3CF1D92A4120}" destId="{14CA7588-0463-4C67-8FC4-E2E1C9991E1D}" srcOrd="3" destOrd="0" presId="urn:microsoft.com/office/officeart/2005/8/layout/hList2"/>
    <dgm:cxn modelId="{4EE3B9C0-3A6C-4F49-9089-F76843A3159B}" type="presParOf" srcId="{D10CEF28-59D4-44ED-87EA-3CF1D92A4120}" destId="{0375111E-B4FE-4587-8EC5-9E15814CFCC9}" srcOrd="4" destOrd="0" presId="urn:microsoft.com/office/officeart/2005/8/layout/hList2"/>
    <dgm:cxn modelId="{29092179-4C91-4655-BE82-A83074AFA78C}" type="presParOf" srcId="{0375111E-B4FE-4587-8EC5-9E15814CFCC9}" destId="{7F603966-0262-41DE-B6E0-FE137CC4B31B}" srcOrd="0" destOrd="0" presId="urn:microsoft.com/office/officeart/2005/8/layout/hList2"/>
    <dgm:cxn modelId="{7C1E767E-80E3-455E-B7E3-C58043FE76DB}" type="presParOf" srcId="{0375111E-B4FE-4587-8EC5-9E15814CFCC9}" destId="{7D2198D2-E797-4F82-961B-2D6D3175C3A5}" srcOrd="1" destOrd="0" presId="urn:microsoft.com/office/officeart/2005/8/layout/hList2"/>
    <dgm:cxn modelId="{2B7E576F-5D25-45AC-8A11-611E6AE372AB}" type="presParOf" srcId="{0375111E-B4FE-4587-8EC5-9E15814CFCC9}" destId="{F7B4D38A-D293-4774-BB44-037F84E7243F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DB85E6-E487-4154-8B70-6E380B225EB0}">
      <dsp:nvSpPr>
        <dsp:cNvPr id="0" name=""/>
        <dsp:cNvSpPr/>
      </dsp:nvSpPr>
      <dsp:spPr>
        <a:xfrm rot="16200000">
          <a:off x="-1732967" y="2603689"/>
          <a:ext cx="3962400" cy="398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1066" bIns="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One</a:t>
          </a:r>
        </a:p>
      </dsp:txBody>
      <dsp:txXfrm>
        <a:off x="-1732967" y="2603689"/>
        <a:ext cx="3962400" cy="398059"/>
      </dsp:txXfrm>
    </dsp:sp>
    <dsp:sp modelId="{B5912016-A49D-44F0-B57A-E404B5962B15}">
      <dsp:nvSpPr>
        <dsp:cNvPr id="0" name=""/>
        <dsp:cNvSpPr/>
      </dsp:nvSpPr>
      <dsp:spPr>
        <a:xfrm>
          <a:off x="447262" y="821519"/>
          <a:ext cx="1982758" cy="39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592" tIns="351066" rIns="291592" bIns="29159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Node Two has a longer label</a:t>
          </a:r>
        </a:p>
      </dsp:txBody>
      <dsp:txXfrm>
        <a:off x="447262" y="821519"/>
        <a:ext cx="1982758" cy="3962400"/>
      </dsp:txXfrm>
    </dsp:sp>
    <dsp:sp modelId="{C9581E6F-D9DB-480C-8CD7-CB9B3A7CF560}">
      <dsp:nvSpPr>
        <dsp:cNvPr id="0" name=""/>
        <dsp:cNvSpPr/>
      </dsp:nvSpPr>
      <dsp:spPr>
        <a:xfrm>
          <a:off x="49202" y="296080"/>
          <a:ext cx="796119" cy="79611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E9796A-9489-40AA-8745-C6D32DC8C88F}">
      <dsp:nvSpPr>
        <dsp:cNvPr id="0" name=""/>
        <dsp:cNvSpPr/>
      </dsp:nvSpPr>
      <dsp:spPr>
        <a:xfrm rot="16200000">
          <a:off x="1154920" y="2603689"/>
          <a:ext cx="3962400" cy="398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1066" bIns="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Three</a:t>
          </a:r>
        </a:p>
      </dsp:txBody>
      <dsp:txXfrm>
        <a:off x="1154920" y="2603689"/>
        <a:ext cx="3962400" cy="398059"/>
      </dsp:txXfrm>
    </dsp:sp>
    <dsp:sp modelId="{3390F0D3-98A5-40FB-80EF-F30E413D4B0A}">
      <dsp:nvSpPr>
        <dsp:cNvPr id="0" name=""/>
        <dsp:cNvSpPr/>
      </dsp:nvSpPr>
      <dsp:spPr>
        <a:xfrm>
          <a:off x="3335150" y="821519"/>
          <a:ext cx="1982758" cy="39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77741A-2967-49CB-8023-914F32D2BF92}">
      <dsp:nvSpPr>
        <dsp:cNvPr id="0" name=""/>
        <dsp:cNvSpPr/>
      </dsp:nvSpPr>
      <dsp:spPr>
        <a:xfrm>
          <a:off x="2937090" y="296080"/>
          <a:ext cx="796119" cy="79611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B4D38A-D293-4774-BB44-037F84E7243F}">
      <dsp:nvSpPr>
        <dsp:cNvPr id="0" name=""/>
        <dsp:cNvSpPr/>
      </dsp:nvSpPr>
      <dsp:spPr>
        <a:xfrm rot="16200000">
          <a:off x="4042808" y="2603689"/>
          <a:ext cx="3962400" cy="398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1066" bIns="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Four</a:t>
          </a:r>
        </a:p>
      </dsp:txBody>
      <dsp:txXfrm>
        <a:off x="4042808" y="2603689"/>
        <a:ext cx="3962400" cy="398059"/>
      </dsp:txXfrm>
    </dsp:sp>
    <dsp:sp modelId="{7D2198D2-E797-4F82-961B-2D6D3175C3A5}">
      <dsp:nvSpPr>
        <dsp:cNvPr id="0" name=""/>
        <dsp:cNvSpPr/>
      </dsp:nvSpPr>
      <dsp:spPr>
        <a:xfrm>
          <a:off x="6223038" y="821519"/>
          <a:ext cx="1982758" cy="39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592" tIns="351066" rIns="291592" bIns="29159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Node Five</a:t>
          </a:r>
        </a:p>
      </dsp:txBody>
      <dsp:txXfrm>
        <a:off x="6223038" y="821519"/>
        <a:ext cx="1982758" cy="3962400"/>
      </dsp:txXfrm>
    </dsp:sp>
    <dsp:sp modelId="{7F603966-0262-41DE-B6E0-FE137CC4B31B}">
      <dsp:nvSpPr>
        <dsp:cNvPr id="0" name=""/>
        <dsp:cNvSpPr/>
      </dsp:nvSpPr>
      <dsp:spPr>
        <a:xfrm>
          <a:off x="5824979" y="296080"/>
          <a:ext cx="796119" cy="79611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99C5-A294-5FA7-50F8-4C72F66E1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E57DFE-CF98-0255-A89B-B0E5CB026A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FF519-C07C-3F0A-B412-F451C9EE0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2D5-07C8-4CEC-BA2A-1E0DD021B7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1CC3C-68A8-8251-59F1-8D0EC3EA2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09E64-063A-27C8-DD7B-1FB991024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243B-9355-42D4-B092-39B7DAF00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47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3CF72-71BB-470C-4C7E-0D7518531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2E47D-0C1E-6B29-FB26-E53AFF44F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04CD0-C6E3-D37F-6434-F612BA4C7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2D5-07C8-4CEC-BA2A-1E0DD021B7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8AED6-F1F6-591A-29A7-DFC18DDB1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1FCEE-758E-A742-C497-20E2EB9C0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243B-9355-42D4-B092-39B7DAF00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60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E323F-4E39-9C37-5526-B841B78E1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73140-91B9-24B8-A9A7-6167F24D6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69CFE-8B6D-7F3E-9325-42BC9A1C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2D5-07C8-4CEC-BA2A-1E0DD021B7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30940-70D6-1146-ECB0-25362685B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54062-4C87-4557-B9B5-A37A61C3F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243B-9355-42D4-B092-39B7DAF00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86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F00F6-887C-BE5E-3E4C-81647FD1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EA4AF-2C1A-42A3-EF9B-0B581E79EA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3388F-E8F2-7B74-BB28-0809217AC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DC177-B45A-320F-4619-A0484265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2D5-07C8-4CEC-BA2A-1E0DD021B7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F0406-4F17-8029-2452-AF723EB45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DDFDE-4A3F-DF0C-B801-F35123F3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243B-9355-42D4-B092-39B7DAF00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1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53AFC-9AFD-7010-C144-1EBD7A673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5A87F-21D5-9CFC-8DD4-8DD3CBB1C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96088A-EC21-8041-44AA-90DDB928B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9BF38-5B89-1D7E-9588-1CC5146957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E2654-EA0B-5FB5-4BB7-97F8B74CBD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9860E0-74FE-5A30-54E1-886C2DBC9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2D5-07C8-4CEC-BA2A-1E0DD021B7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34B1C4-FAC2-E629-E055-010F9598C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88237D-9B9B-9F3F-5720-7E9373422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243B-9355-42D4-B092-39B7DAF00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35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D5626-D0FD-9D1F-B37E-F71C093EF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A8531-B0D1-FCC7-6BF0-190458B4C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2D5-07C8-4CEC-BA2A-1E0DD021B7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9C918F-5A1D-117F-F703-85F51DE9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9C88A-F5AD-E53F-2E4C-FDBF419F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243B-9355-42D4-B092-39B7DAF00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73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B64F6B-20F9-AE68-E400-582C16305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2D5-07C8-4CEC-BA2A-1E0DD021B7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305F5-D5ED-1200-F136-8B7802A04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7379C-301D-6AFC-E760-DEBEB86C8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243B-9355-42D4-B092-39B7DAF00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76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7E71-691A-6466-3A00-B4AD97791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1FFD4-1F76-FB89-F504-A756EB47B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75304-4B2B-17C6-CB81-C67DF8594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A5619-EC9C-2902-B3B2-E90CA7B2F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2D5-07C8-4CEC-BA2A-1E0DD021B7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CF24D-1B5A-B435-9394-069AB9D0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FC0D5-E082-AECF-579C-DE1456DAF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243B-9355-42D4-B092-39B7DAF00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36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230DB-885D-0915-2120-1612D44B2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D5B511-BA9A-B601-551D-98E90724C8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B7BC8-F0EE-BB77-B35C-0407EC0FB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DCA33-3DA9-9CE2-90F1-520CD14FB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2D5-07C8-4CEC-BA2A-1E0DD021B7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61375-7DDE-E42C-426E-A915F8407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A305A-20FD-9145-9392-983A0DC31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243B-9355-42D4-B092-39B7DAF00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01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66B02-6681-E2AA-A7E0-606B4D1E7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F60F2-AEB5-0F32-B958-E043E29E2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DBBB5-FEC3-4230-3284-FE5EB9FB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2D5-07C8-4CEC-BA2A-1E0DD021B7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851B2-C0D0-6E9F-6B38-CD4A71481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1D370-8B5D-B7A7-3129-8EE7F4DFA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243B-9355-42D4-B092-39B7DAF00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0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19C813-6F38-AE79-E0DB-2364886B2F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A1BA83-7D5C-A885-B696-4C75C3BE3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4F5DC-7F73-76FF-BB9F-DE6ECD29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2D5-07C8-4CEC-BA2A-1E0DD021B7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7BA28-CA50-60D7-33F8-4863A2A13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C7B1E-8888-FA55-913A-3F51890FA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243B-9355-42D4-B092-39B7DAF00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76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E15DDE-5B71-AAE2-EAA3-105304C0A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F4DB1-2444-4670-BD13-C1E6ADAB0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11986-A8F5-CB83-F305-888323484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B52D5-07C8-4CEC-BA2A-1E0DD021B7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40E78-7CEA-69A9-FCE4-39610EF3B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EFA2C-0208-A01C-34BF-7E208FC8CC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F243B-9355-42D4-B092-39B7DAF00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593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0DC39D-C423-428C-DB7B-F82C4CFDB0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993933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3424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2026-09-06T08:12:43Z</dcterms:created>
  <dcterms:modified xsi:type="dcterms:W3CDTF">2026-09-06T08:12:44Z</dcterms:modified>
</cp:coreProperties>
</file>