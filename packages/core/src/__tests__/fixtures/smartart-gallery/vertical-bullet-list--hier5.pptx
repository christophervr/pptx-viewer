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A8D0E3-8A8D-4A94-A738-3FD48550D1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E3D5C7-13FC-489D-BC17-7CD7FD015B1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A62DC6EE-C19D-49C6-886C-735305DDB5B8}" type="parTrans" cxnId="{8DE44CA3-8656-46A0-AFC2-32A8B8C2E015}">
      <dgm:prSet/>
      <dgm:spPr/>
    </dgm:pt>
    <dgm:pt modelId="{06FFD29E-4202-42AB-85F2-DE71EF0049F5}" type="sibTrans" cxnId="{8DE44CA3-8656-46A0-AFC2-32A8B8C2E015}">
      <dgm:prSet/>
      <dgm:spPr/>
    </dgm:pt>
    <dgm:pt modelId="{57B09F2A-0C54-494D-AAA8-15E7BA5F27A3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BE0AA6C5-AD7D-4F9D-82B0-075490066302}" type="parTrans" cxnId="{69163B84-65EE-45FB-B34F-13CB4CC2495C}">
      <dgm:prSet/>
      <dgm:spPr/>
    </dgm:pt>
    <dgm:pt modelId="{7514288A-64F7-4351-A160-73F826AA6859}" type="sibTrans" cxnId="{69163B84-65EE-45FB-B34F-13CB4CC2495C}">
      <dgm:prSet/>
      <dgm:spPr/>
    </dgm:pt>
    <dgm:pt modelId="{C97CA756-326A-4660-BCA5-FA10EC3D0A4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04277332-4981-4A76-9CE3-E8907282F3B8}" type="parTrans" cxnId="{1D20FF2E-9B5F-4370-BC42-80C4139830BE}">
      <dgm:prSet/>
      <dgm:spPr/>
    </dgm:pt>
    <dgm:pt modelId="{1CF251EF-7B00-4CB0-B9CD-6F3727BE62EA}" type="sibTrans" cxnId="{1D20FF2E-9B5F-4370-BC42-80C4139830BE}">
      <dgm:prSet/>
      <dgm:spPr/>
    </dgm:pt>
    <dgm:pt modelId="{139DDFC6-5BC1-4301-BCE1-BDC362C40047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30AE3153-1BB5-404A-95F4-02DC790A2B31}" type="parTrans" cxnId="{F46BADD5-F193-4566-BA2C-0E1A40B155A8}">
      <dgm:prSet/>
      <dgm:spPr/>
    </dgm:pt>
    <dgm:pt modelId="{3C9EF622-DBF3-4289-AD3A-C733066812C7}" type="sibTrans" cxnId="{F46BADD5-F193-4566-BA2C-0E1A40B155A8}">
      <dgm:prSet/>
      <dgm:spPr/>
    </dgm:pt>
    <dgm:pt modelId="{C213C940-89D5-4F81-AC88-5352AC3DB322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B9F8DF6-CEC2-4A3F-96B1-36EFC0297261}" type="parTrans" cxnId="{293873D9-3EC6-4762-BCEE-27D52F8EC7F4}">
      <dgm:prSet/>
      <dgm:spPr/>
    </dgm:pt>
    <dgm:pt modelId="{5F2B6F0D-2C1D-49DC-9B65-EBE9515D7482}" type="sibTrans" cxnId="{293873D9-3EC6-4762-BCEE-27D52F8EC7F4}">
      <dgm:prSet/>
      <dgm:spPr/>
    </dgm:pt>
    <dgm:pt modelId="{C2BF4DBD-F3D1-4E19-94F7-EDA3AEC184A4}" type="pres">
      <dgm:prSet presAssocID="{DDA8D0E3-8A8D-4A94-A738-3FD48550D118}" presName="linear" presStyleCnt="0">
        <dgm:presLayoutVars>
          <dgm:animLvl val="lvl"/>
          <dgm:resizeHandles val="exact"/>
        </dgm:presLayoutVars>
      </dgm:prSet>
      <dgm:spPr/>
    </dgm:pt>
    <dgm:pt modelId="{648542EC-17C4-4C3C-A15E-31F31004C203}" type="pres">
      <dgm:prSet presAssocID="{18E3D5C7-13FC-489D-BC17-7CD7FD015B1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84AD01-58A4-4959-BAE3-8E6080D911B6}" type="pres">
      <dgm:prSet presAssocID="{18E3D5C7-13FC-489D-BC17-7CD7FD015B10}" presName="childText" presStyleLbl="revTx" presStyleIdx="0" presStyleCnt="2">
        <dgm:presLayoutVars>
          <dgm:bulletEnabled val="1"/>
        </dgm:presLayoutVars>
      </dgm:prSet>
      <dgm:spPr/>
    </dgm:pt>
    <dgm:pt modelId="{BFE8C17D-D5C1-4FC6-AE11-E498E46F9CAA}" type="pres">
      <dgm:prSet presAssocID="{C97CA756-326A-4660-BCA5-FA10EC3D0A4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D030A28-9E34-4341-A615-0FCCF363C6A1}" type="pres">
      <dgm:prSet presAssocID="{1CF251EF-7B00-4CB0-B9CD-6F3727BE62EA}" presName="spacer" presStyleCnt="0"/>
      <dgm:spPr/>
    </dgm:pt>
    <dgm:pt modelId="{D3B4ECB8-70DA-4B5B-B557-746BA17EBF1B}" type="pres">
      <dgm:prSet presAssocID="{139DDFC6-5BC1-4301-BCE1-BDC362C4004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D709C36-3115-4251-9176-464124E705F2}" type="pres">
      <dgm:prSet presAssocID="{139DDFC6-5BC1-4301-BCE1-BDC362C4004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8EFB310-0AFB-4FEF-A460-5B76FB4192CE}" type="presOf" srcId="{C213C940-89D5-4F81-AC88-5352AC3DB322}" destId="{6D709C36-3115-4251-9176-464124E705F2}" srcOrd="0" destOrd="0" presId="urn:microsoft.com/office/officeart/2005/8/layout/vList2"/>
    <dgm:cxn modelId="{1D20FF2E-9B5F-4370-BC42-80C4139830BE}" srcId="{DDA8D0E3-8A8D-4A94-A738-3FD48550D118}" destId="{C97CA756-326A-4660-BCA5-FA10EC3D0A40}" srcOrd="1" destOrd="0" parTransId="{04277332-4981-4A76-9CE3-E8907282F3B8}" sibTransId="{1CF251EF-7B00-4CB0-B9CD-6F3727BE62EA}"/>
    <dgm:cxn modelId="{44BC6632-1CA9-431C-AC6D-CA9C4B740079}" type="presOf" srcId="{DDA8D0E3-8A8D-4A94-A738-3FD48550D118}" destId="{C2BF4DBD-F3D1-4E19-94F7-EDA3AEC184A4}" srcOrd="0" destOrd="0" presId="urn:microsoft.com/office/officeart/2005/8/layout/vList2"/>
    <dgm:cxn modelId="{FAC48F4D-F8B4-4335-9667-866E830FD1BE}" type="presOf" srcId="{139DDFC6-5BC1-4301-BCE1-BDC362C40047}" destId="{D3B4ECB8-70DA-4B5B-B557-746BA17EBF1B}" srcOrd="0" destOrd="0" presId="urn:microsoft.com/office/officeart/2005/8/layout/vList2"/>
    <dgm:cxn modelId="{69163B84-65EE-45FB-B34F-13CB4CC2495C}" srcId="{18E3D5C7-13FC-489D-BC17-7CD7FD015B10}" destId="{57B09F2A-0C54-494D-AAA8-15E7BA5F27A3}" srcOrd="0" destOrd="0" parTransId="{BE0AA6C5-AD7D-4F9D-82B0-075490066302}" sibTransId="{7514288A-64F7-4351-A160-73F826AA6859}"/>
    <dgm:cxn modelId="{3BB47A91-6F1F-43C4-A292-175CD8FEFC82}" type="presOf" srcId="{C97CA756-326A-4660-BCA5-FA10EC3D0A40}" destId="{BFE8C17D-D5C1-4FC6-AE11-E498E46F9CAA}" srcOrd="0" destOrd="0" presId="urn:microsoft.com/office/officeart/2005/8/layout/vList2"/>
    <dgm:cxn modelId="{8DE44CA3-8656-46A0-AFC2-32A8B8C2E015}" srcId="{DDA8D0E3-8A8D-4A94-A738-3FD48550D118}" destId="{18E3D5C7-13FC-489D-BC17-7CD7FD015B10}" srcOrd="0" destOrd="0" parTransId="{A62DC6EE-C19D-49C6-886C-735305DDB5B8}" sibTransId="{06FFD29E-4202-42AB-85F2-DE71EF0049F5}"/>
    <dgm:cxn modelId="{F0D0B1BA-F41A-4864-9A21-2B0C53339E24}" type="presOf" srcId="{57B09F2A-0C54-494D-AAA8-15E7BA5F27A3}" destId="{5E84AD01-58A4-4959-BAE3-8E6080D911B6}" srcOrd="0" destOrd="0" presId="urn:microsoft.com/office/officeart/2005/8/layout/vList2"/>
    <dgm:cxn modelId="{F46BADD5-F193-4566-BA2C-0E1A40B155A8}" srcId="{DDA8D0E3-8A8D-4A94-A738-3FD48550D118}" destId="{139DDFC6-5BC1-4301-BCE1-BDC362C40047}" srcOrd="2" destOrd="0" parTransId="{30AE3153-1BB5-404A-95F4-02DC790A2B31}" sibTransId="{3C9EF622-DBF3-4289-AD3A-C733066812C7}"/>
    <dgm:cxn modelId="{293873D9-3EC6-4762-BCEE-27D52F8EC7F4}" srcId="{139DDFC6-5BC1-4301-BCE1-BDC362C40047}" destId="{C213C940-89D5-4F81-AC88-5352AC3DB322}" srcOrd="0" destOrd="0" parTransId="{7B9F8DF6-CEC2-4A3F-96B1-36EFC0297261}" sibTransId="{5F2B6F0D-2C1D-49DC-9B65-EBE9515D7482}"/>
    <dgm:cxn modelId="{213F45F7-B9F6-49A6-8E02-7A1700F483DF}" type="presOf" srcId="{18E3D5C7-13FC-489D-BC17-7CD7FD015B10}" destId="{648542EC-17C4-4C3C-A15E-31F31004C203}" srcOrd="0" destOrd="0" presId="urn:microsoft.com/office/officeart/2005/8/layout/vList2"/>
    <dgm:cxn modelId="{A7D2881C-91D1-468A-B1A1-2CF9BB80816C}" type="presParOf" srcId="{C2BF4DBD-F3D1-4E19-94F7-EDA3AEC184A4}" destId="{648542EC-17C4-4C3C-A15E-31F31004C203}" srcOrd="0" destOrd="0" presId="urn:microsoft.com/office/officeart/2005/8/layout/vList2"/>
    <dgm:cxn modelId="{DBDA0A3B-0675-4ABF-9B86-EB412C022BA4}" type="presParOf" srcId="{C2BF4DBD-F3D1-4E19-94F7-EDA3AEC184A4}" destId="{5E84AD01-58A4-4959-BAE3-8E6080D911B6}" srcOrd="1" destOrd="0" presId="urn:microsoft.com/office/officeart/2005/8/layout/vList2"/>
    <dgm:cxn modelId="{BE6840D5-3D87-4C1E-A6D3-54414995212A}" type="presParOf" srcId="{C2BF4DBD-F3D1-4E19-94F7-EDA3AEC184A4}" destId="{BFE8C17D-D5C1-4FC6-AE11-E498E46F9CAA}" srcOrd="2" destOrd="0" presId="urn:microsoft.com/office/officeart/2005/8/layout/vList2"/>
    <dgm:cxn modelId="{1103F459-F850-49EB-B9B4-5828E00E39AA}" type="presParOf" srcId="{C2BF4DBD-F3D1-4E19-94F7-EDA3AEC184A4}" destId="{CD030A28-9E34-4341-A615-0FCCF363C6A1}" srcOrd="3" destOrd="0" presId="urn:microsoft.com/office/officeart/2005/8/layout/vList2"/>
    <dgm:cxn modelId="{6F6FCEC8-8D99-414D-A768-836B4AC49561}" type="presParOf" srcId="{C2BF4DBD-F3D1-4E19-94F7-EDA3AEC184A4}" destId="{D3B4ECB8-70DA-4B5B-B557-746BA17EBF1B}" srcOrd="4" destOrd="0" presId="urn:microsoft.com/office/officeart/2005/8/layout/vList2"/>
    <dgm:cxn modelId="{9CC2F64C-2016-4813-9BBD-0E7482EA736D}" type="presParOf" srcId="{C2BF4DBD-F3D1-4E19-94F7-EDA3AEC184A4}" destId="{6D709C36-3115-4251-9176-464124E705F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542EC-17C4-4C3C-A15E-31F31004C203}">
      <dsp:nvSpPr>
        <dsp:cNvPr id="0" name=""/>
        <dsp:cNvSpPr/>
      </dsp:nvSpPr>
      <dsp:spPr>
        <a:xfrm>
          <a:off x="0" y="16670"/>
          <a:ext cx="8255000" cy="11302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Node One</a:t>
          </a:r>
        </a:p>
      </dsp:txBody>
      <dsp:txXfrm>
        <a:off x="55173" y="71843"/>
        <a:ext cx="8144654" cy="1019874"/>
      </dsp:txXfrm>
    </dsp:sp>
    <dsp:sp modelId="{5E84AD01-58A4-4959-BAE3-8E6080D911B6}">
      <dsp:nvSpPr>
        <dsp:cNvPr id="0" name=""/>
        <dsp:cNvSpPr/>
      </dsp:nvSpPr>
      <dsp:spPr>
        <a:xfrm>
          <a:off x="0" y="1146890"/>
          <a:ext cx="8255000" cy="76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096" tIns="58420" rIns="327152" bIns="584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kern="1200"/>
            <a:t>Node Two has a longer label</a:t>
          </a:r>
        </a:p>
      </dsp:txBody>
      <dsp:txXfrm>
        <a:off x="0" y="1146890"/>
        <a:ext cx="8255000" cy="761760"/>
      </dsp:txXfrm>
    </dsp:sp>
    <dsp:sp modelId="{BFE8C17D-D5C1-4FC6-AE11-E498E46F9CAA}">
      <dsp:nvSpPr>
        <dsp:cNvPr id="0" name=""/>
        <dsp:cNvSpPr/>
      </dsp:nvSpPr>
      <dsp:spPr>
        <a:xfrm>
          <a:off x="0" y="1908650"/>
          <a:ext cx="8255000" cy="11302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Node Three</a:t>
          </a:r>
        </a:p>
      </dsp:txBody>
      <dsp:txXfrm>
        <a:off x="55173" y="1963823"/>
        <a:ext cx="8144654" cy="1019874"/>
      </dsp:txXfrm>
    </dsp:sp>
    <dsp:sp modelId="{D3B4ECB8-70DA-4B5B-B557-746BA17EBF1B}">
      <dsp:nvSpPr>
        <dsp:cNvPr id="0" name=""/>
        <dsp:cNvSpPr/>
      </dsp:nvSpPr>
      <dsp:spPr>
        <a:xfrm>
          <a:off x="0" y="3171350"/>
          <a:ext cx="8255000" cy="11302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Node Four</a:t>
          </a:r>
        </a:p>
      </dsp:txBody>
      <dsp:txXfrm>
        <a:off x="55173" y="3226523"/>
        <a:ext cx="8144654" cy="1019874"/>
      </dsp:txXfrm>
    </dsp:sp>
    <dsp:sp modelId="{6D709C36-3115-4251-9176-464124E705F2}">
      <dsp:nvSpPr>
        <dsp:cNvPr id="0" name=""/>
        <dsp:cNvSpPr/>
      </dsp:nvSpPr>
      <dsp:spPr>
        <a:xfrm>
          <a:off x="0" y="4301570"/>
          <a:ext cx="8255000" cy="76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096" tIns="58420" rIns="327152" bIns="584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kern="1200"/>
            <a:t>Node Five</a:t>
          </a:r>
        </a:p>
      </dsp:txBody>
      <dsp:txXfrm>
        <a:off x="0" y="4301570"/>
        <a:ext cx="8255000" cy="761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6552-4D77-0DF8-F998-106FF19A2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0A7B6-7DC3-FCDC-C8DC-411636249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5700A-9824-D5D5-FAAE-E2D02F056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5C44B-19DB-D796-89BD-B1199671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87383-869A-72F5-80B2-84751660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73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5003-9D3D-39A7-B95A-11F4282A1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B1436-1FD1-45B9-C5B8-3811BD315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C4408-82D5-E4B7-AF7F-AF6DA938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6DCAC-7662-5E75-0F35-CDE8B472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662F6-B3FA-B27C-C261-168883CA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8860-E22A-D320-293A-46160BE3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28EB0-7D03-B63E-A503-4427C0EC9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4F88F-E7E9-52F3-0CC8-14AA918E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07AE8-73B0-5DD4-89FA-98BB2403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B8BEC-F749-13E0-33B6-4C9A52AC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52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1172B-893B-8902-2C59-5662D4B0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A3078-2912-F071-EE05-8659C6C2A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05EA8-00AE-EAEB-DA86-0CFF8FB54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507A7-52B8-2D0F-BA31-ACCAAAE9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B74BD-4954-66E3-00DB-46EF89886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20864-B002-2291-747E-4DA25364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37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459D-16ED-14FB-642C-9B3DD4EEA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B3F79-6790-72CF-27CE-0E072D0F7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4A6A4-1697-9BBC-F1E3-9B3763C39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E57B0A-6457-913D-CDDC-6F96DCE5E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61030-7988-5EBD-86F6-EDACE85A8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A455E-BD35-11D4-6E55-1AB6508A1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5F0FB0-C985-F594-8790-74696E4E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D4829-4E37-7B4F-A4B0-18C3DED5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3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4AF3-64D2-61EF-5D33-8CDA7B5B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B5397-C29C-8BDD-4143-88C3D5E4D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91893-D81B-8DC2-54F1-940386FC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77223-4FD5-E543-E420-468D2C84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6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2233D-6548-8AC6-4959-5FDF4454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2AE1D-5662-8588-7B06-BB57FE2F2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59DB2-9B05-860C-26BE-D0A008D9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3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9711-C9E2-B4B1-73A5-5D34477F6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A19E0-E039-14EC-266B-F016ABF63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5B52A-148C-1F79-C45D-CABF01021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5B2AC-78C8-BA90-CBFE-2743FAC4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47BA7-E13A-8E41-F163-946C05B7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2886A-20A1-952A-6370-77BD3C20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5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FE53-4A63-46BF-73B0-664CE6231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EC9CB-401A-B1AA-D79B-EBE0DB222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D897C-0655-FE2E-BBCF-8DFD77C13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F3D4B-7E6B-65A1-8277-7A8A8010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32C04-9382-DBB6-75CD-6AA4CB59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702C0-7E32-6FD1-F1A7-6DC72597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36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3F5D7-0823-1878-451B-D90BA546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6FE0A-E591-78E5-473C-4F7826203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2C327-0DC1-626E-8344-7D41C37C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113CA-4C1B-930D-AC1D-14BBEB457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16597-26E2-DEA2-D72F-3F9CAD4E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3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7EC2AD-2C19-FA67-7C9A-C65FD3855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48F80-16C3-D8EE-890B-9BAE221F1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4CE6-930C-9F00-CE8D-ABDD0707C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E8132-94FF-C1D1-1EF5-31B9C38E0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0F08E-B5C7-9B15-4270-BE3CD472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43D40-CBA9-8072-E322-F0D7D5C9B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6C219-314D-27CE-9DF7-95D75C442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1CCCB-C8FE-5B38-923B-F10BA0B96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E835E-7426-4F8D-A492-A57143252D1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68FBC-9B49-FAD2-7823-0ED20E349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91E0A-76E9-1AD7-9760-9B595F576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54CA7-9D6A-4F22-AB96-B61C2C002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8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8A9CFB9-BF25-6029-DF6C-57342ADD74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240850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4317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2026-09-06T08:12:35Z</dcterms:created>
  <dcterms:modified xsi:type="dcterms:W3CDTF">2026-09-06T08:12:35Z</dcterms:modified>
</cp:coreProperties>
</file>