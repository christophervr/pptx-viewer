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BBAE51-4414-4267-B1E4-8F4597E1709F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4752E5-B40E-4792-A339-989A0F08C29C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726F9BA-C0C8-4016-8F63-7DA501397003}" type="parTrans" cxnId="{861DAD0F-754E-4970-8E88-1BCD74F53E5D}">
      <dgm:prSet/>
      <dgm:spPr/>
    </dgm:pt>
    <dgm:pt modelId="{840F147E-4A39-43FE-88E8-70E4AD0FBD90}" type="sibTrans" cxnId="{861DAD0F-754E-4970-8E88-1BCD74F53E5D}">
      <dgm:prSet/>
      <dgm:spPr/>
    </dgm:pt>
    <dgm:pt modelId="{52BA3D8E-294D-46E1-9BDB-840DA2C72B9E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8146F1CC-3B96-4289-92B3-9E89FE0B9F38}" type="parTrans" cxnId="{FF148453-0D27-42D4-B6DF-76ABD5930990}">
      <dgm:prSet/>
      <dgm:spPr/>
    </dgm:pt>
    <dgm:pt modelId="{A0D7AD3B-9A22-403C-AD06-9F2F2535075B}" type="sibTrans" cxnId="{FF148453-0D27-42D4-B6DF-76ABD5930990}">
      <dgm:prSet/>
      <dgm:spPr/>
    </dgm:pt>
    <dgm:pt modelId="{0D88C492-BCD1-4717-B447-D0D58526F988}" type="pres">
      <dgm:prSet presAssocID="{05BBAE51-4414-4267-B1E4-8F4597E1709F}" presName="compositeShape" presStyleCnt="0">
        <dgm:presLayoutVars>
          <dgm:chMax val="2"/>
          <dgm:dir/>
          <dgm:resizeHandles val="exact"/>
        </dgm:presLayoutVars>
      </dgm:prSet>
      <dgm:spPr/>
    </dgm:pt>
    <dgm:pt modelId="{41E4924B-5060-42C4-BCE8-B6D2A094B909}" type="pres">
      <dgm:prSet presAssocID="{05BBAE51-4414-4267-B1E4-8F4597E1709F}" presName="ribbon" presStyleLbl="node1" presStyleIdx="0" presStyleCnt="1"/>
      <dgm:spPr/>
    </dgm:pt>
    <dgm:pt modelId="{FBCB9DA0-21B6-4D5F-A390-243E31F14350}" type="pres">
      <dgm:prSet presAssocID="{05BBAE51-4414-4267-B1E4-8F4597E1709F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9494BC61-C572-4686-9B46-A245538665DC}" type="pres">
      <dgm:prSet presAssocID="{05BBAE51-4414-4267-B1E4-8F4597E1709F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61DAD0F-754E-4970-8E88-1BCD74F53E5D}" srcId="{05BBAE51-4414-4267-B1E4-8F4597E1709F}" destId="{D24752E5-B40E-4792-A339-989A0F08C29C}" srcOrd="0" destOrd="0" parTransId="{8726F9BA-C0C8-4016-8F63-7DA501397003}" sibTransId="{840F147E-4A39-43FE-88E8-70E4AD0FBD90}"/>
    <dgm:cxn modelId="{D8917F24-2544-4171-9D2D-39588259AD46}" type="presOf" srcId="{05BBAE51-4414-4267-B1E4-8F4597E1709F}" destId="{0D88C492-BCD1-4717-B447-D0D58526F988}" srcOrd="0" destOrd="0" presId="urn:microsoft.com/office/officeart/2005/8/layout/arrow6"/>
    <dgm:cxn modelId="{11C2E950-07DB-4DB0-BA21-678FB4957E55}" type="presOf" srcId="{52BA3D8E-294D-46E1-9BDB-840DA2C72B9E}" destId="{9494BC61-C572-4686-9B46-A245538665DC}" srcOrd="0" destOrd="0" presId="urn:microsoft.com/office/officeart/2005/8/layout/arrow6"/>
    <dgm:cxn modelId="{1944D772-3142-43C4-9EF5-7A7B69F6EE34}" type="presOf" srcId="{D24752E5-B40E-4792-A339-989A0F08C29C}" destId="{FBCB9DA0-21B6-4D5F-A390-243E31F14350}" srcOrd="0" destOrd="0" presId="urn:microsoft.com/office/officeart/2005/8/layout/arrow6"/>
    <dgm:cxn modelId="{FF148453-0D27-42D4-B6DF-76ABD5930990}" srcId="{05BBAE51-4414-4267-B1E4-8F4597E1709F}" destId="{52BA3D8E-294D-46E1-9BDB-840DA2C72B9E}" srcOrd="1" destOrd="0" parTransId="{8146F1CC-3B96-4289-92B3-9E89FE0B9F38}" sibTransId="{A0D7AD3B-9A22-403C-AD06-9F2F2535075B}"/>
    <dgm:cxn modelId="{81FC3D7E-C7EE-4774-AE13-C6D7592E1F1F}" type="presParOf" srcId="{0D88C492-BCD1-4717-B447-D0D58526F988}" destId="{41E4924B-5060-42C4-BCE8-B6D2A094B909}" srcOrd="0" destOrd="0" presId="urn:microsoft.com/office/officeart/2005/8/layout/arrow6"/>
    <dgm:cxn modelId="{DA67450F-35C9-47C8-9D24-6DAF42E31BB6}" type="presParOf" srcId="{0D88C492-BCD1-4717-B447-D0D58526F988}" destId="{FBCB9DA0-21B6-4D5F-A390-243E31F14350}" srcOrd="1" destOrd="0" presId="urn:microsoft.com/office/officeart/2005/8/layout/arrow6"/>
    <dgm:cxn modelId="{D10EAD04-502A-4CAF-A450-DEEA5D9AD22B}" type="presParOf" srcId="{0D88C492-BCD1-4717-B447-D0D58526F988}" destId="{9494BC61-C572-4686-9B46-A245538665DC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4924B-5060-42C4-BCE8-B6D2A094B909}">
      <dsp:nvSpPr>
        <dsp:cNvPr id="0" name=""/>
        <dsp:cNvSpPr/>
      </dsp:nvSpPr>
      <dsp:spPr>
        <a:xfrm>
          <a:off x="0" y="889000"/>
          <a:ext cx="8255000" cy="3301999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B9DA0-21B6-4D5F-A390-243E31F14350}">
      <dsp:nvSpPr>
        <dsp:cNvPr id="0" name=""/>
        <dsp:cNvSpPr/>
      </dsp:nvSpPr>
      <dsp:spPr>
        <a:xfrm>
          <a:off x="990600" y="1466849"/>
          <a:ext cx="2724150" cy="161798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9568" rIns="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Alpha</a:t>
          </a:r>
        </a:p>
      </dsp:txBody>
      <dsp:txXfrm>
        <a:off x="990600" y="1466849"/>
        <a:ext cx="2724150" cy="1617980"/>
      </dsp:txXfrm>
    </dsp:sp>
    <dsp:sp modelId="{9494BC61-C572-4686-9B46-A245538665DC}">
      <dsp:nvSpPr>
        <dsp:cNvPr id="0" name=""/>
        <dsp:cNvSpPr/>
      </dsp:nvSpPr>
      <dsp:spPr>
        <a:xfrm>
          <a:off x="4127500" y="1995170"/>
          <a:ext cx="3219450" cy="161798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9568" rIns="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 has a noticeably longer label than the others</a:t>
          </a:r>
        </a:p>
      </dsp:txBody>
      <dsp:txXfrm>
        <a:off x="4127500" y="1995170"/>
        <a:ext cx="3219450" cy="1617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457D-DD2D-9EF5-4DD9-D141AD095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DFCE9-D486-C4A0-47B1-95CEC6255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29F36-DFD7-47F8-FA69-EFD24BB2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23354-BB8F-2217-6372-AB3FA4F2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9D4CD-BF5D-0EBD-ABDA-B494E32E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3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EDFA-E0D2-38D3-E48C-90DF386BB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37207-A4B8-66D9-A40B-FBB4EE28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404E8-83D0-2B17-1A2A-4039E2F6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2F274-A753-6965-6B9A-4F224EDB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0F50-5B67-C244-C28F-46FCA0B2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3046-AA25-A5BD-D00A-653CEE44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10C51-C37A-37E0-4904-A3C0E2692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F2ED6-F3B8-D666-9CD2-933A8F1A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D8787-F58D-3023-4888-350F6D95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E8458-A223-BAA8-7C9F-63C3FA21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4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486D-F325-EDD0-F74C-0E3A1828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A985-731E-53DB-D23D-E3311ADB7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84FB9-9A95-F16D-9258-A81933944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6BEC0-785D-F601-8435-B9402CC9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3E9C6-6071-6F7C-565E-B630C963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33469-B7CE-9862-0899-DEF2CC99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1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7826-C669-A776-B3D6-819C0C4E0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70B29-D272-004D-1D6B-39342CD5D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37F2-F90C-CFFD-90F2-07FF847A4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3E5A6-9419-8166-E438-F468689A0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DD5F9-1C2B-C170-3908-CE65B0006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A7223-1FC7-FA90-555A-B78150EA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B1B92-3C3B-4BF0-0E6C-2D4520E2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1F248-4BA7-9FD7-9206-8BD3371A7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4EE5D-CE67-D20A-F605-5E27790F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B12481-F684-B7B1-BEBA-45800F50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75B75-19B4-1D0B-0C77-CDFD44E9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7E633-B0FD-F5BE-F5A3-9C57B006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0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824518-D63F-455A-0E66-4DE5FA98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6C9F9-D1B1-994C-38D2-D8B28908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FA3D9-45A7-16BE-8493-421B389A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7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7D18-55B6-07F7-CC84-21D530EE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A4D65-238A-7FFB-30FB-3426BD4E3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9B177-D5D2-5295-B591-F18BEE344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D88EE-6CB9-3BCD-14D8-55F2F7AC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B8571-6060-D9B7-E6BC-C5D66DC2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05298-5F33-AE7B-E020-DD32A390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9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12E7-429F-93D6-B1BA-EFC76C75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A86E3-C4D7-86CF-4B5F-400DF1CB2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F24D3-DDE9-C57D-9278-CA369FC42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6FD33-F64F-AB9E-69BC-A293BBC9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43390-1B5C-DB18-7E97-09FB1711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B16AA-66E1-BF93-5358-9BB8875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9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6A10-E46E-9FD1-BA27-859E45CC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7E9E5-F469-C7C6-71B9-3117B1464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CEA83-5FF4-68FD-0E65-5AEE266A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990FF-B95F-B91C-8E46-31B87A59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C8F34-6A00-747A-3EBB-E3516649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BED44F-6152-D0EF-8CAD-B4861CD0A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CE486-B8CE-F6A6-C676-DCF7AE368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83DBA-B06E-BDA8-2577-4CFF1D2B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20358-CCCE-223A-77AB-8CBFD1C6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3988-47FD-F1EB-4663-5F5E6B2F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5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582C4-30FD-E217-CC2E-A7612ECD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F6066-913D-6D5F-D83B-66C78B7DA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E6C19-58CA-8777-9684-376F7A43E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5DB60-BFC6-4669-A673-8D20FF88F2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10E00-075F-BF04-8652-4099B69B7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57A90-E552-2F40-0A1A-1AFC06E5B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19253-1259-4E3C-8F75-AF7CB6AA1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7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A601F79-3518-2127-50AB-8F8406B1D0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667606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3261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2026-09-06T08:13:58Z</dcterms:created>
  <dcterms:modified xsi:type="dcterms:W3CDTF">2026-09-06T08:13:58Z</dcterms:modified>
</cp:coreProperties>
</file>