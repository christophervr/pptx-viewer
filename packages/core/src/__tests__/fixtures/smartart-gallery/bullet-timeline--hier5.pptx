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70FC7F-144A-4897-8766-EAB2D57F1A30}" type="doc">
      <dgm:prSet loTypeId="urn:microsoft.com/office/officeart/2024/layout/BulletTimeline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9DE6341-7ACB-476F-93F5-53085324DFF4}">
      <dgm:prSet phldrT="Add an event"/>
      <dgm:spPr/>
      <dgm:t>
        <a:bodyPr/>
        <a:lstStyle/>
        <a:p>
          <a:pPr>
            <a:defRPr b="1"/>
          </a:pPr>
          <a:r>
            <a:rPr lang="en-US"/>
            <a:t>Node One</a:t>
          </a:r>
        </a:p>
      </dgm:t>
    </dgm:pt>
    <dgm:pt modelId="{BF656B89-2E53-443F-A8D9-50848D4FE8D8}" type="parTrans" cxnId="{355C4DAE-67B1-4BB6-8C56-CB297DA4BA0B}">
      <dgm:prSet/>
      <dgm:spPr/>
    </dgm:pt>
    <dgm:pt modelId="{D1836BE6-CCF2-4387-914D-1FF4A7502CCA}" type="sibTrans" cxnId="{355C4DAE-67B1-4BB6-8C56-CB297DA4BA0B}">
      <dgm:prSet/>
      <dgm:spPr/>
    </dgm:pt>
    <dgm:pt modelId="{9B341C62-1BFC-421A-9667-27129A3EC235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B283FFC9-DBD4-4262-82CE-79531C561231}" type="parTrans" cxnId="{8D644C7A-11DB-4151-92FF-A830792701F2}">
      <dgm:prSet/>
      <dgm:spPr/>
    </dgm:pt>
    <dgm:pt modelId="{C1580929-1473-4C11-A25F-F471C2ED3A53}" type="sibTrans" cxnId="{8D644C7A-11DB-4151-92FF-A830792701F2}">
      <dgm:prSet/>
      <dgm:spPr/>
    </dgm:pt>
    <dgm:pt modelId="{779A92B2-AA9B-45E2-80EE-2E2C901EBE8F}">
      <dgm:prSet phldrT="Add an event"/>
      <dgm:spPr/>
      <dgm:t>
        <a:bodyPr/>
        <a:lstStyle/>
        <a:p>
          <a:pPr>
            <a:defRPr b="1"/>
          </a:pPr>
          <a:r>
            <a:rPr lang="en-US"/>
            <a:t>Node Two has a longer label</a:t>
          </a:r>
        </a:p>
      </dgm:t>
    </dgm:pt>
    <dgm:pt modelId="{05F97A58-A7A7-47C3-9677-F570AF4EB085}" type="parTrans" cxnId="{C78D6A01-C9C5-4FC3-9E32-C739844D5FAD}">
      <dgm:prSet/>
      <dgm:spPr/>
    </dgm:pt>
    <dgm:pt modelId="{A559C36C-205E-44C4-84FB-8685DFA7ACEC}" type="sibTrans" cxnId="{C78D6A01-C9C5-4FC3-9E32-C739844D5FAD}">
      <dgm:prSet/>
      <dgm:spPr/>
    </dgm:pt>
    <dgm:pt modelId="{B4CBF82D-7E16-419C-81F5-A39F11368E09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94A3C206-B3AF-4BAD-AC81-B489EEE78A3A}" type="parTrans" cxnId="{0932F10A-7372-4C85-AFE2-0AFCEF143F1E}">
      <dgm:prSet/>
      <dgm:spPr/>
    </dgm:pt>
    <dgm:pt modelId="{6181DA80-B8C6-497B-B9A7-C9AEE22DF482}" type="sibTrans" cxnId="{0932F10A-7372-4C85-AFE2-0AFCEF143F1E}">
      <dgm:prSet/>
      <dgm:spPr/>
    </dgm:pt>
    <dgm:pt modelId="{AF0DAF36-9BBB-46C6-ABC1-3EB56DA60A67}">
      <dgm:prSet phldrT="Add an event"/>
      <dgm:spPr/>
      <dgm:t>
        <a:bodyPr/>
        <a:lstStyle/>
        <a:p>
          <a:r>
            <a:rPr lang="en-US"/>
            <a:t>Node Three</a:t>
          </a:r>
        </a:p>
      </dgm:t>
    </dgm:pt>
    <dgm:pt modelId="{3B9D631F-286F-4329-8DCE-73D9A72DB9D0}" type="parTrans" cxnId="{2709DEEC-FA6B-490B-868E-789C8CE75AE2}">
      <dgm:prSet/>
      <dgm:spPr/>
    </dgm:pt>
    <dgm:pt modelId="{644B7841-BDBB-4F33-A7E5-349621FFF7B4}" type="sibTrans" cxnId="{2709DEEC-FA6B-490B-868E-789C8CE75AE2}">
      <dgm:prSet/>
      <dgm:spPr/>
    </dgm:pt>
    <dgm:pt modelId="{2CC070E6-092B-4238-A5C2-47269FFCBBA2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360318AA-B73D-41E5-B50A-465D12D85F7A}" type="parTrans" cxnId="{7A92D6C2-3856-4EEB-81F6-680AC08FF94B}">
      <dgm:prSet/>
      <dgm:spPr/>
    </dgm:pt>
    <dgm:pt modelId="{E19A7C1B-8F90-480B-B6B1-8D8B805B3ADA}" type="sibTrans" cxnId="{7A92D6C2-3856-4EEB-81F6-680AC08FF94B}">
      <dgm:prSet/>
      <dgm:spPr/>
    </dgm:pt>
    <dgm:pt modelId="{6D70A64E-79AE-4961-9130-8270D0F2A771}">
      <dgm:prSet phldrT="Add an event"/>
      <dgm:spPr/>
      <dgm:t>
        <a:bodyPr/>
        <a:lstStyle/>
        <a:p>
          <a:pPr>
            <a:defRPr b="1"/>
          </a:pPr>
          <a:r>
            <a:rPr lang="en-US"/>
            <a:t>Node Four</a:t>
          </a:r>
        </a:p>
      </dgm:t>
    </dgm:pt>
    <dgm:pt modelId="{0387242E-FCB2-4D57-A199-7308F65C30CB}" type="parTrans" cxnId="{CFDAACD6-0207-4DE0-8B54-6AA7B73BDA70}">
      <dgm:prSet/>
      <dgm:spPr/>
    </dgm:pt>
    <dgm:pt modelId="{FB25FF72-7CCC-48F0-BE40-37AE6F3585ED}" type="sibTrans" cxnId="{CFDAACD6-0207-4DE0-8B54-6AA7B73BDA70}">
      <dgm:prSet/>
      <dgm:spPr/>
    </dgm:pt>
    <dgm:pt modelId="{41E9AFC0-C634-4D40-A4F4-734478374FF0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4F5FC920-C750-4DBA-9C2C-ADC50F8C4E4F}" type="parTrans" cxnId="{AA421AAB-3D9A-4966-984A-4E428D9D63A7}">
      <dgm:prSet/>
      <dgm:spPr/>
    </dgm:pt>
    <dgm:pt modelId="{B18AE903-2803-4F4B-85F0-48D305AAB965}" type="sibTrans" cxnId="{AA421AAB-3D9A-4966-984A-4E428D9D63A7}">
      <dgm:prSet/>
      <dgm:spPr/>
    </dgm:pt>
    <dgm:pt modelId="{ED8D82F5-6F15-4378-8821-0732746465BD}">
      <dgm:prSet phldrT="Add an event"/>
      <dgm:spPr/>
      <dgm:t>
        <a:bodyPr/>
        <a:lstStyle/>
        <a:p>
          <a:pPr>
            <a:defRPr b="1"/>
          </a:pPr>
          <a:r>
            <a:rPr lang="en-US"/>
            <a:t>Node Five</a:t>
          </a:r>
        </a:p>
      </dgm:t>
    </dgm:pt>
    <dgm:pt modelId="{F6956586-644B-4D03-83DF-FCE84308E35F}" type="parTrans" cxnId="{4264AB09-7484-41E4-A368-DDC7946C9103}">
      <dgm:prSet/>
      <dgm:spPr/>
    </dgm:pt>
    <dgm:pt modelId="{0D3AE9DE-89A9-4677-9C80-0EF208BFC8A9}" type="sibTrans" cxnId="{4264AB09-7484-41E4-A368-DDC7946C9103}">
      <dgm:prSet/>
      <dgm:spPr/>
    </dgm:pt>
    <dgm:pt modelId="{DC8033BF-D10E-4C16-8474-D8079A4BEBFF}">
      <dgm:prSet phldrT="Write a description of the significance of this event" phldr="1"/>
      <dgm:spPr/>
      <dgm:t>
        <a:bodyPr/>
        <a:lstStyle/>
        <a:p>
          <a:endParaRPr lang="en-US"/>
        </a:p>
      </dgm:t>
    </dgm:pt>
    <dgm:pt modelId="{0A910AD1-E974-4F0B-B413-AB82E47F0734}" type="parTrans" cxnId="{19AAA146-B3BD-451C-A128-5E82108248D2}">
      <dgm:prSet/>
      <dgm:spPr/>
    </dgm:pt>
    <dgm:pt modelId="{E109D57F-53AB-4A78-B5FE-F2C913BEC499}" type="sibTrans" cxnId="{19AAA146-B3BD-451C-A128-5E82108248D2}">
      <dgm:prSet/>
      <dgm:spPr/>
    </dgm:pt>
    <dgm:pt modelId="{22F34790-0122-4E08-B493-AB3527C3E97C}" type="pres">
      <dgm:prSet presAssocID="{9370FC7F-144A-4897-8766-EAB2D57F1A30}" presName="root" presStyleCnt="0">
        <dgm:presLayoutVars>
          <dgm:dir/>
          <dgm:animLvl val="lvl"/>
        </dgm:presLayoutVars>
      </dgm:prSet>
      <dgm:spPr/>
    </dgm:pt>
    <dgm:pt modelId="{FF4FDCD9-4D8D-4331-AB67-61AA8A0425C3}" type="pres">
      <dgm:prSet presAssocID="{9370FC7F-144A-4897-8766-EAB2D57F1A30}" presName="divider" presStyleCnt="0"/>
      <dgm:spPr/>
    </dgm:pt>
    <dgm:pt modelId="{7320B345-CC1D-4CAF-B27F-BCD5BA0BB538}" type="pres">
      <dgm:prSet presAssocID="{9370FC7F-144A-4897-8766-EAB2D57F1A30}" presName="rectBar" presStyleLbl="dkBgShp" presStyleIdx="0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7A813BEE-9D84-481C-9F50-6D6B440B6405}" type="pres">
      <dgm:prSet presAssocID="{9370FC7F-144A-4897-8766-EAB2D57F1A30}" presName="chevronArrow" presStyleLbl="dkBgShp" presStyleIdx="1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A334CDAA-B092-4229-8EBE-9A282A1F9D3C}" type="pres">
      <dgm:prSet presAssocID="{9370FC7F-144A-4897-8766-EAB2D57F1A30}" presName="nodes" presStyleCnt="0">
        <dgm:presLayoutVars>
          <dgm:chMax/>
          <dgm:chPref/>
          <dgm:animLvl val="lvl"/>
        </dgm:presLayoutVars>
      </dgm:prSet>
      <dgm:spPr/>
    </dgm:pt>
    <dgm:pt modelId="{63E82FB8-9261-400C-AEA7-439F28882E73}" type="pres">
      <dgm:prSet presAssocID="{49DE6341-7ACB-476F-93F5-53085324DFF4}" presName="composite" presStyleCnt="0"/>
      <dgm:spPr/>
    </dgm:pt>
    <dgm:pt modelId="{7103C136-4BDE-45DA-9B5C-D0E4C4F57DCC}" type="pres">
      <dgm:prSet presAssocID="{49DE6341-7ACB-476F-93F5-53085324DFF4}" presName="DropPinPlaceHolder" presStyleCnt="0"/>
      <dgm:spPr/>
    </dgm:pt>
    <dgm:pt modelId="{23E4F196-872F-4E9F-ADF5-D7971C9E957E}" type="pres">
      <dgm:prSet presAssocID="{49DE6341-7ACB-476F-93F5-53085324DFF4}" presName="DropPin" presStyleLbl="alignNode1" presStyleIdx="0" presStyleCnt="4"/>
      <dgm:spPr/>
    </dgm:pt>
    <dgm:pt modelId="{BA361984-6E11-4C74-A2EC-4AD502AD43A6}" type="pres">
      <dgm:prSet presAssocID="{49DE6341-7ACB-476F-93F5-53085324DFF4}" presName="Ellipse" presStyleLbl="fgAcc1" presStyleIdx="0" presStyleCnt="4"/>
      <dgm:spPr/>
    </dgm:pt>
    <dgm:pt modelId="{BA7A6414-B2C7-458E-A8A7-4CC7347B9EC5}" type="pres">
      <dgm:prSet presAssocID="{49DE6341-7ACB-476F-93F5-53085324DFF4}" presName="L2TextContainer" presStyleLbl="revTx" presStyleIdx="0" presStyleCnt="8">
        <dgm:presLayoutVars>
          <dgm:bulletEnabled val="1"/>
        </dgm:presLayoutVars>
      </dgm:prSet>
      <dgm:spPr/>
    </dgm:pt>
    <dgm:pt modelId="{4A11E0CC-1101-4AB6-915A-40245F1BFDD8}" type="pres">
      <dgm:prSet presAssocID="{49DE6341-7ACB-476F-93F5-53085324DFF4}" presName="L1TextContainer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87BFE73C-7A13-49CE-BF5D-B6605820967B}" type="pres">
      <dgm:prSet presAssocID="{49DE6341-7ACB-476F-93F5-53085324DFF4}" presName="ConnectLine" presStyleLbl="dkBgShp" presStyleIdx="2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1CCA691-E47E-4728-969A-E8C6FF9160F1}" type="pres">
      <dgm:prSet presAssocID="{49DE6341-7ACB-476F-93F5-53085324DFF4}" presName="ConnectorPoint" presStyleCnt="0"/>
      <dgm:spPr/>
    </dgm:pt>
    <dgm:pt modelId="{D34E106F-04F3-4F27-BA02-C981CB41EC9A}" type="pres">
      <dgm:prSet presAssocID="{49DE6341-7ACB-476F-93F5-53085324DFF4}" presName="Bullet" presStyleLbl="node1NoLn" presStyleIdx="0" presStyleCnt="4"/>
      <dgm:spPr/>
    </dgm:pt>
    <dgm:pt modelId="{C23A5A24-5D5A-4C1F-A424-944570CA9F13}" type="pres">
      <dgm:prSet presAssocID="{49DE6341-7ACB-476F-93F5-53085324DFF4}" presName="EmptyPlaceHolder" presStyleCnt="0"/>
      <dgm:spPr/>
    </dgm:pt>
    <dgm:pt modelId="{AB390A61-D722-4C80-884B-24A92665AFBC}" type="pres">
      <dgm:prSet presAssocID="{D1836BE6-CCF2-4387-914D-1FF4A7502CCA}" presName="spaceBetweenRectangles" presStyleCnt="0"/>
      <dgm:spPr/>
    </dgm:pt>
    <dgm:pt modelId="{BA1BFE9C-691F-4742-937A-9BCA7D663D04}" type="pres">
      <dgm:prSet presAssocID="{779A92B2-AA9B-45E2-80EE-2E2C901EBE8F}" presName="composite" presStyleCnt="0"/>
      <dgm:spPr/>
    </dgm:pt>
    <dgm:pt modelId="{830EC5B0-919A-40E0-981D-6295BDEDCB3B}" type="pres">
      <dgm:prSet presAssocID="{779A92B2-AA9B-45E2-80EE-2E2C901EBE8F}" presName="DropPinPlaceHolder" presStyleCnt="0"/>
      <dgm:spPr/>
    </dgm:pt>
    <dgm:pt modelId="{EE8D3526-607A-455F-AD77-7448175C1B55}" type="pres">
      <dgm:prSet presAssocID="{779A92B2-AA9B-45E2-80EE-2E2C901EBE8F}" presName="DropPin" presStyleLbl="alignNode1" presStyleIdx="1" presStyleCnt="4"/>
      <dgm:spPr/>
    </dgm:pt>
    <dgm:pt modelId="{EA04BB5C-930B-4723-9BF2-12B49DF97ABB}" type="pres">
      <dgm:prSet presAssocID="{779A92B2-AA9B-45E2-80EE-2E2C901EBE8F}" presName="Ellipse" presStyleLbl="fgAcc1" presStyleIdx="1" presStyleCnt="4"/>
      <dgm:spPr/>
    </dgm:pt>
    <dgm:pt modelId="{9F307124-F37E-4AF1-B4F1-8E8200999837}" type="pres">
      <dgm:prSet presAssocID="{779A92B2-AA9B-45E2-80EE-2E2C901EBE8F}" presName="L2TextContainer" presStyleLbl="revTx" presStyleIdx="2" presStyleCnt="8">
        <dgm:presLayoutVars>
          <dgm:bulletEnabled val="1"/>
        </dgm:presLayoutVars>
      </dgm:prSet>
      <dgm:spPr/>
    </dgm:pt>
    <dgm:pt modelId="{0E950218-90D6-4A9B-A70A-29B70F0D9608}" type="pres">
      <dgm:prSet presAssocID="{779A92B2-AA9B-45E2-80EE-2E2C901EBE8F}" presName="L1TextContainer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9289E26C-73B8-4D2B-A583-66BF03A9C5BE}" type="pres">
      <dgm:prSet presAssocID="{779A92B2-AA9B-45E2-80EE-2E2C901EBE8F}" presName="ConnectLine" presStyleLbl="dkBgShp" presStyleIdx="3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4AC91C11-FF4A-4547-B145-663DB8CE8F47}" type="pres">
      <dgm:prSet presAssocID="{779A92B2-AA9B-45E2-80EE-2E2C901EBE8F}" presName="ConnectorPoint" presStyleCnt="0"/>
      <dgm:spPr/>
    </dgm:pt>
    <dgm:pt modelId="{F2A77769-83F5-45A0-B7D7-52BE66D0C2DA}" type="pres">
      <dgm:prSet presAssocID="{779A92B2-AA9B-45E2-80EE-2E2C901EBE8F}" presName="Bullet" presStyleLbl="node1NoLn" presStyleIdx="1" presStyleCnt="4"/>
      <dgm:spPr/>
    </dgm:pt>
    <dgm:pt modelId="{8901AB36-F7EE-4BF7-8D99-4963C19FFEFA}" type="pres">
      <dgm:prSet presAssocID="{779A92B2-AA9B-45E2-80EE-2E2C901EBE8F}" presName="EmptyPlaceHolder" presStyleCnt="0"/>
      <dgm:spPr/>
    </dgm:pt>
    <dgm:pt modelId="{419C760B-24B1-4665-A0BA-DDF2B8AF77FA}" type="pres">
      <dgm:prSet presAssocID="{A559C36C-205E-44C4-84FB-8685DFA7ACEC}" presName="spaceBetweenRectangles" presStyleCnt="0"/>
      <dgm:spPr/>
    </dgm:pt>
    <dgm:pt modelId="{AA5D8F52-6F13-4FE4-9085-388676C82835}" type="pres">
      <dgm:prSet presAssocID="{6D70A64E-79AE-4961-9130-8270D0F2A771}" presName="composite" presStyleCnt="0"/>
      <dgm:spPr/>
    </dgm:pt>
    <dgm:pt modelId="{5246AF9C-AEFF-436C-95D1-BD9741C865AF}" type="pres">
      <dgm:prSet presAssocID="{6D70A64E-79AE-4961-9130-8270D0F2A771}" presName="DropPinPlaceHolder" presStyleCnt="0"/>
      <dgm:spPr/>
    </dgm:pt>
    <dgm:pt modelId="{62877B93-12B8-4FB6-B913-517FD2FFC27A}" type="pres">
      <dgm:prSet presAssocID="{6D70A64E-79AE-4961-9130-8270D0F2A771}" presName="DropPin" presStyleLbl="alignNode1" presStyleIdx="2" presStyleCnt="4"/>
      <dgm:spPr/>
    </dgm:pt>
    <dgm:pt modelId="{844C7643-94AA-428C-954C-AA2371993871}" type="pres">
      <dgm:prSet presAssocID="{6D70A64E-79AE-4961-9130-8270D0F2A771}" presName="Ellipse" presStyleLbl="fgAcc1" presStyleIdx="2" presStyleCnt="4"/>
      <dgm:spPr/>
    </dgm:pt>
    <dgm:pt modelId="{28008B4C-E229-4E6C-BC65-7F5BF12760ED}" type="pres">
      <dgm:prSet presAssocID="{6D70A64E-79AE-4961-9130-8270D0F2A771}" presName="L2TextContainer" presStyleLbl="revTx" presStyleIdx="4" presStyleCnt="8">
        <dgm:presLayoutVars>
          <dgm:bulletEnabled val="1"/>
        </dgm:presLayoutVars>
      </dgm:prSet>
      <dgm:spPr/>
    </dgm:pt>
    <dgm:pt modelId="{B510BB9C-2BDD-441F-8ECF-DC9F0A455530}" type="pres">
      <dgm:prSet presAssocID="{6D70A64E-79AE-4961-9130-8270D0F2A771}" presName="L1TextContainer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8D7363FD-948E-4798-B6EF-28885FC8849B}" type="pres">
      <dgm:prSet presAssocID="{6D70A64E-79AE-4961-9130-8270D0F2A771}" presName="ConnectLine" presStyleLbl="dkBgShp" presStyleIdx="4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05736A4E-ED50-4FE2-99D6-B92432E90291}" type="pres">
      <dgm:prSet presAssocID="{6D70A64E-79AE-4961-9130-8270D0F2A771}" presName="ConnectorPoint" presStyleCnt="0"/>
      <dgm:spPr/>
    </dgm:pt>
    <dgm:pt modelId="{A0A1B22D-1DA4-419F-B0C8-F51D4941E55B}" type="pres">
      <dgm:prSet presAssocID="{6D70A64E-79AE-4961-9130-8270D0F2A771}" presName="Bullet" presStyleLbl="node1NoLn" presStyleIdx="2" presStyleCnt="4"/>
      <dgm:spPr/>
    </dgm:pt>
    <dgm:pt modelId="{E09B1D38-1BCB-4121-B37C-8E240E878455}" type="pres">
      <dgm:prSet presAssocID="{6D70A64E-79AE-4961-9130-8270D0F2A771}" presName="EmptyPlaceHolder" presStyleCnt="0"/>
      <dgm:spPr/>
    </dgm:pt>
    <dgm:pt modelId="{F3FE5066-2763-4817-AB97-CDD7EBF9CA4A}" type="pres">
      <dgm:prSet presAssocID="{FB25FF72-7CCC-48F0-BE40-37AE6F3585ED}" presName="spaceBetweenRectangles" presStyleCnt="0"/>
      <dgm:spPr/>
    </dgm:pt>
    <dgm:pt modelId="{6502E6A2-CCFC-4937-8EEF-C8DE02235559}" type="pres">
      <dgm:prSet presAssocID="{ED8D82F5-6F15-4378-8821-0732746465BD}" presName="composite" presStyleCnt="0"/>
      <dgm:spPr/>
    </dgm:pt>
    <dgm:pt modelId="{71C05019-1D98-4391-AF27-ACC18FF2219E}" type="pres">
      <dgm:prSet presAssocID="{ED8D82F5-6F15-4378-8821-0732746465BD}" presName="DropPinPlaceHolder" presStyleCnt="0"/>
      <dgm:spPr/>
    </dgm:pt>
    <dgm:pt modelId="{9266E566-8B4E-4184-A378-166AB5CF7317}" type="pres">
      <dgm:prSet presAssocID="{ED8D82F5-6F15-4378-8821-0732746465BD}" presName="DropPin" presStyleLbl="alignNode1" presStyleIdx="3" presStyleCnt="4"/>
      <dgm:spPr/>
    </dgm:pt>
    <dgm:pt modelId="{A0B79982-26A3-4BD1-BECE-3EF73F6C9F53}" type="pres">
      <dgm:prSet presAssocID="{ED8D82F5-6F15-4378-8821-0732746465BD}" presName="Ellipse" presStyleLbl="fgAcc1" presStyleIdx="3" presStyleCnt="4"/>
      <dgm:spPr/>
    </dgm:pt>
    <dgm:pt modelId="{C6636510-06F6-4626-B208-7552A137209C}" type="pres">
      <dgm:prSet presAssocID="{ED8D82F5-6F15-4378-8821-0732746465BD}" presName="L2TextContainer" presStyleLbl="revTx" presStyleIdx="6" presStyleCnt="8">
        <dgm:presLayoutVars>
          <dgm:bulletEnabled val="1"/>
        </dgm:presLayoutVars>
      </dgm:prSet>
      <dgm:spPr/>
    </dgm:pt>
    <dgm:pt modelId="{182FE777-4733-482E-81C6-1E89FDF81146}" type="pres">
      <dgm:prSet presAssocID="{ED8D82F5-6F15-4378-8821-0732746465BD}" presName="L1TextContainer" presStyleLbl="revTx" presStyleIdx="7" presStyleCnt="8">
        <dgm:presLayoutVars>
          <dgm:chMax val="1"/>
          <dgm:chPref val="1"/>
          <dgm:bulletEnabled val="1"/>
        </dgm:presLayoutVars>
      </dgm:prSet>
      <dgm:spPr/>
    </dgm:pt>
    <dgm:pt modelId="{C1881388-DBD7-4F83-A970-32BE2FEC0BCA}" type="pres">
      <dgm:prSet presAssocID="{ED8D82F5-6F15-4378-8821-0732746465BD}" presName="ConnectLine" presStyleLbl="dkBgShp" presStyleIdx="5" presStyleCnt="6"/>
      <dgm:spPr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2EC7EEEF-16B0-41A6-8EEF-CC1BBAF1DBE4}" type="pres">
      <dgm:prSet presAssocID="{ED8D82F5-6F15-4378-8821-0732746465BD}" presName="ConnectorPoint" presStyleCnt="0"/>
      <dgm:spPr/>
    </dgm:pt>
    <dgm:pt modelId="{9BAB141E-DCE7-4117-9EB1-97213BD5F3F1}" type="pres">
      <dgm:prSet presAssocID="{ED8D82F5-6F15-4378-8821-0732746465BD}" presName="Bullet" presStyleLbl="node1NoLn" presStyleIdx="3" presStyleCnt="4"/>
      <dgm:spPr/>
    </dgm:pt>
    <dgm:pt modelId="{0F977C6F-D1A9-4C4D-868A-26DA69FEB921}" type="pres">
      <dgm:prSet presAssocID="{ED8D82F5-6F15-4378-8821-0732746465BD}" presName="EmptyPlaceHolder" presStyleCnt="0"/>
      <dgm:spPr/>
    </dgm:pt>
  </dgm:ptLst>
  <dgm:cxnLst>
    <dgm:cxn modelId="{C78D6A01-C9C5-4FC3-9E32-C739844D5FAD}" srcId="{9370FC7F-144A-4897-8766-EAB2D57F1A30}" destId="{779A92B2-AA9B-45E2-80EE-2E2C901EBE8F}" srcOrd="1" destOrd="0" parTransId="{05F97A58-A7A7-47C3-9677-F570AF4EB085}" sibTransId="{A559C36C-205E-44C4-84FB-8685DFA7ACEC}"/>
    <dgm:cxn modelId="{134BDF04-FB37-46EA-9F26-8D8842AD33C5}" type="presOf" srcId="{AF0DAF36-9BBB-46C6-ABC1-3EB56DA60A67}" destId="{9F307124-F37E-4AF1-B4F1-8E8200999837}" srcOrd="0" destOrd="1" presId="urn:microsoft.com/office/officeart/2024/layout/BulletTimeline"/>
    <dgm:cxn modelId="{4264AB09-7484-41E4-A368-DDC7946C9103}" srcId="{9370FC7F-144A-4897-8766-EAB2D57F1A30}" destId="{ED8D82F5-6F15-4378-8821-0732746465BD}" srcOrd="3" destOrd="0" parTransId="{F6956586-644B-4D03-83DF-FCE84308E35F}" sibTransId="{0D3AE9DE-89A9-4677-9C80-0EF208BFC8A9}"/>
    <dgm:cxn modelId="{0932F10A-7372-4C85-AFE2-0AFCEF143F1E}" srcId="{779A92B2-AA9B-45E2-80EE-2E2C901EBE8F}" destId="{B4CBF82D-7E16-419C-81F5-A39F11368E09}" srcOrd="0" destOrd="0" parTransId="{94A3C206-B3AF-4BAD-AC81-B489EEE78A3A}" sibTransId="{6181DA80-B8C6-497B-B9A7-C9AEE22DF482}"/>
    <dgm:cxn modelId="{52088911-2A8C-476F-BE0E-6542C23ECDD9}" type="presOf" srcId="{49DE6341-7ACB-476F-93F5-53085324DFF4}" destId="{4A11E0CC-1101-4AB6-915A-40245F1BFDD8}" srcOrd="0" destOrd="0" presId="urn:microsoft.com/office/officeart/2024/layout/BulletTimeline"/>
    <dgm:cxn modelId="{D3991919-282C-47DB-825B-23453A1C14A9}" type="presOf" srcId="{2CC070E6-092B-4238-A5C2-47269FFCBBA2}" destId="{9F307124-F37E-4AF1-B4F1-8E8200999837}" srcOrd="0" destOrd="2" presId="urn:microsoft.com/office/officeart/2024/layout/BulletTimeline"/>
    <dgm:cxn modelId="{3DA9712B-A2D4-44E7-83EE-389AC63DF2E7}" type="presOf" srcId="{B4CBF82D-7E16-419C-81F5-A39F11368E09}" destId="{9F307124-F37E-4AF1-B4F1-8E8200999837}" srcOrd="0" destOrd="0" presId="urn:microsoft.com/office/officeart/2024/layout/BulletTimeline"/>
    <dgm:cxn modelId="{19AAA146-B3BD-451C-A128-5E82108248D2}" srcId="{ED8D82F5-6F15-4378-8821-0732746465BD}" destId="{DC8033BF-D10E-4C16-8474-D8079A4BEBFF}" srcOrd="0" destOrd="0" parTransId="{0A910AD1-E974-4F0B-B413-AB82E47F0734}" sibTransId="{E109D57F-53AB-4A78-B5FE-F2C913BEC499}"/>
    <dgm:cxn modelId="{C57C4679-5845-4AE3-801E-E9DD56E7F07C}" type="presOf" srcId="{DC8033BF-D10E-4C16-8474-D8079A4BEBFF}" destId="{C6636510-06F6-4626-B208-7552A137209C}" srcOrd="0" destOrd="0" presId="urn:microsoft.com/office/officeart/2024/layout/BulletTimeline"/>
    <dgm:cxn modelId="{8D644C7A-11DB-4151-92FF-A830792701F2}" srcId="{49DE6341-7ACB-476F-93F5-53085324DFF4}" destId="{9B341C62-1BFC-421A-9667-27129A3EC235}" srcOrd="0" destOrd="0" parTransId="{B283FFC9-DBD4-4262-82CE-79531C561231}" sibTransId="{C1580929-1473-4C11-A25F-F471C2ED3A53}"/>
    <dgm:cxn modelId="{C4986480-AE34-43CB-9B83-1BF9CFEEE50C}" type="presOf" srcId="{ED8D82F5-6F15-4378-8821-0732746465BD}" destId="{182FE777-4733-482E-81C6-1E89FDF81146}" srcOrd="0" destOrd="0" presId="urn:microsoft.com/office/officeart/2024/layout/BulletTimeline"/>
    <dgm:cxn modelId="{4616E5A5-24F8-4563-BDF8-8EACAA58F9D1}" type="presOf" srcId="{6D70A64E-79AE-4961-9130-8270D0F2A771}" destId="{B510BB9C-2BDD-441F-8ECF-DC9F0A455530}" srcOrd="0" destOrd="0" presId="urn:microsoft.com/office/officeart/2024/layout/BulletTimeline"/>
    <dgm:cxn modelId="{C70910A9-AA31-475B-A8B1-F5ED44FFC670}" type="presOf" srcId="{41E9AFC0-C634-4D40-A4F4-734478374FF0}" destId="{28008B4C-E229-4E6C-BC65-7F5BF12760ED}" srcOrd="0" destOrd="0" presId="urn:microsoft.com/office/officeart/2024/layout/BulletTimeline"/>
    <dgm:cxn modelId="{AA421AAB-3D9A-4966-984A-4E428D9D63A7}" srcId="{6D70A64E-79AE-4961-9130-8270D0F2A771}" destId="{41E9AFC0-C634-4D40-A4F4-734478374FF0}" srcOrd="0" destOrd="0" parTransId="{4F5FC920-C750-4DBA-9C2C-ADC50F8C4E4F}" sibTransId="{B18AE903-2803-4F4B-85F0-48D305AAB965}"/>
    <dgm:cxn modelId="{355C4DAE-67B1-4BB6-8C56-CB297DA4BA0B}" srcId="{9370FC7F-144A-4897-8766-EAB2D57F1A30}" destId="{49DE6341-7ACB-476F-93F5-53085324DFF4}" srcOrd="0" destOrd="0" parTransId="{BF656B89-2E53-443F-A8D9-50848D4FE8D8}" sibTransId="{D1836BE6-CCF2-4387-914D-1FF4A7502CCA}"/>
    <dgm:cxn modelId="{7A92D6C2-3856-4EEB-81F6-680AC08FF94B}" srcId="{779A92B2-AA9B-45E2-80EE-2E2C901EBE8F}" destId="{2CC070E6-092B-4238-A5C2-47269FFCBBA2}" srcOrd="2" destOrd="0" parTransId="{360318AA-B73D-41E5-B50A-465D12D85F7A}" sibTransId="{E19A7C1B-8F90-480B-B6B1-8D8B805B3ADA}"/>
    <dgm:cxn modelId="{F5FCC9C7-227D-4DAA-96A4-94F3BBAC2B9F}" type="presOf" srcId="{9B341C62-1BFC-421A-9667-27129A3EC235}" destId="{BA7A6414-B2C7-458E-A8A7-4CC7347B9EC5}" srcOrd="0" destOrd="0" presId="urn:microsoft.com/office/officeart/2024/layout/BulletTimeline"/>
    <dgm:cxn modelId="{7BFC95CA-1326-46CB-B0B6-DF8A5BE87F38}" type="presOf" srcId="{9370FC7F-144A-4897-8766-EAB2D57F1A30}" destId="{22F34790-0122-4E08-B493-AB3527C3E97C}" srcOrd="0" destOrd="0" presId="urn:microsoft.com/office/officeart/2024/layout/BulletTimeline"/>
    <dgm:cxn modelId="{CFDAACD6-0207-4DE0-8B54-6AA7B73BDA70}" srcId="{9370FC7F-144A-4897-8766-EAB2D57F1A30}" destId="{6D70A64E-79AE-4961-9130-8270D0F2A771}" srcOrd="2" destOrd="0" parTransId="{0387242E-FCB2-4D57-A199-7308F65C30CB}" sibTransId="{FB25FF72-7CCC-48F0-BE40-37AE6F3585ED}"/>
    <dgm:cxn modelId="{BF33B8E9-F787-48A4-B123-D9FA0C3C6138}" type="presOf" srcId="{779A92B2-AA9B-45E2-80EE-2E2C901EBE8F}" destId="{0E950218-90D6-4A9B-A70A-29B70F0D9608}" srcOrd="0" destOrd="0" presId="urn:microsoft.com/office/officeart/2024/layout/BulletTimeline"/>
    <dgm:cxn modelId="{2709DEEC-FA6B-490B-868E-789C8CE75AE2}" srcId="{779A92B2-AA9B-45E2-80EE-2E2C901EBE8F}" destId="{AF0DAF36-9BBB-46C6-ABC1-3EB56DA60A67}" srcOrd="1" destOrd="0" parTransId="{3B9D631F-286F-4329-8DCE-73D9A72DB9D0}" sibTransId="{644B7841-BDBB-4F33-A7E5-349621FFF7B4}"/>
    <dgm:cxn modelId="{51807081-F49E-4474-8BC7-AF253234BBDA}" type="presParOf" srcId="{22F34790-0122-4E08-B493-AB3527C3E97C}" destId="{FF4FDCD9-4D8D-4331-AB67-61AA8A0425C3}" srcOrd="0" destOrd="0" presId="urn:microsoft.com/office/officeart/2024/layout/BulletTimeline"/>
    <dgm:cxn modelId="{0D599114-D0E8-438B-85E8-7121897C925B}" type="presParOf" srcId="{FF4FDCD9-4D8D-4331-AB67-61AA8A0425C3}" destId="{7320B345-CC1D-4CAF-B27F-BCD5BA0BB538}" srcOrd="0" destOrd="0" presId="urn:microsoft.com/office/officeart/2024/layout/BulletTimeline"/>
    <dgm:cxn modelId="{8A28F7B2-CEBF-48EA-B044-94F0466F8116}" type="presParOf" srcId="{FF4FDCD9-4D8D-4331-AB67-61AA8A0425C3}" destId="{7A813BEE-9D84-481C-9F50-6D6B440B6405}" srcOrd="1" destOrd="0" presId="urn:microsoft.com/office/officeart/2024/layout/BulletTimeline"/>
    <dgm:cxn modelId="{74F085D4-CD58-4C64-95C0-E834E894B10E}" type="presParOf" srcId="{22F34790-0122-4E08-B493-AB3527C3E97C}" destId="{A334CDAA-B092-4229-8EBE-9A282A1F9D3C}" srcOrd="1" destOrd="0" presId="urn:microsoft.com/office/officeart/2024/layout/BulletTimeline"/>
    <dgm:cxn modelId="{B2F6D561-DAE4-4EEC-A269-AE9E2C4F8D33}" type="presParOf" srcId="{A334CDAA-B092-4229-8EBE-9A282A1F9D3C}" destId="{63E82FB8-9261-400C-AEA7-439F28882E73}" srcOrd="0" destOrd="0" presId="urn:microsoft.com/office/officeart/2024/layout/BulletTimeline"/>
    <dgm:cxn modelId="{5919DC63-7C13-4F05-ADCA-219B1E1C804C}" type="presParOf" srcId="{63E82FB8-9261-400C-AEA7-439F28882E73}" destId="{7103C136-4BDE-45DA-9B5C-D0E4C4F57DCC}" srcOrd="0" destOrd="0" presId="urn:microsoft.com/office/officeart/2024/layout/BulletTimeline"/>
    <dgm:cxn modelId="{0F612F77-51F6-4061-B670-CD0AF6A578F8}" type="presParOf" srcId="{7103C136-4BDE-45DA-9B5C-D0E4C4F57DCC}" destId="{23E4F196-872F-4E9F-ADF5-D7971C9E957E}" srcOrd="0" destOrd="0" presId="urn:microsoft.com/office/officeart/2024/layout/BulletTimeline"/>
    <dgm:cxn modelId="{D1EFA289-4178-451F-9EE2-7E00795DCF1A}" type="presParOf" srcId="{7103C136-4BDE-45DA-9B5C-D0E4C4F57DCC}" destId="{BA361984-6E11-4C74-A2EC-4AD502AD43A6}" srcOrd="1" destOrd="0" presId="urn:microsoft.com/office/officeart/2024/layout/BulletTimeline"/>
    <dgm:cxn modelId="{44F0C0EB-EA5B-42A5-BB10-F8055AADDEAB}" type="presParOf" srcId="{63E82FB8-9261-400C-AEA7-439F28882E73}" destId="{BA7A6414-B2C7-458E-A8A7-4CC7347B9EC5}" srcOrd="1" destOrd="0" presId="urn:microsoft.com/office/officeart/2024/layout/BulletTimeline"/>
    <dgm:cxn modelId="{9D8A49C2-5158-42FF-827E-1C041FAA31E1}" type="presParOf" srcId="{63E82FB8-9261-400C-AEA7-439F28882E73}" destId="{4A11E0CC-1101-4AB6-915A-40245F1BFDD8}" srcOrd="2" destOrd="0" presId="urn:microsoft.com/office/officeart/2024/layout/BulletTimeline"/>
    <dgm:cxn modelId="{D963BFA7-423A-49CE-9B8D-A18408FAD591}" type="presParOf" srcId="{63E82FB8-9261-400C-AEA7-439F28882E73}" destId="{87BFE73C-7A13-49CE-BF5D-B6605820967B}" srcOrd="3" destOrd="0" presId="urn:microsoft.com/office/officeart/2024/layout/BulletTimeline"/>
    <dgm:cxn modelId="{384E1DEC-8717-44E5-AC41-CCC41E4E381A}" type="presParOf" srcId="{63E82FB8-9261-400C-AEA7-439F28882E73}" destId="{21CCA691-E47E-4728-969A-E8C6FF9160F1}" srcOrd="4" destOrd="0" presId="urn:microsoft.com/office/officeart/2024/layout/BulletTimeline"/>
    <dgm:cxn modelId="{23C1D1CC-A3E8-434D-A9DE-DB059AECAAA0}" type="presParOf" srcId="{21CCA691-E47E-4728-969A-E8C6FF9160F1}" destId="{D34E106F-04F3-4F27-BA02-C981CB41EC9A}" srcOrd="0" destOrd="0" presId="urn:microsoft.com/office/officeart/2024/layout/BulletTimeline"/>
    <dgm:cxn modelId="{8D58EF91-A428-476C-8226-16967A8EEA21}" type="presParOf" srcId="{63E82FB8-9261-400C-AEA7-439F28882E73}" destId="{C23A5A24-5D5A-4C1F-A424-944570CA9F13}" srcOrd="5" destOrd="0" presId="urn:microsoft.com/office/officeart/2024/layout/BulletTimeline"/>
    <dgm:cxn modelId="{F902ACA7-847B-4E0A-8004-406D608F1E8D}" type="presParOf" srcId="{A334CDAA-B092-4229-8EBE-9A282A1F9D3C}" destId="{AB390A61-D722-4C80-884B-24A92665AFBC}" srcOrd="1" destOrd="0" presId="urn:microsoft.com/office/officeart/2024/layout/BulletTimeline"/>
    <dgm:cxn modelId="{1E663612-F010-4F93-AEA9-1D84B59E64BA}" type="presParOf" srcId="{A334CDAA-B092-4229-8EBE-9A282A1F9D3C}" destId="{BA1BFE9C-691F-4742-937A-9BCA7D663D04}" srcOrd="2" destOrd="0" presId="urn:microsoft.com/office/officeart/2024/layout/BulletTimeline"/>
    <dgm:cxn modelId="{445ECE77-587D-4E3C-BEFD-61843B195926}" type="presParOf" srcId="{BA1BFE9C-691F-4742-937A-9BCA7D663D04}" destId="{830EC5B0-919A-40E0-981D-6295BDEDCB3B}" srcOrd="0" destOrd="0" presId="urn:microsoft.com/office/officeart/2024/layout/BulletTimeline"/>
    <dgm:cxn modelId="{EFDF3A95-6C56-4F84-A0A2-F41D83DBF98A}" type="presParOf" srcId="{830EC5B0-919A-40E0-981D-6295BDEDCB3B}" destId="{EE8D3526-607A-455F-AD77-7448175C1B55}" srcOrd="0" destOrd="0" presId="urn:microsoft.com/office/officeart/2024/layout/BulletTimeline"/>
    <dgm:cxn modelId="{B32FB976-EFAA-4522-B205-33518B446882}" type="presParOf" srcId="{830EC5B0-919A-40E0-981D-6295BDEDCB3B}" destId="{EA04BB5C-930B-4723-9BF2-12B49DF97ABB}" srcOrd="1" destOrd="0" presId="urn:microsoft.com/office/officeart/2024/layout/BulletTimeline"/>
    <dgm:cxn modelId="{3616177A-4986-47A3-AF38-F9DB4B5BE88D}" type="presParOf" srcId="{BA1BFE9C-691F-4742-937A-9BCA7D663D04}" destId="{9F307124-F37E-4AF1-B4F1-8E8200999837}" srcOrd="1" destOrd="0" presId="urn:microsoft.com/office/officeart/2024/layout/BulletTimeline"/>
    <dgm:cxn modelId="{2D7DC62A-C783-4329-8094-53AA6B740AC2}" type="presParOf" srcId="{BA1BFE9C-691F-4742-937A-9BCA7D663D04}" destId="{0E950218-90D6-4A9B-A70A-29B70F0D9608}" srcOrd="2" destOrd="0" presId="urn:microsoft.com/office/officeart/2024/layout/BulletTimeline"/>
    <dgm:cxn modelId="{D10A7DA4-9AD7-4089-9E82-E64D5FEC48DB}" type="presParOf" srcId="{BA1BFE9C-691F-4742-937A-9BCA7D663D04}" destId="{9289E26C-73B8-4D2B-A583-66BF03A9C5BE}" srcOrd="3" destOrd="0" presId="urn:microsoft.com/office/officeart/2024/layout/BulletTimeline"/>
    <dgm:cxn modelId="{A246C283-7622-42E4-A447-81E0EC4720DD}" type="presParOf" srcId="{BA1BFE9C-691F-4742-937A-9BCA7D663D04}" destId="{4AC91C11-FF4A-4547-B145-663DB8CE8F47}" srcOrd="4" destOrd="0" presId="urn:microsoft.com/office/officeart/2024/layout/BulletTimeline"/>
    <dgm:cxn modelId="{45259C72-F878-420F-B502-8D1FD1EF394B}" type="presParOf" srcId="{4AC91C11-FF4A-4547-B145-663DB8CE8F47}" destId="{F2A77769-83F5-45A0-B7D7-52BE66D0C2DA}" srcOrd="0" destOrd="0" presId="urn:microsoft.com/office/officeart/2024/layout/BulletTimeline"/>
    <dgm:cxn modelId="{6764EAF1-3D63-4C88-B819-B3AFD869BADB}" type="presParOf" srcId="{BA1BFE9C-691F-4742-937A-9BCA7D663D04}" destId="{8901AB36-F7EE-4BF7-8D99-4963C19FFEFA}" srcOrd="5" destOrd="0" presId="urn:microsoft.com/office/officeart/2024/layout/BulletTimeline"/>
    <dgm:cxn modelId="{B19CB3D5-98FE-425C-97C6-C06FB8DBB5BB}" type="presParOf" srcId="{A334CDAA-B092-4229-8EBE-9A282A1F9D3C}" destId="{419C760B-24B1-4665-A0BA-DDF2B8AF77FA}" srcOrd="3" destOrd="0" presId="urn:microsoft.com/office/officeart/2024/layout/BulletTimeline"/>
    <dgm:cxn modelId="{6503B1CA-F50F-4BDF-B2B5-47522D706B3D}" type="presParOf" srcId="{A334CDAA-B092-4229-8EBE-9A282A1F9D3C}" destId="{AA5D8F52-6F13-4FE4-9085-388676C82835}" srcOrd="4" destOrd="0" presId="urn:microsoft.com/office/officeart/2024/layout/BulletTimeline"/>
    <dgm:cxn modelId="{AE5D7F36-9534-402B-9E4B-396942CE611A}" type="presParOf" srcId="{AA5D8F52-6F13-4FE4-9085-388676C82835}" destId="{5246AF9C-AEFF-436C-95D1-BD9741C865AF}" srcOrd="0" destOrd="0" presId="urn:microsoft.com/office/officeart/2024/layout/BulletTimeline"/>
    <dgm:cxn modelId="{BEED7665-2911-48B0-A7E7-210F4290BCCF}" type="presParOf" srcId="{5246AF9C-AEFF-436C-95D1-BD9741C865AF}" destId="{62877B93-12B8-4FB6-B913-517FD2FFC27A}" srcOrd="0" destOrd="0" presId="urn:microsoft.com/office/officeart/2024/layout/BulletTimeline"/>
    <dgm:cxn modelId="{56F38C80-FE2C-4DBA-9D18-141D17BF1141}" type="presParOf" srcId="{5246AF9C-AEFF-436C-95D1-BD9741C865AF}" destId="{844C7643-94AA-428C-954C-AA2371993871}" srcOrd="1" destOrd="0" presId="urn:microsoft.com/office/officeart/2024/layout/BulletTimeline"/>
    <dgm:cxn modelId="{13D16947-B8A8-4186-BA86-404929587B92}" type="presParOf" srcId="{AA5D8F52-6F13-4FE4-9085-388676C82835}" destId="{28008B4C-E229-4E6C-BC65-7F5BF12760ED}" srcOrd="1" destOrd="0" presId="urn:microsoft.com/office/officeart/2024/layout/BulletTimeline"/>
    <dgm:cxn modelId="{3D799933-A095-4F01-AFCE-8D7F6AF8E1D4}" type="presParOf" srcId="{AA5D8F52-6F13-4FE4-9085-388676C82835}" destId="{B510BB9C-2BDD-441F-8ECF-DC9F0A455530}" srcOrd="2" destOrd="0" presId="urn:microsoft.com/office/officeart/2024/layout/BulletTimeline"/>
    <dgm:cxn modelId="{1129356F-82B6-43ED-9B0C-1E1C7DD2F414}" type="presParOf" srcId="{AA5D8F52-6F13-4FE4-9085-388676C82835}" destId="{8D7363FD-948E-4798-B6EF-28885FC8849B}" srcOrd="3" destOrd="0" presId="urn:microsoft.com/office/officeart/2024/layout/BulletTimeline"/>
    <dgm:cxn modelId="{59CC28E3-76DA-4480-9D55-D09825A900B4}" type="presParOf" srcId="{AA5D8F52-6F13-4FE4-9085-388676C82835}" destId="{05736A4E-ED50-4FE2-99D6-B92432E90291}" srcOrd="4" destOrd="0" presId="urn:microsoft.com/office/officeart/2024/layout/BulletTimeline"/>
    <dgm:cxn modelId="{D8D560DC-AFD9-4B46-AECA-4D846DAE7680}" type="presParOf" srcId="{05736A4E-ED50-4FE2-99D6-B92432E90291}" destId="{A0A1B22D-1DA4-419F-B0C8-F51D4941E55B}" srcOrd="0" destOrd="0" presId="urn:microsoft.com/office/officeart/2024/layout/BulletTimeline"/>
    <dgm:cxn modelId="{2F195F42-9C71-48F6-881D-0F13C07D5BEE}" type="presParOf" srcId="{AA5D8F52-6F13-4FE4-9085-388676C82835}" destId="{E09B1D38-1BCB-4121-B37C-8E240E878455}" srcOrd="5" destOrd="0" presId="urn:microsoft.com/office/officeart/2024/layout/BulletTimeline"/>
    <dgm:cxn modelId="{F5688751-C830-40EB-BB35-E2E7605BD3B3}" type="presParOf" srcId="{A334CDAA-B092-4229-8EBE-9A282A1F9D3C}" destId="{F3FE5066-2763-4817-AB97-CDD7EBF9CA4A}" srcOrd="5" destOrd="0" presId="urn:microsoft.com/office/officeart/2024/layout/BulletTimeline"/>
    <dgm:cxn modelId="{2B53A629-219F-4036-AE60-EB3ACA6CFD8D}" type="presParOf" srcId="{A334CDAA-B092-4229-8EBE-9A282A1F9D3C}" destId="{6502E6A2-CCFC-4937-8EEF-C8DE02235559}" srcOrd="6" destOrd="0" presId="urn:microsoft.com/office/officeart/2024/layout/BulletTimeline"/>
    <dgm:cxn modelId="{3CD9B701-CB48-446C-A3AC-906C3415EEC8}" type="presParOf" srcId="{6502E6A2-CCFC-4937-8EEF-C8DE02235559}" destId="{71C05019-1D98-4391-AF27-ACC18FF2219E}" srcOrd="0" destOrd="0" presId="urn:microsoft.com/office/officeart/2024/layout/BulletTimeline"/>
    <dgm:cxn modelId="{81CF653D-73EC-48E0-9A6C-143F9129E452}" type="presParOf" srcId="{71C05019-1D98-4391-AF27-ACC18FF2219E}" destId="{9266E566-8B4E-4184-A378-166AB5CF7317}" srcOrd="0" destOrd="0" presId="urn:microsoft.com/office/officeart/2024/layout/BulletTimeline"/>
    <dgm:cxn modelId="{1F0B0B8D-F950-4991-A42D-8CE2272A86FB}" type="presParOf" srcId="{71C05019-1D98-4391-AF27-ACC18FF2219E}" destId="{A0B79982-26A3-4BD1-BECE-3EF73F6C9F53}" srcOrd="1" destOrd="0" presId="urn:microsoft.com/office/officeart/2024/layout/BulletTimeline"/>
    <dgm:cxn modelId="{40897EC3-E40A-42F1-817E-99BEEB3AA84F}" type="presParOf" srcId="{6502E6A2-CCFC-4937-8EEF-C8DE02235559}" destId="{C6636510-06F6-4626-B208-7552A137209C}" srcOrd="1" destOrd="0" presId="urn:microsoft.com/office/officeart/2024/layout/BulletTimeline"/>
    <dgm:cxn modelId="{7DB7AF57-FC30-4321-B37B-F1B456FB7814}" type="presParOf" srcId="{6502E6A2-CCFC-4937-8EEF-C8DE02235559}" destId="{182FE777-4733-482E-81C6-1E89FDF81146}" srcOrd="2" destOrd="0" presId="urn:microsoft.com/office/officeart/2024/layout/BulletTimeline"/>
    <dgm:cxn modelId="{C2929B53-2D2D-4B5D-BA28-D4FE6A22768A}" type="presParOf" srcId="{6502E6A2-CCFC-4937-8EEF-C8DE02235559}" destId="{C1881388-DBD7-4F83-A970-32BE2FEC0BCA}" srcOrd="3" destOrd="0" presId="urn:microsoft.com/office/officeart/2024/layout/BulletTimeline"/>
    <dgm:cxn modelId="{F722B271-F19B-40A2-ACBC-15F21303F593}" type="presParOf" srcId="{6502E6A2-CCFC-4937-8EEF-C8DE02235559}" destId="{2EC7EEEF-16B0-41A6-8EEF-CC1BBAF1DBE4}" srcOrd="4" destOrd="0" presId="urn:microsoft.com/office/officeart/2024/layout/BulletTimeline"/>
    <dgm:cxn modelId="{E748E4F0-EC63-462A-AAD3-BA69AE2FD5BB}" type="presParOf" srcId="{2EC7EEEF-16B0-41A6-8EEF-CC1BBAF1DBE4}" destId="{9BAB141E-DCE7-4117-9EB1-97213BD5F3F1}" srcOrd="0" destOrd="0" presId="urn:microsoft.com/office/officeart/2024/layout/BulletTimeline"/>
    <dgm:cxn modelId="{F41F9CFF-467C-40BA-BE86-DEFC8C64DCDD}" type="presParOf" srcId="{6502E6A2-CCFC-4937-8EEF-C8DE02235559}" destId="{0F977C6F-D1A9-4C4D-868A-26DA69FEB921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20B345-CC1D-4CAF-B27F-BCD5BA0BB538}">
      <dsp:nvSpPr>
        <dsp:cNvPr id="0" name=""/>
        <dsp:cNvSpPr/>
      </dsp:nvSpPr>
      <dsp:spPr>
        <a:xfrm>
          <a:off x="0" y="2514599"/>
          <a:ext cx="8221980" cy="5080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813BEE-9D84-481C-9F50-6D6B440B6405}">
      <dsp:nvSpPr>
        <dsp:cNvPr id="0" name=""/>
        <dsp:cNvSpPr/>
      </dsp:nvSpPr>
      <dsp:spPr>
        <a:xfrm>
          <a:off x="7950200" y="2336800"/>
          <a:ext cx="304800" cy="40640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A6414-B2C7-458E-A8A7-4CC7347B9EC5}">
      <dsp:nvSpPr>
        <dsp:cNvPr id="0" name=""/>
        <dsp:cNvSpPr/>
      </dsp:nvSpPr>
      <dsp:spPr>
        <a:xfrm>
          <a:off x="634170" y="1158240"/>
          <a:ext cx="2668030" cy="1178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634170" y="1158240"/>
        <a:ext cx="2668030" cy="1178560"/>
      </dsp:txXfrm>
    </dsp:sp>
    <dsp:sp modelId="{4A11E0CC-1101-4AB6-915A-40245F1BFDD8}">
      <dsp:nvSpPr>
        <dsp:cNvPr id="0" name=""/>
        <dsp:cNvSpPr/>
      </dsp:nvSpPr>
      <dsp:spPr>
        <a:xfrm>
          <a:off x="634170" y="548639"/>
          <a:ext cx="2668030" cy="60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Node One</a:t>
          </a:r>
        </a:p>
      </dsp:txBody>
      <dsp:txXfrm>
        <a:off x="634170" y="548639"/>
        <a:ext cx="2668030" cy="609600"/>
      </dsp:txXfrm>
    </dsp:sp>
    <dsp:sp modelId="{87BFE73C-7A13-49CE-BF5D-B6605820967B}">
      <dsp:nvSpPr>
        <dsp:cNvPr id="0" name=""/>
        <dsp:cNvSpPr/>
      </dsp:nvSpPr>
      <dsp:spPr>
        <a:xfrm>
          <a:off x="297802" y="507999"/>
          <a:ext cx="39572" cy="203200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07124-F37E-4AF1-B4F1-8E8200999837}">
      <dsp:nvSpPr>
        <dsp:cNvPr id="0" name=""/>
        <dsp:cNvSpPr/>
      </dsp:nvSpPr>
      <dsp:spPr>
        <a:xfrm>
          <a:off x="2284767" y="3576320"/>
          <a:ext cx="2668030" cy="955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Node Three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>
        <a:off x="2284767" y="3576320"/>
        <a:ext cx="2668030" cy="955039"/>
      </dsp:txXfrm>
    </dsp:sp>
    <dsp:sp modelId="{0E950218-90D6-4A9B-A70A-29B70F0D9608}">
      <dsp:nvSpPr>
        <dsp:cNvPr id="0" name=""/>
        <dsp:cNvSpPr/>
      </dsp:nvSpPr>
      <dsp:spPr>
        <a:xfrm>
          <a:off x="2284767" y="2946400"/>
          <a:ext cx="2668030" cy="62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Node Two has a longer label</a:t>
          </a:r>
        </a:p>
      </dsp:txBody>
      <dsp:txXfrm>
        <a:off x="2284767" y="2946400"/>
        <a:ext cx="2668030" cy="629920"/>
      </dsp:txXfrm>
    </dsp:sp>
    <dsp:sp modelId="{9289E26C-73B8-4D2B-A583-66BF03A9C5BE}">
      <dsp:nvSpPr>
        <dsp:cNvPr id="0" name=""/>
        <dsp:cNvSpPr/>
      </dsp:nvSpPr>
      <dsp:spPr>
        <a:xfrm>
          <a:off x="1948399" y="2540000"/>
          <a:ext cx="39572" cy="203200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4E106F-04F3-4F27-BA02-C981CB41EC9A}">
      <dsp:nvSpPr>
        <dsp:cNvPr id="0" name=""/>
        <dsp:cNvSpPr/>
      </dsp:nvSpPr>
      <dsp:spPr>
        <a:xfrm>
          <a:off x="214700" y="2437111"/>
          <a:ext cx="205777" cy="2057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77769-83F5-45A0-B7D7-52BE66D0C2DA}">
      <dsp:nvSpPr>
        <dsp:cNvPr id="0" name=""/>
        <dsp:cNvSpPr/>
      </dsp:nvSpPr>
      <dsp:spPr>
        <a:xfrm>
          <a:off x="1865297" y="2437111"/>
          <a:ext cx="205777" cy="2057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008B4C-E229-4E6C-BC65-7F5BF12760ED}">
      <dsp:nvSpPr>
        <dsp:cNvPr id="0" name=""/>
        <dsp:cNvSpPr/>
      </dsp:nvSpPr>
      <dsp:spPr>
        <a:xfrm>
          <a:off x="3935364" y="1158240"/>
          <a:ext cx="2668030" cy="1178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935364" y="1158240"/>
        <a:ext cx="2668030" cy="1178560"/>
      </dsp:txXfrm>
    </dsp:sp>
    <dsp:sp modelId="{B510BB9C-2BDD-441F-8ECF-DC9F0A455530}">
      <dsp:nvSpPr>
        <dsp:cNvPr id="0" name=""/>
        <dsp:cNvSpPr/>
      </dsp:nvSpPr>
      <dsp:spPr>
        <a:xfrm>
          <a:off x="3935364" y="548639"/>
          <a:ext cx="2668030" cy="6096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Node Four</a:t>
          </a:r>
        </a:p>
      </dsp:txBody>
      <dsp:txXfrm>
        <a:off x="3935364" y="548639"/>
        <a:ext cx="2668030" cy="609600"/>
      </dsp:txXfrm>
    </dsp:sp>
    <dsp:sp modelId="{8D7363FD-948E-4798-B6EF-28885FC8849B}">
      <dsp:nvSpPr>
        <dsp:cNvPr id="0" name=""/>
        <dsp:cNvSpPr/>
      </dsp:nvSpPr>
      <dsp:spPr>
        <a:xfrm>
          <a:off x="3598996" y="507999"/>
          <a:ext cx="39572" cy="203200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636510-06F6-4626-B208-7552A137209C}">
      <dsp:nvSpPr>
        <dsp:cNvPr id="0" name=""/>
        <dsp:cNvSpPr/>
      </dsp:nvSpPr>
      <dsp:spPr>
        <a:xfrm>
          <a:off x="5585961" y="3576320"/>
          <a:ext cx="2668030" cy="955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5585961" y="3576320"/>
        <a:ext cx="2668030" cy="955039"/>
      </dsp:txXfrm>
    </dsp:sp>
    <dsp:sp modelId="{182FE777-4733-482E-81C6-1E89FDF81146}">
      <dsp:nvSpPr>
        <dsp:cNvPr id="0" name=""/>
        <dsp:cNvSpPr/>
      </dsp:nvSpPr>
      <dsp:spPr>
        <a:xfrm>
          <a:off x="5585961" y="2946400"/>
          <a:ext cx="2668030" cy="6299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kern="1200"/>
            <a:t>Node Five</a:t>
          </a:r>
        </a:p>
      </dsp:txBody>
      <dsp:txXfrm>
        <a:off x="5585961" y="2946400"/>
        <a:ext cx="2668030" cy="629920"/>
      </dsp:txXfrm>
    </dsp:sp>
    <dsp:sp modelId="{C1881388-DBD7-4F83-A970-32BE2FEC0BCA}">
      <dsp:nvSpPr>
        <dsp:cNvPr id="0" name=""/>
        <dsp:cNvSpPr/>
      </dsp:nvSpPr>
      <dsp:spPr>
        <a:xfrm>
          <a:off x="5249593" y="2540000"/>
          <a:ext cx="39572" cy="2032000"/>
        </a:xfrm>
        <a:prstGeom prst="rect">
          <a:avLst/>
        </a:prstGeom>
        <a:gradFill rotWithShape="0">
          <a:gsLst>
            <a:gs pos="0">
              <a:schemeClr val="accent1">
                <a:tint val="76000"/>
              </a:schemeClr>
            </a:gs>
            <a:gs pos="100000">
              <a:schemeClr val="accent1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A1B22D-1DA4-419F-B0C8-F51D4941E55B}">
      <dsp:nvSpPr>
        <dsp:cNvPr id="0" name=""/>
        <dsp:cNvSpPr/>
      </dsp:nvSpPr>
      <dsp:spPr>
        <a:xfrm>
          <a:off x="3515894" y="2437111"/>
          <a:ext cx="205777" cy="2057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B141E-DCE7-4117-9EB1-97213BD5F3F1}">
      <dsp:nvSpPr>
        <dsp:cNvPr id="0" name=""/>
        <dsp:cNvSpPr/>
      </dsp:nvSpPr>
      <dsp:spPr>
        <a:xfrm>
          <a:off x="5166490" y="2437111"/>
          <a:ext cx="205777" cy="20577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gradFill rotWithShape="0">
                          <a:gsLst>
                            <a:gs pos="0">
                              <a:schemeClr val="accent1">
                                <a:tint val="76000"/>
                              </a:schemeClr>
                            </a:gs>
                            <a:gs pos="100000">
                              <a:schemeClr val="accent1">
                                <a:tint val="76000"/>
                              </a:schemeClr>
                            </a:gs>
                          </a:gsLst>
                          <a:lin ang="0" scaled="0"/>
                        </a:gradFill>
                      </dgm1612:spPr>
                    </a:ext>
                  </dgm:extLst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node1NoLn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6691-763D-DF41-BE5B-28D0B60F0B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8C9F8-4F54-9097-D52C-903FF2AB0C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5B73E-AF48-99E2-B448-C73428D64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ADED4-A376-071C-974B-5F130DC67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370B9-5FB9-5695-C3F6-0E04C70AE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57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2F498-560B-C7A3-CF19-EC363365C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9E0DE-DCDE-1F2C-585B-5B6ED2E8C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7D2BD-A511-8443-CA75-AAD10F6D7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9430-C03F-2C95-B4CB-C942DC84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43A46-7F99-D482-D583-6B54C25C2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9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7A8E-A378-D071-FADA-4F5FBCE40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5CA90-0B45-2E0D-44A7-95DCD4656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C3CAF-AC58-6A5F-5D60-FE771268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03291-7CE4-9877-2815-72F3ABD5D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62876-C457-3B9C-100C-811BE814B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71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636BA-C041-BFF7-29C0-7F1126D82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51591A-ADE3-B3AA-0FC3-FC6466D1F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0328A-64E6-9B6B-3B36-A8EC07268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018B54-1059-CAFD-D245-A544C2BEC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FED8A-F492-54C9-72BC-5C252DA04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9CA9C7-1025-F415-9A03-FFF742E78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47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42743-588A-F1CB-D4CE-889C8F2F2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ADA5B-45B8-3B98-4DF9-7D6033442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B6187-44A9-7729-6234-F937D32E16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018B5D-92CE-588D-5A8C-282F68C077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169072-C115-2533-3579-0DD03D1F3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20AFB1-24D6-A4CA-8CD5-2318C2CD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93B053-E39F-7120-4AAA-5C3312B1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25D321-6245-3ED3-5C83-4A3B44744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58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54EF-7452-2E25-B769-38D8DDEA6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16A647-EF75-9EF1-0114-C141CC32E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144F34-D149-0032-558A-4D34B7C88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DD2D10-BDEC-B97B-740B-C42AF3545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34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C13B84-9697-DA7B-F7BC-2C393E2A8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ECB5D-EBB0-CCC7-3D0D-213FCC511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C8E7C7-6B8E-0FCD-62B6-45DEA546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31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349E3-658E-3543-DD40-CE9D3A254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16BFE-2368-066F-2A7F-5E9F73C48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73A458-9901-4ADF-56B6-FF4BF6F17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DA931-8383-2BCE-081B-52124EE2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B8ABF-E071-6083-A919-57C48AC77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0CA81-9DF7-BACB-4EDF-65370BA8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99F8-B117-83DC-69B7-0E250E069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61506-9FDC-94C2-3275-C53C8590FC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569A5-92FD-4C20-0CC3-9CA6A8A507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20AD9-BDF3-ABC0-CEB1-359CBFDC6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97319-9E72-9BD9-0F95-9441CE3CA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898545-17B3-B06A-9C54-2E6D112F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63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400E7-F19B-2AE7-E10E-F2C354C1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94081F-8E05-F945-5304-6375A3DDE1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F8295-AA58-91AF-A489-03682DA4C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D7D6FF-2C89-E27D-57FF-548E552F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CE2A9-6412-0533-B035-22F84AA51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108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97B9F7-99F3-1E9B-E853-6D681E5057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F71C40-C33A-A76B-3AC0-91EB7B1F1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62CD7-87EE-79E7-27FB-5A61F1F2B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72768-81D3-7AD2-D2A6-D8B9DA5D4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19185-0BB1-F009-4B6C-A07265BFF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87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748DE0-6ED0-AF79-E1BB-CDD658D35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DDFCD-8CAE-B0DD-2A47-740D57014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D026D-EF42-4DED-7EAD-BAB43A2C8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88F887-5EA5-4724-8132-A22FC2058AC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3759A6-D699-7719-7E32-EEC02FB06F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C4257-712B-7ADC-0831-D01097DA3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CCBEE6-2D30-4DF3-84A0-CB2D5B3E59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108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F432EEA-DC46-EA9F-AE48-FAD6ECE530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9994613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3799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2026-09-06T08:13:31Z</dcterms:created>
  <dcterms:modified xsi:type="dcterms:W3CDTF">2026-09-06T08:13:32Z</dcterms:modified>
</cp:coreProperties>
</file>