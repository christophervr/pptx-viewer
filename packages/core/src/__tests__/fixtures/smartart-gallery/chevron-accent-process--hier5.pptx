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848EF-CADA-491D-869E-F68A91D1C67E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E1C3B0A1-FAAF-4BA3-A051-46C958707DE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8B0D374-6775-4587-A125-E5DF1DEAE16C}" type="parTrans" cxnId="{35125E7D-05B0-4B01-AA30-6DEAB12E10D6}">
      <dgm:prSet/>
      <dgm:spPr/>
    </dgm:pt>
    <dgm:pt modelId="{4CF80357-7643-4EF3-842A-E3A676D7A9F7}" type="sibTrans" cxnId="{35125E7D-05B0-4B01-AA30-6DEAB12E10D6}">
      <dgm:prSet/>
      <dgm:spPr/>
    </dgm:pt>
    <dgm:pt modelId="{48EEC888-A9C0-44C8-9A63-9D972563790F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E06E9A4-3781-4D34-9C32-8862EE091351}" type="parTrans" cxnId="{222AF1DA-1876-4C2C-A16F-599E905AFFFD}">
      <dgm:prSet/>
      <dgm:spPr/>
    </dgm:pt>
    <dgm:pt modelId="{EF3D7BE8-DB67-4B89-9D3F-9B89E09DB85C}" type="sibTrans" cxnId="{222AF1DA-1876-4C2C-A16F-599E905AFFFD}">
      <dgm:prSet/>
      <dgm:spPr/>
    </dgm:pt>
    <dgm:pt modelId="{96D26DC6-4C55-4DBC-AEFD-0C9B8956D42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DFCDDA1-BD8E-4ABF-A4AB-4FA9C3B528DE}" type="parTrans" cxnId="{6BC919DC-E6D6-4873-B240-0A7E7D7453DF}">
      <dgm:prSet/>
      <dgm:spPr/>
    </dgm:pt>
    <dgm:pt modelId="{E05FEFF8-D700-47CC-AB9B-3FEA4F957385}" type="sibTrans" cxnId="{6BC919DC-E6D6-4873-B240-0A7E7D7453DF}">
      <dgm:prSet/>
      <dgm:spPr/>
    </dgm:pt>
    <dgm:pt modelId="{C3075DC5-97F0-4124-819E-8E4CAC0D8EB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14F5273-2949-462C-AEF9-6E44CD53C275}" type="parTrans" cxnId="{A0BDA9D4-14CD-43B4-9010-47AA670EB9F3}">
      <dgm:prSet/>
      <dgm:spPr/>
    </dgm:pt>
    <dgm:pt modelId="{2E1DD9F7-A189-48B5-8893-7E4D2858EFBA}" type="sibTrans" cxnId="{A0BDA9D4-14CD-43B4-9010-47AA670EB9F3}">
      <dgm:prSet/>
      <dgm:spPr/>
    </dgm:pt>
    <dgm:pt modelId="{82E165AD-B1CB-4221-B019-A768A07B0A4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78FBE8E-AA28-4C95-B888-A335E1F6B190}" type="parTrans" cxnId="{41DE5739-9AA2-4FAF-B16D-1B9EA2FFC643}">
      <dgm:prSet/>
      <dgm:spPr/>
    </dgm:pt>
    <dgm:pt modelId="{AC225130-5C8D-4849-8FA8-0963E906043B}" type="sibTrans" cxnId="{41DE5739-9AA2-4FAF-B16D-1B9EA2FFC643}">
      <dgm:prSet/>
      <dgm:spPr/>
    </dgm:pt>
    <dgm:pt modelId="{B2476916-5BDF-4011-8E9B-D6D56828A697}" type="pres">
      <dgm:prSet presAssocID="{C0D848EF-CADA-491D-869E-F68A91D1C67E}" presName="Name0" presStyleCnt="0">
        <dgm:presLayoutVars>
          <dgm:dir/>
          <dgm:resizeHandles val="exact"/>
        </dgm:presLayoutVars>
      </dgm:prSet>
      <dgm:spPr/>
    </dgm:pt>
    <dgm:pt modelId="{ED4594A4-B684-41A3-812C-44F42B703D68}" type="pres">
      <dgm:prSet presAssocID="{E1C3B0A1-FAAF-4BA3-A051-46C958707DE5}" presName="composite" presStyleCnt="0"/>
      <dgm:spPr/>
    </dgm:pt>
    <dgm:pt modelId="{AF6FCEC4-1D52-4203-A671-6DB887990339}" type="pres">
      <dgm:prSet presAssocID="{E1C3B0A1-FAAF-4BA3-A051-46C958707DE5}" presName="bgChev" presStyleLbl="node1" presStyleIdx="0" presStyleCnt="3"/>
      <dgm:spPr/>
    </dgm:pt>
    <dgm:pt modelId="{39F2154A-9E76-422D-AA8C-566A276DAABB}" type="pres">
      <dgm:prSet presAssocID="{E1C3B0A1-FAAF-4BA3-A051-46C958707DE5}" presName="txNode" presStyleLbl="fgAcc1" presStyleIdx="0" presStyleCnt="3">
        <dgm:presLayoutVars>
          <dgm:bulletEnabled val="1"/>
        </dgm:presLayoutVars>
      </dgm:prSet>
      <dgm:spPr/>
    </dgm:pt>
    <dgm:pt modelId="{402977BD-CA09-4B93-B05E-32B368D2D94C}" type="pres">
      <dgm:prSet presAssocID="{4CF80357-7643-4EF3-842A-E3A676D7A9F7}" presName="compositeSpace" presStyleCnt="0"/>
      <dgm:spPr/>
    </dgm:pt>
    <dgm:pt modelId="{5232BA3A-621A-4C58-9C38-CBA3A2D94782}" type="pres">
      <dgm:prSet presAssocID="{96D26DC6-4C55-4DBC-AEFD-0C9B8956D423}" presName="composite" presStyleCnt="0"/>
      <dgm:spPr/>
    </dgm:pt>
    <dgm:pt modelId="{B9A2F9AD-0EED-4F0B-8FBA-A361FB921F25}" type="pres">
      <dgm:prSet presAssocID="{96D26DC6-4C55-4DBC-AEFD-0C9B8956D423}" presName="bgChev" presStyleLbl="node1" presStyleIdx="1" presStyleCnt="3"/>
      <dgm:spPr/>
    </dgm:pt>
    <dgm:pt modelId="{16736220-DCDA-4E04-9310-D208C1126FE7}" type="pres">
      <dgm:prSet presAssocID="{96D26DC6-4C55-4DBC-AEFD-0C9B8956D423}" presName="txNode" presStyleLbl="fgAcc1" presStyleIdx="1" presStyleCnt="3">
        <dgm:presLayoutVars>
          <dgm:bulletEnabled val="1"/>
        </dgm:presLayoutVars>
      </dgm:prSet>
      <dgm:spPr/>
    </dgm:pt>
    <dgm:pt modelId="{1913EA9F-5D78-4DEC-ACEB-420E9B897392}" type="pres">
      <dgm:prSet presAssocID="{E05FEFF8-D700-47CC-AB9B-3FEA4F957385}" presName="compositeSpace" presStyleCnt="0"/>
      <dgm:spPr/>
    </dgm:pt>
    <dgm:pt modelId="{7554E239-1771-4214-BD50-C5912E08A225}" type="pres">
      <dgm:prSet presAssocID="{C3075DC5-97F0-4124-819E-8E4CAC0D8EBC}" presName="composite" presStyleCnt="0"/>
      <dgm:spPr/>
    </dgm:pt>
    <dgm:pt modelId="{39DB076E-8A22-44C1-96A6-64519703A30C}" type="pres">
      <dgm:prSet presAssocID="{C3075DC5-97F0-4124-819E-8E4CAC0D8EBC}" presName="bgChev" presStyleLbl="node1" presStyleIdx="2" presStyleCnt="3"/>
      <dgm:spPr/>
    </dgm:pt>
    <dgm:pt modelId="{0314F7F1-B4BA-46F6-BE8A-33087A68A58A}" type="pres">
      <dgm:prSet presAssocID="{C3075DC5-97F0-4124-819E-8E4CAC0D8EBC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5E78E512-5EF6-441D-840A-4110F358428F}" type="presOf" srcId="{E1C3B0A1-FAAF-4BA3-A051-46C958707DE5}" destId="{39F2154A-9E76-422D-AA8C-566A276DAABB}" srcOrd="0" destOrd="0" presId="urn:microsoft.com/office/officeart/2005/8/layout/chevronAccent+Icon"/>
    <dgm:cxn modelId="{41DE5739-9AA2-4FAF-B16D-1B9EA2FFC643}" srcId="{C3075DC5-97F0-4124-819E-8E4CAC0D8EBC}" destId="{82E165AD-B1CB-4221-B019-A768A07B0A4F}" srcOrd="0" destOrd="0" parTransId="{778FBE8E-AA28-4C95-B888-A335E1F6B190}" sibTransId="{AC225130-5C8D-4849-8FA8-0963E906043B}"/>
    <dgm:cxn modelId="{A5AD766C-A6EB-4202-AD07-0E8B492FC484}" type="presOf" srcId="{C0D848EF-CADA-491D-869E-F68A91D1C67E}" destId="{B2476916-5BDF-4011-8E9B-D6D56828A697}" srcOrd="0" destOrd="0" presId="urn:microsoft.com/office/officeart/2005/8/layout/chevronAccent+Icon"/>
    <dgm:cxn modelId="{C5A9715A-01BA-4155-BFC4-9CCAC03FF1CF}" type="presOf" srcId="{82E165AD-B1CB-4221-B019-A768A07B0A4F}" destId="{0314F7F1-B4BA-46F6-BE8A-33087A68A58A}" srcOrd="0" destOrd="1" presId="urn:microsoft.com/office/officeart/2005/8/layout/chevronAccent+Icon"/>
    <dgm:cxn modelId="{35125E7D-05B0-4B01-AA30-6DEAB12E10D6}" srcId="{C0D848EF-CADA-491D-869E-F68A91D1C67E}" destId="{E1C3B0A1-FAAF-4BA3-A051-46C958707DE5}" srcOrd="0" destOrd="0" parTransId="{08B0D374-6775-4587-A125-E5DF1DEAE16C}" sibTransId="{4CF80357-7643-4EF3-842A-E3A676D7A9F7}"/>
    <dgm:cxn modelId="{402F5993-9215-4F2B-9AD1-022377333C30}" type="presOf" srcId="{96D26DC6-4C55-4DBC-AEFD-0C9B8956D423}" destId="{16736220-DCDA-4E04-9310-D208C1126FE7}" srcOrd="0" destOrd="0" presId="urn:microsoft.com/office/officeart/2005/8/layout/chevronAccent+Icon"/>
    <dgm:cxn modelId="{FF822297-BEC6-4A93-B0A7-E2E45E79F30B}" type="presOf" srcId="{48EEC888-A9C0-44C8-9A63-9D972563790F}" destId="{39F2154A-9E76-422D-AA8C-566A276DAABB}" srcOrd="0" destOrd="1" presId="urn:microsoft.com/office/officeart/2005/8/layout/chevronAccent+Icon"/>
    <dgm:cxn modelId="{3CE055AE-1207-40E4-8417-AABA4006CF1F}" type="presOf" srcId="{C3075DC5-97F0-4124-819E-8E4CAC0D8EBC}" destId="{0314F7F1-B4BA-46F6-BE8A-33087A68A58A}" srcOrd="0" destOrd="0" presId="urn:microsoft.com/office/officeart/2005/8/layout/chevronAccent+Icon"/>
    <dgm:cxn modelId="{A0BDA9D4-14CD-43B4-9010-47AA670EB9F3}" srcId="{C0D848EF-CADA-491D-869E-F68A91D1C67E}" destId="{C3075DC5-97F0-4124-819E-8E4CAC0D8EBC}" srcOrd="2" destOrd="0" parTransId="{514F5273-2949-462C-AEF9-6E44CD53C275}" sibTransId="{2E1DD9F7-A189-48B5-8893-7E4D2858EFBA}"/>
    <dgm:cxn modelId="{222AF1DA-1876-4C2C-A16F-599E905AFFFD}" srcId="{E1C3B0A1-FAAF-4BA3-A051-46C958707DE5}" destId="{48EEC888-A9C0-44C8-9A63-9D972563790F}" srcOrd="0" destOrd="0" parTransId="{FE06E9A4-3781-4D34-9C32-8862EE091351}" sibTransId="{EF3D7BE8-DB67-4B89-9D3F-9B89E09DB85C}"/>
    <dgm:cxn modelId="{6BC919DC-E6D6-4873-B240-0A7E7D7453DF}" srcId="{C0D848EF-CADA-491D-869E-F68A91D1C67E}" destId="{96D26DC6-4C55-4DBC-AEFD-0C9B8956D423}" srcOrd="1" destOrd="0" parTransId="{DDFCDDA1-BD8E-4ABF-A4AB-4FA9C3B528DE}" sibTransId="{E05FEFF8-D700-47CC-AB9B-3FEA4F957385}"/>
    <dgm:cxn modelId="{74760FCC-89D7-4DA2-8CE6-724166639BBF}" type="presParOf" srcId="{B2476916-5BDF-4011-8E9B-D6D56828A697}" destId="{ED4594A4-B684-41A3-812C-44F42B703D68}" srcOrd="0" destOrd="0" presId="urn:microsoft.com/office/officeart/2005/8/layout/chevronAccent+Icon"/>
    <dgm:cxn modelId="{843F2D6F-4EFB-485B-9D21-0AC281940274}" type="presParOf" srcId="{ED4594A4-B684-41A3-812C-44F42B703D68}" destId="{AF6FCEC4-1D52-4203-A671-6DB887990339}" srcOrd="0" destOrd="0" presId="urn:microsoft.com/office/officeart/2005/8/layout/chevronAccent+Icon"/>
    <dgm:cxn modelId="{B86B4CA3-37AB-4ECD-8D60-9FD573C120DC}" type="presParOf" srcId="{ED4594A4-B684-41A3-812C-44F42B703D68}" destId="{39F2154A-9E76-422D-AA8C-566A276DAABB}" srcOrd="1" destOrd="0" presId="urn:microsoft.com/office/officeart/2005/8/layout/chevronAccent+Icon"/>
    <dgm:cxn modelId="{90EA1073-8223-4DA1-8A89-1C0881EEBEAF}" type="presParOf" srcId="{B2476916-5BDF-4011-8E9B-D6D56828A697}" destId="{402977BD-CA09-4B93-B05E-32B368D2D94C}" srcOrd="1" destOrd="0" presId="urn:microsoft.com/office/officeart/2005/8/layout/chevronAccent+Icon"/>
    <dgm:cxn modelId="{5683B7DF-CCDD-4784-9375-326F55A60FB8}" type="presParOf" srcId="{B2476916-5BDF-4011-8E9B-D6D56828A697}" destId="{5232BA3A-621A-4C58-9C38-CBA3A2D94782}" srcOrd="2" destOrd="0" presId="urn:microsoft.com/office/officeart/2005/8/layout/chevronAccent+Icon"/>
    <dgm:cxn modelId="{1406A3D3-C074-47A8-A25F-430F11745A71}" type="presParOf" srcId="{5232BA3A-621A-4C58-9C38-CBA3A2D94782}" destId="{B9A2F9AD-0EED-4F0B-8FBA-A361FB921F25}" srcOrd="0" destOrd="0" presId="urn:microsoft.com/office/officeart/2005/8/layout/chevronAccent+Icon"/>
    <dgm:cxn modelId="{710701F3-88E7-4EFE-BF70-F9F2A0348725}" type="presParOf" srcId="{5232BA3A-621A-4C58-9C38-CBA3A2D94782}" destId="{16736220-DCDA-4E04-9310-D208C1126FE7}" srcOrd="1" destOrd="0" presId="urn:microsoft.com/office/officeart/2005/8/layout/chevronAccent+Icon"/>
    <dgm:cxn modelId="{2C27F7DE-7EC3-4D3D-8BA2-888A59786F6A}" type="presParOf" srcId="{B2476916-5BDF-4011-8E9B-D6D56828A697}" destId="{1913EA9F-5D78-4DEC-ACEB-420E9B897392}" srcOrd="3" destOrd="0" presId="urn:microsoft.com/office/officeart/2005/8/layout/chevronAccent+Icon"/>
    <dgm:cxn modelId="{C6DB233B-5CD0-4918-AF45-BFBABCB85992}" type="presParOf" srcId="{B2476916-5BDF-4011-8E9B-D6D56828A697}" destId="{7554E239-1771-4214-BD50-C5912E08A225}" srcOrd="4" destOrd="0" presId="urn:microsoft.com/office/officeart/2005/8/layout/chevronAccent+Icon"/>
    <dgm:cxn modelId="{77781680-6C4B-47DA-8556-9D2EBBA1A562}" type="presParOf" srcId="{7554E239-1771-4214-BD50-C5912E08A225}" destId="{39DB076E-8A22-44C1-96A6-64519703A30C}" srcOrd="0" destOrd="0" presId="urn:microsoft.com/office/officeart/2005/8/layout/chevronAccent+Icon"/>
    <dgm:cxn modelId="{3CB8B481-51B5-4F6D-9E4D-1231C37A7FAE}" type="presParOf" srcId="{7554E239-1771-4214-BD50-C5912E08A225}" destId="{0314F7F1-B4BA-46F6-BE8A-33087A68A58A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FCEC4-1D52-4203-A671-6DB887990339}">
      <dsp:nvSpPr>
        <dsp:cNvPr id="0" name=""/>
        <dsp:cNvSpPr/>
      </dsp:nvSpPr>
      <dsp:spPr>
        <a:xfrm>
          <a:off x="967" y="1953629"/>
          <a:ext cx="2430549" cy="93819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2154A-9E76-422D-AA8C-566A276DAABB}">
      <dsp:nvSpPr>
        <dsp:cNvPr id="0" name=""/>
        <dsp:cNvSpPr/>
      </dsp:nvSpPr>
      <dsp:spPr>
        <a:xfrm>
          <a:off x="649113" y="2188177"/>
          <a:ext cx="2052463" cy="93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Two has a longer label</a:t>
          </a:r>
        </a:p>
      </dsp:txBody>
      <dsp:txXfrm>
        <a:off x="676592" y="2215656"/>
        <a:ext cx="1997505" cy="883234"/>
      </dsp:txXfrm>
    </dsp:sp>
    <dsp:sp modelId="{B9A2F9AD-0EED-4F0B-8FBA-A361FB921F25}">
      <dsp:nvSpPr>
        <dsp:cNvPr id="0" name=""/>
        <dsp:cNvSpPr/>
      </dsp:nvSpPr>
      <dsp:spPr>
        <a:xfrm>
          <a:off x="2777194" y="1953629"/>
          <a:ext cx="2430549" cy="93819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36220-DCDA-4E04-9310-D208C1126FE7}">
      <dsp:nvSpPr>
        <dsp:cNvPr id="0" name=""/>
        <dsp:cNvSpPr/>
      </dsp:nvSpPr>
      <dsp:spPr>
        <a:xfrm>
          <a:off x="3425341" y="2188177"/>
          <a:ext cx="2052463" cy="93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Three</a:t>
          </a:r>
        </a:p>
      </dsp:txBody>
      <dsp:txXfrm>
        <a:off x="3452820" y="2215656"/>
        <a:ext cx="1997505" cy="883234"/>
      </dsp:txXfrm>
    </dsp:sp>
    <dsp:sp modelId="{39DB076E-8A22-44C1-96A6-64519703A30C}">
      <dsp:nvSpPr>
        <dsp:cNvPr id="0" name=""/>
        <dsp:cNvSpPr/>
      </dsp:nvSpPr>
      <dsp:spPr>
        <a:xfrm>
          <a:off x="5553422" y="1953629"/>
          <a:ext cx="2430549" cy="93819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4F7F1-B4BA-46F6-BE8A-33087A68A58A}">
      <dsp:nvSpPr>
        <dsp:cNvPr id="0" name=""/>
        <dsp:cNvSpPr/>
      </dsp:nvSpPr>
      <dsp:spPr>
        <a:xfrm>
          <a:off x="6201568" y="2188177"/>
          <a:ext cx="2052463" cy="93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Four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Five</a:t>
          </a:r>
        </a:p>
      </dsp:txBody>
      <dsp:txXfrm>
        <a:off x="6229047" y="2215656"/>
        <a:ext cx="1997505" cy="883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F746-7D37-8970-B117-8B2D5FCD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CE703-9390-AAA9-A40F-4B97D2EDB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08DA7-59D2-708B-C85F-1E4D6D06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CD6C-9CE2-789F-7191-5235CDA0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D2DA8-4564-B364-C942-290E63E7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4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1029-DDD4-CC67-85BF-0592D87A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7E8B-1F8D-9E71-E5C2-3128ED809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0DBB1-B33F-6A02-448B-8DFE32F5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1B8BD-F820-EC55-1E31-6768C611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4D748-3562-530E-18A7-5066EDF8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0FFE-90CB-6DC0-825E-65C3054F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EDA1D-A037-0C48-FD70-9C0F5BDD3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E098-6D0C-F399-CF7F-279263E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E9257-174F-6B03-4A08-1F49984B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DB52-4DE6-D111-6A56-31546FC5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1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386F-F31C-7B3A-BD20-BDDCA55A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D6B39-92AA-DD8F-34D6-4B7D45844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84DC2-17C4-714A-60F7-228F2F4B0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27D5D-620A-DF4D-F166-DE80CDB1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F0E2F-9E94-2652-1700-B480B70A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EE5F0-D785-F1F6-D5AF-087992C9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6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864C-20AA-E71B-3803-A280EA65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446FD-C7D0-402B-5A59-2B397EA13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40955-AFD4-E2B4-C50F-BBDC77F1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48853-9AB5-F194-15E3-558CEA9DD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3B092-9449-77D2-FECE-77CB1CFF2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282A6-D982-B3E1-A80F-309D1CFE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9E9C1-1CA2-43E6-B766-8F2E9B72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D2AA7-EDB6-91C1-202E-A1BBCF71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6681-D088-A3C0-1E1F-54A6BEB3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60122-EA8E-30D1-26F2-9C479EBF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93750-1F9C-CE98-DC64-E3068122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2A9A8-8445-2184-562C-6A7758F2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7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5D2E6-D257-D27A-4697-58E1B844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7BF234-CD07-54C5-6374-C419B15C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82B41-B6AF-E43E-DB8B-A6406FB1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9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0D4F-CFD1-B4A6-8741-D593BC94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D271D-849A-8DC5-BD40-AB634DE22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212B7-06B1-D62D-7D50-03A944415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35734-3E2A-37F8-B593-353CDFBB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9CE0A-58E4-163B-E809-AE089CAB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8DB34-83A0-E9B4-6605-1157EE31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0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E349-167E-A991-A1B0-07C1FF4A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777E7-F3E7-E9E1-C444-8B86BC6C1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05ABF-1247-8858-371F-664E7DA19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906EB-446D-D193-8EE3-44B42704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4A-41F7-B516-1C69-C89F06D8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682B3-9C9A-DF3D-5E1D-01709DFE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DC1F-EF7E-B3AB-9829-815D5162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CEE06-CDD7-488C-9473-ED0DAC60A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28F0-FCE3-8A6A-CD59-749FE38D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383E3-116C-DF82-6D33-D1C46E08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9B2D8-BC81-FB77-121D-579C4654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7EE03-8740-2559-A9D3-35AF9FB08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3093E-61BA-40DE-42D9-C314B88D5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79D10-127C-F6EA-587F-1F628C18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CA9D-EFA8-C725-EFD6-DF204F37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B304B-C58D-BAEC-6F2D-EF277AA0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D9909-98F8-2A2C-2198-2894361B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32997-CC36-2149-5410-71EAB531C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4D438-2BBA-A66E-4DF6-D0F56AC57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3C0FD-7C88-43B1-9211-A723838883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75EC2-F587-7671-D737-8A1390EFF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D68B-F7CC-2E85-FFBF-C0A77DB01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7C618-B3DD-437D-BD27-01968F21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9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61FDBA4-8ECF-63FE-2181-319BCD4351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50900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619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2026-09-06T08:13:39Z</dcterms:created>
  <dcterms:modified xsi:type="dcterms:W3CDTF">2026-09-06T08:13:40Z</dcterms:modified>
</cp:coreProperties>
</file>