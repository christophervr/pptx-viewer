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06CD96-76C8-47E4-998D-8A8FD0743AEF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5AB1C0-DC94-47E1-ACBB-CACB12BAEFBF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28833A5D-6AA2-4E33-8472-147DC77F62B8}" type="parTrans" cxnId="{15D2D337-7334-454D-905C-C2C82F88E63E}">
      <dgm:prSet/>
      <dgm:spPr/>
    </dgm:pt>
    <dgm:pt modelId="{9292F273-CF97-405D-9C61-F03A47BA714F}" type="sibTrans" cxnId="{15D2D337-7334-454D-905C-C2C82F88E63E}">
      <dgm:prSet/>
      <dgm:spPr/>
    </dgm:pt>
    <dgm:pt modelId="{70C1EB02-A64C-4E14-9564-F0966DA82015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4BFCE3AA-1720-48C2-B863-C722CD3C1B9A}" type="parTrans" cxnId="{BE2FEA56-CF0B-428C-8554-E686C34B4758}">
      <dgm:prSet/>
      <dgm:spPr/>
    </dgm:pt>
    <dgm:pt modelId="{85A3F215-99E9-4ECE-8FC6-AC639F54D694}" type="sibTrans" cxnId="{BE2FEA56-CF0B-428C-8554-E686C34B4758}">
      <dgm:prSet/>
      <dgm:spPr/>
    </dgm:pt>
    <dgm:pt modelId="{C75E70CE-12D2-4521-99B5-14E839D56FC6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C98D6AF5-918B-4747-A2A8-AD40D37D6C1B}" type="parTrans" cxnId="{7D056EA3-C3F2-4162-A8ED-E6C2A5CB435A}">
      <dgm:prSet/>
      <dgm:spPr/>
    </dgm:pt>
    <dgm:pt modelId="{154C5F37-91EB-4F73-AA08-39D8C6CEC3E3}" type="sibTrans" cxnId="{7D056EA3-C3F2-4162-A8ED-E6C2A5CB435A}">
      <dgm:prSet/>
      <dgm:spPr/>
    </dgm:pt>
    <dgm:pt modelId="{185A9CB1-A194-4AC7-A4CA-8CEB75572A20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2EA0E892-5893-40DF-B84F-37E4F296E7FD}" type="parTrans" cxnId="{E63A6941-D876-4188-9E70-90A6416B766A}">
      <dgm:prSet/>
      <dgm:spPr/>
    </dgm:pt>
    <dgm:pt modelId="{744F781D-5976-4EFF-8F09-9035A9A741ED}" type="sibTrans" cxnId="{E63A6941-D876-4188-9E70-90A6416B766A}">
      <dgm:prSet/>
      <dgm:spPr/>
    </dgm:pt>
    <dgm:pt modelId="{40356CB1-8892-402A-8296-345FB35D4D4C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CB4D9845-379C-4DB4-9FEA-562FC7446873}" type="parTrans" cxnId="{B226FF0E-44AC-43FE-B31C-D6D45C04B450}">
      <dgm:prSet/>
      <dgm:spPr/>
    </dgm:pt>
    <dgm:pt modelId="{3E90F2B0-FAE7-4A3C-9E01-8A468F3B54FB}" type="sibTrans" cxnId="{B226FF0E-44AC-43FE-B31C-D6D45C04B450}">
      <dgm:prSet/>
      <dgm:spPr/>
    </dgm:pt>
    <dgm:pt modelId="{BA453794-E8A4-4F0A-8A36-6A5742A55DA8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737E5533-050C-4203-8119-2D2D232AB032}" type="parTrans" cxnId="{18ED060C-83C3-4CE1-9163-7CEF743AC55E}">
      <dgm:prSet/>
      <dgm:spPr/>
    </dgm:pt>
    <dgm:pt modelId="{28F64EF3-609B-47D3-843F-DD6D1292ECDD}" type="sibTrans" cxnId="{18ED060C-83C3-4CE1-9163-7CEF743AC55E}">
      <dgm:prSet/>
      <dgm:spPr/>
    </dgm:pt>
    <dgm:pt modelId="{02BB498A-4C69-4D92-9949-05A499C67F03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AB43DE63-B180-46BE-AD3B-FD82360198AC}" type="parTrans" cxnId="{409898E8-0CE5-4ED1-8835-9CE13FEB23E5}">
      <dgm:prSet/>
      <dgm:spPr/>
    </dgm:pt>
    <dgm:pt modelId="{5197BC1B-F013-4943-A57C-5CD757121C87}" type="sibTrans" cxnId="{409898E8-0CE5-4ED1-8835-9CE13FEB23E5}">
      <dgm:prSet/>
      <dgm:spPr/>
    </dgm:pt>
    <dgm:pt modelId="{FA8DF55B-E4E1-46E6-8835-4DAF11906F86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9098CFC5-88D6-4041-95FB-2D30BAF5BF08}" type="parTrans" cxnId="{ACAFDCB3-85B0-418C-8EFE-3D6B477B45B7}">
      <dgm:prSet/>
      <dgm:spPr/>
    </dgm:pt>
    <dgm:pt modelId="{477C436E-1F94-4BC0-A14C-EB812E2CFE24}" type="sibTrans" cxnId="{ACAFDCB3-85B0-418C-8EFE-3D6B477B45B7}">
      <dgm:prSet/>
      <dgm:spPr/>
    </dgm:pt>
    <dgm:pt modelId="{405F8CC9-2C99-4400-8BB6-25DCA4E6E50C}" type="pres">
      <dgm:prSet presAssocID="{BA06CD96-76C8-47E4-998D-8A8FD0743AEF}" presName="linearFlow" presStyleCnt="0">
        <dgm:presLayoutVars>
          <dgm:dir/>
          <dgm:animLvl val="lvl"/>
          <dgm:resizeHandles/>
        </dgm:presLayoutVars>
      </dgm:prSet>
      <dgm:spPr/>
    </dgm:pt>
    <dgm:pt modelId="{AB4AD172-C266-4963-ABAB-95FB55BDF754}" type="pres">
      <dgm:prSet presAssocID="{0B5AB1C0-DC94-47E1-ACBB-CACB12BAEFBF}" presName="compositeNode" presStyleCnt="0">
        <dgm:presLayoutVars>
          <dgm:bulletEnabled val="1"/>
        </dgm:presLayoutVars>
      </dgm:prSet>
      <dgm:spPr/>
    </dgm:pt>
    <dgm:pt modelId="{B19A6C12-378E-4A7B-93B1-E2ED6419595D}" type="pres">
      <dgm:prSet presAssocID="{0B5AB1C0-DC94-47E1-ACBB-CACB12BAEFBF}" presName="image" presStyleLbl="fgImgPlace1" presStyleIdx="0" presStyleCnt="3"/>
      <dgm:spPr/>
    </dgm:pt>
    <dgm:pt modelId="{F3FFB1C9-2900-4AD8-80D6-180322CCA74E}" type="pres">
      <dgm:prSet presAssocID="{0B5AB1C0-DC94-47E1-ACBB-CACB12BAEFBF}" presName="childNode" presStyleLbl="node1" presStyleIdx="0" presStyleCnt="3">
        <dgm:presLayoutVars>
          <dgm:bulletEnabled val="1"/>
        </dgm:presLayoutVars>
      </dgm:prSet>
      <dgm:spPr/>
    </dgm:pt>
    <dgm:pt modelId="{80E081DC-CD89-4FE9-9B08-82E84D04BBA0}" type="pres">
      <dgm:prSet presAssocID="{0B5AB1C0-DC94-47E1-ACBB-CACB12BAEFBF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70DB63F7-468A-41B6-9F88-2858E379E158}" type="pres">
      <dgm:prSet presAssocID="{9292F273-CF97-405D-9C61-F03A47BA714F}" presName="sibTrans" presStyleCnt="0"/>
      <dgm:spPr/>
    </dgm:pt>
    <dgm:pt modelId="{6326776A-1055-49B8-93FD-6882FECA1B54}" type="pres">
      <dgm:prSet presAssocID="{185A9CB1-A194-4AC7-A4CA-8CEB75572A20}" presName="compositeNode" presStyleCnt="0">
        <dgm:presLayoutVars>
          <dgm:bulletEnabled val="1"/>
        </dgm:presLayoutVars>
      </dgm:prSet>
      <dgm:spPr/>
    </dgm:pt>
    <dgm:pt modelId="{AF0CCBF2-B85F-4D19-9568-81244250802E}" type="pres">
      <dgm:prSet presAssocID="{185A9CB1-A194-4AC7-A4CA-8CEB75572A20}" presName="image" presStyleLbl="fgImgPlace1" presStyleIdx="1" presStyleCnt="3"/>
      <dgm:spPr/>
    </dgm:pt>
    <dgm:pt modelId="{01BC279E-6AE0-4E85-81A2-05BE0CD6823E}" type="pres">
      <dgm:prSet presAssocID="{185A9CB1-A194-4AC7-A4CA-8CEB75572A20}" presName="childNode" presStyleLbl="node1" presStyleIdx="1" presStyleCnt="3">
        <dgm:presLayoutVars>
          <dgm:bulletEnabled val="1"/>
        </dgm:presLayoutVars>
      </dgm:prSet>
      <dgm:spPr/>
    </dgm:pt>
    <dgm:pt modelId="{06AC3A3F-78A5-46C7-A7E3-EFA74C9F0B2D}" type="pres">
      <dgm:prSet presAssocID="{185A9CB1-A194-4AC7-A4CA-8CEB75572A20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FC96FE43-D08D-4720-AEBB-600AC15B3CBF}" type="pres">
      <dgm:prSet presAssocID="{744F781D-5976-4EFF-8F09-9035A9A741ED}" presName="sibTrans" presStyleCnt="0"/>
      <dgm:spPr/>
    </dgm:pt>
    <dgm:pt modelId="{162C2BDD-605E-4187-AB50-461C814FD1DC}" type="pres">
      <dgm:prSet presAssocID="{02BB498A-4C69-4D92-9949-05A499C67F03}" presName="compositeNode" presStyleCnt="0">
        <dgm:presLayoutVars>
          <dgm:bulletEnabled val="1"/>
        </dgm:presLayoutVars>
      </dgm:prSet>
      <dgm:spPr/>
    </dgm:pt>
    <dgm:pt modelId="{F80BC5BF-0869-4885-BAB3-E61E8598BE63}" type="pres">
      <dgm:prSet presAssocID="{02BB498A-4C69-4D92-9949-05A499C67F03}" presName="image" presStyleLbl="fgImgPlace1" presStyleIdx="2" presStyleCnt="3"/>
      <dgm:spPr/>
    </dgm:pt>
    <dgm:pt modelId="{7A264761-1ED7-4CEE-AE77-1D02CDE9B5AB}" type="pres">
      <dgm:prSet presAssocID="{02BB498A-4C69-4D92-9949-05A499C67F03}" presName="childNode" presStyleLbl="node1" presStyleIdx="2" presStyleCnt="3">
        <dgm:presLayoutVars>
          <dgm:bulletEnabled val="1"/>
        </dgm:presLayoutVars>
      </dgm:prSet>
      <dgm:spPr/>
    </dgm:pt>
    <dgm:pt modelId="{48B095BD-A76C-4349-8430-F208AC6E91CB}" type="pres">
      <dgm:prSet presAssocID="{02BB498A-4C69-4D92-9949-05A499C67F03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17488B00-2293-4C8D-90E7-87447E2633BC}" type="presOf" srcId="{BA06CD96-76C8-47E4-998D-8A8FD0743AEF}" destId="{405F8CC9-2C99-4400-8BB6-25DCA4E6E50C}" srcOrd="0" destOrd="0" presId="urn:microsoft.com/office/officeart/2005/8/layout/hList2"/>
    <dgm:cxn modelId="{18ED060C-83C3-4CE1-9163-7CEF743AC55E}" srcId="{185A9CB1-A194-4AC7-A4CA-8CEB75572A20}" destId="{BA453794-E8A4-4F0A-8A36-6A5742A55DA8}" srcOrd="1" destOrd="0" parTransId="{737E5533-050C-4203-8119-2D2D232AB032}" sibTransId="{28F64EF3-609B-47D3-843F-DD6D1292ECDD}"/>
    <dgm:cxn modelId="{0FE3CE0E-E34E-436B-ABB1-4458014BA50B}" type="presOf" srcId="{FA8DF55B-E4E1-46E6-8835-4DAF11906F86}" destId="{7A264761-1ED7-4CEE-AE77-1D02CDE9B5AB}" srcOrd="0" destOrd="0" presId="urn:microsoft.com/office/officeart/2005/8/layout/hList2"/>
    <dgm:cxn modelId="{B226FF0E-44AC-43FE-B31C-D6D45C04B450}" srcId="{185A9CB1-A194-4AC7-A4CA-8CEB75572A20}" destId="{40356CB1-8892-402A-8296-345FB35D4D4C}" srcOrd="0" destOrd="0" parTransId="{CB4D9845-379C-4DB4-9FEA-562FC7446873}" sibTransId="{3E90F2B0-FAE7-4A3C-9E01-8A468F3B54FB}"/>
    <dgm:cxn modelId="{61EFA912-7B60-404B-9992-383AC29DE473}" type="presOf" srcId="{70C1EB02-A64C-4E14-9564-F0966DA82015}" destId="{F3FFB1C9-2900-4AD8-80D6-180322CCA74E}" srcOrd="0" destOrd="0" presId="urn:microsoft.com/office/officeart/2005/8/layout/hList2"/>
    <dgm:cxn modelId="{7DD3CD13-6F55-4602-BEA5-4101ADB33C42}" type="presOf" srcId="{02BB498A-4C69-4D92-9949-05A499C67F03}" destId="{48B095BD-A76C-4349-8430-F208AC6E91CB}" srcOrd="0" destOrd="0" presId="urn:microsoft.com/office/officeart/2005/8/layout/hList2"/>
    <dgm:cxn modelId="{15D2D337-7334-454D-905C-C2C82F88E63E}" srcId="{BA06CD96-76C8-47E4-998D-8A8FD0743AEF}" destId="{0B5AB1C0-DC94-47E1-ACBB-CACB12BAEFBF}" srcOrd="0" destOrd="0" parTransId="{28833A5D-6AA2-4E33-8472-147DC77F62B8}" sibTransId="{9292F273-CF97-405D-9C61-F03A47BA714F}"/>
    <dgm:cxn modelId="{2F0B893E-F8DF-49F6-AFA6-9BA26D780680}" type="presOf" srcId="{40356CB1-8892-402A-8296-345FB35D4D4C}" destId="{01BC279E-6AE0-4E85-81A2-05BE0CD6823E}" srcOrd="0" destOrd="0" presId="urn:microsoft.com/office/officeart/2005/8/layout/hList2"/>
    <dgm:cxn modelId="{E63A6941-D876-4188-9E70-90A6416B766A}" srcId="{BA06CD96-76C8-47E4-998D-8A8FD0743AEF}" destId="{185A9CB1-A194-4AC7-A4CA-8CEB75572A20}" srcOrd="1" destOrd="0" parTransId="{2EA0E892-5893-40DF-B84F-37E4F296E7FD}" sibTransId="{744F781D-5976-4EFF-8F09-9035A9A741ED}"/>
    <dgm:cxn modelId="{9BBFB367-3D9E-4508-9973-4040618C5709}" type="presOf" srcId="{C75E70CE-12D2-4521-99B5-14E839D56FC6}" destId="{F3FFB1C9-2900-4AD8-80D6-180322CCA74E}" srcOrd="0" destOrd="1" presId="urn:microsoft.com/office/officeart/2005/8/layout/hList2"/>
    <dgm:cxn modelId="{BE2FEA56-CF0B-428C-8554-E686C34B4758}" srcId="{0B5AB1C0-DC94-47E1-ACBB-CACB12BAEFBF}" destId="{70C1EB02-A64C-4E14-9564-F0966DA82015}" srcOrd="0" destOrd="0" parTransId="{4BFCE3AA-1720-48C2-B863-C722CD3C1B9A}" sibTransId="{85A3F215-99E9-4ECE-8FC6-AC639F54D694}"/>
    <dgm:cxn modelId="{7D056EA3-C3F2-4162-A8ED-E6C2A5CB435A}" srcId="{0B5AB1C0-DC94-47E1-ACBB-CACB12BAEFBF}" destId="{C75E70CE-12D2-4521-99B5-14E839D56FC6}" srcOrd="1" destOrd="0" parTransId="{C98D6AF5-918B-4747-A2A8-AD40D37D6C1B}" sibTransId="{154C5F37-91EB-4F73-AA08-39D8C6CEC3E3}"/>
    <dgm:cxn modelId="{F0500DAD-674F-4055-A288-B590F74A3539}" type="presOf" srcId="{BA453794-E8A4-4F0A-8A36-6A5742A55DA8}" destId="{01BC279E-6AE0-4E85-81A2-05BE0CD6823E}" srcOrd="0" destOrd="1" presId="urn:microsoft.com/office/officeart/2005/8/layout/hList2"/>
    <dgm:cxn modelId="{ACAFDCB3-85B0-418C-8EFE-3D6B477B45B7}" srcId="{02BB498A-4C69-4D92-9949-05A499C67F03}" destId="{FA8DF55B-E4E1-46E6-8835-4DAF11906F86}" srcOrd="0" destOrd="0" parTransId="{9098CFC5-88D6-4041-95FB-2D30BAF5BF08}" sibTransId="{477C436E-1F94-4BC0-A14C-EB812E2CFE24}"/>
    <dgm:cxn modelId="{21C394CF-9C35-45C0-9872-161D99C92180}" type="presOf" srcId="{185A9CB1-A194-4AC7-A4CA-8CEB75572A20}" destId="{06AC3A3F-78A5-46C7-A7E3-EFA74C9F0B2D}" srcOrd="0" destOrd="0" presId="urn:microsoft.com/office/officeart/2005/8/layout/hList2"/>
    <dgm:cxn modelId="{409898E8-0CE5-4ED1-8835-9CE13FEB23E5}" srcId="{BA06CD96-76C8-47E4-998D-8A8FD0743AEF}" destId="{02BB498A-4C69-4D92-9949-05A499C67F03}" srcOrd="2" destOrd="0" parTransId="{AB43DE63-B180-46BE-AD3B-FD82360198AC}" sibTransId="{5197BC1B-F013-4943-A57C-5CD757121C87}"/>
    <dgm:cxn modelId="{794DF4F4-7DC9-4C36-B28B-95B65429267E}" type="presOf" srcId="{0B5AB1C0-DC94-47E1-ACBB-CACB12BAEFBF}" destId="{80E081DC-CD89-4FE9-9B08-82E84D04BBA0}" srcOrd="0" destOrd="0" presId="urn:microsoft.com/office/officeart/2005/8/layout/hList2"/>
    <dgm:cxn modelId="{64C8003D-5A05-49F1-93ED-E82B1D2C2719}" type="presParOf" srcId="{405F8CC9-2C99-4400-8BB6-25DCA4E6E50C}" destId="{AB4AD172-C266-4963-ABAB-95FB55BDF754}" srcOrd="0" destOrd="0" presId="urn:microsoft.com/office/officeart/2005/8/layout/hList2"/>
    <dgm:cxn modelId="{02A59CD3-0DF1-48A7-B33B-9CC7C4E47C60}" type="presParOf" srcId="{AB4AD172-C266-4963-ABAB-95FB55BDF754}" destId="{B19A6C12-378E-4A7B-93B1-E2ED6419595D}" srcOrd="0" destOrd="0" presId="urn:microsoft.com/office/officeart/2005/8/layout/hList2"/>
    <dgm:cxn modelId="{34D5B18A-B9F4-401A-ACCE-39C34D0C0281}" type="presParOf" srcId="{AB4AD172-C266-4963-ABAB-95FB55BDF754}" destId="{F3FFB1C9-2900-4AD8-80D6-180322CCA74E}" srcOrd="1" destOrd="0" presId="urn:microsoft.com/office/officeart/2005/8/layout/hList2"/>
    <dgm:cxn modelId="{A893FEE2-F918-4AB6-BF70-C5257E89230F}" type="presParOf" srcId="{AB4AD172-C266-4963-ABAB-95FB55BDF754}" destId="{80E081DC-CD89-4FE9-9B08-82E84D04BBA0}" srcOrd="2" destOrd="0" presId="urn:microsoft.com/office/officeart/2005/8/layout/hList2"/>
    <dgm:cxn modelId="{B889BA2E-CF17-4A2F-A3B0-6435A113B2F6}" type="presParOf" srcId="{405F8CC9-2C99-4400-8BB6-25DCA4E6E50C}" destId="{70DB63F7-468A-41B6-9F88-2858E379E158}" srcOrd="1" destOrd="0" presId="urn:microsoft.com/office/officeart/2005/8/layout/hList2"/>
    <dgm:cxn modelId="{A449D7FA-084E-40CC-BC42-FBA2C5B0A645}" type="presParOf" srcId="{405F8CC9-2C99-4400-8BB6-25DCA4E6E50C}" destId="{6326776A-1055-49B8-93FD-6882FECA1B54}" srcOrd="2" destOrd="0" presId="urn:microsoft.com/office/officeart/2005/8/layout/hList2"/>
    <dgm:cxn modelId="{0477CDFE-8686-4129-864F-200D8AD43739}" type="presParOf" srcId="{6326776A-1055-49B8-93FD-6882FECA1B54}" destId="{AF0CCBF2-B85F-4D19-9568-81244250802E}" srcOrd="0" destOrd="0" presId="urn:microsoft.com/office/officeart/2005/8/layout/hList2"/>
    <dgm:cxn modelId="{A32ABEF9-006C-4613-BF2F-4F9EA4E4F451}" type="presParOf" srcId="{6326776A-1055-49B8-93FD-6882FECA1B54}" destId="{01BC279E-6AE0-4E85-81A2-05BE0CD6823E}" srcOrd="1" destOrd="0" presId="urn:microsoft.com/office/officeart/2005/8/layout/hList2"/>
    <dgm:cxn modelId="{0DB85A56-6518-4145-8738-BC7CBBD26406}" type="presParOf" srcId="{6326776A-1055-49B8-93FD-6882FECA1B54}" destId="{06AC3A3F-78A5-46C7-A7E3-EFA74C9F0B2D}" srcOrd="2" destOrd="0" presId="urn:microsoft.com/office/officeart/2005/8/layout/hList2"/>
    <dgm:cxn modelId="{5719BFFB-7B55-4DE1-8685-D808F2A66C29}" type="presParOf" srcId="{405F8CC9-2C99-4400-8BB6-25DCA4E6E50C}" destId="{FC96FE43-D08D-4720-AEBB-600AC15B3CBF}" srcOrd="3" destOrd="0" presId="urn:microsoft.com/office/officeart/2005/8/layout/hList2"/>
    <dgm:cxn modelId="{3F612815-413C-4371-B116-B7BA1ABB2987}" type="presParOf" srcId="{405F8CC9-2C99-4400-8BB6-25DCA4E6E50C}" destId="{162C2BDD-605E-4187-AB50-461C814FD1DC}" srcOrd="4" destOrd="0" presId="urn:microsoft.com/office/officeart/2005/8/layout/hList2"/>
    <dgm:cxn modelId="{B1489743-2A8A-455E-AAF1-31B197393944}" type="presParOf" srcId="{162C2BDD-605E-4187-AB50-461C814FD1DC}" destId="{F80BC5BF-0869-4885-BAB3-E61E8598BE63}" srcOrd="0" destOrd="0" presId="urn:microsoft.com/office/officeart/2005/8/layout/hList2"/>
    <dgm:cxn modelId="{060C2FD6-ACE6-41C7-84F3-317F6BC8F249}" type="presParOf" srcId="{162C2BDD-605E-4187-AB50-461C814FD1DC}" destId="{7A264761-1ED7-4CEE-AE77-1D02CDE9B5AB}" srcOrd="1" destOrd="0" presId="urn:microsoft.com/office/officeart/2005/8/layout/hList2"/>
    <dgm:cxn modelId="{5E9EB843-B00B-489A-979F-38E755D3F90D}" type="presParOf" srcId="{162C2BDD-605E-4187-AB50-461C814FD1DC}" destId="{48B095BD-A76C-4349-8430-F208AC6E91CB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081DC-CD89-4FE9-9B08-82E84D04BBA0}">
      <dsp:nvSpPr>
        <dsp:cNvPr id="0" name=""/>
        <dsp:cNvSpPr/>
      </dsp:nvSpPr>
      <dsp:spPr>
        <a:xfrm rot="16200000">
          <a:off x="-1732967" y="2603689"/>
          <a:ext cx="3962400" cy="398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1066" bIns="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Branch A Root</a:t>
          </a:r>
        </a:p>
      </dsp:txBody>
      <dsp:txXfrm>
        <a:off x="-1732967" y="2603689"/>
        <a:ext cx="3962400" cy="398059"/>
      </dsp:txXfrm>
    </dsp:sp>
    <dsp:sp modelId="{F3FFB1C9-2900-4AD8-80D6-180322CCA74E}">
      <dsp:nvSpPr>
        <dsp:cNvPr id="0" name=""/>
        <dsp:cNvSpPr/>
      </dsp:nvSpPr>
      <dsp:spPr>
        <a:xfrm>
          <a:off x="447262" y="821519"/>
          <a:ext cx="1982758" cy="39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351066" rIns="199136" bIns="199136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Branch A Child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Branch A Grandchild with long text</a:t>
          </a:r>
        </a:p>
      </dsp:txBody>
      <dsp:txXfrm>
        <a:off x="447262" y="821519"/>
        <a:ext cx="1982758" cy="3962400"/>
      </dsp:txXfrm>
    </dsp:sp>
    <dsp:sp modelId="{B19A6C12-378E-4A7B-93B1-E2ED6419595D}">
      <dsp:nvSpPr>
        <dsp:cNvPr id="0" name=""/>
        <dsp:cNvSpPr/>
      </dsp:nvSpPr>
      <dsp:spPr>
        <a:xfrm>
          <a:off x="49202" y="296080"/>
          <a:ext cx="796119" cy="79611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C3A3F-78A5-46C7-A7E3-EFA74C9F0B2D}">
      <dsp:nvSpPr>
        <dsp:cNvPr id="0" name=""/>
        <dsp:cNvSpPr/>
      </dsp:nvSpPr>
      <dsp:spPr>
        <a:xfrm rot="16200000">
          <a:off x="1154920" y="2603689"/>
          <a:ext cx="3962400" cy="398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1066" bIns="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Branch B Root</a:t>
          </a:r>
        </a:p>
      </dsp:txBody>
      <dsp:txXfrm>
        <a:off x="1154920" y="2603689"/>
        <a:ext cx="3962400" cy="398059"/>
      </dsp:txXfrm>
    </dsp:sp>
    <dsp:sp modelId="{01BC279E-6AE0-4E85-81A2-05BE0CD6823E}">
      <dsp:nvSpPr>
        <dsp:cNvPr id="0" name=""/>
        <dsp:cNvSpPr/>
      </dsp:nvSpPr>
      <dsp:spPr>
        <a:xfrm>
          <a:off x="3335150" y="821519"/>
          <a:ext cx="1982758" cy="39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351066" rIns="199136" bIns="199136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Branch B Child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Branch B Grandchild</a:t>
          </a:r>
        </a:p>
      </dsp:txBody>
      <dsp:txXfrm>
        <a:off x="3335150" y="821519"/>
        <a:ext cx="1982758" cy="3962400"/>
      </dsp:txXfrm>
    </dsp:sp>
    <dsp:sp modelId="{AF0CCBF2-B85F-4D19-9568-81244250802E}">
      <dsp:nvSpPr>
        <dsp:cNvPr id="0" name=""/>
        <dsp:cNvSpPr/>
      </dsp:nvSpPr>
      <dsp:spPr>
        <a:xfrm>
          <a:off x="2937090" y="296080"/>
          <a:ext cx="796119" cy="79611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095BD-A76C-4349-8430-F208AC6E91CB}">
      <dsp:nvSpPr>
        <dsp:cNvPr id="0" name=""/>
        <dsp:cNvSpPr/>
      </dsp:nvSpPr>
      <dsp:spPr>
        <a:xfrm rot="16200000">
          <a:off x="4042808" y="2603689"/>
          <a:ext cx="3962400" cy="398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1066" bIns="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Branch C Root</a:t>
          </a:r>
        </a:p>
      </dsp:txBody>
      <dsp:txXfrm>
        <a:off x="4042808" y="2603689"/>
        <a:ext cx="3962400" cy="398059"/>
      </dsp:txXfrm>
    </dsp:sp>
    <dsp:sp modelId="{7A264761-1ED7-4CEE-AE77-1D02CDE9B5AB}">
      <dsp:nvSpPr>
        <dsp:cNvPr id="0" name=""/>
        <dsp:cNvSpPr/>
      </dsp:nvSpPr>
      <dsp:spPr>
        <a:xfrm>
          <a:off x="6223038" y="821519"/>
          <a:ext cx="1982758" cy="39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351066" rIns="199136" bIns="199136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Branch C Child</a:t>
          </a:r>
        </a:p>
      </dsp:txBody>
      <dsp:txXfrm>
        <a:off x="6223038" y="821519"/>
        <a:ext cx="1982758" cy="3962400"/>
      </dsp:txXfrm>
    </dsp:sp>
    <dsp:sp modelId="{F80BC5BF-0869-4885-BAB3-E61E8598BE63}">
      <dsp:nvSpPr>
        <dsp:cNvPr id="0" name=""/>
        <dsp:cNvSpPr/>
      </dsp:nvSpPr>
      <dsp:spPr>
        <a:xfrm>
          <a:off x="5824979" y="296080"/>
          <a:ext cx="796119" cy="79611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8A88-FC90-8B73-FDC5-1A8270EE3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F1FAC-D6C9-CAB9-1A64-1761F6DA0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52ED2-88BB-59F4-A5D8-ED4CFFDF7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2A34-C4C8-433D-ADD2-CB09935143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6C791-97C9-5780-9F3E-702CBF7B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AB37C-12F6-6A38-3DD3-DB6318209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3119-CB6E-4245-82A6-B0F3A190D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53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96D3-9CAD-9CA8-ADE7-D3D4EC389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D5569-E63B-F36B-A17E-CE023D6C9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78341-7B04-DEEF-92FA-5A978FB2F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2A34-C4C8-433D-ADD2-CB09935143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C2964-2273-ECF6-D9EA-7D7C6214A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66145-7E34-2085-5AF6-1DE11C26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3119-CB6E-4245-82A6-B0F3A190D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33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5AE87-A488-8A1C-5D14-23D26398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D3F7F-9E13-FA46-6FA7-DF032E206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4DB05-90E6-C800-1B79-4CF859545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2A34-C4C8-433D-ADD2-CB09935143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9F304-344C-5770-C298-F45983075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9EB03-4B48-9FD7-2BAA-751E09D9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3119-CB6E-4245-82A6-B0F3A190D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99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F644A-54AC-9C48-7F1A-D9C069BB1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493FF-6757-E348-8B10-8E5A89CBC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3830B-1215-7A97-61C8-AD0D72FC5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49565-72C6-18B1-C916-54E316DC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2A34-C4C8-433D-ADD2-CB09935143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30315-89D6-595E-6A48-FA1C3ACEC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DBE31-DDF9-187F-1C89-5EE6A554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3119-CB6E-4245-82A6-B0F3A190D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28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6D12-3B2C-6F4E-827E-CC58B485F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C1265-1E5A-ED00-AC31-94CE23B98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DAE64-25DB-6970-4F8B-FD9736F2D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3247E-B849-FAA7-151F-277860BCF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A7AA7-A782-A32C-6F52-5CC454CBD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52C50C-232C-886B-805A-364AFBA9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2A34-C4C8-433D-ADD2-CB09935143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C24C9F-17DB-E7E9-0EC1-07167FFBE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9CA847-573A-FDAE-584E-B087440C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3119-CB6E-4245-82A6-B0F3A190D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76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EF0E2-2D0C-C43D-B5CF-46E6E003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5B368-F619-630D-6E81-AD0BFC80A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2A34-C4C8-433D-ADD2-CB09935143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A9DE5-3C14-47B8-A0C9-6280AFB90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793AC-5BB4-9741-C630-2CE6059C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3119-CB6E-4245-82A6-B0F3A190D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4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3B0886-DED8-EA5A-3EB7-F8229D90F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2A34-C4C8-433D-ADD2-CB09935143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F83981-0E04-22DB-2E21-88060D113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38DEE-17AD-E190-2403-6D4DA949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3119-CB6E-4245-82A6-B0F3A190D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64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4AFC-F4A6-8805-C008-C22026D6B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E20FC-76C9-8F8E-0F24-2DB3D2E67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86250-CEE1-EFF0-D5B9-489C7B166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F75DB-EA59-41FB-9486-A2566339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2A34-C4C8-433D-ADD2-CB09935143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1309A-DECA-25DB-81AE-995BB0F06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B0221-E464-48F5-5BF3-98FBFE08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3119-CB6E-4245-82A6-B0F3A190D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50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62A7E-90AD-6580-D181-D23964D1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4A85AF-E609-456F-C2A2-7350DF4800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879E9-D96F-86AE-E16C-D91C1FF33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27B44-4FB4-7155-43B4-FA3A82A5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2A34-C4C8-433D-ADD2-CB09935143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26710-BCB7-8A5D-EFEF-4F0D17FDD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C568C-2F87-68F5-F7EB-9719F594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3119-CB6E-4245-82A6-B0F3A190D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30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29A03-D8BB-E4A8-5D62-31A54D012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4E984-7DD3-3758-C445-2C5A20FF9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23FBF-2025-5EEF-D282-B595847D1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2A34-C4C8-433D-ADD2-CB09935143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C200C-06C6-5FEA-5358-B80A4DDC3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41BC2-3514-2186-AEFE-B27EE142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3119-CB6E-4245-82A6-B0F3A190D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99A1E3-BBC7-2F71-80B0-7B34991E7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C7C48-02F5-3E94-4FB7-1F03F3C50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5EE97-BFF8-2944-3A1C-C5E8FAF82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2A34-C4C8-433D-ADD2-CB09935143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9C460-9070-F83E-E1F7-6C04749D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0D0B6-5F7A-7133-DAB3-35CADE05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3119-CB6E-4245-82A6-B0F3A190D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6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4B6F89-B46F-F77E-42E6-28629678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DD6A6-2DC5-35EF-E406-D9ED0ECBA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94A0C-B2A6-2832-5AEB-BD2DE58CF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72A34-C4C8-433D-ADD2-CB09935143F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F09F7-C854-1DDF-D145-70CFFA00D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BC1D5-26CD-7364-B506-A1A5DB3D4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93119-CB6E-4245-82A6-B0F3A190D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8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F6E66C1-3827-7F3B-E24F-ABE44676E2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689871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4680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2026-09-06T08:12:45Z</dcterms:created>
  <dcterms:modified xsi:type="dcterms:W3CDTF">2026-09-06T08:12:47Z</dcterms:modified>
</cp:coreProperties>
</file>