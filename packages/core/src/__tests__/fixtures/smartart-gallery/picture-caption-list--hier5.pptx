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EE14E6-9310-46C9-881E-ABDDFEC26A42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675350-C056-4093-A369-0C35B7AB1744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13AD7ED7-DBA5-49F8-82CD-03BE8DF0E480}" type="parTrans" cxnId="{56815458-0DF1-4C13-8993-CB65F9FF83E4}">
      <dgm:prSet/>
      <dgm:spPr/>
    </dgm:pt>
    <dgm:pt modelId="{7186974D-1A4C-41AB-AF52-7D2E665F1B71}" type="sibTrans" cxnId="{56815458-0DF1-4C13-8993-CB65F9FF83E4}">
      <dgm:prSet/>
      <dgm:spPr/>
    </dgm:pt>
    <dgm:pt modelId="{5AF7D0C6-E49F-4985-8AAC-F26435CC632C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DDCCE352-B649-4E1B-9CB9-D4AD3F7E2D24}" type="parTrans" cxnId="{B9E022E3-DEEF-4F3B-A396-838DEBC44A10}">
      <dgm:prSet/>
      <dgm:spPr/>
    </dgm:pt>
    <dgm:pt modelId="{A329A4DB-B638-48DF-BF95-38FC6E454C25}" type="sibTrans" cxnId="{B9E022E3-DEEF-4F3B-A396-838DEBC44A10}">
      <dgm:prSet/>
      <dgm:spPr/>
    </dgm:pt>
    <dgm:pt modelId="{D7309938-130D-4693-A3FD-2435C9373B2A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BDB04961-4CFA-4DC8-86DE-C1712BD26B89}" type="parTrans" cxnId="{C5ED8E8D-F8CE-474B-8864-B9ECEF228D69}">
      <dgm:prSet/>
      <dgm:spPr/>
    </dgm:pt>
    <dgm:pt modelId="{24E3F83B-795E-4AF4-92C4-A7EC2DA46273}" type="sibTrans" cxnId="{C5ED8E8D-F8CE-474B-8864-B9ECEF228D69}">
      <dgm:prSet/>
      <dgm:spPr/>
    </dgm:pt>
    <dgm:pt modelId="{2D0A5F4B-03E1-4218-8ECF-53821AE3BFBE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32556E28-946A-4DEF-864E-C61106ECD7F3}" type="parTrans" cxnId="{A580178D-5C25-4E2E-9951-5E98C0B84A18}">
      <dgm:prSet/>
      <dgm:spPr/>
    </dgm:pt>
    <dgm:pt modelId="{FD1C2821-38E2-4B93-BD89-4D891F6976B8}" type="sibTrans" cxnId="{A580178D-5C25-4E2E-9951-5E98C0B84A18}">
      <dgm:prSet/>
      <dgm:spPr/>
    </dgm:pt>
    <dgm:pt modelId="{95E02B8A-302D-42EB-9FF2-CA6CAD442840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C6E4BDAB-FD75-4206-9A6C-1014CFBF3400}" type="parTrans" cxnId="{902BEA9B-1CDD-4F6F-A362-8CC88803B951}">
      <dgm:prSet/>
      <dgm:spPr/>
    </dgm:pt>
    <dgm:pt modelId="{5D1D6809-E635-4DF7-8570-9C34DF5024CC}" type="sibTrans" cxnId="{902BEA9B-1CDD-4F6F-A362-8CC88803B951}">
      <dgm:prSet/>
      <dgm:spPr/>
    </dgm:pt>
    <dgm:pt modelId="{CC4E8BD6-8F8D-4998-9B3B-582AEF0B995A}" type="pres">
      <dgm:prSet presAssocID="{E9EE14E6-9310-46C9-881E-ABDDFEC26A42}" presName="Name0" presStyleCnt="0">
        <dgm:presLayoutVars>
          <dgm:dir/>
          <dgm:resizeHandles val="exact"/>
        </dgm:presLayoutVars>
      </dgm:prSet>
      <dgm:spPr/>
    </dgm:pt>
    <dgm:pt modelId="{C698277F-BEE3-4CB7-B69D-9E53F7DCD927}" type="pres">
      <dgm:prSet presAssocID="{FD675350-C056-4093-A369-0C35B7AB1744}" presName="compNode" presStyleCnt="0"/>
      <dgm:spPr/>
    </dgm:pt>
    <dgm:pt modelId="{FC480D6D-06AB-4AB2-A2AB-4566ADA05A0E}" type="pres">
      <dgm:prSet presAssocID="{FD675350-C056-4093-A369-0C35B7AB1744}" presName="pictRect" presStyleLbl="node1" presStyleIdx="0" presStyleCnt="3"/>
      <dgm:spPr/>
    </dgm:pt>
    <dgm:pt modelId="{DB3F58FD-6F05-4FB1-821E-2DFCBC0F2337}" type="pres">
      <dgm:prSet presAssocID="{FD675350-C056-4093-A369-0C35B7AB1744}" presName="textRect" presStyleLbl="revTx" presStyleIdx="0" presStyleCnt="3">
        <dgm:presLayoutVars>
          <dgm:bulletEnabled val="1"/>
        </dgm:presLayoutVars>
      </dgm:prSet>
      <dgm:spPr/>
    </dgm:pt>
    <dgm:pt modelId="{C8719726-A2D2-443F-9351-08140371B845}" type="pres">
      <dgm:prSet presAssocID="{7186974D-1A4C-41AB-AF52-7D2E665F1B71}" presName="sibTrans" presStyleLbl="sibTrans2D1" presStyleIdx="0" presStyleCnt="0"/>
      <dgm:spPr/>
    </dgm:pt>
    <dgm:pt modelId="{F377098D-D8C9-415E-88DD-07E689DE17A7}" type="pres">
      <dgm:prSet presAssocID="{D7309938-130D-4693-A3FD-2435C9373B2A}" presName="compNode" presStyleCnt="0"/>
      <dgm:spPr/>
    </dgm:pt>
    <dgm:pt modelId="{EF6636A0-838B-4DBA-BF03-42A766C61B48}" type="pres">
      <dgm:prSet presAssocID="{D7309938-130D-4693-A3FD-2435C9373B2A}" presName="pictRect" presStyleLbl="node1" presStyleIdx="1" presStyleCnt="3"/>
      <dgm:spPr/>
    </dgm:pt>
    <dgm:pt modelId="{07D93A46-7E13-4007-A400-B0A900383C91}" type="pres">
      <dgm:prSet presAssocID="{D7309938-130D-4693-A3FD-2435C9373B2A}" presName="textRect" presStyleLbl="revTx" presStyleIdx="1" presStyleCnt="3">
        <dgm:presLayoutVars>
          <dgm:bulletEnabled val="1"/>
        </dgm:presLayoutVars>
      </dgm:prSet>
      <dgm:spPr/>
    </dgm:pt>
    <dgm:pt modelId="{69F25FEB-1D01-45E3-B5EB-694380E7DECB}" type="pres">
      <dgm:prSet presAssocID="{24E3F83B-795E-4AF4-92C4-A7EC2DA46273}" presName="sibTrans" presStyleLbl="sibTrans2D1" presStyleIdx="0" presStyleCnt="0"/>
      <dgm:spPr/>
    </dgm:pt>
    <dgm:pt modelId="{5BDD48C2-752E-442E-9A12-5BC3DDAB2DF1}" type="pres">
      <dgm:prSet presAssocID="{2D0A5F4B-03E1-4218-8ECF-53821AE3BFBE}" presName="compNode" presStyleCnt="0"/>
      <dgm:spPr/>
    </dgm:pt>
    <dgm:pt modelId="{1AC362A5-6E9C-48CE-8829-3AE207F53AE9}" type="pres">
      <dgm:prSet presAssocID="{2D0A5F4B-03E1-4218-8ECF-53821AE3BFBE}" presName="pictRect" presStyleLbl="node1" presStyleIdx="2" presStyleCnt="3"/>
      <dgm:spPr/>
    </dgm:pt>
    <dgm:pt modelId="{1128A4E2-5D4F-431F-8C1F-B39EB7A1F346}" type="pres">
      <dgm:prSet presAssocID="{2D0A5F4B-03E1-4218-8ECF-53821AE3BFBE}" presName="textRect" presStyleLbl="revTx" presStyleIdx="2" presStyleCnt="3">
        <dgm:presLayoutVars>
          <dgm:bulletEnabled val="1"/>
        </dgm:presLayoutVars>
      </dgm:prSet>
      <dgm:spPr/>
    </dgm:pt>
  </dgm:ptLst>
  <dgm:cxnLst>
    <dgm:cxn modelId="{C6186E0A-77FA-499C-AD62-CF756ED29DD1}" type="presOf" srcId="{2D0A5F4B-03E1-4218-8ECF-53821AE3BFBE}" destId="{1128A4E2-5D4F-431F-8C1F-B39EB7A1F346}" srcOrd="0" destOrd="0" presId="urn:microsoft.com/office/officeart/2005/8/layout/pList1"/>
    <dgm:cxn modelId="{D8AB5E36-A650-404A-8647-8522DC80F4FD}" type="presOf" srcId="{7186974D-1A4C-41AB-AF52-7D2E665F1B71}" destId="{C8719726-A2D2-443F-9351-08140371B845}" srcOrd="0" destOrd="0" presId="urn:microsoft.com/office/officeart/2005/8/layout/pList1"/>
    <dgm:cxn modelId="{349B7C3D-800F-4409-8B08-1E9D349684C2}" type="presOf" srcId="{24E3F83B-795E-4AF4-92C4-A7EC2DA46273}" destId="{69F25FEB-1D01-45E3-B5EB-694380E7DECB}" srcOrd="0" destOrd="0" presId="urn:microsoft.com/office/officeart/2005/8/layout/pList1"/>
    <dgm:cxn modelId="{1956DD3D-2336-4120-A170-F9FDA24930AE}" type="presOf" srcId="{5AF7D0C6-E49F-4985-8AAC-F26435CC632C}" destId="{DB3F58FD-6F05-4FB1-821E-2DFCBC0F2337}" srcOrd="0" destOrd="1" presId="urn:microsoft.com/office/officeart/2005/8/layout/pList1"/>
    <dgm:cxn modelId="{52F23A3F-59F1-4EDB-BBE1-BE4CEEF91B0E}" type="presOf" srcId="{FD675350-C056-4093-A369-0C35B7AB1744}" destId="{DB3F58FD-6F05-4FB1-821E-2DFCBC0F2337}" srcOrd="0" destOrd="0" presId="urn:microsoft.com/office/officeart/2005/8/layout/pList1"/>
    <dgm:cxn modelId="{56815458-0DF1-4C13-8993-CB65F9FF83E4}" srcId="{E9EE14E6-9310-46C9-881E-ABDDFEC26A42}" destId="{FD675350-C056-4093-A369-0C35B7AB1744}" srcOrd="0" destOrd="0" parTransId="{13AD7ED7-DBA5-49F8-82CD-03BE8DF0E480}" sibTransId="{7186974D-1A4C-41AB-AF52-7D2E665F1B71}"/>
    <dgm:cxn modelId="{CA55DE7D-6F28-4C99-BB71-539C45F6D666}" type="presOf" srcId="{D7309938-130D-4693-A3FD-2435C9373B2A}" destId="{07D93A46-7E13-4007-A400-B0A900383C91}" srcOrd="0" destOrd="0" presId="urn:microsoft.com/office/officeart/2005/8/layout/pList1"/>
    <dgm:cxn modelId="{A580178D-5C25-4E2E-9951-5E98C0B84A18}" srcId="{E9EE14E6-9310-46C9-881E-ABDDFEC26A42}" destId="{2D0A5F4B-03E1-4218-8ECF-53821AE3BFBE}" srcOrd="2" destOrd="0" parTransId="{32556E28-946A-4DEF-864E-C61106ECD7F3}" sibTransId="{FD1C2821-38E2-4B93-BD89-4D891F6976B8}"/>
    <dgm:cxn modelId="{C5ED8E8D-F8CE-474B-8864-B9ECEF228D69}" srcId="{E9EE14E6-9310-46C9-881E-ABDDFEC26A42}" destId="{D7309938-130D-4693-A3FD-2435C9373B2A}" srcOrd="1" destOrd="0" parTransId="{BDB04961-4CFA-4DC8-86DE-C1712BD26B89}" sibTransId="{24E3F83B-795E-4AF4-92C4-A7EC2DA46273}"/>
    <dgm:cxn modelId="{902BEA9B-1CDD-4F6F-A362-8CC88803B951}" srcId="{2D0A5F4B-03E1-4218-8ECF-53821AE3BFBE}" destId="{95E02B8A-302D-42EB-9FF2-CA6CAD442840}" srcOrd="0" destOrd="0" parTransId="{C6E4BDAB-FD75-4206-9A6C-1014CFBF3400}" sibTransId="{5D1D6809-E635-4DF7-8570-9C34DF5024CC}"/>
    <dgm:cxn modelId="{B5C0F3C2-4B80-43ED-8453-68C2791EF160}" type="presOf" srcId="{E9EE14E6-9310-46C9-881E-ABDDFEC26A42}" destId="{CC4E8BD6-8F8D-4998-9B3B-582AEF0B995A}" srcOrd="0" destOrd="0" presId="urn:microsoft.com/office/officeart/2005/8/layout/pList1"/>
    <dgm:cxn modelId="{6B02D7D3-F491-479E-B55F-A075A128398C}" type="presOf" srcId="{95E02B8A-302D-42EB-9FF2-CA6CAD442840}" destId="{1128A4E2-5D4F-431F-8C1F-B39EB7A1F346}" srcOrd="0" destOrd="1" presId="urn:microsoft.com/office/officeart/2005/8/layout/pList1"/>
    <dgm:cxn modelId="{B9E022E3-DEEF-4F3B-A396-838DEBC44A10}" srcId="{FD675350-C056-4093-A369-0C35B7AB1744}" destId="{5AF7D0C6-E49F-4985-8AAC-F26435CC632C}" srcOrd="0" destOrd="0" parTransId="{DDCCE352-B649-4E1B-9CB9-D4AD3F7E2D24}" sibTransId="{A329A4DB-B638-48DF-BF95-38FC6E454C25}"/>
    <dgm:cxn modelId="{AF7487DC-0E3E-4FBF-8A0A-9200C9DF8362}" type="presParOf" srcId="{CC4E8BD6-8F8D-4998-9B3B-582AEF0B995A}" destId="{C698277F-BEE3-4CB7-B69D-9E53F7DCD927}" srcOrd="0" destOrd="0" presId="urn:microsoft.com/office/officeart/2005/8/layout/pList1"/>
    <dgm:cxn modelId="{C01931EA-E320-4C22-94AC-8CC804495659}" type="presParOf" srcId="{C698277F-BEE3-4CB7-B69D-9E53F7DCD927}" destId="{FC480D6D-06AB-4AB2-A2AB-4566ADA05A0E}" srcOrd="0" destOrd="0" presId="urn:microsoft.com/office/officeart/2005/8/layout/pList1"/>
    <dgm:cxn modelId="{B4B7BD39-1498-4A77-B171-9BB482F00618}" type="presParOf" srcId="{C698277F-BEE3-4CB7-B69D-9E53F7DCD927}" destId="{DB3F58FD-6F05-4FB1-821E-2DFCBC0F2337}" srcOrd="1" destOrd="0" presId="urn:microsoft.com/office/officeart/2005/8/layout/pList1"/>
    <dgm:cxn modelId="{29965739-F204-4AC7-A613-B8BDD3BF2252}" type="presParOf" srcId="{CC4E8BD6-8F8D-4998-9B3B-582AEF0B995A}" destId="{C8719726-A2D2-443F-9351-08140371B845}" srcOrd="1" destOrd="0" presId="urn:microsoft.com/office/officeart/2005/8/layout/pList1"/>
    <dgm:cxn modelId="{1E44AA02-B0DA-414D-A18C-A74CEA90B218}" type="presParOf" srcId="{CC4E8BD6-8F8D-4998-9B3B-582AEF0B995A}" destId="{F377098D-D8C9-415E-88DD-07E689DE17A7}" srcOrd="2" destOrd="0" presId="urn:microsoft.com/office/officeart/2005/8/layout/pList1"/>
    <dgm:cxn modelId="{F70569EB-95D0-4DF3-93C6-1E11CC3DF74A}" type="presParOf" srcId="{F377098D-D8C9-415E-88DD-07E689DE17A7}" destId="{EF6636A0-838B-4DBA-BF03-42A766C61B48}" srcOrd="0" destOrd="0" presId="urn:microsoft.com/office/officeart/2005/8/layout/pList1"/>
    <dgm:cxn modelId="{57ABA240-505E-4423-83D4-EAEA64D0F6E5}" type="presParOf" srcId="{F377098D-D8C9-415E-88DD-07E689DE17A7}" destId="{07D93A46-7E13-4007-A400-B0A900383C91}" srcOrd="1" destOrd="0" presId="urn:microsoft.com/office/officeart/2005/8/layout/pList1"/>
    <dgm:cxn modelId="{9E536164-7055-457C-A7B8-27F352A938A0}" type="presParOf" srcId="{CC4E8BD6-8F8D-4998-9B3B-582AEF0B995A}" destId="{69F25FEB-1D01-45E3-B5EB-694380E7DECB}" srcOrd="3" destOrd="0" presId="urn:microsoft.com/office/officeart/2005/8/layout/pList1"/>
    <dgm:cxn modelId="{FDF6D625-C649-4D81-BBAA-8C4225C4469B}" type="presParOf" srcId="{CC4E8BD6-8F8D-4998-9B3B-582AEF0B995A}" destId="{5BDD48C2-752E-442E-9A12-5BC3DDAB2DF1}" srcOrd="4" destOrd="0" presId="urn:microsoft.com/office/officeart/2005/8/layout/pList1"/>
    <dgm:cxn modelId="{5B7B6EDA-04AD-4E2A-8E3D-C983F2EAABDC}" type="presParOf" srcId="{5BDD48C2-752E-442E-9A12-5BC3DDAB2DF1}" destId="{1AC362A5-6E9C-48CE-8829-3AE207F53AE9}" srcOrd="0" destOrd="0" presId="urn:microsoft.com/office/officeart/2005/8/layout/pList1"/>
    <dgm:cxn modelId="{71362368-C2D5-4A44-8D76-EBC1F50EBBE5}" type="presParOf" srcId="{5BDD48C2-752E-442E-9A12-5BC3DDAB2DF1}" destId="{1128A4E2-5D4F-431F-8C1F-B39EB7A1F346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480D6D-06AB-4AB2-A2AB-4566ADA05A0E}">
      <dsp:nvSpPr>
        <dsp:cNvPr id="0" name=""/>
        <dsp:cNvSpPr/>
      </dsp:nvSpPr>
      <dsp:spPr>
        <a:xfrm>
          <a:off x="1625" y="1173339"/>
          <a:ext cx="2578604" cy="17766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3F58FD-6F05-4FB1-821E-2DFCBC0F2337}">
      <dsp:nvSpPr>
        <dsp:cNvPr id="0" name=""/>
        <dsp:cNvSpPr/>
      </dsp:nvSpPr>
      <dsp:spPr>
        <a:xfrm>
          <a:off x="1625" y="2949998"/>
          <a:ext cx="2578604" cy="956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One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Node Two has a longer label</a:t>
          </a:r>
        </a:p>
      </dsp:txBody>
      <dsp:txXfrm>
        <a:off x="1625" y="2949998"/>
        <a:ext cx="2578604" cy="956662"/>
      </dsp:txXfrm>
    </dsp:sp>
    <dsp:sp modelId="{EF6636A0-838B-4DBA-BF03-42A766C61B48}">
      <dsp:nvSpPr>
        <dsp:cNvPr id="0" name=""/>
        <dsp:cNvSpPr/>
      </dsp:nvSpPr>
      <dsp:spPr>
        <a:xfrm>
          <a:off x="2838197" y="1173339"/>
          <a:ext cx="2578604" cy="17766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93A46-7E13-4007-A400-B0A900383C91}">
      <dsp:nvSpPr>
        <dsp:cNvPr id="0" name=""/>
        <dsp:cNvSpPr/>
      </dsp:nvSpPr>
      <dsp:spPr>
        <a:xfrm>
          <a:off x="2838197" y="2949998"/>
          <a:ext cx="2578604" cy="956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Three</a:t>
          </a:r>
        </a:p>
      </dsp:txBody>
      <dsp:txXfrm>
        <a:off x="2838197" y="2949998"/>
        <a:ext cx="2578604" cy="956662"/>
      </dsp:txXfrm>
    </dsp:sp>
    <dsp:sp modelId="{1AC362A5-6E9C-48CE-8829-3AE207F53AE9}">
      <dsp:nvSpPr>
        <dsp:cNvPr id="0" name=""/>
        <dsp:cNvSpPr/>
      </dsp:nvSpPr>
      <dsp:spPr>
        <a:xfrm>
          <a:off x="5674770" y="1173339"/>
          <a:ext cx="2578604" cy="17766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28A4E2-5D4F-431F-8C1F-B39EB7A1F346}">
      <dsp:nvSpPr>
        <dsp:cNvPr id="0" name=""/>
        <dsp:cNvSpPr/>
      </dsp:nvSpPr>
      <dsp:spPr>
        <a:xfrm>
          <a:off x="5674770" y="2949998"/>
          <a:ext cx="2578604" cy="956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Four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Node Five</a:t>
          </a:r>
        </a:p>
      </dsp:txBody>
      <dsp:txXfrm>
        <a:off x="5674770" y="2949998"/>
        <a:ext cx="2578604" cy="9566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8EDE6-92F0-4916-730D-934CDD294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478C3-60A4-0661-001A-42C67A141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36D2E-7256-7092-FD95-ACCAC098F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97671-F1EA-4CC3-BCDE-3B429516F3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A61C2-8B47-BDAB-548F-FA4605E03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9A042-8087-C2CD-25DB-7D0E5B59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78E8-C201-4B2A-90B2-FFCA4E24A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334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CFAE-15C6-585F-C521-4D9B5400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6387B-822C-4136-DAE5-C87B1B8BC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4AD11-28C9-0276-B061-90E066EBF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97671-F1EA-4CC3-BCDE-3B429516F3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BC869-01E6-130F-E468-3B4D2BBA5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42401-93B1-3250-4423-F1BD2EC65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78E8-C201-4B2A-90B2-FFCA4E24A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2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0966-C61D-862A-1018-47D76CB2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53178-86F9-64C6-24D1-1E89DDB8B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6AE74-7626-C09B-1B51-9AAACA8C9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97671-F1EA-4CC3-BCDE-3B429516F3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BB248-6AC5-85A2-F6CC-BAAAFC1D4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36676-D8DB-C840-0D3C-167E7119C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78E8-C201-4B2A-90B2-FFCA4E24A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498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A2488-5115-97ED-CE84-D194F5B34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AD85F-A3F9-DAB2-249C-A30252BD7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DD4CA-FE00-D78E-605F-577C71B17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6E5DC-51D9-29A6-EA89-4652C60CB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97671-F1EA-4CC3-BCDE-3B429516F3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C6E9F-7045-BD70-3624-65B5FA80A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5C019-EA70-7E9C-2B8F-7EF00593A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78E8-C201-4B2A-90B2-FFCA4E24A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94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62C04-D8E0-3832-DA87-D1AB11634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A5A5E-E67D-DBE4-44F0-8396CAD54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BAB3C-9FEA-8F1B-F84A-2C41A4423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3F8B4E-FADB-C24A-BB58-611ED47E4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63621-C691-8E6F-A126-9FDA41C5E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7DE0F1-8779-AC6B-4C7F-AAC48E363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97671-F1EA-4CC3-BCDE-3B429516F3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056911-3F78-F346-B5BF-5F1939A6F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40778-EE4F-B954-CF7F-99E023F32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78E8-C201-4B2A-90B2-FFCA4E24A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31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69D4A-A6E6-6A07-8392-5BE5A20DF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2C0CE7-F421-690E-B16A-63F8CC829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97671-F1EA-4CC3-BCDE-3B429516F3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1E30B1-381E-0C40-DCAC-092A29A25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F9ECB4-1A20-4606-BF42-67481555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78E8-C201-4B2A-90B2-FFCA4E24A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B6708A-F55B-6236-881F-596AF2F89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97671-F1EA-4CC3-BCDE-3B429516F3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77CA6-D9E8-BA56-17A8-B03C4B3BC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F49DF-23FE-DFCC-D8F9-384BB43D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78E8-C201-4B2A-90B2-FFCA4E24A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3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B992-83EC-CB2D-78A1-CBBEDAF1D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A66D7-C4B5-9CBE-DA2B-FD8B9132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C8F1D9-4A28-65D6-DE25-FB1B929C9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6C0B7-78E9-352E-0F82-0AD7D280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97671-F1EA-4CC3-BCDE-3B429516F3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163F8-E199-7B4B-8CE2-2024B51A7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9CC10-73A7-9418-279C-6E18FF24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78E8-C201-4B2A-90B2-FFCA4E24A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554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11DD-3CCF-E2EC-1CCC-F0DE5860D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93E32-4C0B-C62B-EBE2-556E26D2B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98DFDA-0CF3-6AD4-8B90-35766ACEA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BD9BD-262A-0451-FA79-861E48D61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97671-F1EA-4CC3-BCDE-3B429516F3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C3FDE-AE13-D6CF-BC6F-884C62649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197AB-56C3-AE23-4960-7E4DE5290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78E8-C201-4B2A-90B2-FFCA4E24A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98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366F4-ED2C-8177-241A-8E428E715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F629B7-1972-B75D-D92E-72C9591F2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4C08E-5416-9A9E-C989-D9D9A6B3B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97671-F1EA-4CC3-BCDE-3B429516F3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2214E-BC68-703F-1B78-04C01871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0D872-E819-BC14-D32D-1A863CE8E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78E8-C201-4B2A-90B2-FFCA4E24A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99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46B5D1-9230-8EE0-F3AE-C069A1461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16B4E-21FD-9FB0-EE1D-A0C53F896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EA82E-627B-B502-6254-9990B187A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97671-F1EA-4CC3-BCDE-3B429516F3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E7162-DCEE-900D-35A7-828ECAC5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DE95B-A8FB-2870-8916-177C42378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378E8-C201-4B2A-90B2-FFCA4E24A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28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B65D6-AE8E-6FCB-01D1-202AA6FEA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68AC0-EDAD-6D07-D647-10F3D8C9B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47C8F-7126-9A10-26F1-39E90E1825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397671-F1EA-4CC3-BCDE-3B429516F3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9FE98-CA8A-0642-FFDF-1B48BD2BA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249BB-BEC7-6F5D-47E3-E59D6FB77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4378E8-C201-4B2A-90B2-FFCA4E24A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3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C0A3E97-5CDD-EC85-FA0F-F6F259125A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313701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8755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2026-09-06T08:12:34Z</dcterms:created>
  <dcterms:modified xsi:type="dcterms:W3CDTF">2026-09-06T08:12:34Z</dcterms:modified>
</cp:coreProperties>
</file>