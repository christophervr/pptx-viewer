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A5B255-B2D5-4F51-A37F-BC9373EBB15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DD22BF-3EC6-4474-B6B2-A556C6F84581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F1593F86-636D-4189-A92B-A57D17494545}" type="parTrans" cxnId="{4EE153F8-D2EB-45FA-AE4E-B7DF620B1173}">
      <dgm:prSet/>
      <dgm:spPr/>
    </dgm:pt>
    <dgm:pt modelId="{485BEF30-DB98-4869-9907-9C1C227B244E}" type="sibTrans" cxnId="{4EE153F8-D2EB-45FA-AE4E-B7DF620B1173}">
      <dgm:prSet/>
      <dgm:spPr/>
    </dgm:pt>
    <dgm:pt modelId="{956D2DCE-4E29-4D77-960B-0D4F4B056C1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7D051060-8346-4AD0-9B81-E3D6ACD81241}" type="parTrans" cxnId="{78E540F3-79C0-4FB8-82FD-4FCA09BA631B}">
      <dgm:prSet/>
      <dgm:spPr/>
    </dgm:pt>
    <dgm:pt modelId="{6CB43B42-6E31-4A5A-8B05-0EB1C73CC4FF}" type="sibTrans" cxnId="{78E540F3-79C0-4FB8-82FD-4FCA09BA631B}">
      <dgm:prSet/>
      <dgm:spPr/>
    </dgm:pt>
    <dgm:pt modelId="{01D1DE18-542B-4F78-A057-551981DADED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E6CDC68-CC76-425B-974D-7D00B672B546}" type="parTrans" cxnId="{16C3A0E0-46B0-4172-80B0-5A7D43A897EB}">
      <dgm:prSet/>
      <dgm:spPr/>
    </dgm:pt>
    <dgm:pt modelId="{107A415B-BEBD-47C3-8318-F90F12B5D0CE}" type="sibTrans" cxnId="{16C3A0E0-46B0-4172-80B0-5A7D43A897EB}">
      <dgm:prSet/>
      <dgm:spPr/>
    </dgm:pt>
    <dgm:pt modelId="{8B96EB99-6C3C-46AE-8046-1659985C461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A26855D0-180F-4E84-B7DD-276ECFCC4E1E}" type="parTrans" cxnId="{2D212E56-0481-4CAE-BCC0-5CF03E28ACE3}">
      <dgm:prSet/>
      <dgm:spPr/>
    </dgm:pt>
    <dgm:pt modelId="{813126D8-634B-45E1-A6B7-B9E201868AF1}" type="sibTrans" cxnId="{2D212E56-0481-4CAE-BCC0-5CF03E28ACE3}">
      <dgm:prSet/>
      <dgm:spPr/>
    </dgm:pt>
    <dgm:pt modelId="{343F5DE7-FA7D-4D0A-9A39-474C689F62F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FFE48BE-94F8-4D80-84EB-25D8F9349BA4}" type="parTrans" cxnId="{BDACD316-5DAA-4901-8586-83287A42C5E7}">
      <dgm:prSet/>
      <dgm:spPr/>
    </dgm:pt>
    <dgm:pt modelId="{E81A6E41-E8DA-4FD8-AB58-B6605A2610F4}" type="sibTrans" cxnId="{BDACD316-5DAA-4901-8586-83287A42C5E7}">
      <dgm:prSet/>
      <dgm:spPr/>
    </dgm:pt>
    <dgm:pt modelId="{B4936ED4-379E-4E61-A2ED-3A339F600450}" type="pres">
      <dgm:prSet presAssocID="{ACA5B255-B2D5-4F51-A37F-BC9373EBB15D}" presName="linear" presStyleCnt="0">
        <dgm:presLayoutVars>
          <dgm:dir/>
          <dgm:animLvl val="lvl"/>
          <dgm:resizeHandles val="exact"/>
        </dgm:presLayoutVars>
      </dgm:prSet>
      <dgm:spPr/>
    </dgm:pt>
    <dgm:pt modelId="{6970008E-930F-47D9-BFB3-837B0186FCE6}" type="pres">
      <dgm:prSet presAssocID="{20DD22BF-3EC6-4474-B6B2-A556C6F84581}" presName="parentLin" presStyleCnt="0"/>
      <dgm:spPr/>
    </dgm:pt>
    <dgm:pt modelId="{7D6AFF10-0D66-4EC9-AD7B-A2326EEA236E}" type="pres">
      <dgm:prSet presAssocID="{20DD22BF-3EC6-4474-B6B2-A556C6F84581}" presName="parentLeftMargin" presStyleLbl="node1" presStyleIdx="0" presStyleCnt="3"/>
      <dgm:spPr/>
    </dgm:pt>
    <dgm:pt modelId="{DC450669-9F6F-49AF-A783-EA2FB78F1150}" type="pres">
      <dgm:prSet presAssocID="{20DD22BF-3EC6-4474-B6B2-A556C6F8458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BC7A734-18B8-4702-A144-884C2855A6C8}" type="pres">
      <dgm:prSet presAssocID="{20DD22BF-3EC6-4474-B6B2-A556C6F84581}" presName="negativeSpace" presStyleCnt="0"/>
      <dgm:spPr/>
    </dgm:pt>
    <dgm:pt modelId="{801B1B23-CC81-46C4-803E-89DE4E57D74A}" type="pres">
      <dgm:prSet presAssocID="{20DD22BF-3EC6-4474-B6B2-A556C6F84581}" presName="childText" presStyleLbl="conFgAcc1" presStyleIdx="0" presStyleCnt="3">
        <dgm:presLayoutVars>
          <dgm:bulletEnabled val="1"/>
        </dgm:presLayoutVars>
      </dgm:prSet>
      <dgm:spPr/>
    </dgm:pt>
    <dgm:pt modelId="{608A2DAB-828A-4EEB-B2F7-6430FCF002D1}" type="pres">
      <dgm:prSet presAssocID="{485BEF30-DB98-4869-9907-9C1C227B244E}" presName="spaceBetweenRectangles" presStyleCnt="0"/>
      <dgm:spPr/>
    </dgm:pt>
    <dgm:pt modelId="{6AA24C06-E746-40F1-905A-0408E4168290}" type="pres">
      <dgm:prSet presAssocID="{01D1DE18-542B-4F78-A057-551981DADEDA}" presName="parentLin" presStyleCnt="0"/>
      <dgm:spPr/>
    </dgm:pt>
    <dgm:pt modelId="{446818C8-906D-411D-B786-3AFB608133CB}" type="pres">
      <dgm:prSet presAssocID="{01D1DE18-542B-4F78-A057-551981DADEDA}" presName="parentLeftMargin" presStyleLbl="node1" presStyleIdx="0" presStyleCnt="3"/>
      <dgm:spPr/>
    </dgm:pt>
    <dgm:pt modelId="{C80279AC-9518-4826-B52B-09108F74D572}" type="pres">
      <dgm:prSet presAssocID="{01D1DE18-542B-4F78-A057-551981DADED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400E219-CD69-48B0-ACAF-BE5F4977852E}" type="pres">
      <dgm:prSet presAssocID="{01D1DE18-542B-4F78-A057-551981DADEDA}" presName="negativeSpace" presStyleCnt="0"/>
      <dgm:spPr/>
    </dgm:pt>
    <dgm:pt modelId="{A592E6D0-822D-42D7-8B6B-3CEC7D34AC21}" type="pres">
      <dgm:prSet presAssocID="{01D1DE18-542B-4F78-A057-551981DADEDA}" presName="childText" presStyleLbl="conFgAcc1" presStyleIdx="1" presStyleCnt="3">
        <dgm:presLayoutVars>
          <dgm:bulletEnabled val="1"/>
        </dgm:presLayoutVars>
      </dgm:prSet>
      <dgm:spPr/>
    </dgm:pt>
    <dgm:pt modelId="{4C387026-5EAF-4123-8673-1D778D9C019D}" type="pres">
      <dgm:prSet presAssocID="{107A415B-BEBD-47C3-8318-F90F12B5D0CE}" presName="spaceBetweenRectangles" presStyleCnt="0"/>
      <dgm:spPr/>
    </dgm:pt>
    <dgm:pt modelId="{499A7442-A913-4BE5-B2F9-06A7144E96CF}" type="pres">
      <dgm:prSet presAssocID="{8B96EB99-6C3C-46AE-8046-1659985C4615}" presName="parentLin" presStyleCnt="0"/>
      <dgm:spPr/>
    </dgm:pt>
    <dgm:pt modelId="{79B104A9-E1D0-4E11-BC58-F5B7E35A80E3}" type="pres">
      <dgm:prSet presAssocID="{8B96EB99-6C3C-46AE-8046-1659985C4615}" presName="parentLeftMargin" presStyleLbl="node1" presStyleIdx="1" presStyleCnt="3"/>
      <dgm:spPr/>
    </dgm:pt>
    <dgm:pt modelId="{077AE9A6-A9F8-4CFF-BD7F-9450CB7EB543}" type="pres">
      <dgm:prSet presAssocID="{8B96EB99-6C3C-46AE-8046-1659985C461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59A11C2-9215-4A85-8557-4C1AE12B027F}" type="pres">
      <dgm:prSet presAssocID="{8B96EB99-6C3C-46AE-8046-1659985C4615}" presName="negativeSpace" presStyleCnt="0"/>
      <dgm:spPr/>
    </dgm:pt>
    <dgm:pt modelId="{3B0A20EE-28AF-49C8-BC13-D6E9AE3ECBB2}" type="pres">
      <dgm:prSet presAssocID="{8B96EB99-6C3C-46AE-8046-1659985C461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BAEE50C-70AE-4E60-BFD3-0D15642D215A}" type="presOf" srcId="{20DD22BF-3EC6-4474-B6B2-A556C6F84581}" destId="{DC450669-9F6F-49AF-A783-EA2FB78F1150}" srcOrd="1" destOrd="0" presId="urn:microsoft.com/office/officeart/2005/8/layout/list1"/>
    <dgm:cxn modelId="{BDACD316-5DAA-4901-8586-83287A42C5E7}" srcId="{8B96EB99-6C3C-46AE-8046-1659985C4615}" destId="{343F5DE7-FA7D-4D0A-9A39-474C689F62FC}" srcOrd="0" destOrd="0" parTransId="{8FFE48BE-94F8-4D80-84EB-25D8F9349BA4}" sibTransId="{E81A6E41-E8DA-4FD8-AB58-B6605A2610F4}"/>
    <dgm:cxn modelId="{FF7EBB3A-F87D-442B-8951-137F11015D68}" type="presOf" srcId="{01D1DE18-542B-4F78-A057-551981DADEDA}" destId="{C80279AC-9518-4826-B52B-09108F74D572}" srcOrd="1" destOrd="0" presId="urn:microsoft.com/office/officeart/2005/8/layout/list1"/>
    <dgm:cxn modelId="{A8094D73-448E-4106-A3C9-EC385D7AB578}" type="presOf" srcId="{8B96EB99-6C3C-46AE-8046-1659985C4615}" destId="{077AE9A6-A9F8-4CFF-BD7F-9450CB7EB543}" srcOrd="1" destOrd="0" presId="urn:microsoft.com/office/officeart/2005/8/layout/list1"/>
    <dgm:cxn modelId="{2D212E56-0481-4CAE-BCC0-5CF03E28ACE3}" srcId="{ACA5B255-B2D5-4F51-A37F-BC9373EBB15D}" destId="{8B96EB99-6C3C-46AE-8046-1659985C4615}" srcOrd="2" destOrd="0" parTransId="{A26855D0-180F-4E84-B7DD-276ECFCC4E1E}" sibTransId="{813126D8-634B-45E1-A6B7-B9E201868AF1}"/>
    <dgm:cxn modelId="{B5FE279A-E64D-43DE-B09B-31D9AF091DA1}" type="presOf" srcId="{956D2DCE-4E29-4D77-960B-0D4F4B056C18}" destId="{801B1B23-CC81-46C4-803E-89DE4E57D74A}" srcOrd="0" destOrd="0" presId="urn:microsoft.com/office/officeart/2005/8/layout/list1"/>
    <dgm:cxn modelId="{AB5AABBB-6BBA-4E73-8ECE-E6440180C80D}" type="presOf" srcId="{8B96EB99-6C3C-46AE-8046-1659985C4615}" destId="{79B104A9-E1D0-4E11-BC58-F5B7E35A80E3}" srcOrd="0" destOrd="0" presId="urn:microsoft.com/office/officeart/2005/8/layout/list1"/>
    <dgm:cxn modelId="{E51154C5-E3A6-4DB9-9AAA-4F94E13B8B26}" type="presOf" srcId="{343F5DE7-FA7D-4D0A-9A39-474C689F62FC}" destId="{3B0A20EE-28AF-49C8-BC13-D6E9AE3ECBB2}" srcOrd="0" destOrd="0" presId="urn:microsoft.com/office/officeart/2005/8/layout/list1"/>
    <dgm:cxn modelId="{0456D6C8-2652-47A4-A5A7-83EFD1EAA6F8}" type="presOf" srcId="{20DD22BF-3EC6-4474-B6B2-A556C6F84581}" destId="{7D6AFF10-0D66-4EC9-AD7B-A2326EEA236E}" srcOrd="0" destOrd="0" presId="urn:microsoft.com/office/officeart/2005/8/layout/list1"/>
    <dgm:cxn modelId="{D545C8CB-6BD9-4D06-BF26-F11C292F6BE7}" type="presOf" srcId="{ACA5B255-B2D5-4F51-A37F-BC9373EBB15D}" destId="{B4936ED4-379E-4E61-A2ED-3A339F600450}" srcOrd="0" destOrd="0" presId="urn:microsoft.com/office/officeart/2005/8/layout/list1"/>
    <dgm:cxn modelId="{16C3A0E0-46B0-4172-80B0-5A7D43A897EB}" srcId="{ACA5B255-B2D5-4F51-A37F-BC9373EBB15D}" destId="{01D1DE18-542B-4F78-A057-551981DADEDA}" srcOrd="1" destOrd="0" parTransId="{AE6CDC68-CC76-425B-974D-7D00B672B546}" sibTransId="{107A415B-BEBD-47C3-8318-F90F12B5D0CE}"/>
    <dgm:cxn modelId="{41472EE6-EBF8-4F7B-8128-C22D10E43B1D}" type="presOf" srcId="{01D1DE18-542B-4F78-A057-551981DADEDA}" destId="{446818C8-906D-411D-B786-3AFB608133CB}" srcOrd="0" destOrd="0" presId="urn:microsoft.com/office/officeart/2005/8/layout/list1"/>
    <dgm:cxn modelId="{78E540F3-79C0-4FB8-82FD-4FCA09BA631B}" srcId="{20DD22BF-3EC6-4474-B6B2-A556C6F84581}" destId="{956D2DCE-4E29-4D77-960B-0D4F4B056C18}" srcOrd="0" destOrd="0" parTransId="{7D051060-8346-4AD0-9B81-E3D6ACD81241}" sibTransId="{6CB43B42-6E31-4A5A-8B05-0EB1C73CC4FF}"/>
    <dgm:cxn modelId="{4EE153F8-D2EB-45FA-AE4E-B7DF620B1173}" srcId="{ACA5B255-B2D5-4F51-A37F-BC9373EBB15D}" destId="{20DD22BF-3EC6-4474-B6B2-A556C6F84581}" srcOrd="0" destOrd="0" parTransId="{F1593F86-636D-4189-A92B-A57D17494545}" sibTransId="{485BEF30-DB98-4869-9907-9C1C227B244E}"/>
    <dgm:cxn modelId="{0C4F40A1-2497-4ED4-97B9-D3F06960D4A1}" type="presParOf" srcId="{B4936ED4-379E-4E61-A2ED-3A339F600450}" destId="{6970008E-930F-47D9-BFB3-837B0186FCE6}" srcOrd="0" destOrd="0" presId="urn:microsoft.com/office/officeart/2005/8/layout/list1"/>
    <dgm:cxn modelId="{DAE81D25-39A6-427D-BDB5-F94D341B0ECA}" type="presParOf" srcId="{6970008E-930F-47D9-BFB3-837B0186FCE6}" destId="{7D6AFF10-0D66-4EC9-AD7B-A2326EEA236E}" srcOrd="0" destOrd="0" presId="urn:microsoft.com/office/officeart/2005/8/layout/list1"/>
    <dgm:cxn modelId="{59A65F1E-CC04-4605-A959-2F1B35A01CEE}" type="presParOf" srcId="{6970008E-930F-47D9-BFB3-837B0186FCE6}" destId="{DC450669-9F6F-49AF-A783-EA2FB78F1150}" srcOrd="1" destOrd="0" presId="urn:microsoft.com/office/officeart/2005/8/layout/list1"/>
    <dgm:cxn modelId="{E27A7299-CA9D-488B-800F-CEFB51C1C804}" type="presParOf" srcId="{B4936ED4-379E-4E61-A2ED-3A339F600450}" destId="{7BC7A734-18B8-4702-A144-884C2855A6C8}" srcOrd="1" destOrd="0" presId="urn:microsoft.com/office/officeart/2005/8/layout/list1"/>
    <dgm:cxn modelId="{21BC0FB5-C915-4F45-A8FD-B17109BA14E6}" type="presParOf" srcId="{B4936ED4-379E-4E61-A2ED-3A339F600450}" destId="{801B1B23-CC81-46C4-803E-89DE4E57D74A}" srcOrd="2" destOrd="0" presId="urn:microsoft.com/office/officeart/2005/8/layout/list1"/>
    <dgm:cxn modelId="{A6120AC6-ACC2-46CD-988B-C939F600AA2D}" type="presParOf" srcId="{B4936ED4-379E-4E61-A2ED-3A339F600450}" destId="{608A2DAB-828A-4EEB-B2F7-6430FCF002D1}" srcOrd="3" destOrd="0" presId="urn:microsoft.com/office/officeart/2005/8/layout/list1"/>
    <dgm:cxn modelId="{E544A86A-B7A9-405C-8420-7349232DD1DF}" type="presParOf" srcId="{B4936ED4-379E-4E61-A2ED-3A339F600450}" destId="{6AA24C06-E746-40F1-905A-0408E4168290}" srcOrd="4" destOrd="0" presId="urn:microsoft.com/office/officeart/2005/8/layout/list1"/>
    <dgm:cxn modelId="{AB0B74DC-ECE9-4EA3-8095-7B125C4BE703}" type="presParOf" srcId="{6AA24C06-E746-40F1-905A-0408E4168290}" destId="{446818C8-906D-411D-B786-3AFB608133CB}" srcOrd="0" destOrd="0" presId="urn:microsoft.com/office/officeart/2005/8/layout/list1"/>
    <dgm:cxn modelId="{39643537-0049-44A8-9D5B-3776C4703084}" type="presParOf" srcId="{6AA24C06-E746-40F1-905A-0408E4168290}" destId="{C80279AC-9518-4826-B52B-09108F74D572}" srcOrd="1" destOrd="0" presId="urn:microsoft.com/office/officeart/2005/8/layout/list1"/>
    <dgm:cxn modelId="{759B7190-4DCB-441A-B7A2-C42FDA7FB4DF}" type="presParOf" srcId="{B4936ED4-379E-4E61-A2ED-3A339F600450}" destId="{A400E219-CD69-48B0-ACAF-BE5F4977852E}" srcOrd="5" destOrd="0" presId="urn:microsoft.com/office/officeart/2005/8/layout/list1"/>
    <dgm:cxn modelId="{FDDFE5F5-3706-4870-BE7B-92A4FF7C479C}" type="presParOf" srcId="{B4936ED4-379E-4E61-A2ED-3A339F600450}" destId="{A592E6D0-822D-42D7-8B6B-3CEC7D34AC21}" srcOrd="6" destOrd="0" presId="urn:microsoft.com/office/officeart/2005/8/layout/list1"/>
    <dgm:cxn modelId="{E9047441-BC8D-40DC-939A-00E48BCE26EE}" type="presParOf" srcId="{B4936ED4-379E-4E61-A2ED-3A339F600450}" destId="{4C387026-5EAF-4123-8673-1D778D9C019D}" srcOrd="7" destOrd="0" presId="urn:microsoft.com/office/officeart/2005/8/layout/list1"/>
    <dgm:cxn modelId="{C80A87F3-2739-4391-9CB5-050B6F03AD26}" type="presParOf" srcId="{B4936ED4-379E-4E61-A2ED-3A339F600450}" destId="{499A7442-A913-4BE5-B2F9-06A7144E96CF}" srcOrd="8" destOrd="0" presId="urn:microsoft.com/office/officeart/2005/8/layout/list1"/>
    <dgm:cxn modelId="{020578E5-E061-43AF-894F-A9004F835229}" type="presParOf" srcId="{499A7442-A913-4BE5-B2F9-06A7144E96CF}" destId="{79B104A9-E1D0-4E11-BC58-F5B7E35A80E3}" srcOrd="0" destOrd="0" presId="urn:microsoft.com/office/officeart/2005/8/layout/list1"/>
    <dgm:cxn modelId="{78A0FA45-DEAE-4E72-9A54-E5D704C3E7DE}" type="presParOf" srcId="{499A7442-A913-4BE5-B2F9-06A7144E96CF}" destId="{077AE9A6-A9F8-4CFF-BD7F-9450CB7EB543}" srcOrd="1" destOrd="0" presId="urn:microsoft.com/office/officeart/2005/8/layout/list1"/>
    <dgm:cxn modelId="{5F69956F-557F-471D-A8D5-3DDF3EF8EF77}" type="presParOf" srcId="{B4936ED4-379E-4E61-A2ED-3A339F600450}" destId="{B59A11C2-9215-4A85-8557-4C1AE12B027F}" srcOrd="9" destOrd="0" presId="urn:microsoft.com/office/officeart/2005/8/layout/list1"/>
    <dgm:cxn modelId="{685EF776-625E-4BBB-BF25-9116F12E3EED}" type="presParOf" srcId="{B4936ED4-379E-4E61-A2ED-3A339F600450}" destId="{3B0A20EE-28AF-49C8-BC13-D6E9AE3ECBB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B1B23-CC81-46C4-803E-89DE4E57D74A}">
      <dsp:nvSpPr>
        <dsp:cNvPr id="0" name=""/>
        <dsp:cNvSpPr/>
      </dsp:nvSpPr>
      <dsp:spPr>
        <a:xfrm>
          <a:off x="0" y="502849"/>
          <a:ext cx="8255000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680" tIns="624840" rIns="640680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Two has a longer label</a:t>
          </a:r>
        </a:p>
      </dsp:txBody>
      <dsp:txXfrm>
        <a:off x="0" y="502849"/>
        <a:ext cx="8255000" cy="1275750"/>
      </dsp:txXfrm>
    </dsp:sp>
    <dsp:sp modelId="{DC450669-9F6F-49AF-A783-EA2FB78F1150}">
      <dsp:nvSpPr>
        <dsp:cNvPr id="0" name=""/>
        <dsp:cNvSpPr/>
      </dsp:nvSpPr>
      <dsp:spPr>
        <a:xfrm>
          <a:off x="412750" y="60049"/>
          <a:ext cx="5778500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14" tIns="0" rIns="218414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One</a:t>
          </a:r>
        </a:p>
      </dsp:txBody>
      <dsp:txXfrm>
        <a:off x="455981" y="103280"/>
        <a:ext cx="5692038" cy="799138"/>
      </dsp:txXfrm>
    </dsp:sp>
    <dsp:sp modelId="{A592E6D0-822D-42D7-8B6B-3CEC7D34AC21}">
      <dsp:nvSpPr>
        <dsp:cNvPr id="0" name=""/>
        <dsp:cNvSpPr/>
      </dsp:nvSpPr>
      <dsp:spPr>
        <a:xfrm>
          <a:off x="0" y="2383399"/>
          <a:ext cx="8255000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0279AC-9518-4826-B52B-09108F74D572}">
      <dsp:nvSpPr>
        <dsp:cNvPr id="0" name=""/>
        <dsp:cNvSpPr/>
      </dsp:nvSpPr>
      <dsp:spPr>
        <a:xfrm>
          <a:off x="412750" y="1940600"/>
          <a:ext cx="5778500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14" tIns="0" rIns="218414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Three</a:t>
          </a:r>
        </a:p>
      </dsp:txBody>
      <dsp:txXfrm>
        <a:off x="455981" y="1983831"/>
        <a:ext cx="5692038" cy="799138"/>
      </dsp:txXfrm>
    </dsp:sp>
    <dsp:sp modelId="{3B0A20EE-28AF-49C8-BC13-D6E9AE3ECBB2}">
      <dsp:nvSpPr>
        <dsp:cNvPr id="0" name=""/>
        <dsp:cNvSpPr/>
      </dsp:nvSpPr>
      <dsp:spPr>
        <a:xfrm>
          <a:off x="0" y="3744200"/>
          <a:ext cx="8255000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680" tIns="624840" rIns="640680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Five</a:t>
          </a:r>
        </a:p>
      </dsp:txBody>
      <dsp:txXfrm>
        <a:off x="0" y="3744200"/>
        <a:ext cx="8255000" cy="1275750"/>
      </dsp:txXfrm>
    </dsp:sp>
    <dsp:sp modelId="{077AE9A6-A9F8-4CFF-BD7F-9450CB7EB543}">
      <dsp:nvSpPr>
        <dsp:cNvPr id="0" name=""/>
        <dsp:cNvSpPr/>
      </dsp:nvSpPr>
      <dsp:spPr>
        <a:xfrm>
          <a:off x="412750" y="3301399"/>
          <a:ext cx="5778500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14" tIns="0" rIns="218414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Node Four</a:t>
          </a:r>
        </a:p>
      </dsp:txBody>
      <dsp:txXfrm>
        <a:off x="455981" y="3344630"/>
        <a:ext cx="5692038" cy="79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E16DC-19B1-D99E-206B-896422435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27516-0823-54FB-DB2B-7D618F03B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3E3DE-5FF0-A676-CC8B-BB0D4F4C7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80BE4-4C3C-6784-CB10-99AB75CFF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D1E8C-4B0D-E5A8-0B4C-1288FD76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DEFE-12DE-3603-5E15-EEAD8851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1AC31-93D5-2A15-120F-E235D63D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8481E-A8B7-91C6-DBAA-92970F6E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76B88-5267-5075-8EF8-0874E5E7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00E7B-DD23-331A-668A-27940471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8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3A84-26F1-142A-F392-A4742D36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0B3AB-4C39-B3DA-0FD4-DC34BD26A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09811-E5B1-591E-85B7-8FCCFDBEC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DDE05-FEB6-424A-BFF0-A0C45F2E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D72F2-6C57-3E5A-6095-61ADC8FC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1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B69E-776D-9872-C501-568DEDBD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0DC89-02E2-3894-33CE-1824F5F3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36BC9-98E6-C81D-C692-4C440BFBF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7762C-8841-C15C-43B8-E2EA524E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FBF45-4B0D-C236-9F7D-D5A0789FC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3D02F-9556-D51C-6139-5D3F2771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8D84-E6CD-CD25-B0B9-007BB5A60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22897-E6D3-C2CB-675D-DC4543780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CF8FB-2CB3-6D6A-412D-2A23611B5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50470-FA2B-D254-10AE-B7A77AAC3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0B8F8-89C2-4CA3-2D53-FDD9EDC77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517DB7-7AE2-47CB-0FEF-76925850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BFD913-C070-0498-C1D8-FDCD2CC32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1A40F-1091-4AE9-7D1B-74E0E87E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3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4B46-9817-EFDE-7A12-B0264433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9A1F8F-DAC0-24F5-8F96-D88B1710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CDC4E-45A3-0AE6-C3D5-AEECDD78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51F75-9B12-6462-D762-0F3FBD2B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3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04E15E-3413-F588-8E90-A7708EC2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1E81A-2957-A0B4-856D-CC1A8D4C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A3674-7292-A3CF-B20D-282F3A2A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5A18-DCD7-0436-11A2-6E191C8A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F26F6-173A-0B0E-435A-D590D13F4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DB708-BF5B-77AC-2EB0-530973F86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1A4C4-ACEC-941C-7AC9-45A6FA0C2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D3A44-AB07-1395-4740-A776B7545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93E93-DB04-3CC1-EC4D-481E0C68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4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CE7CD-D8B9-51E8-8D1E-A8D22577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A5BC9-01FC-01DC-6C7C-BD9C2112C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BAD53-AE7C-C4EB-EDF8-925AAE95D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D8330-6D9E-FF94-FDDC-1D190C591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C8626-562A-3947-63F1-B60EF1F8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0A3AA-2013-82B1-7934-1B4FA085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9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AFDC-C55B-C171-0F5C-FFA5897C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5D443-04A8-6891-BD79-7A5B7420A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41C48-F8E8-3830-682E-D560583B4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D45E0-9EB1-1397-F64E-5620A67A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392A7-1362-446B-0F24-3C6CB5C9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9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5E080-4AE0-7748-2453-A1E4DE893F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3B93C-3198-8A3A-C065-2048B1061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18D50-19B9-2A0D-D150-7C8155AB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F9217-A59F-6C85-C71D-B0AFF1EA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0F200-EB4D-5EB8-ED2C-CD5933E0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4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1456D-F215-7851-38DF-D520F53A3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92E3B-436F-3D74-5018-A1B3444DE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4C3B5-9F8C-B894-2F92-34BBC651B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8C80E-A665-4499-9231-E9DECB3384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84765-AD4A-2FB4-CA60-50382F80A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E435A-F7B1-2495-757B-4FA659B50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BBEDA-D5FF-4B32-AEE5-9DEB7F47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3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FED4CE8-98BE-0BCF-3AD2-A29A0B599B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21114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3030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2026-09-06T08:12:37Z</dcterms:created>
  <dcterms:modified xsi:type="dcterms:W3CDTF">2026-09-06T08:12:38Z</dcterms:modified>
</cp:coreProperties>
</file>