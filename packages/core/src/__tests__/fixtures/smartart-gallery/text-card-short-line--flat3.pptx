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B00CF7-9D65-489D-8CB7-FE1BC83EF8B9}" type="doc">
      <dgm:prSet loTypeId="urn:microsoft.com/office/officeart/2026/layout/TextCardShortLine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30B91E-314B-49E1-A8F2-FFCCB735ACCF}">
      <dgm:prSet phldrT="Title"/>
      <dgm:spPr/>
      <dgm:t>
        <a:bodyPr/>
        <a:lstStyle/>
        <a:p>
          <a:pPr>
            <a:defRPr b="1"/>
          </a:pPr>
          <a:r>
            <a:rPr lang="en-US"/>
            <a:t>Alpha</a:t>
          </a:r>
        </a:p>
      </dgm:t>
    </dgm:pt>
    <dgm:pt modelId="{81DFB979-B05B-44E1-9E26-88B02C17E9D2}" type="parTrans" cxnId="{61BE14F1-DC6D-4F4F-A6C4-9E0BCF93BD51}">
      <dgm:prSet/>
      <dgm:spPr/>
    </dgm:pt>
    <dgm:pt modelId="{43CA52D2-83DC-4C3E-B1B3-0AD604A26F88}" type="sibTrans" cxnId="{61BE14F1-DC6D-4F4F-A6C4-9E0BCF93BD51}">
      <dgm:prSet/>
      <dgm:spPr/>
    </dgm:pt>
    <dgm:pt modelId="{E788652C-239A-4A72-A34D-0D60368B7160}">
      <dgm:prSet phldrT="Description" phldr="1"/>
      <dgm:spPr/>
      <dgm:t>
        <a:bodyPr/>
        <a:lstStyle/>
        <a:p>
          <a:endParaRPr lang="en-US"/>
        </a:p>
      </dgm:t>
    </dgm:pt>
    <dgm:pt modelId="{EFC0ADA9-0BA8-4A7B-8359-3AE7C0C92384}" type="parTrans" cxnId="{382DD12E-6D32-49B5-AA49-572A2A109CF4}">
      <dgm:prSet/>
      <dgm:spPr/>
    </dgm:pt>
    <dgm:pt modelId="{9365E9B6-A910-4B45-A7FE-3C162C5818F4}" type="sibTrans" cxnId="{382DD12E-6D32-49B5-AA49-572A2A109CF4}">
      <dgm:prSet/>
      <dgm:spPr/>
    </dgm:pt>
    <dgm:pt modelId="{37FD6A14-B15B-4300-828D-5EB70B777B77}">
      <dgm:prSet phldrT="Title"/>
      <dgm:spPr/>
      <dgm:t>
        <a:bodyPr/>
        <a:lstStyle/>
        <a:p>
          <a:pPr>
            <a:defRPr b="1"/>
          </a:pPr>
          <a:r>
            <a:rPr lang="en-US"/>
            <a:t>Beta has a noticeably longer label than the others</a:t>
          </a:r>
        </a:p>
      </dgm:t>
    </dgm:pt>
    <dgm:pt modelId="{D2D82A69-2D28-4162-B4C7-63F6B569D6BC}" type="parTrans" cxnId="{824021F3-483D-477F-9365-170B344D8AE4}">
      <dgm:prSet/>
      <dgm:spPr/>
    </dgm:pt>
    <dgm:pt modelId="{19E1A9CC-3703-47C4-913F-69A94B01FA59}" type="sibTrans" cxnId="{824021F3-483D-477F-9365-170B344D8AE4}">
      <dgm:prSet/>
      <dgm:spPr/>
    </dgm:pt>
    <dgm:pt modelId="{59C8986D-E170-46B8-A3DC-4ABE65DE5CD6}">
      <dgm:prSet phldrT="Description" phldr="1"/>
      <dgm:spPr/>
      <dgm:t>
        <a:bodyPr/>
        <a:lstStyle/>
        <a:p>
          <a:endParaRPr lang="en-US"/>
        </a:p>
      </dgm:t>
    </dgm:pt>
    <dgm:pt modelId="{98FEEF3D-90E8-4660-B506-C4C988183EFA}" type="parTrans" cxnId="{E510B721-6162-4858-AB7E-D826A5B2AD98}">
      <dgm:prSet/>
      <dgm:spPr/>
    </dgm:pt>
    <dgm:pt modelId="{DE70CD90-ADF2-4A75-86A2-41EDEECBB241}" type="sibTrans" cxnId="{E510B721-6162-4858-AB7E-D826A5B2AD98}">
      <dgm:prSet/>
      <dgm:spPr/>
    </dgm:pt>
    <dgm:pt modelId="{D768A643-4A9B-4B3A-82A4-7AE0D0DE1BDF}">
      <dgm:prSet phldrT="Title"/>
      <dgm:spPr/>
      <dgm:t>
        <a:bodyPr/>
        <a:lstStyle/>
        <a:p>
          <a:pPr>
            <a:defRPr b="1"/>
          </a:pPr>
          <a:r>
            <a:rPr lang="en-US"/>
            <a:t>Gamma</a:t>
          </a:r>
        </a:p>
      </dgm:t>
    </dgm:pt>
    <dgm:pt modelId="{CE57A851-25CA-4429-83C5-B47FF54E3B95}" type="parTrans" cxnId="{7EE76F4D-45E6-4AA8-9F35-0E1003D4604E}">
      <dgm:prSet/>
      <dgm:spPr/>
    </dgm:pt>
    <dgm:pt modelId="{5AC39DF7-5805-4AAC-96F3-45A8655A14C4}" type="sibTrans" cxnId="{7EE76F4D-45E6-4AA8-9F35-0E1003D4604E}">
      <dgm:prSet/>
      <dgm:spPr/>
    </dgm:pt>
    <dgm:pt modelId="{A1E8A9BA-988A-41D2-A96D-BBCE380AD822}">
      <dgm:prSet phldrT="Description" phldr="1"/>
      <dgm:spPr/>
      <dgm:t>
        <a:bodyPr/>
        <a:lstStyle/>
        <a:p>
          <a:endParaRPr lang="en-US"/>
        </a:p>
      </dgm:t>
    </dgm:pt>
    <dgm:pt modelId="{DDAF3276-6001-4975-8E16-B6A5C35259E0}" type="parTrans" cxnId="{50147CFA-723D-49FD-9CCB-6B2D2319C521}">
      <dgm:prSet/>
      <dgm:spPr/>
    </dgm:pt>
    <dgm:pt modelId="{6DAC5BC9-2B48-4CBE-A6CB-0ABD4641A75A}" type="sibTrans" cxnId="{50147CFA-723D-49FD-9CCB-6B2D2319C521}">
      <dgm:prSet/>
      <dgm:spPr/>
    </dgm:pt>
    <dgm:pt modelId="{3541DE71-74AB-44F7-BAD9-0DCFA71F39C1}" type="pres">
      <dgm:prSet presAssocID="{03B00CF7-9D65-489D-8CB7-FE1BC83EF8B9}" presName="root" presStyleCnt="0">
        <dgm:presLayoutVars>
          <dgm:dir/>
          <dgm:resizeHandles val="exact"/>
        </dgm:presLayoutVars>
      </dgm:prSet>
      <dgm:spPr/>
    </dgm:pt>
    <dgm:pt modelId="{6CAFD56E-9C2D-426C-9ED1-FF0DA44A869D}" type="pres">
      <dgm:prSet presAssocID="{ED30B91E-314B-49E1-A8F2-FFCCB735ACCF}" presName="compNode" presStyleCnt="0"/>
      <dgm:spPr/>
    </dgm:pt>
    <dgm:pt modelId="{59AEABAD-EB56-4B45-937A-B9F6A1BA9896}" type="pres">
      <dgm:prSet presAssocID="{ED30B91E-314B-49E1-A8F2-FFCCB735ACCF}" presName="accentLine" presStyleLbl="dkBgShp" presStyleIdx="0" presStyleCnt="3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B58512BA-6A4C-4E30-B66A-0183CC47959A}" type="pres">
      <dgm:prSet presAssocID="{ED30B91E-314B-49E1-A8F2-FFCCB735ACCF}" presName="titleText" presStyleLbl="revTx" presStyleIdx="0" presStyleCnt="6">
        <dgm:presLayoutVars>
          <dgm:chMax val="0"/>
          <dgm:chPref val="0"/>
        </dgm:presLayoutVars>
      </dgm:prSet>
      <dgm:spPr/>
    </dgm:pt>
    <dgm:pt modelId="{C961128D-5843-4585-AAA4-2FF62F453E68}" type="pres">
      <dgm:prSet presAssocID="{ED30B91E-314B-49E1-A8F2-FFCCB735ACCF}" presName="bodyText" presStyleLbl="revTx" presStyleIdx="1" presStyleCnt="6">
        <dgm:presLayoutVars>
          <dgm:chMax val="0"/>
          <dgm:chPref val="0"/>
        </dgm:presLayoutVars>
      </dgm:prSet>
      <dgm:spPr/>
    </dgm:pt>
    <dgm:pt modelId="{A52605A9-E778-43EE-94CE-19838BB9FFDB}" type="pres">
      <dgm:prSet presAssocID="{43CA52D2-83DC-4C3E-B1B3-0AD604A26F88}" presName="sibTrans" presStyleCnt="0"/>
      <dgm:spPr/>
    </dgm:pt>
    <dgm:pt modelId="{3A5EF4FD-32BA-44D4-8592-25ABC615633B}" type="pres">
      <dgm:prSet presAssocID="{37FD6A14-B15B-4300-828D-5EB70B777B77}" presName="compNode" presStyleCnt="0"/>
      <dgm:spPr/>
    </dgm:pt>
    <dgm:pt modelId="{8BC0C8E5-C30C-4A19-85BF-5B0E7F9E7152}" type="pres">
      <dgm:prSet presAssocID="{37FD6A14-B15B-4300-828D-5EB70B777B77}" presName="accentLine" presStyleLbl="dkBgShp" presStyleIdx="1" presStyleCnt="3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B72642E1-D914-4178-8497-5AB39E1E9B62}" type="pres">
      <dgm:prSet presAssocID="{37FD6A14-B15B-4300-828D-5EB70B777B77}" presName="titleText" presStyleLbl="revTx" presStyleIdx="2" presStyleCnt="6">
        <dgm:presLayoutVars>
          <dgm:chMax val="0"/>
          <dgm:chPref val="0"/>
        </dgm:presLayoutVars>
      </dgm:prSet>
      <dgm:spPr/>
    </dgm:pt>
    <dgm:pt modelId="{778B1B24-58B9-44FE-A578-FD2230D0F084}" type="pres">
      <dgm:prSet presAssocID="{37FD6A14-B15B-4300-828D-5EB70B777B77}" presName="bodyText" presStyleLbl="revTx" presStyleIdx="3" presStyleCnt="6">
        <dgm:presLayoutVars>
          <dgm:chMax val="0"/>
          <dgm:chPref val="0"/>
        </dgm:presLayoutVars>
      </dgm:prSet>
      <dgm:spPr/>
    </dgm:pt>
    <dgm:pt modelId="{C78997E4-B208-4B3C-BEA3-7BECAD063D0C}" type="pres">
      <dgm:prSet presAssocID="{19E1A9CC-3703-47C4-913F-69A94B01FA59}" presName="sibTrans" presStyleCnt="0"/>
      <dgm:spPr/>
    </dgm:pt>
    <dgm:pt modelId="{EA1B3239-5359-405C-BB28-179494BBA885}" type="pres">
      <dgm:prSet presAssocID="{D768A643-4A9B-4B3A-82A4-7AE0D0DE1BDF}" presName="compNode" presStyleCnt="0"/>
      <dgm:spPr/>
    </dgm:pt>
    <dgm:pt modelId="{F1133748-680A-4416-9A21-E180D3FEBC7F}" type="pres">
      <dgm:prSet presAssocID="{D768A643-4A9B-4B3A-82A4-7AE0D0DE1BDF}" presName="accentLine" presStyleLbl="dkBgShp" presStyleIdx="2" presStyleCnt="3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C31071B9-3063-48BA-A248-A35EB9CFC2ED}" type="pres">
      <dgm:prSet presAssocID="{D768A643-4A9B-4B3A-82A4-7AE0D0DE1BDF}" presName="titleText" presStyleLbl="revTx" presStyleIdx="4" presStyleCnt="6">
        <dgm:presLayoutVars>
          <dgm:chMax val="0"/>
          <dgm:chPref val="0"/>
        </dgm:presLayoutVars>
      </dgm:prSet>
      <dgm:spPr/>
    </dgm:pt>
    <dgm:pt modelId="{92387EB5-F411-4BBB-AC80-33ACED49D405}" type="pres">
      <dgm:prSet presAssocID="{D768A643-4A9B-4B3A-82A4-7AE0D0DE1BDF}" presName="bodyText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2B723F07-6873-4DC7-8591-467B4D524428}" type="presOf" srcId="{E788652C-239A-4A72-A34D-0D60368B7160}" destId="{C961128D-5843-4585-AAA4-2FF62F453E68}" srcOrd="0" destOrd="0" presId="urn:microsoft.com/office/officeart/2026/layout/TextCardShortLine"/>
    <dgm:cxn modelId="{E510B721-6162-4858-AB7E-D826A5B2AD98}" srcId="{37FD6A14-B15B-4300-828D-5EB70B777B77}" destId="{59C8986D-E170-46B8-A3DC-4ABE65DE5CD6}" srcOrd="0" destOrd="0" parTransId="{98FEEF3D-90E8-4660-B506-C4C988183EFA}" sibTransId="{DE70CD90-ADF2-4A75-86A2-41EDEECBB241}"/>
    <dgm:cxn modelId="{382DD12E-6D32-49B5-AA49-572A2A109CF4}" srcId="{ED30B91E-314B-49E1-A8F2-FFCCB735ACCF}" destId="{E788652C-239A-4A72-A34D-0D60368B7160}" srcOrd="0" destOrd="0" parTransId="{EFC0ADA9-0BA8-4A7B-8359-3AE7C0C92384}" sibTransId="{9365E9B6-A910-4B45-A7FE-3C162C5818F4}"/>
    <dgm:cxn modelId="{B96C9E2F-1810-4A30-966F-012FABA91E33}" type="presOf" srcId="{D768A643-4A9B-4B3A-82A4-7AE0D0DE1BDF}" destId="{C31071B9-3063-48BA-A248-A35EB9CFC2ED}" srcOrd="0" destOrd="0" presId="urn:microsoft.com/office/officeart/2026/layout/TextCardShortLine"/>
    <dgm:cxn modelId="{7EE76F4D-45E6-4AA8-9F35-0E1003D4604E}" srcId="{03B00CF7-9D65-489D-8CB7-FE1BC83EF8B9}" destId="{D768A643-4A9B-4B3A-82A4-7AE0D0DE1BDF}" srcOrd="2" destOrd="0" parTransId="{CE57A851-25CA-4429-83C5-B47FF54E3B95}" sibTransId="{5AC39DF7-5805-4AAC-96F3-45A8655A14C4}"/>
    <dgm:cxn modelId="{35C97953-7E8A-40DF-B94D-69C6B0E98813}" type="presOf" srcId="{A1E8A9BA-988A-41D2-A96D-BBCE380AD822}" destId="{92387EB5-F411-4BBB-AC80-33ACED49D405}" srcOrd="0" destOrd="0" presId="urn:microsoft.com/office/officeart/2026/layout/TextCardShortLine"/>
    <dgm:cxn modelId="{BD6A0577-66F3-4EA2-B043-9C06A74C4F75}" type="presOf" srcId="{37FD6A14-B15B-4300-828D-5EB70B777B77}" destId="{B72642E1-D914-4178-8497-5AB39E1E9B62}" srcOrd="0" destOrd="0" presId="urn:microsoft.com/office/officeart/2026/layout/TextCardShortLine"/>
    <dgm:cxn modelId="{C9667E92-B1C0-483D-9FC9-07451EE1C409}" type="presOf" srcId="{59C8986D-E170-46B8-A3DC-4ABE65DE5CD6}" destId="{778B1B24-58B9-44FE-A578-FD2230D0F084}" srcOrd="0" destOrd="0" presId="urn:microsoft.com/office/officeart/2026/layout/TextCardShortLine"/>
    <dgm:cxn modelId="{9AB470CE-B9C2-4DFA-A065-9E3E8716E97F}" type="presOf" srcId="{03B00CF7-9D65-489D-8CB7-FE1BC83EF8B9}" destId="{3541DE71-74AB-44F7-BAD9-0DCFA71F39C1}" srcOrd="0" destOrd="0" presId="urn:microsoft.com/office/officeart/2026/layout/TextCardShortLine"/>
    <dgm:cxn modelId="{6908EDD4-FDB0-47F2-9855-E3CD84CC96A8}" type="presOf" srcId="{ED30B91E-314B-49E1-A8F2-FFCCB735ACCF}" destId="{B58512BA-6A4C-4E30-B66A-0183CC47959A}" srcOrd="0" destOrd="0" presId="urn:microsoft.com/office/officeart/2026/layout/TextCardShortLine"/>
    <dgm:cxn modelId="{61BE14F1-DC6D-4F4F-A6C4-9E0BCF93BD51}" srcId="{03B00CF7-9D65-489D-8CB7-FE1BC83EF8B9}" destId="{ED30B91E-314B-49E1-A8F2-FFCCB735ACCF}" srcOrd="0" destOrd="0" parTransId="{81DFB979-B05B-44E1-9E26-88B02C17E9D2}" sibTransId="{43CA52D2-83DC-4C3E-B1B3-0AD604A26F88}"/>
    <dgm:cxn modelId="{824021F3-483D-477F-9365-170B344D8AE4}" srcId="{03B00CF7-9D65-489D-8CB7-FE1BC83EF8B9}" destId="{37FD6A14-B15B-4300-828D-5EB70B777B77}" srcOrd="1" destOrd="0" parTransId="{D2D82A69-2D28-4162-B4C7-63F6B569D6BC}" sibTransId="{19E1A9CC-3703-47C4-913F-69A94B01FA59}"/>
    <dgm:cxn modelId="{50147CFA-723D-49FD-9CCB-6B2D2319C521}" srcId="{D768A643-4A9B-4B3A-82A4-7AE0D0DE1BDF}" destId="{A1E8A9BA-988A-41D2-A96D-BBCE380AD822}" srcOrd="0" destOrd="0" parTransId="{DDAF3276-6001-4975-8E16-B6A5C35259E0}" sibTransId="{6DAC5BC9-2B48-4CBE-A6CB-0ABD4641A75A}"/>
    <dgm:cxn modelId="{85C6F08A-C7BD-48B5-8DAE-B4C23C72FC02}" type="presParOf" srcId="{3541DE71-74AB-44F7-BAD9-0DCFA71F39C1}" destId="{6CAFD56E-9C2D-426C-9ED1-FF0DA44A869D}" srcOrd="0" destOrd="0" presId="urn:microsoft.com/office/officeart/2026/layout/TextCardShortLine"/>
    <dgm:cxn modelId="{DE5E7A49-05B9-484C-9591-D2148FF34321}" type="presParOf" srcId="{6CAFD56E-9C2D-426C-9ED1-FF0DA44A869D}" destId="{59AEABAD-EB56-4B45-937A-B9F6A1BA9896}" srcOrd="0" destOrd="0" presId="urn:microsoft.com/office/officeart/2026/layout/TextCardShortLine"/>
    <dgm:cxn modelId="{1E3D39E2-B3F1-49AE-8BCB-5003F6E4DC35}" type="presParOf" srcId="{6CAFD56E-9C2D-426C-9ED1-FF0DA44A869D}" destId="{B58512BA-6A4C-4E30-B66A-0183CC47959A}" srcOrd="1" destOrd="0" presId="urn:microsoft.com/office/officeart/2026/layout/TextCardShortLine"/>
    <dgm:cxn modelId="{4BBF00AA-093B-43AC-B75D-0C67AF7B3DA4}" type="presParOf" srcId="{6CAFD56E-9C2D-426C-9ED1-FF0DA44A869D}" destId="{C961128D-5843-4585-AAA4-2FF62F453E68}" srcOrd="2" destOrd="0" presId="urn:microsoft.com/office/officeart/2026/layout/TextCardShortLine"/>
    <dgm:cxn modelId="{64A9B6ED-0422-4EA0-B848-C67A8A23A162}" type="presParOf" srcId="{3541DE71-74AB-44F7-BAD9-0DCFA71F39C1}" destId="{A52605A9-E778-43EE-94CE-19838BB9FFDB}" srcOrd="1" destOrd="0" presId="urn:microsoft.com/office/officeart/2026/layout/TextCardShortLine"/>
    <dgm:cxn modelId="{3E5AC58D-181F-44EF-B79F-61084E685FB5}" type="presParOf" srcId="{3541DE71-74AB-44F7-BAD9-0DCFA71F39C1}" destId="{3A5EF4FD-32BA-44D4-8592-25ABC615633B}" srcOrd="2" destOrd="0" presId="urn:microsoft.com/office/officeart/2026/layout/TextCardShortLine"/>
    <dgm:cxn modelId="{A3A87A6A-62E4-4AE3-9374-970A7722A810}" type="presParOf" srcId="{3A5EF4FD-32BA-44D4-8592-25ABC615633B}" destId="{8BC0C8E5-C30C-4A19-85BF-5B0E7F9E7152}" srcOrd="0" destOrd="0" presId="urn:microsoft.com/office/officeart/2026/layout/TextCardShortLine"/>
    <dgm:cxn modelId="{0CBF400F-64A2-4FEA-A31A-8C8CA11C2471}" type="presParOf" srcId="{3A5EF4FD-32BA-44D4-8592-25ABC615633B}" destId="{B72642E1-D914-4178-8497-5AB39E1E9B62}" srcOrd="1" destOrd="0" presId="urn:microsoft.com/office/officeart/2026/layout/TextCardShortLine"/>
    <dgm:cxn modelId="{4E45A341-D0DB-4C7B-9CC0-0EEE905CA7F3}" type="presParOf" srcId="{3A5EF4FD-32BA-44D4-8592-25ABC615633B}" destId="{778B1B24-58B9-44FE-A578-FD2230D0F084}" srcOrd="2" destOrd="0" presId="urn:microsoft.com/office/officeart/2026/layout/TextCardShortLine"/>
    <dgm:cxn modelId="{442EEF5F-C617-4ADA-9768-E6DE113E271B}" type="presParOf" srcId="{3541DE71-74AB-44F7-BAD9-0DCFA71F39C1}" destId="{C78997E4-B208-4B3C-BEA3-7BECAD063D0C}" srcOrd="3" destOrd="0" presId="urn:microsoft.com/office/officeart/2026/layout/TextCardShortLine"/>
    <dgm:cxn modelId="{3C776FFE-B0DB-4271-B6FE-00C032BFD819}" type="presParOf" srcId="{3541DE71-74AB-44F7-BAD9-0DCFA71F39C1}" destId="{EA1B3239-5359-405C-BB28-179494BBA885}" srcOrd="4" destOrd="0" presId="urn:microsoft.com/office/officeart/2026/layout/TextCardShortLine"/>
    <dgm:cxn modelId="{CBA2FFC0-BF4C-4B62-A047-9A5609BFD25F}" type="presParOf" srcId="{EA1B3239-5359-405C-BB28-179494BBA885}" destId="{F1133748-680A-4416-9A21-E180D3FEBC7F}" srcOrd="0" destOrd="0" presId="urn:microsoft.com/office/officeart/2026/layout/TextCardShortLine"/>
    <dgm:cxn modelId="{713AC7EC-8AB4-4459-AFD6-F8CE0DBE1B54}" type="presParOf" srcId="{EA1B3239-5359-405C-BB28-179494BBA885}" destId="{C31071B9-3063-48BA-A248-A35EB9CFC2ED}" srcOrd="1" destOrd="0" presId="urn:microsoft.com/office/officeart/2026/layout/TextCardShortLine"/>
    <dgm:cxn modelId="{7E6CC8EC-1FE5-4845-994A-8B3534701C3F}" type="presParOf" srcId="{EA1B3239-5359-405C-BB28-179494BBA885}" destId="{92387EB5-F411-4BBB-AC80-33ACED49D405}" srcOrd="2" destOrd="0" presId="urn:microsoft.com/office/officeart/2026/layout/TextCardShort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EABAD-EB56-4B45-937A-B9F6A1BA9896}">
      <dsp:nvSpPr>
        <dsp:cNvPr id="0" name=""/>
        <dsp:cNvSpPr/>
      </dsp:nvSpPr>
      <dsp:spPr>
        <a:xfrm>
          <a:off x="224535" y="845819"/>
          <a:ext cx="544830" cy="4066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8512BA-6A4C-4E30-B66A-0183CC47959A}">
      <dsp:nvSpPr>
        <dsp:cNvPr id="0" name=""/>
        <dsp:cNvSpPr/>
      </dsp:nvSpPr>
      <dsp:spPr>
        <a:xfrm>
          <a:off x="224535" y="1127053"/>
          <a:ext cx="2476500" cy="755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Alpha</a:t>
          </a:r>
        </a:p>
      </dsp:txBody>
      <dsp:txXfrm>
        <a:off x="224535" y="1127053"/>
        <a:ext cx="2476500" cy="755604"/>
      </dsp:txXfrm>
    </dsp:sp>
    <dsp:sp modelId="{C961128D-5843-4585-AAA4-2FF62F453E68}">
      <dsp:nvSpPr>
        <dsp:cNvPr id="0" name=""/>
        <dsp:cNvSpPr/>
      </dsp:nvSpPr>
      <dsp:spPr>
        <a:xfrm>
          <a:off x="224535" y="1882658"/>
          <a:ext cx="2476500" cy="2351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24535" y="1882658"/>
        <a:ext cx="2476500" cy="2351521"/>
      </dsp:txXfrm>
    </dsp:sp>
    <dsp:sp modelId="{8BC0C8E5-C30C-4A19-85BF-5B0E7F9E7152}">
      <dsp:nvSpPr>
        <dsp:cNvPr id="0" name=""/>
        <dsp:cNvSpPr/>
      </dsp:nvSpPr>
      <dsp:spPr>
        <a:xfrm>
          <a:off x="2889249" y="845819"/>
          <a:ext cx="544830" cy="4066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2642E1-D914-4178-8497-5AB39E1E9B62}">
      <dsp:nvSpPr>
        <dsp:cNvPr id="0" name=""/>
        <dsp:cNvSpPr/>
      </dsp:nvSpPr>
      <dsp:spPr>
        <a:xfrm>
          <a:off x="2889249" y="1127053"/>
          <a:ext cx="2476500" cy="755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Beta has a noticeably longer label than the others</a:t>
          </a:r>
        </a:p>
      </dsp:txBody>
      <dsp:txXfrm>
        <a:off x="2889249" y="1127053"/>
        <a:ext cx="2476500" cy="755604"/>
      </dsp:txXfrm>
    </dsp:sp>
    <dsp:sp modelId="{778B1B24-58B9-44FE-A578-FD2230D0F084}">
      <dsp:nvSpPr>
        <dsp:cNvPr id="0" name=""/>
        <dsp:cNvSpPr/>
      </dsp:nvSpPr>
      <dsp:spPr>
        <a:xfrm>
          <a:off x="2889249" y="1882658"/>
          <a:ext cx="2476500" cy="2351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889249" y="1882658"/>
        <a:ext cx="2476500" cy="2351521"/>
      </dsp:txXfrm>
    </dsp:sp>
    <dsp:sp modelId="{F1133748-680A-4416-9A21-E180D3FEBC7F}">
      <dsp:nvSpPr>
        <dsp:cNvPr id="0" name=""/>
        <dsp:cNvSpPr/>
      </dsp:nvSpPr>
      <dsp:spPr>
        <a:xfrm>
          <a:off x="5553964" y="845819"/>
          <a:ext cx="544830" cy="4066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071B9-3063-48BA-A248-A35EB9CFC2ED}">
      <dsp:nvSpPr>
        <dsp:cNvPr id="0" name=""/>
        <dsp:cNvSpPr/>
      </dsp:nvSpPr>
      <dsp:spPr>
        <a:xfrm>
          <a:off x="5553964" y="1127053"/>
          <a:ext cx="2476500" cy="755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Gamma</a:t>
          </a:r>
        </a:p>
      </dsp:txBody>
      <dsp:txXfrm>
        <a:off x="5553964" y="1127053"/>
        <a:ext cx="2476500" cy="755604"/>
      </dsp:txXfrm>
    </dsp:sp>
    <dsp:sp modelId="{92387EB5-F411-4BBB-AC80-33ACED49D405}">
      <dsp:nvSpPr>
        <dsp:cNvPr id="0" name=""/>
        <dsp:cNvSpPr/>
      </dsp:nvSpPr>
      <dsp:spPr>
        <a:xfrm>
          <a:off x="5553964" y="1882658"/>
          <a:ext cx="2476500" cy="2351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553964" y="1882658"/>
        <a:ext cx="2476500" cy="23515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TextCardShortLine">
  <dgm:title val=""/>
  <dgm:desc val=""/>
  <dgm:catLst>
    <dgm:cat type="textcard" pri="104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22"/>
          <dgm:constr type="h" for="ch" forName="accentLine" refType="h" fact="0.012"/>
          <dgm:constr type="l" for="ch" forName="titleText"/>
          <dgm:constr type="t" for="ch" forName="titleText" refType="h" fact="0.083"/>
          <dgm:constr type="w" for="ch" forName="titleText" refType="w"/>
          <dgm:constr type="h" for="ch" forName="titleText" refType="h" fact="0.223"/>
          <dgm:constr type="l" for="ch" forName="bodyText"/>
          <dgm:constr type="t" for="ch" forName="bodyText" refType="h" fact="0.306"/>
          <dgm:constr type="w" for="ch" forName="bodyText" refType="w"/>
          <dgm:constr type="h" for="ch" forName="bodyText" refType="h" fact="0.694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ECC3D-41C1-2D05-1D09-FB6685035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E51C1-CB9B-0AEE-F72D-2A0730156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09515-162D-1B9E-8BEA-FB3CD9EA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486-119F-4B68-B0AC-413B4B182A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D3A03-24BA-170E-D2FE-5D9E0A610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13185-A76A-348F-47CF-40BFB1C3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0CA8-4564-4290-839E-DFEE034C6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39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628A-046F-D9A2-7B1C-0E6156DA3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66845-5767-D5D6-7A61-99F94B8B7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F5B84-F6EA-9859-C7A5-5F74A3FB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486-119F-4B68-B0AC-413B4B182A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EAD70-92D7-9C54-8DB5-62E28C33F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09F96-41A2-35BD-18ED-1A9ABB6B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0CA8-4564-4290-839E-DFEE034C6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862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FEF47-0376-EB34-BADF-1CD15F914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53AEA-90E7-402E-0A52-C00E63506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E4FCE-6B44-2221-C1A4-4C638783B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486-119F-4B68-B0AC-413B4B182A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E370E-B888-2F5A-C408-E5769D3E8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D512A-0E2C-B5B9-427C-46DD1FE54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0CA8-4564-4290-839E-DFEE034C6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6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85EBB-7613-5745-FD60-45D63EA1F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E3A6-6F53-4A3A-2A31-88E17E7C9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8063B-E3F3-9B3C-8828-CEE2A3E24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FCD95-7DFB-4079-CE45-747E1CFC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486-119F-4B68-B0AC-413B4B182A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13530-9B77-B959-6C0B-9C19CC73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C33B0-2C47-DC89-D388-D20ADA68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0CA8-4564-4290-839E-DFEE034C6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09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6F11-1526-8F61-E720-E9FC25F9F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E3276-ABA5-5DCD-B8D0-9938C7D93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7359D-A650-907B-453D-D68B0F88E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F24BFA-23FB-C66B-4445-44E7EFA1F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8A6229-FB35-E907-DC1A-5A3DA94E4D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0BC0C4-0729-15F8-0BAE-ADB3AD03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486-119F-4B68-B0AC-413B4B182A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EF1250-7369-F08A-F80F-3C90C2D55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FBE36D-7488-9EB6-F336-CB801AD5E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0CA8-4564-4290-839E-DFEE034C6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319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2D6C0-C1EF-4133-EF14-A4EC81200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DB461A-34DB-647B-9F45-CCE462905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486-119F-4B68-B0AC-413B4B182A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CAA8CD-B33F-6191-8ED1-446BFA29C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462D1-687C-52E3-58FC-602F84FCE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0CA8-4564-4290-839E-DFEE034C6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37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29DC0-C04D-2AFB-9C41-C0CC317A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486-119F-4B68-B0AC-413B4B182A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3997BB-A70B-866D-CB73-E9DF34232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9FFEC-40B7-A1C2-A4E3-1FDE7348C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0CA8-4564-4290-839E-DFEE034C6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4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72A-4D39-FCE1-1725-A242DD3F6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1E358-2597-2DBA-38ED-FA643E8C3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704C4-9AFF-13C0-E5AB-E8AFC5D55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F65F3-35CE-57EA-830E-9D2787BCF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486-119F-4B68-B0AC-413B4B182A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CEAC3-7CAF-2528-5102-2CD3EF5EB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E5F13-FC91-AF13-F479-84D99D1D1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0CA8-4564-4290-839E-DFEE034C6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69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40C20-E4D7-D056-B83A-5B0A7A67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C35B2F-15C3-CE57-F1E7-82641EECE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6A1F68-904F-2536-7DD5-E93AD8A5E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D3C26-FEFA-9863-2790-43FF78DB3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486-119F-4B68-B0AC-413B4B182A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D423F-F1FC-57A2-E20D-834595A0A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8C699-9E21-94E8-005E-A0682930C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0CA8-4564-4290-839E-DFEE034C6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6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ECA1-0E29-4361-2E80-C10627196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820D3-B5A6-994E-85DF-671B653AF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42772-56F4-0EAE-5D88-9EE628FB4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486-119F-4B68-B0AC-413B4B182A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EC56E-D754-0F1B-D55A-A9E274B88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1E6F3-28C5-159E-442B-8BBE61E9C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0CA8-4564-4290-839E-DFEE034C6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1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633FDF-0C99-317B-C84E-B8F0AF681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3B84F-AD8A-3A2C-9E34-6C9B8C3B2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91458-E7AD-A48C-D502-B176B8C61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BC486-119F-4B68-B0AC-413B4B182A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C9BBF-E477-C285-8465-F093AEAEC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906DC-1EFC-C64F-C860-DDA8CA9A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A0CA8-4564-4290-839E-DFEE034C6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4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CDECED-D59C-58A3-C248-6BF5FDFB3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33216-9047-8164-2383-0469E0EC3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C3BA2-A936-5966-0750-6F4B58C3D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BC486-119F-4B68-B0AC-413B4B182A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A5ECB-5786-C481-6A58-0E5CF7C87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4CDC3-C44F-EFC1-3269-9C2A6D822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A0CA8-4564-4290-839E-DFEE034C6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99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2AC61C5-2991-6D8E-FC95-4DDF225B20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418778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5506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2026-09-06T08:15:21Z</dcterms:created>
  <dcterms:modified xsi:type="dcterms:W3CDTF">2026-09-06T08:15:21Z</dcterms:modified>
</cp:coreProperties>
</file>