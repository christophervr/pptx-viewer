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6F64F1-5291-4A48-AA0B-4E7AD8760F88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1F6062-A615-4522-8FC2-73FFB6F3D5C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4EE84CD1-D239-4760-9B78-696B77194A2E}" type="parTrans" cxnId="{894A2C9A-A36B-4252-87E9-14C39F23A4CA}">
      <dgm:prSet/>
      <dgm:spPr/>
    </dgm:pt>
    <dgm:pt modelId="{C0AAB9F0-ED5E-4150-B6C1-131B5CDA46EA}" type="sibTrans" cxnId="{894A2C9A-A36B-4252-87E9-14C39F23A4CA}">
      <dgm:prSet/>
      <dgm:spPr/>
    </dgm:pt>
    <dgm:pt modelId="{F15BA79F-E857-4CF0-9A6B-661B9F2F5EE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CA53335-17D8-41EE-8DF5-1288BB6E0DA2}" type="parTrans" cxnId="{EFD7AA81-11E2-4C00-B686-52940F7B1C49}">
      <dgm:prSet/>
      <dgm:spPr/>
    </dgm:pt>
    <dgm:pt modelId="{CECF577B-B9E9-4C04-B059-66E3B0C34CAD}" type="sibTrans" cxnId="{EFD7AA81-11E2-4C00-B686-52940F7B1C49}">
      <dgm:prSet/>
      <dgm:spPr/>
    </dgm:pt>
    <dgm:pt modelId="{4CAEEB24-F4FB-48E8-901F-D21690A15A7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38F6C62-769C-47B2-810C-963058C303C2}" type="parTrans" cxnId="{878BC256-36DC-4916-8691-A5A1A00FC5B6}">
      <dgm:prSet/>
      <dgm:spPr/>
    </dgm:pt>
    <dgm:pt modelId="{46DB0399-3148-41F5-A6CC-58AFE36831FD}" type="sibTrans" cxnId="{878BC256-36DC-4916-8691-A5A1A00FC5B6}">
      <dgm:prSet/>
      <dgm:spPr/>
    </dgm:pt>
    <dgm:pt modelId="{633E5648-26E5-4ABE-A04A-28E3C58A8C1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74CFD57-7D4D-4933-B3BC-E88BEC1C20E9}" type="parTrans" cxnId="{DF4364CC-CFD8-48A1-94FA-181CD33405B0}">
      <dgm:prSet/>
      <dgm:spPr/>
    </dgm:pt>
    <dgm:pt modelId="{85340922-922A-4623-A0E9-E2F17F162946}" type="sibTrans" cxnId="{DF4364CC-CFD8-48A1-94FA-181CD33405B0}">
      <dgm:prSet/>
      <dgm:spPr/>
    </dgm:pt>
    <dgm:pt modelId="{D13E2E82-AC3A-46CE-ACDC-818089172B96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2985833-9A94-4373-A839-1963880A15A4}" type="parTrans" cxnId="{7E4939B9-F4E7-4CA6-881C-D123B1308EC8}">
      <dgm:prSet/>
      <dgm:spPr/>
    </dgm:pt>
    <dgm:pt modelId="{D267F568-20E9-483D-9BAA-15CFE24D1D7A}" type="sibTrans" cxnId="{7E4939B9-F4E7-4CA6-881C-D123B1308EC8}">
      <dgm:prSet/>
      <dgm:spPr/>
    </dgm:pt>
    <dgm:pt modelId="{F17DC8BB-14FD-4F90-82A3-D7C7D9CAF659}" type="pres">
      <dgm:prSet presAssocID="{D36F64F1-5291-4A48-AA0B-4E7AD8760F88}" presName="Name0" presStyleCnt="0">
        <dgm:presLayoutVars>
          <dgm:dir/>
        </dgm:presLayoutVars>
      </dgm:prSet>
      <dgm:spPr/>
    </dgm:pt>
    <dgm:pt modelId="{992AA59D-2E0F-4F2F-BFC3-9E4F395D08EE}" type="pres">
      <dgm:prSet presAssocID="{6A1F6062-A615-4522-8FC2-73FFB6F3D5C5}" presName="withChildren" presStyleCnt="0"/>
      <dgm:spPr/>
    </dgm:pt>
    <dgm:pt modelId="{823C815D-9B64-4F72-A918-7CA79CF30B6F}" type="pres">
      <dgm:prSet presAssocID="{6A1F6062-A615-4522-8FC2-73FFB6F3D5C5}" presName="bigCircle" presStyleLbl="vennNode1" presStyleIdx="0" presStyleCnt="5"/>
      <dgm:spPr/>
    </dgm:pt>
    <dgm:pt modelId="{CD8CAC76-5AAB-46CA-AA33-A6A6A6EF4D66}" type="pres">
      <dgm:prSet presAssocID="{6A1F6062-A615-4522-8FC2-73FFB6F3D5C5}" presName="medCircle" presStyleLbl="vennNode1" presStyleIdx="1" presStyleCnt="5"/>
      <dgm:spPr/>
    </dgm:pt>
    <dgm:pt modelId="{65AB5C81-F639-40B6-B374-8D958B10DFC0}" type="pres">
      <dgm:prSet presAssocID="{6A1F6062-A615-4522-8FC2-73FFB6F3D5C5}" presName="txLvl1" presStyleLbl="revTx" presStyleIdx="0" presStyleCnt="5"/>
      <dgm:spPr/>
    </dgm:pt>
    <dgm:pt modelId="{5F9872C6-84FB-4EE5-99E7-22EE98DE4EBA}" type="pres">
      <dgm:prSet presAssocID="{6A1F6062-A615-4522-8FC2-73FFB6F3D5C5}" presName="lin" presStyleCnt="0"/>
      <dgm:spPr/>
    </dgm:pt>
    <dgm:pt modelId="{87B3EA2E-0E10-49B3-890E-A162328CF0F7}" type="pres">
      <dgm:prSet presAssocID="{F15BA79F-E857-4CF0-9A6B-661B9F2F5EE8}" presName="txLvl2" presStyleLbl="revTx" presStyleIdx="1" presStyleCnt="5"/>
      <dgm:spPr/>
    </dgm:pt>
    <dgm:pt modelId="{58C045A7-4A88-42A4-B9C3-33E5D7FA4084}" type="pres">
      <dgm:prSet presAssocID="{4CAEEB24-F4FB-48E8-901F-D21690A15A7B}" presName="noChildren" presStyleCnt="0"/>
      <dgm:spPr/>
    </dgm:pt>
    <dgm:pt modelId="{4FE9BF56-0FD1-4B1A-8ABB-86DEC178B51D}" type="pres">
      <dgm:prSet presAssocID="{4CAEEB24-F4FB-48E8-901F-D21690A15A7B}" presName="gap" presStyleCnt="0"/>
      <dgm:spPr/>
    </dgm:pt>
    <dgm:pt modelId="{A321D45E-8108-4E7E-8453-C0F4F3509A9E}" type="pres">
      <dgm:prSet presAssocID="{4CAEEB24-F4FB-48E8-901F-D21690A15A7B}" presName="medCircle2" presStyleLbl="vennNode1" presStyleIdx="2" presStyleCnt="5"/>
      <dgm:spPr/>
    </dgm:pt>
    <dgm:pt modelId="{DEB94ADA-9400-4AFD-B245-38B7704213E5}" type="pres">
      <dgm:prSet presAssocID="{4CAEEB24-F4FB-48E8-901F-D21690A15A7B}" presName="txLvlOnly1" presStyleLbl="revTx" presStyleIdx="2" presStyleCnt="5"/>
      <dgm:spPr/>
    </dgm:pt>
    <dgm:pt modelId="{63F420D1-8087-42CA-9832-3C581559CDAE}" type="pres">
      <dgm:prSet presAssocID="{633E5648-26E5-4ABE-A04A-28E3C58A8C18}" presName="withChildren" presStyleCnt="0"/>
      <dgm:spPr/>
    </dgm:pt>
    <dgm:pt modelId="{E4D5424F-F4B7-4DA5-B208-346023777330}" type="pres">
      <dgm:prSet presAssocID="{633E5648-26E5-4ABE-A04A-28E3C58A8C18}" presName="bigCircle" presStyleLbl="vennNode1" presStyleIdx="3" presStyleCnt="5"/>
      <dgm:spPr/>
    </dgm:pt>
    <dgm:pt modelId="{5D769F65-A2BF-4B6F-832D-8026A0C62AF0}" type="pres">
      <dgm:prSet presAssocID="{633E5648-26E5-4ABE-A04A-28E3C58A8C18}" presName="medCircle" presStyleLbl="vennNode1" presStyleIdx="4" presStyleCnt="5"/>
      <dgm:spPr/>
    </dgm:pt>
    <dgm:pt modelId="{A324A3EC-C066-44ED-AE28-24EC4E69626C}" type="pres">
      <dgm:prSet presAssocID="{633E5648-26E5-4ABE-A04A-28E3C58A8C18}" presName="txLvl1" presStyleLbl="revTx" presStyleIdx="3" presStyleCnt="5"/>
      <dgm:spPr/>
    </dgm:pt>
    <dgm:pt modelId="{4B397AC5-1846-4B57-82C2-3766D6F89CC9}" type="pres">
      <dgm:prSet presAssocID="{633E5648-26E5-4ABE-A04A-28E3C58A8C18}" presName="lin" presStyleCnt="0"/>
      <dgm:spPr/>
    </dgm:pt>
    <dgm:pt modelId="{35533643-546F-43AE-A087-64925DBC5C58}" type="pres">
      <dgm:prSet presAssocID="{D13E2E82-AC3A-46CE-ACDC-818089172B96}" presName="txLvl2" presStyleLbl="revTx" presStyleIdx="4" presStyleCnt="5"/>
      <dgm:spPr/>
    </dgm:pt>
  </dgm:ptLst>
  <dgm:cxnLst>
    <dgm:cxn modelId="{9766B701-EF16-48C2-AF35-E769AC89441C}" type="presOf" srcId="{F15BA79F-E857-4CF0-9A6B-661B9F2F5EE8}" destId="{87B3EA2E-0E10-49B3-890E-A162328CF0F7}" srcOrd="0" destOrd="0" presId="urn:microsoft.com/office/officeart/2008/layout/VerticalCircleList"/>
    <dgm:cxn modelId="{2473AD27-8ECB-4B8E-B424-7E36D8C71F19}" type="presOf" srcId="{D36F64F1-5291-4A48-AA0B-4E7AD8760F88}" destId="{F17DC8BB-14FD-4F90-82A3-D7C7D9CAF659}" srcOrd="0" destOrd="0" presId="urn:microsoft.com/office/officeart/2008/layout/VerticalCircleList"/>
    <dgm:cxn modelId="{878BC256-36DC-4916-8691-A5A1A00FC5B6}" srcId="{D36F64F1-5291-4A48-AA0B-4E7AD8760F88}" destId="{4CAEEB24-F4FB-48E8-901F-D21690A15A7B}" srcOrd="1" destOrd="0" parTransId="{138F6C62-769C-47B2-810C-963058C303C2}" sibTransId="{46DB0399-3148-41F5-A6CC-58AFE36831FD}"/>
    <dgm:cxn modelId="{214FB077-7AC7-4F0D-BCDC-E6806CDE9BF6}" type="presOf" srcId="{6A1F6062-A615-4522-8FC2-73FFB6F3D5C5}" destId="{65AB5C81-F639-40B6-B374-8D958B10DFC0}" srcOrd="0" destOrd="0" presId="urn:microsoft.com/office/officeart/2008/layout/VerticalCircleList"/>
    <dgm:cxn modelId="{EFD7AA81-11E2-4C00-B686-52940F7B1C49}" srcId="{6A1F6062-A615-4522-8FC2-73FFB6F3D5C5}" destId="{F15BA79F-E857-4CF0-9A6B-661B9F2F5EE8}" srcOrd="0" destOrd="0" parTransId="{8CA53335-17D8-41EE-8DF5-1288BB6E0DA2}" sibTransId="{CECF577B-B9E9-4C04-B059-66E3B0C34CAD}"/>
    <dgm:cxn modelId="{894A2C9A-A36B-4252-87E9-14C39F23A4CA}" srcId="{D36F64F1-5291-4A48-AA0B-4E7AD8760F88}" destId="{6A1F6062-A615-4522-8FC2-73FFB6F3D5C5}" srcOrd="0" destOrd="0" parTransId="{4EE84CD1-D239-4760-9B78-696B77194A2E}" sibTransId="{C0AAB9F0-ED5E-4150-B6C1-131B5CDA46EA}"/>
    <dgm:cxn modelId="{8994EAAE-B558-4909-A8DF-EC71B1132244}" type="presOf" srcId="{633E5648-26E5-4ABE-A04A-28E3C58A8C18}" destId="{A324A3EC-C066-44ED-AE28-24EC4E69626C}" srcOrd="0" destOrd="0" presId="urn:microsoft.com/office/officeart/2008/layout/VerticalCircleList"/>
    <dgm:cxn modelId="{7E4939B9-F4E7-4CA6-881C-D123B1308EC8}" srcId="{633E5648-26E5-4ABE-A04A-28E3C58A8C18}" destId="{D13E2E82-AC3A-46CE-ACDC-818089172B96}" srcOrd="0" destOrd="0" parTransId="{A2985833-9A94-4373-A839-1963880A15A4}" sibTransId="{D267F568-20E9-483D-9BAA-15CFE24D1D7A}"/>
    <dgm:cxn modelId="{DF4364CC-CFD8-48A1-94FA-181CD33405B0}" srcId="{D36F64F1-5291-4A48-AA0B-4E7AD8760F88}" destId="{633E5648-26E5-4ABE-A04A-28E3C58A8C18}" srcOrd="2" destOrd="0" parTransId="{974CFD57-7D4D-4933-B3BC-E88BEC1C20E9}" sibTransId="{85340922-922A-4623-A0E9-E2F17F162946}"/>
    <dgm:cxn modelId="{500E27E3-FBF8-49D3-88C1-633E4BF9F7B1}" type="presOf" srcId="{D13E2E82-AC3A-46CE-ACDC-818089172B96}" destId="{35533643-546F-43AE-A087-64925DBC5C58}" srcOrd="0" destOrd="0" presId="urn:microsoft.com/office/officeart/2008/layout/VerticalCircleList"/>
    <dgm:cxn modelId="{ECFF53F8-A96B-4964-8A0A-0C80266905E8}" type="presOf" srcId="{4CAEEB24-F4FB-48E8-901F-D21690A15A7B}" destId="{DEB94ADA-9400-4AFD-B245-38B7704213E5}" srcOrd="0" destOrd="0" presId="urn:microsoft.com/office/officeart/2008/layout/VerticalCircleList"/>
    <dgm:cxn modelId="{16512464-3AFB-4996-B4F0-BE6FB1FF1696}" type="presParOf" srcId="{F17DC8BB-14FD-4F90-82A3-D7C7D9CAF659}" destId="{992AA59D-2E0F-4F2F-BFC3-9E4F395D08EE}" srcOrd="0" destOrd="0" presId="urn:microsoft.com/office/officeart/2008/layout/VerticalCircleList"/>
    <dgm:cxn modelId="{34F48A81-D5B6-4136-A0FA-FC51698E122D}" type="presParOf" srcId="{992AA59D-2E0F-4F2F-BFC3-9E4F395D08EE}" destId="{823C815D-9B64-4F72-A918-7CA79CF30B6F}" srcOrd="0" destOrd="0" presId="urn:microsoft.com/office/officeart/2008/layout/VerticalCircleList"/>
    <dgm:cxn modelId="{2F346AD8-F39D-4501-913B-D1F1860D9810}" type="presParOf" srcId="{992AA59D-2E0F-4F2F-BFC3-9E4F395D08EE}" destId="{CD8CAC76-5AAB-46CA-AA33-A6A6A6EF4D66}" srcOrd="1" destOrd="0" presId="urn:microsoft.com/office/officeart/2008/layout/VerticalCircleList"/>
    <dgm:cxn modelId="{818B6A0D-AE35-41B5-9E03-484F3843F6E0}" type="presParOf" srcId="{992AA59D-2E0F-4F2F-BFC3-9E4F395D08EE}" destId="{65AB5C81-F639-40B6-B374-8D958B10DFC0}" srcOrd="2" destOrd="0" presId="urn:microsoft.com/office/officeart/2008/layout/VerticalCircleList"/>
    <dgm:cxn modelId="{A75B2F9D-A3CC-46DD-8C58-F1AB277B286B}" type="presParOf" srcId="{992AA59D-2E0F-4F2F-BFC3-9E4F395D08EE}" destId="{5F9872C6-84FB-4EE5-99E7-22EE98DE4EBA}" srcOrd="3" destOrd="0" presId="urn:microsoft.com/office/officeart/2008/layout/VerticalCircleList"/>
    <dgm:cxn modelId="{DA13BF2F-93F7-41B4-81FD-F9115B3AD632}" type="presParOf" srcId="{5F9872C6-84FB-4EE5-99E7-22EE98DE4EBA}" destId="{87B3EA2E-0E10-49B3-890E-A162328CF0F7}" srcOrd="0" destOrd="0" presId="urn:microsoft.com/office/officeart/2008/layout/VerticalCircleList"/>
    <dgm:cxn modelId="{6300FD28-FD30-4BFA-B92D-B4009BEACB6F}" type="presParOf" srcId="{F17DC8BB-14FD-4F90-82A3-D7C7D9CAF659}" destId="{58C045A7-4A88-42A4-B9C3-33E5D7FA4084}" srcOrd="1" destOrd="0" presId="urn:microsoft.com/office/officeart/2008/layout/VerticalCircleList"/>
    <dgm:cxn modelId="{F9E2C22C-F8F7-42B9-B77B-9ABEDE3D8689}" type="presParOf" srcId="{58C045A7-4A88-42A4-B9C3-33E5D7FA4084}" destId="{4FE9BF56-0FD1-4B1A-8ABB-86DEC178B51D}" srcOrd="0" destOrd="0" presId="urn:microsoft.com/office/officeart/2008/layout/VerticalCircleList"/>
    <dgm:cxn modelId="{4CD5EC0D-CC74-4052-810B-C80A5D37FD5D}" type="presParOf" srcId="{58C045A7-4A88-42A4-B9C3-33E5D7FA4084}" destId="{A321D45E-8108-4E7E-8453-C0F4F3509A9E}" srcOrd="1" destOrd="0" presId="urn:microsoft.com/office/officeart/2008/layout/VerticalCircleList"/>
    <dgm:cxn modelId="{10DD4146-371E-4138-AF25-776962C419A7}" type="presParOf" srcId="{58C045A7-4A88-42A4-B9C3-33E5D7FA4084}" destId="{DEB94ADA-9400-4AFD-B245-38B7704213E5}" srcOrd="2" destOrd="0" presId="urn:microsoft.com/office/officeart/2008/layout/VerticalCircleList"/>
    <dgm:cxn modelId="{640805E6-A78B-4B80-AFB1-FFBF7F1BCE33}" type="presParOf" srcId="{F17DC8BB-14FD-4F90-82A3-D7C7D9CAF659}" destId="{63F420D1-8087-42CA-9832-3C581559CDAE}" srcOrd="2" destOrd="0" presId="urn:microsoft.com/office/officeart/2008/layout/VerticalCircleList"/>
    <dgm:cxn modelId="{77E9C3B0-3512-4D90-95B7-A4EDD486496C}" type="presParOf" srcId="{63F420D1-8087-42CA-9832-3C581559CDAE}" destId="{E4D5424F-F4B7-4DA5-B208-346023777330}" srcOrd="0" destOrd="0" presId="urn:microsoft.com/office/officeart/2008/layout/VerticalCircleList"/>
    <dgm:cxn modelId="{A85F0525-ADA3-4FE7-B007-C7C0CD2BAD64}" type="presParOf" srcId="{63F420D1-8087-42CA-9832-3C581559CDAE}" destId="{5D769F65-A2BF-4B6F-832D-8026A0C62AF0}" srcOrd="1" destOrd="0" presId="urn:microsoft.com/office/officeart/2008/layout/VerticalCircleList"/>
    <dgm:cxn modelId="{804B32AD-572F-44F6-9B07-74C0A459BB50}" type="presParOf" srcId="{63F420D1-8087-42CA-9832-3C581559CDAE}" destId="{A324A3EC-C066-44ED-AE28-24EC4E69626C}" srcOrd="2" destOrd="0" presId="urn:microsoft.com/office/officeart/2008/layout/VerticalCircleList"/>
    <dgm:cxn modelId="{AB2EFDCD-DA35-4AAD-AB60-425022202444}" type="presParOf" srcId="{63F420D1-8087-42CA-9832-3C581559CDAE}" destId="{4B397AC5-1846-4B57-82C2-3766D6F89CC9}" srcOrd="3" destOrd="0" presId="urn:microsoft.com/office/officeart/2008/layout/VerticalCircleList"/>
    <dgm:cxn modelId="{7BD93B9C-088F-4F5A-90FC-92C905E6E130}" type="presParOf" srcId="{4B397AC5-1846-4B57-82C2-3766D6F89CC9}" destId="{35533643-546F-43AE-A087-64925DBC5C58}" srcOrd="0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C815D-9B64-4F72-A918-7CA79CF30B6F}">
      <dsp:nvSpPr>
        <dsp:cNvPr id="0" name=""/>
        <dsp:cNvSpPr/>
      </dsp:nvSpPr>
      <dsp:spPr>
        <a:xfrm>
          <a:off x="2847733" y="3502"/>
          <a:ext cx="2326616" cy="23266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D8CAC76-5AAB-46CA-AA33-A6A6A6EF4D66}">
      <dsp:nvSpPr>
        <dsp:cNvPr id="0" name=""/>
        <dsp:cNvSpPr/>
      </dsp:nvSpPr>
      <dsp:spPr>
        <a:xfrm>
          <a:off x="2957793" y="101219"/>
          <a:ext cx="418790" cy="41879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5AB5C81-F639-40B6-B374-8D958B10DFC0}">
      <dsp:nvSpPr>
        <dsp:cNvPr id="0" name=""/>
        <dsp:cNvSpPr/>
      </dsp:nvSpPr>
      <dsp:spPr>
        <a:xfrm>
          <a:off x="3167188" y="101219"/>
          <a:ext cx="2240078" cy="418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4130" rIns="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One</a:t>
          </a:r>
        </a:p>
      </dsp:txBody>
      <dsp:txXfrm>
        <a:off x="3167188" y="101219"/>
        <a:ext cx="2240078" cy="418790"/>
      </dsp:txXfrm>
    </dsp:sp>
    <dsp:sp modelId="{87B3EA2E-0E10-49B3-890E-A162328CF0F7}">
      <dsp:nvSpPr>
        <dsp:cNvPr id="0" name=""/>
        <dsp:cNvSpPr/>
      </dsp:nvSpPr>
      <dsp:spPr>
        <a:xfrm>
          <a:off x="3167188" y="520010"/>
          <a:ext cx="2240078" cy="485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Two has a longer label</a:t>
          </a:r>
        </a:p>
      </dsp:txBody>
      <dsp:txXfrm>
        <a:off x="3167188" y="520010"/>
        <a:ext cx="2240078" cy="485656"/>
      </dsp:txXfrm>
    </dsp:sp>
    <dsp:sp modelId="{A321D45E-8108-4E7E-8453-C0F4F3509A9E}">
      <dsp:nvSpPr>
        <dsp:cNvPr id="0" name=""/>
        <dsp:cNvSpPr/>
      </dsp:nvSpPr>
      <dsp:spPr>
        <a:xfrm>
          <a:off x="2957793" y="2330118"/>
          <a:ext cx="419763" cy="4197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EB94ADA-9400-4AFD-B245-38B7704213E5}">
      <dsp:nvSpPr>
        <dsp:cNvPr id="0" name=""/>
        <dsp:cNvSpPr/>
      </dsp:nvSpPr>
      <dsp:spPr>
        <a:xfrm>
          <a:off x="3167674" y="2330118"/>
          <a:ext cx="2239591" cy="419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4130" rIns="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Three</a:t>
          </a:r>
        </a:p>
      </dsp:txBody>
      <dsp:txXfrm>
        <a:off x="3167674" y="2330118"/>
        <a:ext cx="2239591" cy="419763"/>
      </dsp:txXfrm>
    </dsp:sp>
    <dsp:sp modelId="{E4D5424F-F4B7-4DA5-B208-346023777330}">
      <dsp:nvSpPr>
        <dsp:cNvPr id="0" name=""/>
        <dsp:cNvSpPr/>
      </dsp:nvSpPr>
      <dsp:spPr>
        <a:xfrm>
          <a:off x="2847733" y="2749881"/>
          <a:ext cx="2326616" cy="232661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D769F65-A2BF-4B6F-832D-8026A0C62AF0}">
      <dsp:nvSpPr>
        <dsp:cNvPr id="0" name=""/>
        <dsp:cNvSpPr/>
      </dsp:nvSpPr>
      <dsp:spPr>
        <a:xfrm>
          <a:off x="2957793" y="2847599"/>
          <a:ext cx="418790" cy="41879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324A3EC-C066-44ED-AE28-24EC4E69626C}">
      <dsp:nvSpPr>
        <dsp:cNvPr id="0" name=""/>
        <dsp:cNvSpPr/>
      </dsp:nvSpPr>
      <dsp:spPr>
        <a:xfrm>
          <a:off x="3167188" y="2847599"/>
          <a:ext cx="2240078" cy="418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4130" rIns="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Four</a:t>
          </a:r>
        </a:p>
      </dsp:txBody>
      <dsp:txXfrm>
        <a:off x="3167188" y="2847599"/>
        <a:ext cx="2240078" cy="418790"/>
      </dsp:txXfrm>
    </dsp:sp>
    <dsp:sp modelId="{35533643-546F-43AE-A087-64925DBC5C58}">
      <dsp:nvSpPr>
        <dsp:cNvPr id="0" name=""/>
        <dsp:cNvSpPr/>
      </dsp:nvSpPr>
      <dsp:spPr>
        <a:xfrm>
          <a:off x="3167188" y="3266390"/>
          <a:ext cx="2240078" cy="250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Five</a:t>
          </a:r>
        </a:p>
      </dsp:txBody>
      <dsp:txXfrm>
        <a:off x="3167188" y="3266390"/>
        <a:ext cx="2240078" cy="250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F5CE-78CC-78B9-EFDF-1ACC827EF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81772-D190-204E-9F5A-2E555D35A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3DC94-B8D0-0804-F9B5-89C33FF4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1D180-0E9C-D6D7-58E8-41222410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BE553-716E-D20F-FBFC-F17808EC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8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3046-87DA-4F7A-3859-E963EB85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07506-DE24-FC67-3F37-9F6315910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8C2B7-B3BD-B6C2-A9E7-BF6FEC73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6B71E-C9E5-A4E2-5247-F30A4760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0AF0-2A60-455B-AE87-2BA2B35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68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9B65-214F-7853-56B9-375E4065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C8A83-2A4B-FC97-BEED-8F153124A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7EC84-C2D3-B44A-AB99-D118842AB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DA4A3-ED58-9EC8-386E-C7186924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BE4B6-8E59-A2A3-4604-6AF10E2C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5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D352-FF8A-D71B-0ADE-FFD24FDE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39779-ADFF-B3DF-3AC5-C1636FF5C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58879-DC5B-0E24-F6A6-9A26A753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140B8-991F-95ED-4CCC-EDB82D06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45E02-25AB-14A7-C095-69ECF1CA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64EFF-3E4D-0C58-B26E-EDB09F57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1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F93A-4C00-8223-124E-D96907D8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7F649-DEC9-D0D3-2F77-C7D435678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93B29-E464-1988-00E6-7806FB530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B2A27-18EF-CB16-FF23-65A101A3C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98CCE-7CCC-DC77-E650-5C5279C3C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8C2BB-C69F-4931-3B85-08BE502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5FB48-BE79-57A8-CEE7-B0184A3E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01EBF-8408-1DCB-A4C0-303939F5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6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49BA-A93D-BD39-20EA-BF740891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6506A8-0B23-EC3C-6717-227BC15D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DC393-1E22-2678-C3AC-476C6E4E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9CF3C-55EA-A1F7-C237-C2EEF2DD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5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10CDE-0E95-1662-98ED-72AE31C0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E6F19-470E-4CFC-11D9-3FA5A2A2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32A8-DFEC-0A20-B7F4-8B9AE2BD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0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B6AB-DE8B-B1A1-D791-A6E9F476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789E2-0B7E-F6E5-6F45-CC436A1D4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838AB-C552-65BC-8F22-06835AD96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A6619-C1EF-CF0F-4A64-99D2C753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6F784-E15C-E3B3-A806-1CA5BEDE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FD849-9255-2D18-5460-2FFB98A1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1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7ABA-8A39-C4C6-E1D8-96473E32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AA3FB-9D86-7EA4-7AA8-786135A97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585B9-87E8-C1FD-1E03-FE87318FC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C9C89-9AEB-51F5-9F4B-C513DE63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A8031-4F86-51A9-F92B-C7C23988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B2B83-7D35-458A-9C2C-DA1881E8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37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98B4-32B8-90E2-EE8E-6545A1C8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B2B37-5BFE-4E73-4683-7199512DE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E1CDE-3EBA-8A09-5E52-C3D1402C1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D802-358B-0EB2-079A-C84133B6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47743-9C3B-A285-CB9D-BBF77C2D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4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F30455-02A7-CEEA-74FA-E0D3AB191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E2EB2-B645-13A9-C187-D36657220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C0F4-46E6-49AB-1680-B930BCA3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A9364-A34F-0C29-055B-1373A314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7698-4DC6-453F-C96A-0A640494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5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6AEF6-B5F4-7F85-4765-6065B5FE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945EF-DDDB-31BB-B3CA-7AEB63F3C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C874A-B679-B8D0-EB1F-A4E984E81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0BA24-3A6C-49FB-8DDF-F05ED91650C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F4267-4CA0-6361-AD98-BAE860385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79EB3-3AD0-26C6-DC34-7C4E6620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C11F7-457E-41BF-A0BD-F34ADD84A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2B991E-26BE-D7D7-5F6C-0453647C20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36744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590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2026-09-06T08:13:11Z</dcterms:created>
  <dcterms:modified xsi:type="dcterms:W3CDTF">2026-09-06T08:13:11Z</dcterms:modified>
</cp:coreProperties>
</file>