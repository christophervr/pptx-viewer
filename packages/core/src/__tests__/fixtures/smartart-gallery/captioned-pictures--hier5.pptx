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FF52DE-B018-42A3-80E6-90D566A0883E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B805FA-BD62-468C-80B4-5192ACE8ACE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DE682CFF-8D6F-4462-A2CE-18AB638164CA}" type="parTrans" cxnId="{F4FAF87E-546F-4D38-B729-211744415FBD}">
      <dgm:prSet/>
      <dgm:spPr/>
    </dgm:pt>
    <dgm:pt modelId="{E47F04F5-B61D-4F54-9A51-C980E4D8D385}" type="sibTrans" cxnId="{F4FAF87E-546F-4D38-B729-211744415FBD}">
      <dgm:prSet/>
      <dgm:spPr/>
    </dgm:pt>
    <dgm:pt modelId="{6E03B19A-DE33-4256-98EA-8B804C7774D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1E48293-DD2E-42A2-BE9B-E486C6A44D83}" type="parTrans" cxnId="{B0280E51-3D38-4E06-ABE4-D9944889D132}">
      <dgm:prSet/>
      <dgm:spPr/>
    </dgm:pt>
    <dgm:pt modelId="{81C7EC58-5731-43E3-86FF-8F043D847B3D}" type="sibTrans" cxnId="{B0280E51-3D38-4E06-ABE4-D9944889D132}">
      <dgm:prSet/>
      <dgm:spPr/>
    </dgm:pt>
    <dgm:pt modelId="{50297050-978B-49DC-96C0-B4316A1A2220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E04A25B-A698-4850-B8BF-6C75EBFC6113}" type="parTrans" cxnId="{4F9C469B-6ADA-42F3-AC7E-F7A8FF462BEE}">
      <dgm:prSet/>
      <dgm:spPr/>
    </dgm:pt>
    <dgm:pt modelId="{F415CD2F-9659-4147-9353-F10C3C4B6E02}" type="sibTrans" cxnId="{4F9C469B-6ADA-42F3-AC7E-F7A8FF462BEE}">
      <dgm:prSet/>
      <dgm:spPr/>
    </dgm:pt>
    <dgm:pt modelId="{FDF561A9-A4B8-4894-97AC-9835F8E57D68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D9A6A388-4C04-4AB4-B6F9-69528CBFFEE8}" type="parTrans" cxnId="{79280861-04AD-4A1F-9A42-D8CFDB18B983}">
      <dgm:prSet/>
      <dgm:spPr/>
    </dgm:pt>
    <dgm:pt modelId="{85BE067F-1FE9-49F6-B35E-DB3571BDAF92}" type="sibTrans" cxnId="{79280861-04AD-4A1F-9A42-D8CFDB18B983}">
      <dgm:prSet/>
      <dgm:spPr/>
    </dgm:pt>
    <dgm:pt modelId="{1769CB0C-60A9-4388-B5DC-58946804FD4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23C0651-E293-467F-8322-2E88B4437AC2}" type="parTrans" cxnId="{627A23EA-A59B-4149-964A-42959055CD94}">
      <dgm:prSet/>
      <dgm:spPr/>
    </dgm:pt>
    <dgm:pt modelId="{030782B2-721B-4DCE-858B-443F32FEBB6A}" type="sibTrans" cxnId="{627A23EA-A59B-4149-964A-42959055CD94}">
      <dgm:prSet/>
      <dgm:spPr/>
    </dgm:pt>
    <dgm:pt modelId="{E36037FC-D183-437B-8D97-DCA0CDBDE0F8}" type="pres">
      <dgm:prSet presAssocID="{50FF52DE-B018-42A3-80E6-90D566A0883E}" presName="Name0" presStyleCnt="0">
        <dgm:presLayoutVars>
          <dgm:chMax/>
          <dgm:chPref/>
          <dgm:dir/>
        </dgm:presLayoutVars>
      </dgm:prSet>
      <dgm:spPr/>
    </dgm:pt>
    <dgm:pt modelId="{97B0AA43-F3F3-4B3E-A008-4899FD08A46C}" type="pres">
      <dgm:prSet presAssocID="{CAB805FA-BD62-468C-80B4-5192ACE8ACE8}" presName="composite" presStyleCnt="0">
        <dgm:presLayoutVars>
          <dgm:chMax val="1"/>
          <dgm:chPref val="1"/>
        </dgm:presLayoutVars>
      </dgm:prSet>
      <dgm:spPr/>
    </dgm:pt>
    <dgm:pt modelId="{E1A7B789-5020-47C3-B37A-F92BD0259652}" type="pres">
      <dgm:prSet presAssocID="{CAB805FA-BD62-468C-80B4-5192ACE8ACE8}" presName="Accent" presStyleLbl="trAlignAcc1" presStyleIdx="0" presStyleCnt="3">
        <dgm:presLayoutVars>
          <dgm:chMax val="0"/>
          <dgm:chPref val="0"/>
        </dgm:presLayoutVars>
      </dgm:prSet>
      <dgm:spPr/>
    </dgm:pt>
    <dgm:pt modelId="{0D70BF36-A30C-4B36-814A-8233B0B0CC28}" type="pres">
      <dgm:prSet presAssocID="{CAB805FA-BD62-468C-80B4-5192ACE8ACE8}" presName="Image" presStyleLbl="alignImgPlace1" presStyleIdx="0" presStyleCnt="3">
        <dgm:presLayoutVars>
          <dgm:chMax val="0"/>
          <dgm:chPref val="0"/>
        </dgm:presLayoutVars>
      </dgm:prSet>
      <dgm:spPr/>
    </dgm:pt>
    <dgm:pt modelId="{55D4A529-8EF3-459D-9FF2-386233603649}" type="pres">
      <dgm:prSet presAssocID="{CAB805FA-BD62-468C-80B4-5192ACE8ACE8}" presName="ChildComposite" presStyleCnt="0"/>
      <dgm:spPr/>
    </dgm:pt>
    <dgm:pt modelId="{6D9C0280-27A6-4324-8DCA-2813709A0F41}" type="pres">
      <dgm:prSet presAssocID="{CAB805FA-BD62-468C-80B4-5192ACE8ACE8}" presName="Child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EF0DB7F-9A3B-482F-8553-01C17680E3B5}" type="pres">
      <dgm:prSet presAssocID="{CAB805FA-BD62-468C-80B4-5192ACE8ACE8}" presName="Parent" presStyleLbl="revTx" presStyleIdx="0" presStyleCnt="3">
        <dgm:presLayoutVars>
          <dgm:chMax val="1"/>
          <dgm:chPref val="0"/>
          <dgm:bulletEnabled val="1"/>
        </dgm:presLayoutVars>
      </dgm:prSet>
      <dgm:spPr/>
    </dgm:pt>
    <dgm:pt modelId="{B110C005-2B18-45A2-A031-E77C12A6B0B6}" type="pres">
      <dgm:prSet presAssocID="{E47F04F5-B61D-4F54-9A51-C980E4D8D385}" presName="sibTrans" presStyleCnt="0"/>
      <dgm:spPr/>
    </dgm:pt>
    <dgm:pt modelId="{214FA726-4923-446F-B557-C5FC9D6DD64A}" type="pres">
      <dgm:prSet presAssocID="{50297050-978B-49DC-96C0-B4316A1A2220}" presName="composite" presStyleCnt="0">
        <dgm:presLayoutVars>
          <dgm:chMax val="1"/>
          <dgm:chPref val="1"/>
        </dgm:presLayoutVars>
      </dgm:prSet>
      <dgm:spPr/>
    </dgm:pt>
    <dgm:pt modelId="{A79CEA53-43F9-4B96-8633-4202F1D68714}" type="pres">
      <dgm:prSet presAssocID="{50297050-978B-49DC-96C0-B4316A1A2220}" presName="Accent" presStyleLbl="trAlignAcc1" presStyleIdx="1" presStyleCnt="3">
        <dgm:presLayoutVars>
          <dgm:chMax val="0"/>
          <dgm:chPref val="0"/>
        </dgm:presLayoutVars>
      </dgm:prSet>
      <dgm:spPr/>
    </dgm:pt>
    <dgm:pt modelId="{3D7FAD02-B2D6-4DF1-B404-912DAB0AF4A1}" type="pres">
      <dgm:prSet presAssocID="{50297050-978B-49DC-96C0-B4316A1A2220}" presName="Image" presStyleLbl="alignImgPlace1" presStyleIdx="1" presStyleCnt="3">
        <dgm:presLayoutVars>
          <dgm:chMax val="0"/>
          <dgm:chPref val="0"/>
        </dgm:presLayoutVars>
      </dgm:prSet>
      <dgm:spPr/>
    </dgm:pt>
    <dgm:pt modelId="{D4692ADF-2266-4278-96B1-91A4835321E2}" type="pres">
      <dgm:prSet presAssocID="{50297050-978B-49DC-96C0-B4316A1A2220}" presName="ChildComposite" presStyleCnt="0"/>
      <dgm:spPr/>
    </dgm:pt>
    <dgm:pt modelId="{8C993E48-42F0-4C72-AEDD-AF75708CEB04}" type="pres">
      <dgm:prSet presAssocID="{50297050-978B-49DC-96C0-B4316A1A2220}" presName="Child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9A476CC-04B8-4721-BF02-669F120AC0EA}" type="pres">
      <dgm:prSet presAssocID="{50297050-978B-49DC-96C0-B4316A1A2220}" presName="Parent" presStyleLbl="revTx" presStyleIdx="1" presStyleCnt="3">
        <dgm:presLayoutVars>
          <dgm:chMax val="1"/>
          <dgm:chPref val="0"/>
          <dgm:bulletEnabled val="1"/>
        </dgm:presLayoutVars>
      </dgm:prSet>
      <dgm:spPr/>
    </dgm:pt>
    <dgm:pt modelId="{25EA6D9D-4278-4E27-999B-0C2ACA5F2F84}" type="pres">
      <dgm:prSet presAssocID="{F415CD2F-9659-4147-9353-F10C3C4B6E02}" presName="sibTrans" presStyleCnt="0"/>
      <dgm:spPr/>
    </dgm:pt>
    <dgm:pt modelId="{F28206BD-25B1-4668-9C03-719F83682353}" type="pres">
      <dgm:prSet presAssocID="{FDF561A9-A4B8-4894-97AC-9835F8E57D68}" presName="composite" presStyleCnt="0">
        <dgm:presLayoutVars>
          <dgm:chMax val="1"/>
          <dgm:chPref val="1"/>
        </dgm:presLayoutVars>
      </dgm:prSet>
      <dgm:spPr/>
    </dgm:pt>
    <dgm:pt modelId="{C5024F78-4FC1-4EDB-A650-DBCB4375D92A}" type="pres">
      <dgm:prSet presAssocID="{FDF561A9-A4B8-4894-97AC-9835F8E57D68}" presName="Accent" presStyleLbl="trAlignAcc1" presStyleIdx="2" presStyleCnt="3">
        <dgm:presLayoutVars>
          <dgm:chMax val="0"/>
          <dgm:chPref val="0"/>
        </dgm:presLayoutVars>
      </dgm:prSet>
      <dgm:spPr/>
    </dgm:pt>
    <dgm:pt modelId="{2076ED44-0FFC-4BCE-A7AD-E30EC841C4B5}" type="pres">
      <dgm:prSet presAssocID="{FDF561A9-A4B8-4894-97AC-9835F8E57D68}" presName="Image" presStyleLbl="alignImgPlace1" presStyleIdx="2" presStyleCnt="3">
        <dgm:presLayoutVars>
          <dgm:chMax val="0"/>
          <dgm:chPref val="0"/>
        </dgm:presLayoutVars>
      </dgm:prSet>
      <dgm:spPr/>
    </dgm:pt>
    <dgm:pt modelId="{89B7A700-8B89-447B-952B-EF2286CC6594}" type="pres">
      <dgm:prSet presAssocID="{FDF561A9-A4B8-4894-97AC-9835F8E57D68}" presName="ChildComposite" presStyleCnt="0"/>
      <dgm:spPr/>
    </dgm:pt>
    <dgm:pt modelId="{EBC81851-6551-4542-BB76-801627268707}" type="pres">
      <dgm:prSet presAssocID="{FDF561A9-A4B8-4894-97AC-9835F8E57D68}" presName="Child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76BFB559-C2E1-48F1-8464-FFDC331B9692}" type="pres">
      <dgm:prSet presAssocID="{FDF561A9-A4B8-4894-97AC-9835F8E57D68}" presName="Parent" presStyleLbl="revTx" presStyleIdx="2" presStyleCnt="3">
        <dgm:presLayoutVars>
          <dgm:chMax val="1"/>
          <dgm:chPref val="0"/>
          <dgm:bulletEnabled val="1"/>
        </dgm:presLayoutVars>
      </dgm:prSet>
      <dgm:spPr/>
    </dgm:pt>
  </dgm:ptLst>
  <dgm:cxnLst>
    <dgm:cxn modelId="{AA688217-78F3-4745-9981-AC44FDCA9F36}" type="presOf" srcId="{1769CB0C-60A9-4388-B5DC-58946804FD48}" destId="{EBC81851-6551-4542-BB76-801627268707}" srcOrd="0" destOrd="0" presId="urn:microsoft.com/office/officeart/2008/layout/CaptionedPictures"/>
    <dgm:cxn modelId="{0332DA2D-07B5-441C-BF82-012FDC085265}" type="presOf" srcId="{FDF561A9-A4B8-4894-97AC-9835F8E57D68}" destId="{76BFB559-C2E1-48F1-8464-FFDC331B9692}" srcOrd="0" destOrd="0" presId="urn:microsoft.com/office/officeart/2008/layout/CaptionedPictures"/>
    <dgm:cxn modelId="{79280861-04AD-4A1F-9A42-D8CFDB18B983}" srcId="{50FF52DE-B018-42A3-80E6-90D566A0883E}" destId="{FDF561A9-A4B8-4894-97AC-9835F8E57D68}" srcOrd="2" destOrd="0" parTransId="{D9A6A388-4C04-4AB4-B6F9-69528CBFFEE8}" sibTransId="{85BE067F-1FE9-49F6-B35E-DB3571BDAF92}"/>
    <dgm:cxn modelId="{B0280E51-3D38-4E06-ABE4-D9944889D132}" srcId="{CAB805FA-BD62-468C-80B4-5192ACE8ACE8}" destId="{6E03B19A-DE33-4256-98EA-8B804C7774DB}" srcOrd="0" destOrd="0" parTransId="{11E48293-DD2E-42A2-BE9B-E486C6A44D83}" sibTransId="{81C7EC58-5731-43E3-86FF-8F043D847B3D}"/>
    <dgm:cxn modelId="{4E85337A-D271-4545-819B-3A6A3BA01F89}" type="presOf" srcId="{6E03B19A-DE33-4256-98EA-8B804C7774DB}" destId="{6D9C0280-27A6-4324-8DCA-2813709A0F41}" srcOrd="0" destOrd="0" presId="urn:microsoft.com/office/officeart/2008/layout/CaptionedPictures"/>
    <dgm:cxn modelId="{F4FAF87E-546F-4D38-B729-211744415FBD}" srcId="{50FF52DE-B018-42A3-80E6-90D566A0883E}" destId="{CAB805FA-BD62-468C-80B4-5192ACE8ACE8}" srcOrd="0" destOrd="0" parTransId="{DE682CFF-8D6F-4462-A2CE-18AB638164CA}" sibTransId="{E47F04F5-B61D-4F54-9A51-C980E4D8D385}"/>
    <dgm:cxn modelId="{4F9C469B-6ADA-42F3-AC7E-F7A8FF462BEE}" srcId="{50FF52DE-B018-42A3-80E6-90D566A0883E}" destId="{50297050-978B-49DC-96C0-B4316A1A2220}" srcOrd="1" destOrd="0" parTransId="{1E04A25B-A698-4850-B8BF-6C75EBFC6113}" sibTransId="{F415CD2F-9659-4147-9353-F10C3C4B6E02}"/>
    <dgm:cxn modelId="{74BB01A4-0080-43E8-AC2C-FCA14E94F554}" type="presOf" srcId="{50297050-978B-49DC-96C0-B4316A1A2220}" destId="{49A476CC-04B8-4721-BF02-669F120AC0EA}" srcOrd="0" destOrd="0" presId="urn:microsoft.com/office/officeart/2008/layout/CaptionedPictures"/>
    <dgm:cxn modelId="{F30C82D6-31C1-40AC-860C-9E490DE09EA0}" type="presOf" srcId="{CAB805FA-BD62-468C-80B4-5192ACE8ACE8}" destId="{FEF0DB7F-9A3B-482F-8553-01C17680E3B5}" srcOrd="0" destOrd="0" presId="urn:microsoft.com/office/officeart/2008/layout/CaptionedPictures"/>
    <dgm:cxn modelId="{627A23EA-A59B-4149-964A-42959055CD94}" srcId="{FDF561A9-A4B8-4894-97AC-9835F8E57D68}" destId="{1769CB0C-60A9-4388-B5DC-58946804FD48}" srcOrd="0" destOrd="0" parTransId="{D23C0651-E293-467F-8322-2E88B4437AC2}" sibTransId="{030782B2-721B-4DCE-858B-443F32FEBB6A}"/>
    <dgm:cxn modelId="{950826FC-CCC8-4002-8B48-5B8D411D9411}" type="presOf" srcId="{50FF52DE-B018-42A3-80E6-90D566A0883E}" destId="{E36037FC-D183-437B-8D97-DCA0CDBDE0F8}" srcOrd="0" destOrd="0" presId="urn:microsoft.com/office/officeart/2008/layout/CaptionedPictures"/>
    <dgm:cxn modelId="{06AEBEE9-8F57-43E5-8D75-A37A6EBF0515}" type="presParOf" srcId="{E36037FC-D183-437B-8D97-DCA0CDBDE0F8}" destId="{97B0AA43-F3F3-4B3E-A008-4899FD08A46C}" srcOrd="0" destOrd="0" presId="urn:microsoft.com/office/officeart/2008/layout/CaptionedPictures"/>
    <dgm:cxn modelId="{04A9646D-46C2-4BAD-9C14-F5ABC6DB7B76}" type="presParOf" srcId="{97B0AA43-F3F3-4B3E-A008-4899FD08A46C}" destId="{E1A7B789-5020-47C3-B37A-F92BD0259652}" srcOrd="0" destOrd="0" presId="urn:microsoft.com/office/officeart/2008/layout/CaptionedPictures"/>
    <dgm:cxn modelId="{6AE10283-30B6-4787-971F-9D81EC0E7E0D}" type="presParOf" srcId="{97B0AA43-F3F3-4B3E-A008-4899FD08A46C}" destId="{0D70BF36-A30C-4B36-814A-8233B0B0CC28}" srcOrd="1" destOrd="0" presId="urn:microsoft.com/office/officeart/2008/layout/CaptionedPictures"/>
    <dgm:cxn modelId="{F57C91A9-0BC5-4F91-B133-647FE1AB8A73}" type="presParOf" srcId="{97B0AA43-F3F3-4B3E-A008-4899FD08A46C}" destId="{55D4A529-8EF3-459D-9FF2-386233603649}" srcOrd="2" destOrd="0" presId="urn:microsoft.com/office/officeart/2008/layout/CaptionedPictures"/>
    <dgm:cxn modelId="{5C92BC07-D111-4324-BA01-D69F501F2E50}" type="presParOf" srcId="{55D4A529-8EF3-459D-9FF2-386233603649}" destId="{6D9C0280-27A6-4324-8DCA-2813709A0F41}" srcOrd="0" destOrd="0" presId="urn:microsoft.com/office/officeart/2008/layout/CaptionedPictures"/>
    <dgm:cxn modelId="{F92A9CE3-F019-4464-AA6D-87A8ECA12EB6}" type="presParOf" srcId="{55D4A529-8EF3-459D-9FF2-386233603649}" destId="{FEF0DB7F-9A3B-482F-8553-01C17680E3B5}" srcOrd="1" destOrd="0" presId="urn:microsoft.com/office/officeart/2008/layout/CaptionedPictures"/>
    <dgm:cxn modelId="{ED46E361-D00B-4D0A-9F8E-FF58E90F9257}" type="presParOf" srcId="{E36037FC-D183-437B-8D97-DCA0CDBDE0F8}" destId="{B110C005-2B18-45A2-A031-E77C12A6B0B6}" srcOrd="1" destOrd="0" presId="urn:microsoft.com/office/officeart/2008/layout/CaptionedPictures"/>
    <dgm:cxn modelId="{CE2361BA-5B44-4ED6-8DE8-13B1730044BE}" type="presParOf" srcId="{E36037FC-D183-437B-8D97-DCA0CDBDE0F8}" destId="{214FA726-4923-446F-B557-C5FC9D6DD64A}" srcOrd="2" destOrd="0" presId="urn:microsoft.com/office/officeart/2008/layout/CaptionedPictures"/>
    <dgm:cxn modelId="{30011574-9140-4E9E-B6C3-B4644D0B46D1}" type="presParOf" srcId="{214FA726-4923-446F-B557-C5FC9D6DD64A}" destId="{A79CEA53-43F9-4B96-8633-4202F1D68714}" srcOrd="0" destOrd="0" presId="urn:microsoft.com/office/officeart/2008/layout/CaptionedPictures"/>
    <dgm:cxn modelId="{F9BD874B-6022-48D4-926B-CB26B1A1BA76}" type="presParOf" srcId="{214FA726-4923-446F-B557-C5FC9D6DD64A}" destId="{3D7FAD02-B2D6-4DF1-B404-912DAB0AF4A1}" srcOrd="1" destOrd="0" presId="urn:microsoft.com/office/officeart/2008/layout/CaptionedPictures"/>
    <dgm:cxn modelId="{48FF3470-77F0-4FEF-A5E6-65464144039F}" type="presParOf" srcId="{214FA726-4923-446F-B557-C5FC9D6DD64A}" destId="{D4692ADF-2266-4278-96B1-91A4835321E2}" srcOrd="2" destOrd="0" presId="urn:microsoft.com/office/officeart/2008/layout/CaptionedPictures"/>
    <dgm:cxn modelId="{A6D15004-7EE4-46C2-807A-6BC2BF70485B}" type="presParOf" srcId="{D4692ADF-2266-4278-96B1-91A4835321E2}" destId="{8C993E48-42F0-4C72-AEDD-AF75708CEB04}" srcOrd="0" destOrd="0" presId="urn:microsoft.com/office/officeart/2008/layout/CaptionedPictures"/>
    <dgm:cxn modelId="{98F3CA67-967A-402C-9D3E-FB27125634E4}" type="presParOf" srcId="{D4692ADF-2266-4278-96B1-91A4835321E2}" destId="{49A476CC-04B8-4721-BF02-669F120AC0EA}" srcOrd="1" destOrd="0" presId="urn:microsoft.com/office/officeart/2008/layout/CaptionedPictures"/>
    <dgm:cxn modelId="{A3154102-831A-4A78-95CB-1C9935EC4592}" type="presParOf" srcId="{E36037FC-D183-437B-8D97-DCA0CDBDE0F8}" destId="{25EA6D9D-4278-4E27-999B-0C2ACA5F2F84}" srcOrd="3" destOrd="0" presId="urn:microsoft.com/office/officeart/2008/layout/CaptionedPictures"/>
    <dgm:cxn modelId="{52D4AB22-414B-4879-A318-78634C996CAB}" type="presParOf" srcId="{E36037FC-D183-437B-8D97-DCA0CDBDE0F8}" destId="{F28206BD-25B1-4668-9C03-719F83682353}" srcOrd="4" destOrd="0" presId="urn:microsoft.com/office/officeart/2008/layout/CaptionedPictures"/>
    <dgm:cxn modelId="{23A3D1D2-4156-4F15-867B-CD677E64A329}" type="presParOf" srcId="{F28206BD-25B1-4668-9C03-719F83682353}" destId="{C5024F78-4FC1-4EDB-A650-DBCB4375D92A}" srcOrd="0" destOrd="0" presId="urn:microsoft.com/office/officeart/2008/layout/CaptionedPictures"/>
    <dgm:cxn modelId="{666E0BB4-91C0-40BC-A3C6-84E921585692}" type="presParOf" srcId="{F28206BD-25B1-4668-9C03-719F83682353}" destId="{2076ED44-0FFC-4BCE-A7AD-E30EC841C4B5}" srcOrd="1" destOrd="0" presId="urn:microsoft.com/office/officeart/2008/layout/CaptionedPictures"/>
    <dgm:cxn modelId="{6A961269-6449-48A1-8CE1-D59BF35CCECA}" type="presParOf" srcId="{F28206BD-25B1-4668-9C03-719F83682353}" destId="{89B7A700-8B89-447B-952B-EF2286CC6594}" srcOrd="2" destOrd="0" presId="urn:microsoft.com/office/officeart/2008/layout/CaptionedPictures"/>
    <dgm:cxn modelId="{42D00EBA-77FF-4705-82AB-EEBD9383A948}" type="presParOf" srcId="{89B7A700-8B89-447B-952B-EF2286CC6594}" destId="{EBC81851-6551-4542-BB76-801627268707}" srcOrd="0" destOrd="0" presId="urn:microsoft.com/office/officeart/2008/layout/CaptionedPictures"/>
    <dgm:cxn modelId="{9C7F27B8-6752-4554-8980-4A49CC5B89F1}" type="presParOf" srcId="{89B7A700-8B89-447B-952B-EF2286CC6594}" destId="{76BFB559-C2E1-48F1-8464-FFDC331B9692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7B789-5020-47C3-B37A-F92BD0259652}">
      <dsp:nvSpPr>
        <dsp:cNvPr id="0" name=""/>
        <dsp:cNvSpPr/>
      </dsp:nvSpPr>
      <dsp:spPr>
        <a:xfrm>
          <a:off x="5581" y="1106289"/>
          <a:ext cx="2437308" cy="286742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70BF36-A30C-4B36-814A-8233B0B0CC28}">
      <dsp:nvSpPr>
        <dsp:cNvPr id="0" name=""/>
        <dsp:cNvSpPr/>
      </dsp:nvSpPr>
      <dsp:spPr>
        <a:xfrm>
          <a:off x="127446" y="1220985"/>
          <a:ext cx="2193577" cy="186382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C0280-27A6-4324-8DCA-2813709A0F41}">
      <dsp:nvSpPr>
        <dsp:cNvPr id="0" name=""/>
        <dsp:cNvSpPr/>
      </dsp:nvSpPr>
      <dsp:spPr>
        <a:xfrm>
          <a:off x="127446" y="3371575"/>
          <a:ext cx="2193577" cy="487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Two has a longer label</a:t>
          </a:r>
        </a:p>
      </dsp:txBody>
      <dsp:txXfrm>
        <a:off x="127446" y="3371575"/>
        <a:ext cx="2193577" cy="487438"/>
      </dsp:txXfrm>
    </dsp:sp>
    <dsp:sp modelId="{FEF0DB7F-9A3B-482F-8553-01C17680E3B5}">
      <dsp:nvSpPr>
        <dsp:cNvPr id="0" name=""/>
        <dsp:cNvSpPr/>
      </dsp:nvSpPr>
      <dsp:spPr>
        <a:xfrm>
          <a:off x="127446" y="3084810"/>
          <a:ext cx="2193577" cy="286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One</a:t>
          </a:r>
        </a:p>
      </dsp:txBody>
      <dsp:txXfrm>
        <a:off x="127446" y="3084810"/>
        <a:ext cx="2193577" cy="286765"/>
      </dsp:txXfrm>
    </dsp:sp>
    <dsp:sp modelId="{A79CEA53-43F9-4B96-8633-4202F1D68714}">
      <dsp:nvSpPr>
        <dsp:cNvPr id="0" name=""/>
        <dsp:cNvSpPr/>
      </dsp:nvSpPr>
      <dsp:spPr>
        <a:xfrm>
          <a:off x="2908845" y="1106289"/>
          <a:ext cx="2437308" cy="286742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7FAD02-B2D6-4DF1-B404-912DAB0AF4A1}">
      <dsp:nvSpPr>
        <dsp:cNvPr id="0" name=""/>
        <dsp:cNvSpPr/>
      </dsp:nvSpPr>
      <dsp:spPr>
        <a:xfrm>
          <a:off x="3030711" y="1220985"/>
          <a:ext cx="2193577" cy="186382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A476CC-04B8-4721-BF02-669F120AC0EA}">
      <dsp:nvSpPr>
        <dsp:cNvPr id="0" name=""/>
        <dsp:cNvSpPr/>
      </dsp:nvSpPr>
      <dsp:spPr>
        <a:xfrm>
          <a:off x="3030711" y="3084810"/>
          <a:ext cx="2193577" cy="774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Three</a:t>
          </a:r>
        </a:p>
      </dsp:txBody>
      <dsp:txXfrm>
        <a:off x="3030711" y="3084810"/>
        <a:ext cx="2193577" cy="774203"/>
      </dsp:txXfrm>
    </dsp:sp>
    <dsp:sp modelId="{C5024F78-4FC1-4EDB-A650-DBCB4375D92A}">
      <dsp:nvSpPr>
        <dsp:cNvPr id="0" name=""/>
        <dsp:cNvSpPr/>
      </dsp:nvSpPr>
      <dsp:spPr>
        <a:xfrm>
          <a:off x="5812110" y="1106289"/>
          <a:ext cx="2437308" cy="286742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6ED44-0FFC-4BCE-A7AD-E30EC841C4B5}">
      <dsp:nvSpPr>
        <dsp:cNvPr id="0" name=""/>
        <dsp:cNvSpPr/>
      </dsp:nvSpPr>
      <dsp:spPr>
        <a:xfrm>
          <a:off x="5933975" y="1220985"/>
          <a:ext cx="2193577" cy="1863824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81851-6551-4542-BB76-801627268707}">
      <dsp:nvSpPr>
        <dsp:cNvPr id="0" name=""/>
        <dsp:cNvSpPr/>
      </dsp:nvSpPr>
      <dsp:spPr>
        <a:xfrm>
          <a:off x="5933975" y="3371575"/>
          <a:ext cx="2193577" cy="487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Five</a:t>
          </a:r>
        </a:p>
      </dsp:txBody>
      <dsp:txXfrm>
        <a:off x="5933975" y="3371575"/>
        <a:ext cx="2193577" cy="487438"/>
      </dsp:txXfrm>
    </dsp:sp>
    <dsp:sp modelId="{76BFB559-C2E1-48F1-8464-FFDC331B9692}">
      <dsp:nvSpPr>
        <dsp:cNvPr id="0" name=""/>
        <dsp:cNvSpPr/>
      </dsp:nvSpPr>
      <dsp:spPr>
        <a:xfrm>
          <a:off x="5933975" y="3084810"/>
          <a:ext cx="2193577" cy="286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Node Four</a:t>
          </a:r>
        </a:p>
      </dsp:txBody>
      <dsp:txXfrm>
        <a:off x="5933975" y="3084810"/>
        <a:ext cx="2193577" cy="2867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DDCB-8733-1628-BDAA-E67D770A2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9CD74-3B19-CBB6-7BD8-6E30C241B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84B6E-2E33-9EA2-A97A-DDFB532E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025C9-9877-BEDF-7049-C8403E72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9C52C-09CE-440A-6C66-5A4C84C4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2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F5F7-FE8D-3646-887E-CC65D769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9985-A31F-569F-AC01-EB664DA9A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37ECB-AB51-2D85-EA17-5CCC7FB0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56358-E201-D484-2887-79746CE4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83CF-3DCE-37C2-433E-E629B7C3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80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C830-0562-D631-3833-DEF7264A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728E2-8EBD-0D51-A499-0A494DF4B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D61F-BF53-E12B-27DA-F65B528B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E7C8A-8431-EBA9-A039-60654906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8DBE0-A55C-7C5D-03B1-E00F9346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3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1365-BA68-EAD3-75A9-F27D116A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E547E-7C63-2FBD-A8C4-013A58247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B51A72-A85A-70E9-E0EB-113675D16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A2AAE-3CCC-55B0-DA6F-CBAB7227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8D04B-70E9-7777-4AB8-F5013646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B3286-7DC3-218F-4340-122B1A55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26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070D-F0FF-26F4-4965-F72CF0F1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CF5F-3FC3-95C4-92D7-81C226261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19FF88-F0EF-DF79-E5E8-CBF183DB1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4573AC-4894-76F4-3723-7ACCEEBEC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0C234-DCFF-4E40-3A45-C6B5B58D39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2F979-F458-3B37-B19A-F691D700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49F8B-6460-4479-5CFA-2A631A55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C2469-33FF-8831-A8B4-E84AED50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7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23C2-248F-598B-50C8-3C6281AC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3C6F5-6C6A-5916-DEC5-4BADB76F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D8F8A-5F70-52FA-CD31-B9322FD7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9ED1F-A2EE-5C6D-A91C-822CA5CB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84518-549A-EB21-2983-D2C3C14B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7361-A454-E1B3-ACD6-A641A548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01D93-4A2D-52A3-0B42-B314937A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1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9423-31F1-13B7-7957-15542243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958FA-5D5A-EED4-72AD-A3FFE2AC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351F2-797E-D2F1-6189-8B2604B953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AA1D7-F710-AA9C-2579-94A7FA9B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25F0C-6F61-B73A-2CA9-B1DBEBD4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D41BB-6570-6103-940F-4195B6AC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5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B0890-70B2-B5A1-DBC4-1CDEC22B9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BF64DF-C7FD-1E53-2715-048999D1D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5FC05-679A-1FF3-202B-DD7DA8F2A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A758-605E-17FF-35FE-2D39D4C3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42652-32F6-D720-50F0-AD6B4C60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DAF8C-2D43-77FD-5C86-A056961A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4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E72D-12C3-2672-488B-BF5E183EF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BC9D7-5AE1-F394-A335-6E61F4647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95E24-5DD2-BE5C-C9D1-64C4800E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E5A8B-4586-7BB9-CC01-68F42855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D2D21-A7F1-E787-917B-FC28CFA0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8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F95C8-6308-224F-EB4F-997DFD60B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63B2C-CD2F-C0CD-0917-ED218F833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23E3-D160-9ECD-A80F-D5927E73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C66D-C621-6FF3-0E19-4977DFC81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CD22-EB08-ABB3-BF21-AF7F63B2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8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C134E-6CFB-3CCA-2135-2577A90D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395E6-3A3C-5C93-9EB9-34314CE80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92D39-13A4-2C89-D6B6-73A49BCC5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49983-FED0-46F6-9A51-1DC03D02BDC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02C25-CDF4-7218-866D-6890A2457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72C57-7C6B-918D-8E69-915133A86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400C6-4036-4C99-A1E0-2903555E0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6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E144AB8-7213-60B3-4454-D1DE530A42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734278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949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2026-09-06T08:14:58Z</dcterms:created>
  <dcterms:modified xsi:type="dcterms:W3CDTF">2026-09-06T08:14:58Z</dcterms:modified>
</cp:coreProperties>
</file>