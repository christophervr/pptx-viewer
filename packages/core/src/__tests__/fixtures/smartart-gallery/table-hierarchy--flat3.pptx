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A7600-BE2E-4692-BAD7-552D70C38EF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2C3790-AE35-48BE-A120-A02DD809628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B70F058-A750-4E10-B03C-35251AC0E9A4}" type="parTrans" cxnId="{F45B1652-DE5E-463A-8514-B13BA8556D6D}">
      <dgm:prSet/>
      <dgm:spPr/>
    </dgm:pt>
    <dgm:pt modelId="{0482EF38-AE2C-48A6-BD24-3E2217BCDF62}" type="sibTrans" cxnId="{F45B1652-DE5E-463A-8514-B13BA8556D6D}">
      <dgm:prSet/>
      <dgm:spPr/>
    </dgm:pt>
    <dgm:pt modelId="{DC34869C-B439-4C1D-99AE-771526023EC8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5906AF44-6095-42A4-B6C5-58F217A220E1}" type="parTrans" cxnId="{C28DF1A6-3ED8-4151-B4BD-6F13473F024A}">
      <dgm:prSet/>
      <dgm:spPr/>
    </dgm:pt>
    <dgm:pt modelId="{D338DF3D-5791-4BCD-B734-C195453105DE}" type="sibTrans" cxnId="{C28DF1A6-3ED8-4151-B4BD-6F13473F024A}">
      <dgm:prSet/>
      <dgm:spPr/>
    </dgm:pt>
    <dgm:pt modelId="{DEC65088-E9A3-4204-9D63-49516528800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BD367B6-276F-482E-994C-906FB0DE859D}" type="parTrans" cxnId="{B6A427AB-5E23-463D-9A7E-833F9718690E}">
      <dgm:prSet/>
      <dgm:spPr/>
    </dgm:pt>
    <dgm:pt modelId="{56F7F8C8-6AA1-4189-918C-72656CC92DAB}" type="sibTrans" cxnId="{B6A427AB-5E23-463D-9A7E-833F9718690E}">
      <dgm:prSet/>
      <dgm:spPr/>
    </dgm:pt>
    <dgm:pt modelId="{AC62171F-7B51-48AB-94DB-E16CD5EB7611}" type="pres">
      <dgm:prSet presAssocID="{693A7600-BE2E-4692-BAD7-552D70C38EF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D9BF01-0C11-467E-8D4E-F388DFA0A31C}" type="pres">
      <dgm:prSet presAssocID="{692C3790-AE35-48BE-A120-A02DD8096289}" presName="vertOne" presStyleCnt="0"/>
      <dgm:spPr/>
    </dgm:pt>
    <dgm:pt modelId="{5F1B5616-FFBD-47E2-915B-3D80C4DB20BD}" type="pres">
      <dgm:prSet presAssocID="{692C3790-AE35-48BE-A120-A02DD8096289}" presName="txOne" presStyleLbl="node0" presStyleIdx="0" presStyleCnt="1">
        <dgm:presLayoutVars>
          <dgm:chPref val="3"/>
        </dgm:presLayoutVars>
      </dgm:prSet>
      <dgm:spPr/>
    </dgm:pt>
    <dgm:pt modelId="{6A46D788-D89A-457D-B3C1-293068A455ED}" type="pres">
      <dgm:prSet presAssocID="{692C3790-AE35-48BE-A120-A02DD8096289}" presName="parTransOne" presStyleCnt="0"/>
      <dgm:spPr/>
    </dgm:pt>
    <dgm:pt modelId="{E14C1FEC-F25E-4320-B650-BAB6D4B9222B}" type="pres">
      <dgm:prSet presAssocID="{692C3790-AE35-48BE-A120-A02DD8096289}" presName="horzOne" presStyleCnt="0"/>
      <dgm:spPr/>
    </dgm:pt>
    <dgm:pt modelId="{2F04ADD3-7271-4C62-AEF4-86265321AE28}" type="pres">
      <dgm:prSet presAssocID="{DC34869C-B439-4C1D-99AE-771526023EC8}" presName="vertTwo" presStyleCnt="0"/>
      <dgm:spPr/>
    </dgm:pt>
    <dgm:pt modelId="{58F7B61F-FD62-4B06-8DD5-9257C97CF543}" type="pres">
      <dgm:prSet presAssocID="{DC34869C-B439-4C1D-99AE-771526023EC8}" presName="txTwo" presStyleLbl="node2" presStyleIdx="0" presStyleCnt="2">
        <dgm:presLayoutVars>
          <dgm:chPref val="3"/>
        </dgm:presLayoutVars>
      </dgm:prSet>
      <dgm:spPr/>
    </dgm:pt>
    <dgm:pt modelId="{C17D37C9-B85E-472F-B79F-D7F955620771}" type="pres">
      <dgm:prSet presAssocID="{DC34869C-B439-4C1D-99AE-771526023EC8}" presName="horzTwo" presStyleCnt="0"/>
      <dgm:spPr/>
    </dgm:pt>
    <dgm:pt modelId="{A5BF1DC3-8462-4755-85C3-8EE8A0739A82}" type="pres">
      <dgm:prSet presAssocID="{D338DF3D-5791-4BCD-B734-C195453105DE}" presName="sibSpaceTwo" presStyleCnt="0"/>
      <dgm:spPr/>
    </dgm:pt>
    <dgm:pt modelId="{3C9EE059-CF48-44EC-8BBF-5854AA3114CD}" type="pres">
      <dgm:prSet presAssocID="{DEC65088-E9A3-4204-9D63-49516528800C}" presName="vertTwo" presStyleCnt="0"/>
      <dgm:spPr/>
    </dgm:pt>
    <dgm:pt modelId="{4F6D8718-820B-4E78-A097-A16336E011E0}" type="pres">
      <dgm:prSet presAssocID="{DEC65088-E9A3-4204-9D63-49516528800C}" presName="txTwo" presStyleLbl="node2" presStyleIdx="1" presStyleCnt="2">
        <dgm:presLayoutVars>
          <dgm:chPref val="3"/>
        </dgm:presLayoutVars>
      </dgm:prSet>
      <dgm:spPr/>
    </dgm:pt>
    <dgm:pt modelId="{F6E0A4BC-42B1-4371-A178-72AB881F2477}" type="pres">
      <dgm:prSet presAssocID="{DEC65088-E9A3-4204-9D63-49516528800C}" presName="horzTwo" presStyleCnt="0"/>
      <dgm:spPr/>
    </dgm:pt>
  </dgm:ptLst>
  <dgm:cxnLst>
    <dgm:cxn modelId="{73B64D2C-65BE-4015-8571-9A4A0290AC4C}" type="presOf" srcId="{692C3790-AE35-48BE-A120-A02DD8096289}" destId="{5F1B5616-FFBD-47E2-915B-3D80C4DB20BD}" srcOrd="0" destOrd="0" presId="urn:microsoft.com/office/officeart/2005/8/layout/hierarchy4"/>
    <dgm:cxn modelId="{E357655D-DF37-455F-8173-C24D69F2AFCF}" type="presOf" srcId="{DC34869C-B439-4C1D-99AE-771526023EC8}" destId="{58F7B61F-FD62-4B06-8DD5-9257C97CF543}" srcOrd="0" destOrd="0" presId="urn:microsoft.com/office/officeart/2005/8/layout/hierarchy4"/>
    <dgm:cxn modelId="{F45B1652-DE5E-463A-8514-B13BA8556D6D}" srcId="{693A7600-BE2E-4692-BAD7-552D70C38EF8}" destId="{692C3790-AE35-48BE-A120-A02DD8096289}" srcOrd="0" destOrd="0" parTransId="{3B70F058-A750-4E10-B03C-35251AC0E9A4}" sibTransId="{0482EF38-AE2C-48A6-BD24-3E2217BCDF62}"/>
    <dgm:cxn modelId="{70176082-485A-4984-A230-18C77FAD0694}" type="presOf" srcId="{DEC65088-E9A3-4204-9D63-49516528800C}" destId="{4F6D8718-820B-4E78-A097-A16336E011E0}" srcOrd="0" destOrd="0" presId="urn:microsoft.com/office/officeart/2005/8/layout/hierarchy4"/>
    <dgm:cxn modelId="{C28DF1A6-3ED8-4151-B4BD-6F13473F024A}" srcId="{692C3790-AE35-48BE-A120-A02DD8096289}" destId="{DC34869C-B439-4C1D-99AE-771526023EC8}" srcOrd="0" destOrd="0" parTransId="{5906AF44-6095-42A4-B6C5-58F217A220E1}" sibTransId="{D338DF3D-5791-4BCD-B734-C195453105DE}"/>
    <dgm:cxn modelId="{B6A427AB-5E23-463D-9A7E-833F9718690E}" srcId="{692C3790-AE35-48BE-A120-A02DD8096289}" destId="{DEC65088-E9A3-4204-9D63-49516528800C}" srcOrd="1" destOrd="0" parTransId="{FBD367B6-276F-482E-994C-906FB0DE859D}" sibTransId="{56F7F8C8-6AA1-4189-918C-72656CC92DAB}"/>
    <dgm:cxn modelId="{89E2A5D6-A973-47CC-987C-5F24F538650A}" type="presOf" srcId="{693A7600-BE2E-4692-BAD7-552D70C38EF8}" destId="{AC62171F-7B51-48AB-94DB-E16CD5EB7611}" srcOrd="0" destOrd="0" presId="urn:microsoft.com/office/officeart/2005/8/layout/hierarchy4"/>
    <dgm:cxn modelId="{2F6B9907-30F7-451E-86AF-2E44FC83C882}" type="presParOf" srcId="{AC62171F-7B51-48AB-94DB-E16CD5EB7611}" destId="{64D9BF01-0C11-467E-8D4E-F388DFA0A31C}" srcOrd="0" destOrd="0" presId="urn:microsoft.com/office/officeart/2005/8/layout/hierarchy4"/>
    <dgm:cxn modelId="{572E324E-9218-4AE7-A397-AA38D8C12F1E}" type="presParOf" srcId="{64D9BF01-0C11-467E-8D4E-F388DFA0A31C}" destId="{5F1B5616-FFBD-47E2-915B-3D80C4DB20BD}" srcOrd="0" destOrd="0" presId="urn:microsoft.com/office/officeart/2005/8/layout/hierarchy4"/>
    <dgm:cxn modelId="{C05FB6D4-7793-4C7A-8E9F-14B88CE1561E}" type="presParOf" srcId="{64D9BF01-0C11-467E-8D4E-F388DFA0A31C}" destId="{6A46D788-D89A-457D-B3C1-293068A455ED}" srcOrd="1" destOrd="0" presId="urn:microsoft.com/office/officeart/2005/8/layout/hierarchy4"/>
    <dgm:cxn modelId="{DF371194-AEFF-4028-BD2E-990E3A9874EA}" type="presParOf" srcId="{64D9BF01-0C11-467E-8D4E-F388DFA0A31C}" destId="{E14C1FEC-F25E-4320-B650-BAB6D4B9222B}" srcOrd="2" destOrd="0" presId="urn:microsoft.com/office/officeart/2005/8/layout/hierarchy4"/>
    <dgm:cxn modelId="{A4512BBE-0C2C-43B3-8283-B5641C33AB14}" type="presParOf" srcId="{E14C1FEC-F25E-4320-B650-BAB6D4B9222B}" destId="{2F04ADD3-7271-4C62-AEF4-86265321AE28}" srcOrd="0" destOrd="0" presId="urn:microsoft.com/office/officeart/2005/8/layout/hierarchy4"/>
    <dgm:cxn modelId="{F7D7A7A6-C5D8-42B9-A3F6-D4B1D61825C2}" type="presParOf" srcId="{2F04ADD3-7271-4C62-AEF4-86265321AE28}" destId="{58F7B61F-FD62-4B06-8DD5-9257C97CF543}" srcOrd="0" destOrd="0" presId="urn:microsoft.com/office/officeart/2005/8/layout/hierarchy4"/>
    <dgm:cxn modelId="{DE444948-5F7C-4764-B391-5E04BE9F6BA9}" type="presParOf" srcId="{2F04ADD3-7271-4C62-AEF4-86265321AE28}" destId="{C17D37C9-B85E-472F-B79F-D7F955620771}" srcOrd="1" destOrd="0" presId="urn:microsoft.com/office/officeart/2005/8/layout/hierarchy4"/>
    <dgm:cxn modelId="{0052967C-C044-4D6F-A7E1-B346E87A728A}" type="presParOf" srcId="{E14C1FEC-F25E-4320-B650-BAB6D4B9222B}" destId="{A5BF1DC3-8462-4755-85C3-8EE8A0739A82}" srcOrd="1" destOrd="0" presId="urn:microsoft.com/office/officeart/2005/8/layout/hierarchy4"/>
    <dgm:cxn modelId="{AFD8967B-4F03-476B-94DD-484410FAE47B}" type="presParOf" srcId="{E14C1FEC-F25E-4320-B650-BAB6D4B9222B}" destId="{3C9EE059-CF48-44EC-8BBF-5854AA3114CD}" srcOrd="2" destOrd="0" presId="urn:microsoft.com/office/officeart/2005/8/layout/hierarchy4"/>
    <dgm:cxn modelId="{163408FE-6843-4E2A-B78C-E62271705226}" type="presParOf" srcId="{3C9EE059-CF48-44EC-8BBF-5854AA3114CD}" destId="{4F6D8718-820B-4E78-A097-A16336E011E0}" srcOrd="0" destOrd="0" presId="urn:microsoft.com/office/officeart/2005/8/layout/hierarchy4"/>
    <dgm:cxn modelId="{2317771B-4606-43EF-86D8-F25EC809281F}" type="presParOf" srcId="{3C9EE059-CF48-44EC-8BBF-5854AA3114CD}" destId="{F6E0A4BC-42B1-4371-A178-72AB881F247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B5616-FFBD-47E2-915B-3D80C4DB20BD}">
      <dsp:nvSpPr>
        <dsp:cNvPr id="0" name=""/>
        <dsp:cNvSpPr/>
      </dsp:nvSpPr>
      <dsp:spPr>
        <a:xfrm>
          <a:off x="3047" y="1129"/>
          <a:ext cx="8248905" cy="242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4172" y="72254"/>
        <a:ext cx="8106655" cy="2286128"/>
      </dsp:txXfrm>
    </dsp:sp>
    <dsp:sp modelId="{58F7B61F-FD62-4B06-8DD5-9257C97CF543}">
      <dsp:nvSpPr>
        <dsp:cNvPr id="0" name=""/>
        <dsp:cNvSpPr/>
      </dsp:nvSpPr>
      <dsp:spPr>
        <a:xfrm>
          <a:off x="3047" y="2650491"/>
          <a:ext cx="3958208" cy="242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Beta has a noticeably longer label than the others</a:t>
          </a:r>
        </a:p>
      </dsp:txBody>
      <dsp:txXfrm>
        <a:off x="74172" y="2721616"/>
        <a:ext cx="3815958" cy="2286128"/>
      </dsp:txXfrm>
    </dsp:sp>
    <dsp:sp modelId="{4F6D8718-820B-4E78-A097-A16336E011E0}">
      <dsp:nvSpPr>
        <dsp:cNvPr id="0" name=""/>
        <dsp:cNvSpPr/>
      </dsp:nvSpPr>
      <dsp:spPr>
        <a:xfrm>
          <a:off x="4293744" y="2650491"/>
          <a:ext cx="3958208" cy="242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Gamma</a:t>
          </a:r>
        </a:p>
      </dsp:txBody>
      <dsp:txXfrm>
        <a:off x="4364869" y="2721616"/>
        <a:ext cx="3815958" cy="2286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B7EB-C1B7-F975-6A3C-B2DD614C5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0A8DD-098B-B630-D836-9ADBFFEC3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39530-DECE-3D23-272E-FA16380D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8F79A-A3DF-4DDB-DE26-7B4E8178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8008-20A9-C48C-6BD6-3CC13749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1A85-4F8D-CA9C-28D2-FB7E9696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C18E-A79C-488A-7CD8-3F8C6B1BB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0C0A9-35E2-3B6E-AB79-0F3F3672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A210B-BA5A-2E13-7F41-378AA6EB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231DE-4B54-DEBE-F032-C21074E3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4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BE-114E-6E9E-8D93-6BD143E5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C791C-D30F-C619-E633-C34540CD9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47886-1418-457A-1506-A1470B6A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78702-244B-843C-035C-79AC59FA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D8EA-A68F-5B90-AB07-89A51BC6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8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36E2-4DA3-8B03-D144-8EF6CF8B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45413-A090-60B3-E509-D30496412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3E81A-BFEB-0BB8-5D11-BDC37237C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CDB6D-CEFC-4776-34D1-7D3CF86F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D1F49-48F1-8314-BA29-BA789939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1D16C-17C3-0A27-1867-87686A54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6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6637-0F19-9326-174F-911B9684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C3BCB-9F8E-93DD-BD6F-13C06E854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10CA3-89A5-D037-FFE9-8D4CFBEC1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7050B-DBD6-D127-CEF7-079075379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6783D7-E76E-CF1C-5E90-4DA67EA07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74259-BDF0-CD4F-DB91-5C94189D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161BC-3BE7-DCDF-FB17-28C3B23B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03D6A-9F32-3158-8206-323BA0B7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8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5E98-7BDA-F273-CB11-F70B047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2DBF8-3234-36A4-6FD3-C54331C0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AB713-3332-CFA9-DF07-541A1001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EB9C6-B3C5-26ED-8841-5D1CFB8F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B4956-B2F3-EC4C-4D10-88701703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1815F-3F63-3918-B459-5130D4AC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E07C8-E21F-A0D6-9D55-01D839D4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9B53-3378-99FC-D8D2-03821D36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6B2B-B37F-E24A-C5D5-746171F3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45F78-2E57-46BB-C062-E9A5680B9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6056F-CF78-DD14-DE7E-A092F9A1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CBD85-9545-A385-CEBB-6313D38B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BA1BB-4071-E1B5-1C82-92FB2A42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0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0E6-42CC-6406-986A-B25F02B9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6C73D2-4339-57A2-DB27-BDFDE9E22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C7BE-DB6D-DDD2-B909-79B11746B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1F233-8B2E-8A66-C25B-233A8C6A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A5ABE-9B13-A29D-520F-381BFBEF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E73CB-0C15-BCFE-4F6A-D65DB249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3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3563-0DFB-CC89-2185-DF2A0928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70495-99C4-C8DB-F983-1B2F943AB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6E4DD-BB19-B523-167A-C16FCDC2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D985-194E-9A30-BD9B-914F0E41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56FB0-D261-B948-0BC9-733FA196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0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2780B-1625-8CE7-1B5B-58C4C48CE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45651-E2E9-A9B9-65C8-255BFF5DE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7DF25-9791-09D6-AB04-BADB200B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761BE-02F8-2562-881C-9D52D717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85F45-F915-4FC6-2427-9CAAB8DE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8AB5E1-6D4F-577B-5B46-7F571BC8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89E6C-D9EE-9F9C-B8BC-9497FAED7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D003E-514E-4358-7388-AA6A8C668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6D7A7-2A86-4A71-B1A1-57C08BD1E94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27127-8896-1ED4-6AA2-5F528EB71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0767D-BC44-188D-616E-288616F4C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0CC66-8AE9-44A1-9783-0205FAC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7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27F6DD4-A9D9-6EC8-255D-F11EB3E40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37749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161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2026-09-06T08:13:13Z</dcterms:created>
  <dcterms:modified xsi:type="dcterms:W3CDTF">2026-09-06T08:13:14Z</dcterms:modified>
</cp:coreProperties>
</file>