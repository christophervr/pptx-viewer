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00236D-C74C-469D-B92A-D5DFFBE94CE2}" type="doc">
      <dgm:prSet loTypeId="urn:microsoft.com/office/officeart/2005/8/layout/matrix2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78C366-F36C-4ABA-8732-2E23676DEBB7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4B8B1489-6F33-43F4-B506-F82A0FA484E2}" type="parTrans" cxnId="{3F01CFFB-18C2-4D9F-ABB7-61DFCF57DD39}">
      <dgm:prSet/>
      <dgm:spPr/>
    </dgm:pt>
    <dgm:pt modelId="{030BC76F-9FB2-4048-8910-00B27B52127A}" type="sibTrans" cxnId="{3F01CFFB-18C2-4D9F-ABB7-61DFCF57DD39}">
      <dgm:prSet/>
      <dgm:spPr/>
    </dgm:pt>
    <dgm:pt modelId="{863C03CB-44F1-43F0-B38E-8006C7701F70}" type="pres">
      <dgm:prSet presAssocID="{E000236D-C74C-469D-B92A-D5DFFBE94CE2}" presName="matrix" presStyleCnt="0">
        <dgm:presLayoutVars>
          <dgm:chMax val="1"/>
          <dgm:dir/>
          <dgm:resizeHandles val="exact"/>
        </dgm:presLayoutVars>
      </dgm:prSet>
      <dgm:spPr/>
    </dgm:pt>
    <dgm:pt modelId="{0BEA7C3D-5CD0-4A1F-B769-EFF1699F4799}" type="pres">
      <dgm:prSet presAssocID="{E000236D-C74C-469D-B92A-D5DFFBE94CE2}" presName="axisShape" presStyleLbl="bgShp" presStyleIdx="0" presStyleCnt="1"/>
      <dgm:spPr/>
    </dgm:pt>
    <dgm:pt modelId="{7EE79A80-6D42-4035-881E-0A3DAFBB636A}" type="pres">
      <dgm:prSet presAssocID="{E000236D-C74C-469D-B92A-D5DFFBE94CE2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A569C4B-F5A3-46F1-AF78-D8DF0BFC4FE8}" type="pres">
      <dgm:prSet presAssocID="{E000236D-C74C-469D-B92A-D5DFFBE94CE2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128979B-B941-4047-84EF-62D76296EEDC}" type="pres">
      <dgm:prSet presAssocID="{E000236D-C74C-469D-B92A-D5DFFBE94CE2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88FB058-CB9E-446E-AEFB-71A1CE22AB30}" type="pres">
      <dgm:prSet presAssocID="{E000236D-C74C-469D-B92A-D5DFFBE94CE2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74318A6-066A-433F-A57E-8F4B7E3FB9B8}" type="presOf" srcId="{E000236D-C74C-469D-B92A-D5DFFBE94CE2}" destId="{863C03CB-44F1-43F0-B38E-8006C7701F70}" srcOrd="0" destOrd="0" presId="urn:microsoft.com/office/officeart/2005/8/layout/matrix2"/>
    <dgm:cxn modelId="{CFEF66BD-A087-4D4D-8958-2562DD88CEFC}" type="presOf" srcId="{E278C366-F36C-4ABA-8732-2E23676DEBB7}" destId="{7EE79A80-6D42-4035-881E-0A3DAFBB636A}" srcOrd="0" destOrd="0" presId="urn:microsoft.com/office/officeart/2005/8/layout/matrix2"/>
    <dgm:cxn modelId="{3F01CFFB-18C2-4D9F-ABB7-61DFCF57DD39}" srcId="{E000236D-C74C-469D-B92A-D5DFFBE94CE2}" destId="{E278C366-F36C-4ABA-8732-2E23676DEBB7}" srcOrd="0" destOrd="0" parTransId="{4B8B1489-6F33-43F4-B506-F82A0FA484E2}" sibTransId="{030BC76F-9FB2-4048-8910-00B27B52127A}"/>
    <dgm:cxn modelId="{F140925E-2AF4-4231-B6E6-C0FD16DFC2D5}" type="presParOf" srcId="{863C03CB-44F1-43F0-B38E-8006C7701F70}" destId="{0BEA7C3D-5CD0-4A1F-B769-EFF1699F4799}" srcOrd="0" destOrd="0" presId="urn:microsoft.com/office/officeart/2005/8/layout/matrix2"/>
    <dgm:cxn modelId="{C0451CB8-21E4-466E-A91E-711ACAB4DF01}" type="presParOf" srcId="{863C03CB-44F1-43F0-B38E-8006C7701F70}" destId="{7EE79A80-6D42-4035-881E-0A3DAFBB636A}" srcOrd="1" destOrd="0" presId="urn:microsoft.com/office/officeart/2005/8/layout/matrix2"/>
    <dgm:cxn modelId="{EC4ABE70-6FF6-42E5-8F72-973594B51923}" type="presParOf" srcId="{863C03CB-44F1-43F0-B38E-8006C7701F70}" destId="{AA569C4B-F5A3-46F1-AF78-D8DF0BFC4FE8}" srcOrd="2" destOrd="0" presId="urn:microsoft.com/office/officeart/2005/8/layout/matrix2"/>
    <dgm:cxn modelId="{1C624EBD-4A3B-4E95-BFF8-218D0922985B}" type="presParOf" srcId="{863C03CB-44F1-43F0-B38E-8006C7701F70}" destId="{D128979B-B941-4047-84EF-62D76296EEDC}" srcOrd="3" destOrd="0" presId="urn:microsoft.com/office/officeart/2005/8/layout/matrix2"/>
    <dgm:cxn modelId="{AB51AC1E-3CFA-46ED-A4B9-FDE924ACA270}" type="presParOf" srcId="{863C03CB-44F1-43F0-B38E-8006C7701F70}" destId="{488FB058-CB9E-446E-AEFB-71A1CE22AB30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EA7C3D-5CD0-4A1F-B769-EFF1699F4799}">
      <dsp:nvSpPr>
        <dsp:cNvPr id="0" name=""/>
        <dsp:cNvSpPr/>
      </dsp:nvSpPr>
      <dsp:spPr>
        <a:xfrm>
          <a:off x="1587499" y="0"/>
          <a:ext cx="5080000" cy="5080000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E79A80-6D42-4035-881E-0A3DAFBB636A}">
      <dsp:nvSpPr>
        <dsp:cNvPr id="0" name=""/>
        <dsp:cNvSpPr/>
      </dsp:nvSpPr>
      <dsp:spPr>
        <a:xfrm>
          <a:off x="1917699" y="330200"/>
          <a:ext cx="2032000" cy="203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Alpha</a:t>
          </a:r>
        </a:p>
      </dsp:txBody>
      <dsp:txXfrm>
        <a:off x="2016893" y="429394"/>
        <a:ext cx="1833612" cy="1833612"/>
      </dsp:txXfrm>
    </dsp:sp>
    <dsp:sp modelId="{AA569C4B-F5A3-46F1-AF78-D8DF0BFC4FE8}">
      <dsp:nvSpPr>
        <dsp:cNvPr id="0" name=""/>
        <dsp:cNvSpPr/>
      </dsp:nvSpPr>
      <dsp:spPr>
        <a:xfrm>
          <a:off x="4305299" y="330200"/>
          <a:ext cx="2032000" cy="203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28979B-B941-4047-84EF-62D76296EEDC}">
      <dsp:nvSpPr>
        <dsp:cNvPr id="0" name=""/>
        <dsp:cNvSpPr/>
      </dsp:nvSpPr>
      <dsp:spPr>
        <a:xfrm>
          <a:off x="1917699" y="2717800"/>
          <a:ext cx="2032000" cy="203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8FB058-CB9E-446E-AEFB-71A1CE22AB30}">
      <dsp:nvSpPr>
        <dsp:cNvPr id="0" name=""/>
        <dsp:cNvSpPr/>
      </dsp:nvSpPr>
      <dsp:spPr>
        <a:xfrm>
          <a:off x="4305299" y="2717800"/>
          <a:ext cx="2032000" cy="203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D7F75-3248-E88E-3E0C-83C053456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04C7D-295C-C45F-B8FD-E782F30B7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51548-AC31-788A-557D-213238ED7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7C90-6BEE-4D2F-9ADC-0B7CF082FC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D8DB3-D722-CDC3-6997-D804DDD49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A80E1-E573-664D-38CD-DB6BCA061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3B2AC-F06B-492D-B907-863068D82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588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BEAC3-61D9-6FD0-1DB1-8ED01C897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367BD-8DC0-A1C5-C838-7AD965E51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C6ECF-5D1A-F28C-7C05-35BED5496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7C90-6BEE-4D2F-9ADC-0B7CF082FC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BFBED-082F-7A89-6342-A431EABEA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8B600-3A3C-97FA-AED6-8FDD26AAF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3B2AC-F06B-492D-B907-863068D82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07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8E0A3-25AE-8E9C-4E5F-5CC1CCDFA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0F55D-44F8-8CE7-4D6B-A619E43B1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F9B69-7F1F-022B-DDB2-5FF8221F8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7C90-6BEE-4D2F-9ADC-0B7CF082FC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7882E-35B6-C8DD-9D39-7A163B325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7A3B7-7910-28E0-D038-C6771587D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3B2AC-F06B-492D-B907-863068D82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78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D17FB-AE6C-DBE5-E2D9-9BC1FD43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1FE36-EE3F-05CE-6777-2704B69D6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A86C46-0265-73C8-33A2-927628420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24753-A9EB-6C6A-9DF6-53B48D731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7C90-6BEE-4D2F-9ADC-0B7CF082FC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498B6E-0871-BC54-80D8-DAC056F19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C3860-00CE-F4D8-17CD-FC27FF6F9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3B2AC-F06B-492D-B907-863068D82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79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3C21E-8158-5D16-7E6D-4AC81B11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8FD4F-95F5-3C50-50B6-62D3CA74B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00455-7395-C66C-B6F2-C4C485A4A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1CB120-DC70-9455-C76E-3EDE8734E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D17DF-B7F5-66C4-60AF-FED29B3A2B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72F483-A191-30FF-5F6C-87B37ABD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7C90-6BEE-4D2F-9ADC-0B7CF082FC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C693B9-AE7A-473B-891B-C5BD84E59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F095DC-3E25-EEC5-B29C-EED03B016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3B2AC-F06B-492D-B907-863068D82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414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DDB91-1D53-46FA-18AD-FBBE5BEA6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825D29-3601-0B5B-3867-B80AD9D81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7C90-6BEE-4D2F-9ADC-0B7CF082FC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39F720-CD93-5AA6-AC0F-7298804B8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5983E-A69D-08CA-C202-28AA76B36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3B2AC-F06B-492D-B907-863068D82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914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53A426-6304-DE22-6A85-CF0EEB1A5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7C90-6BEE-4D2F-9ADC-0B7CF082FC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76CEDF-EC53-B201-FC51-CDA227941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1A4F8-B757-68E5-F6A5-6C9BE2B8E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3B2AC-F06B-492D-B907-863068D82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17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376AA-4B7D-33EA-9248-0AFE79C9A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45219-BE8F-DA04-2F15-1F67C34B4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B3A81-DF77-0BE8-D304-28D3F1D2F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4012F-C3E6-95E0-8128-BCD2BD39C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7C90-6BEE-4D2F-9ADC-0B7CF082FC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9EFA9-9825-3E00-B314-1F02E51BF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F9930-8B56-3FC5-2316-2ABA7879F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3B2AC-F06B-492D-B907-863068D82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27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F2E8F-9D08-EE75-8D90-FEE454601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5DABC6-A177-CDD5-9055-DE9E69B517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3E6C9-6090-1807-0F8D-88EC11870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A63FC-BEEB-DA72-CB60-F3B9DF9C8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7C90-6BEE-4D2F-9ADC-0B7CF082FC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FDF57-0A1C-E663-0DCB-25FF34177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E2100-2290-6746-CEE3-FBBF344B6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3B2AC-F06B-492D-B907-863068D82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722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FF684-11E3-9AA4-C8B7-B38C3A164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AEC0F6-009B-075E-E272-741D845BE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5E455-17DB-DC59-619B-EE128A2D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7C90-6BEE-4D2F-9ADC-0B7CF082FC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7C926-4DBE-50D3-D522-3D2E01D2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9889B-594B-242F-2236-7CC0A6783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3B2AC-F06B-492D-B907-863068D82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666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F5EC6D-F589-D8F8-F5BF-67504A30B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5608EE-FD0F-0DF3-BC77-C70B33E4A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F2647-4E9D-0E61-5485-938A5F55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7C90-6BEE-4D2F-9ADC-0B7CF082FC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A842B-FE11-44E6-08A8-68CAC53C3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EFE27-AA21-0675-36E3-0CDAC2975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3B2AC-F06B-492D-B907-863068D82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55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CACD97-E28F-3917-303C-C40ABB01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714FD-6FBB-C7BA-6F23-A39B7FC35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84A0D-05C0-A778-AC27-C237BC1C4F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8D7C90-6BEE-4D2F-9ADC-0B7CF082FC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707FF-34B0-E011-CC4E-F99E0F586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A0152-2EBD-5912-3443-22C3074F4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43B2AC-F06B-492D-B907-863068D82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12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C25BFEE-DB35-19C9-1889-07E4553FC5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627592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91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2026-09-06T08:14:53Z</dcterms:created>
  <dcterms:modified xsi:type="dcterms:W3CDTF">2026-09-06T08:14:53Z</dcterms:modified>
</cp:coreProperties>
</file>