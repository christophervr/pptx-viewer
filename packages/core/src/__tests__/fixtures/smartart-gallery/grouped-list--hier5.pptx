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1F4EFD-2D16-4B02-B2D3-63E1EFD38246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C915D6-27A7-44D5-9B7C-2871167A3C7A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B10BDE3D-154D-4D55-A4FB-F28D5376CF18}" type="parTrans" cxnId="{06C9A18B-35DD-4110-AE48-E0B29BE1CE30}">
      <dgm:prSet/>
      <dgm:spPr/>
    </dgm:pt>
    <dgm:pt modelId="{F0037A3B-EE3D-499B-ACB6-1B858F2893A2}" type="sibTrans" cxnId="{06C9A18B-35DD-4110-AE48-E0B29BE1CE30}">
      <dgm:prSet/>
      <dgm:spPr/>
    </dgm:pt>
    <dgm:pt modelId="{77045D26-030C-479F-9876-AA25B2AC230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25A1A780-2D3A-4511-B269-290D9C28239C}" type="parTrans" cxnId="{655F3159-4390-46CA-B577-DD579F818DC8}">
      <dgm:prSet/>
      <dgm:spPr/>
    </dgm:pt>
    <dgm:pt modelId="{41424F4E-065E-49D4-A84C-D699ACB5A96B}" type="sibTrans" cxnId="{655F3159-4390-46CA-B577-DD579F818DC8}">
      <dgm:prSet/>
      <dgm:spPr/>
    </dgm:pt>
    <dgm:pt modelId="{22CDE8E4-E683-4619-969A-D9C95952581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D031BAA-D1B7-42D1-A46C-E05D373F2752}" type="parTrans" cxnId="{45B41790-EC8F-4C9F-808C-DA8181AABD4A}">
      <dgm:prSet/>
      <dgm:spPr/>
    </dgm:pt>
    <dgm:pt modelId="{7C6BF3AD-FEEC-444F-B380-079E8821A455}" type="sibTrans" cxnId="{45B41790-EC8F-4C9F-808C-DA8181AABD4A}">
      <dgm:prSet/>
      <dgm:spPr/>
    </dgm:pt>
    <dgm:pt modelId="{C5F338D0-6C94-43A7-9269-7189F057266E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8CE31432-AAE9-4D50-8785-667984490CB9}" type="parTrans" cxnId="{990D6CB5-B7A6-4BA6-B2DD-6E824A0DA024}">
      <dgm:prSet/>
      <dgm:spPr/>
    </dgm:pt>
    <dgm:pt modelId="{C906B2CE-ACA3-4C1C-B2ED-F8856903591C}" type="sibTrans" cxnId="{990D6CB5-B7A6-4BA6-B2DD-6E824A0DA024}">
      <dgm:prSet/>
      <dgm:spPr/>
    </dgm:pt>
    <dgm:pt modelId="{057D5FD1-2CBA-40C2-9272-EBEA86BDF660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DE811031-175F-43FA-AC96-FFC66DAD2C94}" type="parTrans" cxnId="{330D9E54-ED9B-48A0-9856-532E45EC6FB2}">
      <dgm:prSet/>
      <dgm:spPr/>
    </dgm:pt>
    <dgm:pt modelId="{1398D459-C90A-4D90-A00B-FEC0DCBDFCC1}" type="sibTrans" cxnId="{330D9E54-ED9B-48A0-9856-532E45EC6FB2}">
      <dgm:prSet/>
      <dgm:spPr/>
    </dgm:pt>
    <dgm:pt modelId="{51481ED9-940F-4F6B-BA3F-5CA2E22CC9BB}" type="pres">
      <dgm:prSet presAssocID="{601F4EFD-2D16-4B02-B2D3-63E1EFD38246}" presName="theList" presStyleCnt="0">
        <dgm:presLayoutVars>
          <dgm:dir/>
          <dgm:animLvl val="lvl"/>
          <dgm:resizeHandles val="exact"/>
        </dgm:presLayoutVars>
      </dgm:prSet>
      <dgm:spPr/>
    </dgm:pt>
    <dgm:pt modelId="{A81BED5A-0565-46BF-B555-6E77DEA1ADF7}" type="pres">
      <dgm:prSet presAssocID="{1FC915D6-27A7-44D5-9B7C-2871167A3C7A}" presName="compNode" presStyleCnt="0"/>
      <dgm:spPr/>
    </dgm:pt>
    <dgm:pt modelId="{73AFCFBB-965B-4BC5-8357-02CD69FE5387}" type="pres">
      <dgm:prSet presAssocID="{1FC915D6-27A7-44D5-9B7C-2871167A3C7A}" presName="aNode" presStyleLbl="bgShp" presStyleIdx="0" presStyleCnt="3"/>
      <dgm:spPr/>
    </dgm:pt>
    <dgm:pt modelId="{916B1D8E-302F-44B1-8977-11E663FBE8D2}" type="pres">
      <dgm:prSet presAssocID="{1FC915D6-27A7-44D5-9B7C-2871167A3C7A}" presName="textNode" presStyleLbl="bgShp" presStyleIdx="0" presStyleCnt="3"/>
      <dgm:spPr/>
    </dgm:pt>
    <dgm:pt modelId="{01F5B8E0-0C0A-40DD-8FEC-8E5D3FB4B0A9}" type="pres">
      <dgm:prSet presAssocID="{1FC915D6-27A7-44D5-9B7C-2871167A3C7A}" presName="compChildNode" presStyleCnt="0"/>
      <dgm:spPr/>
    </dgm:pt>
    <dgm:pt modelId="{B1A18181-CF2B-4D78-82AC-253CF9371D20}" type="pres">
      <dgm:prSet presAssocID="{1FC915D6-27A7-44D5-9B7C-2871167A3C7A}" presName="theInnerList" presStyleCnt="0"/>
      <dgm:spPr/>
    </dgm:pt>
    <dgm:pt modelId="{0A184990-C015-41E7-808F-73AD4AA685B7}" type="pres">
      <dgm:prSet presAssocID="{77045D26-030C-479F-9876-AA25B2AC2308}" presName="childNode" presStyleLbl="node1" presStyleIdx="0" presStyleCnt="2">
        <dgm:presLayoutVars>
          <dgm:bulletEnabled val="1"/>
        </dgm:presLayoutVars>
      </dgm:prSet>
      <dgm:spPr/>
    </dgm:pt>
    <dgm:pt modelId="{E70C6B41-AA13-48E0-9E8D-1E9B112F0C5D}" type="pres">
      <dgm:prSet presAssocID="{1FC915D6-27A7-44D5-9B7C-2871167A3C7A}" presName="aSpace" presStyleCnt="0"/>
      <dgm:spPr/>
    </dgm:pt>
    <dgm:pt modelId="{105BEBB6-C162-4EE3-BB94-958AA7C3A148}" type="pres">
      <dgm:prSet presAssocID="{22CDE8E4-E683-4619-969A-D9C959525819}" presName="compNode" presStyleCnt="0"/>
      <dgm:spPr/>
    </dgm:pt>
    <dgm:pt modelId="{2A9D99F4-B0C9-437E-9456-4D1C00CF2F37}" type="pres">
      <dgm:prSet presAssocID="{22CDE8E4-E683-4619-969A-D9C959525819}" presName="aNode" presStyleLbl="bgShp" presStyleIdx="1" presStyleCnt="3"/>
      <dgm:spPr/>
    </dgm:pt>
    <dgm:pt modelId="{6F1A9452-8281-4047-B75B-01342EB6170D}" type="pres">
      <dgm:prSet presAssocID="{22CDE8E4-E683-4619-969A-D9C959525819}" presName="textNode" presStyleLbl="bgShp" presStyleIdx="1" presStyleCnt="3"/>
      <dgm:spPr/>
    </dgm:pt>
    <dgm:pt modelId="{DE18AEFF-CE88-4A36-81FA-3FADAB476898}" type="pres">
      <dgm:prSet presAssocID="{22CDE8E4-E683-4619-969A-D9C959525819}" presName="compChildNode" presStyleCnt="0"/>
      <dgm:spPr/>
    </dgm:pt>
    <dgm:pt modelId="{EFFA6AD1-8082-4D9D-A136-29FBDCBB2562}" type="pres">
      <dgm:prSet presAssocID="{22CDE8E4-E683-4619-969A-D9C959525819}" presName="theInnerList" presStyleCnt="0"/>
      <dgm:spPr/>
    </dgm:pt>
    <dgm:pt modelId="{9846F224-71E4-409F-93B1-D4A91ED83542}" type="pres">
      <dgm:prSet presAssocID="{22CDE8E4-E683-4619-969A-D9C959525819}" presName="aSpace" presStyleCnt="0"/>
      <dgm:spPr/>
    </dgm:pt>
    <dgm:pt modelId="{5F226C48-3A8D-4A03-B7E9-371F077C8967}" type="pres">
      <dgm:prSet presAssocID="{C5F338D0-6C94-43A7-9269-7189F057266E}" presName="compNode" presStyleCnt="0"/>
      <dgm:spPr/>
    </dgm:pt>
    <dgm:pt modelId="{8A36C8F6-D65F-49CA-8014-4A958C82F9FD}" type="pres">
      <dgm:prSet presAssocID="{C5F338D0-6C94-43A7-9269-7189F057266E}" presName="aNode" presStyleLbl="bgShp" presStyleIdx="2" presStyleCnt="3"/>
      <dgm:spPr/>
    </dgm:pt>
    <dgm:pt modelId="{48F3C779-CF13-4D82-B685-33A90E614D3C}" type="pres">
      <dgm:prSet presAssocID="{C5F338D0-6C94-43A7-9269-7189F057266E}" presName="textNode" presStyleLbl="bgShp" presStyleIdx="2" presStyleCnt="3"/>
      <dgm:spPr/>
    </dgm:pt>
    <dgm:pt modelId="{FEA6FECD-578B-4BEF-93DD-C4EAAE6D225D}" type="pres">
      <dgm:prSet presAssocID="{C5F338D0-6C94-43A7-9269-7189F057266E}" presName="compChildNode" presStyleCnt="0"/>
      <dgm:spPr/>
    </dgm:pt>
    <dgm:pt modelId="{42798C8E-48DD-4C94-8EA8-1D99C01B023C}" type="pres">
      <dgm:prSet presAssocID="{C5F338D0-6C94-43A7-9269-7189F057266E}" presName="theInnerList" presStyleCnt="0"/>
      <dgm:spPr/>
    </dgm:pt>
    <dgm:pt modelId="{0C0F5988-3E2E-4A31-95D4-A69000EFD75F}" type="pres">
      <dgm:prSet presAssocID="{057D5FD1-2CBA-40C2-9272-EBEA86BDF660}" presName="childNode" presStyleLbl="node1" presStyleIdx="1" presStyleCnt="2">
        <dgm:presLayoutVars>
          <dgm:bulletEnabled val="1"/>
        </dgm:presLayoutVars>
      </dgm:prSet>
      <dgm:spPr/>
    </dgm:pt>
  </dgm:ptLst>
  <dgm:cxnLst>
    <dgm:cxn modelId="{71770A5E-3571-4A18-9CF7-FE46C3A6480A}" type="presOf" srcId="{601F4EFD-2D16-4B02-B2D3-63E1EFD38246}" destId="{51481ED9-940F-4F6B-BA3F-5CA2E22CC9BB}" srcOrd="0" destOrd="0" presId="urn:microsoft.com/office/officeart/2005/8/layout/lProcess2"/>
    <dgm:cxn modelId="{CD2DF660-6D7E-47DC-8916-4D07AD2D17AA}" type="presOf" srcId="{C5F338D0-6C94-43A7-9269-7189F057266E}" destId="{48F3C779-CF13-4D82-B685-33A90E614D3C}" srcOrd="1" destOrd="0" presId="urn:microsoft.com/office/officeart/2005/8/layout/lProcess2"/>
    <dgm:cxn modelId="{B1B0D966-F752-45A5-97C3-B6A711EE38C0}" type="presOf" srcId="{1FC915D6-27A7-44D5-9B7C-2871167A3C7A}" destId="{916B1D8E-302F-44B1-8977-11E663FBE8D2}" srcOrd="1" destOrd="0" presId="urn:microsoft.com/office/officeart/2005/8/layout/lProcess2"/>
    <dgm:cxn modelId="{8DA6E267-86F9-4D62-AD8F-CD296FCFDFC6}" type="presOf" srcId="{057D5FD1-2CBA-40C2-9272-EBEA86BDF660}" destId="{0C0F5988-3E2E-4A31-95D4-A69000EFD75F}" srcOrd="0" destOrd="0" presId="urn:microsoft.com/office/officeart/2005/8/layout/lProcess2"/>
    <dgm:cxn modelId="{0803094C-E475-4133-B457-77205A427B3C}" type="presOf" srcId="{22CDE8E4-E683-4619-969A-D9C959525819}" destId="{2A9D99F4-B0C9-437E-9456-4D1C00CF2F37}" srcOrd="0" destOrd="0" presId="urn:microsoft.com/office/officeart/2005/8/layout/lProcess2"/>
    <dgm:cxn modelId="{C3E58C70-0CAE-4589-B413-64E2F2E1FBC2}" type="presOf" srcId="{1FC915D6-27A7-44D5-9B7C-2871167A3C7A}" destId="{73AFCFBB-965B-4BC5-8357-02CD69FE5387}" srcOrd="0" destOrd="0" presId="urn:microsoft.com/office/officeart/2005/8/layout/lProcess2"/>
    <dgm:cxn modelId="{330D9E54-ED9B-48A0-9856-532E45EC6FB2}" srcId="{C5F338D0-6C94-43A7-9269-7189F057266E}" destId="{057D5FD1-2CBA-40C2-9272-EBEA86BDF660}" srcOrd="0" destOrd="0" parTransId="{DE811031-175F-43FA-AC96-FFC66DAD2C94}" sibTransId="{1398D459-C90A-4D90-A00B-FEC0DCBDFCC1}"/>
    <dgm:cxn modelId="{655F3159-4390-46CA-B577-DD579F818DC8}" srcId="{1FC915D6-27A7-44D5-9B7C-2871167A3C7A}" destId="{77045D26-030C-479F-9876-AA25B2AC2308}" srcOrd="0" destOrd="0" parTransId="{25A1A780-2D3A-4511-B269-290D9C28239C}" sibTransId="{41424F4E-065E-49D4-A84C-D699ACB5A96B}"/>
    <dgm:cxn modelId="{06C9A18B-35DD-4110-AE48-E0B29BE1CE30}" srcId="{601F4EFD-2D16-4B02-B2D3-63E1EFD38246}" destId="{1FC915D6-27A7-44D5-9B7C-2871167A3C7A}" srcOrd="0" destOrd="0" parTransId="{B10BDE3D-154D-4D55-A4FB-F28D5376CF18}" sibTransId="{F0037A3B-EE3D-499B-ACB6-1B858F2893A2}"/>
    <dgm:cxn modelId="{45B41790-EC8F-4C9F-808C-DA8181AABD4A}" srcId="{601F4EFD-2D16-4B02-B2D3-63E1EFD38246}" destId="{22CDE8E4-E683-4619-969A-D9C959525819}" srcOrd="1" destOrd="0" parTransId="{1D031BAA-D1B7-42D1-A46C-E05D373F2752}" sibTransId="{7C6BF3AD-FEEC-444F-B380-079E8821A455}"/>
    <dgm:cxn modelId="{7F2A27A8-A04C-48FE-B5B9-0E8FF174236E}" type="presOf" srcId="{C5F338D0-6C94-43A7-9269-7189F057266E}" destId="{8A36C8F6-D65F-49CA-8014-4A958C82F9FD}" srcOrd="0" destOrd="0" presId="urn:microsoft.com/office/officeart/2005/8/layout/lProcess2"/>
    <dgm:cxn modelId="{990D6CB5-B7A6-4BA6-B2DD-6E824A0DA024}" srcId="{601F4EFD-2D16-4B02-B2D3-63E1EFD38246}" destId="{C5F338D0-6C94-43A7-9269-7189F057266E}" srcOrd="2" destOrd="0" parTransId="{8CE31432-AAE9-4D50-8785-667984490CB9}" sibTransId="{C906B2CE-ACA3-4C1C-B2ED-F8856903591C}"/>
    <dgm:cxn modelId="{450951B5-6527-406A-8890-2807B92279A4}" type="presOf" srcId="{22CDE8E4-E683-4619-969A-D9C959525819}" destId="{6F1A9452-8281-4047-B75B-01342EB6170D}" srcOrd="1" destOrd="0" presId="urn:microsoft.com/office/officeart/2005/8/layout/lProcess2"/>
    <dgm:cxn modelId="{F3B18FC3-E4D7-4E20-AC56-E04FBE20D082}" type="presOf" srcId="{77045D26-030C-479F-9876-AA25B2AC2308}" destId="{0A184990-C015-41E7-808F-73AD4AA685B7}" srcOrd="0" destOrd="0" presId="urn:microsoft.com/office/officeart/2005/8/layout/lProcess2"/>
    <dgm:cxn modelId="{0858CADE-69FF-498C-AAFF-3AA48341588F}" type="presParOf" srcId="{51481ED9-940F-4F6B-BA3F-5CA2E22CC9BB}" destId="{A81BED5A-0565-46BF-B555-6E77DEA1ADF7}" srcOrd="0" destOrd="0" presId="urn:microsoft.com/office/officeart/2005/8/layout/lProcess2"/>
    <dgm:cxn modelId="{9FC5BADB-EC6D-4FF3-BA46-E9917B07D421}" type="presParOf" srcId="{A81BED5A-0565-46BF-B555-6E77DEA1ADF7}" destId="{73AFCFBB-965B-4BC5-8357-02CD69FE5387}" srcOrd="0" destOrd="0" presId="urn:microsoft.com/office/officeart/2005/8/layout/lProcess2"/>
    <dgm:cxn modelId="{5B02AD51-1AEF-44F4-A36E-FEDA905C175F}" type="presParOf" srcId="{A81BED5A-0565-46BF-B555-6E77DEA1ADF7}" destId="{916B1D8E-302F-44B1-8977-11E663FBE8D2}" srcOrd="1" destOrd="0" presId="urn:microsoft.com/office/officeart/2005/8/layout/lProcess2"/>
    <dgm:cxn modelId="{6D0A2ED9-0393-48A5-8A8F-DD80D5A307E8}" type="presParOf" srcId="{A81BED5A-0565-46BF-B555-6E77DEA1ADF7}" destId="{01F5B8E0-0C0A-40DD-8FEC-8E5D3FB4B0A9}" srcOrd="2" destOrd="0" presId="urn:microsoft.com/office/officeart/2005/8/layout/lProcess2"/>
    <dgm:cxn modelId="{E1D68A48-45ED-4FDA-9801-A8D32DC57BAC}" type="presParOf" srcId="{01F5B8E0-0C0A-40DD-8FEC-8E5D3FB4B0A9}" destId="{B1A18181-CF2B-4D78-82AC-253CF9371D20}" srcOrd="0" destOrd="0" presId="urn:microsoft.com/office/officeart/2005/8/layout/lProcess2"/>
    <dgm:cxn modelId="{1B0B2418-6419-45AE-85E2-1202B18EEEA4}" type="presParOf" srcId="{B1A18181-CF2B-4D78-82AC-253CF9371D20}" destId="{0A184990-C015-41E7-808F-73AD4AA685B7}" srcOrd="0" destOrd="0" presId="urn:microsoft.com/office/officeart/2005/8/layout/lProcess2"/>
    <dgm:cxn modelId="{E526E8DA-6A09-421B-9DF6-74098157AC4D}" type="presParOf" srcId="{51481ED9-940F-4F6B-BA3F-5CA2E22CC9BB}" destId="{E70C6B41-AA13-48E0-9E8D-1E9B112F0C5D}" srcOrd="1" destOrd="0" presId="urn:microsoft.com/office/officeart/2005/8/layout/lProcess2"/>
    <dgm:cxn modelId="{C3171232-141F-4E29-93BE-812FE101CE1B}" type="presParOf" srcId="{51481ED9-940F-4F6B-BA3F-5CA2E22CC9BB}" destId="{105BEBB6-C162-4EE3-BB94-958AA7C3A148}" srcOrd="2" destOrd="0" presId="urn:microsoft.com/office/officeart/2005/8/layout/lProcess2"/>
    <dgm:cxn modelId="{8ECC4A03-10FA-4590-B1C2-4C837EADF7CC}" type="presParOf" srcId="{105BEBB6-C162-4EE3-BB94-958AA7C3A148}" destId="{2A9D99F4-B0C9-437E-9456-4D1C00CF2F37}" srcOrd="0" destOrd="0" presId="urn:microsoft.com/office/officeart/2005/8/layout/lProcess2"/>
    <dgm:cxn modelId="{B7710E72-E53E-4F8A-B955-1FF9C0E36578}" type="presParOf" srcId="{105BEBB6-C162-4EE3-BB94-958AA7C3A148}" destId="{6F1A9452-8281-4047-B75B-01342EB6170D}" srcOrd="1" destOrd="0" presId="urn:microsoft.com/office/officeart/2005/8/layout/lProcess2"/>
    <dgm:cxn modelId="{EC59C569-C1D6-4A3A-A4C0-938BC0FB427E}" type="presParOf" srcId="{105BEBB6-C162-4EE3-BB94-958AA7C3A148}" destId="{DE18AEFF-CE88-4A36-81FA-3FADAB476898}" srcOrd="2" destOrd="0" presId="urn:microsoft.com/office/officeart/2005/8/layout/lProcess2"/>
    <dgm:cxn modelId="{32931168-DD00-49AF-ABF0-D9BEFD2392C1}" type="presParOf" srcId="{DE18AEFF-CE88-4A36-81FA-3FADAB476898}" destId="{EFFA6AD1-8082-4D9D-A136-29FBDCBB2562}" srcOrd="0" destOrd="0" presId="urn:microsoft.com/office/officeart/2005/8/layout/lProcess2"/>
    <dgm:cxn modelId="{90A538AF-4CE5-4C2B-BEED-9F1F59F5E502}" type="presParOf" srcId="{51481ED9-940F-4F6B-BA3F-5CA2E22CC9BB}" destId="{9846F224-71E4-409F-93B1-D4A91ED83542}" srcOrd="3" destOrd="0" presId="urn:microsoft.com/office/officeart/2005/8/layout/lProcess2"/>
    <dgm:cxn modelId="{8C792AFF-BE4A-4ACD-9B2A-F8FF195CEB78}" type="presParOf" srcId="{51481ED9-940F-4F6B-BA3F-5CA2E22CC9BB}" destId="{5F226C48-3A8D-4A03-B7E9-371F077C8967}" srcOrd="4" destOrd="0" presId="urn:microsoft.com/office/officeart/2005/8/layout/lProcess2"/>
    <dgm:cxn modelId="{BCD998C7-191C-4F90-9515-AA40D2171EA1}" type="presParOf" srcId="{5F226C48-3A8D-4A03-B7E9-371F077C8967}" destId="{8A36C8F6-D65F-49CA-8014-4A958C82F9FD}" srcOrd="0" destOrd="0" presId="urn:microsoft.com/office/officeart/2005/8/layout/lProcess2"/>
    <dgm:cxn modelId="{1E9A2AC1-F406-465B-8021-DE0CE125A24E}" type="presParOf" srcId="{5F226C48-3A8D-4A03-B7E9-371F077C8967}" destId="{48F3C779-CF13-4D82-B685-33A90E614D3C}" srcOrd="1" destOrd="0" presId="urn:microsoft.com/office/officeart/2005/8/layout/lProcess2"/>
    <dgm:cxn modelId="{17B88DFE-4A61-42E5-A53A-179888D8012B}" type="presParOf" srcId="{5F226C48-3A8D-4A03-B7E9-371F077C8967}" destId="{FEA6FECD-578B-4BEF-93DD-C4EAAE6D225D}" srcOrd="2" destOrd="0" presId="urn:microsoft.com/office/officeart/2005/8/layout/lProcess2"/>
    <dgm:cxn modelId="{345238C7-C680-4AF7-A9E2-4E290BE4CBEE}" type="presParOf" srcId="{FEA6FECD-578B-4BEF-93DD-C4EAAE6D225D}" destId="{42798C8E-48DD-4C94-8EA8-1D99C01B023C}" srcOrd="0" destOrd="0" presId="urn:microsoft.com/office/officeart/2005/8/layout/lProcess2"/>
    <dgm:cxn modelId="{9D7C18AA-02D9-4737-BFDE-E647632B52A2}" type="presParOf" srcId="{42798C8E-48DD-4C94-8EA8-1D99C01B023C}" destId="{0C0F5988-3E2E-4A31-95D4-A69000EFD75F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AFCFBB-965B-4BC5-8357-02CD69FE5387}">
      <dsp:nvSpPr>
        <dsp:cNvPr id="0" name=""/>
        <dsp:cNvSpPr/>
      </dsp:nvSpPr>
      <dsp:spPr>
        <a:xfrm>
          <a:off x="1007" y="0"/>
          <a:ext cx="2619995" cy="5080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Node One</a:t>
          </a:r>
        </a:p>
      </dsp:txBody>
      <dsp:txXfrm>
        <a:off x="1007" y="0"/>
        <a:ext cx="2619995" cy="1524000"/>
      </dsp:txXfrm>
    </dsp:sp>
    <dsp:sp modelId="{0A184990-C015-41E7-808F-73AD4AA685B7}">
      <dsp:nvSpPr>
        <dsp:cNvPr id="0" name=""/>
        <dsp:cNvSpPr/>
      </dsp:nvSpPr>
      <dsp:spPr>
        <a:xfrm>
          <a:off x="263007" y="1524000"/>
          <a:ext cx="2095996" cy="3302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220" tIns="81915" rIns="10922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Node Two has a longer label</a:t>
          </a:r>
        </a:p>
      </dsp:txBody>
      <dsp:txXfrm>
        <a:off x="324397" y="1585390"/>
        <a:ext cx="1973216" cy="3179220"/>
      </dsp:txXfrm>
    </dsp:sp>
    <dsp:sp modelId="{2A9D99F4-B0C9-437E-9456-4D1C00CF2F37}">
      <dsp:nvSpPr>
        <dsp:cNvPr id="0" name=""/>
        <dsp:cNvSpPr/>
      </dsp:nvSpPr>
      <dsp:spPr>
        <a:xfrm>
          <a:off x="2817502" y="0"/>
          <a:ext cx="2619995" cy="5080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Node Three</a:t>
          </a:r>
        </a:p>
      </dsp:txBody>
      <dsp:txXfrm>
        <a:off x="2817502" y="0"/>
        <a:ext cx="2619995" cy="1524000"/>
      </dsp:txXfrm>
    </dsp:sp>
    <dsp:sp modelId="{8A36C8F6-D65F-49CA-8014-4A958C82F9FD}">
      <dsp:nvSpPr>
        <dsp:cNvPr id="0" name=""/>
        <dsp:cNvSpPr/>
      </dsp:nvSpPr>
      <dsp:spPr>
        <a:xfrm>
          <a:off x="5633997" y="0"/>
          <a:ext cx="2619995" cy="5080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Node Four</a:t>
          </a:r>
        </a:p>
      </dsp:txBody>
      <dsp:txXfrm>
        <a:off x="5633997" y="0"/>
        <a:ext cx="2619995" cy="1524000"/>
      </dsp:txXfrm>
    </dsp:sp>
    <dsp:sp modelId="{0C0F5988-3E2E-4A31-95D4-A69000EFD75F}">
      <dsp:nvSpPr>
        <dsp:cNvPr id="0" name=""/>
        <dsp:cNvSpPr/>
      </dsp:nvSpPr>
      <dsp:spPr>
        <a:xfrm>
          <a:off x="5895996" y="1524000"/>
          <a:ext cx="2095996" cy="3302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220" tIns="81915" rIns="10922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Node Five</a:t>
          </a:r>
        </a:p>
      </dsp:txBody>
      <dsp:txXfrm>
        <a:off x="5957386" y="1585390"/>
        <a:ext cx="1973216" cy="3179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1170-86A5-1FD5-A462-ADEEA8F0F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B3852-DE41-E4DC-FDB8-6C190B052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694B1-4A81-23E8-8FC4-E0D876955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7750C-CF26-43F0-89B6-6137F0C574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70DAE-8666-38BF-EE6E-D3EFCF29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4FFAF-C0E9-AFC8-7058-20354079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DA50-485B-4295-B28E-3A5B42EB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6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10F3-6139-F948-8350-49D5B911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E32D6-DFA4-68A6-5994-C149725B1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9EB70-E13F-1B56-AA23-4307AF83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7750C-CF26-43F0-89B6-6137F0C574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2222D-1F88-B362-7915-212B6EAA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003FA-047E-FD9B-A3AC-4C6CD6D4B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DA50-485B-4295-B28E-3A5B42EB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8266-0182-2743-AC22-5860C70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62B55-85DF-57AA-8FE3-7A7B2602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CAED0-AA9C-D3C3-9E71-7EE1C9826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7750C-CF26-43F0-89B6-6137F0C574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FF169-3495-721B-3D5E-090595812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3B615-267C-8CA4-FA65-58D5FFDDD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DA50-485B-4295-B28E-3A5B42EB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8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32A19-364B-6313-9F4D-22F8B3493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9B8A9-9DDD-D0F1-5B7D-07FD6DAEB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E25D5-A883-ED03-F5DE-898E886E3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859B0-DBCF-F585-C3F8-3737455C9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7750C-CF26-43F0-89B6-6137F0C574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E7E1E-DA0A-5884-FF89-D8996DC43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06568-85EA-2B02-5467-DB71756C1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DA50-485B-4295-B28E-3A5B42EB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2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EE42E-BC1A-2954-CDD4-32DB83738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FEBF7-48A3-B6EE-E753-47DCD57B0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1906C-8864-B4C5-E609-837686B36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90F26-2D79-5C93-4023-27C8AC058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4E8786-E2AD-DF85-C326-51FB0094B8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C51E0C-B082-A91C-C968-3FBADB66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7750C-CF26-43F0-89B6-6137F0C574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257895-D887-0FE6-71E7-9E0562B5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860A8-7E6F-5C08-44BE-062C228E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DA50-485B-4295-B28E-3A5B42EB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551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09C88-47E1-1809-60D1-3049EDB4C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20FACE-10E1-3954-E6B3-C8653F4ED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7750C-CF26-43F0-89B6-6137F0C574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C38233-6DA3-28AC-3DDE-22FB579A5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0D9D7-5ABE-92CA-09E1-A7755E28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DA50-485B-4295-B28E-3A5B42EB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91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46FEAC-B4AB-9B50-48DE-ACCD697CA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7750C-CF26-43F0-89B6-6137F0C574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C06A43-C7B7-BEAF-E931-8E3DEAA17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F4DC6-38A3-73D1-D048-68B368B5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DA50-485B-4295-B28E-3A5B42EB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1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611EE-8FFF-0FAC-BC0E-A081E605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6B991-9A59-1248-1C25-A42B05A8C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B9D33-3AAE-78AD-4784-F5D5C23FA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B1950-1DD9-03B2-9383-4D85055E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7750C-CF26-43F0-89B6-6137F0C574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DCE4D-8AF9-74FC-7FC7-C2021A552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76336-85DA-F0D7-C5FF-47710CC01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DA50-485B-4295-B28E-3A5B42EB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64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F99C6-C68F-DD63-A204-73740DD9B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B69508-A351-03AE-74B7-DB94FB978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1F448-DD0D-E0D8-9958-B133D70AE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952C7-F276-A28F-0D76-704A580D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7750C-CF26-43F0-89B6-6137F0C574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8EE60-DF0C-2719-C61D-38B34B92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6D2A0-4140-AEFF-8CDE-D337277F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DA50-485B-4295-B28E-3A5B42EB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3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C2D3-20C9-EEDA-A1CE-43A4CB93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AA8B4-C838-CF90-539F-6D6FDFCDC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FE2A1-AC29-D1F5-51A8-4A224C91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7750C-CF26-43F0-89B6-6137F0C574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7B429-5A88-502F-FC5F-44F453F5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7BB82-F160-EBB7-29BF-A9E617070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DA50-485B-4295-B28E-3A5B42EB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457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DE9AFD-60BE-45D5-388A-DD27106B31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A8FE9-54DF-9B59-1AA1-CEFE4067F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55F4B-B781-3366-0DAA-0A122AC7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7750C-CF26-43F0-89B6-6137F0C574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198CB-1CEB-3625-903E-3C5898AC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535CE-FD53-EC7E-6BFC-70BE51548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FDA50-485B-4295-B28E-3A5B42EB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71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40B323-F670-7E49-9B39-229DC7423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3A33A-2F69-2589-CD76-B70D57CE3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BD0F3-B0ED-27D9-F12F-4D74E89BB1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7750C-CF26-43F0-89B6-6137F0C574F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483B5-883C-3446-B746-175316F1C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CEAFB-AE52-65C3-56A2-14BD7098D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9FDA50-485B-4295-B28E-3A5B42EB8E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44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0B4BD49-55E0-045B-0A89-173E4CE1A2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567150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9204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2026-09-06T08:12:54Z</dcterms:created>
  <dcterms:modified xsi:type="dcterms:W3CDTF">2026-09-06T08:12:54Z</dcterms:modified>
</cp:coreProperties>
</file>