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4A7A1A-18C9-44BF-A335-AE013583B984}" type="doc">
      <dgm:prSet loTypeId="urn:microsoft.com/office/officeart/2009/3/layout/CircleRelationship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600CDA5-F6B1-4314-869A-FB42B3368A42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397E307F-3E68-4905-952A-2F8E658E44BD}" type="parTrans" cxnId="{6F3E003F-6952-4B02-A5BB-66A1317F6F3B}">
      <dgm:prSet/>
      <dgm:spPr/>
    </dgm:pt>
    <dgm:pt modelId="{CAF323B3-123B-4724-8BB6-7FCD0697C6DE}" type="sibTrans" cxnId="{6F3E003F-6952-4B02-A5BB-66A1317F6F3B}">
      <dgm:prSet/>
      <dgm:spPr/>
    </dgm:pt>
    <dgm:pt modelId="{349D9721-3079-422E-A0A0-531735395357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3249B450-FA9C-4A4D-8949-B54CE4F15B1E}" type="parTrans" cxnId="{349F6E8C-940A-4303-8EDE-E5C19ABB4055}">
      <dgm:prSet/>
      <dgm:spPr/>
    </dgm:pt>
    <dgm:pt modelId="{F135A0C4-616D-4BDE-A8F4-6478DA967B33}" type="sibTrans" cxnId="{349F6E8C-940A-4303-8EDE-E5C19ABB4055}">
      <dgm:prSet/>
      <dgm:spPr/>
    </dgm:pt>
    <dgm:pt modelId="{FF3252A7-A7CD-44B5-9421-B6F83FECC950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D5AA4CA8-FE9F-4D4E-9440-7BC1A3BE7007}" type="parTrans" cxnId="{96B83D71-72BF-4F86-92E0-22F703C36613}">
      <dgm:prSet/>
      <dgm:spPr/>
    </dgm:pt>
    <dgm:pt modelId="{5BD5C865-D584-46CD-8157-E62B86A36B7B}" type="sibTrans" cxnId="{96B83D71-72BF-4F86-92E0-22F703C36613}">
      <dgm:prSet/>
      <dgm:spPr/>
    </dgm:pt>
    <dgm:pt modelId="{4EA96A30-B83C-4FD9-9820-B0E438094848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874AD7D0-27FF-4DC8-BA12-76EB60E54D3A}" type="parTrans" cxnId="{BD9ADCEC-5960-4BBB-8305-5655C023B29C}">
      <dgm:prSet/>
      <dgm:spPr/>
    </dgm:pt>
    <dgm:pt modelId="{59FD23D1-CDDD-4978-8C7A-CE4FF06DE507}" type="sibTrans" cxnId="{BD9ADCEC-5960-4BBB-8305-5655C023B29C}">
      <dgm:prSet/>
      <dgm:spPr/>
    </dgm:pt>
    <dgm:pt modelId="{9F7C092B-FDE1-400B-A67D-584302865ED4}">
      <dgm:prSet phldrT="[Text]"/>
      <dgm:spPr/>
    </dgm:pt>
    <dgm:pt modelId="{77494ED7-98C5-4402-A100-8B7014376E02}" type="parTrans" cxnId="{E844D4B2-92F6-4590-A5F7-E54015F8DC14}">
      <dgm:prSet/>
      <dgm:spPr/>
    </dgm:pt>
    <dgm:pt modelId="{CA3936FF-D6A6-43A8-BAF7-90819D4F6EF2}" type="sibTrans" cxnId="{E844D4B2-92F6-4590-A5F7-E54015F8DC14}">
      <dgm:prSet/>
      <dgm:spPr/>
    </dgm:pt>
    <dgm:pt modelId="{C6B8C69A-A58C-43F1-A1B9-991E024FD325}" type="pres">
      <dgm:prSet presAssocID="{774A7A1A-18C9-44BF-A335-AE013583B984}" presName="Name0" presStyleCnt="0">
        <dgm:presLayoutVars>
          <dgm:chMax val="1"/>
          <dgm:chPref val="1"/>
        </dgm:presLayoutVars>
      </dgm:prSet>
      <dgm:spPr/>
    </dgm:pt>
    <dgm:pt modelId="{96DAC6C3-F445-4882-AC3D-D568DB429142}" type="pres">
      <dgm:prSet presAssocID="{9600CDA5-F6B1-4314-869A-FB42B3368A42}" presName="Parent" presStyleLbl="node0" presStyleIdx="0" presStyleCnt="1">
        <dgm:presLayoutVars>
          <dgm:chMax val="5"/>
          <dgm:chPref val="5"/>
        </dgm:presLayoutVars>
      </dgm:prSet>
      <dgm:spPr/>
    </dgm:pt>
    <dgm:pt modelId="{3201EEF2-40DD-4871-8221-B0015D5E2258}" type="pres">
      <dgm:prSet presAssocID="{9600CDA5-F6B1-4314-869A-FB42B3368A42}" presName="Accent1" presStyleLbl="node1" presStyleIdx="0" presStyleCnt="15"/>
      <dgm:spPr/>
    </dgm:pt>
    <dgm:pt modelId="{DAB7E5BB-2A61-4A68-8B10-AA5159E6586F}" type="pres">
      <dgm:prSet presAssocID="{9600CDA5-F6B1-4314-869A-FB42B3368A42}" presName="Accent2" presStyleLbl="node1" presStyleIdx="1" presStyleCnt="15"/>
      <dgm:spPr/>
    </dgm:pt>
    <dgm:pt modelId="{0AE68F5E-A9AD-46DC-96A2-889415D7E94E}" type="pres">
      <dgm:prSet presAssocID="{9600CDA5-F6B1-4314-869A-FB42B3368A42}" presName="Accent3" presStyleLbl="node1" presStyleIdx="2" presStyleCnt="15"/>
      <dgm:spPr/>
    </dgm:pt>
    <dgm:pt modelId="{8321AE0E-C021-464E-9B8E-BF642B6D88BD}" type="pres">
      <dgm:prSet presAssocID="{9600CDA5-F6B1-4314-869A-FB42B3368A42}" presName="Accent4" presStyleLbl="node1" presStyleIdx="3" presStyleCnt="15"/>
      <dgm:spPr/>
    </dgm:pt>
    <dgm:pt modelId="{19F0449D-CCE5-4BB4-B1D5-494552179D6E}" type="pres">
      <dgm:prSet presAssocID="{9600CDA5-F6B1-4314-869A-FB42B3368A42}" presName="Accent5" presStyleLbl="node1" presStyleIdx="4" presStyleCnt="15"/>
      <dgm:spPr/>
    </dgm:pt>
    <dgm:pt modelId="{3A2D19BE-ECA4-425D-AD6E-042E56B89E6D}" type="pres">
      <dgm:prSet presAssocID="{9600CDA5-F6B1-4314-869A-FB42B3368A42}" presName="Accent6" presStyleLbl="node1" presStyleIdx="5" presStyleCnt="15"/>
      <dgm:spPr/>
    </dgm:pt>
    <dgm:pt modelId="{ED55ACBA-2392-4E37-BB2E-C0BC09BFE34F}" type="pres">
      <dgm:prSet presAssocID="{349D9721-3079-422E-A0A0-531735395357}" presName="Child1" presStyleLbl="node1" presStyleIdx="6" presStyleCnt="15">
        <dgm:presLayoutVars>
          <dgm:chMax val="0"/>
          <dgm:chPref val="0"/>
        </dgm:presLayoutVars>
      </dgm:prSet>
      <dgm:spPr/>
    </dgm:pt>
    <dgm:pt modelId="{8D2840E3-76A2-43E5-894E-4F316BD530AB}" type="pres">
      <dgm:prSet presAssocID="{349D9721-3079-422E-A0A0-531735395357}" presName="Accent7" presStyleCnt="0"/>
      <dgm:spPr/>
    </dgm:pt>
    <dgm:pt modelId="{4FFA619A-02D7-431E-888F-04B3B9AA14B0}" type="pres">
      <dgm:prSet presAssocID="{349D9721-3079-422E-A0A0-531735395357}" presName="AccentHold1" presStyleLbl="node1" presStyleIdx="7" presStyleCnt="15"/>
      <dgm:spPr/>
    </dgm:pt>
    <dgm:pt modelId="{22E4EAF4-4609-4434-A44B-6D3C606E1CCF}" type="pres">
      <dgm:prSet presAssocID="{349D9721-3079-422E-A0A0-531735395357}" presName="Accent8" presStyleCnt="0"/>
      <dgm:spPr/>
    </dgm:pt>
    <dgm:pt modelId="{141B21D7-4B44-41EC-99AA-5C42A30AB297}" type="pres">
      <dgm:prSet presAssocID="{349D9721-3079-422E-A0A0-531735395357}" presName="AccentHold2" presStyleLbl="node1" presStyleIdx="8" presStyleCnt="15"/>
      <dgm:spPr/>
    </dgm:pt>
    <dgm:pt modelId="{5676455F-6F0A-4CFB-93A6-2E08CA10E34D}" type="pres">
      <dgm:prSet presAssocID="{FF3252A7-A7CD-44B5-9421-B6F83FECC950}" presName="Child2" presStyleLbl="node1" presStyleIdx="9" presStyleCnt="15">
        <dgm:presLayoutVars>
          <dgm:chMax val="0"/>
          <dgm:chPref val="0"/>
        </dgm:presLayoutVars>
      </dgm:prSet>
      <dgm:spPr/>
    </dgm:pt>
    <dgm:pt modelId="{99548660-00DD-4B69-85D2-D88D42D2CE7E}" type="pres">
      <dgm:prSet presAssocID="{FF3252A7-A7CD-44B5-9421-B6F83FECC950}" presName="Accent9" presStyleCnt="0"/>
      <dgm:spPr/>
    </dgm:pt>
    <dgm:pt modelId="{18C9AF4E-4518-42F1-AC94-5F9C2B5B1CF4}" type="pres">
      <dgm:prSet presAssocID="{FF3252A7-A7CD-44B5-9421-B6F83FECC950}" presName="AccentHold1" presStyleLbl="node1" presStyleIdx="10" presStyleCnt="15"/>
      <dgm:spPr/>
    </dgm:pt>
    <dgm:pt modelId="{14C5E4F9-04E7-4AA6-8BCE-05C723F69042}" type="pres">
      <dgm:prSet presAssocID="{FF3252A7-A7CD-44B5-9421-B6F83FECC950}" presName="Accent10" presStyleCnt="0"/>
      <dgm:spPr/>
    </dgm:pt>
    <dgm:pt modelId="{116A08ED-E6F7-4AF4-8483-CFA1A7D09557}" type="pres">
      <dgm:prSet presAssocID="{FF3252A7-A7CD-44B5-9421-B6F83FECC950}" presName="AccentHold2" presStyleLbl="node1" presStyleIdx="11" presStyleCnt="15"/>
      <dgm:spPr/>
    </dgm:pt>
    <dgm:pt modelId="{9BB7082F-5B9A-4864-8E8D-53039D4C7583}" type="pres">
      <dgm:prSet presAssocID="{FF3252A7-A7CD-44B5-9421-B6F83FECC950}" presName="Accent11" presStyleCnt="0"/>
      <dgm:spPr/>
    </dgm:pt>
    <dgm:pt modelId="{A98416D8-A764-4E5B-9060-CFE66DF3F22C}" type="pres">
      <dgm:prSet presAssocID="{FF3252A7-A7CD-44B5-9421-B6F83FECC950}" presName="AccentHold3" presStyleLbl="node1" presStyleIdx="12" presStyleCnt="15"/>
      <dgm:spPr/>
    </dgm:pt>
    <dgm:pt modelId="{2EC13596-DB78-4E64-B2F7-A2A13BDAA093}" type="pres">
      <dgm:prSet presAssocID="{4EA96A30-B83C-4FD9-9820-B0E438094848}" presName="Child3" presStyleLbl="node1" presStyleIdx="13" presStyleCnt="15">
        <dgm:presLayoutVars>
          <dgm:chMax val="0"/>
          <dgm:chPref val="0"/>
        </dgm:presLayoutVars>
      </dgm:prSet>
      <dgm:spPr/>
    </dgm:pt>
    <dgm:pt modelId="{2E5F8CF4-948C-4814-A283-7C44BE9929ED}" type="pres">
      <dgm:prSet presAssocID="{4EA96A30-B83C-4FD9-9820-B0E438094848}" presName="Accent12" presStyleCnt="0"/>
      <dgm:spPr/>
    </dgm:pt>
    <dgm:pt modelId="{E247C149-0CE4-42AC-8ACD-70C8F1D53587}" type="pres">
      <dgm:prSet presAssocID="{4EA96A30-B83C-4FD9-9820-B0E438094848}" presName="AccentHold1" presStyleLbl="node1" presStyleIdx="14" presStyleCnt="15"/>
      <dgm:spPr/>
    </dgm:pt>
  </dgm:ptLst>
  <dgm:cxnLst>
    <dgm:cxn modelId="{3720A226-0D62-4818-B8DE-8A7313F053C9}" type="presOf" srcId="{349D9721-3079-422E-A0A0-531735395357}" destId="{ED55ACBA-2392-4E37-BB2E-C0BC09BFE34F}" srcOrd="0" destOrd="0" presId="urn:microsoft.com/office/officeart/2009/3/layout/CircleRelationship"/>
    <dgm:cxn modelId="{6F3E003F-6952-4B02-A5BB-66A1317F6F3B}" srcId="{774A7A1A-18C9-44BF-A335-AE013583B984}" destId="{9600CDA5-F6B1-4314-869A-FB42B3368A42}" srcOrd="0" destOrd="0" parTransId="{397E307F-3E68-4905-952A-2F8E658E44BD}" sibTransId="{CAF323B3-123B-4724-8BB6-7FCD0697C6DE}"/>
    <dgm:cxn modelId="{96B83D71-72BF-4F86-92E0-22F703C36613}" srcId="{9600CDA5-F6B1-4314-869A-FB42B3368A42}" destId="{FF3252A7-A7CD-44B5-9421-B6F83FECC950}" srcOrd="1" destOrd="0" parTransId="{D5AA4CA8-FE9F-4D4E-9440-7BC1A3BE7007}" sibTransId="{5BD5C865-D584-46CD-8157-E62B86A36B7B}"/>
    <dgm:cxn modelId="{F6998E76-AD9E-45FF-8775-4C360C1B830B}" type="presOf" srcId="{FF3252A7-A7CD-44B5-9421-B6F83FECC950}" destId="{5676455F-6F0A-4CFB-93A6-2E08CA10E34D}" srcOrd="0" destOrd="0" presId="urn:microsoft.com/office/officeart/2009/3/layout/CircleRelationship"/>
    <dgm:cxn modelId="{3CF38386-1BB6-4647-A027-E2CADC81A2DC}" type="presOf" srcId="{4EA96A30-B83C-4FD9-9820-B0E438094848}" destId="{2EC13596-DB78-4E64-B2F7-A2A13BDAA093}" srcOrd="0" destOrd="0" presId="urn:microsoft.com/office/officeart/2009/3/layout/CircleRelationship"/>
    <dgm:cxn modelId="{349F6E8C-940A-4303-8EDE-E5C19ABB4055}" srcId="{9600CDA5-F6B1-4314-869A-FB42B3368A42}" destId="{349D9721-3079-422E-A0A0-531735395357}" srcOrd="0" destOrd="0" parTransId="{3249B450-FA9C-4A4D-8949-B54CE4F15B1E}" sibTransId="{F135A0C4-616D-4BDE-A8F4-6478DA967B33}"/>
    <dgm:cxn modelId="{E844D4B2-92F6-4590-A5F7-E54015F8DC14}" srcId="{4EA96A30-B83C-4FD9-9820-B0E438094848}" destId="{9F7C092B-FDE1-400B-A67D-584302865ED4}" srcOrd="0" destOrd="0" parTransId="{77494ED7-98C5-4402-A100-8B7014376E02}" sibTransId="{CA3936FF-D6A6-43A8-BAF7-90819D4F6EF2}"/>
    <dgm:cxn modelId="{D873E0DE-6243-4A2E-ADC0-CAADD5DA2A02}" type="presOf" srcId="{774A7A1A-18C9-44BF-A335-AE013583B984}" destId="{C6B8C69A-A58C-43F1-A1B9-991E024FD325}" srcOrd="0" destOrd="0" presId="urn:microsoft.com/office/officeart/2009/3/layout/CircleRelationship"/>
    <dgm:cxn modelId="{BD9ADCEC-5960-4BBB-8305-5655C023B29C}" srcId="{9600CDA5-F6B1-4314-869A-FB42B3368A42}" destId="{4EA96A30-B83C-4FD9-9820-B0E438094848}" srcOrd="2" destOrd="0" parTransId="{874AD7D0-27FF-4DC8-BA12-76EB60E54D3A}" sibTransId="{59FD23D1-CDDD-4978-8C7A-CE4FF06DE507}"/>
    <dgm:cxn modelId="{A76B9AF8-B860-4288-BC14-10B7F7C43249}" type="presOf" srcId="{9600CDA5-F6B1-4314-869A-FB42B3368A42}" destId="{96DAC6C3-F445-4882-AC3D-D568DB429142}" srcOrd="0" destOrd="0" presId="urn:microsoft.com/office/officeart/2009/3/layout/CircleRelationship"/>
    <dgm:cxn modelId="{1D2D1B65-7F16-44A3-AEB2-B0449F7BF034}" type="presParOf" srcId="{C6B8C69A-A58C-43F1-A1B9-991E024FD325}" destId="{96DAC6C3-F445-4882-AC3D-D568DB429142}" srcOrd="0" destOrd="0" presId="urn:microsoft.com/office/officeart/2009/3/layout/CircleRelationship"/>
    <dgm:cxn modelId="{6F0D6CB1-0B4A-4B99-9E86-1615EAF88820}" type="presParOf" srcId="{C6B8C69A-A58C-43F1-A1B9-991E024FD325}" destId="{3201EEF2-40DD-4871-8221-B0015D5E2258}" srcOrd="1" destOrd="0" presId="urn:microsoft.com/office/officeart/2009/3/layout/CircleRelationship"/>
    <dgm:cxn modelId="{489C6846-649F-4D1F-ACC7-C65DCBA92642}" type="presParOf" srcId="{C6B8C69A-A58C-43F1-A1B9-991E024FD325}" destId="{DAB7E5BB-2A61-4A68-8B10-AA5159E6586F}" srcOrd="2" destOrd="0" presId="urn:microsoft.com/office/officeart/2009/3/layout/CircleRelationship"/>
    <dgm:cxn modelId="{1CE061D6-7658-4823-A2D9-620323386B94}" type="presParOf" srcId="{C6B8C69A-A58C-43F1-A1B9-991E024FD325}" destId="{0AE68F5E-A9AD-46DC-96A2-889415D7E94E}" srcOrd="3" destOrd="0" presId="urn:microsoft.com/office/officeart/2009/3/layout/CircleRelationship"/>
    <dgm:cxn modelId="{75D419F7-78F0-41E1-9B86-9C32F30A365F}" type="presParOf" srcId="{C6B8C69A-A58C-43F1-A1B9-991E024FD325}" destId="{8321AE0E-C021-464E-9B8E-BF642B6D88BD}" srcOrd="4" destOrd="0" presId="urn:microsoft.com/office/officeart/2009/3/layout/CircleRelationship"/>
    <dgm:cxn modelId="{24F99BCF-39BD-4EF2-AB97-D5646C8857E7}" type="presParOf" srcId="{C6B8C69A-A58C-43F1-A1B9-991E024FD325}" destId="{19F0449D-CCE5-4BB4-B1D5-494552179D6E}" srcOrd="5" destOrd="0" presId="urn:microsoft.com/office/officeart/2009/3/layout/CircleRelationship"/>
    <dgm:cxn modelId="{5373F874-4380-4293-8694-962B3C8C565B}" type="presParOf" srcId="{C6B8C69A-A58C-43F1-A1B9-991E024FD325}" destId="{3A2D19BE-ECA4-425D-AD6E-042E56B89E6D}" srcOrd="6" destOrd="0" presId="urn:microsoft.com/office/officeart/2009/3/layout/CircleRelationship"/>
    <dgm:cxn modelId="{982F0E46-304A-4693-9CF6-E59CB1E91AFA}" type="presParOf" srcId="{C6B8C69A-A58C-43F1-A1B9-991E024FD325}" destId="{ED55ACBA-2392-4E37-BB2E-C0BC09BFE34F}" srcOrd="7" destOrd="0" presId="urn:microsoft.com/office/officeart/2009/3/layout/CircleRelationship"/>
    <dgm:cxn modelId="{B1E5C013-3BDC-438D-9730-18C334D63A28}" type="presParOf" srcId="{C6B8C69A-A58C-43F1-A1B9-991E024FD325}" destId="{8D2840E3-76A2-43E5-894E-4F316BD530AB}" srcOrd="8" destOrd="0" presId="urn:microsoft.com/office/officeart/2009/3/layout/CircleRelationship"/>
    <dgm:cxn modelId="{D1E1173B-404E-4334-8713-385DE18F3BCD}" type="presParOf" srcId="{8D2840E3-76A2-43E5-894E-4F316BD530AB}" destId="{4FFA619A-02D7-431E-888F-04B3B9AA14B0}" srcOrd="0" destOrd="0" presId="urn:microsoft.com/office/officeart/2009/3/layout/CircleRelationship"/>
    <dgm:cxn modelId="{6CC8D4D1-E153-4BD4-ADF2-DFA09F104E15}" type="presParOf" srcId="{C6B8C69A-A58C-43F1-A1B9-991E024FD325}" destId="{22E4EAF4-4609-4434-A44B-6D3C606E1CCF}" srcOrd="9" destOrd="0" presId="urn:microsoft.com/office/officeart/2009/3/layout/CircleRelationship"/>
    <dgm:cxn modelId="{368232FB-3D31-44F5-A09A-69961199EDA5}" type="presParOf" srcId="{22E4EAF4-4609-4434-A44B-6D3C606E1CCF}" destId="{141B21D7-4B44-41EC-99AA-5C42A30AB297}" srcOrd="0" destOrd="0" presId="urn:microsoft.com/office/officeart/2009/3/layout/CircleRelationship"/>
    <dgm:cxn modelId="{22B5677E-097B-4F93-B205-287467E70DEB}" type="presParOf" srcId="{C6B8C69A-A58C-43F1-A1B9-991E024FD325}" destId="{5676455F-6F0A-4CFB-93A6-2E08CA10E34D}" srcOrd="10" destOrd="0" presId="urn:microsoft.com/office/officeart/2009/3/layout/CircleRelationship"/>
    <dgm:cxn modelId="{5ADFAD4B-52AB-4890-9C34-8C4CC09EC93F}" type="presParOf" srcId="{C6B8C69A-A58C-43F1-A1B9-991E024FD325}" destId="{99548660-00DD-4B69-85D2-D88D42D2CE7E}" srcOrd="11" destOrd="0" presId="urn:microsoft.com/office/officeart/2009/3/layout/CircleRelationship"/>
    <dgm:cxn modelId="{D6E151C4-11AB-499E-B40D-C4EB8A022390}" type="presParOf" srcId="{99548660-00DD-4B69-85D2-D88D42D2CE7E}" destId="{18C9AF4E-4518-42F1-AC94-5F9C2B5B1CF4}" srcOrd="0" destOrd="0" presId="urn:microsoft.com/office/officeart/2009/3/layout/CircleRelationship"/>
    <dgm:cxn modelId="{F5528E0B-9105-419E-B23E-3B2017BFE079}" type="presParOf" srcId="{C6B8C69A-A58C-43F1-A1B9-991E024FD325}" destId="{14C5E4F9-04E7-4AA6-8BCE-05C723F69042}" srcOrd="12" destOrd="0" presId="urn:microsoft.com/office/officeart/2009/3/layout/CircleRelationship"/>
    <dgm:cxn modelId="{09B5D081-5FC6-4A31-94AD-DCF9A5B6BF5F}" type="presParOf" srcId="{14C5E4F9-04E7-4AA6-8BCE-05C723F69042}" destId="{116A08ED-E6F7-4AF4-8483-CFA1A7D09557}" srcOrd="0" destOrd="0" presId="urn:microsoft.com/office/officeart/2009/3/layout/CircleRelationship"/>
    <dgm:cxn modelId="{80FCE253-E505-4157-B544-7CF8CD8784D5}" type="presParOf" srcId="{C6B8C69A-A58C-43F1-A1B9-991E024FD325}" destId="{9BB7082F-5B9A-4864-8E8D-53039D4C7583}" srcOrd="13" destOrd="0" presId="urn:microsoft.com/office/officeart/2009/3/layout/CircleRelationship"/>
    <dgm:cxn modelId="{2F2082E8-B11D-4915-B3D8-CF31B1E1C916}" type="presParOf" srcId="{9BB7082F-5B9A-4864-8E8D-53039D4C7583}" destId="{A98416D8-A764-4E5B-9060-CFE66DF3F22C}" srcOrd="0" destOrd="0" presId="urn:microsoft.com/office/officeart/2009/3/layout/CircleRelationship"/>
    <dgm:cxn modelId="{5FC0F877-A49D-4BC1-9880-488F431A6007}" type="presParOf" srcId="{C6B8C69A-A58C-43F1-A1B9-991E024FD325}" destId="{2EC13596-DB78-4E64-B2F7-A2A13BDAA093}" srcOrd="14" destOrd="0" presId="urn:microsoft.com/office/officeart/2009/3/layout/CircleRelationship"/>
    <dgm:cxn modelId="{94A0A7E9-6BF7-4DA7-B432-3345F44F664F}" type="presParOf" srcId="{C6B8C69A-A58C-43F1-A1B9-991E024FD325}" destId="{2E5F8CF4-948C-4814-A283-7C44BE9929ED}" srcOrd="15" destOrd="0" presId="urn:microsoft.com/office/officeart/2009/3/layout/CircleRelationship"/>
    <dgm:cxn modelId="{8D5D6A20-E5F0-4F22-8887-81E40245BDC0}" type="presParOf" srcId="{2E5F8CF4-948C-4814-A283-7C44BE9929ED}" destId="{E247C149-0CE4-42AC-8ACD-70C8F1D53587}" srcOrd="0" destOrd="0" presId="urn:microsoft.com/office/officeart/2009/3/layout/CircleRelationship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DAC6C3-F445-4882-AC3D-D568DB429142}">
      <dsp:nvSpPr>
        <dsp:cNvPr id="0" name=""/>
        <dsp:cNvSpPr/>
      </dsp:nvSpPr>
      <dsp:spPr>
        <a:xfrm>
          <a:off x="1411604" y="372457"/>
          <a:ext cx="4024312" cy="402476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Node One</a:t>
          </a:r>
        </a:p>
      </dsp:txBody>
      <dsp:txXfrm>
        <a:off x="2000951" y="961870"/>
        <a:ext cx="2845618" cy="2845939"/>
      </dsp:txXfrm>
    </dsp:sp>
    <dsp:sp modelId="{3201EEF2-40DD-4871-8221-B0015D5E2258}">
      <dsp:nvSpPr>
        <dsp:cNvPr id="0" name=""/>
        <dsp:cNvSpPr/>
      </dsp:nvSpPr>
      <dsp:spPr>
        <a:xfrm>
          <a:off x="3708145" y="189085"/>
          <a:ext cx="447421" cy="4476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B7E5BB-2A61-4A68-8B10-AA5159E6586F}">
      <dsp:nvSpPr>
        <dsp:cNvPr id="0" name=""/>
        <dsp:cNvSpPr/>
      </dsp:nvSpPr>
      <dsp:spPr>
        <a:xfrm>
          <a:off x="2649029" y="4098185"/>
          <a:ext cx="324421" cy="32442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E68F5E-A9AD-46DC-96A2-889415D7E94E}">
      <dsp:nvSpPr>
        <dsp:cNvPr id="0" name=""/>
        <dsp:cNvSpPr/>
      </dsp:nvSpPr>
      <dsp:spPr>
        <a:xfrm>
          <a:off x="5695124" y="2005872"/>
          <a:ext cx="324421" cy="32442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21AE0E-C021-464E-9B8E-BF642B6D88BD}">
      <dsp:nvSpPr>
        <dsp:cNvPr id="0" name=""/>
        <dsp:cNvSpPr/>
      </dsp:nvSpPr>
      <dsp:spPr>
        <a:xfrm>
          <a:off x="4144835" y="4443300"/>
          <a:ext cx="447421" cy="4476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F0449D-CCE5-4BB4-B1D5-494552179D6E}">
      <dsp:nvSpPr>
        <dsp:cNvPr id="0" name=""/>
        <dsp:cNvSpPr/>
      </dsp:nvSpPr>
      <dsp:spPr>
        <a:xfrm>
          <a:off x="2739834" y="825243"/>
          <a:ext cx="324421" cy="32442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2D19BE-ECA4-425D-AD6E-042E56B89E6D}">
      <dsp:nvSpPr>
        <dsp:cNvPr id="0" name=""/>
        <dsp:cNvSpPr/>
      </dsp:nvSpPr>
      <dsp:spPr>
        <a:xfrm>
          <a:off x="1718690" y="2681054"/>
          <a:ext cx="324421" cy="32442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55ACBA-2392-4E37-BB2E-C0BC09BFE34F}">
      <dsp:nvSpPr>
        <dsp:cNvPr id="0" name=""/>
        <dsp:cNvSpPr/>
      </dsp:nvSpPr>
      <dsp:spPr>
        <a:xfrm>
          <a:off x="153542" y="1098889"/>
          <a:ext cx="1636141" cy="16357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Node Two has a longer label</a:t>
          </a:r>
        </a:p>
      </dsp:txBody>
      <dsp:txXfrm>
        <a:off x="393149" y="1338441"/>
        <a:ext cx="1156927" cy="1156662"/>
      </dsp:txXfrm>
    </dsp:sp>
    <dsp:sp modelId="{4FFA619A-02D7-431E-888F-04B3B9AA14B0}">
      <dsp:nvSpPr>
        <dsp:cNvPr id="0" name=""/>
        <dsp:cNvSpPr/>
      </dsp:nvSpPr>
      <dsp:spPr>
        <a:xfrm>
          <a:off x="3255772" y="839348"/>
          <a:ext cx="447421" cy="4476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1B21D7-4B44-41EC-99AA-5C42A30AB297}">
      <dsp:nvSpPr>
        <dsp:cNvPr id="0" name=""/>
        <dsp:cNvSpPr/>
      </dsp:nvSpPr>
      <dsp:spPr>
        <a:xfrm>
          <a:off x="307911" y="3214242"/>
          <a:ext cx="808990" cy="8091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76455F-6F0A-4CFB-93A6-2E08CA10E34D}">
      <dsp:nvSpPr>
        <dsp:cNvPr id="0" name=""/>
        <dsp:cNvSpPr/>
      </dsp:nvSpPr>
      <dsp:spPr>
        <a:xfrm>
          <a:off x="5849493" y="329200"/>
          <a:ext cx="1636141" cy="16357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Node Three</a:t>
          </a:r>
        </a:p>
      </dsp:txBody>
      <dsp:txXfrm>
        <a:off x="6089100" y="568752"/>
        <a:ext cx="1156927" cy="1156662"/>
      </dsp:txXfrm>
    </dsp:sp>
    <dsp:sp modelId="{18C9AF4E-4518-42F1-AC94-5F9C2B5B1CF4}">
      <dsp:nvSpPr>
        <dsp:cNvPr id="0" name=""/>
        <dsp:cNvSpPr/>
      </dsp:nvSpPr>
      <dsp:spPr>
        <a:xfrm>
          <a:off x="5118925" y="1458579"/>
          <a:ext cx="447421" cy="4476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6A08ED-E6F7-4AF4-8483-CFA1A7D09557}">
      <dsp:nvSpPr>
        <dsp:cNvPr id="0" name=""/>
        <dsp:cNvSpPr/>
      </dsp:nvSpPr>
      <dsp:spPr>
        <a:xfrm>
          <a:off x="0" y="4177176"/>
          <a:ext cx="324421" cy="32442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8416D8-A764-4E5B-9060-CFE66DF3F22C}">
      <dsp:nvSpPr>
        <dsp:cNvPr id="0" name=""/>
        <dsp:cNvSpPr/>
      </dsp:nvSpPr>
      <dsp:spPr>
        <a:xfrm>
          <a:off x="3232658" y="3715457"/>
          <a:ext cx="324421" cy="32442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C13596-DB78-4E64-B2F7-A2A13BDAA093}">
      <dsp:nvSpPr>
        <dsp:cNvPr id="0" name=""/>
        <dsp:cNvSpPr/>
      </dsp:nvSpPr>
      <dsp:spPr>
        <a:xfrm>
          <a:off x="6618858" y="3156879"/>
          <a:ext cx="1636141" cy="16357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Node Four</a:t>
          </a:r>
        </a:p>
      </dsp:txBody>
      <dsp:txXfrm>
        <a:off x="6858465" y="3396431"/>
        <a:ext cx="1156927" cy="1156662"/>
      </dsp:txXfrm>
    </dsp:sp>
    <dsp:sp modelId="{E247C149-0CE4-42AC-8ACD-70C8F1D53587}">
      <dsp:nvSpPr>
        <dsp:cNvPr id="0" name=""/>
        <dsp:cNvSpPr/>
      </dsp:nvSpPr>
      <dsp:spPr>
        <a:xfrm>
          <a:off x="6157404" y="3099517"/>
          <a:ext cx="324421" cy="32442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CircleRelationship">
  <dgm:title val=""/>
  <dgm:desc val=""/>
  <dgm:catLst>
    <dgm:cat type="relationship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clrData>
  <dgm:layoutNode name="Name0">
    <dgm:varLst>
      <dgm:chMax val="1"/>
      <dgm:chPref val="1"/>
    </dgm:varLst>
    <dgm:shape xmlns:r="http://schemas.openxmlformats.org/officeDocument/2006/relationships" r:blip="">
      <dgm:adjLst/>
    </dgm:shape>
    <dgm:choose name="Name1">
      <dgm:if name="Name2" axis="ch ch" ptType="node node" func="cnt" op="equ" val="0">
        <dgm:alg type="composite">
          <dgm:param type="ar" val="0.98"/>
        </dgm:alg>
        <dgm:constrLst>
          <dgm:constr type="primFontSz" for="des" ptType="node" op="equ" val="65"/>
          <dgm:constr type="l" for="ch" forName="Parent" refType="w" fact="0"/>
          <dgm:constr type="t" for="ch" forName="Parent" refType="h" fact="0.039"/>
          <dgm:constr type="w" for="ch" forName="Parent" refType="w" fact="0.8734"/>
          <dgm:constr type="h" for="ch" forName="Parent" refType="h" fact="0.856"/>
          <dgm:constr type="l" for="ch" forName="Accent1" refType="w" fact="0.4984"/>
          <dgm:constr type="t" for="ch" forName="Accent1" refType="h" fact="0"/>
          <dgm:constr type="w" for="ch" forName="Accent1" refType="w" fact="0.0972"/>
          <dgm:constr type="h" for="ch" forName="Accent1" refType="h" fact="0.0952"/>
          <dgm:constr type="l" for="ch" forName="Accent2" refType="w" fact="0.2684"/>
          <dgm:constr type="t" for="ch" forName="Accent2" refType="h" fact="0.8314"/>
          <dgm:constr type="w" for="ch" forName="Accent2" refType="w" fact="0.0704"/>
          <dgm:constr type="h" for="ch" forName="Accent2" refType="h" fact="0.069"/>
          <dgm:constr type="l" for="ch" forName="Accent3" refType="w" fact="0.9296"/>
          <dgm:constr type="t" for="ch" forName="Accent3" refType="h" fact="0.3864"/>
          <dgm:constr type="w" for="ch" forName="Accent3" refType="w" fact="0.0704"/>
          <dgm:constr type="h" for="ch" forName="Accent3" refType="h" fact="0.069"/>
          <dgm:constr type="l" for="ch" forName="Accent4" refType="w" fact="0.5931"/>
          <dgm:constr type="t" for="ch" forName="Accent4" refType="h" fact="0.9048"/>
          <dgm:constr type="w" for="ch" forName="Accent4" refType="w" fact="0.0972"/>
          <dgm:constr type="h" for="ch" forName="Accent4" refType="h" fact="0.0952"/>
          <dgm:constr type="l" for="ch" forName="Accent5" refType="w" fact="0.2883"/>
          <dgm:constr type="t" for="ch" forName="Accent5" refType="h" fact="0.1353"/>
          <dgm:constr type="w" for="ch" forName="Accent5" refType="w" fact="0.0704"/>
          <dgm:constr type="h" for="ch" forName="Accent5" refType="h" fact="0.069"/>
          <dgm:constr type="l" for="ch" forName="Accent6" refType="w" fact="0.0666"/>
          <dgm:constr type="t" for="ch" forName="Accent6" refType="h" fact="0.53"/>
          <dgm:constr type="w" for="ch" forName="Accent6" refType="w" fact="0.0704"/>
          <dgm:constr type="h" for="ch" forName="Accent6" refType="h" fact="0.069"/>
        </dgm:constrLst>
      </dgm:if>
      <dgm:if name="Name3" axis="ch ch" ptType="node node" func="cnt" op="equ" val="1">
        <dgm:alg type="composite">
          <dgm:param type="ar" val="1.2476"/>
        </dgm:alg>
        <dgm:constrLst>
          <dgm:constr type="primFontSz" for="des" ptType="node" op="equ" val="65"/>
          <dgm:constr type="l" for="ch" forName="Parent" refType="w" fact="0.2145"/>
          <dgm:constr type="t" for="ch" forName="Parent" refType="h" fact="0.039"/>
          <dgm:constr type="w" for="ch" forName="Parent" refType="w" fact="0.6861"/>
          <dgm:constr type="h" for="ch" forName="Parent" refType="h" fact="0.856"/>
          <dgm:constr type="l" for="ch" forName="Accent8" refType="w" fact="0.0262"/>
          <dgm:constr type="t" for="ch" forName="Accent8" refType="h" fact="0.6434"/>
          <dgm:constr type="w" for="ch" forName="Accent8" refType="w" fact="0.138"/>
          <dgm:constr type="h" for="ch" forName="Accent8" refType="h" fact="0.1721"/>
          <dgm:constr type="l" for="ch" forName="Accent1" refType="w" fact="0.6059"/>
          <dgm:constr type="t" for="ch" forName="Accent1" refType="h" fact="0"/>
          <dgm:constr type="w" for="ch" forName="Accent1" refType="w" fact="0.0763"/>
          <dgm:constr type="h" for="ch" forName="Accent1" refType="h" fact="0.0952"/>
          <dgm:constr type="l" for="ch" forName="Accent2" refType="w" fact="0.4253"/>
          <dgm:constr type="t" for="ch" forName="Accent2" refType="h" fact="0.8314"/>
          <dgm:constr type="w" for="ch" forName="Accent2" refType="w" fact="0.0553"/>
          <dgm:constr type="h" for="ch" forName="Accent2" refType="h" fact="0.069"/>
          <dgm:constr type="l" for="ch" forName="Accent3" refType="w" fact="0.9447"/>
          <dgm:constr type="t" for="ch" forName="Accent3" refType="h" fact="0.3864"/>
          <dgm:constr type="w" for="ch" forName="Accent3" refType="w" fact="0.0553"/>
          <dgm:constr type="h" for="ch" forName="Accent3" refType="h" fact="0.069"/>
          <dgm:constr type="l" for="ch" forName="Child1" refType="w" fact="0"/>
          <dgm:constr type="t" for="ch" forName="Child1" refType="h" fact="0.1935"/>
          <dgm:constr type="w" for="ch" forName="Child1" refType="w" fact="0.2789"/>
          <dgm:constr type="h" for="ch" forName="Child1" refType="h" fact="0.3479"/>
          <dgm:constr type="l" for="ch" forName="Accent4" refType="w" fact="0.6803"/>
          <dgm:constr type="t" for="ch" forName="Accent4" refType="h" fact="0.9048"/>
          <dgm:constr type="w" for="ch" forName="Accent4" refType="w" fact="0.0763"/>
          <dgm:constr type="h" for="ch" forName="Accent4" refType="h" fact="0.0952"/>
          <dgm:constr type="l" for="ch" forName="Accent7" refType="w" fact="0.5287"/>
          <dgm:constr type="t" for="ch" forName="Accent7" refType="h" fact="0.1383"/>
          <dgm:constr type="w" for="ch" forName="Accent7" refType="w" fact="0.0763"/>
          <dgm:constr type="h" for="ch" forName="Accent7" refType="h" fact="0.0952"/>
          <dgm:constr type="l" for="ch" forName="Accent5" refType="w" fact="0.4409"/>
          <dgm:constr type="t" for="ch" forName="Accent5" refType="h" fact="0.1353"/>
          <dgm:constr type="w" for="ch" forName="Accent5" refType="w" fact="0.0553"/>
          <dgm:constr type="h" for="ch" forName="Accent5" refType="h" fact="0.069"/>
          <dgm:constr type="l" for="ch" forName="Accent6" refType="w" fact="0.2668"/>
          <dgm:constr type="t" for="ch" forName="Accent6" refType="h" fact="0.53"/>
          <dgm:constr type="w" for="ch" forName="Accent6" refType="w" fact="0.0553"/>
          <dgm:constr type="h" for="ch" forName="Accent6" refType="h" fact="0.069"/>
        </dgm:constrLst>
      </dgm:if>
      <dgm:if name="Name4" axis="ch ch" ptType="node node" func="cnt" op="equ" val="2">
        <dgm:alg type="composite">
          <dgm:param type="ar" val="1.592"/>
        </dgm:alg>
        <dgm:constrLst>
          <dgm:constr type="primFontSz" for="des" ptType="node" op="equ" val="65"/>
          <dgm:constr type="l" for="ch" forName="Parent" refType="w" fact="0.1886"/>
          <dgm:constr type="t" for="ch" forName="Parent" refType="h" fact="0.039"/>
          <dgm:constr type="w" for="ch" forName="Parent" refType="w" fact="0.5377"/>
          <dgm:constr type="h" for="ch" forName="Parent" refType="h" fact="0.856"/>
          <dgm:constr type="l" for="ch" forName="Accent8" refType="w" fact="0.0411"/>
          <dgm:constr type="t" for="ch" forName="Accent8" refType="h" fact="0.6434"/>
          <dgm:constr type="w" for="ch" forName="Accent8" refType="w" fact="0.1081"/>
          <dgm:constr type="h" for="ch" forName="Accent8" refType="h" fact="0.1721"/>
          <dgm:constr type="l" for="ch" forName="Accent1" refType="w" fact="0.4954"/>
          <dgm:constr type="t" for="ch" forName="Accent1" refType="h" fact="0"/>
          <dgm:constr type="w" for="ch" forName="Accent1" refType="w" fact="0.0598"/>
          <dgm:constr type="h" for="ch" forName="Accent1" refType="h" fact="0.0952"/>
          <dgm:constr type="l" for="ch" forName="Accent2" refType="w" fact="0.3538"/>
          <dgm:constr type="t" for="ch" forName="Accent2" refType="h" fact="0.8314"/>
          <dgm:constr type="w" for="ch" forName="Accent2" refType="w" fact="0.0433"/>
          <dgm:constr type="h" for="ch" forName="Accent2" refType="h" fact="0.069"/>
          <dgm:constr type="l" for="ch" forName="Accent3" refType="w" fact="0.7609"/>
          <dgm:constr type="t" for="ch" forName="Accent3" refType="h" fact="0.3864"/>
          <dgm:constr type="w" for="ch" forName="Accent3" refType="w" fact="0.0433"/>
          <dgm:constr type="h" for="ch" forName="Accent3" refType="h" fact="0.069"/>
          <dgm:constr type="l" for="ch" forName="Accent9" refType="w" fact="0.6839"/>
          <dgm:constr type="t" for="ch" forName="Accent9" refType="h" fact="0.27"/>
          <dgm:constr type="w" for="ch" forName="Accent9" refType="w" fact="0.0598"/>
          <dgm:constr type="h" for="ch" forName="Accent9" refType="h" fact="0.0952"/>
          <dgm:constr type="l" for="ch" forName="Child1" refType="w" fact="0.0206"/>
          <dgm:constr type="t" for="ch" forName="Child1" refType="h" fact="0.1935"/>
          <dgm:constr type="w" for="ch" forName="Child1" refType="w" fact="0.2186"/>
          <dgm:constr type="h" for="ch" forName="Child1" refType="h" fact="0.3479"/>
          <dgm:constr type="l" for="ch" forName="Child2" refType="w" fact="0.7814"/>
          <dgm:constr type="t" for="ch" forName="Child2" refType="h" fact="0.0298"/>
          <dgm:constr type="w" for="ch" forName="Child2" refType="w" fact="0.2186"/>
          <dgm:constr type="h" for="ch" forName="Child2" refType="h" fact="0.3479"/>
          <dgm:constr type="l" for="ch" forName="Accent10" refType="w" fact="0"/>
          <dgm:constr type="t" for="ch" forName="Accent10" refType="h" fact="0.8482"/>
          <dgm:constr type="w" for="ch" forName="Accent10" refType="w" fact="0.0433"/>
          <dgm:constr type="h" for="ch" forName="Accent10" refType="h" fact="0.069"/>
          <dgm:constr type="l" for="ch" forName="Accent11" refType="w" fact="0.4318"/>
          <dgm:constr type="t" for="ch" forName="Accent11" refType="h" fact="0.75"/>
          <dgm:constr type="w" for="ch" forName="Accent11" refType="w" fact="0.0433"/>
          <dgm:constr type="h" for="ch" forName="Accent11" refType="h" fact="0.069"/>
          <dgm:constr type="l" for="ch" forName="Accent7" refType="w" fact="0.4349"/>
          <dgm:constr type="t" for="ch" forName="Accent7" refType="h" fact="0.1383"/>
          <dgm:constr type="w" for="ch" forName="Accent7" refType="w" fact="0.0598"/>
          <dgm:constr type="h" for="ch" forName="Accent7" refType="h" fact="0.0952"/>
          <dgm:constr type="l" for="ch" forName="Accent5" refType="w" fact="0.3661"/>
          <dgm:constr type="t" for="ch" forName="Accent5" refType="h" fact="0.1353"/>
          <dgm:constr type="w" for="ch" forName="Accent5" refType="w" fact="0.0433"/>
          <dgm:constr type="h" for="ch" forName="Accent5" refType="h" fact="0.069"/>
          <dgm:constr type="l" for="ch" forName="Accent6" refType="w" fact="0.2296"/>
          <dgm:constr type="t" for="ch" forName="Accent6" refType="h" fact="0.53"/>
          <dgm:constr type="w" for="ch" forName="Accent6" refType="w" fact="0.0433"/>
          <dgm:constr type="h" for="ch" forName="Accent6" refType="h" fact="0.069"/>
          <dgm:constr type="l" for="ch" forName="Accent4" refType="w" fact="0.5537"/>
          <dgm:constr type="t" for="ch" forName="Accent4" refType="h" fact="0.9048"/>
          <dgm:constr type="w" for="ch" forName="Accent4" refType="w" fact="0.0598"/>
          <dgm:constr type="h" for="ch" forName="Accent4" refType="h" fact="0.0952"/>
        </dgm:constrLst>
      </dgm:if>
      <dgm:if name="Name5" axis="ch ch" ptType="node node" func="cnt" op="equ" val="3">
        <dgm:alg type="composite">
          <dgm:param type="ar" val="1.755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9"/>
          <dgm:constr type="w" for="ch" forName="Parent" refType="w" fact="0.4875"/>
          <dgm:constr type="h" for="ch" forName="Parent" refType="h" fact="0.856"/>
          <dgm:constr type="l" for="ch" forName="Accent8" refType="w" fact="0.0373"/>
          <dgm:constr type="t" for="ch" forName="Accent8" refType="h" fact="0.6434"/>
          <dgm:constr type="w" for="ch" forName="Accent8" refType="w" fact="0.098"/>
          <dgm:constr type="h" for="ch" forName="Accent8" refType="h" fact="0.1721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952"/>
          <dgm:constr type="l" for="ch" forName="Accent2" refType="w" fact="0.3209"/>
          <dgm:constr type="t" for="ch" forName="Accent2" refType="h" fact="0.8314"/>
          <dgm:constr type="w" for="ch" forName="Accent2" refType="w" fact="0.0393"/>
          <dgm:constr type="h" for="ch" forName="Accent2" refType="h" fact="0.069"/>
          <dgm:constr type="l" for="ch" forName="Accent3" refType="w" fact="0.6899"/>
          <dgm:constr type="t" for="ch" forName="Accent3" refType="h" fact="0.3864"/>
          <dgm:constr type="w" for="ch" forName="Accent3" refType="w" fact="0.0393"/>
          <dgm:constr type="h" for="ch" forName="Accent3" refType="h" fact="0.069"/>
          <dgm:constr type="l" for="ch" forName="Accent9" refType="w" fact="0.6201"/>
          <dgm:constr type="t" for="ch" forName="Accent9" refType="h" fact="0.27"/>
          <dgm:constr type="w" for="ch" forName="Accent9" refType="w" fact="0.0542"/>
          <dgm:constr type="h" for="ch" forName="Accent9" refType="h" fact="0.0952"/>
          <dgm:constr type="l" for="ch" forName="Child1" refType="w" fact="0.0186"/>
          <dgm:constr type="t" for="ch" forName="Child1" refType="h" fact="0.1935"/>
          <dgm:constr type="w" for="ch" forName="Child1" refType="w" fact="0.1982"/>
          <dgm:constr type="h" for="ch" forName="Child1" refType="h" fact="0.3479"/>
          <dgm:constr type="l" for="ch" forName="Child2" refType="w" fact="0.7086"/>
          <dgm:constr type="t" for="ch" forName="Child2" refType="h" fact="0.0298"/>
          <dgm:constr type="w" for="ch" forName="Child2" refType="w" fact="0.1982"/>
          <dgm:constr type="h" for="ch" forName="Child2" refType="h" fact="0.3479"/>
          <dgm:constr type="l" for="ch" forName="Child3" refType="w" fact="0.8018"/>
          <dgm:constr type="t" for="ch" forName="Child3" refType="h" fact="0.6312"/>
          <dgm:constr type="w" for="ch" forName="Child3" refType="w" fact="0.1982"/>
          <dgm:constr type="h" for="ch" forName="Child3" refType="h" fact="0.3479"/>
          <dgm:constr type="l" for="ch" forName="Accent12" refType="w" fact="0.7459"/>
          <dgm:constr type="t" for="ch" forName="Accent12" refType="h" fact="0.619"/>
          <dgm:constr type="w" for="ch" forName="Accent12" refType="w" fact="0.0393"/>
          <dgm:constr type="h" for="ch" forName="Accent12" refType="h" fact="0.069"/>
          <dgm:constr type="l" for="ch" forName="Accent4" refType="w" fact="0.5021"/>
          <dgm:constr type="t" for="ch" forName="Accent4" refType="h" fact="0.9048"/>
          <dgm:constr type="w" for="ch" forName="Accent4" refType="w" fact="0.0542"/>
          <dgm:constr type="h" for="ch" forName="Accent4" refType="h" fact="0.0952"/>
          <dgm:constr type="l" for="ch" forName="Accent10" refType="w" fact="0"/>
          <dgm:constr type="t" for="ch" forName="Accent10" refType="h" fact="0.8482"/>
          <dgm:constr type="w" for="ch" forName="Accent10" refType="w" fact="0.0393"/>
          <dgm:constr type="h" for="ch" forName="Accent10" refType="h" fact="0.069"/>
          <dgm:constr type="l" for="ch" forName="Accent11" refType="w" fact="0.3916"/>
          <dgm:constr type="t" for="ch" forName="Accent11" refType="h" fact="0.75"/>
          <dgm:constr type="w" for="ch" forName="Accent11" refType="w" fact="0.0393"/>
          <dgm:constr type="h" for="ch" forName="Accent11" refType="h" fact="0.069"/>
          <dgm:constr type="l" for="ch" forName="Accent7" refType="w" fact="0.3944"/>
          <dgm:constr type="t" for="ch" forName="Accent7" refType="h" fact="0.1383"/>
          <dgm:constr type="w" for="ch" forName="Accent7" refType="w" fact="0.0542"/>
          <dgm:constr type="h" for="ch" forName="Accent7" refType="h" fact="0.0952"/>
          <dgm:constr type="l" for="ch" forName="Accent5" refType="w" fact="0.3319"/>
          <dgm:constr type="t" for="ch" forName="Accent5" refType="h" fact="0.1353"/>
          <dgm:constr type="w" for="ch" forName="Accent5" refType="w" fact="0.0393"/>
          <dgm:constr type="h" for="ch" forName="Accent5" refType="h" fact="0.069"/>
          <dgm:constr type="l" for="ch" forName="Accent6" refType="w" fact="0.2082"/>
          <dgm:constr type="t" for="ch" forName="Accent6" refType="h" fact="0.53"/>
          <dgm:constr type="w" for="ch" forName="Accent6" refType="w" fact="0.0393"/>
          <dgm:constr type="h" for="ch" forName="Accent6" refType="h" fact="0.069"/>
        </dgm:constrLst>
      </dgm:if>
      <dgm:if name="Name6" axis="ch ch" ptType="node node" func="cnt" op="equ" val="4">
        <dgm:alg type="composite">
          <dgm:param type="ar" val="1.3749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06"/>
          <dgm:constr type="w" for="ch" forName="Parent" refType="w" fact="0.4875"/>
          <dgm:constr type="h" for="ch" forName="Parent" refType="h" fact="0.6703"/>
          <dgm:constr type="l" for="ch" forName="Accent8" refType="w" fact="0.0373"/>
          <dgm:constr type="t" for="ch" forName="Accent8" refType="h" fact="0.5038"/>
          <dgm:constr type="w" for="ch" forName="Accent8" refType="w" fact="0.098"/>
          <dgm:constr type="h" for="ch" forName="Accent8" refType="h" fact="0.1348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746"/>
          <dgm:constr type="l" for="ch" forName="Accent2" refType="w" fact="0.3209"/>
          <dgm:constr type="t" for="ch" forName="Accent2" refType="h" fact="0.6511"/>
          <dgm:constr type="w" for="ch" forName="Accent2" refType="w" fact="0.0393"/>
          <dgm:constr type="h" for="ch" forName="Accent2" refType="h" fact="0.054"/>
          <dgm:constr type="l" for="ch" forName="Accent3" refType="w" fact="0.6899"/>
          <dgm:constr type="t" for="ch" forName="Accent3" refType="h" fact="0.3026"/>
          <dgm:constr type="w" for="ch" forName="Accent3" refType="w" fact="0.0393"/>
          <dgm:constr type="h" for="ch" forName="Accent3" refType="h" fact="0.054"/>
          <dgm:constr type="l" for="ch" forName="Accent9" refType="w" fact="0.6201"/>
          <dgm:constr type="t" for="ch" forName="Accent9" refType="h" fact="0.2115"/>
          <dgm:constr type="w" for="ch" forName="Accent9" refType="w" fact="0.0542"/>
          <dgm:constr type="h" for="ch" forName="Accent9" refType="h" fact="0.0746"/>
          <dgm:constr type="l" for="ch" forName="Child1" refType="w" fact="0.0186"/>
          <dgm:constr type="t" for="ch" forName="Child1" refType="h" fact="0.1515"/>
          <dgm:constr type="w" for="ch" forName="Child1" refType="w" fact="0.1982"/>
          <dgm:constr type="h" for="ch" forName="Child1" refType="h" fact="0.2725"/>
          <dgm:constr type="l" for="ch" forName="Child2" refType="w" fact="0.7086"/>
          <dgm:constr type="t" for="ch" forName="Child2" refType="h" fact="0.0233"/>
          <dgm:constr type="w" for="ch" forName="Child2" refType="w" fact="0.1982"/>
          <dgm:constr type="h" for="ch" forName="Child2" refType="h" fact="0.2725"/>
          <dgm:constr type="l" for="ch" forName="Child3" refType="w" fact="0.8018"/>
          <dgm:constr type="t" for="ch" forName="Child3" refType="h" fact="0.4943"/>
          <dgm:constr type="w" for="ch" forName="Child3" refType="w" fact="0.1982"/>
          <dgm:constr type="h" for="ch" forName="Child3" refType="h" fact="0.2725"/>
          <dgm:constr type="l" for="ch" forName="Accent12" refType="w" fact="0.7459"/>
          <dgm:constr type="t" for="ch" forName="Accent12" refType="h" fact="0.4848"/>
          <dgm:constr type="w" for="ch" forName="Accent12" refType="w" fact="0.0393"/>
          <dgm:constr type="h" for="ch" forName="Accent12" refType="h" fact="0.054"/>
          <dgm:constr type="l" for="ch" forName="Accent4" refType="w" fact="0.5021"/>
          <dgm:constr type="t" for="ch" forName="Accent4" refType="h" fact="0.7085"/>
          <dgm:constr type="w" for="ch" forName="Accent4" refType="w" fact="0.0542"/>
          <dgm:constr type="h" for="ch" forName="Accent4" refType="h" fact="0.0746"/>
          <dgm:constr type="l" for="ch" forName="Accent10" refType="w" fact="0"/>
          <dgm:constr type="t" for="ch" forName="Accent10" refType="h" fact="0.6642"/>
          <dgm:constr type="w" for="ch" forName="Accent10" refType="w" fact="0.0393"/>
          <dgm:constr type="h" for="ch" forName="Accent10" refType="h" fact="0.054"/>
          <dgm:constr type="l" for="ch" forName="Accent11" refType="w" fact="0.3916"/>
          <dgm:constr type="t" for="ch" forName="Accent11" refType="h" fact="0.5873"/>
          <dgm:constr type="w" for="ch" forName="Accent11" refType="w" fact="0.0393"/>
          <dgm:constr type="h" for="ch" forName="Accent11" refType="h" fact="0.054"/>
          <dgm:constr type="l" for="ch" forName="Accent7" refType="w" fact="0.3944"/>
          <dgm:constr type="t" for="ch" forName="Accent7" refType="h" fact="0.1083"/>
          <dgm:constr type="w" for="ch" forName="Accent7" refType="w" fact="0.0542"/>
          <dgm:constr type="h" for="ch" forName="Accent7" refType="h" fact="0.0746"/>
          <dgm:constr type="l" for="ch" forName="Accent5" refType="w" fact="0.3319"/>
          <dgm:constr type="t" for="ch" forName="Accent5" refType="h" fact="0.1059"/>
          <dgm:constr type="w" for="ch" forName="Accent5" refType="w" fact="0.0393"/>
          <dgm:constr type="h" for="ch" forName="Accent5" refType="h" fact="0.054"/>
          <dgm:constr type="l" for="ch" forName="Accent6" refType="w" fact="0.2082"/>
          <dgm:constr type="t" for="ch" forName="Accent6" refType="h" fact="0.4151"/>
          <dgm:constr type="w" for="ch" forName="Accent6" refType="w" fact="0.0393"/>
          <dgm:constr type="h" for="ch" forName="Accent6" refType="h" fact="0.054"/>
          <dgm:constr type="l" for="ch" forName="Child4" refType="w" fact="0.2329"/>
          <dgm:constr type="t" for="ch" forName="Child4" refType="h" fact="0.7275"/>
          <dgm:constr type="w" for="ch" forName="Child4" refType="w" fact="0.1982"/>
          <dgm:constr type="h" for="ch" forName="Child4" refType="h" fact="0.2725"/>
          <dgm:constr type="l" for="ch" forName="Accent13" refType="w" fact="0.4099"/>
          <dgm:constr type="t" for="ch" forName="Accent13" refType="h" fact="0.7183"/>
          <dgm:constr type="w" for="ch" forName="Accent13" refType="w" fact="0.0393"/>
          <dgm:constr type="h" for="ch" forName="Accent13" refType="h" fact="0.054"/>
        </dgm:constrLst>
      </dgm:if>
      <dgm:else name="Name7">
        <dgm:alg type="composite">
          <dgm:param type="ar" val="1.147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1907"/>
          <dgm:constr type="w" for="ch" forName="Parent" refType="w" fact="0.4875"/>
          <dgm:constr type="h" for="ch" forName="Parent" refType="h" fact="0.5596"/>
          <dgm:constr type="l" for="ch" forName="Accent8" refType="w" fact="0.0373"/>
          <dgm:constr type="t" for="ch" forName="Accent8" refType="h" fact="0.5858"/>
          <dgm:constr type="w" for="ch" forName="Accent8" refType="w" fact="0.098"/>
          <dgm:constr type="h" for="ch" forName="Accent8" refType="h" fact="0.1125"/>
          <dgm:constr type="l" for="ch" forName="Accent1" refType="w" fact="0.4492"/>
          <dgm:constr type="t" for="ch" forName="Accent1" refType="h" fact="0.1652"/>
          <dgm:constr type="w" for="ch" forName="Accent1" refType="w" fact="0.0542"/>
          <dgm:constr type="h" for="ch" forName="Accent1" refType="h" fact="0.0623"/>
          <dgm:constr type="l" for="ch" forName="Accent2" refType="w" fact="0.3209"/>
          <dgm:constr type="t" for="ch" forName="Accent2" refType="h" fact="0.7087"/>
          <dgm:constr type="w" for="ch" forName="Accent2" refType="w" fact="0.0393"/>
          <dgm:constr type="h" for="ch" forName="Accent2" refType="h" fact="0.0451"/>
          <dgm:constr type="l" for="ch" forName="Accent3" refType="w" fact="0.6899"/>
          <dgm:constr type="t" for="ch" forName="Accent3" refType="h" fact="0.4178"/>
          <dgm:constr type="w" for="ch" forName="Accent3" refType="w" fact="0.0393"/>
          <dgm:constr type="h" for="ch" forName="Accent3" refType="h" fact="0.0451"/>
          <dgm:constr type="l" for="ch" forName="Accent9" refType="w" fact="0.6201"/>
          <dgm:constr type="t" for="ch" forName="Accent9" refType="h" fact="0.3417"/>
          <dgm:constr type="w" for="ch" forName="Accent9" refType="w" fact="0.0542"/>
          <dgm:constr type="h" for="ch" forName="Accent9" refType="h" fact="0.0623"/>
          <dgm:constr type="l" for="ch" forName="Child1" refType="w" fact="0.0186"/>
          <dgm:constr type="t" for="ch" forName="Child1" refType="h" fact="0.2917"/>
          <dgm:constr type="w" for="ch" forName="Child1" refType="w" fact="0.1982"/>
          <dgm:constr type="h" for="ch" forName="Child1" refType="h" fact="0.2275"/>
          <dgm:constr type="l" for="ch" forName="Child2" refType="w" fact="0.7086"/>
          <dgm:constr type="t" for="ch" forName="Child2" refType="h" fact="0.1847"/>
          <dgm:constr type="w" for="ch" forName="Child2" refType="w" fact="0.1982"/>
          <dgm:constr type="h" for="ch" forName="Child2" refType="h" fact="0.2275"/>
          <dgm:constr type="l" for="ch" forName="Child3" refType="w" fact="0.8018"/>
          <dgm:constr type="t" for="ch" forName="Child3" refType="h" fact="0.5778"/>
          <dgm:constr type="w" for="ch" forName="Child3" refType="w" fact="0.1982"/>
          <dgm:constr type="h" for="ch" forName="Child3" refType="h" fact="0.2275"/>
          <dgm:constr type="l" for="ch" forName="Accent12" refType="w" fact="0.7459"/>
          <dgm:constr type="t" for="ch" forName="Accent12" refType="h" fact="0.5699"/>
          <dgm:constr type="w" for="ch" forName="Accent12" refType="w" fact="0.0393"/>
          <dgm:constr type="h" for="ch" forName="Accent12" refType="h" fact="0.0451"/>
          <dgm:constr type="l" for="ch" forName="Accent4" refType="w" fact="0.5021"/>
          <dgm:constr type="t" for="ch" forName="Accent4" refType="h" fact="0.7567"/>
          <dgm:constr type="w" for="ch" forName="Accent4" refType="w" fact="0.0542"/>
          <dgm:constr type="h" for="ch" forName="Accent4" refType="h" fact="0.0623"/>
          <dgm:constr type="l" for="ch" forName="Accent10" refType="w" fact="0"/>
          <dgm:constr type="t" for="ch" forName="Accent10" refType="h" fact="0.7197"/>
          <dgm:constr type="w" for="ch" forName="Accent10" refType="w" fact="0.0393"/>
          <dgm:constr type="h" for="ch" forName="Accent10" refType="h" fact="0.0451"/>
          <dgm:constr type="l" for="ch" forName="Accent11" refType="w" fact="0.3916"/>
          <dgm:constr type="t" for="ch" forName="Accent11" refType="h" fact="0.6555"/>
          <dgm:constr type="w" for="ch" forName="Accent11" refType="w" fact="0.0393"/>
          <dgm:constr type="h" for="ch" forName="Accent11" refType="h" fact="0.0451"/>
          <dgm:constr type="l" for="ch" forName="Accent7" refType="w" fact="0.3944"/>
          <dgm:constr type="t" for="ch" forName="Accent7" refType="h" fact="0.2556"/>
          <dgm:constr type="w" for="ch" forName="Accent7" refType="w" fact="0.0542"/>
          <dgm:constr type="h" for="ch" forName="Accent7" refType="h" fact="0.0623"/>
          <dgm:constr type="l" for="ch" forName="Accent5" refType="w" fact="0.3319"/>
          <dgm:constr type="t" for="ch" forName="Accent5" refType="h" fact="0.2536"/>
          <dgm:constr type="w" for="ch" forName="Accent5" refType="w" fact="0.0393"/>
          <dgm:constr type="h" for="ch" forName="Accent5" refType="h" fact="0.0451"/>
          <dgm:constr type="l" for="ch" forName="Accent6" refType="w" fact="0.2082"/>
          <dgm:constr type="t" for="ch" forName="Accent6" refType="h" fact="0.5117"/>
          <dgm:constr type="w" for="ch" forName="Accent6" refType="w" fact="0.0393"/>
          <dgm:constr type="h" for="ch" forName="Accent6" refType="h" fact="0.0451"/>
          <dgm:constr type="l" for="ch" forName="Child5" refType="w" fact="0.4219"/>
          <dgm:constr type="t" for="ch" forName="Child5" refType="h" fact="0"/>
          <dgm:constr type="w" for="ch" forName="Child5" refType="w" fact="0.1982"/>
          <dgm:constr type="h" for="ch" forName="Child5" refType="h" fact="0.2275"/>
          <dgm:constr type="l" for="ch" forName="Child4" refType="w" fact="0.2329"/>
          <dgm:constr type="t" for="ch" forName="Child4" refType="h" fact="0.7725"/>
          <dgm:constr type="w" for="ch" forName="Child4" refType="w" fact="0.1982"/>
          <dgm:constr type="h" for="ch" forName="Child4" refType="h" fact="0.2275"/>
          <dgm:constr type="l" for="ch" forName="Accent15" refType="w" fact="0.1775"/>
          <dgm:constr type="t" for="ch" forName="Accent15" refType="h" fact="0.2466"/>
          <dgm:constr type="w" for="ch" forName="Accent15" refType="w" fact="0.0393"/>
          <dgm:constr type="h" for="ch" forName="Accent15" refType="h" fact="0.0451"/>
          <dgm:constr type="l" for="ch" forName="Accent16" refType="w" fact="0.6351"/>
          <dgm:constr type="t" for="ch" forName="Accent16" refType="h" fact="0.056"/>
          <dgm:constr type="w" for="ch" forName="Accent16" refType="w" fact="0.0393"/>
          <dgm:constr type="h" for="ch" forName="Accent16" refType="h" fact="0.0451"/>
          <dgm:constr type="l" for="ch" forName="Accent13" refType="w" fact="0.4099"/>
          <dgm:constr type="t" for="ch" forName="Accent13" refType="h" fact="0.7648"/>
          <dgm:constr type="w" for="ch" forName="Accent13" refType="w" fact="0.0393"/>
          <dgm:constr type="h" for="ch" forName="Accent13" refType="h" fact="0.0451"/>
        </dgm:constrLst>
      </dgm:else>
    </dgm:choose>
    <dgm:forEach name="wrapper" axis="self" ptType="parTrans">
      <dgm:forEach name="accentRepeat1" axis="self">
        <dgm:layoutNode name="AccentHold1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2" axis="self">
        <dgm:layoutNode name="AccentHold2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3" axis="self">
        <dgm:layoutNode name="AccentHold3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forEach>
    <dgm:forEach name="Name8" axis="ch" ptType="node" cnt="1">
      <dgm:layoutNode name="Parent" styleLbl="node0">
        <dgm:varLst>
          <dgm:chMax val="5"/>
          <dgm:chPref val="5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choose name="Name9">
        <dgm:if name="Name10" axis="ch" ptType="node" func="cnt" op="lte" val="4">
          <dgm:layoutNode name="Accent1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</dgm:layoutNode>
        </dgm:if>
        <dgm:else name="Name11"/>
      </dgm:choose>
      <dgm:layoutNode name="Accent2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3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4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5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6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</dgm:forEach>
    <dgm:forEach name="Name12" axis="ch ch" ptType="node node" st="1 1" cnt="1 1">
      <dgm:layoutNode name="Child1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3" ref="accentRepeat1"/>
      </dgm:layoutNode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14" ref="accentRepeat2"/>
      </dgm:layoutNode>
    </dgm:forEach>
    <dgm:forEach name="Name15" axis="ch ch" ptType="node node" st="1 2" cnt="1 1">
      <dgm:layoutNode name="Child2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1"/>
      </dgm:layoutNode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17" ref="accentRepeat2"/>
      </dgm:layoutNode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18" ref="accentRepeat3"/>
      </dgm:layoutNode>
    </dgm:forEach>
    <dgm:forEach name="Name19" axis="ch ch" ptType="node node" st="1 3" cnt="1 1">
      <dgm:layoutNode name="Child3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2">
        <dgm:alg type="sp"/>
        <dgm:shape xmlns:r="http://schemas.openxmlformats.org/officeDocument/2006/relationships" r:blip="">
          <dgm:adjLst/>
        </dgm:shape>
        <dgm:presOf/>
        <dgm:constrLst/>
        <dgm:forEach name="Name20" ref="accentRepeat1"/>
      </dgm:layoutNode>
    </dgm:forEach>
    <dgm:forEach name="Name21" axis="ch ch" ptType="node node" st="1 4" cnt="1 1">
      <dgm:layoutNode name="Child4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3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1"/>
      </dgm:layoutNode>
    </dgm:forEach>
    <dgm:forEach name="Name23" axis="ch ch" ptType="node node" st="1 5" cnt="1 1">
      <dgm:layoutNode name="Child5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5">
        <dgm:alg type="sp"/>
        <dgm:shape xmlns:r="http://schemas.openxmlformats.org/officeDocument/2006/relationships" r:blip="">
          <dgm:adjLst/>
        </dgm:shape>
        <dgm:presOf/>
        <dgm:constrLst/>
        <dgm:forEach name="Name24" ref="accentRepeat2"/>
      </dgm:layoutNode>
      <dgm:layoutNode name="Accent16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3"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7EFE7-4ABB-926B-342C-4534699E3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BAB990-0D33-9951-FBBE-4A7EB06AB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085D9-5DA3-FE67-BD00-0D57D3CA3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545F8-E0CF-4F7A-84C5-F79E188D5C3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ED3DD-C144-D5FD-A7AA-8BE471DC3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33DEE-7566-C34C-C4D8-AA062F2B8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F6EB1-BC3F-4CCF-805C-8BCE7FBE5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521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0E10B-A325-0410-C138-D4DF79EDA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51CA7-401A-714B-9A5C-AFB31C9CF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F1EC63-8981-70BF-1098-461570EF2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545F8-E0CF-4F7A-84C5-F79E188D5C3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C613D-8163-946B-1273-4A4C2F1E2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7DAAD-1E2B-E765-7649-88394C6C1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F6EB1-BC3F-4CCF-805C-8BCE7FBE5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305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7C424-9D9B-2F24-1971-ADEC57547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11B0A-83A4-16D7-F2A9-D090AAED5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19AB9-30AD-85DE-824B-49CF7326E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545F8-E0CF-4F7A-84C5-F79E188D5C3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64A8B-C62E-33C5-9181-A12676445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7EFF5B-4A65-806B-2B71-DFCC73E40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F6EB1-BC3F-4CCF-805C-8BCE7FBE5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180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778B9-81D0-941E-0AA7-94A209087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55176-872F-A071-08CE-70AFC66069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082728-899E-C6F5-88B6-68A9ACD0C0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207253-85EA-C5E6-7230-345BB950C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545F8-E0CF-4F7A-84C5-F79E188D5C3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27D454-3BC3-3F4A-0B2E-069DE63FA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A12F92-147D-16DF-B9F4-D8E178FA8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F6EB1-BC3F-4CCF-805C-8BCE7FBE5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978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F06DB-E253-B1B1-3D00-40611A676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AA46E-C96E-9362-55D4-720972CC0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3B8AC9-01D3-A97C-463D-337A26CA28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2DB299-2083-D21D-D4ED-52095AC7FB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CEE174-BA2C-DD56-BA75-273E522A6F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3C29CB-A85B-9CD7-4348-FCAD703F6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545F8-E0CF-4F7A-84C5-F79E188D5C3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2D27BA-3D9D-945A-BB36-D6B7F3ED4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AAAAFE-B19D-2480-9926-612214E2B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F6EB1-BC3F-4CCF-805C-8BCE7FBE5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119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D106F-9657-1F69-E1DC-5C1561492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6809C6-18EA-6989-C760-FC502909E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545F8-E0CF-4F7A-84C5-F79E188D5C3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8C23E-9709-2A3C-B2A1-CE8F0CA04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F7791-0FCC-98CB-5BC4-D6ECB554C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F6EB1-BC3F-4CCF-805C-8BCE7FBE5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828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2CA6E9-6959-5F8F-4832-0359A92B8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545F8-E0CF-4F7A-84C5-F79E188D5C3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8B5C99-35A9-340E-0755-D1A0EC34A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86A40-B724-AC86-1443-6F2923ADD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F6EB1-BC3F-4CCF-805C-8BCE7FBE5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49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4E245-7536-7C50-B018-3A06FB3AF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6D5F8-619C-8489-2F96-B43D431A0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25522F-45DC-F9A6-947A-B91E7AB260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09AE9-1E64-442F-62AD-09E756453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545F8-E0CF-4F7A-84C5-F79E188D5C3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9D148-498B-6CCC-C338-DA5262FD0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39D0F-D9B1-F48D-C7E8-A46A2FF42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F6EB1-BC3F-4CCF-805C-8BCE7FBE5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301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E9B2D-4DCF-1EDB-B091-D9A9FFCBB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6557B0-AC49-A65F-71FD-4CDAB20837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5642C6-4B64-2F15-8E8C-ACD28D780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5EE9F-A2DC-24A3-59D9-D9614A81A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545F8-E0CF-4F7A-84C5-F79E188D5C3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499A0E-51F9-781B-854C-9EB0FB0C4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6816BE-BE2F-7C3A-CC40-6FC232554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F6EB1-BC3F-4CCF-805C-8BCE7FBE5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558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60F37-E840-590A-48C1-D9858659B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03FEF4-F1BD-E092-30DC-02488E3C5A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777C2-E87B-D3E4-9D64-95CA3E2BB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545F8-E0CF-4F7A-84C5-F79E188D5C3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F4198-B940-25A1-BAE2-DD9864C3F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2CF1D-8FA8-B840-8E92-9A1925EC7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F6EB1-BC3F-4CCF-805C-8BCE7FBE5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062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EE4650-EF6E-DEA8-3850-3CBA8DC5B9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6CBFBB-EEEE-5DF8-8652-76E41A44B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7D623-BBCC-6E10-CF82-91BDEEE90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545F8-E0CF-4F7A-84C5-F79E188D5C3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80EE3-8B90-C903-7EED-50B87A4D9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2D273-6D7D-E794-BA59-F165BDD1E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F6EB1-BC3F-4CCF-805C-8BCE7FBE5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588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AFE8B3-E62B-BFF5-DE26-FA1C60B0D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4629C-2B77-C3F1-74D0-74B13FF08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A2A4A-7289-1790-D417-7E98DB6824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9545F8-E0CF-4F7A-84C5-F79E188D5C3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4760A-C23C-85D9-56A3-110566B2DE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30C89-FC65-18B8-CA8F-67F5CBDADD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9F6EB1-BC3F-4CCF-805C-8BCE7FBE5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667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FE19103-CF4D-1514-D5EA-52EB45780A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7804978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3097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2026-09-06T08:14:32Z</dcterms:created>
  <dcterms:modified xsi:type="dcterms:W3CDTF">2026-09-06T08:14:33Z</dcterms:modified>
</cp:coreProperties>
</file>