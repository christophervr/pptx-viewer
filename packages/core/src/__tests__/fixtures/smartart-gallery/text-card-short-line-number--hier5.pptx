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6EA7A1-9B91-4123-928F-ECEDD220191C}" type="doc">
      <dgm:prSet loTypeId="urn:microsoft.com/office/officeart/2026/layout/TextCardShortLineNumber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79B9DB-BD78-49CB-BE35-EFA8BB2B0AF4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7FC2953B-BA81-4B1A-A5D8-3B8CB0DB4014}" type="parTrans" cxnId="{CD98DB9B-AAB2-4C6E-8016-C0EF397047A2}">
      <dgm:prSet/>
      <dgm:spPr/>
    </dgm:pt>
    <dgm:pt modelId="{E298E40F-E128-4AE6-9478-1735BADE90B3}" type="sibTrans" cxnId="{CD98DB9B-AAB2-4C6E-8016-C0EF397047A2}">
      <dgm:prSet phldrT="01" phldr="0"/>
      <dgm:spPr/>
      <dgm:t>
        <a:bodyPr/>
        <a:lstStyle/>
        <a:p>
          <a:pPr>
            <a:defRPr b="1"/>
          </a:pPr>
          <a:r>
            <a:rPr lang="en-US"/>
            <a:t>01</a:t>
          </a:r>
        </a:p>
      </dgm:t>
    </dgm:pt>
    <dgm:pt modelId="{E3328472-881B-468B-9EC0-54618435D6B1}">
      <dgm:prSet phldrT="Description" phldr="1"/>
      <dgm:spPr/>
      <dgm:t>
        <a:bodyPr/>
        <a:lstStyle/>
        <a:p>
          <a:endParaRPr lang="en-US"/>
        </a:p>
      </dgm:t>
    </dgm:pt>
    <dgm:pt modelId="{26F3BF9D-A6AE-4BF0-8765-BF73CBFB5CA1}" type="parTrans" cxnId="{AD632732-7977-47FF-868A-F02A776936D7}">
      <dgm:prSet/>
      <dgm:spPr/>
    </dgm:pt>
    <dgm:pt modelId="{ECAA2B47-2551-4089-8A56-5A83F2B5B9F6}" type="sibTrans" cxnId="{AD632732-7977-47FF-868A-F02A776936D7}">
      <dgm:prSet/>
      <dgm:spPr/>
    </dgm:pt>
    <dgm:pt modelId="{73072511-54DE-40EC-BA12-550647F3CC1F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9825C506-47A9-4D8C-99B2-9208E5D559FD}" type="parTrans" cxnId="{2CB35BC3-F16E-4916-B6D2-1600EB063EDE}">
      <dgm:prSet/>
      <dgm:spPr/>
    </dgm:pt>
    <dgm:pt modelId="{745D6D52-8409-4F24-BF84-66DCC1F38824}" type="sibTrans" cxnId="{2CB35BC3-F16E-4916-B6D2-1600EB063EDE}">
      <dgm:prSet phldrT="02" phldr="0"/>
      <dgm:spPr/>
      <dgm:t>
        <a:bodyPr/>
        <a:lstStyle/>
        <a:p>
          <a:pPr>
            <a:defRPr b="1"/>
          </a:pPr>
          <a:r>
            <a:rPr lang="en-US"/>
            <a:t>02</a:t>
          </a:r>
        </a:p>
      </dgm:t>
    </dgm:pt>
    <dgm:pt modelId="{4AB40EE6-EFE7-430A-ABFC-92FB2E2E4E8E}">
      <dgm:prSet phldrT="Description" phldr="1"/>
      <dgm:spPr/>
      <dgm:t>
        <a:bodyPr/>
        <a:lstStyle/>
        <a:p>
          <a:endParaRPr lang="en-US"/>
        </a:p>
      </dgm:t>
    </dgm:pt>
    <dgm:pt modelId="{DFF102E5-3AC6-4CAD-861E-9A657E54EE3E}" type="parTrans" cxnId="{EF053C3E-6B40-4AF4-AE1D-5D5B57A92254}">
      <dgm:prSet/>
      <dgm:spPr/>
    </dgm:pt>
    <dgm:pt modelId="{5B47009D-FC4B-4E37-B6B4-4BFEAD91B1A0}" type="sibTrans" cxnId="{EF053C3E-6B40-4AF4-AE1D-5D5B57A92254}">
      <dgm:prSet/>
      <dgm:spPr/>
    </dgm:pt>
    <dgm:pt modelId="{8E9D2ECB-1D91-4896-AAFD-BE0EF3C0ABA6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442B4DBC-F392-4C56-B89C-5F949E15BA79}" type="parTrans" cxnId="{1981C86F-6A3D-4A8A-BCAD-594833D752D7}">
      <dgm:prSet/>
      <dgm:spPr/>
    </dgm:pt>
    <dgm:pt modelId="{6BB6BFBD-DEA4-4415-9D8A-F311BBE40863}" type="sibTrans" cxnId="{1981C86F-6A3D-4A8A-BCAD-594833D752D7}">
      <dgm:prSet phldrT="03" phldr="0"/>
      <dgm:spPr/>
    </dgm:pt>
    <dgm:pt modelId="{AB28ED95-AFF3-4B9E-B5EF-7121C6EF372C}">
      <dgm:prSet phldrT="Description" phldr="1"/>
      <dgm:spPr/>
      <dgm:t>
        <a:bodyPr/>
        <a:lstStyle/>
        <a:p>
          <a:endParaRPr lang="en-US"/>
        </a:p>
      </dgm:t>
    </dgm:pt>
    <dgm:pt modelId="{8EB8F8AA-5F70-4F62-8436-D2B3A3960E4C}" type="parTrans" cxnId="{D96B491F-02CD-4A9B-B7A5-013206876C96}">
      <dgm:prSet/>
      <dgm:spPr/>
    </dgm:pt>
    <dgm:pt modelId="{AAF9DA69-37DB-44BA-904D-70545E1A440F}" type="sibTrans" cxnId="{D96B491F-02CD-4A9B-B7A5-013206876C96}">
      <dgm:prSet/>
      <dgm:spPr/>
    </dgm:pt>
    <dgm:pt modelId="{07FA378A-BCF8-4E04-82E6-FF4CEC7E8EB0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BB43AA84-E342-4685-A168-4AD4FFBD8F5F}" type="parTrans" cxnId="{E5E0196D-B9B2-4FE4-9DB1-CF8EA81DD734}">
      <dgm:prSet/>
      <dgm:spPr/>
    </dgm:pt>
    <dgm:pt modelId="{05F6D09F-8796-4E6E-A713-A7FD62F976D5}" type="sibTrans" cxnId="{E5E0196D-B9B2-4FE4-9DB1-CF8EA81DD734}">
      <dgm:prSet phldrT="03" phldr="0"/>
      <dgm:spPr/>
      <dgm:t>
        <a:bodyPr/>
        <a:lstStyle/>
        <a:p>
          <a:pPr>
            <a:defRPr b="1"/>
          </a:pPr>
          <a:r>
            <a:rPr lang="en-US"/>
            <a:t>03</a:t>
          </a:r>
        </a:p>
      </dgm:t>
    </dgm:pt>
    <dgm:pt modelId="{7EEF7679-9755-48C6-AF48-3F70CAED6F7B}">
      <dgm:prSet phldrT="Description" phldr="1"/>
      <dgm:spPr/>
      <dgm:t>
        <a:bodyPr/>
        <a:lstStyle/>
        <a:p>
          <a:endParaRPr lang="en-US"/>
        </a:p>
      </dgm:t>
    </dgm:pt>
    <dgm:pt modelId="{F40EEB1D-9C25-4EFC-ACC2-DC6586F3D710}" type="parTrans" cxnId="{5462CD3A-0B96-4C74-8958-3437302363E2}">
      <dgm:prSet/>
      <dgm:spPr/>
    </dgm:pt>
    <dgm:pt modelId="{0D2A2762-4C45-43B2-A195-2A5AE0E2CAC1}" type="sibTrans" cxnId="{5462CD3A-0B96-4C74-8958-3437302363E2}">
      <dgm:prSet/>
      <dgm:spPr/>
    </dgm:pt>
    <dgm:pt modelId="{4D3E985B-3D3A-45B2-8BE2-69867EFDE3A2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936B52FB-A3EB-4168-BE76-B2B771DCF868}" type="parTrans" cxnId="{78008904-2901-4497-9B93-0BCAC55B3147}">
      <dgm:prSet/>
      <dgm:spPr/>
    </dgm:pt>
    <dgm:pt modelId="{45D8427F-2ABE-4891-9756-AC9776AA6ABC}" type="sibTrans" cxnId="{78008904-2901-4497-9B93-0BCAC55B3147}">
      <dgm:prSet phldrT="04" phldr="0"/>
      <dgm:spPr/>
      <dgm:t>
        <a:bodyPr/>
        <a:lstStyle/>
        <a:p>
          <a:pPr>
            <a:defRPr b="1"/>
          </a:pPr>
          <a:r>
            <a:rPr lang="en-US"/>
            <a:t>04</a:t>
          </a:r>
        </a:p>
      </dgm:t>
    </dgm:pt>
    <dgm:pt modelId="{31CA47BD-2D04-466B-B5F4-4478E11FCF65}">
      <dgm:prSet phldrT="Description" phldr="1"/>
      <dgm:spPr/>
      <dgm:t>
        <a:bodyPr/>
        <a:lstStyle/>
        <a:p>
          <a:endParaRPr lang="en-US"/>
        </a:p>
      </dgm:t>
    </dgm:pt>
    <dgm:pt modelId="{03C2BDF8-3215-4ADD-AE57-4F14228DA266}" type="parTrans" cxnId="{C3B67804-3E77-47BB-B73C-2B07227E3EE2}">
      <dgm:prSet/>
      <dgm:spPr/>
    </dgm:pt>
    <dgm:pt modelId="{EDCD6E77-273E-406C-A742-11676657CE0A}" type="sibTrans" cxnId="{C3B67804-3E77-47BB-B73C-2B07227E3EE2}">
      <dgm:prSet/>
      <dgm:spPr/>
    </dgm:pt>
    <dgm:pt modelId="{41A6F97D-E748-4C6D-96A7-05D088072A67}" type="pres">
      <dgm:prSet presAssocID="{5B6EA7A1-9B91-4123-928F-ECEDD220191C}" presName="root" presStyleCnt="0">
        <dgm:presLayoutVars>
          <dgm:dir/>
          <dgm:resizeHandles val="exact"/>
        </dgm:presLayoutVars>
      </dgm:prSet>
      <dgm:spPr/>
    </dgm:pt>
    <dgm:pt modelId="{464E3DE9-45D6-4D1B-BEC6-FF5FA04613B9}" type="pres">
      <dgm:prSet presAssocID="{3179B9DB-BD78-49CB-BE35-EFA8BB2B0AF4}" presName="compNode" presStyleCnt="0"/>
      <dgm:spPr/>
    </dgm:pt>
    <dgm:pt modelId="{365273F1-E05D-4213-B9A5-AC95E46577A0}" type="pres">
      <dgm:prSet presAssocID="{3179B9DB-BD78-49CB-BE35-EFA8BB2B0AF4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AD9CFCE-9BA0-437F-B828-A3CCB06DC0E7}" type="pres">
      <dgm:prSet presAssocID="{E298E40F-E128-4AE6-9478-1735BADE90B3}" presName="numberText" presStyleLbl="revTx" presStyleIdx="0" presStyleCnt="12">
        <dgm:presLayoutVars>
          <dgm:chMax val="0"/>
          <dgm:chPref val="0"/>
          <dgm:bulletEnabled/>
        </dgm:presLayoutVars>
      </dgm:prSet>
      <dgm:spPr/>
    </dgm:pt>
    <dgm:pt modelId="{4F516D91-068D-474B-BBD7-C5B192BF7F6E}" type="pres">
      <dgm:prSet presAssocID="{3179B9DB-BD78-49CB-BE35-EFA8BB2B0AF4}" presName="titleText" presStyleLbl="revTx" presStyleIdx="1" presStyleCnt="12">
        <dgm:presLayoutVars>
          <dgm:chMax val="0"/>
          <dgm:chPref val="0"/>
        </dgm:presLayoutVars>
      </dgm:prSet>
      <dgm:spPr/>
    </dgm:pt>
    <dgm:pt modelId="{656AE27E-7327-47FA-8486-8F614387A8A2}" type="pres">
      <dgm:prSet presAssocID="{3179B9DB-BD78-49CB-BE35-EFA8BB2B0AF4}" presName="bodyText" presStyleLbl="revTx" presStyleIdx="2" presStyleCnt="12">
        <dgm:presLayoutVars>
          <dgm:chMax val="0"/>
          <dgm:chPref val="0"/>
        </dgm:presLayoutVars>
      </dgm:prSet>
      <dgm:spPr/>
    </dgm:pt>
    <dgm:pt modelId="{6339D76F-60E6-4F82-8753-8896F0EDA852}" type="pres">
      <dgm:prSet presAssocID="{E298E40F-E128-4AE6-9478-1735BADE90B3}" presName="sibTrans" presStyleCnt="0"/>
      <dgm:spPr/>
    </dgm:pt>
    <dgm:pt modelId="{788C2E85-0519-48B3-BBBC-01F38C98E073}" type="pres">
      <dgm:prSet presAssocID="{73072511-54DE-40EC-BA12-550647F3CC1F}" presName="compNode" presStyleCnt="0"/>
      <dgm:spPr/>
    </dgm:pt>
    <dgm:pt modelId="{2C030F80-5498-40DF-B48F-87F2E1DECE83}" type="pres">
      <dgm:prSet presAssocID="{73072511-54DE-40EC-BA12-550647F3CC1F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D67DA5F8-913D-46F7-83A7-27780632CD8E}" type="pres">
      <dgm:prSet presAssocID="{745D6D52-8409-4F24-BF84-66DCC1F38824}" presName="numberText" presStyleLbl="revTx" presStyleIdx="3" presStyleCnt="12">
        <dgm:presLayoutVars>
          <dgm:chMax val="0"/>
          <dgm:chPref val="0"/>
          <dgm:bulletEnabled/>
        </dgm:presLayoutVars>
      </dgm:prSet>
      <dgm:spPr/>
    </dgm:pt>
    <dgm:pt modelId="{9BF5F33D-061D-4D8C-AD16-322484024C0F}" type="pres">
      <dgm:prSet presAssocID="{73072511-54DE-40EC-BA12-550647F3CC1F}" presName="titleText" presStyleLbl="revTx" presStyleIdx="4" presStyleCnt="12">
        <dgm:presLayoutVars>
          <dgm:chMax val="0"/>
          <dgm:chPref val="0"/>
        </dgm:presLayoutVars>
      </dgm:prSet>
      <dgm:spPr/>
    </dgm:pt>
    <dgm:pt modelId="{CB3CBB44-45FD-4B60-8F4B-A2F34911477F}" type="pres">
      <dgm:prSet presAssocID="{73072511-54DE-40EC-BA12-550647F3CC1F}" presName="bodyText" presStyleLbl="revTx" presStyleIdx="5" presStyleCnt="12">
        <dgm:presLayoutVars>
          <dgm:chMax val="0"/>
          <dgm:chPref val="0"/>
        </dgm:presLayoutVars>
      </dgm:prSet>
      <dgm:spPr/>
    </dgm:pt>
    <dgm:pt modelId="{47289CAD-065A-41F0-9F1E-1C5095E2AC95}" type="pres">
      <dgm:prSet presAssocID="{745D6D52-8409-4F24-BF84-66DCC1F38824}" presName="sibTrans" presStyleCnt="0"/>
      <dgm:spPr/>
    </dgm:pt>
    <dgm:pt modelId="{FE0456ED-DC75-436C-96C9-9AA5B32DE349}" type="pres">
      <dgm:prSet presAssocID="{07FA378A-BCF8-4E04-82E6-FF4CEC7E8EB0}" presName="compNode" presStyleCnt="0"/>
      <dgm:spPr/>
    </dgm:pt>
    <dgm:pt modelId="{7E9B8F0D-DCB8-4EBF-90DB-6E3498C3262D}" type="pres">
      <dgm:prSet presAssocID="{07FA378A-BCF8-4E04-82E6-FF4CEC7E8EB0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A8F898A4-C786-4F51-B54A-91A2F26004D7}" type="pres">
      <dgm:prSet presAssocID="{05F6D09F-8796-4E6E-A713-A7FD62F976D5}" presName="numberText" presStyleLbl="revTx" presStyleIdx="6" presStyleCnt="12">
        <dgm:presLayoutVars>
          <dgm:chMax val="0"/>
          <dgm:chPref val="0"/>
          <dgm:bulletEnabled/>
        </dgm:presLayoutVars>
      </dgm:prSet>
      <dgm:spPr/>
    </dgm:pt>
    <dgm:pt modelId="{F593FD6E-EDCD-4147-B595-700432618F00}" type="pres">
      <dgm:prSet presAssocID="{07FA378A-BCF8-4E04-82E6-FF4CEC7E8EB0}" presName="titleText" presStyleLbl="revTx" presStyleIdx="7" presStyleCnt="12">
        <dgm:presLayoutVars>
          <dgm:chMax val="0"/>
          <dgm:chPref val="0"/>
        </dgm:presLayoutVars>
      </dgm:prSet>
      <dgm:spPr/>
    </dgm:pt>
    <dgm:pt modelId="{2A948EEE-AC81-4D64-93B6-94DCBB7BC95F}" type="pres">
      <dgm:prSet presAssocID="{07FA378A-BCF8-4E04-82E6-FF4CEC7E8EB0}" presName="bodyText" presStyleLbl="revTx" presStyleIdx="8" presStyleCnt="12">
        <dgm:presLayoutVars>
          <dgm:chMax val="0"/>
          <dgm:chPref val="0"/>
        </dgm:presLayoutVars>
      </dgm:prSet>
      <dgm:spPr/>
    </dgm:pt>
    <dgm:pt modelId="{8EDC3A3C-B8FD-4CA8-A8A3-29FCB5D87D44}" type="pres">
      <dgm:prSet presAssocID="{05F6D09F-8796-4E6E-A713-A7FD62F976D5}" presName="sibTrans" presStyleCnt="0"/>
      <dgm:spPr/>
    </dgm:pt>
    <dgm:pt modelId="{CE47F37E-A74B-4E5E-8731-2147218EA3C6}" type="pres">
      <dgm:prSet presAssocID="{4D3E985B-3D3A-45B2-8BE2-69867EFDE3A2}" presName="compNode" presStyleCnt="0"/>
      <dgm:spPr/>
    </dgm:pt>
    <dgm:pt modelId="{371F8599-A208-4F8B-BCB5-932EF8BA6D7C}" type="pres">
      <dgm:prSet presAssocID="{4D3E985B-3D3A-45B2-8BE2-69867EFDE3A2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9C70C5EC-8F9C-4BD1-BE99-1CDDE67B398E}" type="pres">
      <dgm:prSet presAssocID="{45D8427F-2ABE-4891-9756-AC9776AA6ABC}" presName="numberText" presStyleLbl="revTx" presStyleIdx="9" presStyleCnt="12">
        <dgm:presLayoutVars>
          <dgm:chMax val="0"/>
          <dgm:chPref val="0"/>
          <dgm:bulletEnabled/>
        </dgm:presLayoutVars>
      </dgm:prSet>
      <dgm:spPr/>
    </dgm:pt>
    <dgm:pt modelId="{FA4DEF0D-836D-4AC2-8DB0-D72B2C97ABCF}" type="pres">
      <dgm:prSet presAssocID="{4D3E985B-3D3A-45B2-8BE2-69867EFDE3A2}" presName="titleText" presStyleLbl="revTx" presStyleIdx="10" presStyleCnt="12">
        <dgm:presLayoutVars>
          <dgm:chMax val="0"/>
          <dgm:chPref val="0"/>
        </dgm:presLayoutVars>
      </dgm:prSet>
      <dgm:spPr/>
    </dgm:pt>
    <dgm:pt modelId="{52452B69-29EF-4075-BDEF-72EB729FBFD8}" type="pres">
      <dgm:prSet presAssocID="{4D3E985B-3D3A-45B2-8BE2-69867EFDE3A2}" presName="bodyText" presStyleLbl="revTx" presStyleIdx="11" presStyleCnt="12">
        <dgm:presLayoutVars>
          <dgm:chMax val="0"/>
          <dgm:chPref val="0"/>
        </dgm:presLayoutVars>
      </dgm:prSet>
      <dgm:spPr/>
    </dgm:pt>
  </dgm:ptLst>
  <dgm:cxnLst>
    <dgm:cxn modelId="{AA3C7304-0AD6-4B22-8024-94D09F2E12F8}" type="presOf" srcId="{05F6D09F-8796-4E6E-A713-A7FD62F976D5}" destId="{A8F898A4-C786-4F51-B54A-91A2F26004D7}" srcOrd="0" destOrd="0" presId="urn:microsoft.com/office/officeart/2026/layout/TextCardShortLineNumber"/>
    <dgm:cxn modelId="{C3B67804-3E77-47BB-B73C-2B07227E3EE2}" srcId="{4D3E985B-3D3A-45B2-8BE2-69867EFDE3A2}" destId="{31CA47BD-2D04-466B-B5F4-4478E11FCF65}" srcOrd="0" destOrd="0" parTransId="{03C2BDF8-3215-4ADD-AE57-4F14228DA266}" sibTransId="{EDCD6E77-273E-406C-A742-11676657CE0A}"/>
    <dgm:cxn modelId="{78008904-2901-4497-9B93-0BCAC55B3147}" srcId="{5B6EA7A1-9B91-4123-928F-ECEDD220191C}" destId="{4D3E985B-3D3A-45B2-8BE2-69867EFDE3A2}" srcOrd="3" destOrd="0" parTransId="{936B52FB-A3EB-4168-BE76-B2B771DCF868}" sibTransId="{45D8427F-2ABE-4891-9756-AC9776AA6ABC}"/>
    <dgm:cxn modelId="{EA68FA0D-C89D-471A-AFAD-369D860B0C6D}" type="presOf" srcId="{4AB40EE6-EFE7-430A-ABFC-92FB2E2E4E8E}" destId="{CB3CBB44-45FD-4B60-8F4B-A2F34911477F}" srcOrd="0" destOrd="0" presId="urn:microsoft.com/office/officeart/2026/layout/TextCardShortLineNumber"/>
    <dgm:cxn modelId="{49781C1A-A08C-4525-8197-A33A90293D60}" type="presOf" srcId="{07FA378A-BCF8-4E04-82E6-FF4CEC7E8EB0}" destId="{F593FD6E-EDCD-4147-B595-700432618F00}" srcOrd="0" destOrd="0" presId="urn:microsoft.com/office/officeart/2026/layout/TextCardShortLineNumber"/>
    <dgm:cxn modelId="{D96B491F-02CD-4A9B-B7A5-013206876C96}" srcId="{73072511-54DE-40EC-BA12-550647F3CC1F}" destId="{AB28ED95-AFF3-4B9E-B5EF-7121C6EF372C}" srcOrd="2" destOrd="0" parTransId="{8EB8F8AA-5F70-4F62-8436-D2B3A3960E4C}" sibTransId="{AAF9DA69-37DB-44BA-904D-70545E1A440F}"/>
    <dgm:cxn modelId="{9A353A28-3EF4-4CEF-9DBA-E081C968845A}" type="presOf" srcId="{E3328472-881B-468B-9EC0-54618435D6B1}" destId="{656AE27E-7327-47FA-8486-8F614387A8A2}" srcOrd="0" destOrd="0" presId="urn:microsoft.com/office/officeart/2026/layout/TextCardShortLineNumber"/>
    <dgm:cxn modelId="{6208F62C-44CB-4816-BF89-B8B37FBB36E2}" type="presOf" srcId="{7EEF7679-9755-48C6-AF48-3F70CAED6F7B}" destId="{2A948EEE-AC81-4D64-93B6-94DCBB7BC95F}" srcOrd="0" destOrd="0" presId="urn:microsoft.com/office/officeart/2026/layout/TextCardShortLineNumber"/>
    <dgm:cxn modelId="{F9D47A2E-A9EC-420B-A073-CAF6227DF51C}" type="presOf" srcId="{8E9D2ECB-1D91-4896-AAFD-BE0EF3C0ABA6}" destId="{CB3CBB44-45FD-4B60-8F4B-A2F34911477F}" srcOrd="0" destOrd="1" presId="urn:microsoft.com/office/officeart/2026/layout/TextCardShortLineNumber"/>
    <dgm:cxn modelId="{AD632732-7977-47FF-868A-F02A776936D7}" srcId="{3179B9DB-BD78-49CB-BE35-EFA8BB2B0AF4}" destId="{E3328472-881B-468B-9EC0-54618435D6B1}" srcOrd="0" destOrd="0" parTransId="{26F3BF9D-A6AE-4BF0-8765-BF73CBFB5CA1}" sibTransId="{ECAA2B47-2551-4089-8A56-5A83F2B5B9F6}"/>
    <dgm:cxn modelId="{5462CD3A-0B96-4C74-8958-3437302363E2}" srcId="{07FA378A-BCF8-4E04-82E6-FF4CEC7E8EB0}" destId="{7EEF7679-9755-48C6-AF48-3F70CAED6F7B}" srcOrd="0" destOrd="0" parTransId="{F40EEB1D-9C25-4EFC-ACC2-DC6586F3D710}" sibTransId="{0D2A2762-4C45-43B2-A195-2A5AE0E2CAC1}"/>
    <dgm:cxn modelId="{EF053C3E-6B40-4AF4-AE1D-5D5B57A92254}" srcId="{73072511-54DE-40EC-BA12-550647F3CC1F}" destId="{4AB40EE6-EFE7-430A-ABFC-92FB2E2E4E8E}" srcOrd="0" destOrd="0" parTransId="{DFF102E5-3AC6-4CAD-861E-9A657E54EE3E}" sibTransId="{5B47009D-FC4B-4E37-B6B4-4BFEAD91B1A0}"/>
    <dgm:cxn modelId="{E31BB94C-270A-4F5F-9B92-F9B77330A940}" type="presOf" srcId="{73072511-54DE-40EC-BA12-550647F3CC1F}" destId="{9BF5F33D-061D-4D8C-AD16-322484024C0F}" srcOrd="0" destOrd="0" presId="urn:microsoft.com/office/officeart/2026/layout/TextCardShortLineNumber"/>
    <dgm:cxn modelId="{E5E0196D-B9B2-4FE4-9DB1-CF8EA81DD734}" srcId="{5B6EA7A1-9B91-4123-928F-ECEDD220191C}" destId="{07FA378A-BCF8-4E04-82E6-FF4CEC7E8EB0}" srcOrd="2" destOrd="0" parTransId="{BB43AA84-E342-4685-A168-4AD4FFBD8F5F}" sibTransId="{05F6D09F-8796-4E6E-A713-A7FD62F976D5}"/>
    <dgm:cxn modelId="{1981C86F-6A3D-4A8A-BCAD-594833D752D7}" srcId="{73072511-54DE-40EC-BA12-550647F3CC1F}" destId="{8E9D2ECB-1D91-4896-AAFD-BE0EF3C0ABA6}" srcOrd="1" destOrd="0" parTransId="{442B4DBC-F392-4C56-B89C-5F949E15BA79}" sibTransId="{6BB6BFBD-DEA4-4415-9D8A-F311BBE40863}"/>
    <dgm:cxn modelId="{44CE0570-E5CD-4A5F-BCB2-D3D4E224C541}" type="presOf" srcId="{745D6D52-8409-4F24-BF84-66DCC1F38824}" destId="{D67DA5F8-913D-46F7-83A7-27780632CD8E}" srcOrd="0" destOrd="0" presId="urn:microsoft.com/office/officeart/2026/layout/TextCardShortLineNumber"/>
    <dgm:cxn modelId="{016C5787-0532-4E43-A97D-94FF925A5292}" type="presOf" srcId="{3179B9DB-BD78-49CB-BE35-EFA8BB2B0AF4}" destId="{4F516D91-068D-474B-BBD7-C5B192BF7F6E}" srcOrd="0" destOrd="0" presId="urn:microsoft.com/office/officeart/2026/layout/TextCardShortLineNumber"/>
    <dgm:cxn modelId="{6FE32192-0416-40C3-8BE4-906127B819AB}" type="presOf" srcId="{45D8427F-2ABE-4891-9756-AC9776AA6ABC}" destId="{9C70C5EC-8F9C-4BD1-BE99-1CDDE67B398E}" srcOrd="0" destOrd="0" presId="urn:microsoft.com/office/officeart/2026/layout/TextCardShortLineNumber"/>
    <dgm:cxn modelId="{CD98DB9B-AAB2-4C6E-8016-C0EF397047A2}" srcId="{5B6EA7A1-9B91-4123-928F-ECEDD220191C}" destId="{3179B9DB-BD78-49CB-BE35-EFA8BB2B0AF4}" srcOrd="0" destOrd="0" parTransId="{7FC2953B-BA81-4B1A-A5D8-3B8CB0DB4014}" sibTransId="{E298E40F-E128-4AE6-9478-1735BADE90B3}"/>
    <dgm:cxn modelId="{85A4D89F-6115-4329-A0E9-77CE80FC2D13}" type="presOf" srcId="{5B6EA7A1-9B91-4123-928F-ECEDD220191C}" destId="{41A6F97D-E748-4C6D-96A7-05D088072A67}" srcOrd="0" destOrd="0" presId="urn:microsoft.com/office/officeart/2026/layout/TextCardShortLineNumber"/>
    <dgm:cxn modelId="{10347AA4-85C0-49C1-AD6F-46657A605FBD}" type="presOf" srcId="{31CA47BD-2D04-466B-B5F4-4478E11FCF65}" destId="{52452B69-29EF-4075-BDEF-72EB729FBFD8}" srcOrd="0" destOrd="0" presId="urn:microsoft.com/office/officeart/2026/layout/TextCardShortLineNumber"/>
    <dgm:cxn modelId="{067C40BA-E4CE-4DE4-B07B-4CCA5B6BEA28}" type="presOf" srcId="{E298E40F-E128-4AE6-9478-1735BADE90B3}" destId="{BAD9CFCE-9BA0-437F-B828-A3CCB06DC0E7}" srcOrd="0" destOrd="0" presId="urn:microsoft.com/office/officeart/2026/layout/TextCardShortLineNumber"/>
    <dgm:cxn modelId="{2CB35BC3-F16E-4916-B6D2-1600EB063EDE}" srcId="{5B6EA7A1-9B91-4123-928F-ECEDD220191C}" destId="{73072511-54DE-40EC-BA12-550647F3CC1F}" srcOrd="1" destOrd="0" parTransId="{9825C506-47A9-4D8C-99B2-9208E5D559FD}" sibTransId="{745D6D52-8409-4F24-BF84-66DCC1F38824}"/>
    <dgm:cxn modelId="{F6A51FDB-AC5C-458D-A401-23102FF1055E}" type="presOf" srcId="{4D3E985B-3D3A-45B2-8BE2-69867EFDE3A2}" destId="{FA4DEF0D-836D-4AC2-8DB0-D72B2C97ABCF}" srcOrd="0" destOrd="0" presId="urn:microsoft.com/office/officeart/2026/layout/TextCardShortLineNumber"/>
    <dgm:cxn modelId="{206A89F8-B78F-462D-9155-83F1077D5159}" type="presOf" srcId="{AB28ED95-AFF3-4B9E-B5EF-7121C6EF372C}" destId="{CB3CBB44-45FD-4B60-8F4B-A2F34911477F}" srcOrd="0" destOrd="2" presId="urn:microsoft.com/office/officeart/2026/layout/TextCardShortLineNumber"/>
    <dgm:cxn modelId="{6AADBFE0-CED5-4446-94D1-8FB241730F9B}" type="presParOf" srcId="{41A6F97D-E748-4C6D-96A7-05D088072A67}" destId="{464E3DE9-45D6-4D1B-BEC6-FF5FA04613B9}" srcOrd="0" destOrd="0" presId="urn:microsoft.com/office/officeart/2026/layout/TextCardShortLineNumber"/>
    <dgm:cxn modelId="{75D8DD25-C77D-4306-B9D9-F2913EF89879}" type="presParOf" srcId="{464E3DE9-45D6-4D1B-BEC6-FF5FA04613B9}" destId="{365273F1-E05D-4213-B9A5-AC95E46577A0}" srcOrd="0" destOrd="0" presId="urn:microsoft.com/office/officeart/2026/layout/TextCardShortLineNumber"/>
    <dgm:cxn modelId="{4C4691F2-6DC0-4A32-9CCE-D16F80940633}" type="presParOf" srcId="{464E3DE9-45D6-4D1B-BEC6-FF5FA04613B9}" destId="{BAD9CFCE-9BA0-437F-B828-A3CCB06DC0E7}" srcOrd="1" destOrd="0" presId="urn:microsoft.com/office/officeart/2026/layout/TextCardShortLineNumber"/>
    <dgm:cxn modelId="{EF3F3353-85DB-47A7-9E53-1382C939877A}" type="presParOf" srcId="{464E3DE9-45D6-4D1B-BEC6-FF5FA04613B9}" destId="{4F516D91-068D-474B-BBD7-C5B192BF7F6E}" srcOrd="2" destOrd="0" presId="urn:microsoft.com/office/officeart/2026/layout/TextCardShortLineNumber"/>
    <dgm:cxn modelId="{19BC1878-6831-4625-A1E5-A9E269DAEBD8}" type="presParOf" srcId="{464E3DE9-45D6-4D1B-BEC6-FF5FA04613B9}" destId="{656AE27E-7327-47FA-8486-8F614387A8A2}" srcOrd="3" destOrd="0" presId="urn:microsoft.com/office/officeart/2026/layout/TextCardShortLineNumber"/>
    <dgm:cxn modelId="{A5D08E9F-6C4C-49B0-8B84-4497E62037C7}" type="presParOf" srcId="{41A6F97D-E748-4C6D-96A7-05D088072A67}" destId="{6339D76F-60E6-4F82-8753-8896F0EDA852}" srcOrd="1" destOrd="0" presId="urn:microsoft.com/office/officeart/2026/layout/TextCardShortLineNumber"/>
    <dgm:cxn modelId="{FB54D324-F75B-4BA2-871E-DF02E0B22B4D}" type="presParOf" srcId="{41A6F97D-E748-4C6D-96A7-05D088072A67}" destId="{788C2E85-0519-48B3-BBBC-01F38C98E073}" srcOrd="2" destOrd="0" presId="urn:microsoft.com/office/officeart/2026/layout/TextCardShortLineNumber"/>
    <dgm:cxn modelId="{757FE7D0-7F93-4521-8A42-29FB9373D34D}" type="presParOf" srcId="{788C2E85-0519-48B3-BBBC-01F38C98E073}" destId="{2C030F80-5498-40DF-B48F-87F2E1DECE83}" srcOrd="0" destOrd="0" presId="urn:microsoft.com/office/officeart/2026/layout/TextCardShortLineNumber"/>
    <dgm:cxn modelId="{4AE01101-98F7-409A-BACE-41E908114ACF}" type="presParOf" srcId="{788C2E85-0519-48B3-BBBC-01F38C98E073}" destId="{D67DA5F8-913D-46F7-83A7-27780632CD8E}" srcOrd="1" destOrd="0" presId="urn:microsoft.com/office/officeart/2026/layout/TextCardShortLineNumber"/>
    <dgm:cxn modelId="{23717776-666F-4954-A211-82B52455B574}" type="presParOf" srcId="{788C2E85-0519-48B3-BBBC-01F38C98E073}" destId="{9BF5F33D-061D-4D8C-AD16-322484024C0F}" srcOrd="2" destOrd="0" presId="urn:microsoft.com/office/officeart/2026/layout/TextCardShortLineNumber"/>
    <dgm:cxn modelId="{3F699E5E-E6C1-4A4C-A36C-777A312F1BBA}" type="presParOf" srcId="{788C2E85-0519-48B3-BBBC-01F38C98E073}" destId="{CB3CBB44-45FD-4B60-8F4B-A2F34911477F}" srcOrd="3" destOrd="0" presId="urn:microsoft.com/office/officeart/2026/layout/TextCardShortLineNumber"/>
    <dgm:cxn modelId="{1DA0631D-EEF4-4D14-817B-ADB9FC1E746D}" type="presParOf" srcId="{41A6F97D-E748-4C6D-96A7-05D088072A67}" destId="{47289CAD-065A-41F0-9F1E-1C5095E2AC95}" srcOrd="3" destOrd="0" presId="urn:microsoft.com/office/officeart/2026/layout/TextCardShortLineNumber"/>
    <dgm:cxn modelId="{CFAF0813-FE64-45FA-90DB-37910D2BAE8F}" type="presParOf" srcId="{41A6F97D-E748-4C6D-96A7-05D088072A67}" destId="{FE0456ED-DC75-436C-96C9-9AA5B32DE349}" srcOrd="4" destOrd="0" presId="urn:microsoft.com/office/officeart/2026/layout/TextCardShortLineNumber"/>
    <dgm:cxn modelId="{38003499-1C0F-48C3-8AC8-7B8687D58A23}" type="presParOf" srcId="{FE0456ED-DC75-436C-96C9-9AA5B32DE349}" destId="{7E9B8F0D-DCB8-4EBF-90DB-6E3498C3262D}" srcOrd="0" destOrd="0" presId="urn:microsoft.com/office/officeart/2026/layout/TextCardShortLineNumber"/>
    <dgm:cxn modelId="{9F04E138-290B-4DC4-82AF-8FC956B426CD}" type="presParOf" srcId="{FE0456ED-DC75-436C-96C9-9AA5B32DE349}" destId="{A8F898A4-C786-4F51-B54A-91A2F26004D7}" srcOrd="1" destOrd="0" presId="urn:microsoft.com/office/officeart/2026/layout/TextCardShortLineNumber"/>
    <dgm:cxn modelId="{01BF86B1-9AA0-47AC-8B73-BAB25EEA614C}" type="presParOf" srcId="{FE0456ED-DC75-436C-96C9-9AA5B32DE349}" destId="{F593FD6E-EDCD-4147-B595-700432618F00}" srcOrd="2" destOrd="0" presId="urn:microsoft.com/office/officeart/2026/layout/TextCardShortLineNumber"/>
    <dgm:cxn modelId="{9623F012-9641-42BD-ABC6-FFDA74FCCCC9}" type="presParOf" srcId="{FE0456ED-DC75-436C-96C9-9AA5B32DE349}" destId="{2A948EEE-AC81-4D64-93B6-94DCBB7BC95F}" srcOrd="3" destOrd="0" presId="urn:microsoft.com/office/officeart/2026/layout/TextCardShortLineNumber"/>
    <dgm:cxn modelId="{82A2FA65-BE22-459F-A9CA-E4DAD4162FB2}" type="presParOf" srcId="{41A6F97D-E748-4C6D-96A7-05D088072A67}" destId="{8EDC3A3C-B8FD-4CA8-A8A3-29FCB5D87D44}" srcOrd="5" destOrd="0" presId="urn:microsoft.com/office/officeart/2026/layout/TextCardShortLineNumber"/>
    <dgm:cxn modelId="{68A7AEB3-5530-46DE-989C-9787C59A5846}" type="presParOf" srcId="{41A6F97D-E748-4C6D-96A7-05D088072A67}" destId="{CE47F37E-A74B-4E5E-8731-2147218EA3C6}" srcOrd="6" destOrd="0" presId="urn:microsoft.com/office/officeart/2026/layout/TextCardShortLineNumber"/>
    <dgm:cxn modelId="{D0807F54-AA7E-4300-8466-996D61D9CE9D}" type="presParOf" srcId="{CE47F37E-A74B-4E5E-8731-2147218EA3C6}" destId="{371F8599-A208-4F8B-BCB5-932EF8BA6D7C}" srcOrd="0" destOrd="0" presId="urn:microsoft.com/office/officeart/2026/layout/TextCardShortLineNumber"/>
    <dgm:cxn modelId="{6588A272-1CF7-4EBC-8399-DB52EC6FE731}" type="presParOf" srcId="{CE47F37E-A74B-4E5E-8731-2147218EA3C6}" destId="{9C70C5EC-8F9C-4BD1-BE99-1CDDE67B398E}" srcOrd="1" destOrd="0" presId="urn:microsoft.com/office/officeart/2026/layout/TextCardShortLineNumber"/>
    <dgm:cxn modelId="{60A9F742-C81D-4B24-B1DE-771CEFD9298D}" type="presParOf" srcId="{CE47F37E-A74B-4E5E-8731-2147218EA3C6}" destId="{FA4DEF0D-836D-4AC2-8DB0-D72B2C97ABCF}" srcOrd="2" destOrd="0" presId="urn:microsoft.com/office/officeart/2026/layout/TextCardShortLineNumber"/>
    <dgm:cxn modelId="{83EB3FCC-E3C7-49CE-8823-6CCC4DA85046}" type="presParOf" srcId="{CE47F37E-A74B-4E5E-8731-2147218EA3C6}" destId="{52452B69-29EF-4075-BDEF-72EB729FBFD8}" srcOrd="3" destOrd="0" presId="urn:microsoft.com/office/officeart/2026/layout/TextCardShortLineNumb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273F1-E05D-4213-B9A5-AC95E46577A0}">
      <dsp:nvSpPr>
        <dsp:cNvPr id="0" name=""/>
        <dsp:cNvSpPr/>
      </dsp:nvSpPr>
      <dsp:spPr>
        <a:xfrm>
          <a:off x="288264" y="223520"/>
          <a:ext cx="508508" cy="406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D9CFCE-9BA0-437F-B828-A3CCB06DC0E7}">
      <dsp:nvSpPr>
        <dsp:cNvPr id="0" name=""/>
        <dsp:cNvSpPr/>
      </dsp:nvSpPr>
      <dsp:spPr>
        <a:xfrm>
          <a:off x="288264" y="375920"/>
          <a:ext cx="1816100" cy="96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01</a:t>
          </a:r>
        </a:p>
      </dsp:txBody>
      <dsp:txXfrm>
        <a:off x="288264" y="375920"/>
        <a:ext cx="1816100" cy="965200"/>
      </dsp:txXfrm>
    </dsp:sp>
    <dsp:sp modelId="{4F516D91-068D-474B-BBD7-C5B192BF7F6E}">
      <dsp:nvSpPr>
        <dsp:cNvPr id="0" name=""/>
        <dsp:cNvSpPr/>
      </dsp:nvSpPr>
      <dsp:spPr>
        <a:xfrm>
          <a:off x="288264" y="1320800"/>
          <a:ext cx="1816100" cy="76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288264" y="1320800"/>
        <a:ext cx="1816100" cy="762000"/>
      </dsp:txXfrm>
    </dsp:sp>
    <dsp:sp modelId="{656AE27E-7327-47FA-8486-8F614387A8A2}">
      <dsp:nvSpPr>
        <dsp:cNvPr id="0" name=""/>
        <dsp:cNvSpPr/>
      </dsp:nvSpPr>
      <dsp:spPr>
        <a:xfrm>
          <a:off x="288264" y="2164080"/>
          <a:ext cx="1816100" cy="269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8264" y="2164080"/>
        <a:ext cx="1816100" cy="2692400"/>
      </dsp:txXfrm>
    </dsp:sp>
    <dsp:sp modelId="{2C030F80-5498-40DF-B48F-87F2E1DECE83}">
      <dsp:nvSpPr>
        <dsp:cNvPr id="0" name=""/>
        <dsp:cNvSpPr/>
      </dsp:nvSpPr>
      <dsp:spPr>
        <a:xfrm>
          <a:off x="2242388" y="223520"/>
          <a:ext cx="508508" cy="406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DA5F8-913D-46F7-83A7-27780632CD8E}">
      <dsp:nvSpPr>
        <dsp:cNvPr id="0" name=""/>
        <dsp:cNvSpPr/>
      </dsp:nvSpPr>
      <dsp:spPr>
        <a:xfrm>
          <a:off x="2242388" y="375920"/>
          <a:ext cx="1816100" cy="96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02</a:t>
          </a:r>
        </a:p>
      </dsp:txBody>
      <dsp:txXfrm>
        <a:off x="2242388" y="375920"/>
        <a:ext cx="1816100" cy="965200"/>
      </dsp:txXfrm>
    </dsp:sp>
    <dsp:sp modelId="{9BF5F33D-061D-4D8C-AD16-322484024C0F}">
      <dsp:nvSpPr>
        <dsp:cNvPr id="0" name=""/>
        <dsp:cNvSpPr/>
      </dsp:nvSpPr>
      <dsp:spPr>
        <a:xfrm>
          <a:off x="2242388" y="1320800"/>
          <a:ext cx="1816100" cy="76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2242388" y="1320800"/>
        <a:ext cx="1816100" cy="762000"/>
      </dsp:txXfrm>
    </dsp:sp>
    <dsp:sp modelId="{CB3CBB44-45FD-4B60-8F4B-A2F34911477F}">
      <dsp:nvSpPr>
        <dsp:cNvPr id="0" name=""/>
        <dsp:cNvSpPr/>
      </dsp:nvSpPr>
      <dsp:spPr>
        <a:xfrm>
          <a:off x="2242388" y="2164080"/>
          <a:ext cx="1816100" cy="269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Three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42388" y="2164080"/>
        <a:ext cx="1816100" cy="2692400"/>
      </dsp:txXfrm>
    </dsp:sp>
    <dsp:sp modelId="{7E9B8F0D-DCB8-4EBF-90DB-6E3498C3262D}">
      <dsp:nvSpPr>
        <dsp:cNvPr id="0" name=""/>
        <dsp:cNvSpPr/>
      </dsp:nvSpPr>
      <dsp:spPr>
        <a:xfrm>
          <a:off x="4196511" y="223520"/>
          <a:ext cx="508508" cy="406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898A4-C786-4F51-B54A-91A2F26004D7}">
      <dsp:nvSpPr>
        <dsp:cNvPr id="0" name=""/>
        <dsp:cNvSpPr/>
      </dsp:nvSpPr>
      <dsp:spPr>
        <a:xfrm>
          <a:off x="4196511" y="375920"/>
          <a:ext cx="1816100" cy="96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03</a:t>
          </a:r>
        </a:p>
      </dsp:txBody>
      <dsp:txXfrm>
        <a:off x="4196511" y="375920"/>
        <a:ext cx="1816100" cy="965200"/>
      </dsp:txXfrm>
    </dsp:sp>
    <dsp:sp modelId="{F593FD6E-EDCD-4147-B595-700432618F00}">
      <dsp:nvSpPr>
        <dsp:cNvPr id="0" name=""/>
        <dsp:cNvSpPr/>
      </dsp:nvSpPr>
      <dsp:spPr>
        <a:xfrm>
          <a:off x="4196511" y="1320800"/>
          <a:ext cx="1816100" cy="76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4196511" y="1320800"/>
        <a:ext cx="1816100" cy="762000"/>
      </dsp:txXfrm>
    </dsp:sp>
    <dsp:sp modelId="{2A948EEE-AC81-4D64-93B6-94DCBB7BC95F}">
      <dsp:nvSpPr>
        <dsp:cNvPr id="0" name=""/>
        <dsp:cNvSpPr/>
      </dsp:nvSpPr>
      <dsp:spPr>
        <a:xfrm>
          <a:off x="4196511" y="2164080"/>
          <a:ext cx="1816100" cy="269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96511" y="2164080"/>
        <a:ext cx="1816100" cy="2692400"/>
      </dsp:txXfrm>
    </dsp:sp>
    <dsp:sp modelId="{371F8599-A208-4F8B-BCB5-932EF8BA6D7C}">
      <dsp:nvSpPr>
        <dsp:cNvPr id="0" name=""/>
        <dsp:cNvSpPr/>
      </dsp:nvSpPr>
      <dsp:spPr>
        <a:xfrm>
          <a:off x="6150635" y="223520"/>
          <a:ext cx="508508" cy="406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0C5EC-8F9C-4BD1-BE99-1CDDE67B398E}">
      <dsp:nvSpPr>
        <dsp:cNvPr id="0" name=""/>
        <dsp:cNvSpPr/>
      </dsp:nvSpPr>
      <dsp:spPr>
        <a:xfrm>
          <a:off x="6150635" y="375920"/>
          <a:ext cx="1816100" cy="96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04</a:t>
          </a:r>
        </a:p>
      </dsp:txBody>
      <dsp:txXfrm>
        <a:off x="6150635" y="375920"/>
        <a:ext cx="1816100" cy="965200"/>
      </dsp:txXfrm>
    </dsp:sp>
    <dsp:sp modelId="{FA4DEF0D-836D-4AC2-8DB0-D72B2C97ABCF}">
      <dsp:nvSpPr>
        <dsp:cNvPr id="0" name=""/>
        <dsp:cNvSpPr/>
      </dsp:nvSpPr>
      <dsp:spPr>
        <a:xfrm>
          <a:off x="6150635" y="1320800"/>
          <a:ext cx="1816100" cy="76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6150635" y="1320800"/>
        <a:ext cx="1816100" cy="762000"/>
      </dsp:txXfrm>
    </dsp:sp>
    <dsp:sp modelId="{52452B69-29EF-4075-BDEF-72EB729FBFD8}">
      <dsp:nvSpPr>
        <dsp:cNvPr id="0" name=""/>
        <dsp:cNvSpPr/>
      </dsp:nvSpPr>
      <dsp:spPr>
        <a:xfrm>
          <a:off x="6150635" y="2164080"/>
          <a:ext cx="1816100" cy="269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150635" y="2164080"/>
        <a:ext cx="1816100" cy="2692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Number">
  <dgm:title val=""/>
  <dgm:desc val=""/>
  <dgm:catLst>
    <dgm:cat type="textcard" pri="105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  <dgm:pt modelId="101" type="sibTrans" cxnId="{3ADD3335-AEF4-4644-8E9B-EF2350C80A9B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7191580D-13BA-43C2-9693-D5A46F516DA2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44E294CD-17D1-40CA-87B8-11C98A259AFB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100" srcId="0" destId="10" srcOrd="0" destOrd="0" sibTransId="101"/>
        <dgm:cxn modelId="101" srcId="10" destId="11" srcOrd="0" destOrd="0"/>
        <dgm:cxn modelId="102" srcId="0" destId="20" srcOrd="1" destOrd="0" sibTransId="201"/>
        <dgm:cxn modelId="103" srcId="20" destId="21" srcOrd="0" destOrd="0"/>
        <dgm:cxn modelId="104" srcId="0" destId="30" srcOrd="2" destOrd="0" sibTransId="301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 refType="h" fact="0.048"/>
          <dgm:constr type="w" for="ch" forName="accentLine" refType="w" fact="0.28"/>
          <dgm:constr type="h" for="ch" forName="accentLine" refType="h" fact="0.008"/>
          <dgm:constr type="l" for="ch" forName="numberText"/>
          <dgm:constr type="t" for="ch" forName="numberText" refType="h" fact="0.078"/>
          <dgm:constr type="w" for="ch" forName="numberText" refType="w"/>
          <dgm:constr type="h" for="ch" forName="numberText" refType="h" fact="0.19"/>
          <dgm:constr type="l" for="ch" forName="titleText"/>
          <dgm:constr type="t" for="ch" forName="titleText" refType="h" fact="0.264"/>
          <dgm:constr type="w" for="ch" forName="titleText" refType="w"/>
          <dgm:constr type="h" for="ch" forName="titleText" refType="h" fact="0.15"/>
          <dgm:constr type="l" for="ch" forName="bodyText"/>
          <dgm:constr type="t" for="ch" forName="bodyText" refType="h" fact="0.43"/>
          <dgm:constr type="w" for="ch" forName="bodyText" refType="w"/>
          <dgm:constr type="h" for="ch" forName="bodyText" refType="h" fact="0.53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forEach name="numForEach" axis="followSib" ptType="sibTrans" hideLastTrans="0" cnt="1">
          <dgm:layoutNode name="numberText" styleLbl="revTx">
            <dgm:varLst>
              <dgm:chMax val="0"/>
              <dgm:chPref val="0"/>
              <dgm:bulletEnabled/>
            </dgm:varLst>
            <dgm:alg type="tx">
              <dgm:param type="txAnchorVert" val="b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24" fact="NaN" max="NaN"/>
            </dgm:ruleLst>
          </dgm:layoutNode>
        </dgm:forEach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66D7-23CC-02E4-8339-C4AA18C8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0977C-CDAD-8240-F7D5-1EAC58041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EA122-83B2-D1EF-0932-FC0E166A5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09CBF-39C1-0C36-A7AD-443E1F18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5839F-C69E-1C26-BEEA-C59310F9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1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2746-B027-9EF1-A472-7520FF40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CA845-8909-89DC-67E2-4CA2EB282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4D334-7ECE-8E01-5AF9-CB583783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7E79B-168C-606C-7929-7AEF5899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0FB3-573D-4264-BAE4-5906BF2C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8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178D-B995-1E25-ED28-B9022DB8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BC9BD-3AA9-7C37-ED61-5C4FA953A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9147C-2371-A925-A6BD-FEE7F7A1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43401-69FC-3BD6-05A0-0920C1D5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BA1B7-C0F0-D538-D16A-A05C79EC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4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3E97-0814-A1AB-A28D-5A8E6378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3C12-F79E-4CD9-CC77-4BE6DD53C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66C7E-EEA4-72A0-A2D4-13FE9D406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F5EA5-33BF-B7E5-E650-DED3C86E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1641-59D7-CBCC-1092-30DE5453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92ABE-718C-5B6C-A959-45B32380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9FD9-A8C5-65A9-2C83-ABB72D69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63850-3634-58B9-CACD-F9FD20937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8ACFA-17B5-7826-75FC-774211CC4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212BB-D994-F04C-19A0-425C33EA5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3878B-8DE3-3C3B-205B-8ADF4D862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B2E44-059A-0616-1C1B-E831C1F7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B9552-CC5F-8FBE-38FD-026EFF73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5B115-5653-D18D-D44A-4882647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E02-4CC8-65E9-CD16-A8978A2E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378D-3B34-9619-0B3E-ABFA710D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6EA20-C0D2-920B-C8E4-8C55D618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AC073-C97E-840B-823F-3407FE77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2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AA75E-77A8-6EE9-083D-2C86F920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E5A3-75B5-696C-7C2A-E981CE6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7565-1B20-53CE-85AD-A800D9F7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3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AE2-3F6D-8D5B-568B-4D5B7EF4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4662-E3C2-4370-4533-2B2FA2044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29CD4-CF0C-7B16-F967-4C30FAE38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E60A8-E583-D6B5-22D6-4B381843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49487-DDAF-4304-87A9-92F33305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4ACA6-E12F-B391-1EF1-C388BE55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03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3E20-3D0F-AF8D-403F-E8045830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B7FF4-B7ED-4D20-D0CB-FE82DE5E7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0B5B8-A662-EBF1-3EA3-72D61C84E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73447-E9B2-92A9-58AB-101D7B1A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61448-542B-789D-3B0C-75178069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3C795-392D-8355-0B7B-79BDB3ED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4848-B2B0-CD00-3402-FEEC51E3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870C6-1420-7FD2-CADA-D951191C3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20BD-EF5C-32B0-1438-0A12D358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BB42-376D-DA85-3AD5-1655E9E8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844CD-AF71-50F5-E2A8-F8EEDC35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2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44AB2-6FE7-3B4A-F964-A24F17B1D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A1D88-4992-BB46-8B02-420E81DC4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BA007-64BF-E5DA-A2FF-793FCFEC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5D544-8B96-60EF-631F-F04DCA5F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0C58-6740-897D-15E5-DC7F4976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5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9D8F7-7893-E77D-3F24-E38C9AE49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9A814-7191-C979-FC3C-759E4BBF2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AF70C-D618-4DEC-7E49-28B2B79CB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2D727-C978-4DD6-A6DF-A8E8ECA0FE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40603-CE39-1A35-270A-40365680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07774-5492-94C1-43E7-12293F8E2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77FB7-EDB9-41E1-949E-50BAF2038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3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C6CA650-87B0-28BD-3313-280DF73908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11763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6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2026-09-06T08:15:22Z</dcterms:created>
  <dcterms:modified xsi:type="dcterms:W3CDTF">2026-09-06T08:15:22Z</dcterms:modified>
</cp:coreProperties>
</file>