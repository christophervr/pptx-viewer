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B194E5-CB64-4DF3-9675-63A3BF3C446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0418D8-22F4-4D47-838C-69F0097BC18B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C0190A36-2AFB-4F8D-9343-37AF316908AC}" type="parTrans" cxnId="{30909E8A-C92C-4667-B54C-CBBACE382114}">
      <dgm:prSet/>
      <dgm:spPr/>
    </dgm:pt>
    <dgm:pt modelId="{57AA2786-C0D0-4765-A5F9-C787A04B862A}" type="sibTrans" cxnId="{30909E8A-C92C-4667-B54C-CBBACE382114}">
      <dgm:prSet/>
      <dgm:spPr/>
    </dgm:pt>
    <dgm:pt modelId="{A10C2A76-3546-49DC-B823-26623A56A92B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874BE2D7-3508-4845-8AD9-80A14738C829}" type="parTrans" cxnId="{B383B0F7-9E66-488C-8804-E2B0D2AAD9D7}">
      <dgm:prSet/>
      <dgm:spPr/>
    </dgm:pt>
    <dgm:pt modelId="{6A257630-10C9-45F3-8AAB-D040B9547ADC}" type="sibTrans" cxnId="{B383B0F7-9E66-488C-8804-E2B0D2AAD9D7}">
      <dgm:prSet/>
      <dgm:spPr/>
    </dgm:pt>
    <dgm:pt modelId="{9092E1A3-C329-448A-9772-E2D98ED5856C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F56C9B30-4DA2-4CDD-8F43-2421353D9EA6}" type="parTrans" cxnId="{DAA29B75-C25E-4907-94A9-CB16EFC698D3}">
      <dgm:prSet/>
      <dgm:spPr/>
    </dgm:pt>
    <dgm:pt modelId="{344161DE-983D-4E30-8AD9-36878EDD8B64}" type="sibTrans" cxnId="{DAA29B75-C25E-4907-94A9-CB16EFC698D3}">
      <dgm:prSet/>
      <dgm:spPr/>
    </dgm:pt>
    <dgm:pt modelId="{B7251103-9C6D-4660-80FE-402DA5FB281F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4853C68D-D4EC-425E-9A58-CA4463BF1CE0}" type="parTrans" cxnId="{91298405-6527-49F9-BE2A-9355E0746D26}">
      <dgm:prSet/>
      <dgm:spPr/>
    </dgm:pt>
    <dgm:pt modelId="{690DAC3A-7B4B-4009-8DBE-B2B18C4C3241}" type="sibTrans" cxnId="{91298405-6527-49F9-BE2A-9355E0746D26}">
      <dgm:prSet/>
      <dgm:spPr/>
    </dgm:pt>
    <dgm:pt modelId="{5310A31D-4AE3-4B45-A3ED-FB36EC6911ED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2A0372D6-B3A8-4376-B1CC-4C0E7169D239}" type="parTrans" cxnId="{6BE0C82E-2565-4E92-86EA-73BCEAD0D2FD}">
      <dgm:prSet/>
      <dgm:spPr/>
    </dgm:pt>
    <dgm:pt modelId="{055BE062-0013-4BCA-80BA-69D07CA6594A}" type="sibTrans" cxnId="{6BE0C82E-2565-4E92-86EA-73BCEAD0D2FD}">
      <dgm:prSet/>
      <dgm:spPr/>
    </dgm:pt>
    <dgm:pt modelId="{8473F922-1F4D-40A1-9596-ACC238510904}" type="pres">
      <dgm:prSet presAssocID="{DCB194E5-CB64-4DF3-9675-63A3BF3C4467}" presName="diagram" presStyleCnt="0">
        <dgm:presLayoutVars>
          <dgm:dir/>
          <dgm:resizeHandles val="exact"/>
        </dgm:presLayoutVars>
      </dgm:prSet>
      <dgm:spPr/>
    </dgm:pt>
    <dgm:pt modelId="{2A2BB655-AF02-41C8-B115-4146EF4F551C}" type="pres">
      <dgm:prSet presAssocID="{7B0418D8-22F4-4D47-838C-69F0097BC18B}" presName="node" presStyleLbl="node1" presStyleIdx="0" presStyleCnt="3">
        <dgm:presLayoutVars>
          <dgm:bulletEnabled val="1"/>
        </dgm:presLayoutVars>
      </dgm:prSet>
      <dgm:spPr/>
    </dgm:pt>
    <dgm:pt modelId="{035CE514-B461-45D2-A532-1F9029961046}" type="pres">
      <dgm:prSet presAssocID="{57AA2786-C0D0-4765-A5F9-C787A04B862A}" presName="sibTrans" presStyleCnt="0"/>
      <dgm:spPr/>
    </dgm:pt>
    <dgm:pt modelId="{50CA9A9C-59A5-4BFB-A442-2403BE379A41}" type="pres">
      <dgm:prSet presAssocID="{9092E1A3-C329-448A-9772-E2D98ED5856C}" presName="node" presStyleLbl="node1" presStyleIdx="1" presStyleCnt="3">
        <dgm:presLayoutVars>
          <dgm:bulletEnabled val="1"/>
        </dgm:presLayoutVars>
      </dgm:prSet>
      <dgm:spPr/>
    </dgm:pt>
    <dgm:pt modelId="{D12CC754-05E9-40E8-8B9D-4728422275C3}" type="pres">
      <dgm:prSet presAssocID="{344161DE-983D-4E30-8AD9-36878EDD8B64}" presName="sibTrans" presStyleCnt="0"/>
      <dgm:spPr/>
    </dgm:pt>
    <dgm:pt modelId="{1E24E052-D703-45B2-ADEE-FA4C408495C0}" type="pres">
      <dgm:prSet presAssocID="{B7251103-9C6D-4660-80FE-402DA5FB281F}" presName="node" presStyleLbl="node1" presStyleIdx="2" presStyleCnt="3">
        <dgm:presLayoutVars>
          <dgm:bulletEnabled val="1"/>
        </dgm:presLayoutVars>
      </dgm:prSet>
      <dgm:spPr/>
    </dgm:pt>
  </dgm:ptLst>
  <dgm:cxnLst>
    <dgm:cxn modelId="{91298405-6527-49F9-BE2A-9355E0746D26}" srcId="{DCB194E5-CB64-4DF3-9675-63A3BF3C4467}" destId="{B7251103-9C6D-4660-80FE-402DA5FB281F}" srcOrd="2" destOrd="0" parTransId="{4853C68D-D4EC-425E-9A58-CA4463BF1CE0}" sibTransId="{690DAC3A-7B4B-4009-8DBE-B2B18C4C3241}"/>
    <dgm:cxn modelId="{6BE0C82E-2565-4E92-86EA-73BCEAD0D2FD}" srcId="{B7251103-9C6D-4660-80FE-402DA5FB281F}" destId="{5310A31D-4AE3-4B45-A3ED-FB36EC6911ED}" srcOrd="0" destOrd="0" parTransId="{2A0372D6-B3A8-4376-B1CC-4C0E7169D239}" sibTransId="{055BE062-0013-4BCA-80BA-69D07CA6594A}"/>
    <dgm:cxn modelId="{CFDE2136-23DC-4DD6-A035-638DAD453CE4}" type="presOf" srcId="{7B0418D8-22F4-4D47-838C-69F0097BC18B}" destId="{2A2BB655-AF02-41C8-B115-4146EF4F551C}" srcOrd="0" destOrd="0" presId="urn:microsoft.com/office/officeart/2005/8/layout/default"/>
    <dgm:cxn modelId="{DAA29B75-C25E-4907-94A9-CB16EFC698D3}" srcId="{DCB194E5-CB64-4DF3-9675-63A3BF3C4467}" destId="{9092E1A3-C329-448A-9772-E2D98ED5856C}" srcOrd="1" destOrd="0" parTransId="{F56C9B30-4DA2-4CDD-8F43-2421353D9EA6}" sibTransId="{344161DE-983D-4E30-8AD9-36878EDD8B64}"/>
    <dgm:cxn modelId="{8F2DE878-B3F6-4C97-A0EC-64B4785025C9}" type="presOf" srcId="{A10C2A76-3546-49DC-B823-26623A56A92B}" destId="{2A2BB655-AF02-41C8-B115-4146EF4F551C}" srcOrd="0" destOrd="1" presId="urn:microsoft.com/office/officeart/2005/8/layout/default"/>
    <dgm:cxn modelId="{30909E8A-C92C-4667-B54C-CBBACE382114}" srcId="{DCB194E5-CB64-4DF3-9675-63A3BF3C4467}" destId="{7B0418D8-22F4-4D47-838C-69F0097BC18B}" srcOrd="0" destOrd="0" parTransId="{C0190A36-2AFB-4F8D-9343-37AF316908AC}" sibTransId="{57AA2786-C0D0-4765-A5F9-C787A04B862A}"/>
    <dgm:cxn modelId="{17AC62B0-C77A-4ED8-903D-999E1EC27EC2}" type="presOf" srcId="{9092E1A3-C329-448A-9772-E2D98ED5856C}" destId="{50CA9A9C-59A5-4BFB-A442-2403BE379A41}" srcOrd="0" destOrd="0" presId="urn:microsoft.com/office/officeart/2005/8/layout/default"/>
    <dgm:cxn modelId="{EF5AFCB3-DE12-402F-A626-90DC1F83D1A2}" type="presOf" srcId="{DCB194E5-CB64-4DF3-9675-63A3BF3C4467}" destId="{8473F922-1F4D-40A1-9596-ACC238510904}" srcOrd="0" destOrd="0" presId="urn:microsoft.com/office/officeart/2005/8/layout/default"/>
    <dgm:cxn modelId="{346F13BE-82D0-4730-9C5D-7A7F217E8212}" type="presOf" srcId="{B7251103-9C6D-4660-80FE-402DA5FB281F}" destId="{1E24E052-D703-45B2-ADEE-FA4C408495C0}" srcOrd="0" destOrd="0" presId="urn:microsoft.com/office/officeart/2005/8/layout/default"/>
    <dgm:cxn modelId="{48682FCD-00F2-4945-9708-634E5FDDA3B2}" type="presOf" srcId="{5310A31D-4AE3-4B45-A3ED-FB36EC6911ED}" destId="{1E24E052-D703-45B2-ADEE-FA4C408495C0}" srcOrd="0" destOrd="1" presId="urn:microsoft.com/office/officeart/2005/8/layout/default"/>
    <dgm:cxn modelId="{B383B0F7-9E66-488C-8804-E2B0D2AAD9D7}" srcId="{7B0418D8-22F4-4D47-838C-69F0097BC18B}" destId="{A10C2A76-3546-49DC-B823-26623A56A92B}" srcOrd="0" destOrd="0" parTransId="{874BE2D7-3508-4845-8AD9-80A14738C829}" sibTransId="{6A257630-10C9-45F3-8AAB-D040B9547ADC}"/>
    <dgm:cxn modelId="{AC954A3C-C67B-4A0E-8CAD-74E89A3D7F5A}" type="presParOf" srcId="{8473F922-1F4D-40A1-9596-ACC238510904}" destId="{2A2BB655-AF02-41C8-B115-4146EF4F551C}" srcOrd="0" destOrd="0" presId="urn:microsoft.com/office/officeart/2005/8/layout/default"/>
    <dgm:cxn modelId="{44992157-B441-4FD6-AE83-65AC5060C62D}" type="presParOf" srcId="{8473F922-1F4D-40A1-9596-ACC238510904}" destId="{035CE514-B461-45D2-A532-1F9029961046}" srcOrd="1" destOrd="0" presId="urn:microsoft.com/office/officeart/2005/8/layout/default"/>
    <dgm:cxn modelId="{7738BCFD-335E-414B-A375-E7BC939C15D8}" type="presParOf" srcId="{8473F922-1F4D-40A1-9596-ACC238510904}" destId="{50CA9A9C-59A5-4BFB-A442-2403BE379A41}" srcOrd="2" destOrd="0" presId="urn:microsoft.com/office/officeart/2005/8/layout/default"/>
    <dgm:cxn modelId="{0440A07F-3BA0-4A95-AE9B-22586E5841FA}" type="presParOf" srcId="{8473F922-1F4D-40A1-9596-ACC238510904}" destId="{D12CC754-05E9-40E8-8B9D-4728422275C3}" srcOrd="3" destOrd="0" presId="urn:microsoft.com/office/officeart/2005/8/layout/default"/>
    <dgm:cxn modelId="{3F7157EC-B284-44CD-B772-2BCA00D093CF}" type="presParOf" srcId="{8473F922-1F4D-40A1-9596-ACC238510904}" destId="{1E24E052-D703-45B2-ADEE-FA4C408495C0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2BB655-AF02-41C8-B115-4146EF4F551C}">
      <dsp:nvSpPr>
        <dsp:cNvPr id="0" name=""/>
        <dsp:cNvSpPr/>
      </dsp:nvSpPr>
      <dsp:spPr>
        <a:xfrm>
          <a:off x="26401" y="1224"/>
          <a:ext cx="3905808" cy="23434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Node One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700" kern="1200"/>
            <a:t>Node Two has a longer label</a:t>
          </a:r>
        </a:p>
      </dsp:txBody>
      <dsp:txXfrm>
        <a:off x="26401" y="1224"/>
        <a:ext cx="3905808" cy="2343484"/>
      </dsp:txXfrm>
    </dsp:sp>
    <dsp:sp modelId="{50CA9A9C-59A5-4BFB-A442-2403BE379A41}">
      <dsp:nvSpPr>
        <dsp:cNvPr id="0" name=""/>
        <dsp:cNvSpPr/>
      </dsp:nvSpPr>
      <dsp:spPr>
        <a:xfrm>
          <a:off x="4322790" y="1224"/>
          <a:ext cx="3905808" cy="23434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Node Three</a:t>
          </a:r>
        </a:p>
      </dsp:txBody>
      <dsp:txXfrm>
        <a:off x="4322790" y="1224"/>
        <a:ext cx="3905808" cy="2343484"/>
      </dsp:txXfrm>
    </dsp:sp>
    <dsp:sp modelId="{1E24E052-D703-45B2-ADEE-FA4C408495C0}">
      <dsp:nvSpPr>
        <dsp:cNvPr id="0" name=""/>
        <dsp:cNvSpPr/>
      </dsp:nvSpPr>
      <dsp:spPr>
        <a:xfrm>
          <a:off x="2174595" y="2735290"/>
          <a:ext cx="3905808" cy="23434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Node Four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700" kern="1200"/>
            <a:t>Node Five</a:t>
          </a:r>
        </a:p>
      </dsp:txBody>
      <dsp:txXfrm>
        <a:off x="2174595" y="2735290"/>
        <a:ext cx="3905808" cy="23434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2D297-8E09-C7D0-8D65-079E7151C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C51D52-9FF6-0290-5F09-BAE6FCF38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72747-53B0-D636-39EE-944E06C68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9620-1525-4402-AFB1-E2569271DFB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89C7C-7920-96A1-5BC2-FBBB6713A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93466-1D76-5C41-8D30-D6DFD2285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4699-7D43-4A6B-8FEA-F245EBE42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48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17152-2EBC-B1AA-8A8D-B78025098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5A63E-98D5-28D6-92E2-169B1D568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4CADD-BC9C-3D23-8429-9E779C599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9620-1525-4402-AFB1-E2569271DFB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3CB69-351A-ADF2-BA49-3BC1D3954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5F43C-465D-3890-2D44-67DC96369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4699-7D43-4A6B-8FEA-F245EBE42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140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18AB5-52A0-1CD1-0C80-DD2A878B9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21DF4-6B52-5496-DF3F-43B5C018C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BB646-F780-6254-5578-08FD60025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9620-1525-4402-AFB1-E2569271DFB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A2B5D-CC1F-4F09-C0FA-C19E1D9CE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77818-CFD8-A287-BB89-9775FB7E9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4699-7D43-4A6B-8FEA-F245EBE42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82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32EF9-06DF-E691-20C1-749E8AECA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EB4C5-373E-1639-2957-F08AA981B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DA963-908F-BC17-E956-0E52C394B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66183-1BA9-7F8B-F558-19024E984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9620-1525-4402-AFB1-E2569271DFB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A46EC-A2CD-9293-AF43-41F87DCE0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9E749-F850-9C2B-E539-8A98E5C9F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4699-7D43-4A6B-8FEA-F245EBE42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97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D028B-F71A-180D-924B-EF6217859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28D58-46E2-18E8-AA46-45C84FDE8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3AE5A6-F888-2729-396E-1BC363B7A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03EE8B-F512-694D-8750-5451D1226D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BF76C-8E1F-FB66-E5BB-71FC1E46D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0DBABF-A4CF-13A3-1A27-A30FCDBDB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9620-1525-4402-AFB1-E2569271DFB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1F6DA4-15D3-D149-4A3C-6FDC1A478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7A3E85-B923-5280-430E-04BE8D397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4699-7D43-4A6B-8FEA-F245EBE42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51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29A44-5665-F529-9EA8-DCFC74FE5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F09B88-650C-7AD0-BB61-C47724BA7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9620-1525-4402-AFB1-E2569271DFB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62399-2CAB-0B03-D553-AC30938CC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627959-6B95-919F-5BED-FC65B111F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4699-7D43-4A6B-8FEA-F245EBE42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303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0742B7-8D5F-2790-2CB3-429139EBE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9620-1525-4402-AFB1-E2569271DFB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0447A5-0D17-3727-7322-B085CD5F4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DDDA0-869E-5641-B9D6-E2B28CB66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4699-7D43-4A6B-8FEA-F245EBE42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71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9F488-78F3-F999-DF97-2837F4B9A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F0D4D-6614-B25D-AED3-1F8400FD3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16BA2-9A8F-D45A-F7CD-14B56CD1A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86039-6F44-4099-40CB-48A8F61CF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9620-1525-4402-AFB1-E2569271DFB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82E26-FFE9-97FF-93F5-1E9F4B950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62878-BC30-BB7D-E987-4C0AF7B4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4699-7D43-4A6B-8FEA-F245EBE42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683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4AA51-61C6-342B-26D3-3E2E124C7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21DC3D-9976-7807-EE30-55EEEC0551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AA362F-9159-90BA-5B51-F59906004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7EA31-55A0-817B-B5B3-C989B2041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9620-1525-4402-AFB1-E2569271DFB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CB5CA3-20F3-BA5E-FD91-8BFED3085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39CAA7-4B2A-7F7F-5D00-DFA794332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4699-7D43-4A6B-8FEA-F245EBE42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256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41D20-AF26-7F5C-0D05-F95676889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2B3376-6E89-B03B-76BE-6C3D8630D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C4DFB-82B8-EBCA-B426-E75BD9CC3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9620-1525-4402-AFB1-E2569271DFB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A8B89-7660-CA6B-DCEA-17A8F1F58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33917-C68F-5E93-E751-87C50CAB2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4699-7D43-4A6B-8FEA-F245EBE42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52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311819-FC29-A814-D61B-30131384D2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79BA2C-B3FF-85BE-F688-C931C27E8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624FD-2465-D30A-2B01-46B2F872A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9620-1525-4402-AFB1-E2569271DFB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9C7B9-3118-9B82-E655-5D41CAA36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FF89D-779F-218F-5256-34A344F0B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4699-7D43-4A6B-8FEA-F245EBE42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5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1AFBBD-A6A4-FF88-C810-2CEC921D9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E14B8-16FC-D07D-01DF-E72FD1C65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C74A5-42AC-087E-6086-8F089C67E0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1D9620-1525-4402-AFB1-E2569271DFB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94AA4-F474-FC81-3EB0-A3485366E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48FC1-EA59-97C8-C908-220AE994A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E4699-7D43-4A6B-8FEA-F245EBE42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996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73094E3-F68B-4792-06CF-4807F9544D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761688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0220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2026-09-06T08:12:31Z</dcterms:created>
  <dcterms:modified xsi:type="dcterms:W3CDTF">2026-09-06T08:12:31Z</dcterms:modified>
</cp:coreProperties>
</file>