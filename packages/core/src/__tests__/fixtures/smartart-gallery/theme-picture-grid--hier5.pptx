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8C5D6C-A6A8-4BA8-A652-6701A7AC0A9A}" type="doc">
      <dgm:prSet loTypeId="urn:microsoft.com/office/officeart/2011/layout/ThemePictureGrid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97DA18-36D0-4BC7-A746-C2F32D0F5564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0AF3FB2D-60E9-4108-8C8F-BCA2E5866FAC}" type="parTrans" cxnId="{F61FBBE0-E3DF-456E-90E0-2A4E59FDA3B2}">
      <dgm:prSet/>
      <dgm:spPr/>
    </dgm:pt>
    <dgm:pt modelId="{BFD8EA93-0AC4-41D1-82C4-F4391C93525F}" type="sibTrans" cxnId="{F61FBBE0-E3DF-456E-90E0-2A4E59FDA3B2}">
      <dgm:prSet/>
      <dgm:spPr/>
    </dgm:pt>
    <dgm:pt modelId="{17B9C26E-E858-4431-8844-1A3FC0467BB4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F9175499-6926-41A9-8B38-F05CB70D1583}" type="parTrans" cxnId="{C35639C1-FDD9-4397-A685-6BC642B1D476}">
      <dgm:prSet/>
      <dgm:spPr/>
    </dgm:pt>
    <dgm:pt modelId="{DDDF6A4A-EA81-4ACB-9848-E95170DDFFBE}" type="sibTrans" cxnId="{C35639C1-FDD9-4397-A685-6BC642B1D476}">
      <dgm:prSet/>
      <dgm:spPr/>
    </dgm:pt>
    <dgm:pt modelId="{87E5885B-9C6E-4EB4-8D98-943969771C23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133C9075-14A3-4ECE-B826-2A97510728D5}" type="parTrans" cxnId="{558ABCA7-5860-48FA-8063-31DC588B5755}">
      <dgm:prSet/>
      <dgm:spPr/>
    </dgm:pt>
    <dgm:pt modelId="{9B0C004C-271F-4113-A63D-D54E471CB8B2}" type="sibTrans" cxnId="{558ABCA7-5860-48FA-8063-31DC588B5755}">
      <dgm:prSet/>
      <dgm:spPr/>
    </dgm:pt>
    <dgm:pt modelId="{91677324-93CA-4492-8384-A7C9B2058C1D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0CC495F4-E09A-45E6-8A16-66C3D693F28F}" type="parTrans" cxnId="{EAC44DCB-1A64-4746-BCA8-F24BF39A1624}">
      <dgm:prSet/>
      <dgm:spPr/>
    </dgm:pt>
    <dgm:pt modelId="{386A43AF-EC35-44E2-A0EB-D991AF440285}" type="sibTrans" cxnId="{EAC44DCB-1A64-4746-BCA8-F24BF39A1624}">
      <dgm:prSet/>
      <dgm:spPr/>
    </dgm:pt>
    <dgm:pt modelId="{6F9C162A-87D3-4873-A7DC-293D1DE7188E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D7A0C211-0316-4DA2-B70C-888394F293C2}" type="parTrans" cxnId="{9FECD5BE-FB52-4138-8E91-64B7218A3191}">
      <dgm:prSet/>
      <dgm:spPr/>
    </dgm:pt>
    <dgm:pt modelId="{CFE70744-D5F4-4421-AFAF-DEAFB61C8DE2}" type="sibTrans" cxnId="{9FECD5BE-FB52-4138-8E91-64B7218A3191}">
      <dgm:prSet/>
      <dgm:spPr/>
    </dgm:pt>
    <dgm:pt modelId="{782D3ECF-275B-4A12-A239-A6EDEF0F534E}" type="pres">
      <dgm:prSet presAssocID="{298C5D6C-A6A8-4BA8-A652-6701A7AC0A9A}" presName="Name0" presStyleCnt="0">
        <dgm:presLayoutVars>
          <dgm:chMax val="5"/>
          <dgm:chPref val="5"/>
          <dgm:dir/>
        </dgm:presLayoutVars>
      </dgm:prSet>
      <dgm:spPr/>
    </dgm:pt>
    <dgm:pt modelId="{BBBD6F74-82D6-4C9C-BE12-010A5B312868}" type="pres">
      <dgm:prSet presAssocID="{9C97DA18-36D0-4BC7-A746-C2F32D0F5564}" presName="picture1" presStyleCnt="0"/>
      <dgm:spPr/>
    </dgm:pt>
    <dgm:pt modelId="{79A26B12-F388-483F-B866-E84EEB1B7F36}" type="pres">
      <dgm:prSet presAssocID="{9C97DA18-36D0-4BC7-A746-C2F32D0F5564}" presName="picture" presStyleLbl="bgImgPlace1" presStyleIdx="0" presStyleCnt="3"/>
      <dgm:spPr/>
    </dgm:pt>
    <dgm:pt modelId="{5DF7851E-C1B5-468F-97FC-51C747E911AB}" type="pres">
      <dgm:prSet presAssocID="{9C97DA18-36D0-4BC7-A746-C2F32D0F5564}" presName="accent1" presStyleLbl="parChTrans1D1" presStyleIdx="0" presStyleCnt="1"/>
      <dgm:spPr/>
    </dgm:pt>
    <dgm:pt modelId="{1D462050-347D-4850-A132-04BD1241DEE0}" type="pres">
      <dgm:prSet presAssocID="{9C97DA18-36D0-4BC7-A746-C2F32D0F5564}" presName="parent1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EF4F2BA5-1997-407A-B2D6-7A050B7A9128}" type="pres">
      <dgm:prSet presAssocID="{87E5885B-9C6E-4EB4-8D98-943969771C23}" presName="picture2" presStyleCnt="0"/>
      <dgm:spPr/>
    </dgm:pt>
    <dgm:pt modelId="{126F23B4-256B-406B-AB08-056738EA0D94}" type="pres">
      <dgm:prSet presAssocID="{87E5885B-9C6E-4EB4-8D98-943969771C23}" presName="picture" presStyleLbl="bgImgPlace1" presStyleIdx="1" presStyleCnt="3"/>
      <dgm:spPr/>
    </dgm:pt>
    <dgm:pt modelId="{F969B019-B584-405A-BDAC-ED8B83493B62}" type="pres">
      <dgm:prSet presAssocID="{87E5885B-9C6E-4EB4-8D98-943969771C23}" presName="parent2" presStyleLbl="trBgShp" presStyleIdx="0" presStyleCnt="2">
        <dgm:presLayoutVars>
          <dgm:chMax val="0"/>
          <dgm:chPref val="0"/>
          <dgm:bulletEnabled val="1"/>
        </dgm:presLayoutVars>
      </dgm:prSet>
      <dgm:spPr/>
    </dgm:pt>
    <dgm:pt modelId="{75F4D7DA-7414-471E-B054-6A826DF8F8CA}" type="pres">
      <dgm:prSet presAssocID="{91677324-93CA-4492-8384-A7C9B2058C1D}" presName="picture3" presStyleCnt="0"/>
      <dgm:spPr/>
    </dgm:pt>
    <dgm:pt modelId="{DBDA4DFE-222B-4C63-B48F-4B27C2879964}" type="pres">
      <dgm:prSet presAssocID="{91677324-93CA-4492-8384-A7C9B2058C1D}" presName="picture" presStyleLbl="bgImgPlace1" presStyleIdx="2" presStyleCnt="3"/>
      <dgm:spPr/>
    </dgm:pt>
    <dgm:pt modelId="{894BFF39-B5AE-4D6D-81B0-D28A80214DAB}" type="pres">
      <dgm:prSet presAssocID="{91677324-93CA-4492-8384-A7C9B2058C1D}" presName="parent3" presStyleLbl="trBgShp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0BA6F004-4D87-466F-8FE1-25AAEF127855}" type="presOf" srcId="{87E5885B-9C6E-4EB4-8D98-943969771C23}" destId="{F969B019-B584-405A-BDAC-ED8B83493B62}" srcOrd="0" destOrd="0" presId="urn:microsoft.com/office/officeart/2011/layout/ThemePictureGrid"/>
    <dgm:cxn modelId="{03A0B589-353D-4A43-833A-F6D502E94625}" type="presOf" srcId="{91677324-93CA-4492-8384-A7C9B2058C1D}" destId="{894BFF39-B5AE-4D6D-81B0-D28A80214DAB}" srcOrd="0" destOrd="0" presId="urn:microsoft.com/office/officeart/2011/layout/ThemePictureGrid"/>
    <dgm:cxn modelId="{9AC0739E-A623-462D-B712-810EA46BC697}" type="presOf" srcId="{6F9C162A-87D3-4873-A7DC-293D1DE7188E}" destId="{894BFF39-B5AE-4D6D-81B0-D28A80214DAB}" srcOrd="0" destOrd="1" presId="urn:microsoft.com/office/officeart/2011/layout/ThemePictureGrid"/>
    <dgm:cxn modelId="{558ABCA7-5860-48FA-8063-31DC588B5755}" srcId="{298C5D6C-A6A8-4BA8-A652-6701A7AC0A9A}" destId="{87E5885B-9C6E-4EB4-8D98-943969771C23}" srcOrd="1" destOrd="0" parTransId="{133C9075-14A3-4ECE-B826-2A97510728D5}" sibTransId="{9B0C004C-271F-4113-A63D-D54E471CB8B2}"/>
    <dgm:cxn modelId="{9FECD5BE-FB52-4138-8E91-64B7218A3191}" srcId="{91677324-93CA-4492-8384-A7C9B2058C1D}" destId="{6F9C162A-87D3-4873-A7DC-293D1DE7188E}" srcOrd="0" destOrd="0" parTransId="{D7A0C211-0316-4DA2-B70C-888394F293C2}" sibTransId="{CFE70744-D5F4-4421-AFAF-DEAFB61C8DE2}"/>
    <dgm:cxn modelId="{C35639C1-FDD9-4397-A685-6BC642B1D476}" srcId="{9C97DA18-36D0-4BC7-A746-C2F32D0F5564}" destId="{17B9C26E-E858-4431-8844-1A3FC0467BB4}" srcOrd="0" destOrd="0" parTransId="{F9175499-6926-41A9-8B38-F05CB70D1583}" sibTransId="{DDDF6A4A-EA81-4ACB-9848-E95170DDFFBE}"/>
    <dgm:cxn modelId="{FBB216CA-1E15-45A6-99BC-BC2F2EE0C5A7}" type="presOf" srcId="{17B9C26E-E858-4431-8844-1A3FC0467BB4}" destId="{1D462050-347D-4850-A132-04BD1241DEE0}" srcOrd="0" destOrd="1" presId="urn:microsoft.com/office/officeart/2011/layout/ThemePictureGrid"/>
    <dgm:cxn modelId="{EAC44DCB-1A64-4746-BCA8-F24BF39A1624}" srcId="{298C5D6C-A6A8-4BA8-A652-6701A7AC0A9A}" destId="{91677324-93CA-4492-8384-A7C9B2058C1D}" srcOrd="2" destOrd="0" parTransId="{0CC495F4-E09A-45E6-8A16-66C3D693F28F}" sibTransId="{386A43AF-EC35-44E2-A0EB-D991AF440285}"/>
    <dgm:cxn modelId="{F61FBBE0-E3DF-456E-90E0-2A4E59FDA3B2}" srcId="{298C5D6C-A6A8-4BA8-A652-6701A7AC0A9A}" destId="{9C97DA18-36D0-4BC7-A746-C2F32D0F5564}" srcOrd="0" destOrd="0" parTransId="{0AF3FB2D-60E9-4108-8C8F-BCA2E5866FAC}" sibTransId="{BFD8EA93-0AC4-41D1-82C4-F4391C93525F}"/>
    <dgm:cxn modelId="{E43DB2E5-E552-455F-A9C2-1D8F253D0FA0}" type="presOf" srcId="{9C97DA18-36D0-4BC7-A746-C2F32D0F5564}" destId="{1D462050-347D-4850-A132-04BD1241DEE0}" srcOrd="0" destOrd="0" presId="urn:microsoft.com/office/officeart/2011/layout/ThemePictureGrid"/>
    <dgm:cxn modelId="{D100DAF5-970E-41EA-A48C-70E9D643A914}" type="presOf" srcId="{298C5D6C-A6A8-4BA8-A652-6701A7AC0A9A}" destId="{782D3ECF-275B-4A12-A239-A6EDEF0F534E}" srcOrd="0" destOrd="0" presId="urn:microsoft.com/office/officeart/2011/layout/ThemePictureGrid"/>
    <dgm:cxn modelId="{157A379E-75A9-46AA-90F1-6FE652B7B40B}" type="presParOf" srcId="{782D3ECF-275B-4A12-A239-A6EDEF0F534E}" destId="{BBBD6F74-82D6-4C9C-BE12-010A5B312868}" srcOrd="0" destOrd="0" presId="urn:microsoft.com/office/officeart/2011/layout/ThemePictureGrid"/>
    <dgm:cxn modelId="{93AE7584-AFD3-4666-9C27-E25927DBD129}" type="presParOf" srcId="{BBBD6F74-82D6-4C9C-BE12-010A5B312868}" destId="{79A26B12-F388-483F-B866-E84EEB1B7F36}" srcOrd="0" destOrd="0" presId="urn:microsoft.com/office/officeart/2011/layout/ThemePictureGrid"/>
    <dgm:cxn modelId="{52966638-37D7-48A6-919A-293135DC1C4F}" type="presParOf" srcId="{782D3ECF-275B-4A12-A239-A6EDEF0F534E}" destId="{5DF7851E-C1B5-468F-97FC-51C747E911AB}" srcOrd="1" destOrd="0" presId="urn:microsoft.com/office/officeart/2011/layout/ThemePictureGrid"/>
    <dgm:cxn modelId="{8555FB00-D5BA-497D-91D4-B556948DE5DB}" type="presParOf" srcId="{782D3ECF-275B-4A12-A239-A6EDEF0F534E}" destId="{1D462050-347D-4850-A132-04BD1241DEE0}" srcOrd="2" destOrd="0" presId="urn:microsoft.com/office/officeart/2011/layout/ThemePictureGrid"/>
    <dgm:cxn modelId="{38CE1E82-E75F-4986-9A8F-EAEFE504E8AE}" type="presParOf" srcId="{782D3ECF-275B-4A12-A239-A6EDEF0F534E}" destId="{EF4F2BA5-1997-407A-B2D6-7A050B7A9128}" srcOrd="3" destOrd="0" presId="urn:microsoft.com/office/officeart/2011/layout/ThemePictureGrid"/>
    <dgm:cxn modelId="{39C0E32A-5C86-43D1-8463-829DF7382291}" type="presParOf" srcId="{EF4F2BA5-1997-407A-B2D6-7A050B7A9128}" destId="{126F23B4-256B-406B-AB08-056738EA0D94}" srcOrd="0" destOrd="0" presId="urn:microsoft.com/office/officeart/2011/layout/ThemePictureGrid"/>
    <dgm:cxn modelId="{4D26369F-5F15-4E3B-B694-59E6E5AE0C45}" type="presParOf" srcId="{782D3ECF-275B-4A12-A239-A6EDEF0F534E}" destId="{F969B019-B584-405A-BDAC-ED8B83493B62}" srcOrd="4" destOrd="0" presId="urn:microsoft.com/office/officeart/2011/layout/ThemePictureGrid"/>
    <dgm:cxn modelId="{F94A67EF-7237-4565-AF8F-7C929C730329}" type="presParOf" srcId="{782D3ECF-275B-4A12-A239-A6EDEF0F534E}" destId="{75F4D7DA-7414-471E-B054-6A826DF8F8CA}" srcOrd="5" destOrd="0" presId="urn:microsoft.com/office/officeart/2011/layout/ThemePictureGrid"/>
    <dgm:cxn modelId="{729FC7FF-8450-4E3B-9C03-C576F46F07A1}" type="presParOf" srcId="{75F4D7DA-7414-471E-B054-6A826DF8F8CA}" destId="{DBDA4DFE-222B-4C63-B48F-4B27C2879964}" srcOrd="0" destOrd="0" presId="urn:microsoft.com/office/officeart/2011/layout/ThemePictureGrid"/>
    <dgm:cxn modelId="{F1EFA5DB-8C77-437E-B707-47FFCA1739C4}" type="presParOf" srcId="{782D3ECF-275B-4A12-A239-A6EDEF0F534E}" destId="{894BFF39-B5AE-4D6D-81B0-D28A80214DAB}" srcOrd="6" destOrd="0" presId="urn:microsoft.com/office/officeart/2011/layout/ThemePictureGri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A26B12-F388-483F-B866-E84EEB1B7F36}">
      <dsp:nvSpPr>
        <dsp:cNvPr id="0" name=""/>
        <dsp:cNvSpPr/>
      </dsp:nvSpPr>
      <dsp:spPr>
        <a:xfrm>
          <a:off x="1461778" y="474471"/>
          <a:ext cx="5015688" cy="309626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F7851E-C1B5-468F-97FC-51C747E911AB}">
      <dsp:nvSpPr>
        <dsp:cNvPr id="0" name=""/>
        <dsp:cNvSpPr/>
      </dsp:nvSpPr>
      <dsp:spPr>
        <a:xfrm>
          <a:off x="1667286" y="667511"/>
          <a:ext cx="4973409" cy="4412488"/>
        </a:xfrm>
        <a:prstGeom prst="rect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462050-347D-4850-A132-04BD1241DEE0}">
      <dsp:nvSpPr>
        <dsp:cNvPr id="0" name=""/>
        <dsp:cNvSpPr/>
      </dsp:nvSpPr>
      <dsp:spPr>
        <a:xfrm>
          <a:off x="1451609" y="0"/>
          <a:ext cx="5015688" cy="456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0" rIns="53340" bIns="1778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Node One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Node Two has a longer label</a:t>
          </a:r>
        </a:p>
      </dsp:txBody>
      <dsp:txXfrm>
        <a:off x="1451609" y="0"/>
        <a:ext cx="5015688" cy="456692"/>
      </dsp:txXfrm>
    </dsp:sp>
    <dsp:sp modelId="{126F23B4-256B-406B-AB08-056738EA0D94}">
      <dsp:nvSpPr>
        <dsp:cNvPr id="0" name=""/>
        <dsp:cNvSpPr/>
      </dsp:nvSpPr>
      <dsp:spPr>
        <a:xfrm>
          <a:off x="1869048" y="3439668"/>
          <a:ext cx="2385823" cy="1474724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69B019-B584-405A-BDAC-ED8B83493B62}">
      <dsp:nvSpPr>
        <dsp:cNvPr id="0" name=""/>
        <dsp:cNvSpPr/>
      </dsp:nvSpPr>
      <dsp:spPr>
        <a:xfrm>
          <a:off x="1874400" y="4679187"/>
          <a:ext cx="2375655" cy="228600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0" rIns="26670" bIns="8890" numCol="1" spcCol="1270" anchor="b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Node Three</a:t>
          </a:r>
        </a:p>
      </dsp:txBody>
      <dsp:txXfrm>
        <a:off x="1874400" y="4679187"/>
        <a:ext cx="2375655" cy="228600"/>
      </dsp:txXfrm>
    </dsp:sp>
    <dsp:sp modelId="{DBDA4DFE-222B-4C63-B48F-4B27C2879964}">
      <dsp:nvSpPr>
        <dsp:cNvPr id="0" name=""/>
        <dsp:cNvSpPr/>
      </dsp:nvSpPr>
      <dsp:spPr>
        <a:xfrm>
          <a:off x="4414355" y="3439668"/>
          <a:ext cx="2389034" cy="1474724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4BFF39-B5AE-4D6D-81B0-D28A80214DAB}">
      <dsp:nvSpPr>
        <dsp:cNvPr id="0" name=""/>
        <dsp:cNvSpPr/>
      </dsp:nvSpPr>
      <dsp:spPr>
        <a:xfrm>
          <a:off x="4420777" y="4679187"/>
          <a:ext cx="2375655" cy="228600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8890" rIns="26670" bIns="8890" numCol="1" spcCol="1270" anchor="b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Node Four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/>
            <a:t>Node Five</a:t>
          </a:r>
        </a:p>
      </dsp:txBody>
      <dsp:txXfrm>
        <a:off x="4420777" y="4679187"/>
        <a:ext cx="2375655" cy="228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hemePictureGrid">
  <dgm:title val="Theme Picture Grid"/>
  <dgm:desc val="Use to show a group of pictures with the first picture being the largest. Can contain up to five Level 1 pictures.  Unused pictures do not appear, but remain available if you switch layouts. Works best with small amounts of corresponding text."/>
  <dgm:catLst>
    <dgm:cat type="picture" pri="13500"/>
    <dgm:cat type="officeonline" pri="8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70">
          <dgm:prSet phldr="1"/>
        </dgm:pt>
        <dgm:pt modelId="8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1" srcId="0" destId="70" srcOrd="1" destOrd="0"/>
        <dgm:cxn modelId="81" srcId="0" destId="8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5"/>
      <dgm:chPref val="5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91"/>
        </dgm:alg>
        <dgm:choose name="Name3">
          <dgm:if name="Name4" func="var" arg="dir" op="equ" val="norm">
            <dgm:constrLst>
              <dgm:constr type="primFontSz" for="des" ptType="node" op="equ" val="65"/>
              <dgm:constr type="l" for="ch" forName="accent1" refType="w" fact="0.0415"/>
              <dgm:constr type="t" for="ch" forName="accent1" refType="h" fact="0.1789"/>
              <dgm:constr type="w" for="ch" forName="accent1" refType="w" fact="0.9585"/>
              <dgm:constr type="h" for="ch" forName="accent1" refType="h" fact="0.8211"/>
              <dgm:constr type="l" for="ch" forName="parent1" refType="w" fact="0"/>
              <dgm:constr type="t" for="ch" forName="parent1" refType="h" fact="0"/>
              <dgm:constr type="w" for="ch" forName="parent1" refType="w" fact="0.9667"/>
              <dgm:constr type="h" for="ch" forName="parent1" refType="h" fact="0.1224"/>
              <dgm:constr type="l" for="ch" forName="picture1" refType="w" fact="0.0019"/>
              <dgm:constr type="t" for="ch" forName="picture1" refType="h" fact="0.1272"/>
              <dgm:constr type="w" for="ch" forName="picture1" refType="w" fact="0.9667"/>
              <dgm:constr type="h" for="ch" forName="picture1" refType="h" fact="0.83"/>
            </dgm:constrLst>
          </dgm:if>
          <dgm:else name="Name5">
            <dgm:constrLst>
              <dgm:constr type="primFontSz" for="des" ptType="node" op="equ" val="65"/>
              <dgm:constr type="l" for="ch" forName="accent1" refType="w" fact="0"/>
              <dgm:constr type="t" for="ch" forName="accent1" refType="h" fact="0.1789"/>
              <dgm:constr type="w" for="ch" forName="accent1" refType="w" fact="0.9585"/>
              <dgm:constr type="h" for="ch" forName="accent1" refType="h" fact="0.8211"/>
              <dgm:constr type="l" for="ch" forName="parent1" refType="w" fact="0.0333"/>
              <dgm:constr type="t" for="ch" forName="parent1" refType="h" fact="0"/>
              <dgm:constr type="w" for="ch" forName="parent1" refType="w" fact="0.9667"/>
              <dgm:constr type="h" for="ch" forName="parent1" refType="h" fact="0.1224"/>
              <dgm:constr type="r" for="ch" forName="picture1" refType="w" fact="0.9981"/>
              <dgm:constr type="t" for="ch" forName="picture1" refType="h" fact="0.1272"/>
              <dgm:constr type="w" for="ch" forName="picture1" refType="w" fact="0.9667"/>
              <dgm:constr type="h" for="ch" forName="picture1" refType="h" fact="0.83"/>
            </dgm:constrLst>
          </dgm:else>
        </dgm:choose>
      </dgm:if>
      <dgm:if name="Name6" axis="ch" ptType="node" func="cnt" op="equ" val="2">
        <dgm:alg type="composite">
          <dgm:param type="ar" val="0.7877"/>
        </dgm:alg>
        <dgm:choose name="Name7">
          <dgm:if name="Name8" func="var" arg="dir" op="equ" val="norm">
            <dgm:constrLst>
              <dgm:constr type="primFontSz" for="des" forName="parent1" val="65"/>
              <dgm:constr type="primFontSz" for="des" forName="parent2" val="65"/>
              <dgm:constr type="primFontSz" for="des" forName="parent2" refType="primFontSz" refFor="des" refForName="parent1" op="lte"/>
              <dgm:constr type="l" for="ch" forName="picture1" refType="w" fact="0.004"/>
              <dgm:constr type="t" for="ch" forName="picture1" refType="h" fact="0.0744"/>
              <dgm:constr type="w" for="ch" forName="picture1" refType="w" fact="0.996"/>
              <dgm:constr type="h" for="ch" forName="picture1" refType="h" fact="0.4853"/>
              <dgm:constr type="l" for="ch" forName="accent1" refType="w" fact="0.0447"/>
              <dgm:constr type="t" for="ch" forName="accent1" refType="h" fact="0.1046"/>
              <dgm:constr type="w" for="ch" forName="accent1" refType="w" fact="0.9169"/>
              <dgm:constr type="h" for="ch" forName="accent1" refType="h" fact="0.8954"/>
              <dgm:constr type="l" for="ch" forName="parent1" refType="w" fact="0"/>
              <dgm:constr type="t" for="ch" forName="parent1" refType="h" fact="0"/>
              <dgm:constr type="w" for="ch" forName="parent1" refType="w" fact="0.996"/>
              <dgm:constr type="h" for="ch" forName="parent1" refType="h" fact="0.0716"/>
              <dgm:constr type="l" for="ch" forName="picture2" refType="w" fact="0.0831"/>
              <dgm:constr type="t" for="ch" forName="picture2" refType="h" fact="0.5391"/>
              <dgm:constr type="w" for="ch" forName="picture2" refType="w" fact="0.8985"/>
              <dgm:constr type="h" for="ch" forName="picture2" refType="h" fact="0.4306"/>
              <dgm:constr type="l" for="ch" forName="parent2" refType="w" fact="0.085"/>
              <dgm:constr type="t" for="ch" forName="parent2" refType="h" fact="0.901"/>
              <dgm:constr type="w" for="ch" forName="parent2" refType="w" fact="0.8947"/>
              <dgm:constr type="h" for="ch" forName="parent2" refType="h" fact="0.0668"/>
            </dgm:constrLst>
          </dgm:if>
          <dgm:else name="Name9">
            <dgm:constrLst>
              <dgm:constr type="primFontSz" for="des" forName="parent1" val="65"/>
              <dgm:constr type="primFontSz" for="des" forName="parent2" val="65"/>
              <dgm:constr type="primFontSz" for="des" forName="parent2" refType="primFontSz" refFor="des" refForName="parent1" op="lte"/>
              <dgm:constr type="r" for="ch" forName="picture1" refType="w" fact="0.996"/>
              <dgm:constr type="t" for="ch" forName="picture1" refType="h" fact="0.0744"/>
              <dgm:constr type="w" for="ch" forName="picture1" refType="w" fact="0.996"/>
              <dgm:constr type="h" for="ch" forName="picture1" refType="h" fact="0.4853"/>
              <dgm:constr type="r" for="ch" forName="accent1" refType="w" fact="0.9597"/>
              <dgm:constr type="t" for="ch" forName="accent1" refType="h" fact="0.1046"/>
              <dgm:constr type="w" for="ch" forName="accent1" refType="w" fact="0.9169"/>
              <dgm:constr type="h" for="ch" forName="accent1" refType="h" fact="0.8954"/>
              <dgm:constr type="r" for="ch" forName="parent1" refType="w"/>
              <dgm:constr type="t" for="ch" forName="parent1" refType="h" fact="0"/>
              <dgm:constr type="w" for="ch" forName="parent1" refType="w" fact="0.996"/>
              <dgm:constr type="h" for="ch" forName="parent1" refType="h" fact="0.0716"/>
              <dgm:constr type="r" for="ch" forName="picture2" refType="w" fact="0.9169"/>
              <dgm:constr type="t" for="ch" forName="picture2" refType="h" fact="0.5391"/>
              <dgm:constr type="w" for="ch" forName="picture2" refType="w" fact="0.8985"/>
              <dgm:constr type="h" for="ch" forName="picture2" refType="h" fact="0.4306"/>
              <dgm:constr type="r" for="ch" forName="parent2" refType="w" fact="0.915"/>
              <dgm:constr type="t" for="ch" forName="parent2" refType="h" fact="0.901"/>
              <dgm:constr type="w" for="ch" forName="parent2" refType="w" fact="0.8947"/>
              <dgm:constr type="h" for="ch" forName="parent2" refType="h" fact="0.0668"/>
            </dgm:constrLst>
          </dgm:else>
        </dgm:choose>
      </dgm:if>
      <dgm:if name="Name10" axis="ch" ptType="node" func="cnt" op="equ" val="3">
        <dgm:alg type="composite">
          <dgm:param type="ar" val="1.0535"/>
        </dgm:alg>
        <dgm:choose name="Name11">
          <dgm:if name="Name12" func="var" arg="dir" op="equ" val="norm">
            <dgm:constrLst>
              <dgm:constr type="primFontSz" for="des" forName="parent1" val="65"/>
              <dgm:constr type="primFontSz" for="des" forName="parent2" val="65"/>
              <dgm:constr type="primFontSz" for="des" forName="parent2" refType="primFontSz" refFor="des" refForName="parent1" op="lte"/>
              <dgm:constr type="primFontSz" for="des" forName="parent3" refType="primFontSz" refFor="des" refForName="parent2" op="equ"/>
              <dgm:constr type="l" for="ch" forName="picture1" refType="w" fact="0.0019"/>
              <dgm:constr type="t" for="ch" forName="picture1" refType="h" fact="0.0934"/>
              <dgm:constr type="w" for="ch" forName="picture1" refType="w" fact="0.9372"/>
              <dgm:constr type="h" for="ch" forName="picture1" refType="h" fact="0.6095"/>
              <dgm:constr type="l" for="ch" forName="accent1" refType="w" fact="0.0403"/>
              <dgm:constr type="t" for="ch" forName="accent1" refType="h" fact="0.1314"/>
              <dgm:constr type="w" for="ch" forName="accent1" refType="w" fact="0.9293"/>
              <dgm:constr type="h" for="ch" forName="accent1" refType="h" fact="0.8686"/>
              <dgm:constr type="l" for="ch" forName="picture3" refType="w" fact="0.5536"/>
              <dgm:constr type="t" for="ch" forName="picture3" refType="h" fact="0.6771"/>
              <dgm:constr type="w" for="ch" forName="picture3" refType="w" fact="0.4464"/>
              <dgm:constr type="h" for="ch" forName="picture3" refType="h" fact="0.2903"/>
              <dgm:constr type="l" for="ch" forName="picture2" refType="w" fact="0.078"/>
              <dgm:constr type="t" for="ch" forName="picture2" refType="h" fact="0.6771"/>
              <dgm:constr type="w" for="ch" forName="picture2" refType="w" fact="0.4458"/>
              <dgm:constr type="h" for="ch" forName="picture2" refType="h" fact="0.2903"/>
              <dgm:constr type="l" for="ch" forName="parent1" refType="w" fact="0"/>
              <dgm:constr type="t" for="ch" forName="parent1" refType="h" fact="0"/>
              <dgm:constr type="w" for="ch" forName="parent1" refType="w" fact="0.9372"/>
              <dgm:constr type="h" for="ch" forName="parent1" refType="h" fact="0.0899"/>
              <dgm:constr type="l" for="ch" forName="parent3" refType="w" fact="0.5548"/>
              <dgm:constr type="t" for="ch" forName="parent3" refType="h" fact="0.9211"/>
              <dgm:constr type="w" for="ch" forName="parent3" refType="w" fact="0.4439"/>
              <dgm:constr type="h" for="ch" forName="parent3" refType="h" fact="0.045"/>
              <dgm:constr type="l" for="ch" forName="parent2" refType="w" fact="0.079"/>
              <dgm:constr type="t" for="ch" forName="parent2" refType="h" fact="0.9211"/>
              <dgm:constr type="w" for="ch" forName="parent2" refType="w" fact="0.4439"/>
              <dgm:constr type="h" for="ch" forName="parent2" refType="h" fact="0.045"/>
            </dgm:constrLst>
          </dgm:if>
          <dgm:else name="Name13">
            <dgm:constrLst>
              <dgm:constr type="primFontSz" for="des" forName="parent1" val="65"/>
              <dgm:constr type="primFontSz" for="des" forName="parent2" val="65"/>
              <dgm:constr type="primFontSz" for="des" forName="parent2" refType="primFontSz" refFor="des" refForName="parent1" op="lte"/>
              <dgm:constr type="primFontSz" for="des" forName="parent3" refType="primFontSz" refFor="des" refForName="parent2" op="equ"/>
              <dgm:constr type="r" for="ch" forName="picture1" refType="w" fact="0.9981"/>
              <dgm:constr type="t" for="ch" forName="picture1" refType="h" fact="0.0934"/>
              <dgm:constr type="w" for="ch" forName="picture1" refType="w" fact="0.9372"/>
              <dgm:constr type="h" for="ch" forName="picture1" refType="h" fact="0.6095"/>
              <dgm:constr type="r" for="ch" forName="accent1" refType="w" fact="0.9597"/>
              <dgm:constr type="t" for="ch" forName="accent1" refType="h" fact="0.1314"/>
              <dgm:constr type="w" for="ch" forName="accent1" refType="w" fact="0.9293"/>
              <dgm:constr type="h" for="ch" forName="accent1" refType="h" fact="0.8686"/>
              <dgm:constr type="r" for="ch" forName="picture3" refType="w" fact="0.4464"/>
              <dgm:constr type="t" for="ch" forName="picture3" refType="h" fact="0.6771"/>
              <dgm:constr type="w" for="ch" forName="picture3" refType="w" fact="0.4464"/>
              <dgm:constr type="h" for="ch" forName="picture3" refType="h" fact="0.2903"/>
              <dgm:constr type="r" for="ch" forName="picture2" refType="w" fact="0.922"/>
              <dgm:constr type="t" for="ch" forName="picture2" refType="h" fact="0.6771"/>
              <dgm:constr type="w" for="ch" forName="picture2" refType="w" fact="0.4458"/>
              <dgm:constr type="h" for="ch" forName="picture2" refType="h" fact="0.2903"/>
              <dgm:constr type="r" for="ch" forName="parent1" refType="w"/>
              <dgm:constr type="t" for="ch" forName="parent1" refType="h" fact="0"/>
              <dgm:constr type="w" for="ch" forName="parent1" refType="w" fact="0.9372"/>
              <dgm:constr type="h" for="ch" forName="parent1" refType="h" fact="0.0899"/>
              <dgm:constr type="r" for="ch" forName="parent3" refType="w" fact="0.4452"/>
              <dgm:constr type="t" for="ch" forName="parent3" refType="h" fact="0.9211"/>
              <dgm:constr type="w" for="ch" forName="parent3" refType="w" fact="0.4439"/>
              <dgm:constr type="h" for="ch" forName="parent3" refType="h" fact="0.045"/>
              <dgm:constr type="r" for="ch" forName="parent2" refType="w" fact="0.921"/>
              <dgm:constr type="t" for="ch" forName="parent2" refType="h" fact="0.9211"/>
              <dgm:constr type="w" for="ch" forName="parent2" refType="w" fact="0.4439"/>
              <dgm:constr type="h" for="ch" forName="parent2" refType="h" fact="0.045"/>
            </dgm:constrLst>
          </dgm:else>
        </dgm:choose>
      </dgm:if>
      <dgm:if name="Name14" axis="ch" ptType="node" func="cnt" op="equ" val="4">
        <dgm:alg type="composite">
          <dgm:param type="ar" val="1.2068"/>
        </dgm:alg>
        <dgm:choose name="Name15">
          <dgm:if name="Name16" func="var" arg="dir" op="equ" val="norm">
            <dgm:constrLst>
              <dgm:constr type="primFontSz" for="des" forName="parent1" val="65"/>
              <dgm:constr type="primFontSz" for="des" forName="parent2" val="65"/>
              <dgm:constr type="primFontSz" for="des" forName="parent2" refType="primFontSz" refFor="des" refForName="parent1" op="lte"/>
              <dgm:constr type="primFontSz" for="des" forName="parent3" refType="primFontSz" refFor="des" refForName="parent2" op="equ"/>
              <dgm:constr type="primFontSz" for="des" forName="parent4" refType="primFontSz" refFor="des" refForName="parent2" op="equ"/>
              <dgm:constr type="l" for="ch" forName="picture1" refType="w" fact="0.0018"/>
              <dgm:constr type="t" for="ch" forName="picture1" refType="h" fact="0.1037"/>
              <dgm:constr type="w" for="ch" forName="picture1" refType="w" fact="0.9084"/>
              <dgm:constr type="h" for="ch" forName="picture1" refType="h" fact="0.6767"/>
              <dgm:constr type="l" for="ch" forName="accent1" refType="w" fact="0.039"/>
              <dgm:constr type="t" for="ch" forName="accent1" refType="h" fact="0.1459"/>
              <dgm:constr type="w" for="ch" forName="accent1" refType="w" fact="0.9007"/>
              <dgm:constr type="h" for="ch" forName="accent1" refType="h" fact="0.8541"/>
              <dgm:constr type="l" for="ch" forName="parent1" refType="w" fact="0"/>
              <dgm:constr type="t" for="ch" forName="parent1" refType="h" fact="0"/>
              <dgm:constr type="w" for="ch" forName="parent1" refType="w" fact="0.9084"/>
              <dgm:constr type="h" for="ch" forName="parent1" refType="h" fact="0.0998"/>
              <dgm:constr type="l" for="ch" forName="picture3" refType="w" fact="0.3539"/>
              <dgm:constr type="t" for="ch" forName="picture3" refType="h" fact="0.7301"/>
              <dgm:constr type="w" for="ch" forName="picture3" refType="w" fact="0.3131"/>
              <dgm:constr type="h" for="ch" forName="picture3" refType="h" fact="0.2332"/>
              <dgm:constr type="l" for="ch" forName="parent3" refType="w" fact="0.3548"/>
              <dgm:constr type="t" for="ch" forName="parent3" refType="h" fact="0.926"/>
              <dgm:constr type="w" for="ch" forName="parent3" refType="w" fact="0.3113"/>
              <dgm:constr type="h" for="ch" forName="parent3" refType="h" fact="0.0361"/>
              <dgm:constr type="l" for="ch" forName="picture4" refType="w" fact="0.6874"/>
              <dgm:constr type="t" for="ch" forName="picture4" refType="h" fact="0.7301"/>
              <dgm:constr type="w" for="ch" forName="picture4" refType="w" fact="0.3126"/>
              <dgm:constr type="h" for="ch" forName="picture4" refType="h" fact="0.2332"/>
              <dgm:constr type="l" for="ch" forName="parent4" refType="w" fact="0.6881"/>
              <dgm:constr type="t" for="ch" forName="parent4" refType="h" fact="0.9264"/>
              <dgm:constr type="w" for="ch" forName="parent4" refType="w" fact="0.3113"/>
              <dgm:constr type="h" for="ch" forName="parent4" refType="h" fact="0.0361"/>
              <dgm:constr type="l" for="ch" forName="picture2" refType="w" fact="0.0204"/>
              <dgm:constr type="t" for="ch" forName="picture2" refType="h" fact="0.7301"/>
              <dgm:constr type="w" for="ch" forName="picture2" refType="w" fact="0.3126"/>
              <dgm:constr type="h" for="ch" forName="picture2" refType="h" fact="0.2332"/>
              <dgm:constr type="l" for="ch" forName="parent2" refType="w" fact="0.0211"/>
              <dgm:constr type="t" for="ch" forName="parent2" refType="h" fact="0.926"/>
              <dgm:constr type="w" for="ch" forName="parent2" refType="w" fact="0.3113"/>
              <dgm:constr type="h" for="ch" forName="parent2" refType="h" fact="0.0361"/>
            </dgm:constrLst>
          </dgm:if>
          <dgm:else name="Name17">
            <dgm:constrLst>
              <dgm:constr type="primFontSz" for="des" forName="parent1" val="65"/>
              <dgm:constr type="primFontSz" for="des" forName="parent2" val="65"/>
              <dgm:constr type="primFontSz" for="des" forName="parent2" refType="primFontSz" refFor="des" refForName="parent1" op="lte"/>
              <dgm:constr type="primFontSz" for="des" forName="parent3" refType="primFontSz" refFor="des" refForName="parent2" op="equ"/>
              <dgm:constr type="primFontSz" for="des" forName="parent4" refType="primFontSz" refFor="des" refForName="parent2" op="equ"/>
              <dgm:constr type="r" for="ch" forName="picture1" refType="w" fact="0.9982"/>
              <dgm:constr type="t" for="ch" forName="picture1" refType="h" fact="0.1037"/>
              <dgm:constr type="w" for="ch" forName="picture1" refType="w" fact="0.9084"/>
              <dgm:constr type="h" for="ch" forName="picture1" refType="h" fact="0.6767"/>
              <dgm:constr type="r" for="ch" forName="accent1" refType="w" fact="0.961"/>
              <dgm:constr type="t" for="ch" forName="accent1" refType="h" fact="0.1459"/>
              <dgm:constr type="w" for="ch" forName="accent1" refType="w" fact="0.9007"/>
              <dgm:constr type="h" for="ch" forName="accent1" refType="h" fact="0.8541"/>
              <dgm:constr type="r" for="ch" forName="parent1" refType="w"/>
              <dgm:constr type="t" for="ch" forName="parent1" refType="h" fact="0"/>
              <dgm:constr type="w" for="ch" forName="parent1" refType="w" fact="0.9084"/>
              <dgm:constr type="h" for="ch" forName="parent1" refType="h" fact="0.0998"/>
              <dgm:constr type="r" for="ch" forName="picture3" refType="w" fact="0.6461"/>
              <dgm:constr type="t" for="ch" forName="picture3" refType="h" fact="0.7301"/>
              <dgm:constr type="w" for="ch" forName="picture3" refType="w" fact="0.3131"/>
              <dgm:constr type="h" for="ch" forName="picture3" refType="h" fact="0.2332"/>
              <dgm:constr type="r" for="ch" forName="parent3" refType="w" fact="0.6452"/>
              <dgm:constr type="t" for="ch" forName="parent3" refType="h" fact="0.926"/>
              <dgm:constr type="w" for="ch" forName="parent3" refType="w" fact="0.3113"/>
              <dgm:constr type="h" for="ch" forName="parent3" refType="h" fact="0.0361"/>
              <dgm:constr type="r" for="ch" forName="picture4" refType="w" fact="0.3126"/>
              <dgm:constr type="t" for="ch" forName="picture4" refType="h" fact="0.7301"/>
              <dgm:constr type="w" for="ch" forName="picture4" refType="w" fact="0.3126"/>
              <dgm:constr type="h" for="ch" forName="picture4" refType="h" fact="0.2332"/>
              <dgm:constr type="r" for="ch" forName="parent4" refType="w" fact="0.3319"/>
              <dgm:constr type="t" for="ch" forName="parent4" refType="h" fact="0.9264"/>
              <dgm:constr type="w" for="ch" forName="parent4" refType="w" fact="0.3113"/>
              <dgm:constr type="h" for="ch" forName="parent4" refType="h" fact="0.0361"/>
              <dgm:constr type="r" for="ch" forName="picture2" refType="w" fact="0.9796"/>
              <dgm:constr type="t" for="ch" forName="picture2" refType="h" fact="0.7301"/>
              <dgm:constr type="w" for="ch" forName="picture2" refType="w" fact="0.3126"/>
              <dgm:constr type="h" for="ch" forName="picture2" refType="h" fact="0.2332"/>
              <dgm:constr type="r" for="ch" forName="parent2" refType="w" fact="0.9789"/>
              <dgm:constr type="t" for="ch" forName="parent2" refType="h" fact="0.926"/>
              <dgm:constr type="w" for="ch" forName="parent2" refType="w" fact="0.3113"/>
              <dgm:constr type="h" for="ch" forName="parent2" refType="h" fact="0.0361"/>
            </dgm:constrLst>
          </dgm:else>
        </dgm:choose>
      </dgm:if>
      <dgm:else name="Name18">
        <dgm:alg type="composite">
          <dgm:param type="ar" val="0.817"/>
        </dgm:alg>
        <dgm:choose name="Name19">
          <dgm:if name="Name20" func="var" arg="dir" op="equ" val="norm">
            <dgm:constrLst>
              <dgm:constr type="primFontSz" for="des" forName="parent1" val="65"/>
              <dgm:constr type="primFontSz" for="des" forName="parent2" val="65"/>
              <dgm:constr type="primFontSz" for="des" forName="parent2" refType="primFontSz" refFor="des" refForName="parent1" op="lte"/>
              <dgm:constr type="primFontSz" for="des" forName="parent3" refType="primFontSz" refFor="des" refForName="parent2" op="equ"/>
              <dgm:constr type="primFontSz" for="des" forName="parent4" refType="primFontSz" refFor="des" refForName="parent2" op="equ"/>
              <dgm:constr type="primFontSz" for="des" forName="parent5" refType="primFontSz" refFor="des" refForName="parent2" op="equ"/>
              <dgm:constr type="l" for="ch" forName="picture1" refType="w" fact="0.0019"/>
              <dgm:constr type="t" for="ch" forName="picture1" refType="h" fact="0.0724"/>
              <dgm:constr type="w" for="ch" forName="picture1" refType="w" fact="0.9372"/>
              <dgm:constr type="h" for="ch" forName="picture1" refType="h" fact="0.4727"/>
              <dgm:constr type="l" for="ch" forName="accent1" refType="w" fact="0.0403"/>
              <dgm:constr type="t" for="ch" forName="accent1" refType="h" fact="0.1019"/>
              <dgm:constr type="w" for="ch" forName="accent1" refType="w" fact="0.9293"/>
              <dgm:constr type="h" for="ch" forName="accent1" refType="h" fact="0.8921"/>
              <dgm:constr type="l" for="ch" forName="picture4" refType="w" fact="0.078"/>
              <dgm:constr type="t" for="ch" forName="picture4" refType="h" fact="0.7749"/>
              <dgm:constr type="w" for="ch" forName="picture4" refType="w" fact="0.4458"/>
              <dgm:constr type="h" for="ch" forName="picture4" refType="h" fact="0.2251"/>
              <dgm:constr type="l" for="ch" forName="picture5" refType="w" fact="0.5536"/>
              <dgm:constr type="t" for="ch" forName="picture5" refType="h" fact="0.7749"/>
              <dgm:constr type="w" for="ch" forName="picture5" refType="w" fact="0.4464"/>
              <dgm:constr type="h" for="ch" forName="picture5" refType="h" fact="0.2251"/>
              <dgm:constr type="l" for="ch" forName="picture3" refType="w" fact="0.5536"/>
              <dgm:constr type="t" for="ch" forName="picture3" refType="h" fact="0.5251"/>
              <dgm:constr type="w" for="ch" forName="picture3" refType="w" fact="0.4464"/>
              <dgm:constr type="h" for="ch" forName="picture3" refType="h" fact="0.2251"/>
              <dgm:constr type="l" for="ch" forName="picture2" refType="w" fact="0.078"/>
              <dgm:constr type="t" for="ch" forName="picture2" refType="h" fact="0.5251"/>
              <dgm:constr type="w" for="ch" forName="picture2" refType="w" fact="0.4458"/>
              <dgm:constr type="h" for="ch" forName="picture2" refType="h" fact="0.2251"/>
              <dgm:constr type="l" for="ch" forName="parent1" refType="w" fact="0"/>
              <dgm:constr type="t" for="ch" forName="parent1" refType="h" fact="0"/>
              <dgm:constr type="w" for="ch" forName="parent1" refType="w" fact="0.9372"/>
              <dgm:constr type="h" for="ch" forName="parent1" refType="h" fact="0.0697"/>
              <dgm:constr type="l" for="ch" forName="parent3" refType="w" fact="0.5548"/>
              <dgm:constr type="t" for="ch" forName="parent3" refType="h" fact="0.7143"/>
              <dgm:constr type="w" for="ch" forName="parent3" refType="w" fact="0.4439"/>
              <dgm:constr type="h" for="ch" forName="parent3" refType="h" fact="0.0349"/>
              <dgm:constr type="l" for="ch" forName="parent5" refType="w" fact="0.5548"/>
              <dgm:constr type="t" for="ch" forName="parent5" refType="h" fact="0.9644"/>
              <dgm:constr type="w" for="ch" forName="parent5" refType="w" fact="0.4439"/>
              <dgm:constr type="h" for="ch" forName="parent5" refType="h" fact="0.0349"/>
              <dgm:constr type="l" for="ch" forName="parent4" refType="w" fact="0.079"/>
              <dgm:constr type="t" for="ch" forName="parent4" refType="h" fact="0.9644"/>
              <dgm:constr type="w" for="ch" forName="parent4" refType="w" fact="0.4439"/>
              <dgm:constr type="h" for="ch" forName="parent4" refType="h" fact="0.0349"/>
              <dgm:constr type="l" for="ch" forName="parent2" refType="w" fact="0.079"/>
              <dgm:constr type="t" for="ch" forName="parent2" refType="h" fact="0.7143"/>
              <dgm:constr type="w" for="ch" forName="parent2" refType="w" fact="0.4439"/>
              <dgm:constr type="h" for="ch" forName="parent2" refType="h" fact="0.0349"/>
            </dgm:constrLst>
          </dgm:if>
          <dgm:else name="Name21">
            <dgm:constrLst>
              <dgm:constr type="primFontSz" for="des" forName="parent1" val="65"/>
              <dgm:constr type="primFontSz" for="des" forName="parent2" val="65"/>
              <dgm:constr type="primFontSz" for="des" forName="parent2" refType="primFontSz" refFor="des" refForName="parent1" op="lte"/>
              <dgm:constr type="primFontSz" for="des" forName="parent3" refType="primFontSz" refFor="des" refForName="parent2" op="equ"/>
              <dgm:constr type="primFontSz" for="des" forName="parent4" refType="primFontSz" refFor="des" refForName="parent2" op="equ"/>
              <dgm:constr type="primFontSz" for="des" forName="parent5" refType="primFontSz" refFor="des" refForName="parent2" op="equ"/>
              <dgm:constr type="r" for="ch" forName="picture1" refType="w" fact="0.9981"/>
              <dgm:constr type="t" for="ch" forName="picture1" refType="h" fact="0.0724"/>
              <dgm:constr type="w" for="ch" forName="picture1" refType="w" fact="0.9372"/>
              <dgm:constr type="h" for="ch" forName="picture1" refType="h" fact="0.4727"/>
              <dgm:constr type="r" for="ch" forName="accent1" refType="w" fact="0.9597"/>
              <dgm:constr type="t" for="ch" forName="accent1" refType="h" fact="0.1019"/>
              <dgm:constr type="w" for="ch" forName="accent1" refType="w" fact="0.9293"/>
              <dgm:constr type="h" for="ch" forName="accent1" refType="h" fact="0.8921"/>
              <dgm:constr type="r" for="ch" forName="picture4" refType="w" fact="0.922"/>
              <dgm:constr type="t" for="ch" forName="picture4" refType="h" fact="0.7749"/>
              <dgm:constr type="w" for="ch" forName="picture4" refType="w" fact="0.4458"/>
              <dgm:constr type="h" for="ch" forName="picture4" refType="h" fact="0.2251"/>
              <dgm:constr type="r" for="ch" forName="picture5" refType="w" fact="0.4464"/>
              <dgm:constr type="t" for="ch" forName="picture5" refType="h" fact="0.7749"/>
              <dgm:constr type="w" for="ch" forName="picture5" refType="w" fact="0.4464"/>
              <dgm:constr type="h" for="ch" forName="picture5" refType="h" fact="0.2251"/>
              <dgm:constr type="r" for="ch" forName="picture3" refType="w" fact="0.4464"/>
              <dgm:constr type="t" for="ch" forName="picture3" refType="h" fact="0.5251"/>
              <dgm:constr type="w" for="ch" forName="picture3" refType="w" fact="0.4464"/>
              <dgm:constr type="h" for="ch" forName="picture3" refType="h" fact="0.2251"/>
              <dgm:constr type="r" for="ch" forName="picture2" refType="w" fact="0.922"/>
              <dgm:constr type="t" for="ch" forName="picture2" refType="h" fact="0.5251"/>
              <dgm:constr type="w" for="ch" forName="picture2" refType="w" fact="0.4458"/>
              <dgm:constr type="h" for="ch" forName="picture2" refType="h" fact="0.2251"/>
              <dgm:constr type="l" for="ch" forName="parent1" refType="w" fact="0.0628"/>
              <dgm:constr type="t" for="ch" forName="parent1" refType="h" fact="0"/>
              <dgm:constr type="w" for="ch" forName="parent1" refType="w" fact="0.9372"/>
              <dgm:constr type="h" for="ch" forName="parent1" refType="h" fact="0.0697"/>
              <dgm:constr type="r" for="ch" forName="parent3" refType="w" fact="0.4452"/>
              <dgm:constr type="t" for="ch" forName="parent3" refType="h" fact="0.7143"/>
              <dgm:constr type="w" for="ch" forName="parent3" refType="w" fact="0.4439"/>
              <dgm:constr type="h" for="ch" forName="parent3" refType="h" fact="0.0349"/>
              <dgm:constr type="r" for="ch" forName="parent5" refType="w" fact="0.4452"/>
              <dgm:constr type="t" for="ch" forName="parent5" refType="h" fact="0.9644"/>
              <dgm:constr type="w" for="ch" forName="parent5" refType="w" fact="0.4439"/>
              <dgm:constr type="h" for="ch" forName="parent5" refType="h" fact="0.0349"/>
              <dgm:constr type="r" for="ch" forName="parent4" refType="w" fact="0.921"/>
              <dgm:constr type="t" for="ch" forName="parent4" refType="h" fact="0.9644"/>
              <dgm:constr type="w" for="ch" forName="parent4" refType="w" fact="0.4439"/>
              <dgm:constr type="h" for="ch" forName="parent4" refType="h" fact="0.0349"/>
              <dgm:constr type="r" for="ch" forName="parent2" refType="w" fact="0.921"/>
              <dgm:constr type="t" for="ch" forName="parent2" refType="h" fact="0.7143"/>
              <dgm:constr type="w" for="ch" forName="parent2" refType="w" fact="0.4439"/>
              <dgm:constr type="h" for="ch" forName="parent2" refType="h" fact="0.0349"/>
            </dgm:constrLst>
          </dgm:else>
        </dgm:choose>
      </dgm:else>
    </dgm:choose>
    <dgm:forEach name="Name22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23" ref="pictureWrapper"/>
      </dgm:layoutNode>
      <dgm:layoutNode name="accent1" styleLbl="parChTrans1D1">
        <dgm:alg type="sp"/>
        <dgm:shape xmlns:r="http://schemas.openxmlformats.org/officeDocument/2006/relationships" type="rect" r:blip="">
          <dgm:adjLst/>
        </dgm:shape>
        <dgm:presOf/>
      </dgm:layoutNode>
      <dgm:layoutNode name="parent1" styleLbl="revTx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4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25" ref="pictureWrapper"/>
      </dgm:layoutNode>
      <dgm:layoutNode name="parent2" styleLbl="trBgShp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6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27" ref="pictureWrapper"/>
      </dgm:layoutNode>
      <dgm:layoutNode name="parent3" styleLbl="trBgShp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8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29" ref="pictureWrapper"/>
      </dgm:layoutNode>
      <dgm:layoutNode name="parent4" styleLbl="trBgShp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0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31" ref="pictureWrapper"/>
      </dgm:layoutNode>
      <dgm:layoutNode name="parent5" styleLbl="trBgShp">
        <dgm:varLst>
          <dgm:chMax val="0"/>
          <dgm:chPref val="0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E18EE-310E-BB3B-AA8F-3911A7D1FF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88EB7-3425-6A36-B0F5-4A08E8BB8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4E3FB-BF4D-0C52-BF47-65436FCF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B7AB-5411-4F1C-A535-0F91425C627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63BBB-B096-F8DD-69BF-DC1E5008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8324B-B459-FA66-348D-FFB4027B2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2D6E-DBF5-4521-A195-2175E5694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00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C3906-96B4-311B-A918-805286607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E154D-CCE2-663D-E9BC-A6DFD1AE9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0D1E5-2D65-B85B-C01E-B923DBC23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B7AB-5411-4F1C-A535-0F91425C627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73531-4F2F-15D0-3F92-4C1B065D7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8AFCB-96BC-5B11-4DCD-3D7B5FCA4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2D6E-DBF5-4521-A195-2175E5694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68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55A5B-8E6E-3DC7-9AA1-962BB725F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734FA-8EFD-CFDA-DF55-A4672A184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8B133-B87C-F775-E709-C8957806F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B7AB-5411-4F1C-A535-0F91425C627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7FCE0-0B5E-0A83-3220-6F090951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D112-1636-E0F0-78AE-961F4D2C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2D6E-DBF5-4521-A195-2175E5694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54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D5D06-1BCE-D15B-133D-D919269A0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0FD37-1416-77DB-BFF9-1553E1CDC7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9BA6E-DA8C-375C-EE22-F510C750A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A9B20-38EB-CDA3-A0BC-B4C2C2B07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B7AB-5411-4F1C-A535-0F91425C627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587A7-C8C5-D6FE-9BB2-6A3E5A598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5A511-6578-8164-D333-F8F8CB28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2D6E-DBF5-4521-A195-2175E5694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95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7127F-7569-4B58-0695-88E55CAE5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8D6FC-E258-16F5-D376-C352E5A61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44BA5-0F4C-AA42-6907-21ABCF3E9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F524EF-BEDA-86AF-1745-4D250E04F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6322CC-BF1F-5258-0BC3-C95C7D5F4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30CC27-8BA9-33EC-E1AD-C8B7CC129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B7AB-5411-4F1C-A535-0F91425C627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48AFF2-3E10-164B-992C-7880F25F5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4EA240-3031-6987-3603-4801E496D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2D6E-DBF5-4521-A195-2175E5694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1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88716-02C4-8E0E-5B4E-9D81770E5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2222CD-FC9C-2A09-D9D2-B87499307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B7AB-5411-4F1C-A535-0F91425C627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D3D56-6693-6CF0-34A9-CB2F11399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64E3B-C134-B56E-5273-A504B4FB6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2D6E-DBF5-4521-A195-2175E5694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2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0D2F64-5555-A000-AE4A-D085BCBE2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B7AB-5411-4F1C-A535-0F91425C627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2F7CA7-DF01-EEB9-1C93-641C678D5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3EE99-A9DD-2A0A-2F9A-48614F972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2D6E-DBF5-4521-A195-2175E5694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5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8F936-5A0B-5F0A-000A-167B5B93C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5BE1B-F29D-339D-39E6-E70426C6A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F8231-4A7A-C30D-1619-D68F701A4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25EF6-3D04-6185-A32F-9CD31C634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B7AB-5411-4F1C-A535-0F91425C627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88E8A-3CB0-C963-00A7-B19C4DB85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6056C-F6FA-9FFD-F5B3-E22F8F51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2D6E-DBF5-4521-A195-2175E5694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68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608D-6382-CDB8-3020-53256D93F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321BB0-47A9-2F0D-2F5F-4034817AF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2E857-168D-95EE-84F5-C1E79ED79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56FF0-3AEA-0A42-D617-5765EEBB5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B7AB-5411-4F1C-A535-0F91425C627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27413-C4CF-7A2D-3CC6-499317D54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55924-1E96-A295-142C-5F26425F0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2D6E-DBF5-4521-A195-2175E5694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7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1BF29-B844-D9CC-AC70-8776B1218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EA52AE-03D2-0F5F-3E03-A9DEE38C1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59A71-A81A-03E9-6EC3-86562197A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B7AB-5411-4F1C-A535-0F91425C627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375AB-E741-0DDD-87AE-97E28372D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8A923-B0D7-C773-999D-AA749E3B5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2D6E-DBF5-4521-A195-2175E5694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6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A3CB38-4494-7647-30D0-DAD24F1196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CCF3F-7CEB-6685-659E-FFB781588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D720D-B523-E5AA-CBBB-92CDAB63C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1B7AB-5411-4F1C-A535-0F91425C627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D8F48-1F70-541C-0180-827F68BD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C879B-DA58-C0F3-0E50-1B0865323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72D6E-DBF5-4521-A195-2175E5694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42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03834F-4C32-FF50-F72A-CEF4B7CF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CB002-C248-4631-DC95-26BB77071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178EA-89A0-F35B-C390-51758EB12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1B7AB-5411-4F1C-A535-0F91425C627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AEA2F-4CD2-4424-D158-6D6E9CA65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671AB-9452-0DF8-1C42-C55C1C1F1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72D6E-DBF5-4521-A195-2175E5694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23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3270F84-6CAC-A243-2F56-95B75496AD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220304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7514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2026-09-06T08:15:04Z</dcterms:created>
  <dcterms:modified xsi:type="dcterms:W3CDTF">2026-09-06T08:15:04Z</dcterms:modified>
</cp:coreProperties>
</file>