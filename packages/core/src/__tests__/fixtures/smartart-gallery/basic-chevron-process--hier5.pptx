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488C8E-3BAD-40F9-AA1E-E332F993D663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7CC7200A-5A18-48FA-BEF7-9C33BCEBDA25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986AFBB5-CD31-4EC0-B275-F0EA5CE60920}" type="parTrans" cxnId="{D5A7EC0B-D692-4725-817B-54B70CB65FF5}">
      <dgm:prSet/>
      <dgm:spPr/>
    </dgm:pt>
    <dgm:pt modelId="{16F61C27-4CF5-4B0B-AF06-54A9C0B038B2}" type="sibTrans" cxnId="{D5A7EC0B-D692-4725-817B-54B70CB65FF5}">
      <dgm:prSet/>
      <dgm:spPr/>
    </dgm:pt>
    <dgm:pt modelId="{3CF1CA67-B8F6-4E6C-BEC9-56B36B348BE8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E7B0D71B-454D-4660-91C6-3C46DC2B9474}" type="parTrans" cxnId="{998E64B0-A24B-46C0-834E-BDE2B16A61C3}">
      <dgm:prSet/>
      <dgm:spPr/>
    </dgm:pt>
    <dgm:pt modelId="{5478E562-2E94-457F-AFEA-D3B21C9EDAF2}" type="sibTrans" cxnId="{998E64B0-A24B-46C0-834E-BDE2B16A61C3}">
      <dgm:prSet/>
      <dgm:spPr/>
    </dgm:pt>
    <dgm:pt modelId="{F97F2F6B-FA51-4E9E-AB36-3BE21F3F159D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C32E9D5E-5B2B-4037-BEBB-BBB2E43AC898}" type="parTrans" cxnId="{5B63359C-CBC5-4E46-BB07-4F0E84D9389A}">
      <dgm:prSet/>
      <dgm:spPr/>
    </dgm:pt>
    <dgm:pt modelId="{FC49E170-5A9C-4CE7-AD78-F7846A3A46BB}" type="sibTrans" cxnId="{5B63359C-CBC5-4E46-BB07-4F0E84D9389A}">
      <dgm:prSet/>
      <dgm:spPr/>
    </dgm:pt>
    <dgm:pt modelId="{51765BB9-B078-4701-B461-84D135658609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8A022C6A-A2B8-4CA0-9E70-494CCF99DBB4}" type="parTrans" cxnId="{F945091E-3AE7-4E16-82D3-2343BF76B342}">
      <dgm:prSet/>
      <dgm:spPr/>
    </dgm:pt>
    <dgm:pt modelId="{5B9DC124-2C82-4EF7-8B07-E6B8A678C45A}" type="sibTrans" cxnId="{F945091E-3AE7-4E16-82D3-2343BF76B342}">
      <dgm:prSet/>
      <dgm:spPr/>
    </dgm:pt>
    <dgm:pt modelId="{9BEF7041-EA12-47FA-BE44-7270067EA789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110115C5-2B38-426C-94E9-28575B2FB9D9}" type="parTrans" cxnId="{57F59BA6-39D2-47E8-B124-A8B2597A2033}">
      <dgm:prSet/>
      <dgm:spPr/>
    </dgm:pt>
    <dgm:pt modelId="{2B9467C3-86D5-47F0-8445-36A6F1C22BED}" type="sibTrans" cxnId="{57F59BA6-39D2-47E8-B124-A8B2597A2033}">
      <dgm:prSet/>
      <dgm:spPr/>
    </dgm:pt>
    <dgm:pt modelId="{EEE36039-CA36-4974-8D3B-F19E68F936A9}" type="pres">
      <dgm:prSet presAssocID="{B2488C8E-3BAD-40F9-AA1E-E332F993D663}" presName="Name0" presStyleCnt="0">
        <dgm:presLayoutVars>
          <dgm:dir/>
          <dgm:animLvl val="lvl"/>
          <dgm:resizeHandles val="exact"/>
        </dgm:presLayoutVars>
      </dgm:prSet>
      <dgm:spPr/>
    </dgm:pt>
    <dgm:pt modelId="{3C0C961D-2838-4BD5-90A3-329CA8DFC22E}" type="pres">
      <dgm:prSet presAssocID="{7CC7200A-5A18-48FA-BEF7-9C33BCEBDA25}" presName="composite" presStyleCnt="0"/>
      <dgm:spPr/>
    </dgm:pt>
    <dgm:pt modelId="{3C16FBD3-3014-4B65-AC97-6F33B4D639B2}" type="pres">
      <dgm:prSet presAssocID="{7CC7200A-5A18-48FA-BEF7-9C33BCEBDA25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CE50D8E6-CD72-413E-A2BE-A3984A77B273}" type="pres">
      <dgm:prSet presAssocID="{7CC7200A-5A18-48FA-BEF7-9C33BCEBDA25}" presName="desTx" presStyleLbl="revTx" presStyleIdx="0" presStyleCnt="2">
        <dgm:presLayoutVars>
          <dgm:bulletEnabled val="1"/>
        </dgm:presLayoutVars>
      </dgm:prSet>
      <dgm:spPr/>
    </dgm:pt>
    <dgm:pt modelId="{10B21143-156E-4D79-AC85-2D1F3D543410}" type="pres">
      <dgm:prSet presAssocID="{16F61C27-4CF5-4B0B-AF06-54A9C0B038B2}" presName="space" presStyleCnt="0"/>
      <dgm:spPr/>
    </dgm:pt>
    <dgm:pt modelId="{1B68E7CC-C244-45CA-BCF7-513BA6A97535}" type="pres">
      <dgm:prSet presAssocID="{F97F2F6B-FA51-4E9E-AB36-3BE21F3F159D}" presName="composite" presStyleCnt="0"/>
      <dgm:spPr/>
    </dgm:pt>
    <dgm:pt modelId="{CB7D82F0-5797-43D0-B264-763893AB3058}" type="pres">
      <dgm:prSet presAssocID="{F97F2F6B-FA51-4E9E-AB36-3BE21F3F159D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696F7636-3A88-477A-A713-6FC256EF969F}" type="pres">
      <dgm:prSet presAssocID="{F97F2F6B-FA51-4E9E-AB36-3BE21F3F159D}" presName="desTx" presStyleLbl="revTx" presStyleIdx="0" presStyleCnt="2">
        <dgm:presLayoutVars>
          <dgm:bulletEnabled val="1"/>
        </dgm:presLayoutVars>
      </dgm:prSet>
      <dgm:spPr/>
    </dgm:pt>
    <dgm:pt modelId="{7EA9373C-1762-4203-A14B-187AA3AA733F}" type="pres">
      <dgm:prSet presAssocID="{FC49E170-5A9C-4CE7-AD78-F7846A3A46BB}" presName="space" presStyleCnt="0"/>
      <dgm:spPr/>
    </dgm:pt>
    <dgm:pt modelId="{BD1DFEB2-162A-49BC-8D32-3AA189D03EC6}" type="pres">
      <dgm:prSet presAssocID="{51765BB9-B078-4701-B461-84D135658609}" presName="composite" presStyleCnt="0"/>
      <dgm:spPr/>
    </dgm:pt>
    <dgm:pt modelId="{A3889199-6080-4AC1-84E0-A928837F789B}" type="pres">
      <dgm:prSet presAssocID="{51765BB9-B078-4701-B461-84D135658609}" presName="parTx" presStyleLbl="node1" presStyleIdx="2" presStyleCnt="3">
        <dgm:presLayoutVars>
          <dgm:chMax val="0"/>
          <dgm:chPref val="0"/>
          <dgm:bulletEnabled val="1"/>
        </dgm:presLayoutVars>
      </dgm:prSet>
      <dgm:spPr/>
    </dgm:pt>
    <dgm:pt modelId="{CCF72A11-D461-4D84-853B-CCEFF9F25DAB}" type="pres">
      <dgm:prSet presAssocID="{51765BB9-B078-4701-B461-84D135658609}" presName="desTx" presStyleLbl="revTx" presStyleIdx="1" presStyleCnt="2">
        <dgm:presLayoutVars>
          <dgm:bulletEnabled val="1"/>
        </dgm:presLayoutVars>
      </dgm:prSet>
      <dgm:spPr/>
    </dgm:pt>
  </dgm:ptLst>
  <dgm:cxnLst>
    <dgm:cxn modelId="{5397F100-F6DA-4F60-8A27-A58EB0E596A1}" type="presOf" srcId="{7CC7200A-5A18-48FA-BEF7-9C33BCEBDA25}" destId="{3C16FBD3-3014-4B65-AC97-6F33B4D639B2}" srcOrd="0" destOrd="0" presId="urn:microsoft.com/office/officeart/2005/8/layout/chevron1"/>
    <dgm:cxn modelId="{DF6F7406-A1D4-4059-9414-C09A669946FF}" type="presOf" srcId="{9BEF7041-EA12-47FA-BE44-7270067EA789}" destId="{CCF72A11-D461-4D84-853B-CCEFF9F25DAB}" srcOrd="0" destOrd="0" presId="urn:microsoft.com/office/officeart/2005/8/layout/chevron1"/>
    <dgm:cxn modelId="{D5A7EC0B-D692-4725-817B-54B70CB65FF5}" srcId="{B2488C8E-3BAD-40F9-AA1E-E332F993D663}" destId="{7CC7200A-5A18-48FA-BEF7-9C33BCEBDA25}" srcOrd="0" destOrd="0" parTransId="{986AFBB5-CD31-4EC0-B275-F0EA5CE60920}" sibTransId="{16F61C27-4CF5-4B0B-AF06-54A9C0B038B2}"/>
    <dgm:cxn modelId="{F945091E-3AE7-4E16-82D3-2343BF76B342}" srcId="{B2488C8E-3BAD-40F9-AA1E-E332F993D663}" destId="{51765BB9-B078-4701-B461-84D135658609}" srcOrd="2" destOrd="0" parTransId="{8A022C6A-A2B8-4CA0-9E70-494CCF99DBB4}" sibTransId="{5B9DC124-2C82-4EF7-8B07-E6B8A678C45A}"/>
    <dgm:cxn modelId="{B581C85B-0269-44AE-B627-0274739BD6DF}" type="presOf" srcId="{51765BB9-B078-4701-B461-84D135658609}" destId="{A3889199-6080-4AC1-84E0-A928837F789B}" srcOrd="0" destOrd="0" presId="urn:microsoft.com/office/officeart/2005/8/layout/chevron1"/>
    <dgm:cxn modelId="{420C1176-5C4B-4934-BA57-1F4EEC8587D6}" type="presOf" srcId="{B2488C8E-3BAD-40F9-AA1E-E332F993D663}" destId="{EEE36039-CA36-4974-8D3B-F19E68F936A9}" srcOrd="0" destOrd="0" presId="urn:microsoft.com/office/officeart/2005/8/layout/chevron1"/>
    <dgm:cxn modelId="{7D624587-D884-4E44-916D-A9F5CBF76817}" type="presOf" srcId="{F97F2F6B-FA51-4E9E-AB36-3BE21F3F159D}" destId="{CB7D82F0-5797-43D0-B264-763893AB3058}" srcOrd="0" destOrd="0" presId="urn:microsoft.com/office/officeart/2005/8/layout/chevron1"/>
    <dgm:cxn modelId="{5B63359C-CBC5-4E46-BB07-4F0E84D9389A}" srcId="{B2488C8E-3BAD-40F9-AA1E-E332F993D663}" destId="{F97F2F6B-FA51-4E9E-AB36-3BE21F3F159D}" srcOrd="1" destOrd="0" parTransId="{C32E9D5E-5B2B-4037-BEBB-BBB2E43AC898}" sibTransId="{FC49E170-5A9C-4CE7-AD78-F7846A3A46BB}"/>
    <dgm:cxn modelId="{57F59BA6-39D2-47E8-B124-A8B2597A2033}" srcId="{51765BB9-B078-4701-B461-84D135658609}" destId="{9BEF7041-EA12-47FA-BE44-7270067EA789}" srcOrd="0" destOrd="0" parTransId="{110115C5-2B38-426C-94E9-28575B2FB9D9}" sibTransId="{2B9467C3-86D5-47F0-8445-36A6F1C22BED}"/>
    <dgm:cxn modelId="{2E144FA8-1893-4EC6-BE9C-D4865264F4D8}" type="presOf" srcId="{3CF1CA67-B8F6-4E6C-BEC9-56B36B348BE8}" destId="{CE50D8E6-CD72-413E-A2BE-A3984A77B273}" srcOrd="0" destOrd="0" presId="urn:microsoft.com/office/officeart/2005/8/layout/chevron1"/>
    <dgm:cxn modelId="{998E64B0-A24B-46C0-834E-BDE2B16A61C3}" srcId="{7CC7200A-5A18-48FA-BEF7-9C33BCEBDA25}" destId="{3CF1CA67-B8F6-4E6C-BEC9-56B36B348BE8}" srcOrd="0" destOrd="0" parTransId="{E7B0D71B-454D-4660-91C6-3C46DC2B9474}" sibTransId="{5478E562-2E94-457F-AFEA-D3B21C9EDAF2}"/>
    <dgm:cxn modelId="{B9EB34C7-83CB-4B67-8AB0-166D210F7FAC}" type="presParOf" srcId="{EEE36039-CA36-4974-8D3B-F19E68F936A9}" destId="{3C0C961D-2838-4BD5-90A3-329CA8DFC22E}" srcOrd="0" destOrd="0" presId="urn:microsoft.com/office/officeart/2005/8/layout/chevron1"/>
    <dgm:cxn modelId="{9AFE3697-C83C-4323-9ABD-59E2923CD458}" type="presParOf" srcId="{3C0C961D-2838-4BD5-90A3-329CA8DFC22E}" destId="{3C16FBD3-3014-4B65-AC97-6F33B4D639B2}" srcOrd="0" destOrd="0" presId="urn:microsoft.com/office/officeart/2005/8/layout/chevron1"/>
    <dgm:cxn modelId="{DE7B71FC-3B79-46F5-A7C6-A44D07850107}" type="presParOf" srcId="{3C0C961D-2838-4BD5-90A3-329CA8DFC22E}" destId="{CE50D8E6-CD72-413E-A2BE-A3984A77B273}" srcOrd="1" destOrd="0" presId="urn:microsoft.com/office/officeart/2005/8/layout/chevron1"/>
    <dgm:cxn modelId="{E3E0C255-B4A1-4241-8138-E659CD0BA829}" type="presParOf" srcId="{EEE36039-CA36-4974-8D3B-F19E68F936A9}" destId="{10B21143-156E-4D79-AC85-2D1F3D543410}" srcOrd="1" destOrd="0" presId="urn:microsoft.com/office/officeart/2005/8/layout/chevron1"/>
    <dgm:cxn modelId="{D7ECF111-8E7A-41D3-8E80-F6DAE32583B3}" type="presParOf" srcId="{EEE36039-CA36-4974-8D3B-F19E68F936A9}" destId="{1B68E7CC-C244-45CA-BCF7-513BA6A97535}" srcOrd="2" destOrd="0" presId="urn:microsoft.com/office/officeart/2005/8/layout/chevron1"/>
    <dgm:cxn modelId="{B4F647F7-0C1F-4122-8D31-DA744B22CFDD}" type="presParOf" srcId="{1B68E7CC-C244-45CA-BCF7-513BA6A97535}" destId="{CB7D82F0-5797-43D0-B264-763893AB3058}" srcOrd="0" destOrd="0" presId="urn:microsoft.com/office/officeart/2005/8/layout/chevron1"/>
    <dgm:cxn modelId="{C2F66BE7-7A4C-4264-ACEC-38E6596CB101}" type="presParOf" srcId="{1B68E7CC-C244-45CA-BCF7-513BA6A97535}" destId="{696F7636-3A88-477A-A713-6FC256EF969F}" srcOrd="1" destOrd="0" presId="urn:microsoft.com/office/officeart/2005/8/layout/chevron1"/>
    <dgm:cxn modelId="{C5582CC3-2808-48B2-A9E2-462738BFFC54}" type="presParOf" srcId="{EEE36039-CA36-4974-8D3B-F19E68F936A9}" destId="{7EA9373C-1762-4203-A14B-187AA3AA733F}" srcOrd="3" destOrd="0" presId="urn:microsoft.com/office/officeart/2005/8/layout/chevron1"/>
    <dgm:cxn modelId="{B5523FA6-C5C7-49AC-B1DD-423337760E95}" type="presParOf" srcId="{EEE36039-CA36-4974-8D3B-F19E68F936A9}" destId="{BD1DFEB2-162A-49BC-8D32-3AA189D03EC6}" srcOrd="4" destOrd="0" presId="urn:microsoft.com/office/officeart/2005/8/layout/chevron1"/>
    <dgm:cxn modelId="{3115D40C-F5CA-4C2D-A45D-F6F8E474BE0D}" type="presParOf" srcId="{BD1DFEB2-162A-49BC-8D32-3AA189D03EC6}" destId="{A3889199-6080-4AC1-84E0-A928837F789B}" srcOrd="0" destOrd="0" presId="urn:microsoft.com/office/officeart/2005/8/layout/chevron1"/>
    <dgm:cxn modelId="{264F2844-1A11-47F3-9AD7-9B0F813CC8DE}" type="presParOf" srcId="{BD1DFEB2-162A-49BC-8D32-3AA189D03EC6}" destId="{CCF72A11-D461-4D84-853B-CCEFF9F25DAB}" srcOrd="1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16FBD3-3014-4B65-AC97-6F33B4D639B2}">
      <dsp:nvSpPr>
        <dsp:cNvPr id="0" name=""/>
        <dsp:cNvSpPr/>
      </dsp:nvSpPr>
      <dsp:spPr>
        <a:xfrm>
          <a:off x="2369" y="848205"/>
          <a:ext cx="2894086" cy="115763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019" tIns="49340" rIns="49340" bIns="4934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Node One</a:t>
          </a:r>
        </a:p>
      </dsp:txBody>
      <dsp:txXfrm>
        <a:off x="581186" y="848205"/>
        <a:ext cx="1736452" cy="1157634"/>
      </dsp:txXfrm>
    </dsp:sp>
    <dsp:sp modelId="{CE50D8E6-CD72-413E-A2BE-A3984A77B273}">
      <dsp:nvSpPr>
        <dsp:cNvPr id="0" name=""/>
        <dsp:cNvSpPr/>
      </dsp:nvSpPr>
      <dsp:spPr>
        <a:xfrm>
          <a:off x="2369" y="2150544"/>
          <a:ext cx="2315269" cy="2081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700" kern="1200"/>
            <a:t>Node Two has a longer label</a:t>
          </a:r>
        </a:p>
      </dsp:txBody>
      <dsp:txXfrm>
        <a:off x="2369" y="2150544"/>
        <a:ext cx="2315269" cy="2081250"/>
      </dsp:txXfrm>
    </dsp:sp>
    <dsp:sp modelId="{CB7D82F0-5797-43D0-B264-763893AB3058}">
      <dsp:nvSpPr>
        <dsp:cNvPr id="0" name=""/>
        <dsp:cNvSpPr/>
      </dsp:nvSpPr>
      <dsp:spPr>
        <a:xfrm>
          <a:off x="2680456" y="848205"/>
          <a:ext cx="2894086" cy="115763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019" tIns="49340" rIns="49340" bIns="4934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Node Three</a:t>
          </a:r>
        </a:p>
      </dsp:txBody>
      <dsp:txXfrm>
        <a:off x="3259273" y="848205"/>
        <a:ext cx="1736452" cy="1157634"/>
      </dsp:txXfrm>
    </dsp:sp>
    <dsp:sp modelId="{A3889199-6080-4AC1-84E0-A928837F789B}">
      <dsp:nvSpPr>
        <dsp:cNvPr id="0" name=""/>
        <dsp:cNvSpPr/>
      </dsp:nvSpPr>
      <dsp:spPr>
        <a:xfrm>
          <a:off x="5358543" y="848205"/>
          <a:ext cx="2894086" cy="115763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019" tIns="49340" rIns="49340" bIns="4934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Node Four</a:t>
          </a:r>
        </a:p>
      </dsp:txBody>
      <dsp:txXfrm>
        <a:off x="5937360" y="848205"/>
        <a:ext cx="1736452" cy="1157634"/>
      </dsp:txXfrm>
    </dsp:sp>
    <dsp:sp modelId="{CCF72A11-D461-4D84-853B-CCEFF9F25DAB}">
      <dsp:nvSpPr>
        <dsp:cNvPr id="0" name=""/>
        <dsp:cNvSpPr/>
      </dsp:nvSpPr>
      <dsp:spPr>
        <a:xfrm>
          <a:off x="5358543" y="2150544"/>
          <a:ext cx="2315269" cy="2081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700" kern="1200"/>
            <a:t>Node Five</a:t>
          </a:r>
        </a:p>
      </dsp:txBody>
      <dsp:txXfrm>
        <a:off x="5358543" y="2150544"/>
        <a:ext cx="2315269" cy="20812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4D486-4CD3-6325-653E-3FFE1853E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1F48CB-BAC6-2349-6610-29E80C1283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6EDA0-FAED-7347-B3DC-4D0EF0555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2B471-FBFD-43F3-9B7E-791CB08410D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2A042-3D15-F76E-3812-195DA5243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F11D1-59E1-FC00-2973-A2B527869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6EA14-ED69-4AF1-AC90-AC43102B1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065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F1C89-3C8A-4920-E244-7F11ADABD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D44E6-9099-26EB-F515-94A9846FC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3E013-17D8-F7A5-AE33-E5AFC76D4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2B471-FBFD-43F3-9B7E-791CB08410D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25038-D8BD-B50E-1C1C-AE1299C8C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1B5243-2EC3-9015-A74B-B6B83ECEC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6EA14-ED69-4AF1-AC90-AC43102B1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66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3873E-23E3-7156-DA19-39FDDAB32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34D30A-1351-5EF8-9D8C-F072AF3615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C5B9B-3C1F-64EE-FFA1-AFB58E65A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2B471-FBFD-43F3-9B7E-791CB08410D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C0287-23C0-B045-28C1-A7783ADD7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69490-87C2-0772-DD1B-768481ADC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6EA14-ED69-4AF1-AC90-AC43102B1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815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7E7C1-DF7F-F303-B778-2DA712A8E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E0178-32DE-A6BC-6336-7951CE06B9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4FCF3C-3954-83D7-5F78-50F491B83D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401F7C-6F61-CB8C-4434-720B71746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2B471-FBFD-43F3-9B7E-791CB08410D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D1D60F-7D13-D0E2-F9DC-D5E1D5829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E73140-4933-B131-1C61-BD14933E1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6EA14-ED69-4AF1-AC90-AC43102B1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13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D742E-FB8A-8C87-33CB-922BAC8BE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A7503-6340-267F-7D62-C3A3F161D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BDCF1A-E55C-2B12-E659-6C7BC7803C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12E17C-0948-3E81-4813-F7460DC859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46D1B8-1FBD-A5A1-6D40-63AAAFF38E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0A0520-A40D-8DAD-76A7-8CA52920D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2B471-FBFD-43F3-9B7E-791CB08410D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57F46C-BC6B-3588-88FC-ECD4644E9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3FC4A6-1827-9336-5209-C928D8747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6EA14-ED69-4AF1-AC90-AC43102B1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677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75333-8696-9E2B-8FD2-4D3FA54C3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75C2CA-9AB8-98CC-1F80-152A667E9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2B471-FBFD-43F3-9B7E-791CB08410D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59CE11-6378-5FB7-2468-76416BF75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A7733C-71D8-22B8-EF34-50CFA6A4B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6EA14-ED69-4AF1-AC90-AC43102B1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547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0C732C-EAE7-A18B-D2A3-F74F03620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2B471-FBFD-43F3-9B7E-791CB08410D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5A4507-64E5-EFE9-D736-70BB1BF4F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69E7C1-0DA9-A2BB-AD34-F5D62DAAC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6EA14-ED69-4AF1-AC90-AC43102B1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004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290AC-DF14-702B-E2AA-5B988F0B5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CCE7D-9759-C700-8117-D0CC3E36A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77005-FE3C-4D7D-153E-ABA1047736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58CF9B-6DE8-5FE8-587F-D6197C178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2B471-FBFD-43F3-9B7E-791CB08410D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B57E03-A97C-4189-FC68-6E2276EDC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551EE5-D56D-0520-E62A-D88CC63B9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6EA14-ED69-4AF1-AC90-AC43102B1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534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4D8E7-3A06-3D33-6629-54A8D8344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3EC73E-7EAD-EE54-7CEE-EEB838EB3A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E35B9C-C844-8479-29A9-CD5459BE6E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D6E66A-2F8C-B071-1A9B-F055236A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2B471-FBFD-43F3-9B7E-791CB08410D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25BD4F-9659-BDC7-A289-8FD7709C8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D22896-A317-3990-7DE5-234A17429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6EA14-ED69-4AF1-AC90-AC43102B1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965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3FDAD-E4FF-F931-B9AC-B3B4F3BB3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C683D4-5231-EB70-AA0C-F5ACFD2A5C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FEC3B-1D92-1531-5AA0-72A199040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2B471-FBFD-43F3-9B7E-791CB08410D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B215A-D1C7-64CD-6C04-55F589165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34777-EB2A-6972-51E7-FFED3B9C7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6EA14-ED69-4AF1-AC90-AC43102B1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245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2C36D6-0B82-F22E-D8D4-2854903472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05AFDF-964B-FC22-4790-E1D181A1E5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5645E-D1B1-F6A9-DE99-A37649F17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2B471-FBFD-43F3-9B7E-791CB08410D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080A6-5EF8-9E5F-8638-0B5826FE8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D85EA-3ECE-346B-7DE6-4F2FB8F27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6EA14-ED69-4AF1-AC90-AC43102B1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465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012EA9-8900-4A93-A54F-48C112396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8CD1E8-458C-33F7-708D-A5B63C86D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EC5CD-7153-857D-050F-BEAEBF7404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82B471-FBFD-43F3-9B7E-791CB08410D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4093A-8587-FF63-958B-3348A2C077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F4041-189B-17B3-AA04-D2AB96319C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96EA14-ED69-4AF1-AC90-AC43102B1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027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707133B-9CB7-3A60-D58C-2468EFBD56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0260427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55403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2026-09-06T08:13:37Z</dcterms:created>
  <dcterms:modified xsi:type="dcterms:W3CDTF">2026-09-06T08:13:38Z</dcterms:modified>
</cp:coreProperties>
</file>