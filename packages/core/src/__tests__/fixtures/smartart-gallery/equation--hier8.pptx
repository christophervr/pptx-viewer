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19FB91-FF38-4F51-9CC4-9BF86740FBA7}" type="doc">
      <dgm:prSet loTypeId="urn:microsoft.com/office/officeart/2005/8/layout/equation1" loCatId="relationship" qsTypeId="urn:microsoft.com/office/officeart/2005/8/quickstyle/simple1" qsCatId="simple" csTypeId="urn:microsoft.com/office/officeart/2005/8/colors/accent1_2" csCatId="accent1" phldr="1"/>
      <dgm:spPr/>
    </dgm:pt>
    <dgm:pt modelId="{FB3CE60F-1530-4139-89AA-41C51B9D4BC3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C5DA969F-FA2E-48A7-A815-5A4256E851CF}" type="parTrans" cxnId="{88F32862-955C-4AE8-851C-21DEC96D9E49}">
      <dgm:prSet/>
      <dgm:spPr/>
    </dgm:pt>
    <dgm:pt modelId="{2FA5E4AD-7E3D-4846-BBB7-F726D53921C5}" type="sibTrans" cxnId="{88F32862-955C-4AE8-851C-21DEC96D9E49}">
      <dgm:prSet/>
      <dgm:spPr/>
      <dgm:t>
        <a:bodyPr/>
        <a:lstStyle/>
        <a:p>
          <a:endParaRPr lang="en-US"/>
        </a:p>
      </dgm:t>
    </dgm:pt>
    <dgm:pt modelId="{C259DF18-2A76-4B92-9E70-2AC5EF17A28B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DAA718F7-7637-445E-8111-43BF27C8C663}" type="parTrans" cxnId="{83C987E3-4C6E-4836-8180-6D636D0BB76D}">
      <dgm:prSet/>
      <dgm:spPr/>
    </dgm:pt>
    <dgm:pt modelId="{2AA5E928-5F2C-45D3-B737-C828BB89987A}" type="sibTrans" cxnId="{83C987E3-4C6E-4836-8180-6D636D0BB76D}">
      <dgm:prSet/>
      <dgm:spPr/>
      <dgm:t>
        <a:bodyPr/>
        <a:lstStyle/>
        <a:p>
          <a:endParaRPr lang="en-US"/>
        </a:p>
      </dgm:t>
    </dgm:pt>
    <dgm:pt modelId="{27394C0C-F46A-4537-AEEA-D2033C9CD504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B2A3C243-E685-43F1-997F-4E85017DE016}" type="parTrans" cxnId="{D40DE298-CD4B-4A2A-99F7-0351BB05D8A9}">
      <dgm:prSet/>
      <dgm:spPr/>
    </dgm:pt>
    <dgm:pt modelId="{A033C78F-2C33-4D75-9838-3E46B5532905}" type="sibTrans" cxnId="{D40DE298-CD4B-4A2A-99F7-0351BB05D8A9}">
      <dgm:prSet/>
      <dgm:spPr/>
      <dgm:t>
        <a:bodyPr/>
        <a:lstStyle/>
        <a:p>
          <a:endParaRPr lang="en-US"/>
        </a:p>
      </dgm:t>
    </dgm:pt>
    <dgm:pt modelId="{17E238D9-1A44-4096-AF52-B120E428D139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0D103A95-C6BC-46F3-A88A-316E8A869524}" type="parTrans" cxnId="{BB906EEF-A352-440E-AC91-28308833975B}">
      <dgm:prSet/>
      <dgm:spPr/>
    </dgm:pt>
    <dgm:pt modelId="{C4DB5331-17FB-44A1-A81E-D89C7DAED0C5}" type="sibTrans" cxnId="{BB906EEF-A352-440E-AC91-28308833975B}">
      <dgm:prSet/>
      <dgm:spPr/>
      <dgm:t>
        <a:bodyPr/>
        <a:lstStyle/>
        <a:p>
          <a:endParaRPr lang="en-US"/>
        </a:p>
      </dgm:t>
    </dgm:pt>
    <dgm:pt modelId="{A62F018C-5FFE-4A01-BED4-925AD8DBDAFA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C6248D2F-BB1B-41CD-B574-ACFF5FA32F7C}" type="parTrans" cxnId="{0F7851E3-8B19-4042-8FDC-B704762954DB}">
      <dgm:prSet/>
      <dgm:spPr/>
    </dgm:pt>
    <dgm:pt modelId="{8ED93761-D598-4397-BE66-2F2F691EE350}" type="sibTrans" cxnId="{0F7851E3-8B19-4042-8FDC-B704762954DB}">
      <dgm:prSet/>
      <dgm:spPr/>
      <dgm:t>
        <a:bodyPr/>
        <a:lstStyle/>
        <a:p>
          <a:endParaRPr lang="en-US"/>
        </a:p>
      </dgm:t>
    </dgm:pt>
    <dgm:pt modelId="{CD9162F8-0DDB-40C4-93E8-EA7F2698BD94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22BC299C-6C1F-4E22-9710-5366EDDED5B7}" type="parTrans" cxnId="{63C37858-6E2F-4FD9-B966-48FA7AD8358F}">
      <dgm:prSet/>
      <dgm:spPr/>
    </dgm:pt>
    <dgm:pt modelId="{DF2DD978-CF5D-4CA2-B34C-57862F53227C}" type="sibTrans" cxnId="{63C37858-6E2F-4FD9-B966-48FA7AD8358F}">
      <dgm:prSet/>
      <dgm:spPr/>
      <dgm:t>
        <a:bodyPr/>
        <a:lstStyle/>
        <a:p>
          <a:endParaRPr lang="en-US"/>
        </a:p>
      </dgm:t>
    </dgm:pt>
    <dgm:pt modelId="{9A5D0EA8-9AAC-4EB6-9C25-E00DCBB7FCAD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F0520825-27B5-4E0B-A3C8-D37F63DF91B7}" type="parTrans" cxnId="{D2682351-2A78-4F52-A0F7-F03EFFD01192}">
      <dgm:prSet/>
      <dgm:spPr/>
    </dgm:pt>
    <dgm:pt modelId="{52624CB2-472B-477B-8B1D-0874DB343F64}" type="sibTrans" cxnId="{D2682351-2A78-4F52-A0F7-F03EFFD01192}">
      <dgm:prSet/>
      <dgm:spPr/>
      <dgm:t>
        <a:bodyPr/>
        <a:lstStyle/>
        <a:p>
          <a:endParaRPr lang="en-US"/>
        </a:p>
      </dgm:t>
    </dgm:pt>
    <dgm:pt modelId="{EEC8E1E8-EA42-4F3F-9890-AA823D6C2AD1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6624D926-0530-4FC4-9758-9809A4EF66F1}" type="parTrans" cxnId="{6C867806-4C13-484A-B5AC-6BE94804C679}">
      <dgm:prSet/>
      <dgm:spPr/>
    </dgm:pt>
    <dgm:pt modelId="{D2118400-2C76-411C-8C54-1B3B72B5B11F}" type="sibTrans" cxnId="{6C867806-4C13-484A-B5AC-6BE94804C679}">
      <dgm:prSet/>
      <dgm:spPr/>
    </dgm:pt>
    <dgm:pt modelId="{377D1CFE-C2DC-4031-A295-49879D4B7B90}" type="pres">
      <dgm:prSet presAssocID="{AD19FB91-FF38-4F51-9CC4-9BF86740FBA7}" presName="linearFlow" presStyleCnt="0">
        <dgm:presLayoutVars>
          <dgm:dir/>
          <dgm:resizeHandles val="exact"/>
        </dgm:presLayoutVars>
      </dgm:prSet>
      <dgm:spPr/>
    </dgm:pt>
    <dgm:pt modelId="{612B6715-36D6-4225-A9C8-88114384957C}" type="pres">
      <dgm:prSet presAssocID="{FB3CE60F-1530-4139-89AA-41C51B9D4BC3}" presName="node" presStyleLbl="node1" presStyleIdx="0" presStyleCnt="3">
        <dgm:presLayoutVars>
          <dgm:bulletEnabled val="1"/>
        </dgm:presLayoutVars>
      </dgm:prSet>
      <dgm:spPr/>
    </dgm:pt>
    <dgm:pt modelId="{A68CEBE9-FD8F-4599-AB05-5B2D812A4DC0}" type="pres">
      <dgm:prSet presAssocID="{2FA5E4AD-7E3D-4846-BBB7-F726D53921C5}" presName="spacerL" presStyleCnt="0"/>
      <dgm:spPr/>
    </dgm:pt>
    <dgm:pt modelId="{E0798361-1138-4CE3-A57F-77B8C906621C}" type="pres">
      <dgm:prSet presAssocID="{2FA5E4AD-7E3D-4846-BBB7-F726D53921C5}" presName="sibTrans" presStyleLbl="sibTrans2D1" presStyleIdx="0" presStyleCnt="2"/>
      <dgm:spPr/>
    </dgm:pt>
    <dgm:pt modelId="{F68C097B-31CD-4967-96CE-DA0F65E27077}" type="pres">
      <dgm:prSet presAssocID="{2FA5E4AD-7E3D-4846-BBB7-F726D53921C5}" presName="spacerR" presStyleCnt="0"/>
      <dgm:spPr/>
    </dgm:pt>
    <dgm:pt modelId="{301DF0B9-3619-47AD-B1FC-7837E96CE7DA}" type="pres">
      <dgm:prSet presAssocID="{17E238D9-1A44-4096-AF52-B120E428D139}" presName="node" presStyleLbl="node1" presStyleIdx="1" presStyleCnt="3">
        <dgm:presLayoutVars>
          <dgm:bulletEnabled val="1"/>
        </dgm:presLayoutVars>
      </dgm:prSet>
      <dgm:spPr/>
    </dgm:pt>
    <dgm:pt modelId="{24B8B528-09B9-45B9-A30A-1172728B2B8A}" type="pres">
      <dgm:prSet presAssocID="{C4DB5331-17FB-44A1-A81E-D89C7DAED0C5}" presName="spacerL" presStyleCnt="0"/>
      <dgm:spPr/>
    </dgm:pt>
    <dgm:pt modelId="{4F9A6BB2-2EBB-4BB5-8972-1691CDFB476A}" type="pres">
      <dgm:prSet presAssocID="{C4DB5331-17FB-44A1-A81E-D89C7DAED0C5}" presName="sibTrans" presStyleLbl="sibTrans2D1" presStyleIdx="1" presStyleCnt="2"/>
      <dgm:spPr/>
    </dgm:pt>
    <dgm:pt modelId="{09F461E4-F569-45B5-97A5-2D6698E688E3}" type="pres">
      <dgm:prSet presAssocID="{C4DB5331-17FB-44A1-A81E-D89C7DAED0C5}" presName="spacerR" presStyleCnt="0"/>
      <dgm:spPr/>
    </dgm:pt>
    <dgm:pt modelId="{68D1EC86-F6E3-4E1B-8276-4D8A26531D3E}" type="pres">
      <dgm:prSet presAssocID="{9A5D0EA8-9AAC-4EB6-9C25-E00DCBB7FCAD}" presName="node" presStyleLbl="node1" presStyleIdx="2" presStyleCnt="3">
        <dgm:presLayoutVars>
          <dgm:bulletEnabled val="1"/>
        </dgm:presLayoutVars>
      </dgm:prSet>
      <dgm:spPr/>
    </dgm:pt>
  </dgm:ptLst>
  <dgm:cxnLst>
    <dgm:cxn modelId="{6C867806-4C13-484A-B5AC-6BE94804C679}" srcId="{9A5D0EA8-9AAC-4EB6-9C25-E00DCBB7FCAD}" destId="{EEC8E1E8-EA42-4F3F-9890-AA823D6C2AD1}" srcOrd="0" destOrd="0" parTransId="{6624D926-0530-4FC4-9758-9809A4EF66F1}" sibTransId="{D2118400-2C76-411C-8C54-1B3B72B5B11F}"/>
    <dgm:cxn modelId="{D098D614-1E6B-416A-8AC6-741F2141DE3B}" type="presOf" srcId="{CD9162F8-0DDB-40C4-93E8-EA7F2698BD94}" destId="{301DF0B9-3619-47AD-B1FC-7837E96CE7DA}" srcOrd="0" destOrd="2" presId="urn:microsoft.com/office/officeart/2005/8/layout/equation1"/>
    <dgm:cxn modelId="{88F32862-955C-4AE8-851C-21DEC96D9E49}" srcId="{AD19FB91-FF38-4F51-9CC4-9BF86740FBA7}" destId="{FB3CE60F-1530-4139-89AA-41C51B9D4BC3}" srcOrd="0" destOrd="0" parTransId="{C5DA969F-FA2E-48A7-A815-5A4256E851CF}" sibTransId="{2FA5E4AD-7E3D-4846-BBB7-F726D53921C5}"/>
    <dgm:cxn modelId="{C5587847-8CE8-43ED-BDA6-A71D9B86B69F}" type="presOf" srcId="{9A5D0EA8-9AAC-4EB6-9C25-E00DCBB7FCAD}" destId="{68D1EC86-F6E3-4E1B-8276-4D8A26531D3E}" srcOrd="0" destOrd="0" presId="urn:microsoft.com/office/officeart/2005/8/layout/equation1"/>
    <dgm:cxn modelId="{D2682351-2A78-4F52-A0F7-F03EFFD01192}" srcId="{AD19FB91-FF38-4F51-9CC4-9BF86740FBA7}" destId="{9A5D0EA8-9AAC-4EB6-9C25-E00DCBB7FCAD}" srcOrd="2" destOrd="0" parTransId="{F0520825-27B5-4E0B-A3C8-D37F63DF91B7}" sibTransId="{52624CB2-472B-477B-8B1D-0874DB343F64}"/>
    <dgm:cxn modelId="{63C37858-6E2F-4FD9-B966-48FA7AD8358F}" srcId="{17E238D9-1A44-4096-AF52-B120E428D139}" destId="{CD9162F8-0DDB-40C4-93E8-EA7F2698BD94}" srcOrd="1" destOrd="0" parTransId="{22BC299C-6C1F-4E22-9710-5366EDDED5B7}" sibTransId="{DF2DD978-CF5D-4CA2-B34C-57862F53227C}"/>
    <dgm:cxn modelId="{8B17DC7B-8EE4-46F5-AF0B-808C92ADB7D6}" type="presOf" srcId="{AD19FB91-FF38-4F51-9CC4-9BF86740FBA7}" destId="{377D1CFE-C2DC-4031-A295-49879D4B7B90}" srcOrd="0" destOrd="0" presId="urn:microsoft.com/office/officeart/2005/8/layout/equation1"/>
    <dgm:cxn modelId="{DD9E1A7E-E027-4A7C-B2FF-5D0A5D77993F}" type="presOf" srcId="{A62F018C-5FFE-4A01-BED4-925AD8DBDAFA}" destId="{301DF0B9-3619-47AD-B1FC-7837E96CE7DA}" srcOrd="0" destOrd="1" presId="urn:microsoft.com/office/officeart/2005/8/layout/equation1"/>
    <dgm:cxn modelId="{4278DA81-4EA9-4528-AB52-FEB046A7EACC}" type="presOf" srcId="{C259DF18-2A76-4B92-9E70-2AC5EF17A28B}" destId="{612B6715-36D6-4225-A9C8-88114384957C}" srcOrd="0" destOrd="1" presId="urn:microsoft.com/office/officeart/2005/8/layout/equation1"/>
    <dgm:cxn modelId="{7978DC8B-3856-401B-9F86-5612D1EBE7F1}" type="presOf" srcId="{2FA5E4AD-7E3D-4846-BBB7-F726D53921C5}" destId="{E0798361-1138-4CE3-A57F-77B8C906621C}" srcOrd="0" destOrd="0" presId="urn:microsoft.com/office/officeart/2005/8/layout/equation1"/>
    <dgm:cxn modelId="{7F727895-0748-4DF2-AAA0-1E8A3A509783}" type="presOf" srcId="{EEC8E1E8-EA42-4F3F-9890-AA823D6C2AD1}" destId="{68D1EC86-F6E3-4E1B-8276-4D8A26531D3E}" srcOrd="0" destOrd="1" presId="urn:microsoft.com/office/officeart/2005/8/layout/equation1"/>
    <dgm:cxn modelId="{D40DE298-CD4B-4A2A-99F7-0351BB05D8A9}" srcId="{FB3CE60F-1530-4139-89AA-41C51B9D4BC3}" destId="{27394C0C-F46A-4537-AEEA-D2033C9CD504}" srcOrd="1" destOrd="0" parTransId="{B2A3C243-E685-43F1-997F-4E85017DE016}" sibTransId="{A033C78F-2C33-4D75-9838-3E46B5532905}"/>
    <dgm:cxn modelId="{93957D9C-D791-4413-ACEC-6A7AB0B41694}" type="presOf" srcId="{C4DB5331-17FB-44A1-A81E-D89C7DAED0C5}" destId="{4F9A6BB2-2EBB-4BB5-8972-1691CDFB476A}" srcOrd="0" destOrd="0" presId="urn:microsoft.com/office/officeart/2005/8/layout/equation1"/>
    <dgm:cxn modelId="{D4188D9E-A4A9-41B0-9761-EC2B5F0A08D3}" type="presOf" srcId="{27394C0C-F46A-4537-AEEA-D2033C9CD504}" destId="{612B6715-36D6-4225-A9C8-88114384957C}" srcOrd="0" destOrd="2" presId="urn:microsoft.com/office/officeart/2005/8/layout/equation1"/>
    <dgm:cxn modelId="{6D3794B5-2542-4506-B0D0-5B111A4CF629}" type="presOf" srcId="{FB3CE60F-1530-4139-89AA-41C51B9D4BC3}" destId="{612B6715-36D6-4225-A9C8-88114384957C}" srcOrd="0" destOrd="0" presId="urn:microsoft.com/office/officeart/2005/8/layout/equation1"/>
    <dgm:cxn modelId="{0F7851E3-8B19-4042-8FDC-B704762954DB}" srcId="{17E238D9-1A44-4096-AF52-B120E428D139}" destId="{A62F018C-5FFE-4A01-BED4-925AD8DBDAFA}" srcOrd="0" destOrd="0" parTransId="{C6248D2F-BB1B-41CD-B574-ACFF5FA32F7C}" sibTransId="{8ED93761-D598-4397-BE66-2F2F691EE350}"/>
    <dgm:cxn modelId="{83C987E3-4C6E-4836-8180-6D636D0BB76D}" srcId="{FB3CE60F-1530-4139-89AA-41C51B9D4BC3}" destId="{C259DF18-2A76-4B92-9E70-2AC5EF17A28B}" srcOrd="0" destOrd="0" parTransId="{DAA718F7-7637-445E-8111-43BF27C8C663}" sibTransId="{2AA5E928-5F2C-45D3-B737-C828BB89987A}"/>
    <dgm:cxn modelId="{8887A2EC-8D8F-4CFF-8C24-A9CE27AD326C}" type="presOf" srcId="{17E238D9-1A44-4096-AF52-B120E428D139}" destId="{301DF0B9-3619-47AD-B1FC-7837E96CE7DA}" srcOrd="0" destOrd="0" presId="urn:microsoft.com/office/officeart/2005/8/layout/equation1"/>
    <dgm:cxn modelId="{BB906EEF-A352-440E-AC91-28308833975B}" srcId="{AD19FB91-FF38-4F51-9CC4-9BF86740FBA7}" destId="{17E238D9-1A44-4096-AF52-B120E428D139}" srcOrd="1" destOrd="0" parTransId="{0D103A95-C6BC-46F3-A88A-316E8A869524}" sibTransId="{C4DB5331-17FB-44A1-A81E-D89C7DAED0C5}"/>
    <dgm:cxn modelId="{29F2E3B4-020F-4D5D-9520-8F29CB40E7B4}" type="presParOf" srcId="{377D1CFE-C2DC-4031-A295-49879D4B7B90}" destId="{612B6715-36D6-4225-A9C8-88114384957C}" srcOrd="0" destOrd="0" presId="urn:microsoft.com/office/officeart/2005/8/layout/equation1"/>
    <dgm:cxn modelId="{2864BE38-B0EE-4D2B-AE91-EE15D07C6EDA}" type="presParOf" srcId="{377D1CFE-C2DC-4031-A295-49879D4B7B90}" destId="{A68CEBE9-FD8F-4599-AB05-5B2D812A4DC0}" srcOrd="1" destOrd="0" presId="urn:microsoft.com/office/officeart/2005/8/layout/equation1"/>
    <dgm:cxn modelId="{CF977701-882D-47EE-8B54-879A14CD6CA5}" type="presParOf" srcId="{377D1CFE-C2DC-4031-A295-49879D4B7B90}" destId="{E0798361-1138-4CE3-A57F-77B8C906621C}" srcOrd="2" destOrd="0" presId="urn:microsoft.com/office/officeart/2005/8/layout/equation1"/>
    <dgm:cxn modelId="{BBF6E1F3-3A47-4E8D-AFF2-2B93878681FD}" type="presParOf" srcId="{377D1CFE-C2DC-4031-A295-49879D4B7B90}" destId="{F68C097B-31CD-4967-96CE-DA0F65E27077}" srcOrd="3" destOrd="0" presId="urn:microsoft.com/office/officeart/2005/8/layout/equation1"/>
    <dgm:cxn modelId="{524C28D7-0D2E-45E7-A7B1-715961C92333}" type="presParOf" srcId="{377D1CFE-C2DC-4031-A295-49879D4B7B90}" destId="{301DF0B9-3619-47AD-B1FC-7837E96CE7DA}" srcOrd="4" destOrd="0" presId="urn:microsoft.com/office/officeart/2005/8/layout/equation1"/>
    <dgm:cxn modelId="{40128DC6-0155-4892-A776-6205FE87D544}" type="presParOf" srcId="{377D1CFE-C2DC-4031-A295-49879D4B7B90}" destId="{24B8B528-09B9-45B9-A30A-1172728B2B8A}" srcOrd="5" destOrd="0" presId="urn:microsoft.com/office/officeart/2005/8/layout/equation1"/>
    <dgm:cxn modelId="{8AB157F3-45D4-4D94-AAAE-0AABFD230F28}" type="presParOf" srcId="{377D1CFE-C2DC-4031-A295-49879D4B7B90}" destId="{4F9A6BB2-2EBB-4BB5-8972-1691CDFB476A}" srcOrd="6" destOrd="0" presId="urn:microsoft.com/office/officeart/2005/8/layout/equation1"/>
    <dgm:cxn modelId="{4EBDE7FB-374F-4A72-9F94-C2C91C094143}" type="presParOf" srcId="{377D1CFE-C2DC-4031-A295-49879D4B7B90}" destId="{09F461E4-F569-45B5-97A5-2D6698E688E3}" srcOrd="7" destOrd="0" presId="urn:microsoft.com/office/officeart/2005/8/layout/equation1"/>
    <dgm:cxn modelId="{9F214F0E-E088-4BCC-9F0D-4C90E47A3FFD}" type="presParOf" srcId="{377D1CFE-C2DC-4031-A295-49879D4B7B90}" destId="{68D1EC86-F6E3-4E1B-8276-4D8A26531D3E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B6715-36D6-4225-A9C8-88114384957C}">
      <dsp:nvSpPr>
        <dsp:cNvPr id="0" name=""/>
        <dsp:cNvSpPr/>
      </dsp:nvSpPr>
      <dsp:spPr>
        <a:xfrm>
          <a:off x="1388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A Root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Branch A Child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Branch A Grandchild with long text</a:t>
          </a:r>
        </a:p>
      </dsp:txBody>
      <dsp:txXfrm>
        <a:off x="270856" y="1889446"/>
        <a:ext cx="1301106" cy="1301106"/>
      </dsp:txXfrm>
    </dsp:sp>
    <dsp:sp modelId="{E0798361-1138-4CE3-A57F-77B8C906621C}">
      <dsp:nvSpPr>
        <dsp:cNvPr id="0" name=""/>
        <dsp:cNvSpPr/>
      </dsp:nvSpPr>
      <dsp:spPr>
        <a:xfrm>
          <a:off x="1990842" y="2006387"/>
          <a:ext cx="1067224" cy="1067224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132303" y="2414493"/>
        <a:ext cx="784302" cy="251012"/>
      </dsp:txXfrm>
    </dsp:sp>
    <dsp:sp modelId="{301DF0B9-3619-47AD-B1FC-7837E96CE7DA}">
      <dsp:nvSpPr>
        <dsp:cNvPr id="0" name=""/>
        <dsp:cNvSpPr/>
      </dsp:nvSpPr>
      <dsp:spPr>
        <a:xfrm>
          <a:off x="3207478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B Root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Branch B Child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Branch B Grandchild</a:t>
          </a:r>
        </a:p>
      </dsp:txBody>
      <dsp:txXfrm>
        <a:off x="3476946" y="1889446"/>
        <a:ext cx="1301106" cy="1301106"/>
      </dsp:txXfrm>
    </dsp:sp>
    <dsp:sp modelId="{4F9A6BB2-2EBB-4BB5-8972-1691CDFB476A}">
      <dsp:nvSpPr>
        <dsp:cNvPr id="0" name=""/>
        <dsp:cNvSpPr/>
      </dsp:nvSpPr>
      <dsp:spPr>
        <a:xfrm>
          <a:off x="5196932" y="2006387"/>
          <a:ext cx="1067224" cy="1067224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338393" y="2226235"/>
        <a:ext cx="784302" cy="627528"/>
      </dsp:txXfrm>
    </dsp:sp>
    <dsp:sp modelId="{68D1EC86-F6E3-4E1B-8276-4D8A26531D3E}">
      <dsp:nvSpPr>
        <dsp:cNvPr id="0" name=""/>
        <dsp:cNvSpPr/>
      </dsp:nvSpPr>
      <dsp:spPr>
        <a:xfrm>
          <a:off x="6413569" y="1619978"/>
          <a:ext cx="1840042" cy="184004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Branch C Root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Branch C Child</a:t>
          </a:r>
        </a:p>
      </dsp:txBody>
      <dsp:txXfrm>
        <a:off x="6683037" y="1889446"/>
        <a:ext cx="1301106" cy="13011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C8EE-CAD7-5EE5-B334-F07921C81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9F080-96C0-8C21-2D80-4984C9157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302E7-C1D5-F649-9F48-B412F9D1F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E4F1D-7E0F-5BF9-9A97-C3E09F25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D5022-DA8E-6A3C-0A02-E1615852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929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E3F8-833F-0E9C-048B-303D7495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3844-F661-73F0-E8A6-C3819967C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735DE-DD05-EE1A-B1B5-18CAAB49D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D0B3F-A723-F5B1-7BD3-564B5394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DE148-255F-A018-13B0-BACB776B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B7A7-35E5-12FB-7985-675A5815F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B32F2-0EBE-EE72-47E5-3DE6324E7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19018-4B33-4225-ECD8-E99729158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8E66E-F7D3-641B-1947-8CEA8878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0AF41-5D68-6DA7-4E94-F1FF54A4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6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E9949-0675-CA43-8953-43DF3642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4F607-6A87-9C54-D921-4C77E9AB4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99202-168F-2BF2-7C5B-2F063B4C0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385C8-485B-FFFE-5537-7346FB03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3DDC7-5624-6923-07F0-0FFCC7B3E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3D91C-B59B-3016-2777-A8529EA36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35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7CDF-6E6A-6A6D-5DDD-8FAD77F4A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4A511-CAE9-5BFA-D035-F387C380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B65A2-6DB9-EFC8-BA6D-A97A82D2C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05F337-3EEE-1C80-1AC7-59883DB86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F779C-6BB4-835C-0726-173D26991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31578B-DECC-8D53-6B6C-D792AEAF2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0D5D8-8E75-579F-4F57-42B6C8106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C8BE0-CE89-BD97-AE92-13AAFCD22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5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B69D-C6C2-4FB4-BF54-460A07BB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09C0D-8DB8-E44D-3A20-861BCAE63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6110E-5450-274B-AD4F-5D043EBD1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9A9FA-AFD5-5805-A28E-950001B0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94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978F9-918C-8F9D-8C33-F62C371FF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C0FEE-06E0-CE5C-184F-FEB57285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11AC6-A13A-DAF6-4F54-167F453F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612D-E2A3-612D-3432-40725BAC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22C30-8414-C812-4F6C-D052C4FCF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44466-E6A7-7025-18CF-D96D1036B2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930FF-83C5-A280-4C15-EE29A9E7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EDDAA-B523-3223-CD81-42073939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65954-6969-3EDD-DF72-1E98E359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3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C2714-7C37-FCEB-85A0-5178A3CE6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957CB-7D93-9341-AD0D-985002C48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CF39A-C37E-96B7-ACA5-855055E58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8E010-15D4-48CB-52A1-E165662FC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3DE06-EDBE-D79F-81AA-85140171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C38C9-FE10-EDE2-AB05-25BC7365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04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2C796-1B1F-A681-AF75-63584DCF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924B8-D7AE-1C13-F537-C6E46E31A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8F1D0-72F3-98B3-41BB-6090E53E6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E38F9-2C0D-78D5-9D49-B38D54EF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9AAA-DD81-F286-A354-931FDE6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46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1BAA6-4593-34DB-B067-E3F8C6888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C3A58-C0A7-C787-F2C4-B8BFBCC39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32C7C-1D18-E3EA-065E-164332D58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8C15E-A191-4438-63AE-5371491A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32023-0052-A31B-6207-93BE6861F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5C87C-094E-B213-6241-F53E3B0A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66E72-8D25-8384-F1F5-9F76F639F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084C3-D948-E145-9477-E1CFD2A8D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A9B0B-E114-4233-9248-4767A911EE8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BD3FA-F84E-DA82-F2C9-AAE8AC4718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667B8-C428-31B2-8B3B-122F1DE91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8A4FB7-4B89-442C-8E9C-B7D39A0690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6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550C35D-2EF6-B7F5-46FE-AC74866F4A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266142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743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2026-09-06T08:13:52Z</dcterms:created>
  <dcterms:modified xsi:type="dcterms:W3CDTF">2026-09-06T08:13:53Z</dcterms:modified>
</cp:coreProperties>
</file>