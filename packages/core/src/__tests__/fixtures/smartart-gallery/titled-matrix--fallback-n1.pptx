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C7883D-7076-402C-9312-C28EF138B229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30077D-D629-401F-A421-692C1FB29151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89D3F473-70A4-410B-BD80-B05C0C07A15B}" type="parTrans" cxnId="{79C64BF4-87DC-4C06-BB1A-A4A4B29B7578}">
      <dgm:prSet/>
      <dgm:spPr/>
    </dgm:pt>
    <dgm:pt modelId="{08924F80-96F7-4ABB-B9EE-A571006BA068}" type="sibTrans" cxnId="{79C64BF4-87DC-4C06-BB1A-A4A4B29B7578}">
      <dgm:prSet/>
      <dgm:spPr/>
    </dgm:pt>
    <dgm:pt modelId="{6AF7784F-E584-4B91-9B2D-413AE01923A6}" type="pres">
      <dgm:prSet presAssocID="{43C7883D-7076-402C-9312-C28EF138B229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C0F825E-D09D-463F-BEFC-50439ECB1424}" type="pres">
      <dgm:prSet presAssocID="{43C7883D-7076-402C-9312-C28EF138B229}" presName="matrix" presStyleCnt="0"/>
      <dgm:spPr/>
    </dgm:pt>
    <dgm:pt modelId="{F9166B34-2202-4B02-A834-103A7BC8D652}" type="pres">
      <dgm:prSet presAssocID="{43C7883D-7076-402C-9312-C28EF138B229}" presName="tile1" presStyleLbl="node1" presStyleIdx="0" presStyleCnt="4"/>
      <dgm:spPr/>
    </dgm:pt>
    <dgm:pt modelId="{3ABCF0B9-371F-4548-AC8D-E4C1F02E755E}" type="pres">
      <dgm:prSet presAssocID="{43C7883D-7076-402C-9312-C28EF138B229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A5BBF83-A540-42A8-B6FE-E18AD2990330}" type="pres">
      <dgm:prSet presAssocID="{43C7883D-7076-402C-9312-C28EF138B229}" presName="tile2" presStyleLbl="node1" presStyleIdx="1" presStyleCnt="4"/>
      <dgm:spPr/>
    </dgm:pt>
    <dgm:pt modelId="{13CD056C-B86D-4F0A-9CEE-D7ACE496F8D8}" type="pres">
      <dgm:prSet presAssocID="{43C7883D-7076-402C-9312-C28EF138B229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929C0FA-96B5-48E9-8694-498CCE25672C}" type="pres">
      <dgm:prSet presAssocID="{43C7883D-7076-402C-9312-C28EF138B229}" presName="tile3" presStyleLbl="node1" presStyleIdx="2" presStyleCnt="4"/>
      <dgm:spPr/>
    </dgm:pt>
    <dgm:pt modelId="{80FCB004-F7EF-4BBA-A976-5AA8F5EAD66F}" type="pres">
      <dgm:prSet presAssocID="{43C7883D-7076-402C-9312-C28EF138B229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D9F0025-A941-4E48-9B9E-E6C84AD6D6A9}" type="pres">
      <dgm:prSet presAssocID="{43C7883D-7076-402C-9312-C28EF138B229}" presName="tile4" presStyleLbl="node1" presStyleIdx="3" presStyleCnt="4"/>
      <dgm:spPr/>
    </dgm:pt>
    <dgm:pt modelId="{D6AC4ACB-5760-4F4D-8CC8-3B95FA05DC11}" type="pres">
      <dgm:prSet presAssocID="{43C7883D-7076-402C-9312-C28EF138B229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D42E7AAF-BC6B-422D-8624-B0E18ECF5C0D}" type="pres">
      <dgm:prSet presAssocID="{43C7883D-7076-402C-9312-C28EF138B229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FA408342-DE06-4564-9100-6BEB1E43DA52}" type="presOf" srcId="{7C30077D-D629-401F-A421-692C1FB29151}" destId="{D42E7AAF-BC6B-422D-8624-B0E18ECF5C0D}" srcOrd="0" destOrd="0" presId="urn:microsoft.com/office/officeart/2005/8/layout/matrix1"/>
    <dgm:cxn modelId="{C0D6C9C7-6D47-4230-87E7-549A7D27F4D8}" type="presOf" srcId="{43C7883D-7076-402C-9312-C28EF138B229}" destId="{6AF7784F-E584-4B91-9B2D-413AE01923A6}" srcOrd="0" destOrd="0" presId="urn:microsoft.com/office/officeart/2005/8/layout/matrix1"/>
    <dgm:cxn modelId="{79C64BF4-87DC-4C06-BB1A-A4A4B29B7578}" srcId="{43C7883D-7076-402C-9312-C28EF138B229}" destId="{7C30077D-D629-401F-A421-692C1FB29151}" srcOrd="0" destOrd="0" parTransId="{89D3F473-70A4-410B-BD80-B05C0C07A15B}" sibTransId="{08924F80-96F7-4ABB-B9EE-A571006BA068}"/>
    <dgm:cxn modelId="{397C57BF-0AEB-499A-95FB-F0C90292845C}" type="presParOf" srcId="{6AF7784F-E584-4B91-9B2D-413AE01923A6}" destId="{7C0F825E-D09D-463F-BEFC-50439ECB1424}" srcOrd="0" destOrd="0" presId="urn:microsoft.com/office/officeart/2005/8/layout/matrix1"/>
    <dgm:cxn modelId="{CD17B182-4CD0-4F8D-B892-BAF583A2CD7B}" type="presParOf" srcId="{7C0F825E-D09D-463F-BEFC-50439ECB1424}" destId="{F9166B34-2202-4B02-A834-103A7BC8D652}" srcOrd="0" destOrd="0" presId="urn:microsoft.com/office/officeart/2005/8/layout/matrix1"/>
    <dgm:cxn modelId="{48D1C380-FE50-49A1-B778-348EE2835B35}" type="presParOf" srcId="{7C0F825E-D09D-463F-BEFC-50439ECB1424}" destId="{3ABCF0B9-371F-4548-AC8D-E4C1F02E755E}" srcOrd="1" destOrd="0" presId="urn:microsoft.com/office/officeart/2005/8/layout/matrix1"/>
    <dgm:cxn modelId="{0F46ED6B-8569-4573-953B-916CB40AFEDC}" type="presParOf" srcId="{7C0F825E-D09D-463F-BEFC-50439ECB1424}" destId="{9A5BBF83-A540-42A8-B6FE-E18AD2990330}" srcOrd="2" destOrd="0" presId="urn:microsoft.com/office/officeart/2005/8/layout/matrix1"/>
    <dgm:cxn modelId="{7AD7137E-C102-4DCB-9812-17B9CADE49E8}" type="presParOf" srcId="{7C0F825E-D09D-463F-BEFC-50439ECB1424}" destId="{13CD056C-B86D-4F0A-9CEE-D7ACE496F8D8}" srcOrd="3" destOrd="0" presId="urn:microsoft.com/office/officeart/2005/8/layout/matrix1"/>
    <dgm:cxn modelId="{D4185A9C-10AB-4B18-BBE0-ECEB9B9A0417}" type="presParOf" srcId="{7C0F825E-D09D-463F-BEFC-50439ECB1424}" destId="{5929C0FA-96B5-48E9-8694-498CCE25672C}" srcOrd="4" destOrd="0" presId="urn:microsoft.com/office/officeart/2005/8/layout/matrix1"/>
    <dgm:cxn modelId="{2C8E489C-ACCE-41A4-B3D9-34C997E71F7D}" type="presParOf" srcId="{7C0F825E-D09D-463F-BEFC-50439ECB1424}" destId="{80FCB004-F7EF-4BBA-A976-5AA8F5EAD66F}" srcOrd="5" destOrd="0" presId="urn:microsoft.com/office/officeart/2005/8/layout/matrix1"/>
    <dgm:cxn modelId="{D2BA4F7E-9DD9-4D97-B313-3CF802FB0A71}" type="presParOf" srcId="{7C0F825E-D09D-463F-BEFC-50439ECB1424}" destId="{9D9F0025-A941-4E48-9B9E-E6C84AD6D6A9}" srcOrd="6" destOrd="0" presId="urn:microsoft.com/office/officeart/2005/8/layout/matrix1"/>
    <dgm:cxn modelId="{3562AEBE-C40A-464B-8F83-BFAC85DE7ADA}" type="presParOf" srcId="{7C0F825E-D09D-463F-BEFC-50439ECB1424}" destId="{D6AC4ACB-5760-4F4D-8CC8-3B95FA05DC11}" srcOrd="7" destOrd="0" presId="urn:microsoft.com/office/officeart/2005/8/layout/matrix1"/>
    <dgm:cxn modelId="{BE82FFFA-3FA5-479C-8464-B5ED3C9A6CE2}" type="presParOf" srcId="{6AF7784F-E584-4B91-9B2D-413AE01923A6}" destId="{D42E7AAF-BC6B-422D-8624-B0E18ECF5C0D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166B34-2202-4B02-A834-103A7BC8D652}">
      <dsp:nvSpPr>
        <dsp:cNvPr id="0" name=""/>
        <dsp:cNvSpPr/>
      </dsp:nvSpPr>
      <dsp:spPr>
        <a:xfrm rot="16200000">
          <a:off x="793749" y="-793749"/>
          <a:ext cx="2540000" cy="41275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BBF83-A540-42A8-B6FE-E18AD2990330}">
      <dsp:nvSpPr>
        <dsp:cNvPr id="0" name=""/>
        <dsp:cNvSpPr/>
      </dsp:nvSpPr>
      <dsp:spPr>
        <a:xfrm>
          <a:off x="4127500" y="0"/>
          <a:ext cx="4127500" cy="2540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9C0FA-96B5-48E9-8694-498CCE25672C}">
      <dsp:nvSpPr>
        <dsp:cNvPr id="0" name=""/>
        <dsp:cNvSpPr/>
      </dsp:nvSpPr>
      <dsp:spPr>
        <a:xfrm rot="10800000">
          <a:off x="0" y="2540000"/>
          <a:ext cx="4127500" cy="2540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9F0025-A941-4E48-9B9E-E6C84AD6D6A9}">
      <dsp:nvSpPr>
        <dsp:cNvPr id="0" name=""/>
        <dsp:cNvSpPr/>
      </dsp:nvSpPr>
      <dsp:spPr>
        <a:xfrm rot="5400000">
          <a:off x="4921250" y="1746250"/>
          <a:ext cx="2540000" cy="41275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2E7AAF-BC6B-422D-8624-B0E18ECF5C0D}">
      <dsp:nvSpPr>
        <dsp:cNvPr id="0" name=""/>
        <dsp:cNvSpPr/>
      </dsp:nvSpPr>
      <dsp:spPr>
        <a:xfrm>
          <a:off x="2889249" y="1905000"/>
          <a:ext cx="2476500" cy="1270000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Alpha</a:t>
          </a:r>
        </a:p>
      </dsp:txBody>
      <dsp:txXfrm>
        <a:off x="2951245" y="1966996"/>
        <a:ext cx="2352508" cy="11460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D8BAE-DB82-A926-7FED-1599B64B5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D3158-4099-F935-E16B-F93E93146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911A4-E45D-68C5-C81C-C9FF7E5EB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ADDE-BBB2-44F1-9855-30CC1B01E8D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5EF5D-7BC1-9A0F-FEA7-EA3FABFF0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C24F-663A-012A-7FFB-68D73A1BC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DF3DD-C04C-409D-A949-E482C0C96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0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54BE-E82E-D8FD-D314-9BFB85C9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ED150-9B94-D392-9B7C-78040FE56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BF1EB-6321-7809-3791-90B7238BC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ADDE-BBB2-44F1-9855-30CC1B01E8D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101B9-1AB2-CDE8-D283-B0BA13125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416A4-D02B-3727-B52E-FBDB233D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DF3DD-C04C-409D-A949-E482C0C96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0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43CA-AD8E-14FE-A47C-B5AEDC268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8E98A-08E2-B03D-6C6A-12761A874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67240-348D-E389-8052-A2A9120B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ADDE-BBB2-44F1-9855-30CC1B01E8D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57BF4-C21C-2408-A58A-4AD696CBA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52061-BE81-EE05-8C66-03121595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DF3DD-C04C-409D-A949-E482C0C96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68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7DF7-B62D-3D9D-CE19-1A131771F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D10D3-2F5D-E649-EC6F-3C5D926981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2F2E7-CE3C-9ED8-2709-50B919DA4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A1B2F-F0D8-6D53-E40F-2779715DE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ADDE-BBB2-44F1-9855-30CC1B01E8D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4E344-7137-5280-7522-65FFFC29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F2322-1C97-A484-C054-5D63EFE8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DF3DD-C04C-409D-A949-E482C0C96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38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0E3C3-C364-4162-3D56-DD5168DF5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4D41A-B04C-75A1-C022-A9582256E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946C4-1C31-7801-D0E1-295FA44BE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FB3664-EC95-7B1E-7B9D-6034E7959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D75B7-E119-48C9-4DE3-35D7E7AB6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3DC2FC-C738-A8E1-5653-1B4751CA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ADDE-BBB2-44F1-9855-30CC1B01E8D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259E8B-4B93-BA14-2FA9-0708C459E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556D35-570F-1938-65DE-F49D447B5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DF3DD-C04C-409D-A949-E482C0C96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29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7471-8151-D6A4-9E79-CF2BA4E3E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D38B6-BB77-C6F0-00C1-D4A58FF51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ADDE-BBB2-44F1-9855-30CC1B01E8D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9D18F-CDDD-A8E3-B28E-CC15790BD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14880-5496-08A3-0766-AEEF753B5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DF3DD-C04C-409D-A949-E482C0C96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04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6CFBF4-4386-1465-A94A-BAF2C689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ADDE-BBB2-44F1-9855-30CC1B01E8D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EA4CA-4CDE-940E-6072-5CD6D6249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3CCA3-69E6-B1CA-CE70-EF42A90A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DF3DD-C04C-409D-A949-E482C0C96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7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8F3B4-2ECA-17FE-8836-7B1E1EAB1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2576F-93F6-061B-BB1E-AABAAB295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3A731-267C-D041-55E7-C06923B70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289CB-28F5-55E0-911E-64A5DA547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ADDE-BBB2-44F1-9855-30CC1B01E8D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80370-2F04-381E-EB3C-DE2CFBF08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54C61-378E-B732-D5C3-45ED68C8D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DF3DD-C04C-409D-A949-E482C0C96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9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736B-2CC4-02DC-E545-5CDB07EF8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5EABA7-B7D5-5164-9310-7CFCE2CECF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D62F6-9159-8FFF-8186-96C859583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DFB22-2F34-661B-C52E-8A6A8BC9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ADDE-BBB2-44F1-9855-30CC1B01E8D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EBD56-0D08-47BB-A77A-972C7059E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7A5A1-931A-57DB-3C4B-B6D50FF3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DF3DD-C04C-409D-A949-E482C0C96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72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18C20-064C-C99B-83EE-3106CEC6C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FFACB9-00E5-6CF9-D30F-E0C6D7753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73EF8-39A1-D300-DFFB-A4F405CFF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ADDE-BBB2-44F1-9855-30CC1B01E8D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1C62D-4C54-CA04-8F6A-0143F47D5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FCD6-BCCE-E3B1-922E-25F128807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DF3DD-C04C-409D-A949-E482C0C96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44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55F9E6-CBC5-A5F0-39BE-770EE0C48C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7CB12-F089-88B0-DC0B-EB3689D91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1F230-8D15-CE1C-6152-58EB734E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6ADDE-BBB2-44F1-9855-30CC1B01E8D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A227A-A6BC-95B4-655C-62CA01B33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0F8A4-A88D-698F-191D-68C86C954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DF3DD-C04C-409D-A949-E482C0C96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8FD87E-0E70-729A-F1FC-B5CBD8DB5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DFEDE-ECBA-A213-5E00-66C0AB323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3418E-4219-3B77-A9D9-C3BFFC883E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6ADDE-BBB2-44F1-9855-30CC1B01E8D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756F0-D0CB-0DB7-CB5A-B8658197E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67EFC-2DD3-1ED0-CC42-3DC07AD84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0DF3DD-C04C-409D-A949-E482C0C96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4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FBDFD99-8617-5C7C-0F43-70D10D13A3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415600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021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2026-09-06T08:14:51Z</dcterms:created>
  <dcterms:modified xsi:type="dcterms:W3CDTF">2026-09-06T08:14:51Z</dcterms:modified>
</cp:coreProperties>
</file>