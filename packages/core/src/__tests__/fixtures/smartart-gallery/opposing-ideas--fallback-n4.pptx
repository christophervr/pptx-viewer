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40721F-9FCF-45BA-9277-90BCE92A33B1}" type="doc">
      <dgm:prSet loTypeId="urn:microsoft.com/office/officeart/2009/3/layout/OpposingIdeas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6537B3-A794-4950-8678-068DF7408E1A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C45A2E12-9E6D-42D1-9D0B-5DC682E004DC}" type="parTrans" cxnId="{AB8996B8-F673-4E76-BB04-6CB00DB3E0C2}">
      <dgm:prSet/>
      <dgm:spPr/>
    </dgm:pt>
    <dgm:pt modelId="{A2ACD7FD-8AB4-4A32-8E0A-97CECB76DE00}" type="sibTrans" cxnId="{AB8996B8-F673-4E76-BB04-6CB00DB3E0C2}">
      <dgm:prSet/>
      <dgm:spPr/>
    </dgm:pt>
    <dgm:pt modelId="{511F2BE2-AC42-4EC7-B6B7-80B4B820E20E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6D8C3EE3-6AF8-4590-91B2-9921FD68C016}" type="parTrans" cxnId="{1D591750-B050-4A74-8B21-577AC29F5E25}">
      <dgm:prSet/>
      <dgm:spPr/>
    </dgm:pt>
    <dgm:pt modelId="{439CE9D1-7C95-4C25-A662-B003D38E185A}" type="sibTrans" cxnId="{1D591750-B050-4A74-8B21-577AC29F5E25}">
      <dgm:prSet/>
      <dgm:spPr/>
    </dgm:pt>
    <dgm:pt modelId="{D676C745-9277-44C9-A4F3-3D04AC4A635C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442AB241-CFF7-4645-A6DD-2E2D19B54177}" type="parTrans" cxnId="{4C3C2A4D-AC3D-43B1-8FBA-DC280CD34474}">
      <dgm:prSet/>
      <dgm:spPr/>
    </dgm:pt>
    <dgm:pt modelId="{2F72A042-96DC-499C-B858-254674F95E36}" type="sibTrans" cxnId="{4C3C2A4D-AC3D-43B1-8FBA-DC280CD34474}">
      <dgm:prSet/>
      <dgm:spPr/>
    </dgm:pt>
    <dgm:pt modelId="{03ED02C7-677D-4CB2-8C24-AE8A4D357E0B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FAEF62B1-1470-4169-95E8-6BEBD322C9EF}" type="parTrans" cxnId="{3996CE70-4EDC-4AB9-9848-6DAAB9B35EC0}">
      <dgm:prSet/>
      <dgm:spPr/>
    </dgm:pt>
    <dgm:pt modelId="{AC86AE01-E06D-404D-BFBA-E4FFD8C7C9EC}" type="sibTrans" cxnId="{3996CE70-4EDC-4AB9-9848-6DAAB9B35EC0}">
      <dgm:prSet/>
      <dgm:spPr/>
    </dgm:pt>
    <dgm:pt modelId="{56825BAF-1A1D-4332-92F7-19AD317B7FA5}" type="pres">
      <dgm:prSet presAssocID="{8B40721F-9FCF-45BA-9277-90BCE92A33B1}" presName="Name0" presStyleCnt="0">
        <dgm:presLayoutVars>
          <dgm:chMax val="2"/>
          <dgm:dir/>
          <dgm:animOne val="branch"/>
          <dgm:animLvl val="lvl"/>
          <dgm:resizeHandles val="exact"/>
        </dgm:presLayoutVars>
      </dgm:prSet>
      <dgm:spPr/>
    </dgm:pt>
    <dgm:pt modelId="{F1B42CA2-8533-430E-A7F6-6F16B2251113}" type="pres">
      <dgm:prSet presAssocID="{8B40721F-9FCF-45BA-9277-90BCE92A33B1}" presName="Background" presStyleLbl="node1" presStyleIdx="0" presStyleCnt="1"/>
      <dgm:spPr/>
    </dgm:pt>
    <dgm:pt modelId="{5228FCB5-0971-4DE0-8D43-3B052B9DE930}" type="pres">
      <dgm:prSet presAssocID="{8B40721F-9FCF-45BA-9277-90BCE92A33B1}" presName="Divider" presStyleLbl="callout" presStyleIdx="0" presStyleCnt="1"/>
      <dgm:spPr/>
    </dgm:pt>
    <dgm:pt modelId="{DDCFAB7C-E7B3-4CCD-A8E6-3C86B4AEFA63}" type="pres">
      <dgm:prSet presAssocID="{8B40721F-9FCF-45BA-9277-90BCE92A33B1}" presName="ChildText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28DC81C-50D4-4696-8AC2-167E916BAA78}" type="pres">
      <dgm:prSet presAssocID="{8B40721F-9FCF-45BA-9277-90BCE92A33B1}" presName="ChildText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6D87FCB-B76E-4CC3-9504-1AAD01CD0EEB}" type="pres">
      <dgm:prSet presAssocID="{8B40721F-9FCF-45BA-9277-90BCE92A33B1}" presName="ParentText1" presStyleLbl="revTx" presStyleIdx="0" presStyleCnt="0">
        <dgm:presLayoutVars>
          <dgm:chMax val="1"/>
          <dgm:chPref val="1"/>
        </dgm:presLayoutVars>
      </dgm:prSet>
      <dgm:spPr/>
    </dgm:pt>
    <dgm:pt modelId="{D01988BE-A0C9-4270-A55A-2BC4FB067127}" type="pres">
      <dgm:prSet presAssocID="{8B40721F-9FCF-45BA-9277-90BCE92A33B1}" presName="ParentShape1" presStyleLbl="alignImgPlace1" presStyleIdx="0" presStyleCnt="2">
        <dgm:presLayoutVars/>
      </dgm:prSet>
      <dgm:spPr/>
    </dgm:pt>
    <dgm:pt modelId="{2A3769CA-B490-46B2-B32E-A8E17DFD8DC8}" type="pres">
      <dgm:prSet presAssocID="{8B40721F-9FCF-45BA-9277-90BCE92A33B1}" presName="ParentText2" presStyleLbl="revTx" presStyleIdx="0" presStyleCnt="0">
        <dgm:presLayoutVars>
          <dgm:chMax val="1"/>
          <dgm:chPref val="1"/>
        </dgm:presLayoutVars>
      </dgm:prSet>
      <dgm:spPr/>
    </dgm:pt>
    <dgm:pt modelId="{232C14BF-3786-4C96-854A-1201A722187F}" type="pres">
      <dgm:prSet presAssocID="{8B40721F-9FCF-45BA-9277-90BCE92A33B1}" presName="ParentShape2" presStyleLbl="alignImgPlace1" presStyleIdx="1" presStyleCnt="2">
        <dgm:presLayoutVars/>
      </dgm:prSet>
      <dgm:spPr/>
    </dgm:pt>
  </dgm:ptLst>
  <dgm:cxnLst>
    <dgm:cxn modelId="{63F1CD1A-D2D0-4390-9350-F6E28D88E105}" type="presOf" srcId="{03ED02C7-677D-4CB2-8C24-AE8A4D357E0B}" destId="{428DC81C-50D4-4696-8AC2-167E916BAA78}" srcOrd="0" destOrd="0" presId="urn:microsoft.com/office/officeart/2009/3/layout/OpposingIdeas"/>
    <dgm:cxn modelId="{1772E526-4639-4B80-BE24-A282D40A517F}" type="presOf" srcId="{511F2BE2-AC42-4EC7-B6B7-80B4B820E20E}" destId="{232C14BF-3786-4C96-854A-1201A722187F}" srcOrd="1" destOrd="0" presId="urn:microsoft.com/office/officeart/2009/3/layout/OpposingIdeas"/>
    <dgm:cxn modelId="{8E518833-F240-47E2-A8E6-44CEB4EBA71A}" type="presOf" srcId="{8B40721F-9FCF-45BA-9277-90BCE92A33B1}" destId="{56825BAF-1A1D-4332-92F7-19AD317B7FA5}" srcOrd="0" destOrd="0" presId="urn:microsoft.com/office/officeart/2009/3/layout/OpposingIdeas"/>
    <dgm:cxn modelId="{8EABE15C-6E09-496D-B3B4-9D064AC7B57F}" type="presOf" srcId="{D676C745-9277-44C9-A4F3-3D04AC4A635C}" destId="{DDCFAB7C-E7B3-4CCD-A8E6-3C86B4AEFA63}" srcOrd="0" destOrd="0" presId="urn:microsoft.com/office/officeart/2009/3/layout/OpposingIdeas"/>
    <dgm:cxn modelId="{F1EB1244-14A2-42D9-B7E2-D27422D58E35}" type="presOf" srcId="{0D6537B3-A794-4950-8678-068DF7408E1A}" destId="{36D87FCB-B76E-4CC3-9504-1AAD01CD0EEB}" srcOrd="0" destOrd="0" presId="urn:microsoft.com/office/officeart/2009/3/layout/OpposingIdeas"/>
    <dgm:cxn modelId="{4C3C2A4D-AC3D-43B1-8FBA-DC280CD34474}" srcId="{0D6537B3-A794-4950-8678-068DF7408E1A}" destId="{D676C745-9277-44C9-A4F3-3D04AC4A635C}" srcOrd="0" destOrd="0" parTransId="{442AB241-CFF7-4645-A6DD-2E2D19B54177}" sibTransId="{2F72A042-96DC-499C-B858-254674F95E36}"/>
    <dgm:cxn modelId="{1D591750-B050-4A74-8B21-577AC29F5E25}" srcId="{8B40721F-9FCF-45BA-9277-90BCE92A33B1}" destId="{511F2BE2-AC42-4EC7-B6B7-80B4B820E20E}" srcOrd="1" destOrd="0" parTransId="{6D8C3EE3-6AF8-4590-91B2-9921FD68C016}" sibTransId="{439CE9D1-7C95-4C25-A662-B003D38E185A}"/>
    <dgm:cxn modelId="{3996CE70-4EDC-4AB9-9848-6DAAB9B35EC0}" srcId="{511F2BE2-AC42-4EC7-B6B7-80B4B820E20E}" destId="{03ED02C7-677D-4CB2-8C24-AE8A4D357E0B}" srcOrd="0" destOrd="0" parTransId="{FAEF62B1-1470-4169-95E8-6BEBD322C9EF}" sibTransId="{AC86AE01-E06D-404D-BFBA-E4FFD8C7C9EC}"/>
    <dgm:cxn modelId="{EF5E0692-1E76-4429-8BDA-09CFC0E67F34}" type="presOf" srcId="{511F2BE2-AC42-4EC7-B6B7-80B4B820E20E}" destId="{2A3769CA-B490-46B2-B32E-A8E17DFD8DC8}" srcOrd="0" destOrd="0" presId="urn:microsoft.com/office/officeart/2009/3/layout/OpposingIdeas"/>
    <dgm:cxn modelId="{AB8996B8-F673-4E76-BB04-6CB00DB3E0C2}" srcId="{8B40721F-9FCF-45BA-9277-90BCE92A33B1}" destId="{0D6537B3-A794-4950-8678-068DF7408E1A}" srcOrd="0" destOrd="0" parTransId="{C45A2E12-9E6D-42D1-9D0B-5DC682E004DC}" sibTransId="{A2ACD7FD-8AB4-4A32-8E0A-97CECB76DE00}"/>
    <dgm:cxn modelId="{E11383C8-A1F6-40A6-AC4B-AED2285381E6}" type="presOf" srcId="{0D6537B3-A794-4950-8678-068DF7408E1A}" destId="{D01988BE-A0C9-4270-A55A-2BC4FB067127}" srcOrd="1" destOrd="0" presId="urn:microsoft.com/office/officeart/2009/3/layout/OpposingIdeas"/>
    <dgm:cxn modelId="{DB883E08-5F27-4251-A5C4-BE4A1E2A695A}" type="presParOf" srcId="{56825BAF-1A1D-4332-92F7-19AD317B7FA5}" destId="{F1B42CA2-8533-430E-A7F6-6F16B2251113}" srcOrd="0" destOrd="0" presId="urn:microsoft.com/office/officeart/2009/3/layout/OpposingIdeas"/>
    <dgm:cxn modelId="{B526640A-CA52-4C81-BFE4-DD57C516E78B}" type="presParOf" srcId="{56825BAF-1A1D-4332-92F7-19AD317B7FA5}" destId="{5228FCB5-0971-4DE0-8D43-3B052B9DE930}" srcOrd="1" destOrd="0" presId="urn:microsoft.com/office/officeart/2009/3/layout/OpposingIdeas"/>
    <dgm:cxn modelId="{C56889D5-F9E5-4649-A26C-D5521D9D1692}" type="presParOf" srcId="{56825BAF-1A1D-4332-92F7-19AD317B7FA5}" destId="{DDCFAB7C-E7B3-4CCD-A8E6-3C86B4AEFA63}" srcOrd="2" destOrd="0" presId="urn:microsoft.com/office/officeart/2009/3/layout/OpposingIdeas"/>
    <dgm:cxn modelId="{9D99EA0A-54A4-4EFC-8D0E-B3FDF2F31698}" type="presParOf" srcId="{56825BAF-1A1D-4332-92F7-19AD317B7FA5}" destId="{428DC81C-50D4-4696-8AC2-167E916BAA78}" srcOrd="3" destOrd="0" presId="urn:microsoft.com/office/officeart/2009/3/layout/OpposingIdeas"/>
    <dgm:cxn modelId="{9460B159-2EC7-4906-A84B-3FBE2070CA4F}" type="presParOf" srcId="{56825BAF-1A1D-4332-92F7-19AD317B7FA5}" destId="{36D87FCB-B76E-4CC3-9504-1AAD01CD0EEB}" srcOrd="4" destOrd="0" presId="urn:microsoft.com/office/officeart/2009/3/layout/OpposingIdeas"/>
    <dgm:cxn modelId="{0C661864-9B27-4D40-B9FE-80530D9EDE73}" type="presParOf" srcId="{56825BAF-1A1D-4332-92F7-19AD317B7FA5}" destId="{D01988BE-A0C9-4270-A55A-2BC4FB067127}" srcOrd="5" destOrd="0" presId="urn:microsoft.com/office/officeart/2009/3/layout/OpposingIdeas"/>
    <dgm:cxn modelId="{9B1849BA-7859-42CC-853E-E26E0F9C1E3D}" type="presParOf" srcId="{56825BAF-1A1D-4332-92F7-19AD317B7FA5}" destId="{2A3769CA-B490-46B2-B32E-A8E17DFD8DC8}" srcOrd="6" destOrd="0" presId="urn:microsoft.com/office/officeart/2009/3/layout/OpposingIdeas"/>
    <dgm:cxn modelId="{EFB4E392-51CD-4B22-9F9E-6321F50EC116}" type="presParOf" srcId="{56825BAF-1A1D-4332-92F7-19AD317B7FA5}" destId="{232C14BF-3786-4C96-854A-1201A722187F}" srcOrd="7" destOrd="0" presId="urn:microsoft.com/office/officeart/2009/3/layout/OpposingIdea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B42CA2-8533-430E-A7F6-6F16B2251113}">
      <dsp:nvSpPr>
        <dsp:cNvPr id="0" name=""/>
        <dsp:cNvSpPr/>
      </dsp:nvSpPr>
      <dsp:spPr>
        <a:xfrm>
          <a:off x="1031875" y="875278"/>
          <a:ext cx="6191250" cy="3329442"/>
        </a:xfrm>
        <a:prstGeom prst="round2DiagRect">
          <a:avLst>
            <a:gd name="adj1" fmla="val 0"/>
            <a:gd name="adj2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28FCB5-0971-4DE0-8D43-3B052B9DE930}">
      <dsp:nvSpPr>
        <dsp:cNvPr id="0" name=""/>
        <dsp:cNvSpPr/>
      </dsp:nvSpPr>
      <dsp:spPr>
        <a:xfrm>
          <a:off x="4127500" y="1228401"/>
          <a:ext cx="825" cy="2623197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CFAB7C-E7B3-4CCD-A8E6-3C86B4AEFA63}">
      <dsp:nvSpPr>
        <dsp:cNvPr id="0" name=""/>
        <dsp:cNvSpPr/>
      </dsp:nvSpPr>
      <dsp:spPr>
        <a:xfrm>
          <a:off x="1238250" y="1127509"/>
          <a:ext cx="2682875" cy="282498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Gamma</a:t>
          </a:r>
        </a:p>
      </dsp:txBody>
      <dsp:txXfrm>
        <a:off x="1238250" y="1127509"/>
        <a:ext cx="2682875" cy="2824981"/>
      </dsp:txXfrm>
    </dsp:sp>
    <dsp:sp modelId="{428DC81C-50D4-4696-8AC2-167E916BAA78}">
      <dsp:nvSpPr>
        <dsp:cNvPr id="0" name=""/>
        <dsp:cNvSpPr/>
      </dsp:nvSpPr>
      <dsp:spPr>
        <a:xfrm>
          <a:off x="4333875" y="1127509"/>
          <a:ext cx="2682875" cy="282498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Node One</a:t>
          </a:r>
        </a:p>
      </dsp:txBody>
      <dsp:txXfrm>
        <a:off x="4333875" y="1127509"/>
        <a:ext cx="2682875" cy="2824981"/>
      </dsp:txXfrm>
    </dsp:sp>
    <dsp:sp modelId="{D01988BE-A0C9-4270-A55A-2BC4FB067127}">
      <dsp:nvSpPr>
        <dsp:cNvPr id="0" name=""/>
        <dsp:cNvSpPr/>
      </dsp:nvSpPr>
      <dsp:spPr>
        <a:xfrm rot="16200000">
          <a:off x="-1300122" y="1317817"/>
          <a:ext cx="3632119" cy="1031875"/>
        </a:xfrm>
        <a:prstGeom prst="rightArrow">
          <a:avLst>
            <a:gd name="adj1" fmla="val 49830"/>
            <a:gd name="adj2" fmla="val 6066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Alpha</a:t>
          </a:r>
        </a:p>
      </dsp:txBody>
      <dsp:txXfrm>
        <a:off x="-1144170" y="1732615"/>
        <a:ext cx="3320215" cy="514183"/>
      </dsp:txXfrm>
    </dsp:sp>
    <dsp:sp modelId="{232C14BF-3786-4C96-854A-1201A722187F}">
      <dsp:nvSpPr>
        <dsp:cNvPr id="0" name=""/>
        <dsp:cNvSpPr/>
      </dsp:nvSpPr>
      <dsp:spPr>
        <a:xfrm rot="5400000">
          <a:off x="5923002" y="2730307"/>
          <a:ext cx="3632119" cy="1031875"/>
        </a:xfrm>
        <a:prstGeom prst="rightArrow">
          <a:avLst>
            <a:gd name="adj1" fmla="val 49830"/>
            <a:gd name="adj2" fmla="val 6066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Beta has a noticeably longer label than the others</a:t>
          </a:r>
        </a:p>
      </dsp:txBody>
      <dsp:txXfrm>
        <a:off x="6078954" y="2833201"/>
        <a:ext cx="3320215" cy="5141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OpposingIdeas">
  <dgm:title val=""/>
  <dgm:desc val=""/>
  <dgm:catLst>
    <dgm:cat type="relationship" pri="34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clrData>
  <dgm:layoutNode name="Name0">
    <dgm:varLst>
      <dgm:chMax val="2"/>
      <dgm:dir/>
      <dgm:animOne val="branch"/>
      <dgm:animLvl val="lvl"/>
      <dgm:resizeHandles val="exact"/>
    </dgm:varLst>
    <dgm:choose name="Name1">
      <dgm:if name="Name2" axis="ch" ptType="node" func="cnt" op="lte" val="1">
        <dgm:alg type="composite">
          <dgm:param type="ar" val="0.9928"/>
        </dgm:alg>
      </dgm:if>
      <dgm:else name="Name3">
        <dgm:alg type="composite">
          <dgm:param type="ar" val="1.6364"/>
        </dgm:alg>
      </dgm:else>
    </dgm:choose>
    <dgm:shape xmlns:r="http://schemas.openxmlformats.org/officeDocument/2006/relationships" r:blip="">
      <dgm:adjLst/>
    </dgm:shape>
    <dgm:choose name="Name4">
      <dgm:if name="Name5" func="var" arg="dir" op="equ" val="norm">
        <dgm:choose name="Name6">
          <dgm:if name="Name7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2963"/>
              <dgm:constr type="t" for="ch" forName="ChildText1" refType="h" fact="0.2722"/>
              <dgm:constr type="w" for="ch" forName="ChildText1" refType="w" fact="0.6534"/>
              <dgm:constr type="h" for="ch" forName="ChildText1" refType="h" fact="0.6682"/>
              <dgm:constr type="l" for="ch" forName="Background" refType="w" fact="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l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l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8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l" for="ch" forName="ChildText2" refType="w" fact="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l" for="ch" forName="Background" refType="w" fact="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l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l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l" for="ch" forName="ParentText2" refType="w" fact="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l" for="ch" forName="ParentShape2" refType="w" fact="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l" for="ch" forName="Divider" refType="w" fact="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if>
      <dgm:else name="Name9">
        <dgm:choose name="Name10">
          <dgm:if name="Name11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2455"/>
              <dgm:constr type="t" for="ch" forName="ChildText1" refType="h" fact="0.2651"/>
              <dgm:constr type="w" for="ch" forName="ChildText1" refType="w" fact="0.5351"/>
              <dgm:constr type="h" for="ch" forName="ChildText1" refType="h" fact="0.56"/>
              <dgm:constr type="r" for="ch" forName="Background" refType="w" fact="-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r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r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12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r" for="ch" forName="ChildText2" refType="w" fact="-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r" for="ch" forName="Background" refType="w" fact="-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r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r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r" for="ch" forName="ParentText2" refType="w" fact="-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r" for="ch" forName="ParentShape2" refType="w" fact="-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r" for="ch" forName="Divider" refType="w" fact="-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else>
    </dgm:choose>
    <dgm:choose name="Name13">
      <dgm:if name="Name14" axis="ch" ptType="node" func="cnt" op="gte" val="1">
        <dgm:layoutNode name="Background" styleLbl="node1">
          <dgm:alg type="sp"/>
          <dgm:choose name="Name15">
            <dgm:if name="Name16" func="var" arg="dir" op="equ" val="norm">
              <dgm:shape xmlns:r="http://schemas.openxmlformats.org/officeDocument/2006/relationships" type="round2DiagRect" r:blip="">
                <dgm:adjLst>
                  <dgm:adj idx="1" val="0"/>
                  <dgm:adj idx="2" val="0.1667"/>
                </dgm:adjLst>
              </dgm:shape>
            </dgm:if>
            <dgm:else name="Name17">
              <dgm:shape xmlns:r="http://schemas.openxmlformats.org/officeDocument/2006/relationships" type="round2DiagRect" r:blip="">
                <dgm:adjLst>
                  <dgm:adj idx="1" val="0.1667"/>
                  <dgm:adj idx="2" val="0"/>
                </dgm:adjLst>
              </dgm:shape>
            </dgm:else>
          </dgm:choose>
          <dgm:presOf/>
        </dgm:layoutNode>
        <dgm:choose name="Name18">
          <dgm:if name="Name19" axis="ch" ptType="node" func="cnt" op="gte" val="2">
            <dgm:layoutNode name="Divider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</dgm:if>
          <dgm:else name="Name20"/>
        </dgm:choose>
        <dgm:layoutNode name="ChildText1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ch des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21">
          <dgm:if name="Name22" axis="ch" ptType="node" func="cnt" op="gte" val="2">
            <dgm:layoutNode name="ChildText2" styleLbl="revTx">
              <dgm:varLst>
                <dgm:chMax val="0"/>
                <dgm:chPref val="0"/>
                <dgm:bulletEnabled val="1"/>
              </dgm:varLst>
              <dgm:alg type="tx">
                <dgm:param type="parTxLTRAlign" val="l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ch des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23"/>
        </dgm:choose>
        <dgm:layoutNode name="ParentText1" styleLbl="revTx">
          <dgm:varLst>
            <dgm:chMax val="1"/>
            <dgm:chPref val="1"/>
          </dgm:varLst>
          <dgm:choose name="Name24">
            <dgm:if name="Name25" func="var" arg="dir" op="equ" val="norm">
              <dgm:alg type="tx">
                <dgm:param type="parTxLTRAlign" val="r"/>
                <dgm:param type="shpTxLTRAlignCh" val="r"/>
                <dgm:param type="txAnchorVertCh" val="mid"/>
                <dgm:param type="autoTxRot" val="grav"/>
              </dgm:alg>
            </dgm:if>
            <dgm:else name="Name26">
              <dgm:alg type="tx">
                <dgm:param type="parTxLTRAlign" val="l"/>
                <dgm:param type="shpTxLTRAlignCh" val="r"/>
                <dgm:param type="txAnchorVertCh" val="mid"/>
                <dgm:param type="autoTxRot" val="grav"/>
              </dgm:alg>
            </dgm:else>
          </dgm:choose>
          <dgm:choose name="Name27">
            <dgm:if name="Name28" func="var" arg="dir" op="equ" val="norm">
              <dgm:shape xmlns:r="http://schemas.openxmlformats.org/officeDocument/2006/relationships" rot="-90" type="rightArrow" r:blip="" hideGeom="1">
                <dgm:adjLst>
                  <dgm:adj idx="1" val="0.4983"/>
                  <dgm:adj idx="2" val="0.6066"/>
                </dgm:adjLst>
              </dgm:shape>
            </dgm:if>
            <dgm:else name="Name29">
              <dgm:shape xmlns:r="http://schemas.openxmlformats.org/officeDocument/2006/relationships" rot="90" type="leftArrow" r:blip="" hideGeom="1">
                <dgm:adjLst>
                  <dgm:adj idx="1" val="0.4983"/>
                  <dgm:adj idx="2" val="0.6066"/>
                </dgm:adjLst>
              </dgm:shape>
            </dgm:else>
          </dgm:choose>
          <dgm:presOf axis="ch 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ParentShape1" styleLbl="alignImgPlace1">
          <dgm:varLst/>
          <dgm:alg type="sp"/>
          <dgm:presOf axis="ch self" ptType="node node" st="1 1" cnt="1 0"/>
          <dgm:choose name="Name30">
            <dgm:if name="Name31" func="var" arg="dir" op="equ" val="norm">
              <dgm:shape xmlns:r="http://schemas.openxmlformats.org/officeDocument/2006/relationships" rot="-90" type="rightArrow" r:blip="">
                <dgm:adjLst>
                  <dgm:adj idx="1" val="0.4983"/>
                  <dgm:adj idx="2" val="0.6066"/>
                </dgm:adjLst>
              </dgm:shape>
            </dgm:if>
            <dgm:else name="Name32">
              <dgm:shape xmlns:r="http://schemas.openxmlformats.org/officeDocument/2006/relationships" rot="90" type="leftArrow" r:blip="">
                <dgm:adjLst>
                  <dgm:adj idx="1" val="0.4983"/>
                  <dgm:adj idx="2" val="0.6066"/>
                </dgm:adjLst>
              </dgm:shape>
            </dgm:else>
          </dgm:choose>
        </dgm:layoutNode>
        <dgm:choose name="Name33">
          <dgm:if name="Name34" axis="ch" ptType="node" func="cnt" op="gte" val="2">
            <dgm:layoutNode name="ParentText2" styleLbl="revTx">
              <dgm:varLst>
                <dgm:chMax val="1"/>
                <dgm:chPref val="1"/>
              </dgm:varLst>
              <dgm:choose name="Name35">
                <dgm:if name="Name36" func="var" arg="dir" op="equ" val="norm">
                  <dgm:alg type="tx">
                    <dgm:param type="parTxLTRAlign" val="r"/>
                    <dgm:param type="shpTxLTRAlignCh" val="r"/>
                    <dgm:param type="txAnchorVertCh" val="mid"/>
                    <dgm:param type="autoTxRot" val="grav"/>
                  </dgm:alg>
                </dgm:if>
                <dgm:else name="Name37">
                  <dgm:alg type="tx">
                    <dgm:param type="parTxLTRAlign" val="l"/>
                    <dgm:param type="shpTxLTRAlignCh" val="r"/>
                    <dgm:param type="txAnchorVertCh" val="mid"/>
                    <dgm:param type="autoTxRot" val="grav"/>
                  </dgm:alg>
                </dgm:else>
              </dgm:choose>
              <dgm:choose name="Name38">
                <dgm:if name="Name39" func="var" arg="dir" op="equ" val="norm">
                  <dgm:shape xmlns:r="http://schemas.openxmlformats.org/officeDocument/2006/relationships" rot="90" type="rightArrow" r:blip="" hideGeom="1">
                    <dgm:adjLst>
                      <dgm:adj idx="1" val="0.4983"/>
                      <dgm:adj idx="2" val="0.6066"/>
                    </dgm:adjLst>
                  </dgm:shape>
                </dgm:if>
                <dgm:else name="Name40">
                  <dgm:shape xmlns:r="http://schemas.openxmlformats.org/officeDocument/2006/relationships" rot="-90" type="leftArrow" r:blip="" hideGeom="1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ParentShape2" styleLbl="alignImgPlace1">
              <dgm:varLst/>
              <dgm:alg type="sp"/>
              <dgm:choose name="Name41">
                <dgm:if name="Name42" func="var" arg="dir" op="equ" val="norm">
                  <dgm:shape xmlns:r="http://schemas.openxmlformats.org/officeDocument/2006/relationships" rot="90" type="rightArrow" r:blip="">
                    <dgm:adjLst>
                      <dgm:adj idx="1" val="0.4983"/>
                      <dgm:adj idx="2" val="0.6066"/>
                    </dgm:adjLst>
                  </dgm:shape>
                </dgm:if>
                <dgm:else name="Name43">
                  <dgm:shape xmlns:r="http://schemas.openxmlformats.org/officeDocument/2006/relationships" rot="-90" type="leftArrow" r:blip="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</dgm:layoutNode>
          </dgm:if>
          <dgm:else name="Name44"/>
        </dgm:choose>
      </dgm:if>
      <dgm:else name="Name4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F877E-3E24-EB53-513B-A4BB8F924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11F51-E3E8-A418-2B29-E9AA87F2B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277CC-1F6D-7BFC-BCB9-B03D55F12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1A6-5FB3-4806-ADCC-4DFFD1040D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61A1E-0B48-09F6-A3C2-5EF09E2B5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A0756-6289-C05D-1613-54893A0CC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DE55-3C26-4183-A9A9-6A305857F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92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916F2-ECE2-199D-8ED5-B98715877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082CE-11AF-C3B0-EB32-7A9BFB53E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E507E-B56E-A102-1A30-4A13EF08E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1A6-5FB3-4806-ADCC-4DFFD1040D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24487-61C5-2D46-F89C-EFC83FA67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3163D-E634-3535-A226-D8CFB54AC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DE55-3C26-4183-A9A9-6A305857F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38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2D2F0-4B9C-73AD-180A-2F4B80FAC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AECB6-95C4-EE14-E0BF-607428591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19C42-39D7-7929-0EA1-ADF7C8490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1A6-5FB3-4806-ADCC-4DFFD1040D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E7918-8DAB-9F8D-94EB-88578F054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3CC86-7BBA-60D0-F998-729149FF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DE55-3C26-4183-A9A9-6A305857F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705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D67B1-4568-C3EA-64D8-F18E59C69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52D2F-3051-42C5-3E4B-E40A55E05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3610E-A660-45F3-A9D1-F7047DD65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8C4FA-1387-F869-B005-59DEBB4FC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1A6-5FB3-4806-ADCC-4DFFD1040D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3B6DD-3554-9709-1900-F42490AB1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154CE-F1FA-0C80-6829-5E57DC3BC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DE55-3C26-4183-A9A9-6A305857F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06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C5C65-1A45-8628-3CD1-D90F10E30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D6B51-31B6-B6FD-5C5C-AEAA013BC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607E9-8FC3-16DF-72BD-F3B0FD40C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60B18-081D-56A6-47D8-BD67B46959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5BE90-52CE-860C-D16E-EBA60BC882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035A72-9B2C-7DF5-A9DE-EA5EA3700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1A6-5FB3-4806-ADCC-4DFFD1040D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559112-A229-0D34-9B05-AD4CD2850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76F9E7-210A-FF4E-D6F1-C0921D597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DE55-3C26-4183-A9A9-6A305857F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26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F3B4F-8442-AE15-19A2-5DD27CE2F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81430C-4197-F573-3AB0-F68EEDBF3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1A6-5FB3-4806-ADCC-4DFFD1040D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A0528F-109A-5DD7-15FA-11DA7950C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04AD14-703E-6739-0E6E-78734858E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DE55-3C26-4183-A9A9-6A305857F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130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D12981-CD74-F510-2DD4-B5C2A8A5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1A6-5FB3-4806-ADCC-4DFFD1040D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2C34A7-EF9F-E7D4-0075-EFCDB3EC0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38136-BFD9-BA78-AA5D-C27E53825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DE55-3C26-4183-A9A9-6A305857F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7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06ABE-307F-A6B1-1C2C-226EE547E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0D210-F10F-45CF-114D-503BE4BC1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A2A25-113C-CB27-AEB9-B7B0A3759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7D2D7-A3D1-5F47-DF43-0A0D8578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1A6-5FB3-4806-ADCC-4DFFD1040D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5D724-5DD2-E6C7-6231-3AB5F52E4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F4BDA-642E-BDD1-0883-76CD3928B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DE55-3C26-4183-A9A9-6A305857F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56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82D69-1BF7-196F-337F-FEC0F8C02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3D2C7E-ABE9-F5F7-3FA5-9EB5269573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4EF286-A12F-7F19-5142-6B2182775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7A2B1-930D-911F-3A83-2F83D61E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1A6-5FB3-4806-ADCC-4DFFD1040D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9787D-71E2-4A9C-D1B5-C2F13C34D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595FC-E348-F4B5-3C82-6B7E2C031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DE55-3C26-4183-A9A9-6A305857F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097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E2B7-E64E-D66A-5913-71C742D29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3698E-8CBA-04D4-7A86-BB388E17A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885D6-693D-3395-E221-52C369AA2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1A6-5FB3-4806-ADCC-4DFFD1040D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EB36A-F727-A102-CCC6-9632FFD5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C811-9166-BD1C-43FF-FB1C0C736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DE55-3C26-4183-A9A9-6A305857F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02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87BEE5-D649-274D-3414-CED2D6BC16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067CF0-D65D-9990-50AD-0D01B6429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DB53C-E79D-55F3-292F-62350E9D4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F11A6-5FB3-4806-ADCC-4DFFD1040D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2650D-ED9D-9A08-7D7E-2A16F591C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32920-AF11-40E1-258F-090F85E09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DE55-3C26-4183-A9A9-6A305857F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48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1842B3-A2F0-0714-83E8-2442C63C8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7A28D-4023-BD97-A505-C4B4DF823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6B53D-79FA-E4F0-329A-5EAE13D4A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F11A6-5FB3-4806-ADCC-4DFFD1040DD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E5DD3-F960-9257-15F3-D838A7324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50E90-FF3F-4454-5128-6C0C5C2EF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C7DE55-3C26-4183-A9A9-6A305857F4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95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2B6C53D-247D-B65B-0B71-9EFE59940D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510681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6096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2026-09-06T08:14:34Z</dcterms:created>
  <dcterms:modified xsi:type="dcterms:W3CDTF">2026-09-06T08:14:34Z</dcterms:modified>
</cp:coreProperties>
</file>