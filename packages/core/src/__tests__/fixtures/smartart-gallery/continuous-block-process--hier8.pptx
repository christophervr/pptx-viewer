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BC58AD-4032-4611-8D66-C89CBF0A63B7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E067CE7F-07D7-4B6D-865A-931FC3A6AC14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B06FD715-D995-4B7B-9A7B-A368BD7564D8}" type="parTrans" cxnId="{8CABF220-6712-4E8C-98E6-A0131D0A84F7}">
      <dgm:prSet/>
      <dgm:spPr/>
    </dgm:pt>
    <dgm:pt modelId="{1F5367F3-729B-4C84-9459-8F6129818297}" type="sibTrans" cxnId="{8CABF220-6712-4E8C-98E6-A0131D0A84F7}">
      <dgm:prSet/>
      <dgm:spPr/>
    </dgm:pt>
    <dgm:pt modelId="{652F545A-C3FC-4BAB-AA93-6FC5A885E35E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E2184630-81AA-419D-81DE-19A0B71A3E6F}" type="parTrans" cxnId="{1DAEF756-4298-46CF-9555-32B256B574E5}">
      <dgm:prSet/>
      <dgm:spPr/>
    </dgm:pt>
    <dgm:pt modelId="{A1CBC2F8-829D-4B0D-96E8-551A217FA592}" type="sibTrans" cxnId="{1DAEF756-4298-46CF-9555-32B256B574E5}">
      <dgm:prSet/>
      <dgm:spPr/>
    </dgm:pt>
    <dgm:pt modelId="{E9D86A33-7DAC-4A6E-8F7F-FC2C79E155C9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4B9759E7-99EF-4D9D-A3AD-17994C52693C}" type="parTrans" cxnId="{A7B607BD-D760-4275-96B9-6A15A179E566}">
      <dgm:prSet/>
      <dgm:spPr/>
    </dgm:pt>
    <dgm:pt modelId="{DF920788-71F5-4E42-B60C-50F587601276}" type="sibTrans" cxnId="{A7B607BD-D760-4275-96B9-6A15A179E566}">
      <dgm:prSet/>
      <dgm:spPr/>
    </dgm:pt>
    <dgm:pt modelId="{A4CABEA2-0F43-4CC8-B573-B3E6C27875A7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EB4F5F2B-52D0-4045-BC92-79AEE5A63D78}" type="parTrans" cxnId="{92564353-F2DF-40C4-B04D-4EBCCD28004B}">
      <dgm:prSet/>
      <dgm:spPr/>
    </dgm:pt>
    <dgm:pt modelId="{87767145-B8AE-436A-B385-89108D39DE72}" type="sibTrans" cxnId="{92564353-F2DF-40C4-B04D-4EBCCD28004B}">
      <dgm:prSet/>
      <dgm:spPr/>
    </dgm:pt>
    <dgm:pt modelId="{31FA0670-4FA4-424A-9533-84D021EDF8A1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8CC513C4-E9D8-4D03-88A4-A9F9963E8617}" type="parTrans" cxnId="{C03DCC9E-24E1-4012-9691-4C630E277ECE}">
      <dgm:prSet/>
      <dgm:spPr/>
    </dgm:pt>
    <dgm:pt modelId="{1F239800-F5B9-4D96-8F15-BBE3B2832203}" type="sibTrans" cxnId="{C03DCC9E-24E1-4012-9691-4C630E277ECE}">
      <dgm:prSet/>
      <dgm:spPr/>
    </dgm:pt>
    <dgm:pt modelId="{172EB637-DC8E-4847-A94F-278D87DFB261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A3D81300-0242-4DA0-86F8-CB50AF665864}" type="parTrans" cxnId="{1E0E468A-2997-44FA-BD5D-9930EFE5ED9E}">
      <dgm:prSet/>
      <dgm:spPr/>
    </dgm:pt>
    <dgm:pt modelId="{0A1E5CA8-CF86-4B3E-8BE5-4F55A131C2F0}" type="sibTrans" cxnId="{1E0E468A-2997-44FA-BD5D-9930EFE5ED9E}">
      <dgm:prSet/>
      <dgm:spPr/>
    </dgm:pt>
    <dgm:pt modelId="{C41B8C0E-99D9-404F-A9DD-B52AE651F4F1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0CF99EF8-E25F-4FB1-8773-960F5E13A5F4}" type="parTrans" cxnId="{20E9ABE4-DEE6-44D8-A967-C541FE0DC117}">
      <dgm:prSet/>
      <dgm:spPr/>
    </dgm:pt>
    <dgm:pt modelId="{493A745F-8089-4C75-96FD-A2EFEDC062F6}" type="sibTrans" cxnId="{20E9ABE4-DEE6-44D8-A967-C541FE0DC117}">
      <dgm:prSet/>
      <dgm:spPr/>
    </dgm:pt>
    <dgm:pt modelId="{CA10C560-9B9B-4748-8FE2-32C4B70C5656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43E346D0-C6EC-40EE-AF2A-3D8A89849E42}" type="parTrans" cxnId="{33F16492-8BF9-416B-AC9D-2D3FF637F80D}">
      <dgm:prSet/>
      <dgm:spPr/>
    </dgm:pt>
    <dgm:pt modelId="{7D88F855-E341-44C8-87C9-E726F040C0D9}" type="sibTrans" cxnId="{33F16492-8BF9-416B-AC9D-2D3FF637F80D}">
      <dgm:prSet/>
      <dgm:spPr/>
    </dgm:pt>
    <dgm:pt modelId="{07F725BC-128D-4887-BEE4-1432DBA89413}" type="pres">
      <dgm:prSet presAssocID="{90BC58AD-4032-4611-8D66-C89CBF0A63B7}" presName="CompostProcess" presStyleCnt="0">
        <dgm:presLayoutVars>
          <dgm:dir/>
          <dgm:resizeHandles val="exact"/>
        </dgm:presLayoutVars>
      </dgm:prSet>
      <dgm:spPr/>
    </dgm:pt>
    <dgm:pt modelId="{0C635B46-F9CE-47D7-9381-E1C1D9728E87}" type="pres">
      <dgm:prSet presAssocID="{90BC58AD-4032-4611-8D66-C89CBF0A63B7}" presName="arrow" presStyleLbl="bgShp" presStyleIdx="0" presStyleCnt="1"/>
      <dgm:spPr/>
    </dgm:pt>
    <dgm:pt modelId="{6761ACFC-5CDE-4398-94C5-53E2949290C1}" type="pres">
      <dgm:prSet presAssocID="{90BC58AD-4032-4611-8D66-C89CBF0A63B7}" presName="linearProcess" presStyleCnt="0"/>
      <dgm:spPr/>
    </dgm:pt>
    <dgm:pt modelId="{C5403EA9-9CA8-450D-84AD-A6C1523225A7}" type="pres">
      <dgm:prSet presAssocID="{E067CE7F-07D7-4B6D-865A-931FC3A6AC14}" presName="textNode" presStyleLbl="node1" presStyleIdx="0" presStyleCnt="3">
        <dgm:presLayoutVars>
          <dgm:bulletEnabled val="1"/>
        </dgm:presLayoutVars>
      </dgm:prSet>
      <dgm:spPr/>
    </dgm:pt>
    <dgm:pt modelId="{6087B2AA-143F-4209-88C9-6830B5042176}" type="pres">
      <dgm:prSet presAssocID="{1F5367F3-729B-4C84-9459-8F6129818297}" presName="sibTrans" presStyleCnt="0"/>
      <dgm:spPr/>
    </dgm:pt>
    <dgm:pt modelId="{CEEEC1A2-BDED-45A8-BB5B-73A245D456D7}" type="pres">
      <dgm:prSet presAssocID="{A4CABEA2-0F43-4CC8-B573-B3E6C27875A7}" presName="textNode" presStyleLbl="node1" presStyleIdx="1" presStyleCnt="3">
        <dgm:presLayoutVars>
          <dgm:bulletEnabled val="1"/>
        </dgm:presLayoutVars>
      </dgm:prSet>
      <dgm:spPr/>
    </dgm:pt>
    <dgm:pt modelId="{585C586E-46E3-4286-A99E-CB72D78C74E5}" type="pres">
      <dgm:prSet presAssocID="{87767145-B8AE-436A-B385-89108D39DE72}" presName="sibTrans" presStyleCnt="0"/>
      <dgm:spPr/>
    </dgm:pt>
    <dgm:pt modelId="{3296261D-F792-4A51-897E-5E3ED06D771D}" type="pres">
      <dgm:prSet presAssocID="{C41B8C0E-99D9-404F-A9DD-B52AE651F4F1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0C038C02-FC58-4FD3-9737-AC94FF1A26CC}" type="presOf" srcId="{A4CABEA2-0F43-4CC8-B573-B3E6C27875A7}" destId="{CEEEC1A2-BDED-45A8-BB5B-73A245D456D7}" srcOrd="0" destOrd="0" presId="urn:microsoft.com/office/officeart/2005/8/layout/hProcess9"/>
    <dgm:cxn modelId="{08C27309-E6AE-4564-8B92-E2F085125982}" type="presOf" srcId="{C41B8C0E-99D9-404F-A9DD-B52AE651F4F1}" destId="{3296261D-F792-4A51-897E-5E3ED06D771D}" srcOrd="0" destOrd="0" presId="urn:microsoft.com/office/officeart/2005/8/layout/hProcess9"/>
    <dgm:cxn modelId="{8CABF220-6712-4E8C-98E6-A0131D0A84F7}" srcId="{90BC58AD-4032-4611-8D66-C89CBF0A63B7}" destId="{E067CE7F-07D7-4B6D-865A-931FC3A6AC14}" srcOrd="0" destOrd="0" parTransId="{B06FD715-D995-4B7B-9A7B-A368BD7564D8}" sibTransId="{1F5367F3-729B-4C84-9459-8F6129818297}"/>
    <dgm:cxn modelId="{83E00024-1591-430D-A6F7-B65B8C86B179}" type="presOf" srcId="{90BC58AD-4032-4611-8D66-C89CBF0A63B7}" destId="{07F725BC-128D-4887-BEE4-1432DBA89413}" srcOrd="0" destOrd="0" presId="urn:microsoft.com/office/officeart/2005/8/layout/hProcess9"/>
    <dgm:cxn modelId="{00191E5B-4B75-4CE5-ADE5-F4F28492D09D}" type="presOf" srcId="{CA10C560-9B9B-4748-8FE2-32C4B70C5656}" destId="{3296261D-F792-4A51-897E-5E3ED06D771D}" srcOrd="0" destOrd="1" presId="urn:microsoft.com/office/officeart/2005/8/layout/hProcess9"/>
    <dgm:cxn modelId="{92564353-F2DF-40C4-B04D-4EBCCD28004B}" srcId="{90BC58AD-4032-4611-8D66-C89CBF0A63B7}" destId="{A4CABEA2-0F43-4CC8-B573-B3E6C27875A7}" srcOrd="1" destOrd="0" parTransId="{EB4F5F2B-52D0-4045-BC92-79AEE5A63D78}" sibTransId="{87767145-B8AE-436A-B385-89108D39DE72}"/>
    <dgm:cxn modelId="{1DAEF756-4298-46CF-9555-32B256B574E5}" srcId="{E067CE7F-07D7-4B6D-865A-931FC3A6AC14}" destId="{652F545A-C3FC-4BAB-AA93-6FC5A885E35E}" srcOrd="0" destOrd="0" parTransId="{E2184630-81AA-419D-81DE-19A0B71A3E6F}" sibTransId="{A1CBC2F8-829D-4B0D-96E8-551A217FA592}"/>
    <dgm:cxn modelId="{D6220B5A-5897-47B4-9AC5-53913955DEA3}" type="presOf" srcId="{31FA0670-4FA4-424A-9533-84D021EDF8A1}" destId="{CEEEC1A2-BDED-45A8-BB5B-73A245D456D7}" srcOrd="0" destOrd="1" presId="urn:microsoft.com/office/officeart/2005/8/layout/hProcess9"/>
    <dgm:cxn modelId="{1E0E468A-2997-44FA-BD5D-9930EFE5ED9E}" srcId="{A4CABEA2-0F43-4CC8-B573-B3E6C27875A7}" destId="{172EB637-DC8E-4847-A94F-278D87DFB261}" srcOrd="1" destOrd="0" parTransId="{A3D81300-0242-4DA0-86F8-CB50AF665864}" sibTransId="{0A1E5CA8-CF86-4B3E-8BE5-4F55A131C2F0}"/>
    <dgm:cxn modelId="{33F16492-8BF9-416B-AC9D-2D3FF637F80D}" srcId="{C41B8C0E-99D9-404F-A9DD-B52AE651F4F1}" destId="{CA10C560-9B9B-4748-8FE2-32C4B70C5656}" srcOrd="0" destOrd="0" parTransId="{43E346D0-C6EC-40EE-AF2A-3D8A89849E42}" sibTransId="{7D88F855-E341-44C8-87C9-E726F040C0D9}"/>
    <dgm:cxn modelId="{C03DCC9E-24E1-4012-9691-4C630E277ECE}" srcId="{A4CABEA2-0F43-4CC8-B573-B3E6C27875A7}" destId="{31FA0670-4FA4-424A-9533-84D021EDF8A1}" srcOrd="0" destOrd="0" parTransId="{8CC513C4-E9D8-4D03-88A4-A9F9963E8617}" sibTransId="{1F239800-F5B9-4D96-8F15-BBE3B2832203}"/>
    <dgm:cxn modelId="{6E33AFA1-6BFD-4F34-B36E-A73CBF10B1B5}" type="presOf" srcId="{172EB637-DC8E-4847-A94F-278D87DFB261}" destId="{CEEEC1A2-BDED-45A8-BB5B-73A245D456D7}" srcOrd="0" destOrd="2" presId="urn:microsoft.com/office/officeart/2005/8/layout/hProcess9"/>
    <dgm:cxn modelId="{A7B607BD-D760-4275-96B9-6A15A179E566}" srcId="{E067CE7F-07D7-4B6D-865A-931FC3A6AC14}" destId="{E9D86A33-7DAC-4A6E-8F7F-FC2C79E155C9}" srcOrd="1" destOrd="0" parTransId="{4B9759E7-99EF-4D9D-A3AD-17994C52693C}" sibTransId="{DF920788-71F5-4E42-B60C-50F587601276}"/>
    <dgm:cxn modelId="{579350C5-F59B-4524-99E3-6FAC2258DBA8}" type="presOf" srcId="{652F545A-C3FC-4BAB-AA93-6FC5A885E35E}" destId="{C5403EA9-9CA8-450D-84AD-A6C1523225A7}" srcOrd="0" destOrd="1" presId="urn:microsoft.com/office/officeart/2005/8/layout/hProcess9"/>
    <dgm:cxn modelId="{20E9ABE4-DEE6-44D8-A967-C541FE0DC117}" srcId="{90BC58AD-4032-4611-8D66-C89CBF0A63B7}" destId="{C41B8C0E-99D9-404F-A9DD-B52AE651F4F1}" srcOrd="2" destOrd="0" parTransId="{0CF99EF8-E25F-4FB1-8773-960F5E13A5F4}" sibTransId="{493A745F-8089-4C75-96FD-A2EFEDC062F6}"/>
    <dgm:cxn modelId="{AA04ABE7-2EB7-4A48-9FD3-38943D3A668F}" type="presOf" srcId="{E067CE7F-07D7-4B6D-865A-931FC3A6AC14}" destId="{C5403EA9-9CA8-450D-84AD-A6C1523225A7}" srcOrd="0" destOrd="0" presId="urn:microsoft.com/office/officeart/2005/8/layout/hProcess9"/>
    <dgm:cxn modelId="{711232FA-42DF-4EEB-BE07-D163C9AB8DD1}" type="presOf" srcId="{E9D86A33-7DAC-4A6E-8F7F-FC2C79E155C9}" destId="{C5403EA9-9CA8-450D-84AD-A6C1523225A7}" srcOrd="0" destOrd="2" presId="urn:microsoft.com/office/officeart/2005/8/layout/hProcess9"/>
    <dgm:cxn modelId="{D664395C-1664-4F80-AB81-A421C9B11EB7}" type="presParOf" srcId="{07F725BC-128D-4887-BEE4-1432DBA89413}" destId="{0C635B46-F9CE-47D7-9381-E1C1D9728E87}" srcOrd="0" destOrd="0" presId="urn:microsoft.com/office/officeart/2005/8/layout/hProcess9"/>
    <dgm:cxn modelId="{00135502-729E-4ADF-B967-963AC654A19A}" type="presParOf" srcId="{07F725BC-128D-4887-BEE4-1432DBA89413}" destId="{6761ACFC-5CDE-4398-94C5-53E2949290C1}" srcOrd="1" destOrd="0" presId="urn:microsoft.com/office/officeart/2005/8/layout/hProcess9"/>
    <dgm:cxn modelId="{E898BFC1-A14E-4AD3-A8A6-DC48DE9F9AC3}" type="presParOf" srcId="{6761ACFC-5CDE-4398-94C5-53E2949290C1}" destId="{C5403EA9-9CA8-450D-84AD-A6C1523225A7}" srcOrd="0" destOrd="0" presId="urn:microsoft.com/office/officeart/2005/8/layout/hProcess9"/>
    <dgm:cxn modelId="{7F083E08-EB3A-4100-864C-3AAA03AE5AAC}" type="presParOf" srcId="{6761ACFC-5CDE-4398-94C5-53E2949290C1}" destId="{6087B2AA-143F-4209-88C9-6830B5042176}" srcOrd="1" destOrd="0" presId="urn:microsoft.com/office/officeart/2005/8/layout/hProcess9"/>
    <dgm:cxn modelId="{2BE58111-5BDB-4BE6-ABFC-AED856A70A0A}" type="presParOf" srcId="{6761ACFC-5CDE-4398-94C5-53E2949290C1}" destId="{CEEEC1A2-BDED-45A8-BB5B-73A245D456D7}" srcOrd="2" destOrd="0" presId="urn:microsoft.com/office/officeart/2005/8/layout/hProcess9"/>
    <dgm:cxn modelId="{767471EF-708B-4067-B475-15EFE83CBFA4}" type="presParOf" srcId="{6761ACFC-5CDE-4398-94C5-53E2949290C1}" destId="{585C586E-46E3-4286-A99E-CB72D78C74E5}" srcOrd="3" destOrd="0" presId="urn:microsoft.com/office/officeart/2005/8/layout/hProcess9"/>
    <dgm:cxn modelId="{BDCFF440-FE5F-41CD-BE66-1E45D07E8F31}" type="presParOf" srcId="{6761ACFC-5CDE-4398-94C5-53E2949290C1}" destId="{3296261D-F792-4A51-897E-5E3ED06D771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635B46-F9CE-47D7-9381-E1C1D9728E87}">
      <dsp:nvSpPr>
        <dsp:cNvPr id="0" name=""/>
        <dsp:cNvSpPr/>
      </dsp:nvSpPr>
      <dsp:spPr>
        <a:xfrm>
          <a:off x="619124" y="0"/>
          <a:ext cx="7016750" cy="50800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403EA9-9CA8-450D-84AD-A6C1523225A7}">
      <dsp:nvSpPr>
        <dsp:cNvPr id="0" name=""/>
        <dsp:cNvSpPr/>
      </dsp:nvSpPr>
      <dsp:spPr>
        <a:xfrm>
          <a:off x="279734" y="1523999"/>
          <a:ext cx="2476500" cy="20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Branch A Root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Branch A Child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Branch A Grandchild with long text</a:t>
          </a:r>
        </a:p>
      </dsp:txBody>
      <dsp:txXfrm>
        <a:off x="378928" y="1623193"/>
        <a:ext cx="2278112" cy="1833612"/>
      </dsp:txXfrm>
    </dsp:sp>
    <dsp:sp modelId="{CEEEC1A2-BDED-45A8-BB5B-73A245D456D7}">
      <dsp:nvSpPr>
        <dsp:cNvPr id="0" name=""/>
        <dsp:cNvSpPr/>
      </dsp:nvSpPr>
      <dsp:spPr>
        <a:xfrm>
          <a:off x="2889250" y="1523999"/>
          <a:ext cx="2476500" cy="20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Branch B Root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Branch B Child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Branch B Grandchild</a:t>
          </a:r>
        </a:p>
      </dsp:txBody>
      <dsp:txXfrm>
        <a:off x="2988444" y="1623193"/>
        <a:ext cx="2278112" cy="1833612"/>
      </dsp:txXfrm>
    </dsp:sp>
    <dsp:sp modelId="{3296261D-F792-4A51-897E-5E3ED06D771D}">
      <dsp:nvSpPr>
        <dsp:cNvPr id="0" name=""/>
        <dsp:cNvSpPr/>
      </dsp:nvSpPr>
      <dsp:spPr>
        <a:xfrm>
          <a:off x="5498765" y="1523999"/>
          <a:ext cx="2476500" cy="203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Branch C Root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Branch C Child</a:t>
          </a:r>
        </a:p>
      </dsp:txBody>
      <dsp:txXfrm>
        <a:off x="5597959" y="1623193"/>
        <a:ext cx="2278112" cy="18336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EA495-C4CB-AAAC-19DA-32F988C8A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04CE68-0666-4E09-0B92-F15CA220AF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4E3DB-1AD7-0FF2-DA94-40D6A76F3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9ECA-B235-4BA0-9209-520BD347F31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68D44-474A-F3A8-7594-CC64BD52E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1C1C8-2349-2566-758E-6B4208F0F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D8B7B-68FE-4F5C-A9DF-3E57EFDE8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22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C7295-2620-61FA-3F4E-AC3B56DE6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F3DB9-C050-F71F-7658-307922E95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FA536-1893-DA11-BCDE-EC696A56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9ECA-B235-4BA0-9209-520BD347F31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6F40B-3007-1E24-0A56-C7FB8DBB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BC2EB-F427-7385-E772-148E5015D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D8B7B-68FE-4F5C-A9DF-3E57EFDE8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661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D5D0-5107-92B1-D5A3-360DEA5F3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ECC55-06C9-F995-1B89-C7FFB93FC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AE0AB-00E2-3078-8D0C-B6F97D541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9ECA-B235-4BA0-9209-520BD347F31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89C14-EC91-1E89-0985-5E8F78CD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DABFF-B495-145C-FE38-8BCBB843F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D8B7B-68FE-4F5C-A9DF-3E57EFDE8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87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3164-1B9B-A01D-173C-E305AF47A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0160C-0C3C-57B6-E6BA-8EA6517462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212F7-BEA1-3F2B-73BA-F27443BDE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CF7B1-83C9-52D9-DCEF-C4978EC82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9ECA-B235-4BA0-9209-520BD347F31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A9C71-17E5-A718-0491-B7EBB13EE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01870-ED74-7D40-9985-978D1B53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D8B7B-68FE-4F5C-A9DF-3E57EFDE8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91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6A6D-8C3F-B2FB-B5CF-8CE324384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78BC4-69FE-C86B-CE9E-1D0F3055C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2A042-33E3-21D5-D005-F4F87ADC8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077AE-A827-FC12-854B-6914F710D0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4244-FE05-DF89-AA54-D3135C5921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E9FD58-372A-DDDE-0F36-401F7FD8E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9ECA-B235-4BA0-9209-520BD347F31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D080E7-113E-7C7D-5773-7D29DBC53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3DF6CD-7B48-CF4E-B6A8-C2317FC6F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D8B7B-68FE-4F5C-A9DF-3E57EFDE8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7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C3683-9BFF-9DD4-3970-AA241384D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23283-3069-D63F-EE83-E1C007CA3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9ECA-B235-4BA0-9209-520BD347F31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7D7940-24A7-7982-7161-165E22046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4DC34-1A9A-A2AC-7FB6-F8AC82412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D8B7B-68FE-4F5C-A9DF-3E57EFDE8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32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F66474-FAD7-B026-1D12-27F98C0DE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9ECA-B235-4BA0-9209-520BD347F31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432AC0-12A2-F177-FDB1-8C98955DA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0D35B-75FA-C84E-627D-FF1F8146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D8B7B-68FE-4F5C-A9DF-3E57EFDE8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31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AD227-E0D6-CA5F-B4B9-7100B0BE5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789AD-AB30-0748-C708-6BB6FF0BE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42F2CC-677D-A865-EA0E-73322363B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DB6A04-5772-8D40-5A8D-149563FB3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9ECA-B235-4BA0-9209-520BD347F31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6317E-E1E1-8790-09BE-F0950500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F47C7-26B0-F154-72DC-6D2BB09E5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D8B7B-68FE-4F5C-A9DF-3E57EFDE8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0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77C08-8392-695F-BA7B-4BA649E86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0A15F3-0857-D607-D3D1-9F211D35F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4BC0FD-C35D-0344-E076-7B0592C03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6F2E4-49DE-C1AE-AC42-1B6D8B34B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9ECA-B235-4BA0-9209-520BD347F31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6BD451-1B31-F68D-F690-24C5710FF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2BB1A-C8DE-5EE9-410A-2A704558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D8B7B-68FE-4F5C-A9DF-3E57EFDE8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4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A708A-9F74-3726-DD0A-F4205EFEA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CC1B3B-9564-CFF3-3D71-A78FA840D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1F20E-A2B8-07DE-66E9-A00C0DA89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9ECA-B235-4BA0-9209-520BD347F31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E9E58-1CFC-6509-11D0-3D51E5E00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8EA1A-0893-E331-8A21-57CCD2AF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D8B7B-68FE-4F5C-A9DF-3E57EFDE8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930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B38ED-7530-6094-01D7-D570DA868C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86C63B-146B-3AB4-8BEE-9B0A78415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4CD2A-5208-EBE1-A34D-49AAB0A6A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49ECA-B235-4BA0-9209-520BD347F31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EB71D-AF1C-2AC7-FCAF-3A4CA0952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8ECE0-8153-9E82-B697-8FF99FD74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FD8B7B-68FE-4F5C-A9DF-3E57EFDE8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64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FFF8FD-1C01-3EDE-C61E-2D61B64DE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F1A9F-1787-2A41-FF00-1F6B2D340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906CA-25DF-0D34-DFF0-C2187AABB6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49ECA-B235-4BA0-9209-520BD347F31D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CB940-EF91-4309-ACB9-D272F78F0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B9356-C2D7-1D50-0A0A-BBE013442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FD8B7B-68FE-4F5C-A9DF-3E57EFDE8A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88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82C28A3-8856-B86F-C785-7ED9C6106A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370486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2771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2026-09-06T08:13:26Z</dcterms:created>
  <dcterms:modified xsi:type="dcterms:W3CDTF">2026-09-06T08:13:27Z</dcterms:modified>
</cp:coreProperties>
</file>