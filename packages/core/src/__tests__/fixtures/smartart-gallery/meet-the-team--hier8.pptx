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FE2A80-C6DD-44ED-A655-2B1FBF1E901D}" type="doc">
      <dgm:prSet loTypeId="urn:microsoft.com/office/officeart/2024/layout/MeetTheTeam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740E90-2F8B-47AC-B0BD-19F1E2500965}">
      <dgm:prSet phldrT="Name"/>
      <dgm:spPr/>
      <dgm:t>
        <a:bodyPr/>
        <a:lstStyle/>
        <a:p>
          <a:pPr>
            <a:defRPr b="1"/>
          </a:pPr>
          <a:r>
            <a:rPr lang="en-US"/>
            <a:t>Branch A Root</a:t>
          </a:r>
        </a:p>
      </dgm:t>
    </dgm:pt>
    <dgm:pt modelId="{856BAA9D-CDE7-4574-8B39-0B06ECB04417}" type="parTrans" cxnId="{F5D9ED0B-0797-4191-A0CA-A7C5C8479CD6}">
      <dgm:prSet/>
      <dgm:spPr/>
    </dgm:pt>
    <dgm:pt modelId="{E0583213-E3C5-4E89-90D4-846B1C39B574}" type="sibTrans" cxnId="{F5D9ED0B-0797-4191-A0CA-A7C5C8479CD6}">
      <dgm:prSet/>
      <dgm:spPr/>
    </dgm:pt>
    <dgm:pt modelId="{1E1F4685-E77A-4298-B0E8-9C84A8E20EC5}">
      <dgm:prSet phldrT="Role" phldr="1"/>
      <dgm:spPr/>
      <dgm:t>
        <a:bodyPr/>
        <a:lstStyle/>
        <a:p>
          <a:endParaRPr lang="en-US"/>
        </a:p>
      </dgm:t>
    </dgm:pt>
    <dgm:pt modelId="{696774E3-647A-4071-91D5-2C8D6FBED31B}" type="parTrans" cxnId="{518A96A1-66C2-4F4C-8778-FB6C50AE0D5C}">
      <dgm:prSet/>
      <dgm:spPr/>
    </dgm:pt>
    <dgm:pt modelId="{16CA345B-6AD4-4F57-9C64-9E273EDF0007}" type="sibTrans" cxnId="{518A96A1-66C2-4F4C-8778-FB6C50AE0D5C}">
      <dgm:prSet/>
      <dgm:spPr/>
    </dgm:pt>
    <dgm:pt modelId="{A3FCA9C9-6A9B-4BE5-9F7C-865A4F69206F}">
      <dgm:prSet phldrT="Name"/>
      <dgm:spPr/>
      <dgm:t>
        <a:bodyPr/>
        <a:lstStyle/>
        <a:p>
          <a:r>
            <a:rPr lang="en-US"/>
            <a:t>Branch A Child</a:t>
          </a:r>
        </a:p>
      </dgm:t>
    </dgm:pt>
    <dgm:pt modelId="{97BBEDFD-DE1E-44B1-848A-44AE02BF8DA8}" type="parTrans" cxnId="{D497EB25-B5CD-4D19-A024-809FB558295C}">
      <dgm:prSet/>
      <dgm:spPr/>
    </dgm:pt>
    <dgm:pt modelId="{5814AF38-8D55-43CF-BB93-C5EE128D68DF}" type="sibTrans" cxnId="{D497EB25-B5CD-4D19-A024-809FB558295C}">
      <dgm:prSet/>
      <dgm:spPr/>
    </dgm:pt>
    <dgm:pt modelId="{1A134AFF-DE10-47EB-A0AD-2E2776DFD40E}">
      <dgm:prSet phldrT="Role" phldr="1"/>
      <dgm:spPr/>
      <dgm:t>
        <a:bodyPr/>
        <a:lstStyle/>
        <a:p>
          <a:endParaRPr lang="en-US"/>
        </a:p>
      </dgm:t>
    </dgm:pt>
    <dgm:pt modelId="{A5A25BC0-7198-434B-8A2C-23105255BB37}" type="parTrans" cxnId="{F91384F1-4673-472A-B52E-8F32E7381E15}">
      <dgm:prSet/>
      <dgm:spPr/>
    </dgm:pt>
    <dgm:pt modelId="{51B0DDCE-473E-4D9C-95B2-3745A34055D4}" type="sibTrans" cxnId="{F91384F1-4673-472A-B52E-8F32E7381E15}">
      <dgm:prSet/>
      <dgm:spPr/>
    </dgm:pt>
    <dgm:pt modelId="{C700186A-9103-4118-AFCA-CF1FBCDFAB52}">
      <dgm:prSet phldrT="Name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F584F57E-1555-4763-BC49-93FA1679FE5E}" type="parTrans" cxnId="{44A564DE-2115-4BF4-89AE-7CE239DF0B8E}">
      <dgm:prSet/>
      <dgm:spPr/>
    </dgm:pt>
    <dgm:pt modelId="{BF1CAB1A-3C33-4135-8B0E-C4149DBDF838}" type="sibTrans" cxnId="{44A564DE-2115-4BF4-89AE-7CE239DF0B8E}">
      <dgm:prSet/>
      <dgm:spPr/>
    </dgm:pt>
    <dgm:pt modelId="{C64057F7-7CA5-4426-BCCA-0CAD4DC1BFE2}">
      <dgm:prSet phldrT="Role"/>
      <dgm:spPr/>
      <dgm:t>
        <a:bodyPr/>
        <a:lstStyle/>
        <a:p>
          <a:endParaRPr lang="en-US"/>
        </a:p>
      </dgm:t>
    </dgm:pt>
    <dgm:pt modelId="{1923C189-C5F7-4F7C-8251-7780B3008CF0}" type="parTrans" cxnId="{1A367C3B-9920-4860-80B9-BFB4E8E1213E}">
      <dgm:prSet/>
      <dgm:spPr/>
    </dgm:pt>
    <dgm:pt modelId="{09AEAA1F-A7F1-4FE4-98D6-162AE04B2268}" type="sibTrans" cxnId="{1A367C3B-9920-4860-80B9-BFB4E8E1213E}">
      <dgm:prSet/>
      <dgm:spPr/>
    </dgm:pt>
    <dgm:pt modelId="{2B71FA91-A2E0-4F65-8DD3-ED9096623591}">
      <dgm:prSet phldrT="Name"/>
      <dgm:spPr/>
      <dgm:t>
        <a:bodyPr/>
        <a:lstStyle/>
        <a:p>
          <a:pPr>
            <a:defRPr b="1"/>
          </a:pPr>
          <a:r>
            <a:rPr lang="en-US"/>
            <a:t>Branch B Root</a:t>
          </a:r>
        </a:p>
      </dgm:t>
    </dgm:pt>
    <dgm:pt modelId="{CA6D8BEC-DB21-4A78-96B4-D192054FBDB6}" type="parTrans" cxnId="{8F01D5F1-E093-4796-978C-A2B5BE33BDB8}">
      <dgm:prSet/>
      <dgm:spPr/>
    </dgm:pt>
    <dgm:pt modelId="{B24C1493-68AF-44FB-B176-3303835C32F2}" type="sibTrans" cxnId="{8F01D5F1-E093-4796-978C-A2B5BE33BDB8}">
      <dgm:prSet/>
      <dgm:spPr/>
    </dgm:pt>
    <dgm:pt modelId="{F043F508-782F-4E63-92A4-EA43466807A6}">
      <dgm:prSet phldrT="Role" phldr="1"/>
      <dgm:spPr/>
      <dgm:t>
        <a:bodyPr/>
        <a:lstStyle/>
        <a:p>
          <a:endParaRPr lang="en-US"/>
        </a:p>
      </dgm:t>
    </dgm:pt>
    <dgm:pt modelId="{ACBF00AA-B8F7-4C3B-AFB4-8C7D51D4EFA0}" type="parTrans" cxnId="{D64D1918-9BA2-4D58-B741-51BA6A1039CE}">
      <dgm:prSet/>
      <dgm:spPr/>
    </dgm:pt>
    <dgm:pt modelId="{FF994EB4-F7B1-49C9-81A1-E35D4FF3E34B}" type="sibTrans" cxnId="{D64D1918-9BA2-4D58-B741-51BA6A1039CE}">
      <dgm:prSet/>
      <dgm:spPr/>
    </dgm:pt>
    <dgm:pt modelId="{8AABBEC7-0534-4341-9DF8-7BEE08ECD056}">
      <dgm:prSet phldrT="Name"/>
      <dgm:spPr/>
      <dgm:t>
        <a:bodyPr/>
        <a:lstStyle/>
        <a:p>
          <a:pPr>
            <a:defRPr b="1"/>
          </a:pPr>
          <a:r>
            <a:rPr lang="en-US"/>
            <a:t>Branch B Child</a:t>
          </a:r>
        </a:p>
      </dgm:t>
    </dgm:pt>
    <dgm:pt modelId="{090EC7F6-1E18-4983-B4EC-C95F4B0096CC}" type="parTrans" cxnId="{0AD3A844-2749-49DB-BEA1-4E74193E3FFD}">
      <dgm:prSet/>
      <dgm:spPr/>
    </dgm:pt>
    <dgm:pt modelId="{4D952BE2-93A7-437F-829F-3A520442B575}" type="sibTrans" cxnId="{0AD3A844-2749-49DB-BEA1-4E74193E3FFD}">
      <dgm:prSet/>
      <dgm:spPr/>
    </dgm:pt>
    <dgm:pt modelId="{906C9256-733D-40A2-B3FD-52CD33C76CBD}">
      <dgm:prSet phldrT="Role" phldr="1"/>
      <dgm:spPr/>
      <dgm:t>
        <a:bodyPr/>
        <a:lstStyle/>
        <a:p>
          <a:endParaRPr lang="en-US"/>
        </a:p>
      </dgm:t>
    </dgm:pt>
    <dgm:pt modelId="{E42EF324-A017-4F4E-8B15-3FD91182890F}" type="parTrans" cxnId="{0C0C9488-A848-4071-B24D-5704F1659AB2}">
      <dgm:prSet/>
      <dgm:spPr/>
    </dgm:pt>
    <dgm:pt modelId="{8D94C056-BBF9-44FB-B914-D5FF464350C4}" type="sibTrans" cxnId="{0C0C9488-A848-4071-B24D-5704F1659AB2}">
      <dgm:prSet/>
      <dgm:spPr/>
    </dgm:pt>
    <dgm:pt modelId="{2D518CD4-A15F-41B3-A8B4-B5268E62E287}">
      <dgm:prSet phldrT="Name"/>
      <dgm:spPr/>
      <dgm:t>
        <a:bodyPr/>
        <a:lstStyle/>
        <a:p>
          <a:pPr>
            <a:defRPr b="1"/>
          </a:pPr>
          <a:r>
            <a:rPr lang="en-US"/>
            <a:t>Branch B Grandchild</a:t>
          </a:r>
        </a:p>
      </dgm:t>
    </dgm:pt>
    <dgm:pt modelId="{B4A0D818-C374-4770-A3EF-FAAFD10B81AF}" type="parTrans" cxnId="{29FF4965-39D6-4ED0-AD9E-C034F9012DF6}">
      <dgm:prSet/>
      <dgm:spPr/>
    </dgm:pt>
    <dgm:pt modelId="{4866E306-9EFE-4821-B807-F10005E91B8E}" type="sibTrans" cxnId="{29FF4965-39D6-4ED0-AD9E-C034F9012DF6}">
      <dgm:prSet/>
      <dgm:spPr/>
    </dgm:pt>
    <dgm:pt modelId="{B005B56C-3386-4CF2-BC36-7D62D2EDA591}">
      <dgm:prSet phldrT="Role" phldr="1"/>
      <dgm:spPr/>
      <dgm:t>
        <a:bodyPr/>
        <a:lstStyle/>
        <a:p>
          <a:endParaRPr lang="en-US"/>
        </a:p>
      </dgm:t>
    </dgm:pt>
    <dgm:pt modelId="{7F6A399A-B39A-4259-AF7D-5CA5969FCEDD}" type="parTrans" cxnId="{A102225E-05FF-4B67-9FE9-C4A38A6194AF}">
      <dgm:prSet/>
      <dgm:spPr/>
    </dgm:pt>
    <dgm:pt modelId="{A5178C84-EC20-41AC-B60E-61845C1A25A8}" type="sibTrans" cxnId="{A102225E-05FF-4B67-9FE9-C4A38A6194AF}">
      <dgm:prSet/>
      <dgm:spPr/>
    </dgm:pt>
    <dgm:pt modelId="{06D25148-9359-4CBB-AA95-0BA2EF60CF9A}">
      <dgm:prSet phldrT="Name"/>
      <dgm:spPr/>
      <dgm:t>
        <a:bodyPr/>
        <a:lstStyle/>
        <a:p>
          <a:pPr>
            <a:defRPr b="1"/>
          </a:pPr>
          <a:r>
            <a:rPr lang="en-US"/>
            <a:t>Branch C Root</a:t>
          </a:r>
        </a:p>
      </dgm:t>
    </dgm:pt>
    <dgm:pt modelId="{167AC63D-50C5-4E2B-A5BC-46B0350102D7}" type="parTrans" cxnId="{A378926A-F944-44A2-A94D-5D524829F7E4}">
      <dgm:prSet/>
      <dgm:spPr/>
    </dgm:pt>
    <dgm:pt modelId="{A705904F-0BCB-4040-A3C5-4842481B84AA}" type="sibTrans" cxnId="{A378926A-F944-44A2-A94D-5D524829F7E4}">
      <dgm:prSet/>
      <dgm:spPr/>
    </dgm:pt>
    <dgm:pt modelId="{52500937-7EBF-4058-B7FF-6B70A6A2971F}">
      <dgm:prSet phldrT="Role" phldr="1"/>
      <dgm:spPr/>
      <dgm:t>
        <a:bodyPr/>
        <a:lstStyle/>
        <a:p>
          <a:endParaRPr lang="en-US"/>
        </a:p>
      </dgm:t>
    </dgm:pt>
    <dgm:pt modelId="{CBFA8531-0179-4AE8-8515-1EE5CBCE30C4}" type="parTrans" cxnId="{9CEE1139-3220-4355-8174-1EA4AE6F2122}">
      <dgm:prSet/>
      <dgm:spPr/>
    </dgm:pt>
    <dgm:pt modelId="{747554EA-B1A5-4E6A-A78B-7907D47AEC87}" type="sibTrans" cxnId="{9CEE1139-3220-4355-8174-1EA4AE6F2122}">
      <dgm:prSet/>
      <dgm:spPr/>
    </dgm:pt>
    <dgm:pt modelId="{44C642EB-AE6B-4DDC-A633-8BE5FD227AC5}">
      <dgm:prSet phldrT="Name"/>
      <dgm:spPr/>
      <dgm:t>
        <a:bodyPr/>
        <a:lstStyle/>
        <a:p>
          <a:pPr>
            <a:defRPr b="1"/>
          </a:pPr>
          <a:r>
            <a:rPr lang="en-US"/>
            <a:t>Branch C Child</a:t>
          </a:r>
        </a:p>
      </dgm:t>
    </dgm:pt>
    <dgm:pt modelId="{8273CF66-092D-443A-B6A4-75D80F810553}" type="parTrans" cxnId="{44AA1DA7-C261-4D15-9591-04E7F6B2259D}">
      <dgm:prSet/>
      <dgm:spPr/>
    </dgm:pt>
    <dgm:pt modelId="{781F1C45-4E2D-4E2B-AC41-080F8E444D8D}" type="sibTrans" cxnId="{44AA1DA7-C261-4D15-9591-04E7F6B2259D}">
      <dgm:prSet/>
      <dgm:spPr/>
    </dgm:pt>
    <dgm:pt modelId="{DE5B9164-0366-4B5E-9251-46BA02964AC8}">
      <dgm:prSet phldrT="Role" phldr="1"/>
      <dgm:spPr/>
      <dgm:t>
        <a:bodyPr/>
        <a:lstStyle/>
        <a:p>
          <a:endParaRPr lang="en-US"/>
        </a:p>
      </dgm:t>
    </dgm:pt>
    <dgm:pt modelId="{A01FCC08-26BE-42D8-BA41-10DB6FC5AE56}" type="parTrans" cxnId="{3BE10DC6-64CE-4DCA-884B-228F09A142F2}">
      <dgm:prSet/>
      <dgm:spPr/>
    </dgm:pt>
    <dgm:pt modelId="{46026FB0-63D1-4728-A042-137C5069947F}" type="sibTrans" cxnId="{3BE10DC6-64CE-4DCA-884B-228F09A142F2}">
      <dgm:prSet/>
      <dgm:spPr/>
    </dgm:pt>
    <dgm:pt modelId="{2582FB9E-C5DE-45B9-B721-20B19BBDCFD2}" type="pres">
      <dgm:prSet presAssocID="{F2FE2A80-C6DD-44ED-A655-2B1FBF1E901D}" presName="root" presStyleCnt="0">
        <dgm:presLayoutVars>
          <dgm:dir/>
          <dgm:resizeHandles val="exact"/>
        </dgm:presLayoutVars>
      </dgm:prSet>
      <dgm:spPr/>
    </dgm:pt>
    <dgm:pt modelId="{F912BEED-FBBC-443A-AB10-474D8CC27086}" type="pres">
      <dgm:prSet presAssocID="{76740E90-2F8B-47AC-B0BD-19F1E2500965}" presName="compNode" presStyleCnt="0"/>
      <dgm:spPr/>
    </dgm:pt>
    <dgm:pt modelId="{486D9019-089B-47D8-B476-347B0E29F1F3}" type="pres">
      <dgm:prSet presAssocID="{76740E90-2F8B-47AC-B0BD-19F1E2500965}" presName="photoCircle" presStyleLbl="fgImgPlace1" presStyleIdx="0" presStyleCnt="6"/>
      <dgm:spPr/>
    </dgm:pt>
    <dgm:pt modelId="{C93830D2-D33E-4C13-B78B-0ECAFA23D733}" type="pres">
      <dgm:prSet presAssocID="{76740E90-2F8B-47AC-B0BD-19F1E2500965}" presName="spacer" presStyleCnt="0"/>
      <dgm:spPr/>
    </dgm:pt>
    <dgm:pt modelId="{3B4B1DF4-6F70-4A77-87C4-FFF7DB91773A}" type="pres">
      <dgm:prSet presAssocID="{76740E90-2F8B-47AC-B0BD-19F1E2500965}" presName="nameText" presStyleLbl="revTx" presStyleIdx="0" presStyleCnt="12">
        <dgm:presLayoutVars>
          <dgm:chMax val="1"/>
          <dgm:chPref val="1"/>
        </dgm:presLayoutVars>
      </dgm:prSet>
      <dgm:spPr/>
    </dgm:pt>
    <dgm:pt modelId="{09CE0B4E-E1E7-436C-90DB-5F22CCDF6839}" type="pres">
      <dgm:prSet presAssocID="{76740E90-2F8B-47AC-B0BD-19F1E2500965}" presName="roleText" presStyleLbl="revTx" presStyleIdx="1" presStyleCnt="12">
        <dgm:presLayoutVars>
          <dgm:chMax val="0"/>
        </dgm:presLayoutVars>
      </dgm:prSet>
      <dgm:spPr/>
    </dgm:pt>
    <dgm:pt modelId="{C2352F00-B973-480D-9532-185AA7780539}" type="pres">
      <dgm:prSet presAssocID="{E0583213-E3C5-4E89-90D4-846B1C39B574}" presName="sibTrans" presStyleCnt="0"/>
      <dgm:spPr/>
    </dgm:pt>
    <dgm:pt modelId="{DBE669D4-3A3A-4BE5-8773-C9788035F3CE}" type="pres">
      <dgm:prSet presAssocID="{2B71FA91-A2E0-4F65-8DD3-ED9096623591}" presName="compNode" presStyleCnt="0"/>
      <dgm:spPr/>
    </dgm:pt>
    <dgm:pt modelId="{2704F294-9A55-42BF-9A92-B16A882F4374}" type="pres">
      <dgm:prSet presAssocID="{2B71FA91-A2E0-4F65-8DD3-ED9096623591}" presName="photoCircle" presStyleLbl="fgImgPlace1" presStyleIdx="1" presStyleCnt="6"/>
      <dgm:spPr/>
    </dgm:pt>
    <dgm:pt modelId="{BE05417B-569D-4E01-9AA8-E907C21DC287}" type="pres">
      <dgm:prSet presAssocID="{2B71FA91-A2E0-4F65-8DD3-ED9096623591}" presName="spacer" presStyleCnt="0"/>
      <dgm:spPr/>
    </dgm:pt>
    <dgm:pt modelId="{145D8D9D-527A-4073-802B-4979EC72F4DF}" type="pres">
      <dgm:prSet presAssocID="{2B71FA91-A2E0-4F65-8DD3-ED9096623591}" presName="nameText" presStyleLbl="revTx" presStyleIdx="2" presStyleCnt="12">
        <dgm:presLayoutVars>
          <dgm:chMax val="1"/>
          <dgm:chPref val="1"/>
        </dgm:presLayoutVars>
      </dgm:prSet>
      <dgm:spPr/>
    </dgm:pt>
    <dgm:pt modelId="{14A3F2F1-D627-42F7-87C1-D496A985C42C}" type="pres">
      <dgm:prSet presAssocID="{2B71FA91-A2E0-4F65-8DD3-ED9096623591}" presName="roleText" presStyleLbl="revTx" presStyleIdx="3" presStyleCnt="12">
        <dgm:presLayoutVars>
          <dgm:chMax val="0"/>
        </dgm:presLayoutVars>
      </dgm:prSet>
      <dgm:spPr/>
    </dgm:pt>
    <dgm:pt modelId="{64CB019A-B7A6-40D4-BD88-F2CA830A9D88}" type="pres">
      <dgm:prSet presAssocID="{B24C1493-68AF-44FB-B176-3303835C32F2}" presName="sibTrans" presStyleCnt="0"/>
      <dgm:spPr/>
    </dgm:pt>
    <dgm:pt modelId="{0C15CFD3-B421-4552-B517-046A77840ECD}" type="pres">
      <dgm:prSet presAssocID="{8AABBEC7-0534-4341-9DF8-7BEE08ECD056}" presName="compNode" presStyleCnt="0"/>
      <dgm:spPr/>
    </dgm:pt>
    <dgm:pt modelId="{F4129BA0-EF9D-4B81-BBC8-1061C89DF282}" type="pres">
      <dgm:prSet presAssocID="{8AABBEC7-0534-4341-9DF8-7BEE08ECD056}" presName="photoCircle" presStyleLbl="fgImgPlace1" presStyleIdx="2" presStyleCnt="6"/>
      <dgm:spPr/>
    </dgm:pt>
    <dgm:pt modelId="{11C41FB3-140C-4749-A3C9-720384349842}" type="pres">
      <dgm:prSet presAssocID="{8AABBEC7-0534-4341-9DF8-7BEE08ECD056}" presName="spacer" presStyleCnt="0"/>
      <dgm:spPr/>
    </dgm:pt>
    <dgm:pt modelId="{B8998CA9-BBF1-4B4F-8911-FB7AAE6450C8}" type="pres">
      <dgm:prSet presAssocID="{8AABBEC7-0534-4341-9DF8-7BEE08ECD056}" presName="nameText" presStyleLbl="revTx" presStyleIdx="4" presStyleCnt="12">
        <dgm:presLayoutVars>
          <dgm:chMax val="1"/>
          <dgm:chPref val="1"/>
        </dgm:presLayoutVars>
      </dgm:prSet>
      <dgm:spPr/>
    </dgm:pt>
    <dgm:pt modelId="{FA9E7F15-E46A-48DB-BAF9-74EA636180F4}" type="pres">
      <dgm:prSet presAssocID="{8AABBEC7-0534-4341-9DF8-7BEE08ECD056}" presName="roleText" presStyleLbl="revTx" presStyleIdx="5" presStyleCnt="12">
        <dgm:presLayoutVars>
          <dgm:chMax val="0"/>
        </dgm:presLayoutVars>
      </dgm:prSet>
      <dgm:spPr/>
    </dgm:pt>
    <dgm:pt modelId="{9766F537-F55C-4CA8-98FC-0385F0FDBBC5}" type="pres">
      <dgm:prSet presAssocID="{4D952BE2-93A7-437F-829F-3A520442B575}" presName="sibTrans" presStyleCnt="0"/>
      <dgm:spPr/>
    </dgm:pt>
    <dgm:pt modelId="{FDDD617A-AAB2-4769-935E-85BB7B9F51FE}" type="pres">
      <dgm:prSet presAssocID="{2D518CD4-A15F-41B3-A8B4-B5268E62E287}" presName="compNode" presStyleCnt="0"/>
      <dgm:spPr/>
    </dgm:pt>
    <dgm:pt modelId="{10569A8C-7C1B-46A7-8B33-0616203FA278}" type="pres">
      <dgm:prSet presAssocID="{2D518CD4-A15F-41B3-A8B4-B5268E62E287}" presName="photoCircle" presStyleLbl="fgImgPlace1" presStyleIdx="3" presStyleCnt="6"/>
      <dgm:spPr/>
    </dgm:pt>
    <dgm:pt modelId="{49A2F142-B6D7-4ECB-9085-15B00271928C}" type="pres">
      <dgm:prSet presAssocID="{2D518CD4-A15F-41B3-A8B4-B5268E62E287}" presName="spacer" presStyleCnt="0"/>
      <dgm:spPr/>
    </dgm:pt>
    <dgm:pt modelId="{10909270-C3EA-4437-8235-F3F9BDBF141D}" type="pres">
      <dgm:prSet presAssocID="{2D518CD4-A15F-41B3-A8B4-B5268E62E287}" presName="nameText" presStyleLbl="revTx" presStyleIdx="6" presStyleCnt="12">
        <dgm:presLayoutVars>
          <dgm:chMax val="1"/>
          <dgm:chPref val="1"/>
        </dgm:presLayoutVars>
      </dgm:prSet>
      <dgm:spPr/>
    </dgm:pt>
    <dgm:pt modelId="{891DE757-D4E0-4CA7-9672-6350A0593C9D}" type="pres">
      <dgm:prSet presAssocID="{2D518CD4-A15F-41B3-A8B4-B5268E62E287}" presName="roleText" presStyleLbl="revTx" presStyleIdx="7" presStyleCnt="12">
        <dgm:presLayoutVars>
          <dgm:chMax val="0"/>
        </dgm:presLayoutVars>
      </dgm:prSet>
      <dgm:spPr/>
    </dgm:pt>
    <dgm:pt modelId="{3553DF9D-7C68-410A-96F6-B5D0E1082E60}" type="pres">
      <dgm:prSet presAssocID="{4866E306-9EFE-4821-B807-F10005E91B8E}" presName="sibTrans" presStyleCnt="0"/>
      <dgm:spPr/>
    </dgm:pt>
    <dgm:pt modelId="{EB6AB79F-C766-4E1B-B1BB-2887B8DE601E}" type="pres">
      <dgm:prSet presAssocID="{06D25148-9359-4CBB-AA95-0BA2EF60CF9A}" presName="compNode" presStyleCnt="0"/>
      <dgm:spPr/>
    </dgm:pt>
    <dgm:pt modelId="{196A0E16-841D-4B4F-9A11-CCC23FAF5227}" type="pres">
      <dgm:prSet presAssocID="{06D25148-9359-4CBB-AA95-0BA2EF60CF9A}" presName="photoCircle" presStyleLbl="fgImgPlace1" presStyleIdx="4" presStyleCnt="6"/>
      <dgm:spPr/>
    </dgm:pt>
    <dgm:pt modelId="{2FA208A5-CD80-454C-B7C6-A9528816DD20}" type="pres">
      <dgm:prSet presAssocID="{06D25148-9359-4CBB-AA95-0BA2EF60CF9A}" presName="spacer" presStyleCnt="0"/>
      <dgm:spPr/>
    </dgm:pt>
    <dgm:pt modelId="{56B87A31-E9F2-4E46-A363-1DB7B9C112A1}" type="pres">
      <dgm:prSet presAssocID="{06D25148-9359-4CBB-AA95-0BA2EF60CF9A}" presName="nameText" presStyleLbl="revTx" presStyleIdx="8" presStyleCnt="12">
        <dgm:presLayoutVars>
          <dgm:chMax val="1"/>
          <dgm:chPref val="1"/>
        </dgm:presLayoutVars>
      </dgm:prSet>
      <dgm:spPr/>
    </dgm:pt>
    <dgm:pt modelId="{7ADE89E3-96E8-41B7-9E54-8D8E1188BE44}" type="pres">
      <dgm:prSet presAssocID="{06D25148-9359-4CBB-AA95-0BA2EF60CF9A}" presName="roleText" presStyleLbl="revTx" presStyleIdx="9" presStyleCnt="12">
        <dgm:presLayoutVars>
          <dgm:chMax val="0"/>
        </dgm:presLayoutVars>
      </dgm:prSet>
      <dgm:spPr/>
    </dgm:pt>
    <dgm:pt modelId="{E8F5190E-3661-4EC0-B686-15438B21C335}" type="pres">
      <dgm:prSet presAssocID="{A705904F-0BCB-4040-A3C5-4842481B84AA}" presName="sibTrans" presStyleCnt="0"/>
      <dgm:spPr/>
    </dgm:pt>
    <dgm:pt modelId="{8A868773-2CFC-4B5A-8084-0843165A95AE}" type="pres">
      <dgm:prSet presAssocID="{44C642EB-AE6B-4DDC-A633-8BE5FD227AC5}" presName="compNode" presStyleCnt="0"/>
      <dgm:spPr/>
    </dgm:pt>
    <dgm:pt modelId="{699A1132-D14F-4A2E-8464-116C45EB8835}" type="pres">
      <dgm:prSet presAssocID="{44C642EB-AE6B-4DDC-A633-8BE5FD227AC5}" presName="photoCircle" presStyleLbl="fgImgPlace1" presStyleIdx="5" presStyleCnt="6"/>
      <dgm:spPr/>
    </dgm:pt>
    <dgm:pt modelId="{2A4DFBAF-F72B-4B83-BDD0-D6240F463522}" type="pres">
      <dgm:prSet presAssocID="{44C642EB-AE6B-4DDC-A633-8BE5FD227AC5}" presName="spacer" presStyleCnt="0"/>
      <dgm:spPr/>
    </dgm:pt>
    <dgm:pt modelId="{80BCC0AB-DC45-4FEF-B9D0-20B0CF18CD0E}" type="pres">
      <dgm:prSet presAssocID="{44C642EB-AE6B-4DDC-A633-8BE5FD227AC5}" presName="nameText" presStyleLbl="revTx" presStyleIdx="10" presStyleCnt="12">
        <dgm:presLayoutVars>
          <dgm:chMax val="1"/>
          <dgm:chPref val="1"/>
        </dgm:presLayoutVars>
      </dgm:prSet>
      <dgm:spPr/>
    </dgm:pt>
    <dgm:pt modelId="{A1997196-03EC-4D5B-969E-5D415882D4A8}" type="pres">
      <dgm:prSet presAssocID="{44C642EB-AE6B-4DDC-A633-8BE5FD227AC5}" presName="roleText" presStyleLbl="revTx" presStyleIdx="11" presStyleCnt="12">
        <dgm:presLayoutVars>
          <dgm:chMax val="0"/>
        </dgm:presLayoutVars>
      </dgm:prSet>
      <dgm:spPr/>
    </dgm:pt>
  </dgm:ptLst>
  <dgm:cxnLst>
    <dgm:cxn modelId="{F5D9ED0B-0797-4191-A0CA-A7C5C8479CD6}" srcId="{F2FE2A80-C6DD-44ED-A655-2B1FBF1E901D}" destId="{76740E90-2F8B-47AC-B0BD-19F1E2500965}" srcOrd="0" destOrd="0" parTransId="{856BAA9D-CDE7-4574-8B39-0B06ECB04417}" sibTransId="{E0583213-E3C5-4E89-90D4-846B1C39B574}"/>
    <dgm:cxn modelId="{D64D1918-9BA2-4D58-B741-51BA6A1039CE}" srcId="{2B71FA91-A2E0-4F65-8DD3-ED9096623591}" destId="{F043F508-782F-4E63-92A4-EA43466807A6}" srcOrd="0" destOrd="0" parTransId="{ACBF00AA-B8F7-4C3B-AFB4-8C7D51D4EFA0}" sibTransId="{FF994EB4-F7B1-49C9-81A1-E35D4FF3E34B}"/>
    <dgm:cxn modelId="{D497EB25-B5CD-4D19-A024-809FB558295C}" srcId="{76740E90-2F8B-47AC-B0BD-19F1E2500965}" destId="{A3FCA9C9-6A9B-4BE5-9F7C-865A4F69206F}" srcOrd="1" destOrd="0" parTransId="{97BBEDFD-DE1E-44B1-848A-44AE02BF8DA8}" sibTransId="{5814AF38-8D55-43CF-BB93-C5EE128D68DF}"/>
    <dgm:cxn modelId="{49920C2E-621A-482A-87A6-693DF6670585}" type="presOf" srcId="{06D25148-9359-4CBB-AA95-0BA2EF60CF9A}" destId="{56B87A31-E9F2-4E46-A363-1DB7B9C112A1}" srcOrd="0" destOrd="0" presId="urn:microsoft.com/office/officeart/2024/layout/MeetTheTeam"/>
    <dgm:cxn modelId="{9CEE1139-3220-4355-8174-1EA4AE6F2122}" srcId="{06D25148-9359-4CBB-AA95-0BA2EF60CF9A}" destId="{52500937-7EBF-4058-B7FF-6B70A6A2971F}" srcOrd="0" destOrd="0" parTransId="{CBFA8531-0179-4AE8-8515-1EE5CBCE30C4}" sibTransId="{747554EA-B1A5-4E6A-A78B-7907D47AEC87}"/>
    <dgm:cxn modelId="{1A367C3B-9920-4860-80B9-BFB4E8E1213E}" srcId="{C700186A-9103-4118-AFCA-CF1FBCDFAB52}" destId="{C64057F7-7CA5-4426-BCCA-0CAD4DC1BFE2}" srcOrd="0" destOrd="0" parTransId="{1923C189-C5F7-4F7C-8251-7780B3008CF0}" sibTransId="{09AEAA1F-A7F1-4FE4-98D6-162AE04B2268}"/>
    <dgm:cxn modelId="{A102225E-05FF-4B67-9FE9-C4A38A6194AF}" srcId="{2D518CD4-A15F-41B3-A8B4-B5268E62E287}" destId="{B005B56C-3386-4CF2-BC36-7D62D2EDA591}" srcOrd="0" destOrd="0" parTransId="{7F6A399A-B39A-4259-AF7D-5CA5969FCEDD}" sibTransId="{A5178C84-EC20-41AC-B60E-61845C1A25A8}"/>
    <dgm:cxn modelId="{13C32F43-631C-4FCB-9951-725F3C12D9E9}" type="presOf" srcId="{B005B56C-3386-4CF2-BC36-7D62D2EDA591}" destId="{891DE757-D4E0-4CA7-9672-6350A0593C9D}" srcOrd="0" destOrd="0" presId="urn:microsoft.com/office/officeart/2024/layout/MeetTheTeam"/>
    <dgm:cxn modelId="{0AD3A844-2749-49DB-BEA1-4E74193E3FFD}" srcId="{F2FE2A80-C6DD-44ED-A655-2B1FBF1E901D}" destId="{8AABBEC7-0534-4341-9DF8-7BEE08ECD056}" srcOrd="2" destOrd="0" parTransId="{090EC7F6-1E18-4983-B4EC-C95F4B0096CC}" sibTransId="{4D952BE2-93A7-437F-829F-3A520442B575}"/>
    <dgm:cxn modelId="{29FF4965-39D6-4ED0-AD9E-C034F9012DF6}" srcId="{F2FE2A80-C6DD-44ED-A655-2B1FBF1E901D}" destId="{2D518CD4-A15F-41B3-A8B4-B5268E62E287}" srcOrd="3" destOrd="0" parTransId="{B4A0D818-C374-4770-A3EF-FAAFD10B81AF}" sibTransId="{4866E306-9EFE-4821-B807-F10005E91B8E}"/>
    <dgm:cxn modelId="{FD65CB65-544C-444E-A99F-8D3D4C4243AD}" type="presOf" srcId="{76740E90-2F8B-47AC-B0BD-19F1E2500965}" destId="{3B4B1DF4-6F70-4A77-87C4-FFF7DB91773A}" srcOrd="0" destOrd="0" presId="urn:microsoft.com/office/officeart/2024/layout/MeetTheTeam"/>
    <dgm:cxn modelId="{34CF3B67-D69C-4E95-BA66-E73A868B91D6}" type="presOf" srcId="{A3FCA9C9-6A9B-4BE5-9F7C-865A4F69206F}" destId="{09CE0B4E-E1E7-436C-90DB-5F22CCDF6839}" srcOrd="0" destOrd="1" presId="urn:microsoft.com/office/officeart/2024/layout/MeetTheTeam"/>
    <dgm:cxn modelId="{A4EDC647-FF2C-4BAD-BA6E-D78CE4502DD0}" type="presOf" srcId="{52500937-7EBF-4058-B7FF-6B70A6A2971F}" destId="{7ADE89E3-96E8-41B7-9E54-8D8E1188BE44}" srcOrd="0" destOrd="0" presId="urn:microsoft.com/office/officeart/2024/layout/MeetTheTeam"/>
    <dgm:cxn modelId="{A378926A-F944-44A2-A94D-5D524829F7E4}" srcId="{F2FE2A80-C6DD-44ED-A655-2B1FBF1E901D}" destId="{06D25148-9359-4CBB-AA95-0BA2EF60CF9A}" srcOrd="4" destOrd="0" parTransId="{167AC63D-50C5-4E2B-A5BC-46B0350102D7}" sibTransId="{A705904F-0BCB-4040-A3C5-4842481B84AA}"/>
    <dgm:cxn modelId="{5099FA6A-4B9B-43B0-AE34-BD4AE53793FF}" type="presOf" srcId="{C700186A-9103-4118-AFCA-CF1FBCDFAB52}" destId="{09CE0B4E-E1E7-436C-90DB-5F22CCDF6839}" srcOrd="0" destOrd="3" presId="urn:microsoft.com/office/officeart/2024/layout/MeetTheTeam"/>
    <dgm:cxn modelId="{75DBAD4D-AF9B-492C-8683-6CB3F2F62B2B}" type="presOf" srcId="{2D518CD4-A15F-41B3-A8B4-B5268E62E287}" destId="{10909270-C3EA-4437-8235-F3F9BDBF141D}" srcOrd="0" destOrd="0" presId="urn:microsoft.com/office/officeart/2024/layout/MeetTheTeam"/>
    <dgm:cxn modelId="{03B87D6F-37BD-4DF0-9134-60B8C2DEFD9A}" type="presOf" srcId="{2B71FA91-A2E0-4F65-8DD3-ED9096623591}" destId="{145D8D9D-527A-4073-802B-4979EC72F4DF}" srcOrd="0" destOrd="0" presId="urn:microsoft.com/office/officeart/2024/layout/MeetTheTeam"/>
    <dgm:cxn modelId="{CC04CE7F-77E8-4FAD-B663-0188DAB2B7B1}" type="presOf" srcId="{8AABBEC7-0534-4341-9DF8-7BEE08ECD056}" destId="{B8998CA9-BBF1-4B4F-8911-FB7AAE6450C8}" srcOrd="0" destOrd="0" presId="urn:microsoft.com/office/officeart/2024/layout/MeetTheTeam"/>
    <dgm:cxn modelId="{0C0C9488-A848-4071-B24D-5704F1659AB2}" srcId="{8AABBEC7-0534-4341-9DF8-7BEE08ECD056}" destId="{906C9256-733D-40A2-B3FD-52CD33C76CBD}" srcOrd="0" destOrd="0" parTransId="{E42EF324-A017-4F4E-8B15-3FD91182890F}" sibTransId="{8D94C056-BBF9-44FB-B914-D5FF464350C4}"/>
    <dgm:cxn modelId="{8874DB94-5EBA-4838-8978-C9D15EBF5464}" type="presOf" srcId="{C64057F7-7CA5-4426-BCCA-0CAD4DC1BFE2}" destId="{09CE0B4E-E1E7-436C-90DB-5F22CCDF6839}" srcOrd="0" destOrd="4" presId="urn:microsoft.com/office/officeart/2024/layout/MeetTheTeam"/>
    <dgm:cxn modelId="{D021B09E-F429-433C-AA54-48A4CFDB3CE8}" type="presOf" srcId="{F2FE2A80-C6DD-44ED-A655-2B1FBF1E901D}" destId="{2582FB9E-C5DE-45B9-B721-20B19BBDCFD2}" srcOrd="0" destOrd="0" presId="urn:microsoft.com/office/officeart/2024/layout/MeetTheTeam"/>
    <dgm:cxn modelId="{518A96A1-66C2-4F4C-8778-FB6C50AE0D5C}" srcId="{76740E90-2F8B-47AC-B0BD-19F1E2500965}" destId="{1E1F4685-E77A-4298-B0E8-9C84A8E20EC5}" srcOrd="0" destOrd="0" parTransId="{696774E3-647A-4071-91D5-2C8D6FBED31B}" sibTransId="{16CA345B-6AD4-4F57-9C64-9E273EDF0007}"/>
    <dgm:cxn modelId="{44AA1DA7-C261-4D15-9591-04E7F6B2259D}" srcId="{F2FE2A80-C6DD-44ED-A655-2B1FBF1E901D}" destId="{44C642EB-AE6B-4DDC-A633-8BE5FD227AC5}" srcOrd="5" destOrd="0" parTransId="{8273CF66-092D-443A-B6A4-75D80F810553}" sibTransId="{781F1C45-4E2D-4E2B-AC41-080F8E444D8D}"/>
    <dgm:cxn modelId="{E5578EB2-A377-45D1-B60F-07B97E611EB4}" type="presOf" srcId="{F043F508-782F-4E63-92A4-EA43466807A6}" destId="{14A3F2F1-D627-42F7-87C1-D496A985C42C}" srcOrd="0" destOrd="0" presId="urn:microsoft.com/office/officeart/2024/layout/MeetTheTeam"/>
    <dgm:cxn modelId="{960BD0C1-69BF-4952-983E-9B8F6DF86C06}" type="presOf" srcId="{DE5B9164-0366-4B5E-9251-46BA02964AC8}" destId="{A1997196-03EC-4D5B-969E-5D415882D4A8}" srcOrd="0" destOrd="0" presId="urn:microsoft.com/office/officeart/2024/layout/MeetTheTeam"/>
    <dgm:cxn modelId="{3BE10DC6-64CE-4DCA-884B-228F09A142F2}" srcId="{44C642EB-AE6B-4DDC-A633-8BE5FD227AC5}" destId="{DE5B9164-0366-4B5E-9251-46BA02964AC8}" srcOrd="0" destOrd="0" parTransId="{A01FCC08-26BE-42D8-BA41-10DB6FC5AE56}" sibTransId="{46026FB0-63D1-4728-A042-137C5069947F}"/>
    <dgm:cxn modelId="{44A564DE-2115-4BF4-89AE-7CE239DF0B8E}" srcId="{76740E90-2F8B-47AC-B0BD-19F1E2500965}" destId="{C700186A-9103-4118-AFCA-CF1FBCDFAB52}" srcOrd="3" destOrd="0" parTransId="{F584F57E-1555-4763-BC49-93FA1679FE5E}" sibTransId="{BF1CAB1A-3C33-4135-8B0E-C4149DBDF838}"/>
    <dgm:cxn modelId="{DECD87E7-0E4F-4169-8DD8-A6D3E9AD523C}" type="presOf" srcId="{906C9256-733D-40A2-B3FD-52CD33C76CBD}" destId="{FA9E7F15-E46A-48DB-BAF9-74EA636180F4}" srcOrd="0" destOrd="0" presId="urn:microsoft.com/office/officeart/2024/layout/MeetTheTeam"/>
    <dgm:cxn modelId="{EFAEB6E7-4EC2-41AC-BD25-2D589FFA9451}" type="presOf" srcId="{1A134AFF-DE10-47EB-A0AD-2E2776DFD40E}" destId="{09CE0B4E-E1E7-436C-90DB-5F22CCDF6839}" srcOrd="0" destOrd="2" presId="urn:microsoft.com/office/officeart/2024/layout/MeetTheTeam"/>
    <dgm:cxn modelId="{3DF70DE8-85BE-477A-9BB5-E0D9475D57AA}" type="presOf" srcId="{1E1F4685-E77A-4298-B0E8-9C84A8E20EC5}" destId="{09CE0B4E-E1E7-436C-90DB-5F22CCDF6839}" srcOrd="0" destOrd="0" presId="urn:microsoft.com/office/officeart/2024/layout/MeetTheTeam"/>
    <dgm:cxn modelId="{092C0AEF-8D14-470B-9A6B-BC80F2DA5FD0}" type="presOf" srcId="{44C642EB-AE6B-4DDC-A633-8BE5FD227AC5}" destId="{80BCC0AB-DC45-4FEF-B9D0-20B0CF18CD0E}" srcOrd="0" destOrd="0" presId="urn:microsoft.com/office/officeart/2024/layout/MeetTheTeam"/>
    <dgm:cxn modelId="{F91384F1-4673-472A-B52E-8F32E7381E15}" srcId="{76740E90-2F8B-47AC-B0BD-19F1E2500965}" destId="{1A134AFF-DE10-47EB-A0AD-2E2776DFD40E}" srcOrd="2" destOrd="0" parTransId="{A5A25BC0-7198-434B-8A2C-23105255BB37}" sibTransId="{51B0DDCE-473E-4D9C-95B2-3745A34055D4}"/>
    <dgm:cxn modelId="{8F01D5F1-E093-4796-978C-A2B5BE33BDB8}" srcId="{F2FE2A80-C6DD-44ED-A655-2B1FBF1E901D}" destId="{2B71FA91-A2E0-4F65-8DD3-ED9096623591}" srcOrd="1" destOrd="0" parTransId="{CA6D8BEC-DB21-4A78-96B4-D192054FBDB6}" sibTransId="{B24C1493-68AF-44FB-B176-3303835C32F2}"/>
    <dgm:cxn modelId="{DC87ED8C-5238-46A3-B476-111325FA48CC}" type="presParOf" srcId="{2582FB9E-C5DE-45B9-B721-20B19BBDCFD2}" destId="{F912BEED-FBBC-443A-AB10-474D8CC27086}" srcOrd="0" destOrd="0" presId="urn:microsoft.com/office/officeart/2024/layout/MeetTheTeam"/>
    <dgm:cxn modelId="{0055EBC1-3B3F-44F9-AAFB-EB276B61D2E8}" type="presParOf" srcId="{F912BEED-FBBC-443A-AB10-474D8CC27086}" destId="{486D9019-089B-47D8-B476-347B0E29F1F3}" srcOrd="0" destOrd="0" presId="urn:microsoft.com/office/officeart/2024/layout/MeetTheTeam"/>
    <dgm:cxn modelId="{F5AEA3B7-ED53-4009-ADA1-0CB27F9C9D64}" type="presParOf" srcId="{F912BEED-FBBC-443A-AB10-474D8CC27086}" destId="{C93830D2-D33E-4C13-B78B-0ECAFA23D733}" srcOrd="1" destOrd="0" presId="urn:microsoft.com/office/officeart/2024/layout/MeetTheTeam"/>
    <dgm:cxn modelId="{E16C1B07-42F9-45F6-A512-7F1F568D75FD}" type="presParOf" srcId="{F912BEED-FBBC-443A-AB10-474D8CC27086}" destId="{3B4B1DF4-6F70-4A77-87C4-FFF7DB91773A}" srcOrd="2" destOrd="0" presId="urn:microsoft.com/office/officeart/2024/layout/MeetTheTeam"/>
    <dgm:cxn modelId="{DF3A093B-C43B-46F4-9D8B-13F33E4AE137}" type="presParOf" srcId="{F912BEED-FBBC-443A-AB10-474D8CC27086}" destId="{09CE0B4E-E1E7-436C-90DB-5F22CCDF6839}" srcOrd="3" destOrd="0" presId="urn:microsoft.com/office/officeart/2024/layout/MeetTheTeam"/>
    <dgm:cxn modelId="{5110D311-F629-4566-BFB7-8CEB98C7A625}" type="presParOf" srcId="{2582FB9E-C5DE-45B9-B721-20B19BBDCFD2}" destId="{C2352F00-B973-480D-9532-185AA7780539}" srcOrd="1" destOrd="0" presId="urn:microsoft.com/office/officeart/2024/layout/MeetTheTeam"/>
    <dgm:cxn modelId="{308CB1FA-F4A4-415E-AD6C-E5AE044930F9}" type="presParOf" srcId="{2582FB9E-C5DE-45B9-B721-20B19BBDCFD2}" destId="{DBE669D4-3A3A-4BE5-8773-C9788035F3CE}" srcOrd="2" destOrd="0" presId="urn:microsoft.com/office/officeart/2024/layout/MeetTheTeam"/>
    <dgm:cxn modelId="{541C0B25-95BA-405E-960B-68FC72139551}" type="presParOf" srcId="{DBE669D4-3A3A-4BE5-8773-C9788035F3CE}" destId="{2704F294-9A55-42BF-9A92-B16A882F4374}" srcOrd="0" destOrd="0" presId="urn:microsoft.com/office/officeart/2024/layout/MeetTheTeam"/>
    <dgm:cxn modelId="{CCBE0F34-10D7-4277-8079-E9CCABA9D202}" type="presParOf" srcId="{DBE669D4-3A3A-4BE5-8773-C9788035F3CE}" destId="{BE05417B-569D-4E01-9AA8-E907C21DC287}" srcOrd="1" destOrd="0" presId="urn:microsoft.com/office/officeart/2024/layout/MeetTheTeam"/>
    <dgm:cxn modelId="{E4799E0F-9225-4543-AF8F-7801E02C52CD}" type="presParOf" srcId="{DBE669D4-3A3A-4BE5-8773-C9788035F3CE}" destId="{145D8D9D-527A-4073-802B-4979EC72F4DF}" srcOrd="2" destOrd="0" presId="urn:microsoft.com/office/officeart/2024/layout/MeetTheTeam"/>
    <dgm:cxn modelId="{028394BE-64D9-41FA-856B-5D3FF77A6998}" type="presParOf" srcId="{DBE669D4-3A3A-4BE5-8773-C9788035F3CE}" destId="{14A3F2F1-D627-42F7-87C1-D496A985C42C}" srcOrd="3" destOrd="0" presId="urn:microsoft.com/office/officeart/2024/layout/MeetTheTeam"/>
    <dgm:cxn modelId="{02A261F7-B082-452D-826F-A82825B2ADAE}" type="presParOf" srcId="{2582FB9E-C5DE-45B9-B721-20B19BBDCFD2}" destId="{64CB019A-B7A6-40D4-BD88-F2CA830A9D88}" srcOrd="3" destOrd="0" presId="urn:microsoft.com/office/officeart/2024/layout/MeetTheTeam"/>
    <dgm:cxn modelId="{B547D4BD-D80C-4110-857D-B72B6E7C9D2A}" type="presParOf" srcId="{2582FB9E-C5DE-45B9-B721-20B19BBDCFD2}" destId="{0C15CFD3-B421-4552-B517-046A77840ECD}" srcOrd="4" destOrd="0" presId="urn:microsoft.com/office/officeart/2024/layout/MeetTheTeam"/>
    <dgm:cxn modelId="{A8F6B721-4EA3-42B9-8D9D-28769AD28510}" type="presParOf" srcId="{0C15CFD3-B421-4552-B517-046A77840ECD}" destId="{F4129BA0-EF9D-4B81-BBC8-1061C89DF282}" srcOrd="0" destOrd="0" presId="urn:microsoft.com/office/officeart/2024/layout/MeetTheTeam"/>
    <dgm:cxn modelId="{E00C396F-343D-4A24-B3DA-DA77D276BEAA}" type="presParOf" srcId="{0C15CFD3-B421-4552-B517-046A77840ECD}" destId="{11C41FB3-140C-4749-A3C9-720384349842}" srcOrd="1" destOrd="0" presId="urn:microsoft.com/office/officeart/2024/layout/MeetTheTeam"/>
    <dgm:cxn modelId="{992ABB30-16EF-4556-927B-5C640CDAA719}" type="presParOf" srcId="{0C15CFD3-B421-4552-B517-046A77840ECD}" destId="{B8998CA9-BBF1-4B4F-8911-FB7AAE6450C8}" srcOrd="2" destOrd="0" presId="urn:microsoft.com/office/officeart/2024/layout/MeetTheTeam"/>
    <dgm:cxn modelId="{73EB92B0-0C4B-434C-A31E-BF4EB9639A5E}" type="presParOf" srcId="{0C15CFD3-B421-4552-B517-046A77840ECD}" destId="{FA9E7F15-E46A-48DB-BAF9-74EA636180F4}" srcOrd="3" destOrd="0" presId="urn:microsoft.com/office/officeart/2024/layout/MeetTheTeam"/>
    <dgm:cxn modelId="{97C3E839-5F8C-48B5-A31C-3BBFEB11624B}" type="presParOf" srcId="{2582FB9E-C5DE-45B9-B721-20B19BBDCFD2}" destId="{9766F537-F55C-4CA8-98FC-0385F0FDBBC5}" srcOrd="5" destOrd="0" presId="urn:microsoft.com/office/officeart/2024/layout/MeetTheTeam"/>
    <dgm:cxn modelId="{DBB42AC4-A753-44FE-944E-251E867292EC}" type="presParOf" srcId="{2582FB9E-C5DE-45B9-B721-20B19BBDCFD2}" destId="{FDDD617A-AAB2-4769-935E-85BB7B9F51FE}" srcOrd="6" destOrd="0" presId="urn:microsoft.com/office/officeart/2024/layout/MeetTheTeam"/>
    <dgm:cxn modelId="{B8E2998D-9025-4C8B-ACA0-E4C8BEF11FF5}" type="presParOf" srcId="{FDDD617A-AAB2-4769-935E-85BB7B9F51FE}" destId="{10569A8C-7C1B-46A7-8B33-0616203FA278}" srcOrd="0" destOrd="0" presId="urn:microsoft.com/office/officeart/2024/layout/MeetTheTeam"/>
    <dgm:cxn modelId="{6EDCA0A0-A84F-4462-83ED-F01C201E8179}" type="presParOf" srcId="{FDDD617A-AAB2-4769-935E-85BB7B9F51FE}" destId="{49A2F142-B6D7-4ECB-9085-15B00271928C}" srcOrd="1" destOrd="0" presId="urn:microsoft.com/office/officeart/2024/layout/MeetTheTeam"/>
    <dgm:cxn modelId="{286BEB16-B7DF-4C70-8879-C209652A3552}" type="presParOf" srcId="{FDDD617A-AAB2-4769-935E-85BB7B9F51FE}" destId="{10909270-C3EA-4437-8235-F3F9BDBF141D}" srcOrd="2" destOrd="0" presId="urn:microsoft.com/office/officeart/2024/layout/MeetTheTeam"/>
    <dgm:cxn modelId="{142D97CE-3E9F-4E96-A8CE-1AC58DEFE5CE}" type="presParOf" srcId="{FDDD617A-AAB2-4769-935E-85BB7B9F51FE}" destId="{891DE757-D4E0-4CA7-9672-6350A0593C9D}" srcOrd="3" destOrd="0" presId="urn:microsoft.com/office/officeart/2024/layout/MeetTheTeam"/>
    <dgm:cxn modelId="{3AD19D06-1FE9-4534-8C14-46C93B8B80C7}" type="presParOf" srcId="{2582FB9E-C5DE-45B9-B721-20B19BBDCFD2}" destId="{3553DF9D-7C68-410A-96F6-B5D0E1082E60}" srcOrd="7" destOrd="0" presId="urn:microsoft.com/office/officeart/2024/layout/MeetTheTeam"/>
    <dgm:cxn modelId="{7AFD4BE9-0B37-47BC-B4C2-A80EBF1A01B6}" type="presParOf" srcId="{2582FB9E-C5DE-45B9-B721-20B19BBDCFD2}" destId="{EB6AB79F-C766-4E1B-B1BB-2887B8DE601E}" srcOrd="8" destOrd="0" presId="urn:microsoft.com/office/officeart/2024/layout/MeetTheTeam"/>
    <dgm:cxn modelId="{C2C20C04-BB3E-4714-8CA6-79DB9794FD41}" type="presParOf" srcId="{EB6AB79F-C766-4E1B-B1BB-2887B8DE601E}" destId="{196A0E16-841D-4B4F-9A11-CCC23FAF5227}" srcOrd="0" destOrd="0" presId="urn:microsoft.com/office/officeart/2024/layout/MeetTheTeam"/>
    <dgm:cxn modelId="{1D97FEE6-11F5-479F-B2E9-05ABDAA942A1}" type="presParOf" srcId="{EB6AB79F-C766-4E1B-B1BB-2887B8DE601E}" destId="{2FA208A5-CD80-454C-B7C6-A9528816DD20}" srcOrd="1" destOrd="0" presId="urn:microsoft.com/office/officeart/2024/layout/MeetTheTeam"/>
    <dgm:cxn modelId="{90981355-11B2-4059-AB3A-2F1C355B24F0}" type="presParOf" srcId="{EB6AB79F-C766-4E1B-B1BB-2887B8DE601E}" destId="{56B87A31-E9F2-4E46-A363-1DB7B9C112A1}" srcOrd="2" destOrd="0" presId="urn:microsoft.com/office/officeart/2024/layout/MeetTheTeam"/>
    <dgm:cxn modelId="{20B6FDD0-019A-4996-8EA1-7425F82543AB}" type="presParOf" srcId="{EB6AB79F-C766-4E1B-B1BB-2887B8DE601E}" destId="{7ADE89E3-96E8-41B7-9E54-8D8E1188BE44}" srcOrd="3" destOrd="0" presId="urn:microsoft.com/office/officeart/2024/layout/MeetTheTeam"/>
    <dgm:cxn modelId="{DE6977EA-BA56-44B1-AF7B-815D64D6581E}" type="presParOf" srcId="{2582FB9E-C5DE-45B9-B721-20B19BBDCFD2}" destId="{E8F5190E-3661-4EC0-B686-15438B21C335}" srcOrd="9" destOrd="0" presId="urn:microsoft.com/office/officeart/2024/layout/MeetTheTeam"/>
    <dgm:cxn modelId="{B3C636FB-101F-474A-9443-7D1FA3D7E998}" type="presParOf" srcId="{2582FB9E-C5DE-45B9-B721-20B19BBDCFD2}" destId="{8A868773-2CFC-4B5A-8084-0843165A95AE}" srcOrd="10" destOrd="0" presId="urn:microsoft.com/office/officeart/2024/layout/MeetTheTeam"/>
    <dgm:cxn modelId="{F43B0315-70FB-4418-803E-35E4DAF15527}" type="presParOf" srcId="{8A868773-2CFC-4B5A-8084-0843165A95AE}" destId="{699A1132-D14F-4A2E-8464-116C45EB8835}" srcOrd="0" destOrd="0" presId="urn:microsoft.com/office/officeart/2024/layout/MeetTheTeam"/>
    <dgm:cxn modelId="{7236C727-D0EB-4369-BC63-DC75030C6635}" type="presParOf" srcId="{8A868773-2CFC-4B5A-8084-0843165A95AE}" destId="{2A4DFBAF-F72B-4B83-BDD0-D6240F463522}" srcOrd="1" destOrd="0" presId="urn:microsoft.com/office/officeart/2024/layout/MeetTheTeam"/>
    <dgm:cxn modelId="{CEB67C67-B924-4832-9579-EEF1F4C25853}" type="presParOf" srcId="{8A868773-2CFC-4B5A-8084-0843165A95AE}" destId="{80BCC0AB-DC45-4FEF-B9D0-20B0CF18CD0E}" srcOrd="2" destOrd="0" presId="urn:microsoft.com/office/officeart/2024/layout/MeetTheTeam"/>
    <dgm:cxn modelId="{4524B3C4-6744-4FA2-841A-E5F333F9DD39}" type="presParOf" srcId="{8A868773-2CFC-4B5A-8084-0843165A95AE}" destId="{A1997196-03EC-4D5B-969E-5D415882D4A8}" srcOrd="3" destOrd="0" presId="urn:microsoft.com/office/officeart/2024/layout/MeetTheTeam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D9019-089B-47D8-B476-347B0E29F1F3}">
      <dsp:nvSpPr>
        <dsp:cNvPr id="0" name=""/>
        <dsp:cNvSpPr/>
      </dsp:nvSpPr>
      <dsp:spPr>
        <a:xfrm>
          <a:off x="532899" y="154606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B1DF4-6F70-4A77-87C4-FFF7DB91773A}">
      <dsp:nvSpPr>
        <dsp:cNvPr id="0" name=""/>
        <dsp:cNvSpPr/>
      </dsp:nvSpPr>
      <dsp:spPr>
        <a:xfrm>
          <a:off x="469899" y="1830406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A Root</a:t>
          </a:r>
        </a:p>
      </dsp:txBody>
      <dsp:txXfrm>
        <a:off x="469899" y="1830406"/>
        <a:ext cx="1710000" cy="324000"/>
      </dsp:txXfrm>
    </dsp:sp>
    <dsp:sp modelId="{09CE0B4E-E1E7-436C-90DB-5F22CCDF6839}">
      <dsp:nvSpPr>
        <dsp:cNvPr id="0" name=""/>
        <dsp:cNvSpPr/>
      </dsp:nvSpPr>
      <dsp:spPr>
        <a:xfrm>
          <a:off x="469899" y="2154406"/>
          <a:ext cx="1710000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Branch A Child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Branch A Grandchild with long text</a:t>
          </a:r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400" kern="1200"/>
        </a:p>
      </dsp:txBody>
      <dsp:txXfrm>
        <a:off x="469899" y="2154406"/>
        <a:ext cx="1710000" cy="447187"/>
      </dsp:txXfrm>
    </dsp:sp>
    <dsp:sp modelId="{2704F294-9A55-42BF-9A92-B16A882F4374}">
      <dsp:nvSpPr>
        <dsp:cNvPr id="0" name=""/>
        <dsp:cNvSpPr/>
      </dsp:nvSpPr>
      <dsp:spPr>
        <a:xfrm>
          <a:off x="2401299" y="243199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D8D9D-527A-4073-802B-4979EC72F4DF}">
      <dsp:nvSpPr>
        <dsp:cNvPr id="0" name=""/>
        <dsp:cNvSpPr/>
      </dsp:nvSpPr>
      <dsp:spPr>
        <a:xfrm>
          <a:off x="2338299" y="1919000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B Root</a:t>
          </a:r>
        </a:p>
      </dsp:txBody>
      <dsp:txXfrm>
        <a:off x="2338299" y="1919000"/>
        <a:ext cx="1710000" cy="324000"/>
      </dsp:txXfrm>
    </dsp:sp>
    <dsp:sp modelId="{14A3F2F1-D627-42F7-87C1-D496A985C42C}">
      <dsp:nvSpPr>
        <dsp:cNvPr id="0" name=""/>
        <dsp:cNvSpPr/>
      </dsp:nvSpPr>
      <dsp:spPr>
        <a:xfrm>
          <a:off x="2338299" y="2243000"/>
          <a:ext cx="1710000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8299" y="2243000"/>
        <a:ext cx="1710000" cy="270000"/>
      </dsp:txXfrm>
    </dsp:sp>
    <dsp:sp modelId="{F4129BA0-EF9D-4B81-BBC8-1061C89DF282}">
      <dsp:nvSpPr>
        <dsp:cNvPr id="0" name=""/>
        <dsp:cNvSpPr/>
      </dsp:nvSpPr>
      <dsp:spPr>
        <a:xfrm>
          <a:off x="4269700" y="243199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98CA9-BBF1-4B4F-8911-FB7AAE6450C8}">
      <dsp:nvSpPr>
        <dsp:cNvPr id="0" name=""/>
        <dsp:cNvSpPr/>
      </dsp:nvSpPr>
      <dsp:spPr>
        <a:xfrm>
          <a:off x="4206700" y="1919000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B Child</a:t>
          </a:r>
        </a:p>
      </dsp:txBody>
      <dsp:txXfrm>
        <a:off x="4206700" y="1919000"/>
        <a:ext cx="1710000" cy="324000"/>
      </dsp:txXfrm>
    </dsp:sp>
    <dsp:sp modelId="{FA9E7F15-E46A-48DB-BAF9-74EA636180F4}">
      <dsp:nvSpPr>
        <dsp:cNvPr id="0" name=""/>
        <dsp:cNvSpPr/>
      </dsp:nvSpPr>
      <dsp:spPr>
        <a:xfrm>
          <a:off x="4206700" y="2243000"/>
          <a:ext cx="1710000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06700" y="2243000"/>
        <a:ext cx="1710000" cy="270000"/>
      </dsp:txXfrm>
    </dsp:sp>
    <dsp:sp modelId="{10569A8C-7C1B-46A7-8B33-0616203FA278}">
      <dsp:nvSpPr>
        <dsp:cNvPr id="0" name=""/>
        <dsp:cNvSpPr/>
      </dsp:nvSpPr>
      <dsp:spPr>
        <a:xfrm>
          <a:off x="6138100" y="243199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09270-C3EA-4437-8235-F3F9BDBF141D}">
      <dsp:nvSpPr>
        <dsp:cNvPr id="0" name=""/>
        <dsp:cNvSpPr/>
      </dsp:nvSpPr>
      <dsp:spPr>
        <a:xfrm>
          <a:off x="6075100" y="1919000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B Grandchild</a:t>
          </a:r>
        </a:p>
      </dsp:txBody>
      <dsp:txXfrm>
        <a:off x="6075100" y="1919000"/>
        <a:ext cx="1710000" cy="324000"/>
      </dsp:txXfrm>
    </dsp:sp>
    <dsp:sp modelId="{891DE757-D4E0-4CA7-9672-6350A0593C9D}">
      <dsp:nvSpPr>
        <dsp:cNvPr id="0" name=""/>
        <dsp:cNvSpPr/>
      </dsp:nvSpPr>
      <dsp:spPr>
        <a:xfrm>
          <a:off x="6075100" y="2243000"/>
          <a:ext cx="1710000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5100" y="2243000"/>
        <a:ext cx="1710000" cy="270000"/>
      </dsp:txXfrm>
    </dsp:sp>
    <dsp:sp modelId="{196A0E16-841D-4B4F-9A11-CCC23FAF5227}">
      <dsp:nvSpPr>
        <dsp:cNvPr id="0" name=""/>
        <dsp:cNvSpPr/>
      </dsp:nvSpPr>
      <dsp:spPr>
        <a:xfrm>
          <a:off x="2401299" y="2655593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87A31-E9F2-4E46-A363-1DB7B9C112A1}">
      <dsp:nvSpPr>
        <dsp:cNvPr id="0" name=""/>
        <dsp:cNvSpPr/>
      </dsp:nvSpPr>
      <dsp:spPr>
        <a:xfrm>
          <a:off x="2338299" y="4331393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C Root</a:t>
          </a:r>
        </a:p>
      </dsp:txBody>
      <dsp:txXfrm>
        <a:off x="2338299" y="4331393"/>
        <a:ext cx="1710000" cy="324000"/>
      </dsp:txXfrm>
    </dsp:sp>
    <dsp:sp modelId="{7ADE89E3-96E8-41B7-9E54-8D8E1188BE44}">
      <dsp:nvSpPr>
        <dsp:cNvPr id="0" name=""/>
        <dsp:cNvSpPr/>
      </dsp:nvSpPr>
      <dsp:spPr>
        <a:xfrm>
          <a:off x="2338299" y="4655393"/>
          <a:ext cx="1710000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8299" y="4655393"/>
        <a:ext cx="1710000" cy="270000"/>
      </dsp:txXfrm>
    </dsp:sp>
    <dsp:sp modelId="{699A1132-D14F-4A2E-8464-116C45EB8835}">
      <dsp:nvSpPr>
        <dsp:cNvPr id="0" name=""/>
        <dsp:cNvSpPr/>
      </dsp:nvSpPr>
      <dsp:spPr>
        <a:xfrm>
          <a:off x="4269700" y="2655593"/>
          <a:ext cx="1584000" cy="15840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CC0AB-DC45-4FEF-B9D0-20B0CF18CD0E}">
      <dsp:nvSpPr>
        <dsp:cNvPr id="0" name=""/>
        <dsp:cNvSpPr/>
      </dsp:nvSpPr>
      <dsp:spPr>
        <a:xfrm>
          <a:off x="4206700" y="4331393"/>
          <a:ext cx="1710000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Branch C Child</a:t>
          </a:r>
        </a:p>
      </dsp:txBody>
      <dsp:txXfrm>
        <a:off x="4206700" y="4331393"/>
        <a:ext cx="1710000" cy="324000"/>
      </dsp:txXfrm>
    </dsp:sp>
    <dsp:sp modelId="{A1997196-03EC-4D5B-969E-5D415882D4A8}">
      <dsp:nvSpPr>
        <dsp:cNvPr id="0" name=""/>
        <dsp:cNvSpPr/>
      </dsp:nvSpPr>
      <dsp:spPr>
        <a:xfrm>
          <a:off x="4206700" y="4655393"/>
          <a:ext cx="1710000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06700" y="4655393"/>
        <a:ext cx="1710000" cy="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">
  <dgm:title val=""/>
  <dgm:desc val=""/>
  <dgm:catLst>
    <dgm:cat type="meettheteam" pri="100"/>
    <dgm:cat type="pictureconvert" pri="31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Circle" refType="w" fact="0.88"/>
          <dgm:constr type="h" for="ch" forName="photoCircle" refType="w" refFor="ch" refForName="photoCircle"/>
          <dgm:constr type="t" for="ch" forName="photoCircle"/>
          <dgm:constr type="ctrX" for="ch" forName="photoCircl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Circl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Circle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5727-CC27-022D-49F5-613ECBF8A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2BDD4-6D8C-71AD-468F-8F0A15DC6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F58A8-83EE-649E-C9E8-CDDB4986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92649-461C-D951-C263-28A9AA53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D9550-D52C-5E5D-9B77-6E65B8C9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C13B-ADB1-7F62-C683-98AB0783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E2EB-A87E-45BD-4ECD-537B0A62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B8039-D874-F41F-0C94-5EFB9382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0CEE-F45B-247C-17E0-078C3FD49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D4EF9-0975-ACC0-CC12-C69A4ECB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E06E-FCF2-30D3-F600-32CCF725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824D0-1CDB-5B50-F1D0-708401224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FCCDA-4E15-6CD9-F08A-867BCBCF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FC8A3-5674-42C3-9718-7019757A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70581-C3E6-1A28-EAA6-2D129650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1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EA58-DF27-26DC-F3A2-CEB6E086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49A34-07FC-3DDA-7424-D3105AD24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73555-393A-39EE-EBFA-49FC4F5A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3826B-1EBF-DBE1-6C42-8B6F34C9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05F4F-1FBB-BE51-E9DD-7294E193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5D1BB-D06A-AE0F-CC50-F5191DFC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6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BA14-1576-6F47-B749-10AAEC13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85E76-7974-A7E0-6829-FAB3CABE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9F2B9-0520-B7AD-82E1-A7EFE95D0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773A7-8632-CC08-B86F-F74D2B769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87A2A-BACA-61B5-DEB5-5A65DDC5C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5277B-08B4-7056-65C6-E47C0F41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4FA77-3797-9C99-FA17-BD9A3EFB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12C0F-7CAC-72CE-C84B-7328A190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6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1D70-6331-FA33-938A-6C3AE46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99BF2-B2B5-8D64-4B95-F90CDBB6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0DA63-0FD2-34EA-3FB8-76BE63FD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D8EE3-4B53-81CC-F74F-677033A7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7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2735AE-E3EE-BD33-997B-79F97383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AF882-425D-BF65-7886-4427C5B8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BD3C0-A5F0-BC23-FDA4-8BF16AD0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5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DF2E-AB37-CDAC-0B54-FA454DF5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7C7C-EBD1-970B-858E-D22C6F904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4872-C59C-9029-6E49-C96F0BE5E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BE74-3F8F-76BD-416D-DF99DA6F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FE510-71C6-45CA-8608-D6CD15FA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20A49-B2A7-10BE-8356-DC9AADE5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A228-86DF-EB42-1050-F0B47138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1FBA3D-23DC-1D78-C891-5BA50E48A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93C6F-7336-5625-550F-5FB3F3F29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1B73D-5B0D-DF40-878C-8E8DA44C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A4D4A-DF6D-4BD8-E161-15CE495E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138D-8CDB-FC8F-66F0-CB4F814C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9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B974-D408-CF40-3607-10CD1BF7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8C8F6-EDA0-9478-51F3-B7B86DCBC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2932-8D9A-07B8-75FA-7CF5C426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073E3-1885-083A-EF05-593B55B1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37ACB-F9A7-468A-1998-70BB7057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2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5ECE7-D3D6-6DF3-71DB-E38F54F52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3193D-7433-709C-F9B8-AA1832FDE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AB87A-CB70-9715-31C3-773483A1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8FB38-CDA9-9249-9891-C7957211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45793-8AA9-04F6-66CB-E2B7EF21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6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35AC0-FF06-6F9E-EDE0-DD459422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A3312-5A77-9B81-B4BD-0BA06BA8C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8E27F-484B-2F50-FC8D-306562C58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BF152-10FB-4636-A72A-41F896F331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A0B8-053D-BF84-2391-4570670D2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F192-3869-24F6-04C9-E920220E8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EE6E2-D713-4974-A667-0E2038E1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0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7EBBD19-F140-847D-49D9-8CA41CE6BB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1428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39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2026-09-06T08:15:15Z</dcterms:created>
  <dcterms:modified xsi:type="dcterms:W3CDTF">2026-09-06T08:15:16Z</dcterms:modified>
</cp:coreProperties>
</file>