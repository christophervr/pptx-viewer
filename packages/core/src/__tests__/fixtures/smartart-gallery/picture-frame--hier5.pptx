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CC7F7F-6E3F-40C2-8468-937C0FF48EFA}" type="doc">
      <dgm:prSet loTypeId="urn:microsoft.com/office/officeart/2011/layout/Picture Fram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4017CC-2A2F-44BB-8BAB-F20246186B71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9760D4B-1CF9-48A8-BFEF-18ED9512058B}" type="parTrans" cxnId="{1A1FCB48-4E9A-4FF4-A025-46D5B7C2C486}">
      <dgm:prSet/>
      <dgm:spPr/>
    </dgm:pt>
    <dgm:pt modelId="{F58223B4-E6EC-48FA-87A5-46950E285CA6}" type="sibTrans" cxnId="{1A1FCB48-4E9A-4FF4-A025-46D5B7C2C486}">
      <dgm:prSet/>
      <dgm:spPr/>
    </dgm:pt>
    <dgm:pt modelId="{0FC82CCE-CA21-4EF6-8464-24E5F318D39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2400654-8D39-4401-B8FC-F77D9578E08E}" type="parTrans" cxnId="{C4AB2DA7-8E3B-48F9-B12C-1FD9FFF1F605}">
      <dgm:prSet/>
      <dgm:spPr/>
    </dgm:pt>
    <dgm:pt modelId="{98804461-CAB3-42D7-AC7B-1FA4D8D006DE}" type="sibTrans" cxnId="{C4AB2DA7-8E3B-48F9-B12C-1FD9FFF1F605}">
      <dgm:prSet/>
      <dgm:spPr/>
    </dgm:pt>
    <dgm:pt modelId="{3585FBC7-0E1A-4506-9A8F-F013873528D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4271461-1CEE-47B7-81F5-3DE2258E3F8C}" type="parTrans" cxnId="{13FA7DEB-D4C4-43CA-BAF7-3D4710DD1E05}">
      <dgm:prSet/>
      <dgm:spPr/>
    </dgm:pt>
    <dgm:pt modelId="{6D86A214-409C-4B61-8E05-E7AF0EF674D1}" type="sibTrans" cxnId="{13FA7DEB-D4C4-43CA-BAF7-3D4710DD1E05}">
      <dgm:prSet/>
      <dgm:spPr/>
    </dgm:pt>
    <dgm:pt modelId="{97745E89-5B17-4054-B28D-2BDF84053D0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D715178-4B63-413F-809A-3B8874FA3C8B}" type="parTrans" cxnId="{E9E86B4A-3C0D-4A1B-9460-1850569DE739}">
      <dgm:prSet/>
      <dgm:spPr/>
    </dgm:pt>
    <dgm:pt modelId="{86E8BD6A-E78C-4BBF-9478-BEEAEE4012C2}" type="sibTrans" cxnId="{E9E86B4A-3C0D-4A1B-9460-1850569DE739}">
      <dgm:prSet/>
      <dgm:spPr/>
    </dgm:pt>
    <dgm:pt modelId="{38DA2D6E-4B89-4062-834E-65EF47278DE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65A46A7-36F4-4450-AE60-19B310EC8382}" type="parTrans" cxnId="{F9000366-FC5C-4BBF-BF7E-AF8E98982CB2}">
      <dgm:prSet/>
      <dgm:spPr/>
    </dgm:pt>
    <dgm:pt modelId="{99C9966B-FDE1-4490-B6D6-7F2397DB1E2B}" type="sibTrans" cxnId="{F9000366-FC5C-4BBF-BF7E-AF8E98982CB2}">
      <dgm:prSet/>
      <dgm:spPr/>
    </dgm:pt>
    <dgm:pt modelId="{7AC90340-2689-4341-8C52-1C0CD7E65D43}" type="pres">
      <dgm:prSet presAssocID="{1BCC7F7F-6E3F-40C2-8468-937C0FF48EFA}" presName="Name0" presStyleCnt="0">
        <dgm:presLayoutVars>
          <dgm:chMax/>
          <dgm:chPref/>
          <dgm:dir/>
        </dgm:presLayoutVars>
      </dgm:prSet>
      <dgm:spPr/>
    </dgm:pt>
    <dgm:pt modelId="{8E974614-6D28-4FC7-BDDC-F28690C01F41}" type="pres">
      <dgm:prSet presAssocID="{D14017CC-2A2F-44BB-8BAB-F20246186B71}" presName="composite" presStyleCnt="0"/>
      <dgm:spPr/>
    </dgm:pt>
    <dgm:pt modelId="{810E061B-EB9C-4528-BCD2-BB514D5D1E57}" type="pres">
      <dgm:prSet presAssocID="{D14017CC-2A2F-44BB-8BAB-F20246186B71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6D51179-CFED-4D58-854D-3B649F805CE4}" type="pres">
      <dgm:prSet presAssocID="{D14017CC-2A2F-44BB-8BAB-F20246186B71}" presName="Accent1" presStyleLbl="parChTrans1D1" presStyleIdx="0" presStyleCnt="3"/>
      <dgm:spPr/>
    </dgm:pt>
    <dgm:pt modelId="{55B59622-79C7-4720-BFA2-302FF2E3A880}" type="pres">
      <dgm:prSet presAssocID="{D14017CC-2A2F-44BB-8BAB-F20246186B71}" presName="Image" presStyleLbl="alignImgPlace1" presStyleIdx="0" presStyleCnt="3"/>
      <dgm:spPr/>
    </dgm:pt>
    <dgm:pt modelId="{CCD668FD-795F-4C68-8987-324DB605503D}" type="pres">
      <dgm:prSet presAssocID="{F58223B4-E6EC-48FA-87A5-46950E285CA6}" presName="sibTrans" presStyleCnt="0"/>
      <dgm:spPr/>
    </dgm:pt>
    <dgm:pt modelId="{4D91B652-1B2A-45D1-ACE4-76A48132CF15}" type="pres">
      <dgm:prSet presAssocID="{3585FBC7-0E1A-4506-9A8F-F013873528D3}" presName="composite" presStyleCnt="0"/>
      <dgm:spPr/>
    </dgm:pt>
    <dgm:pt modelId="{5ABB140C-C54E-45E4-86A6-AFF99307A129}" type="pres">
      <dgm:prSet presAssocID="{3585FBC7-0E1A-4506-9A8F-F013873528D3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DF415FF-5B06-4669-A2D3-A53627910881}" type="pres">
      <dgm:prSet presAssocID="{3585FBC7-0E1A-4506-9A8F-F013873528D3}" presName="Accent1" presStyleLbl="parChTrans1D1" presStyleIdx="1" presStyleCnt="3"/>
      <dgm:spPr/>
    </dgm:pt>
    <dgm:pt modelId="{E43A6875-D632-4AE0-A929-C2D3F0F44D02}" type="pres">
      <dgm:prSet presAssocID="{3585FBC7-0E1A-4506-9A8F-F013873528D3}" presName="Image" presStyleLbl="alignImgPlace1" presStyleIdx="1" presStyleCnt="3"/>
      <dgm:spPr/>
    </dgm:pt>
    <dgm:pt modelId="{18C8D80C-2017-472B-8F68-B5C60B55D344}" type="pres">
      <dgm:prSet presAssocID="{6D86A214-409C-4B61-8E05-E7AF0EF674D1}" presName="sibTrans" presStyleCnt="0"/>
      <dgm:spPr/>
    </dgm:pt>
    <dgm:pt modelId="{27E6CF36-2039-461D-8FFE-C80431DA7837}" type="pres">
      <dgm:prSet presAssocID="{97745E89-5B17-4054-B28D-2BDF84053D02}" presName="composite" presStyleCnt="0"/>
      <dgm:spPr/>
    </dgm:pt>
    <dgm:pt modelId="{7F2CA63A-1850-426D-969E-457F91B247E0}" type="pres">
      <dgm:prSet presAssocID="{97745E89-5B17-4054-B28D-2BDF84053D02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15A62832-7F0A-4553-BE4F-81CC4BD0E7D0}" type="pres">
      <dgm:prSet presAssocID="{97745E89-5B17-4054-B28D-2BDF84053D02}" presName="Accent1" presStyleLbl="parChTrans1D1" presStyleIdx="2" presStyleCnt="3"/>
      <dgm:spPr/>
    </dgm:pt>
    <dgm:pt modelId="{24F94BE6-7E48-46EB-9388-225464FDC065}" type="pres">
      <dgm:prSet presAssocID="{97745E89-5B17-4054-B28D-2BDF84053D02}" presName="Image" presStyleLbl="alignImgPlace1" presStyleIdx="2" presStyleCnt="3"/>
      <dgm:spPr/>
    </dgm:pt>
  </dgm:ptLst>
  <dgm:cxnLst>
    <dgm:cxn modelId="{A04A7E0A-7C16-4960-ADCC-6EC313516164}" type="presOf" srcId="{38DA2D6E-4B89-4062-834E-65EF47278DE9}" destId="{7F2CA63A-1850-426D-969E-457F91B247E0}" srcOrd="0" destOrd="1" presId="urn:microsoft.com/office/officeart/2011/layout/Picture Frame"/>
    <dgm:cxn modelId="{84696244-459D-4374-B0C8-2D99C450BF55}" type="presOf" srcId="{97745E89-5B17-4054-B28D-2BDF84053D02}" destId="{7F2CA63A-1850-426D-969E-457F91B247E0}" srcOrd="0" destOrd="0" presId="urn:microsoft.com/office/officeart/2011/layout/Picture Frame"/>
    <dgm:cxn modelId="{F9000366-FC5C-4BBF-BF7E-AF8E98982CB2}" srcId="{97745E89-5B17-4054-B28D-2BDF84053D02}" destId="{38DA2D6E-4B89-4062-834E-65EF47278DE9}" srcOrd="0" destOrd="0" parTransId="{265A46A7-36F4-4450-AE60-19B310EC8382}" sibTransId="{99C9966B-FDE1-4490-B6D6-7F2397DB1E2B}"/>
    <dgm:cxn modelId="{1A1FCB48-4E9A-4FF4-A025-46D5B7C2C486}" srcId="{1BCC7F7F-6E3F-40C2-8468-937C0FF48EFA}" destId="{D14017CC-2A2F-44BB-8BAB-F20246186B71}" srcOrd="0" destOrd="0" parTransId="{E9760D4B-1CF9-48A8-BFEF-18ED9512058B}" sibTransId="{F58223B4-E6EC-48FA-87A5-46950E285CA6}"/>
    <dgm:cxn modelId="{E9E86B4A-3C0D-4A1B-9460-1850569DE739}" srcId="{1BCC7F7F-6E3F-40C2-8468-937C0FF48EFA}" destId="{97745E89-5B17-4054-B28D-2BDF84053D02}" srcOrd="2" destOrd="0" parTransId="{5D715178-4B63-413F-809A-3B8874FA3C8B}" sibTransId="{86E8BD6A-E78C-4BBF-9478-BEEAEE4012C2}"/>
    <dgm:cxn modelId="{095B096F-C0F3-40E0-81E0-5904F2414F2C}" type="presOf" srcId="{1BCC7F7F-6E3F-40C2-8468-937C0FF48EFA}" destId="{7AC90340-2689-4341-8C52-1C0CD7E65D43}" srcOrd="0" destOrd="0" presId="urn:microsoft.com/office/officeart/2011/layout/Picture Frame"/>
    <dgm:cxn modelId="{C336D88C-7501-4109-ACBA-6E11EC575974}" type="presOf" srcId="{D14017CC-2A2F-44BB-8BAB-F20246186B71}" destId="{810E061B-EB9C-4528-BCD2-BB514D5D1E57}" srcOrd="0" destOrd="0" presId="urn:microsoft.com/office/officeart/2011/layout/Picture Frame"/>
    <dgm:cxn modelId="{C4AB2DA7-8E3B-48F9-B12C-1FD9FFF1F605}" srcId="{D14017CC-2A2F-44BB-8BAB-F20246186B71}" destId="{0FC82CCE-CA21-4EF6-8464-24E5F318D39D}" srcOrd="0" destOrd="0" parTransId="{52400654-8D39-4401-B8FC-F77D9578E08E}" sibTransId="{98804461-CAB3-42D7-AC7B-1FA4D8D006DE}"/>
    <dgm:cxn modelId="{21162ABC-1CD3-4A1F-AAE9-A7D83A17055D}" type="presOf" srcId="{3585FBC7-0E1A-4506-9A8F-F013873528D3}" destId="{5ABB140C-C54E-45E4-86A6-AFF99307A129}" srcOrd="0" destOrd="0" presId="urn:microsoft.com/office/officeart/2011/layout/Picture Frame"/>
    <dgm:cxn modelId="{13FA7DEB-D4C4-43CA-BAF7-3D4710DD1E05}" srcId="{1BCC7F7F-6E3F-40C2-8468-937C0FF48EFA}" destId="{3585FBC7-0E1A-4506-9A8F-F013873528D3}" srcOrd="1" destOrd="0" parTransId="{F4271461-1CEE-47B7-81F5-3DE2258E3F8C}" sibTransId="{6D86A214-409C-4B61-8E05-E7AF0EF674D1}"/>
    <dgm:cxn modelId="{A4C97FF6-85C5-4BA7-9B28-959A19C6C51E}" type="presOf" srcId="{0FC82CCE-CA21-4EF6-8464-24E5F318D39D}" destId="{810E061B-EB9C-4528-BCD2-BB514D5D1E57}" srcOrd="0" destOrd="1" presId="urn:microsoft.com/office/officeart/2011/layout/Picture Frame"/>
    <dgm:cxn modelId="{DA07191C-EEE9-4598-B9EC-258E15D45C8D}" type="presParOf" srcId="{7AC90340-2689-4341-8C52-1C0CD7E65D43}" destId="{8E974614-6D28-4FC7-BDDC-F28690C01F41}" srcOrd="0" destOrd="0" presId="urn:microsoft.com/office/officeart/2011/layout/Picture Frame"/>
    <dgm:cxn modelId="{C39FC1DC-4F2A-408B-9D06-8F7A3B956A3C}" type="presParOf" srcId="{8E974614-6D28-4FC7-BDDC-F28690C01F41}" destId="{810E061B-EB9C-4528-BCD2-BB514D5D1E57}" srcOrd="0" destOrd="0" presId="urn:microsoft.com/office/officeart/2011/layout/Picture Frame"/>
    <dgm:cxn modelId="{C3F52C94-AD96-4012-99E4-B4197BF47D7C}" type="presParOf" srcId="{8E974614-6D28-4FC7-BDDC-F28690C01F41}" destId="{A6D51179-CFED-4D58-854D-3B649F805CE4}" srcOrd="1" destOrd="0" presId="urn:microsoft.com/office/officeart/2011/layout/Picture Frame"/>
    <dgm:cxn modelId="{5F7EAD08-1BCC-42EB-9FAD-62522E9092DA}" type="presParOf" srcId="{8E974614-6D28-4FC7-BDDC-F28690C01F41}" destId="{55B59622-79C7-4720-BFA2-302FF2E3A880}" srcOrd="2" destOrd="0" presId="urn:microsoft.com/office/officeart/2011/layout/Picture Frame"/>
    <dgm:cxn modelId="{5C81AD05-18F6-4E8C-B8C1-7EAA01345ED0}" type="presParOf" srcId="{7AC90340-2689-4341-8C52-1C0CD7E65D43}" destId="{CCD668FD-795F-4C68-8987-324DB605503D}" srcOrd="1" destOrd="0" presId="urn:microsoft.com/office/officeart/2011/layout/Picture Frame"/>
    <dgm:cxn modelId="{1A0EC94B-87E5-40B5-A0A5-07D33DA86B50}" type="presParOf" srcId="{7AC90340-2689-4341-8C52-1C0CD7E65D43}" destId="{4D91B652-1B2A-45D1-ACE4-76A48132CF15}" srcOrd="2" destOrd="0" presId="urn:microsoft.com/office/officeart/2011/layout/Picture Frame"/>
    <dgm:cxn modelId="{EBC0B70E-5FAA-4AF9-8188-2C866442F121}" type="presParOf" srcId="{4D91B652-1B2A-45D1-ACE4-76A48132CF15}" destId="{5ABB140C-C54E-45E4-86A6-AFF99307A129}" srcOrd="0" destOrd="0" presId="urn:microsoft.com/office/officeart/2011/layout/Picture Frame"/>
    <dgm:cxn modelId="{71A08BFF-8110-4F2F-95FD-102962267180}" type="presParOf" srcId="{4D91B652-1B2A-45D1-ACE4-76A48132CF15}" destId="{BDF415FF-5B06-4669-A2D3-A53627910881}" srcOrd="1" destOrd="0" presId="urn:microsoft.com/office/officeart/2011/layout/Picture Frame"/>
    <dgm:cxn modelId="{62B8E494-543E-4522-A0A0-250C40739E91}" type="presParOf" srcId="{4D91B652-1B2A-45D1-ACE4-76A48132CF15}" destId="{E43A6875-D632-4AE0-A929-C2D3F0F44D02}" srcOrd="2" destOrd="0" presId="urn:microsoft.com/office/officeart/2011/layout/Picture Frame"/>
    <dgm:cxn modelId="{9DEED8D6-4D63-4D3D-9D03-545965279DC9}" type="presParOf" srcId="{7AC90340-2689-4341-8C52-1C0CD7E65D43}" destId="{18C8D80C-2017-472B-8F68-B5C60B55D344}" srcOrd="3" destOrd="0" presId="urn:microsoft.com/office/officeart/2011/layout/Picture Frame"/>
    <dgm:cxn modelId="{F3994DCC-8292-4831-8F9B-1B4B9069AE8F}" type="presParOf" srcId="{7AC90340-2689-4341-8C52-1C0CD7E65D43}" destId="{27E6CF36-2039-461D-8FFE-C80431DA7837}" srcOrd="4" destOrd="0" presId="urn:microsoft.com/office/officeart/2011/layout/Picture Frame"/>
    <dgm:cxn modelId="{81EFBE2B-0F79-4AFC-A0BA-BB55DCCDC77D}" type="presParOf" srcId="{27E6CF36-2039-461D-8FFE-C80431DA7837}" destId="{7F2CA63A-1850-426D-969E-457F91B247E0}" srcOrd="0" destOrd="0" presId="urn:microsoft.com/office/officeart/2011/layout/Picture Frame"/>
    <dgm:cxn modelId="{BE8BA440-9AD3-4C6E-ACC9-BC62F05513E5}" type="presParOf" srcId="{27E6CF36-2039-461D-8FFE-C80431DA7837}" destId="{15A62832-7F0A-4553-BE4F-81CC4BD0E7D0}" srcOrd="1" destOrd="0" presId="urn:microsoft.com/office/officeart/2011/layout/Picture Frame"/>
    <dgm:cxn modelId="{CD2A8DE6-1068-40FE-8AEE-B3C68C98E2D5}" type="presParOf" srcId="{27E6CF36-2039-461D-8FFE-C80431DA7837}" destId="{24F94BE6-7E48-46EB-9388-225464FDC065}" srcOrd="2" destOrd="0" presId="urn:microsoft.com/office/officeart/2011/layout/Picture Fram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94BE6-7E48-46EB-9388-225464FDC065}">
      <dsp:nvSpPr>
        <dsp:cNvPr id="0" name=""/>
        <dsp:cNvSpPr/>
      </dsp:nvSpPr>
      <dsp:spPr>
        <a:xfrm>
          <a:off x="2627129" y="2715317"/>
          <a:ext cx="3253549" cy="200839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A6875-D632-4AE0-A929-C2D3F0F44D02}">
      <dsp:nvSpPr>
        <dsp:cNvPr id="0" name=""/>
        <dsp:cNvSpPr/>
      </dsp:nvSpPr>
      <dsp:spPr>
        <a:xfrm>
          <a:off x="4571164" y="15678"/>
          <a:ext cx="3253549" cy="200839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59622-79C7-4720-BFA2-302FF2E3A880}">
      <dsp:nvSpPr>
        <dsp:cNvPr id="0" name=""/>
        <dsp:cNvSpPr/>
      </dsp:nvSpPr>
      <dsp:spPr>
        <a:xfrm>
          <a:off x="683093" y="15678"/>
          <a:ext cx="3253549" cy="200839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E061B-EB9C-4528-BCD2-BB514D5D1E57}">
      <dsp:nvSpPr>
        <dsp:cNvPr id="0" name=""/>
        <dsp:cNvSpPr/>
      </dsp:nvSpPr>
      <dsp:spPr>
        <a:xfrm>
          <a:off x="430285" y="2012331"/>
          <a:ext cx="3246887" cy="343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0" rIns="41910" bIns="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One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Node Two has a longer label</a:t>
          </a:r>
        </a:p>
      </dsp:txBody>
      <dsp:txXfrm>
        <a:off x="430285" y="2012331"/>
        <a:ext cx="3246887" cy="343659"/>
      </dsp:txXfrm>
    </dsp:sp>
    <dsp:sp modelId="{A6D51179-CFED-4D58-854D-3B649F805CE4}">
      <dsp:nvSpPr>
        <dsp:cNvPr id="0" name=""/>
        <dsp:cNvSpPr/>
      </dsp:nvSpPr>
      <dsp:spPr>
        <a:xfrm>
          <a:off x="430285" y="275008"/>
          <a:ext cx="3252497" cy="2089673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B140C-C54E-45E4-86A6-AFF99307A129}">
      <dsp:nvSpPr>
        <dsp:cNvPr id="0" name=""/>
        <dsp:cNvSpPr/>
      </dsp:nvSpPr>
      <dsp:spPr>
        <a:xfrm>
          <a:off x="4318356" y="2012331"/>
          <a:ext cx="3246887" cy="343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0" rIns="41910" bIns="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Three</a:t>
          </a:r>
        </a:p>
      </dsp:txBody>
      <dsp:txXfrm>
        <a:off x="4318356" y="2012331"/>
        <a:ext cx="3246887" cy="343659"/>
      </dsp:txXfrm>
    </dsp:sp>
    <dsp:sp modelId="{BDF415FF-5B06-4669-A2D3-A53627910881}">
      <dsp:nvSpPr>
        <dsp:cNvPr id="0" name=""/>
        <dsp:cNvSpPr/>
      </dsp:nvSpPr>
      <dsp:spPr>
        <a:xfrm>
          <a:off x="4318356" y="275008"/>
          <a:ext cx="3252497" cy="2089673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2CA63A-1850-426D-969E-457F91B247E0}">
      <dsp:nvSpPr>
        <dsp:cNvPr id="0" name=""/>
        <dsp:cNvSpPr/>
      </dsp:nvSpPr>
      <dsp:spPr>
        <a:xfrm>
          <a:off x="2374320" y="4711971"/>
          <a:ext cx="3246887" cy="343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0" rIns="41910" bIns="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Four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Node Five</a:t>
          </a:r>
        </a:p>
      </dsp:txBody>
      <dsp:txXfrm>
        <a:off x="2374320" y="4711971"/>
        <a:ext cx="3246887" cy="343659"/>
      </dsp:txXfrm>
    </dsp:sp>
    <dsp:sp modelId="{15A62832-7F0A-4553-BE4F-81CC4BD0E7D0}">
      <dsp:nvSpPr>
        <dsp:cNvPr id="0" name=""/>
        <dsp:cNvSpPr/>
      </dsp:nvSpPr>
      <dsp:spPr>
        <a:xfrm>
          <a:off x="2374320" y="2974647"/>
          <a:ext cx="3252497" cy="2089673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Picture Frame">
  <dgm:title val="Picture Frame"/>
  <dgm:desc val="Use to show pictures and the corresponding Level 1 text, both displayed in an offset frame. Works best with Level 1 text only."/>
  <dgm:catLst>
    <dgm:cat type="picture" pri="6500"/>
    <dgm:cat type="officeonline" pri="10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4927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Text" refType="w" fact="0"/>
              <dgm:constr type="t" for="ch" forName="ParentText" refType="h" fact="0.85"/>
              <dgm:constr type="w" for="ch" forName="ParentText" refType="w" fact="0.926"/>
              <dgm:constr type="h" for="ch" forName="ParentText" refType="h" fact="0.1463"/>
              <dgm:constr type="l" for="ch" forName="Accent1" refType="w" fact="0"/>
              <dgm:constr type="t" for="ch" forName="Accent1" refType="h" fact="0.1104"/>
              <dgm:constr type="w" for="ch" forName="Accent1" refType="w" fact="0.9276"/>
              <dgm:constr type="h" for="ch" forName="Accent1" refType="h" fact="0.8896"/>
              <dgm:constr type="l" for="ch" forName="Image" refType="w" fact="0.0721"/>
              <dgm:constr type="t" for="ch" forName="Image" refType="h" fact="0"/>
              <dgm:constr type="w" for="ch" forName="Image" refType="w" fact="0.9279"/>
              <dgm:constr type="h" for="ch" forName="Image" refType="h" fact="0.855"/>
            </dgm:constrLst>
          </dgm:if>
          <dgm:else name="Name6">
            <dgm:constrLst>
              <dgm:constr type="l" for="ch" forName="ParentText" refType="w" fact="0.0837"/>
              <dgm:constr type="t" for="ch" forName="ParentText" refType="h" fact="0.84"/>
              <dgm:constr type="w" for="ch" forName="ParentText" refType="w" fact="0.9163"/>
              <dgm:constr type="h" for="ch" forName="ParentText" refType="h" fact="0.1463"/>
              <dgm:constr type="l" for="ch" forName="Accent1" refType="w" fact="0.0724"/>
              <dgm:constr type="t" for="ch" forName="Accent1" refType="h" fact="0.1104"/>
              <dgm:constr type="w" for="ch" forName="Accent1" refType="w" fact="0.9276"/>
              <dgm:constr type="h" for="ch" forName="Accent1" refType="h" fact="0.8896"/>
              <dgm:constr type="l" for="ch" forName="Image" refType="w" fact="0"/>
              <dgm:constr type="t" for="ch" forName="Image" refType="h" fact="0"/>
              <dgm:constr type="w" for="ch" forName="Image" refType="w" fact="0.9279"/>
              <dgm:constr type="h" for="ch" forName="Image" refType="h" fact="0.855"/>
            </dgm:constrLst>
          </dgm:else>
        </dgm:choos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l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Accent1" styleLbl="parChTrans1D1">
          <dgm:alg type="sp"/>
          <dgm:shape xmlns:r="http://schemas.openxmlformats.org/officeDocument/2006/relationships" type="rect" r:blip="" zOrderOff="10">
            <dgm:adjLst/>
          </dgm:shape>
          <dgm:presOf/>
        </dgm:layoutNode>
        <dgm:layoutNode name="Image" styleLbl="alignImgPlace1">
          <dgm:alg type="sp"/>
          <dgm:shape xmlns:r="http://schemas.openxmlformats.org/officeDocument/2006/relationships" type="rect" r:blip="" zOrderOff="-15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2200-70FD-E3F7-8700-4BE9725F4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11C62-6E5A-D97B-4452-DE2F59986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D4AE4-7198-1514-9215-BAB0DECF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E9E34-8DAF-C2F0-A790-35439745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E5DD-ACDE-8741-6F22-2A0EB2AE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0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348E-AC13-869B-80E0-10E66423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09512-0AA2-4973-93F3-928D6A9C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69A0C-E664-5765-0B0F-CF08A0D2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597CA-B105-B7BC-6560-5F7898C9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8EF37-7173-3445-18E0-A5213E1D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5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5AE02-8A58-85AD-7464-54A89704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4D49C-5A4E-EDA4-B35D-514BCAD17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DB7BA-2B5C-DA86-94FF-763E66C8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F44D-6DBE-7943-3E67-74BC76CB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3C969-0105-8CB3-FD09-35C35326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6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CD51-4E77-5C5D-73C3-999E96E9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B87DD-016A-530D-F522-C0F857539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D5449-E61A-1376-D175-F60853B0E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127A7-20D2-7992-A828-D93C7D38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2213F-DCCD-2350-3C82-EB0CA3C7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FD68E-499B-ABDA-D342-A5B1F2A2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4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6E93-D570-9619-BE14-B08D4E7F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27120-9450-CF9C-A17E-0BB4166CF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B1739-C8CD-8749-8AC3-09A599512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4FB9D-CA98-E2C8-07DC-2556A78BD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8B7D7-DC38-03E4-0F6E-3A80B07D8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61CFB-B9EC-F198-1701-7D795651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BEF26-276B-CBBD-3E23-344B5C7A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A4282-8E0E-2ECD-B772-500E49BA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2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84E9-FE94-0625-32D0-5833B0C0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4E2AB-4A49-FDDA-78F3-07459D67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A20B3-ACDD-2517-48EB-A87A87C4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3049A-5B05-1B42-6615-108E4197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1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0CB73C-DBA3-817B-0940-A00A77AB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BC8BC-1D8B-C1A2-E0D5-7E50B1EF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D6D22-DC20-A145-E274-770BF2B8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0724-8A11-87B2-6333-861B80A4F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9F7DD-F63E-1F45-8A95-6B1E28978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73790-3725-7102-0095-3D519B49B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B16C3-4691-1766-89A0-3A0D3F35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ECF3F-1DC6-60BD-4CED-E159A1EC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57A04-8588-BBFB-625A-179A84E8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3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9486-F7BD-D195-9316-7E9E58DCE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20BC6-861E-28F5-4EDA-8B169BF02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8E9F5-ACC6-5F6C-310E-A469DC5AD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EBEF7-4A23-4253-9E50-E183CE88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36587-7D9D-84C8-3448-B6CFEFA2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D3D80-A9D0-D1A5-C996-39A4D624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8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C8E0-760F-83D0-41C1-CA3E2302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F6285-93EB-3832-7A73-248880AC7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C4D06-CE23-12CB-41A5-6F091308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88B4-DC8A-1284-A861-E1993A6C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A749B-E6AC-21B9-7B5D-D81053B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7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DE0AC-BD28-EA73-88F3-B45B8D2C6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3B032-8F42-5D6C-91AF-49346DFB7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C6561-E65C-F626-24C9-092DDF16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34B87-F17C-5241-7984-E7DB36AD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E9D43-59B6-8FBF-C944-6C3F1938D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D48CA-C118-7D26-931A-AD5D76F9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4F77F-D53D-BA79-ABE6-D45F4DE13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741CC-65E1-407C-E3AF-1F5CA81C8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C90B3-3C2A-4FA4-92E8-75C62484E1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2CAEB-F378-5F64-1247-24357EAC8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82869-EF41-2152-E0FA-A1649753A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464EC-9A9C-47AC-AC6C-64DFA5EBE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6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3ECF7FF-2158-FFCA-689F-724A97923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06830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3974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2026-09-06T08:14:59Z</dcterms:created>
  <dcterms:modified xsi:type="dcterms:W3CDTF">2026-09-06T08:14:59Z</dcterms:modified>
</cp:coreProperties>
</file>