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1C10C4-63D0-4135-BB08-AD5F0B508DB5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6F8FC-11D4-4EE4-AF82-EA35C48AEBE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D2820AB-5AD4-4A97-A258-5BA541650C8F}" type="parTrans" cxnId="{2F9503CE-047F-4AA0-B900-CA04AFBBB880}">
      <dgm:prSet/>
      <dgm:spPr/>
    </dgm:pt>
    <dgm:pt modelId="{AB231DAE-F7BF-48E0-A822-58ADBFAC739A}" type="sibTrans" cxnId="{2F9503CE-047F-4AA0-B900-CA04AFBBB880}">
      <dgm:prSet/>
      <dgm:spPr/>
    </dgm:pt>
    <dgm:pt modelId="{30957558-9116-46D1-9ED9-456CE36691E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90D5FC2-2278-4F76-8B99-DD5195526321}" type="parTrans" cxnId="{3375B89C-9734-4897-97AD-63D0ACC7B81B}">
      <dgm:prSet/>
      <dgm:spPr/>
    </dgm:pt>
    <dgm:pt modelId="{DB279445-455F-44BE-9D7A-D552338D033D}" type="sibTrans" cxnId="{3375B89C-9734-4897-97AD-63D0ACC7B81B}">
      <dgm:prSet/>
      <dgm:spPr/>
    </dgm:pt>
    <dgm:pt modelId="{935C1564-7138-4DD5-875D-E0FAFACF2A4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B001E8E-CAF5-4B1E-BF11-3B2C98903F26}" type="parTrans" cxnId="{CB30A432-36EA-446F-807F-188AF1AC6F25}">
      <dgm:prSet/>
      <dgm:spPr/>
    </dgm:pt>
    <dgm:pt modelId="{C324A3F7-A907-454F-B47C-66B8B584DD93}" type="sibTrans" cxnId="{CB30A432-36EA-446F-807F-188AF1AC6F25}">
      <dgm:prSet/>
      <dgm:spPr/>
    </dgm:pt>
    <dgm:pt modelId="{CAA1A086-E940-468F-B89F-4E83C1901B0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06D843B-50F2-4D10-8FCA-7DBA6BB82687}" type="parTrans" cxnId="{7EDFDDD9-42B1-4968-A2C6-2FE564B73C48}">
      <dgm:prSet/>
      <dgm:spPr/>
    </dgm:pt>
    <dgm:pt modelId="{5712E27D-EBC4-4794-AA33-A3A0824E172F}" type="sibTrans" cxnId="{7EDFDDD9-42B1-4968-A2C6-2FE564B73C48}">
      <dgm:prSet/>
      <dgm:spPr/>
    </dgm:pt>
    <dgm:pt modelId="{09C78C18-0BB3-4B76-AFA2-B5D83AA1EB8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5E52D46-63B1-4D56-BC39-2FFA5C7C189C}" type="parTrans" cxnId="{287535B0-44FF-4A50-92FE-7DE8F8EE0AF9}">
      <dgm:prSet/>
      <dgm:spPr/>
    </dgm:pt>
    <dgm:pt modelId="{F87F8B56-8D1C-41AC-AA1D-65FD30591541}" type="sibTrans" cxnId="{287535B0-44FF-4A50-92FE-7DE8F8EE0AF9}">
      <dgm:prSet/>
      <dgm:spPr/>
    </dgm:pt>
    <dgm:pt modelId="{4E47CC77-AC7D-4156-9818-72B6AEC2E8BA}" type="pres">
      <dgm:prSet presAssocID="{301C10C4-63D0-4135-BB08-AD5F0B508DB5}" presName="compositeShape" presStyleCnt="0">
        <dgm:presLayoutVars>
          <dgm:chMax val="9"/>
          <dgm:dir/>
          <dgm:resizeHandles val="exact"/>
        </dgm:presLayoutVars>
      </dgm:prSet>
      <dgm:spPr/>
    </dgm:pt>
    <dgm:pt modelId="{16CF7C5D-9F52-47CA-8ED2-DC6D0FA60F5F}" type="pres">
      <dgm:prSet presAssocID="{301C10C4-63D0-4135-BB08-AD5F0B508DB5}" presName="triangle1" presStyleLbl="node1" presStyleIdx="0" presStyleCnt="4">
        <dgm:presLayoutVars>
          <dgm:bulletEnabled val="1"/>
        </dgm:presLayoutVars>
      </dgm:prSet>
      <dgm:spPr/>
    </dgm:pt>
    <dgm:pt modelId="{0B5ABA4D-9CC3-4826-8EE6-72A4A04063F8}" type="pres">
      <dgm:prSet presAssocID="{301C10C4-63D0-4135-BB08-AD5F0B508DB5}" presName="triangle2" presStyleLbl="node1" presStyleIdx="1" presStyleCnt="4">
        <dgm:presLayoutVars>
          <dgm:bulletEnabled val="1"/>
        </dgm:presLayoutVars>
      </dgm:prSet>
      <dgm:spPr/>
    </dgm:pt>
    <dgm:pt modelId="{530742C2-288F-4F67-9949-3238D7FA4BAD}" type="pres">
      <dgm:prSet presAssocID="{301C10C4-63D0-4135-BB08-AD5F0B508DB5}" presName="triangle3" presStyleLbl="node1" presStyleIdx="2" presStyleCnt="4">
        <dgm:presLayoutVars>
          <dgm:bulletEnabled val="1"/>
        </dgm:presLayoutVars>
      </dgm:prSet>
      <dgm:spPr/>
    </dgm:pt>
    <dgm:pt modelId="{2857B59F-2F5A-4D0A-9095-70D8C0A68EA9}" type="pres">
      <dgm:prSet presAssocID="{301C10C4-63D0-4135-BB08-AD5F0B508DB5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620EAB2F-3ADD-4997-9A89-27CD76D7BD8E}" type="presOf" srcId="{CAA1A086-E940-468F-B89F-4E83C1901B0F}" destId="{530742C2-288F-4F67-9949-3238D7FA4BAD}" srcOrd="0" destOrd="0" presId="urn:microsoft.com/office/officeart/2005/8/layout/pyramid4"/>
    <dgm:cxn modelId="{CB30A432-36EA-446F-807F-188AF1AC6F25}" srcId="{301C10C4-63D0-4135-BB08-AD5F0B508DB5}" destId="{935C1564-7138-4DD5-875D-E0FAFACF2A44}" srcOrd="1" destOrd="0" parTransId="{1B001E8E-CAF5-4B1E-BF11-3B2C98903F26}" sibTransId="{C324A3F7-A907-454F-B47C-66B8B584DD93}"/>
    <dgm:cxn modelId="{93BE593C-5271-42FF-B8CC-91C01629F047}" type="presOf" srcId="{30957558-9116-46D1-9ED9-456CE36691E8}" destId="{16CF7C5D-9F52-47CA-8ED2-DC6D0FA60F5F}" srcOrd="0" destOrd="1" presId="urn:microsoft.com/office/officeart/2005/8/layout/pyramid4"/>
    <dgm:cxn modelId="{77A1993C-7605-4268-9A59-5F5E8D719588}" type="presOf" srcId="{301C10C4-63D0-4135-BB08-AD5F0B508DB5}" destId="{4E47CC77-AC7D-4156-9818-72B6AEC2E8BA}" srcOrd="0" destOrd="0" presId="urn:microsoft.com/office/officeart/2005/8/layout/pyramid4"/>
    <dgm:cxn modelId="{BADF3B65-2E85-45BF-AB9B-32FFC2E38556}" type="presOf" srcId="{2736F8FC-11D4-4EE4-AF82-EA35C48AEBE5}" destId="{16CF7C5D-9F52-47CA-8ED2-DC6D0FA60F5F}" srcOrd="0" destOrd="0" presId="urn:microsoft.com/office/officeart/2005/8/layout/pyramid4"/>
    <dgm:cxn modelId="{3375B89C-9734-4897-97AD-63D0ACC7B81B}" srcId="{2736F8FC-11D4-4EE4-AF82-EA35C48AEBE5}" destId="{30957558-9116-46D1-9ED9-456CE36691E8}" srcOrd="0" destOrd="0" parTransId="{490D5FC2-2278-4F76-8B99-DD5195526321}" sibTransId="{DB279445-455F-44BE-9D7A-D552338D033D}"/>
    <dgm:cxn modelId="{287535B0-44FF-4A50-92FE-7DE8F8EE0AF9}" srcId="{CAA1A086-E940-468F-B89F-4E83C1901B0F}" destId="{09C78C18-0BB3-4B76-AFA2-B5D83AA1EB8C}" srcOrd="0" destOrd="0" parTransId="{A5E52D46-63B1-4D56-BC39-2FFA5C7C189C}" sibTransId="{F87F8B56-8D1C-41AC-AA1D-65FD30591541}"/>
    <dgm:cxn modelId="{2F9503CE-047F-4AA0-B900-CA04AFBBB880}" srcId="{301C10C4-63D0-4135-BB08-AD5F0B508DB5}" destId="{2736F8FC-11D4-4EE4-AF82-EA35C48AEBE5}" srcOrd="0" destOrd="0" parTransId="{BD2820AB-5AD4-4A97-A258-5BA541650C8F}" sibTransId="{AB231DAE-F7BF-48E0-A822-58ADBFAC739A}"/>
    <dgm:cxn modelId="{7EDFDDD9-42B1-4968-A2C6-2FE564B73C48}" srcId="{301C10C4-63D0-4135-BB08-AD5F0B508DB5}" destId="{CAA1A086-E940-468F-B89F-4E83C1901B0F}" srcOrd="2" destOrd="0" parTransId="{406D843B-50F2-4D10-8FCA-7DBA6BB82687}" sibTransId="{5712E27D-EBC4-4794-AA33-A3A0824E172F}"/>
    <dgm:cxn modelId="{39855ADA-0BBC-4A0A-9701-963F7F1C6A25}" type="presOf" srcId="{935C1564-7138-4DD5-875D-E0FAFACF2A44}" destId="{0B5ABA4D-9CC3-4826-8EE6-72A4A04063F8}" srcOrd="0" destOrd="0" presId="urn:microsoft.com/office/officeart/2005/8/layout/pyramid4"/>
    <dgm:cxn modelId="{07C44BF5-486C-4CE7-811F-A19533200135}" type="presOf" srcId="{09C78C18-0BB3-4B76-AFA2-B5D83AA1EB8C}" destId="{530742C2-288F-4F67-9949-3238D7FA4BAD}" srcOrd="0" destOrd="1" presId="urn:microsoft.com/office/officeart/2005/8/layout/pyramid4"/>
    <dgm:cxn modelId="{230E13D3-32D6-40BD-ACD5-D5136CEEA252}" type="presParOf" srcId="{4E47CC77-AC7D-4156-9818-72B6AEC2E8BA}" destId="{16CF7C5D-9F52-47CA-8ED2-DC6D0FA60F5F}" srcOrd="0" destOrd="0" presId="urn:microsoft.com/office/officeart/2005/8/layout/pyramid4"/>
    <dgm:cxn modelId="{4C2BDCA3-B767-430A-8CD0-7540A194625A}" type="presParOf" srcId="{4E47CC77-AC7D-4156-9818-72B6AEC2E8BA}" destId="{0B5ABA4D-9CC3-4826-8EE6-72A4A04063F8}" srcOrd="1" destOrd="0" presId="urn:microsoft.com/office/officeart/2005/8/layout/pyramid4"/>
    <dgm:cxn modelId="{ECCB3719-9C0B-404B-9678-44D92C30CA59}" type="presParOf" srcId="{4E47CC77-AC7D-4156-9818-72B6AEC2E8BA}" destId="{530742C2-288F-4F67-9949-3238D7FA4BAD}" srcOrd="2" destOrd="0" presId="urn:microsoft.com/office/officeart/2005/8/layout/pyramid4"/>
    <dgm:cxn modelId="{55B4AAE0-B158-49B0-B25D-3B5F7491C708}" type="presParOf" srcId="{4E47CC77-AC7D-4156-9818-72B6AEC2E8BA}" destId="{2857B59F-2F5A-4D0A-9095-70D8C0A68EA9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F7C5D-9F52-47CA-8ED2-DC6D0FA60F5F}">
      <dsp:nvSpPr>
        <dsp:cNvPr id="0" name=""/>
        <dsp:cNvSpPr/>
      </dsp:nvSpPr>
      <dsp:spPr>
        <a:xfrm>
          <a:off x="2857500" y="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Two has a longer label</a:t>
          </a:r>
        </a:p>
      </dsp:txBody>
      <dsp:txXfrm>
        <a:off x="3492500" y="1270000"/>
        <a:ext cx="1270000" cy="1270000"/>
      </dsp:txXfrm>
    </dsp:sp>
    <dsp:sp modelId="{0B5ABA4D-9CC3-4826-8EE6-72A4A04063F8}">
      <dsp:nvSpPr>
        <dsp:cNvPr id="0" name=""/>
        <dsp:cNvSpPr/>
      </dsp:nvSpPr>
      <dsp:spPr>
        <a:xfrm>
          <a:off x="1587499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2222499" y="3810000"/>
        <a:ext cx="1270000" cy="1270000"/>
      </dsp:txXfrm>
    </dsp:sp>
    <dsp:sp modelId="{530742C2-288F-4F67-9949-3238D7FA4BAD}">
      <dsp:nvSpPr>
        <dsp:cNvPr id="0" name=""/>
        <dsp:cNvSpPr/>
      </dsp:nvSpPr>
      <dsp:spPr>
        <a:xfrm rot="10800000">
          <a:off x="285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Five</a:t>
          </a:r>
        </a:p>
      </dsp:txBody>
      <dsp:txXfrm rot="10800000">
        <a:off x="3492500" y="2540000"/>
        <a:ext cx="1270000" cy="1270000"/>
      </dsp:txXfrm>
    </dsp:sp>
    <dsp:sp modelId="{2857B59F-2F5A-4D0A-9095-70D8C0A68EA9}">
      <dsp:nvSpPr>
        <dsp:cNvPr id="0" name=""/>
        <dsp:cNvSpPr/>
      </dsp:nvSpPr>
      <dsp:spPr>
        <a:xfrm>
          <a:off x="412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A20D-5E94-F8CC-851C-0754D7BD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60556-5F91-050E-5C51-73018CC99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C1B47-203F-24DC-E305-662B6B0E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FC2-16DE-9424-64BC-341BAA8C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9C0D1-286D-502E-0F1C-4A89F645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0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3D42-48BA-0782-D58A-FFB324CD6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EC143-2A82-FBFC-6DCA-6BCFF96D6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01506-208E-3B28-5F00-8C71EB48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39009-8730-1DA0-5B50-2E5F801F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640F6-E057-C73A-E402-15BC5EF2F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5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3A5C-E849-6D99-8C2F-2F90D96A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0DDA1-9190-F18D-EE3D-83166EB5B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B222-170F-CB17-F795-82382D97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87B0A-AEB9-AF64-3DE5-3E69B493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CFA54-38E3-21BF-3E1A-7C47322B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D3-1EC4-B3CE-3145-A54A09E6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4FC91-AB53-F43B-11A4-FBF261DE5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E5A82-B468-C5B7-6377-5998EBA4B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87947-895E-A6D4-1602-E5BA99D9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0B1BB-5C7A-2A50-A08E-03F6C789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AED36-FE6A-45D3-138D-96F9EF3F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0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AF0A-FA27-70EB-E76A-055742BE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34ACD-6214-861C-14AC-A307532E9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3586E-4705-9478-757B-256A349B0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56ACC-B47B-6140-4A1E-95AE366F5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766B1-FCDF-58D1-7AF2-60EB96852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C20875-AAD3-BD0E-723C-673D7E7E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7F025-A480-67DF-4A56-0CDDC3A9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CA9704-18C9-0417-A607-1C8EDF50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1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7287-F45D-3DF8-DDE1-5B518BEE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14D6F-7384-F952-B8F1-9B76C222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19F92-BF3E-D4A7-8B15-CCE409FA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1B920-7737-0DA4-E688-D296E3EDD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1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DC9BE-0FC8-B3D3-4D4E-F5DF30DA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15272-934A-945C-130B-A93DDEC5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2FE-A629-7443-FCF8-29C7EFCB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7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D729-DA4F-C7C1-DBDA-E7769D80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2354-2CA9-83E4-09B8-C1BF4D76A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124C9-508F-110E-CA77-86B830D4C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1F240-1794-5A70-B9FA-D8DD2FF4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A1073-FD55-3F0B-1D92-47A09868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0E69A-D185-8CE7-23E7-5294C12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6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0A4E-50E5-1B2E-F551-1BEDD5DC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9BE06-F18C-C2D6-4A83-992F9AE19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9F73E-C675-A17D-1AD2-429F2D018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AAC40-F479-2CAF-D81E-5625B485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6663D-6A80-8C41-006E-43A64770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43F7D-65F3-4690-EFA6-AEF0BA51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9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DC61-B5C5-9AD5-75BD-925BE0DB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37EEE-09D7-CE56-637F-F9DE72537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B849C-44B2-6951-01A6-FB4ED00DB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FFCE-9608-2912-8706-A9E15329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A4BFE-32EB-C16D-4476-A239CD09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8270A-A56A-F7D7-303E-A8B149153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3AC44-C7AE-AD31-82E1-91C86752C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79BF-5FD2-E883-7A5F-BEBC2411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B36BB-6725-C89A-011B-035211B6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F1B2B-7009-5F21-57F7-30586700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8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24232-91CE-7A06-14A4-002D0BFB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6BA18-8E3B-47CF-EC21-990CFCB7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85CD8-9E27-0AB9-517B-BBFF81F8B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555CB-3624-4899-8C65-6917B1335B6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4B7E5-6338-686C-E850-E1E292B36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AF556-1E2C-425D-90DB-3AD2A1BBA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FC3DF-1A13-44A9-9BA0-E987FF397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1C73134-9FF9-552A-8F1C-4C1A00092D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825807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649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2026-09-06T08:14:38Z</dcterms:created>
  <dcterms:modified xsi:type="dcterms:W3CDTF">2026-09-06T08:14:38Z</dcterms:modified>
</cp:coreProperties>
</file>