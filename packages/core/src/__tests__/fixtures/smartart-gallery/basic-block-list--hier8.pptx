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08294F-69CF-4431-BA48-5F5BE5EB652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B86753-53C3-44F1-879E-036B17C14701}">
      <dgm:prSet phldrT="[Text]"/>
      <dgm:spPr/>
      <dgm:t>
        <a:bodyPr/>
        <a:lstStyle/>
        <a:p>
          <a:r>
            <a:rPr lang="en-US"/>
            <a:t>Branch A Root</a:t>
          </a:r>
        </a:p>
      </dgm:t>
    </dgm:pt>
    <dgm:pt modelId="{B941D85F-FAFF-4B68-A663-B26190592992}" type="parTrans" cxnId="{146D3775-15AA-4294-803C-0EA2D7994DAD}">
      <dgm:prSet/>
      <dgm:spPr/>
    </dgm:pt>
    <dgm:pt modelId="{9B67B7EC-BA05-460A-BD31-AA05CB534401}" type="sibTrans" cxnId="{146D3775-15AA-4294-803C-0EA2D7994DAD}">
      <dgm:prSet/>
      <dgm:spPr/>
    </dgm:pt>
    <dgm:pt modelId="{540C2471-BF3F-46EF-B62A-81E0D03AF4C9}">
      <dgm:prSet phldrT="[Text]"/>
      <dgm:spPr/>
      <dgm:t>
        <a:bodyPr/>
        <a:lstStyle/>
        <a:p>
          <a:r>
            <a:rPr lang="en-US"/>
            <a:t>Branch A Child</a:t>
          </a:r>
        </a:p>
      </dgm:t>
    </dgm:pt>
    <dgm:pt modelId="{BD4E646C-FEEF-4267-BA2E-169096798473}" type="parTrans" cxnId="{3F95F8B7-6BF4-4386-8331-E65DAAF080A7}">
      <dgm:prSet/>
      <dgm:spPr/>
    </dgm:pt>
    <dgm:pt modelId="{88EB7C75-FFD1-41BA-AA30-E4C4D2C8ACF4}" type="sibTrans" cxnId="{3F95F8B7-6BF4-4386-8331-E65DAAF080A7}">
      <dgm:prSet/>
      <dgm:spPr/>
    </dgm:pt>
    <dgm:pt modelId="{8121E62D-535B-498E-B5DC-487767336281}">
      <dgm:prSet phldrT="[Text]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B24E77E5-A0D6-4B9B-9D56-80A592DF7AA8}" type="parTrans" cxnId="{0B9471DD-F347-452E-B4DF-0061147D2BFD}">
      <dgm:prSet/>
      <dgm:spPr/>
    </dgm:pt>
    <dgm:pt modelId="{69809FDE-36E2-4C8A-A887-263878B065A4}" type="sibTrans" cxnId="{0B9471DD-F347-452E-B4DF-0061147D2BFD}">
      <dgm:prSet/>
      <dgm:spPr/>
    </dgm:pt>
    <dgm:pt modelId="{7B146C6D-12ED-4E36-92E3-062F75C7DBA2}">
      <dgm:prSet phldrT="[Text]"/>
      <dgm:spPr/>
      <dgm:t>
        <a:bodyPr/>
        <a:lstStyle/>
        <a:p>
          <a:r>
            <a:rPr lang="en-US"/>
            <a:t>Branch B Root</a:t>
          </a:r>
        </a:p>
      </dgm:t>
    </dgm:pt>
    <dgm:pt modelId="{3F5572FE-9D83-49AD-A2ED-70D34DDEE9A7}" type="parTrans" cxnId="{E0CC4C28-41E4-4376-9AEE-4D633B438EAF}">
      <dgm:prSet/>
      <dgm:spPr/>
    </dgm:pt>
    <dgm:pt modelId="{81F10BF6-7694-4232-A1F4-25BCF6C91A7F}" type="sibTrans" cxnId="{E0CC4C28-41E4-4376-9AEE-4D633B438EAF}">
      <dgm:prSet/>
      <dgm:spPr/>
    </dgm:pt>
    <dgm:pt modelId="{BDEBA482-2C0F-44FC-A776-E386A6D0CD8D}">
      <dgm:prSet phldrT="[Text]"/>
      <dgm:spPr/>
      <dgm:t>
        <a:bodyPr/>
        <a:lstStyle/>
        <a:p>
          <a:r>
            <a:rPr lang="en-US"/>
            <a:t>Branch B Child</a:t>
          </a:r>
        </a:p>
      </dgm:t>
    </dgm:pt>
    <dgm:pt modelId="{C0F18A04-2F8D-4D98-8C10-0296B884327B}" type="parTrans" cxnId="{6B9B9DBD-9B34-47F5-850A-396C9E1DC3E9}">
      <dgm:prSet/>
      <dgm:spPr/>
    </dgm:pt>
    <dgm:pt modelId="{A9FFE8FD-2251-4D75-AC55-ACAE645014A1}" type="sibTrans" cxnId="{6B9B9DBD-9B34-47F5-850A-396C9E1DC3E9}">
      <dgm:prSet/>
      <dgm:spPr/>
    </dgm:pt>
    <dgm:pt modelId="{04383115-5174-49C1-9760-25AB19802B2E}">
      <dgm:prSet phldrT="[Text]"/>
      <dgm:spPr/>
      <dgm:t>
        <a:bodyPr/>
        <a:lstStyle/>
        <a:p>
          <a:r>
            <a:rPr lang="en-US"/>
            <a:t>Branch B Grandchild</a:t>
          </a:r>
        </a:p>
      </dgm:t>
    </dgm:pt>
    <dgm:pt modelId="{A7EF999B-F0AA-4824-B801-79D67CE5880A}" type="parTrans" cxnId="{BB7163A5-8A3F-4B0D-9302-D65C0898C568}">
      <dgm:prSet/>
      <dgm:spPr/>
    </dgm:pt>
    <dgm:pt modelId="{2D6663C0-4910-4AF4-B552-AE64AF045B45}" type="sibTrans" cxnId="{BB7163A5-8A3F-4B0D-9302-D65C0898C568}">
      <dgm:prSet/>
      <dgm:spPr/>
    </dgm:pt>
    <dgm:pt modelId="{464ECED2-9D1E-47C9-B37C-024B04326577}">
      <dgm:prSet phldrT="[Text]"/>
      <dgm:spPr/>
      <dgm:t>
        <a:bodyPr/>
        <a:lstStyle/>
        <a:p>
          <a:r>
            <a:rPr lang="en-US"/>
            <a:t>Branch C Root</a:t>
          </a:r>
        </a:p>
      </dgm:t>
    </dgm:pt>
    <dgm:pt modelId="{09E177E8-98EA-4871-B067-BCC5D89A2ABE}" type="parTrans" cxnId="{8CE743A6-DD3B-4C1A-A3F3-B9A2C5D17F7A}">
      <dgm:prSet/>
      <dgm:spPr/>
    </dgm:pt>
    <dgm:pt modelId="{5E8793BB-5EB0-4CD1-871F-C6173B40EB31}" type="sibTrans" cxnId="{8CE743A6-DD3B-4C1A-A3F3-B9A2C5D17F7A}">
      <dgm:prSet/>
      <dgm:spPr/>
    </dgm:pt>
    <dgm:pt modelId="{09CACD61-0E12-4292-9826-8FD56D49053E}">
      <dgm:prSet phldrT="[Text]"/>
      <dgm:spPr/>
      <dgm:t>
        <a:bodyPr/>
        <a:lstStyle/>
        <a:p>
          <a:r>
            <a:rPr lang="en-US"/>
            <a:t>Branch C Child</a:t>
          </a:r>
        </a:p>
      </dgm:t>
    </dgm:pt>
    <dgm:pt modelId="{6097BDD2-2BF5-4C4E-877A-26D1581BB45A}" type="parTrans" cxnId="{782DE5C1-D8B9-4E7E-9506-F6064C8F2B1B}">
      <dgm:prSet/>
      <dgm:spPr/>
    </dgm:pt>
    <dgm:pt modelId="{133D8960-8441-476B-83BA-B5A8605E393E}" type="sibTrans" cxnId="{782DE5C1-D8B9-4E7E-9506-F6064C8F2B1B}">
      <dgm:prSet/>
      <dgm:spPr/>
    </dgm:pt>
    <dgm:pt modelId="{8EBC592C-E30E-47A2-87A1-7D06AE6296AC}" type="pres">
      <dgm:prSet presAssocID="{4C08294F-69CF-4431-BA48-5F5BE5EB6527}" presName="diagram" presStyleCnt="0">
        <dgm:presLayoutVars>
          <dgm:dir/>
          <dgm:resizeHandles val="exact"/>
        </dgm:presLayoutVars>
      </dgm:prSet>
      <dgm:spPr/>
    </dgm:pt>
    <dgm:pt modelId="{E015E77F-9AA6-4ECA-B639-DE9A0EE9E8FA}" type="pres">
      <dgm:prSet presAssocID="{9CB86753-53C3-44F1-879E-036B17C14701}" presName="node" presStyleLbl="node1" presStyleIdx="0" presStyleCnt="3">
        <dgm:presLayoutVars>
          <dgm:bulletEnabled val="1"/>
        </dgm:presLayoutVars>
      </dgm:prSet>
      <dgm:spPr/>
    </dgm:pt>
    <dgm:pt modelId="{BB30D5D6-D06C-44C0-A447-D0AB8B655364}" type="pres">
      <dgm:prSet presAssocID="{9B67B7EC-BA05-460A-BD31-AA05CB534401}" presName="sibTrans" presStyleCnt="0"/>
      <dgm:spPr/>
    </dgm:pt>
    <dgm:pt modelId="{9DF3415A-BBCC-4C05-A02A-6814FC83B21B}" type="pres">
      <dgm:prSet presAssocID="{7B146C6D-12ED-4E36-92E3-062F75C7DBA2}" presName="node" presStyleLbl="node1" presStyleIdx="1" presStyleCnt="3">
        <dgm:presLayoutVars>
          <dgm:bulletEnabled val="1"/>
        </dgm:presLayoutVars>
      </dgm:prSet>
      <dgm:spPr/>
    </dgm:pt>
    <dgm:pt modelId="{CC9E2663-0A07-4192-9894-85E0E0FABC44}" type="pres">
      <dgm:prSet presAssocID="{81F10BF6-7694-4232-A1F4-25BCF6C91A7F}" presName="sibTrans" presStyleCnt="0"/>
      <dgm:spPr/>
    </dgm:pt>
    <dgm:pt modelId="{56B8B41D-8F9C-45C2-819F-281DA4B943D5}" type="pres">
      <dgm:prSet presAssocID="{464ECED2-9D1E-47C9-B37C-024B04326577}" presName="node" presStyleLbl="node1" presStyleIdx="2" presStyleCnt="3">
        <dgm:presLayoutVars>
          <dgm:bulletEnabled val="1"/>
        </dgm:presLayoutVars>
      </dgm:prSet>
      <dgm:spPr/>
    </dgm:pt>
  </dgm:ptLst>
  <dgm:cxnLst>
    <dgm:cxn modelId="{3D310C02-A66F-470D-AED9-4533246C26F0}" type="presOf" srcId="{7B146C6D-12ED-4E36-92E3-062F75C7DBA2}" destId="{9DF3415A-BBCC-4C05-A02A-6814FC83B21B}" srcOrd="0" destOrd="0" presId="urn:microsoft.com/office/officeart/2005/8/layout/default"/>
    <dgm:cxn modelId="{33D66207-252E-4451-88D0-02E82FD42BD7}" type="presOf" srcId="{8121E62D-535B-498E-B5DC-487767336281}" destId="{E015E77F-9AA6-4ECA-B639-DE9A0EE9E8FA}" srcOrd="0" destOrd="2" presId="urn:microsoft.com/office/officeart/2005/8/layout/default"/>
    <dgm:cxn modelId="{E0CC4C28-41E4-4376-9AEE-4D633B438EAF}" srcId="{4C08294F-69CF-4431-BA48-5F5BE5EB6527}" destId="{7B146C6D-12ED-4E36-92E3-062F75C7DBA2}" srcOrd="1" destOrd="0" parTransId="{3F5572FE-9D83-49AD-A2ED-70D34DDEE9A7}" sibTransId="{81F10BF6-7694-4232-A1F4-25BCF6C91A7F}"/>
    <dgm:cxn modelId="{7191FE41-F2D2-4D0A-BC5F-377A68459EC2}" type="presOf" srcId="{BDEBA482-2C0F-44FC-A776-E386A6D0CD8D}" destId="{9DF3415A-BBCC-4C05-A02A-6814FC83B21B}" srcOrd="0" destOrd="1" presId="urn:microsoft.com/office/officeart/2005/8/layout/default"/>
    <dgm:cxn modelId="{6DE78A6D-BC53-495A-AD53-F8429591E387}" type="presOf" srcId="{9CB86753-53C3-44F1-879E-036B17C14701}" destId="{E015E77F-9AA6-4ECA-B639-DE9A0EE9E8FA}" srcOrd="0" destOrd="0" presId="urn:microsoft.com/office/officeart/2005/8/layout/default"/>
    <dgm:cxn modelId="{146D3775-15AA-4294-803C-0EA2D7994DAD}" srcId="{4C08294F-69CF-4431-BA48-5F5BE5EB6527}" destId="{9CB86753-53C3-44F1-879E-036B17C14701}" srcOrd="0" destOrd="0" parTransId="{B941D85F-FAFF-4B68-A663-B26190592992}" sibTransId="{9B67B7EC-BA05-460A-BD31-AA05CB534401}"/>
    <dgm:cxn modelId="{B80BD09F-9BFC-4A91-BF9A-A63BF9F8BE7A}" type="presOf" srcId="{540C2471-BF3F-46EF-B62A-81E0D03AF4C9}" destId="{E015E77F-9AA6-4ECA-B639-DE9A0EE9E8FA}" srcOrd="0" destOrd="1" presId="urn:microsoft.com/office/officeart/2005/8/layout/default"/>
    <dgm:cxn modelId="{BB7163A5-8A3F-4B0D-9302-D65C0898C568}" srcId="{7B146C6D-12ED-4E36-92E3-062F75C7DBA2}" destId="{04383115-5174-49C1-9760-25AB19802B2E}" srcOrd="1" destOrd="0" parTransId="{A7EF999B-F0AA-4824-B801-79D67CE5880A}" sibTransId="{2D6663C0-4910-4AF4-B552-AE64AF045B45}"/>
    <dgm:cxn modelId="{8CE743A6-DD3B-4C1A-A3F3-B9A2C5D17F7A}" srcId="{4C08294F-69CF-4431-BA48-5F5BE5EB6527}" destId="{464ECED2-9D1E-47C9-B37C-024B04326577}" srcOrd="2" destOrd="0" parTransId="{09E177E8-98EA-4871-B067-BCC5D89A2ABE}" sibTransId="{5E8793BB-5EB0-4CD1-871F-C6173B40EB31}"/>
    <dgm:cxn modelId="{3F95F8B7-6BF4-4386-8331-E65DAAF080A7}" srcId="{9CB86753-53C3-44F1-879E-036B17C14701}" destId="{540C2471-BF3F-46EF-B62A-81E0D03AF4C9}" srcOrd="0" destOrd="0" parTransId="{BD4E646C-FEEF-4267-BA2E-169096798473}" sibTransId="{88EB7C75-FFD1-41BA-AA30-E4C4D2C8ACF4}"/>
    <dgm:cxn modelId="{6B9B9DBD-9B34-47F5-850A-396C9E1DC3E9}" srcId="{7B146C6D-12ED-4E36-92E3-062F75C7DBA2}" destId="{BDEBA482-2C0F-44FC-A776-E386A6D0CD8D}" srcOrd="0" destOrd="0" parTransId="{C0F18A04-2F8D-4D98-8C10-0296B884327B}" sibTransId="{A9FFE8FD-2251-4D75-AC55-ACAE645014A1}"/>
    <dgm:cxn modelId="{782DE5C1-D8B9-4E7E-9506-F6064C8F2B1B}" srcId="{464ECED2-9D1E-47C9-B37C-024B04326577}" destId="{09CACD61-0E12-4292-9826-8FD56D49053E}" srcOrd="0" destOrd="0" parTransId="{6097BDD2-2BF5-4C4E-877A-26D1581BB45A}" sibTransId="{133D8960-8441-476B-83BA-B5A8605E393E}"/>
    <dgm:cxn modelId="{A69081CE-F472-4C85-A6A9-2DF066180701}" type="presOf" srcId="{464ECED2-9D1E-47C9-B37C-024B04326577}" destId="{56B8B41D-8F9C-45C2-819F-281DA4B943D5}" srcOrd="0" destOrd="0" presId="urn:microsoft.com/office/officeart/2005/8/layout/default"/>
    <dgm:cxn modelId="{0B9471DD-F347-452E-B4DF-0061147D2BFD}" srcId="{9CB86753-53C3-44F1-879E-036B17C14701}" destId="{8121E62D-535B-498E-B5DC-487767336281}" srcOrd="1" destOrd="0" parTransId="{B24E77E5-A0D6-4B9B-9D56-80A592DF7AA8}" sibTransId="{69809FDE-36E2-4C8A-A887-263878B065A4}"/>
    <dgm:cxn modelId="{CD5B34E6-4614-458E-B493-764753689B0D}" type="presOf" srcId="{4C08294F-69CF-4431-BA48-5F5BE5EB6527}" destId="{8EBC592C-E30E-47A2-87A1-7D06AE6296AC}" srcOrd="0" destOrd="0" presId="urn:microsoft.com/office/officeart/2005/8/layout/default"/>
    <dgm:cxn modelId="{922876E6-23A9-4636-B8B8-CB13E0B43795}" type="presOf" srcId="{04383115-5174-49C1-9760-25AB19802B2E}" destId="{9DF3415A-BBCC-4C05-A02A-6814FC83B21B}" srcOrd="0" destOrd="2" presId="urn:microsoft.com/office/officeart/2005/8/layout/default"/>
    <dgm:cxn modelId="{712542F3-5CE9-4A3B-A5A8-78ADAC9626EC}" type="presOf" srcId="{09CACD61-0E12-4292-9826-8FD56D49053E}" destId="{56B8B41D-8F9C-45C2-819F-281DA4B943D5}" srcOrd="0" destOrd="1" presId="urn:microsoft.com/office/officeart/2005/8/layout/default"/>
    <dgm:cxn modelId="{D9CC3FBF-62B3-465F-8167-19FB2A7137FB}" type="presParOf" srcId="{8EBC592C-E30E-47A2-87A1-7D06AE6296AC}" destId="{E015E77F-9AA6-4ECA-B639-DE9A0EE9E8FA}" srcOrd="0" destOrd="0" presId="urn:microsoft.com/office/officeart/2005/8/layout/default"/>
    <dgm:cxn modelId="{E4979A68-E02F-4D01-923C-975D78F01079}" type="presParOf" srcId="{8EBC592C-E30E-47A2-87A1-7D06AE6296AC}" destId="{BB30D5D6-D06C-44C0-A447-D0AB8B655364}" srcOrd="1" destOrd="0" presId="urn:microsoft.com/office/officeart/2005/8/layout/default"/>
    <dgm:cxn modelId="{D5FDBE2A-5403-468E-9066-CC2B9CAF4F89}" type="presParOf" srcId="{8EBC592C-E30E-47A2-87A1-7D06AE6296AC}" destId="{9DF3415A-BBCC-4C05-A02A-6814FC83B21B}" srcOrd="2" destOrd="0" presId="urn:microsoft.com/office/officeart/2005/8/layout/default"/>
    <dgm:cxn modelId="{7FBEFD86-EC8C-4DF3-8B66-02B2BE4267E0}" type="presParOf" srcId="{8EBC592C-E30E-47A2-87A1-7D06AE6296AC}" destId="{CC9E2663-0A07-4192-9894-85E0E0FABC44}" srcOrd="3" destOrd="0" presId="urn:microsoft.com/office/officeart/2005/8/layout/default"/>
    <dgm:cxn modelId="{181B019C-1D27-4C09-A0F3-72F3D9CFDB69}" type="presParOf" srcId="{8EBC592C-E30E-47A2-87A1-7D06AE6296AC}" destId="{56B8B41D-8F9C-45C2-819F-281DA4B943D5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15E77F-9AA6-4ECA-B639-DE9A0EE9E8FA}">
      <dsp:nvSpPr>
        <dsp:cNvPr id="0" name=""/>
        <dsp:cNvSpPr/>
      </dsp:nvSpPr>
      <dsp:spPr>
        <a:xfrm>
          <a:off x="26401" y="1224"/>
          <a:ext cx="3905808" cy="23434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Branch A Root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Branch A Child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Branch A Grandchild with long text</a:t>
          </a:r>
        </a:p>
      </dsp:txBody>
      <dsp:txXfrm>
        <a:off x="26401" y="1224"/>
        <a:ext cx="3905808" cy="2343484"/>
      </dsp:txXfrm>
    </dsp:sp>
    <dsp:sp modelId="{9DF3415A-BBCC-4C05-A02A-6814FC83B21B}">
      <dsp:nvSpPr>
        <dsp:cNvPr id="0" name=""/>
        <dsp:cNvSpPr/>
      </dsp:nvSpPr>
      <dsp:spPr>
        <a:xfrm>
          <a:off x="4322790" y="1224"/>
          <a:ext cx="3905808" cy="23434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Branch B Root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Branch B Child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Branch B Grandchild</a:t>
          </a:r>
        </a:p>
      </dsp:txBody>
      <dsp:txXfrm>
        <a:off x="4322790" y="1224"/>
        <a:ext cx="3905808" cy="2343484"/>
      </dsp:txXfrm>
    </dsp:sp>
    <dsp:sp modelId="{56B8B41D-8F9C-45C2-819F-281DA4B943D5}">
      <dsp:nvSpPr>
        <dsp:cNvPr id="0" name=""/>
        <dsp:cNvSpPr/>
      </dsp:nvSpPr>
      <dsp:spPr>
        <a:xfrm>
          <a:off x="2174595" y="2735290"/>
          <a:ext cx="3905808" cy="23434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Branch C Root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Branch C Child</a:t>
          </a:r>
        </a:p>
      </dsp:txBody>
      <dsp:txXfrm>
        <a:off x="2174595" y="2735290"/>
        <a:ext cx="3905808" cy="23434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D861E-7DB5-334C-0006-236ABF34B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FB2D6C-BD14-D280-12D3-D3C2CB1222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F06CE-F6AA-4E1E-7AD6-3C38DC80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EA291-EB01-4142-A55B-45297091BB2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5FF43-CA6A-984F-FD86-928C30859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62D42-5CC5-1991-2C6B-0827C661E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2257-63F0-46BE-BFD7-CB7FD04BF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2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1380C-FEC3-5673-684A-898C44B5D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E368C-667D-695B-9C37-255D94B47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B5E0D-72A6-B4E4-9A34-048C70D63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EA291-EB01-4142-A55B-45297091BB2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5BD3D-91ED-E8AE-08C8-1B589E32D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81955-5F67-2CBE-1503-538A85CEC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2257-63F0-46BE-BFD7-CB7FD04BF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583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F4FC-0D2B-B891-6211-40557D67F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A9EBF-515A-9FBB-4CA0-21426BC49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2782D-1564-1EC7-2AF0-0C4E8C22D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EA291-EB01-4142-A55B-45297091BB2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A27E1-EE3D-4FC5-551D-75131AD16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F5FB3-4F41-1E3B-A35E-0919D4192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2257-63F0-46BE-BFD7-CB7FD04BF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96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61C3A-48BA-AE2A-5D06-F2C6C4A73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0827B-4B11-09E9-975E-723C37FAA7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BE456A-5427-0624-6044-63E7265EC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06292-F29D-D1FE-93B6-2C810300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EA291-EB01-4142-A55B-45297091BB2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3BEA7-4F34-E8F4-3191-818289433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F9D2A-5C27-0B37-CAD5-3B073B00D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2257-63F0-46BE-BFD7-CB7FD04BF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85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D9FE7-7EBA-0544-00BB-F3C129928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BC536-95CD-0E75-9294-64C1877D0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E6B74B-25D9-C4C9-8EA7-FC4044149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68EE22-1E4B-CDA7-9B92-83D20FD411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D3D12E-365D-D47E-47FC-FF8A08A72D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A8F4DE-EA5C-F9AC-75EF-BD41B7305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EA291-EB01-4142-A55B-45297091BB2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0577F7-4F9C-2EC4-27D7-BE598BE60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92B916-02D7-CA83-E783-59F5F18D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2257-63F0-46BE-BFD7-CB7FD04BF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898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03967-227F-2034-36FB-D8708FD4D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7BDAF-71D4-53CF-63BF-94BFB16BF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EA291-EB01-4142-A55B-45297091BB2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3D21A5-599B-8605-2C79-A5CF96182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2ADB1B-F971-34A8-61C4-A325B9D3E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2257-63F0-46BE-BFD7-CB7FD04BF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829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49C629-C014-0996-7B70-089F94200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EA291-EB01-4142-A55B-45297091BB2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190EA1-F1A6-04BF-6F12-72595872D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78825-A969-D244-B441-C0BD48268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2257-63F0-46BE-BFD7-CB7FD04BF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50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D3108-7102-3EDD-F0F1-FAADA1341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90730-80C4-6E45-3C4D-CB2AA6C4D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61629E-2991-E6DB-6077-ECBADDC98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810456-3670-00DF-C2D1-58134FD4E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EA291-EB01-4142-A55B-45297091BB2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79F43-9206-DAD9-8CBD-E68EBE94B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30196-98CF-2AEB-8754-39AAFE6DC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2257-63F0-46BE-BFD7-CB7FD04BF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102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53A93-3177-EEDB-6ACF-5FFB92732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5630B-B228-686C-85A0-448B80F058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AA515-3CA7-C940-C0C1-E17CFE6AD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D03B4-373C-BE86-99DF-F346AA19E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EA291-EB01-4142-A55B-45297091BB2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036D2-8D3F-9E71-5422-3C4612C21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8678A-6C11-5DD5-4B4F-801E041CD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2257-63F0-46BE-BFD7-CB7FD04BF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497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911FF-64C1-AAD9-DF02-B1C69758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756C4-4E44-8AE9-E2C6-03461B4A3A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AFA62-7642-09E4-61E1-30FD31774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EA291-EB01-4142-A55B-45297091BB2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AF2B0-4845-9B69-FEBD-672C3494D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75040-4D9D-C26E-DD43-27FE49AD8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2257-63F0-46BE-BFD7-CB7FD04BF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49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2ACDD6-04CD-529B-7B33-B228DE09E5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55700C-9E3D-848D-CE6E-EA10213BDA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79C7D-F1EF-6A97-8153-BB7DDF737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EA291-EB01-4142-A55B-45297091BB2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6B506-EF37-D1B1-527F-57EBAAF3C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559F8-75E9-6D02-9D6F-9440DAE00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2257-63F0-46BE-BFD7-CB7FD04BF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7AAF19-0656-0CB5-4651-A4BECDDCF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2141C-4B81-2537-F7AA-87A68A47F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B9525-00D4-B11A-09B5-01481F2413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FEA291-EB01-4142-A55B-45297091BB2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704A6-944E-BCB3-D0E2-CFE9D21E9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C5AC6-CFF6-0BBA-1FFC-B7C508558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252257-63F0-46BE-BFD7-CB7FD04BF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038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694A05F-7132-5847-5546-0649246748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23651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0238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2026-09-06T08:12:32Z</dcterms:created>
  <dcterms:modified xsi:type="dcterms:W3CDTF">2026-09-06T08:12:33Z</dcterms:modified>
</cp:coreProperties>
</file>