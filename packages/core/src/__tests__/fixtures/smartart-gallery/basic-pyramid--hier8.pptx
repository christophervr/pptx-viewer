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14F377-CE13-4CC6-A878-D9AAC587701B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DACCE8F8-E974-4D48-8DE9-90C2BEFC2984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EC361630-8C80-494D-A7FA-36066DA0BDA9}" type="parTrans" cxnId="{BB26A7F2-72F8-4B4E-8DC0-DEF6A09876BC}">
      <dgm:prSet/>
      <dgm:spPr/>
    </dgm:pt>
    <dgm:pt modelId="{8EA48BA2-54AE-4D0C-A308-C1A167026B7C}" type="sibTrans" cxnId="{BB26A7F2-72F8-4B4E-8DC0-DEF6A09876BC}">
      <dgm:prSet/>
      <dgm:spPr/>
    </dgm:pt>
    <dgm:pt modelId="{7F95DC83-218A-4B38-9CAB-DE2F0A1F8307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748C8EF7-2145-48A7-88FB-F78E6D52E996}" type="parTrans" cxnId="{7544695E-27FF-4C2A-B48E-F50C5F5EEED0}">
      <dgm:prSet/>
      <dgm:spPr/>
    </dgm:pt>
    <dgm:pt modelId="{23818A81-0681-4043-926E-EFAC7E42481F}" type="sibTrans" cxnId="{7544695E-27FF-4C2A-B48E-F50C5F5EEED0}">
      <dgm:prSet/>
      <dgm:spPr/>
    </dgm:pt>
    <dgm:pt modelId="{9AF86B61-B8F2-4D73-BBDD-5296AC23465F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1EF7707E-3B68-4E42-BB78-2FE3BE375D82}" type="parTrans" cxnId="{7E2120B5-1EDB-45B2-921C-0C6375519627}">
      <dgm:prSet/>
      <dgm:spPr/>
    </dgm:pt>
    <dgm:pt modelId="{DCA2CEBD-85BC-40F4-AAB3-E9FFABEBD3AF}" type="sibTrans" cxnId="{7E2120B5-1EDB-45B2-921C-0C6375519627}">
      <dgm:prSet/>
      <dgm:spPr/>
    </dgm:pt>
    <dgm:pt modelId="{C201C49C-3CCA-4B60-993C-EB624813E3BA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78EF10EA-D43D-494B-820C-3C854C132B10}" type="parTrans" cxnId="{25473B56-B18E-44D7-BE9F-2D2A039A63FA}">
      <dgm:prSet/>
      <dgm:spPr/>
    </dgm:pt>
    <dgm:pt modelId="{1402C221-019F-49A6-AA6B-C7F270245CE9}" type="sibTrans" cxnId="{25473B56-B18E-44D7-BE9F-2D2A039A63FA}">
      <dgm:prSet/>
      <dgm:spPr/>
    </dgm:pt>
    <dgm:pt modelId="{8D8BDF0D-4FC1-4091-A301-2BFD20983748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23997F26-BD78-46CB-A746-36986E9D1336}" type="parTrans" cxnId="{271B595A-6425-458E-AC6E-7BBB57BF84F0}">
      <dgm:prSet/>
      <dgm:spPr/>
    </dgm:pt>
    <dgm:pt modelId="{25059B25-DF71-4228-B067-BD737C0CB5DD}" type="sibTrans" cxnId="{271B595A-6425-458E-AC6E-7BBB57BF84F0}">
      <dgm:prSet/>
      <dgm:spPr/>
    </dgm:pt>
    <dgm:pt modelId="{502B2C50-74C5-4DF1-9F75-56FE6FB52E2B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570234D3-7383-4128-91B5-C4391E9EF3BA}" type="parTrans" cxnId="{3191F82A-8171-4D2C-8360-44113FB0CC70}">
      <dgm:prSet/>
      <dgm:spPr/>
    </dgm:pt>
    <dgm:pt modelId="{C0E1A6C5-E70A-4E85-9B5B-BD63915B4F5F}" type="sibTrans" cxnId="{3191F82A-8171-4D2C-8360-44113FB0CC70}">
      <dgm:prSet/>
      <dgm:spPr/>
    </dgm:pt>
    <dgm:pt modelId="{E9D79EF2-D258-487D-BA09-E71C89376DB8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EBE7AB30-81B0-4F62-9690-D8D6C41981B6}" type="parTrans" cxnId="{EB2C09FC-697A-484F-B71B-793EF6B408CF}">
      <dgm:prSet/>
      <dgm:spPr/>
    </dgm:pt>
    <dgm:pt modelId="{023E0D1E-B217-4022-BF7A-74D16857D0C6}" type="sibTrans" cxnId="{EB2C09FC-697A-484F-B71B-793EF6B408CF}">
      <dgm:prSet/>
      <dgm:spPr/>
    </dgm:pt>
    <dgm:pt modelId="{3803A593-4AD3-4E74-B1B6-C698830F4E6A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02DFDE2E-9B22-4212-B4E0-33A56CDD90CF}" type="parTrans" cxnId="{2E9B7122-5C86-41CE-933F-F5DE9DE70050}">
      <dgm:prSet/>
      <dgm:spPr/>
    </dgm:pt>
    <dgm:pt modelId="{B601CA32-93BB-4E0D-9CF8-A792019B1C91}" type="sibTrans" cxnId="{2E9B7122-5C86-41CE-933F-F5DE9DE70050}">
      <dgm:prSet/>
      <dgm:spPr/>
    </dgm:pt>
    <dgm:pt modelId="{56D956BB-23F1-4773-AA6E-3655A1750757}" type="pres">
      <dgm:prSet presAssocID="{F814F377-CE13-4CC6-A878-D9AAC587701B}" presName="Name0" presStyleCnt="0">
        <dgm:presLayoutVars>
          <dgm:dir/>
          <dgm:animLvl val="lvl"/>
          <dgm:resizeHandles val="exact"/>
        </dgm:presLayoutVars>
      </dgm:prSet>
      <dgm:spPr/>
    </dgm:pt>
    <dgm:pt modelId="{4DF283CB-9661-476E-B99A-36F38D28226F}" type="pres">
      <dgm:prSet presAssocID="{DACCE8F8-E974-4D48-8DE9-90C2BEFC2984}" presName="Name8" presStyleCnt="0"/>
      <dgm:spPr/>
    </dgm:pt>
    <dgm:pt modelId="{EF35C931-69D7-4086-AA2B-D6A0C6FC5494}" type="pres">
      <dgm:prSet presAssocID="{DACCE8F8-E974-4D48-8DE9-90C2BEFC2984}" presName="acctBkgd" presStyleLbl="alignAcc1" presStyleIdx="0" presStyleCnt="3"/>
      <dgm:spPr/>
    </dgm:pt>
    <dgm:pt modelId="{6B92BDD4-DCDF-416E-AB18-E58CD1A66C1E}" type="pres">
      <dgm:prSet presAssocID="{DACCE8F8-E974-4D48-8DE9-90C2BEFC2984}" presName="acctTx" presStyleLbl="alignAcc1" presStyleIdx="0" presStyleCnt="3">
        <dgm:presLayoutVars>
          <dgm:bulletEnabled val="1"/>
        </dgm:presLayoutVars>
      </dgm:prSet>
      <dgm:spPr/>
    </dgm:pt>
    <dgm:pt modelId="{EF5F2EDF-B1F6-4A08-BC72-46FBF2715BA0}" type="pres">
      <dgm:prSet presAssocID="{DACCE8F8-E974-4D48-8DE9-90C2BEFC2984}" presName="level" presStyleLbl="node1" presStyleIdx="0" presStyleCnt="3">
        <dgm:presLayoutVars>
          <dgm:chMax val="1"/>
          <dgm:bulletEnabled val="1"/>
        </dgm:presLayoutVars>
      </dgm:prSet>
      <dgm:spPr/>
    </dgm:pt>
    <dgm:pt modelId="{DDEB08FE-E066-437E-8D76-A3E7568B90F3}" type="pres">
      <dgm:prSet presAssocID="{DACCE8F8-E974-4D48-8DE9-90C2BEFC298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8B2EDA4-D358-4155-904E-B985EE8D010F}" type="pres">
      <dgm:prSet presAssocID="{C201C49C-3CCA-4B60-993C-EB624813E3BA}" presName="Name8" presStyleCnt="0"/>
      <dgm:spPr/>
    </dgm:pt>
    <dgm:pt modelId="{FFB9397A-18BD-4F8F-90A0-B46A357566C7}" type="pres">
      <dgm:prSet presAssocID="{C201C49C-3CCA-4B60-993C-EB624813E3BA}" presName="acctBkgd" presStyleLbl="alignAcc1" presStyleIdx="1" presStyleCnt="3"/>
      <dgm:spPr/>
    </dgm:pt>
    <dgm:pt modelId="{76C15375-9342-4762-BA5E-FA0AB740947E}" type="pres">
      <dgm:prSet presAssocID="{C201C49C-3CCA-4B60-993C-EB624813E3BA}" presName="acctTx" presStyleLbl="alignAcc1" presStyleIdx="1" presStyleCnt="3">
        <dgm:presLayoutVars>
          <dgm:bulletEnabled val="1"/>
        </dgm:presLayoutVars>
      </dgm:prSet>
      <dgm:spPr/>
    </dgm:pt>
    <dgm:pt modelId="{3FAE53A7-BDFC-4349-86AE-9510C0434940}" type="pres">
      <dgm:prSet presAssocID="{C201C49C-3CCA-4B60-993C-EB624813E3BA}" presName="level" presStyleLbl="node1" presStyleIdx="1" presStyleCnt="3">
        <dgm:presLayoutVars>
          <dgm:chMax val="1"/>
          <dgm:bulletEnabled val="1"/>
        </dgm:presLayoutVars>
      </dgm:prSet>
      <dgm:spPr/>
    </dgm:pt>
    <dgm:pt modelId="{455AA242-875C-4CFD-B07F-A3BA3C3AAD91}" type="pres">
      <dgm:prSet presAssocID="{C201C49C-3CCA-4B60-993C-EB624813E3B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7B61559-3494-476D-81BC-8023998337B3}" type="pres">
      <dgm:prSet presAssocID="{E9D79EF2-D258-487D-BA09-E71C89376DB8}" presName="Name8" presStyleCnt="0"/>
      <dgm:spPr/>
    </dgm:pt>
    <dgm:pt modelId="{2A6E93CE-2211-455C-9116-5D15CD268ADA}" type="pres">
      <dgm:prSet presAssocID="{E9D79EF2-D258-487D-BA09-E71C89376DB8}" presName="acctBkgd" presStyleLbl="alignAcc1" presStyleIdx="2" presStyleCnt="3"/>
      <dgm:spPr/>
    </dgm:pt>
    <dgm:pt modelId="{F6C80EC6-5E0F-439E-BB8A-36A10E17CBEE}" type="pres">
      <dgm:prSet presAssocID="{E9D79EF2-D258-487D-BA09-E71C89376DB8}" presName="acctTx" presStyleLbl="alignAcc1" presStyleIdx="2" presStyleCnt="3">
        <dgm:presLayoutVars>
          <dgm:bulletEnabled val="1"/>
        </dgm:presLayoutVars>
      </dgm:prSet>
      <dgm:spPr/>
    </dgm:pt>
    <dgm:pt modelId="{EC754EB0-59D7-4545-AE14-BE66B1E12471}" type="pres">
      <dgm:prSet presAssocID="{E9D79EF2-D258-487D-BA09-E71C89376DB8}" presName="level" presStyleLbl="node1" presStyleIdx="2" presStyleCnt="3">
        <dgm:presLayoutVars>
          <dgm:chMax val="1"/>
          <dgm:bulletEnabled val="1"/>
        </dgm:presLayoutVars>
      </dgm:prSet>
      <dgm:spPr/>
    </dgm:pt>
    <dgm:pt modelId="{803275A9-03C4-47A5-8ADE-3557C2C11A14}" type="pres">
      <dgm:prSet presAssocID="{E9D79EF2-D258-487D-BA09-E71C89376DB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E9B7122-5C86-41CE-933F-F5DE9DE70050}" srcId="{E9D79EF2-D258-487D-BA09-E71C89376DB8}" destId="{3803A593-4AD3-4E74-B1B6-C698830F4E6A}" srcOrd="0" destOrd="0" parTransId="{02DFDE2E-9B22-4212-B4E0-33A56CDD90CF}" sibTransId="{B601CA32-93BB-4E0D-9CF8-A792019B1C91}"/>
    <dgm:cxn modelId="{3191F82A-8171-4D2C-8360-44113FB0CC70}" srcId="{C201C49C-3CCA-4B60-993C-EB624813E3BA}" destId="{502B2C50-74C5-4DF1-9F75-56FE6FB52E2B}" srcOrd="1" destOrd="0" parTransId="{570234D3-7383-4128-91B5-C4391E9EF3BA}" sibTransId="{C0E1A6C5-E70A-4E85-9B5B-BD63915B4F5F}"/>
    <dgm:cxn modelId="{2492723C-500A-488F-ABCE-2D204536C50A}" type="presOf" srcId="{7F95DC83-218A-4B38-9CAB-DE2F0A1F8307}" destId="{EF35C931-69D7-4086-AA2B-D6A0C6FC5494}" srcOrd="0" destOrd="0" presId="urn:microsoft.com/office/officeart/2005/8/layout/pyramid1"/>
    <dgm:cxn modelId="{7544695E-27FF-4C2A-B48E-F50C5F5EEED0}" srcId="{DACCE8F8-E974-4D48-8DE9-90C2BEFC2984}" destId="{7F95DC83-218A-4B38-9CAB-DE2F0A1F8307}" srcOrd="0" destOrd="0" parTransId="{748C8EF7-2145-48A7-88FB-F78E6D52E996}" sibTransId="{23818A81-0681-4043-926E-EFAC7E42481F}"/>
    <dgm:cxn modelId="{4B93AA41-E04B-4EBD-B497-32BE6FB862DE}" type="presOf" srcId="{3803A593-4AD3-4E74-B1B6-C698830F4E6A}" destId="{F6C80EC6-5E0F-439E-BB8A-36A10E17CBEE}" srcOrd="1" destOrd="0" presId="urn:microsoft.com/office/officeart/2005/8/layout/pyramid1"/>
    <dgm:cxn modelId="{58A15642-FA78-44FA-BC1D-29AB11700F25}" type="presOf" srcId="{9AF86B61-B8F2-4D73-BBDD-5296AC23465F}" destId="{EF35C931-69D7-4086-AA2B-D6A0C6FC5494}" srcOrd="0" destOrd="1" presId="urn:microsoft.com/office/officeart/2005/8/layout/pyramid1"/>
    <dgm:cxn modelId="{B42E7A66-9B80-40DB-898A-DDD18A9A546D}" type="presOf" srcId="{8D8BDF0D-4FC1-4091-A301-2BFD20983748}" destId="{FFB9397A-18BD-4F8F-90A0-B46A357566C7}" srcOrd="0" destOrd="0" presId="urn:microsoft.com/office/officeart/2005/8/layout/pyramid1"/>
    <dgm:cxn modelId="{5F198572-AFFD-4E16-ABC7-D57265851829}" type="presOf" srcId="{9AF86B61-B8F2-4D73-BBDD-5296AC23465F}" destId="{6B92BDD4-DCDF-416E-AB18-E58CD1A66C1E}" srcOrd="1" destOrd="1" presId="urn:microsoft.com/office/officeart/2005/8/layout/pyramid1"/>
    <dgm:cxn modelId="{25473B56-B18E-44D7-BE9F-2D2A039A63FA}" srcId="{F814F377-CE13-4CC6-A878-D9AAC587701B}" destId="{C201C49C-3CCA-4B60-993C-EB624813E3BA}" srcOrd="1" destOrd="0" parTransId="{78EF10EA-D43D-494B-820C-3C854C132B10}" sibTransId="{1402C221-019F-49A6-AA6B-C7F270245CE9}"/>
    <dgm:cxn modelId="{271B595A-6425-458E-AC6E-7BBB57BF84F0}" srcId="{C201C49C-3CCA-4B60-993C-EB624813E3BA}" destId="{8D8BDF0D-4FC1-4091-A301-2BFD20983748}" srcOrd="0" destOrd="0" parTransId="{23997F26-BD78-46CB-A746-36986E9D1336}" sibTransId="{25059B25-DF71-4228-B067-BD737C0CB5DD}"/>
    <dgm:cxn modelId="{EBC8D082-A1CD-4CFC-ACFD-6FDD06A2D631}" type="presOf" srcId="{502B2C50-74C5-4DF1-9F75-56FE6FB52E2B}" destId="{FFB9397A-18BD-4F8F-90A0-B46A357566C7}" srcOrd="0" destOrd="1" presId="urn:microsoft.com/office/officeart/2005/8/layout/pyramid1"/>
    <dgm:cxn modelId="{48323689-6BBA-4747-A925-ECFA7774CBD6}" type="presOf" srcId="{C201C49C-3CCA-4B60-993C-EB624813E3BA}" destId="{3FAE53A7-BDFC-4349-86AE-9510C0434940}" srcOrd="0" destOrd="0" presId="urn:microsoft.com/office/officeart/2005/8/layout/pyramid1"/>
    <dgm:cxn modelId="{6AA45B89-847D-4291-A83A-EE712E5338D5}" type="presOf" srcId="{DACCE8F8-E974-4D48-8DE9-90C2BEFC2984}" destId="{DDEB08FE-E066-437E-8D76-A3E7568B90F3}" srcOrd="1" destOrd="0" presId="urn:microsoft.com/office/officeart/2005/8/layout/pyramid1"/>
    <dgm:cxn modelId="{A976C897-CF12-4061-BA5E-269BD54429F1}" type="presOf" srcId="{E9D79EF2-D258-487D-BA09-E71C89376DB8}" destId="{EC754EB0-59D7-4545-AE14-BE66B1E12471}" srcOrd="0" destOrd="0" presId="urn:microsoft.com/office/officeart/2005/8/layout/pyramid1"/>
    <dgm:cxn modelId="{90C8629B-CF0E-4E53-923B-E325AFC2F5D4}" type="presOf" srcId="{C201C49C-3CCA-4B60-993C-EB624813E3BA}" destId="{455AA242-875C-4CFD-B07F-A3BA3C3AAD91}" srcOrd="1" destOrd="0" presId="urn:microsoft.com/office/officeart/2005/8/layout/pyramid1"/>
    <dgm:cxn modelId="{7E2120B5-1EDB-45B2-921C-0C6375519627}" srcId="{DACCE8F8-E974-4D48-8DE9-90C2BEFC2984}" destId="{9AF86B61-B8F2-4D73-BBDD-5296AC23465F}" srcOrd="1" destOrd="0" parTransId="{1EF7707E-3B68-4E42-BB78-2FE3BE375D82}" sibTransId="{DCA2CEBD-85BC-40F4-AAB3-E9FFABEBD3AF}"/>
    <dgm:cxn modelId="{D8F63AB5-8624-449B-BA1F-DF6DB3CB056E}" type="presOf" srcId="{DACCE8F8-E974-4D48-8DE9-90C2BEFC2984}" destId="{EF5F2EDF-B1F6-4A08-BC72-46FBF2715BA0}" srcOrd="0" destOrd="0" presId="urn:microsoft.com/office/officeart/2005/8/layout/pyramid1"/>
    <dgm:cxn modelId="{942654CE-51C5-4479-B37B-BAF6B64707B7}" type="presOf" srcId="{8D8BDF0D-4FC1-4091-A301-2BFD20983748}" destId="{76C15375-9342-4762-BA5E-FA0AB740947E}" srcOrd="1" destOrd="0" presId="urn:microsoft.com/office/officeart/2005/8/layout/pyramid1"/>
    <dgm:cxn modelId="{3FC7A9D7-D200-4AB2-8197-1AACCD9DA428}" type="presOf" srcId="{7F95DC83-218A-4B38-9CAB-DE2F0A1F8307}" destId="{6B92BDD4-DCDF-416E-AB18-E58CD1A66C1E}" srcOrd="1" destOrd="0" presId="urn:microsoft.com/office/officeart/2005/8/layout/pyramid1"/>
    <dgm:cxn modelId="{176DF2EA-3E09-414D-94F7-1E456C5CC13E}" type="presOf" srcId="{502B2C50-74C5-4DF1-9F75-56FE6FB52E2B}" destId="{76C15375-9342-4762-BA5E-FA0AB740947E}" srcOrd="1" destOrd="1" presId="urn:microsoft.com/office/officeart/2005/8/layout/pyramid1"/>
    <dgm:cxn modelId="{ADEE36F0-1BB4-49BC-A2E3-843A4F2213C6}" type="presOf" srcId="{3803A593-4AD3-4E74-B1B6-C698830F4E6A}" destId="{2A6E93CE-2211-455C-9116-5D15CD268ADA}" srcOrd="0" destOrd="0" presId="urn:microsoft.com/office/officeart/2005/8/layout/pyramid1"/>
    <dgm:cxn modelId="{BB26A7F2-72F8-4B4E-8DC0-DEF6A09876BC}" srcId="{F814F377-CE13-4CC6-A878-D9AAC587701B}" destId="{DACCE8F8-E974-4D48-8DE9-90C2BEFC2984}" srcOrd="0" destOrd="0" parTransId="{EC361630-8C80-494D-A7FA-36066DA0BDA9}" sibTransId="{8EA48BA2-54AE-4D0C-A308-C1A167026B7C}"/>
    <dgm:cxn modelId="{A203D1F4-7A19-4559-B2AA-8E6A23F24172}" type="presOf" srcId="{E9D79EF2-D258-487D-BA09-E71C89376DB8}" destId="{803275A9-03C4-47A5-8ADE-3557C2C11A14}" srcOrd="1" destOrd="0" presId="urn:microsoft.com/office/officeart/2005/8/layout/pyramid1"/>
    <dgm:cxn modelId="{F07E15F8-B0A3-4091-B072-2FC58F76B397}" type="presOf" srcId="{F814F377-CE13-4CC6-A878-D9AAC587701B}" destId="{56D956BB-23F1-4773-AA6E-3655A1750757}" srcOrd="0" destOrd="0" presId="urn:microsoft.com/office/officeart/2005/8/layout/pyramid1"/>
    <dgm:cxn modelId="{EB2C09FC-697A-484F-B71B-793EF6B408CF}" srcId="{F814F377-CE13-4CC6-A878-D9AAC587701B}" destId="{E9D79EF2-D258-487D-BA09-E71C89376DB8}" srcOrd="2" destOrd="0" parTransId="{EBE7AB30-81B0-4F62-9690-D8D6C41981B6}" sibTransId="{023E0D1E-B217-4022-BF7A-74D16857D0C6}"/>
    <dgm:cxn modelId="{9ED7CF7D-CCD2-4BA2-97B6-597AE66E897A}" type="presParOf" srcId="{56D956BB-23F1-4773-AA6E-3655A1750757}" destId="{4DF283CB-9661-476E-B99A-36F38D28226F}" srcOrd="0" destOrd="0" presId="urn:microsoft.com/office/officeart/2005/8/layout/pyramid1"/>
    <dgm:cxn modelId="{D7FC03B7-40F5-4F25-8602-E78956B807BC}" type="presParOf" srcId="{4DF283CB-9661-476E-B99A-36F38D28226F}" destId="{EF35C931-69D7-4086-AA2B-D6A0C6FC5494}" srcOrd="0" destOrd="0" presId="urn:microsoft.com/office/officeart/2005/8/layout/pyramid1"/>
    <dgm:cxn modelId="{670BA567-90BE-4CD7-9264-B6D2DD69903C}" type="presParOf" srcId="{4DF283CB-9661-476E-B99A-36F38D28226F}" destId="{6B92BDD4-DCDF-416E-AB18-E58CD1A66C1E}" srcOrd="1" destOrd="0" presId="urn:microsoft.com/office/officeart/2005/8/layout/pyramid1"/>
    <dgm:cxn modelId="{14CE6AEC-9A27-4EC1-8EEC-1DE1F92EAD95}" type="presParOf" srcId="{4DF283CB-9661-476E-B99A-36F38D28226F}" destId="{EF5F2EDF-B1F6-4A08-BC72-46FBF2715BA0}" srcOrd="2" destOrd="0" presId="urn:microsoft.com/office/officeart/2005/8/layout/pyramid1"/>
    <dgm:cxn modelId="{9241D21F-40A1-47E4-86AE-78250724981B}" type="presParOf" srcId="{4DF283CB-9661-476E-B99A-36F38D28226F}" destId="{DDEB08FE-E066-437E-8D76-A3E7568B90F3}" srcOrd="3" destOrd="0" presId="urn:microsoft.com/office/officeart/2005/8/layout/pyramid1"/>
    <dgm:cxn modelId="{2E53A865-4E94-47DF-ACB0-511940E76A94}" type="presParOf" srcId="{56D956BB-23F1-4773-AA6E-3655A1750757}" destId="{B8B2EDA4-D358-4155-904E-B985EE8D010F}" srcOrd="1" destOrd="0" presId="urn:microsoft.com/office/officeart/2005/8/layout/pyramid1"/>
    <dgm:cxn modelId="{B671D3E2-5894-4064-83CE-6D4C94004C1D}" type="presParOf" srcId="{B8B2EDA4-D358-4155-904E-B985EE8D010F}" destId="{FFB9397A-18BD-4F8F-90A0-B46A357566C7}" srcOrd="0" destOrd="0" presId="urn:microsoft.com/office/officeart/2005/8/layout/pyramid1"/>
    <dgm:cxn modelId="{4B0C3998-290D-40E7-91DD-FDFF2FD75C58}" type="presParOf" srcId="{B8B2EDA4-D358-4155-904E-B985EE8D010F}" destId="{76C15375-9342-4762-BA5E-FA0AB740947E}" srcOrd="1" destOrd="0" presId="urn:microsoft.com/office/officeart/2005/8/layout/pyramid1"/>
    <dgm:cxn modelId="{DDEA702D-20D4-44E4-9714-A6773173A462}" type="presParOf" srcId="{B8B2EDA4-D358-4155-904E-B985EE8D010F}" destId="{3FAE53A7-BDFC-4349-86AE-9510C0434940}" srcOrd="2" destOrd="0" presId="urn:microsoft.com/office/officeart/2005/8/layout/pyramid1"/>
    <dgm:cxn modelId="{70E6EE04-2173-4543-97CC-1495A592BDC4}" type="presParOf" srcId="{B8B2EDA4-D358-4155-904E-B985EE8D010F}" destId="{455AA242-875C-4CFD-B07F-A3BA3C3AAD91}" srcOrd="3" destOrd="0" presId="urn:microsoft.com/office/officeart/2005/8/layout/pyramid1"/>
    <dgm:cxn modelId="{25678F26-AC33-4913-9E04-AABCEBA2E5DA}" type="presParOf" srcId="{56D956BB-23F1-4773-AA6E-3655A1750757}" destId="{77B61559-3494-476D-81BC-8023998337B3}" srcOrd="2" destOrd="0" presId="urn:microsoft.com/office/officeart/2005/8/layout/pyramid1"/>
    <dgm:cxn modelId="{3D3A108C-B821-4A9A-A9DC-4846F2544BC0}" type="presParOf" srcId="{77B61559-3494-476D-81BC-8023998337B3}" destId="{2A6E93CE-2211-455C-9116-5D15CD268ADA}" srcOrd="0" destOrd="0" presId="urn:microsoft.com/office/officeart/2005/8/layout/pyramid1"/>
    <dgm:cxn modelId="{A5C075E7-F2F5-4CDB-8F52-2A2F74F0A659}" type="presParOf" srcId="{77B61559-3494-476D-81BC-8023998337B3}" destId="{F6C80EC6-5E0F-439E-BB8A-36A10E17CBEE}" srcOrd="1" destOrd="0" presId="urn:microsoft.com/office/officeart/2005/8/layout/pyramid1"/>
    <dgm:cxn modelId="{7A378715-BAE9-49C7-A4E6-353CE14BF3E1}" type="presParOf" srcId="{77B61559-3494-476D-81BC-8023998337B3}" destId="{EC754EB0-59D7-4545-AE14-BE66B1E12471}" srcOrd="2" destOrd="0" presId="urn:microsoft.com/office/officeart/2005/8/layout/pyramid1"/>
    <dgm:cxn modelId="{91CA309A-DBBD-4BB1-8161-CF5AE58B7FEC}" type="presParOf" srcId="{77B61559-3494-476D-81BC-8023998337B3}" destId="{803275A9-03C4-47A5-8ADE-3557C2C11A14}" srcOrd="3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5C931-69D7-4086-AA2B-D6A0C6FC5494}">
      <dsp:nvSpPr>
        <dsp:cNvPr id="0" name=""/>
        <dsp:cNvSpPr/>
      </dsp:nvSpPr>
      <dsp:spPr>
        <a:xfrm rot="10800000">
          <a:off x="2806699" y="0"/>
          <a:ext cx="5448300" cy="1693333"/>
        </a:xfrm>
        <a:prstGeom prst="nonIsoscelesTrapezoid">
          <a:avLst>
            <a:gd name="adj1" fmla="val 0"/>
            <a:gd name="adj2" fmla="val 5525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Branch A Child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Branch A Grandchild with long text</a:t>
          </a:r>
        </a:p>
      </dsp:txBody>
      <dsp:txXfrm rot="10800000">
        <a:off x="3742266" y="0"/>
        <a:ext cx="4512733" cy="1693333"/>
      </dsp:txXfrm>
    </dsp:sp>
    <dsp:sp modelId="{EF5F2EDF-B1F6-4A08-BC72-46FBF2715BA0}">
      <dsp:nvSpPr>
        <dsp:cNvPr id="0" name=""/>
        <dsp:cNvSpPr/>
      </dsp:nvSpPr>
      <dsp:spPr>
        <a:xfrm>
          <a:off x="1871133" y="0"/>
          <a:ext cx="1871133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Branch A Root</a:t>
          </a:r>
        </a:p>
      </dsp:txBody>
      <dsp:txXfrm>
        <a:off x="1871133" y="0"/>
        <a:ext cx="1871133" cy="1693333"/>
      </dsp:txXfrm>
    </dsp:sp>
    <dsp:sp modelId="{FFB9397A-18BD-4F8F-90A0-B46A357566C7}">
      <dsp:nvSpPr>
        <dsp:cNvPr id="0" name=""/>
        <dsp:cNvSpPr/>
      </dsp:nvSpPr>
      <dsp:spPr>
        <a:xfrm rot="10800000">
          <a:off x="3742266" y="1693333"/>
          <a:ext cx="4512733" cy="1693333"/>
        </a:xfrm>
        <a:prstGeom prst="nonIsoscelesTrapezoid">
          <a:avLst>
            <a:gd name="adj1" fmla="val 0"/>
            <a:gd name="adj2" fmla="val 5525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Branch B Child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Branch B Grandchild</a:t>
          </a:r>
        </a:p>
      </dsp:txBody>
      <dsp:txXfrm rot="10800000">
        <a:off x="4677833" y="1693333"/>
        <a:ext cx="3577166" cy="1693333"/>
      </dsp:txXfrm>
    </dsp:sp>
    <dsp:sp modelId="{3FAE53A7-BDFC-4349-86AE-9510C0434940}">
      <dsp:nvSpPr>
        <dsp:cNvPr id="0" name=""/>
        <dsp:cNvSpPr/>
      </dsp:nvSpPr>
      <dsp:spPr>
        <a:xfrm>
          <a:off x="935566" y="1693333"/>
          <a:ext cx="3742266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Branch B Root</a:t>
          </a:r>
        </a:p>
      </dsp:txBody>
      <dsp:txXfrm>
        <a:off x="1590463" y="1693333"/>
        <a:ext cx="2432473" cy="1693333"/>
      </dsp:txXfrm>
    </dsp:sp>
    <dsp:sp modelId="{2A6E93CE-2211-455C-9116-5D15CD268ADA}">
      <dsp:nvSpPr>
        <dsp:cNvPr id="0" name=""/>
        <dsp:cNvSpPr/>
      </dsp:nvSpPr>
      <dsp:spPr>
        <a:xfrm rot="10800000">
          <a:off x="4677833" y="3386666"/>
          <a:ext cx="3577166" cy="1693333"/>
        </a:xfrm>
        <a:prstGeom prst="nonIsoscelesTrapezoid">
          <a:avLst>
            <a:gd name="adj1" fmla="val 0"/>
            <a:gd name="adj2" fmla="val 5525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Branch C Child</a:t>
          </a:r>
        </a:p>
      </dsp:txBody>
      <dsp:txXfrm rot="10800000">
        <a:off x="5613399" y="3386666"/>
        <a:ext cx="2641600" cy="1693333"/>
      </dsp:txXfrm>
    </dsp:sp>
    <dsp:sp modelId="{EC754EB0-59D7-4545-AE14-BE66B1E12471}">
      <dsp:nvSpPr>
        <dsp:cNvPr id="0" name=""/>
        <dsp:cNvSpPr/>
      </dsp:nvSpPr>
      <dsp:spPr>
        <a:xfrm>
          <a:off x="0" y="3386666"/>
          <a:ext cx="5613399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Branch C Root</a:t>
          </a:r>
        </a:p>
      </dsp:txBody>
      <dsp:txXfrm>
        <a:off x="982344" y="3386666"/>
        <a:ext cx="3648710" cy="1693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5A67-A647-4DDF-7B9E-31CFDA729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4CE0D-7800-30BD-A9D3-797A83BC9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E52A6-0E4F-7CB7-A559-62F6A13E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5DA26-5BB8-48BF-376E-B76F0CB1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266AE-6006-71BA-4B70-DB183B1F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4893-9801-A23C-534E-536DA55D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78C0-DBDF-0BCB-F298-9F2281FA0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EEA5F-46E3-E758-8993-12D180AD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974C7-52C7-F6AD-C831-5535DFC3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A41D6-2F7D-E0EB-A94E-BAB7CB01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3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DE8E-C004-1FE0-672B-DB467A29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23E5A-2189-0673-2CCD-FB3AF993F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036F-9BC4-4EF5-A8D3-2A459756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DCCF0-C117-DAF4-7336-F2E3A97B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83209-940C-7226-E4C5-7D4C7F82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6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9CEC-E7B9-700B-B7CA-0EA4B0A9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B3BDE-64B9-65A6-6F46-6149A4E70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95B9D-D9B3-E9F5-CF64-D8FDAFCAF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6D7B8-0D5E-E0B5-92DA-90A142F51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AFD54-E217-D9CA-B389-105CD6C0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F9D60-DD90-814F-E911-7FEAC10C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9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E7A5-4B4A-DBFB-5FEA-8211B3D47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E814B-1DB4-ADE3-47B6-490EC1325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983EE-EB3D-3A23-090F-B7E5F7D56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87220-3AA1-7955-E3E7-F454C8876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1CF6A-6F22-A614-23FA-BEC489023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2907-0421-5BB2-CFA5-CD2630E6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945DA7-BB29-5A52-CB11-7AB1C856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3B2FC-3D69-650A-E1F0-B729E250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84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947C-59FF-647B-A505-666414D6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F1975-F4A9-3156-6562-1E2333E9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4B7AA-16D9-C486-20C7-8156C232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12BA0-D4D6-175C-F26F-B02EC819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9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25E2B-479B-FB96-7BF2-A9DC23D8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DE31C-9D06-FC33-DEC3-AA2E37A3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D146-5398-8E35-2D5B-D499B93C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3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00D6-9CCF-5BCD-9F90-2C186228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E55E-8DF6-89EB-1832-CDFDB5C7A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2F1C2-705C-E643-A3F2-172D67934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C3871-7666-7FA8-21BF-87ECDBF3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12EFE-B2B6-66FA-7728-D23E9656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3BC6C-5E7E-2253-63EB-9B0749F6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6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81DC-7D40-C835-88C2-08D8FE34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F9DC9-096B-CCC8-0CF7-C116A0D21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E36C2-4F2C-0223-6539-B5A3A60D3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64DF7-7212-BDB0-55EC-8645878F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A8F2C-B135-E885-F295-1078CD5B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0A28C-2F3F-4E68-B619-AC1A5A02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7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F044-4F73-C00E-EC15-AAA0AB8C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B4907-6C24-FBD5-6B2F-3460F320F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5B805-B66F-021A-ADE6-48BEFF79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ACF69-C45B-CBD6-A507-CDBD4479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73F78-2CB9-E165-281D-CC6C2FC4C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2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EAB3DF-530B-2DBF-398B-014FB304D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79083-E459-59E4-5F10-840C71CB7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C1574-923B-BA03-F5BF-A29EB26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7344A-B36B-80A4-F84A-0FDDAC30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336E3-91D1-D9D0-3783-905A2B89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841C4-60C6-146D-02B6-0494C1793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921F9-2270-FF25-886B-D431841BD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299EF-677B-661E-330B-67A941AAD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D5A59-59DA-412E-947B-6EBA59871B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AC12-7B2D-0A63-4A54-E75447E82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0C66F-106C-FDEC-9A5E-E09762B44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31211-D65B-41C2-95CE-6C6769B0A9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7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13C658F-F46B-71E3-395B-57DE98DBB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107231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47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2026-09-06T08:14:54Z</dcterms:created>
  <dcterms:modified xsi:type="dcterms:W3CDTF">2026-09-06T08:14:54Z</dcterms:modified>
</cp:coreProperties>
</file>