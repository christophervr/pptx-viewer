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E55B10-2396-4FF6-994A-BD92195B67E1}" type="doc">
      <dgm:prSet loTypeId="urn:microsoft.com/office/officeart/2005/8/layout/arrow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D02D72-1F01-4996-917B-4B8F7CEC9EE1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F5AFD4C-54D4-4DB0-B80B-710202B4F526}" type="parTrans" cxnId="{DA327CFF-475F-470D-9AE0-DA68176D50AB}">
      <dgm:prSet/>
      <dgm:spPr/>
    </dgm:pt>
    <dgm:pt modelId="{62CE97D2-CB7B-4BB1-96BB-56299A5CCBE9}" type="sibTrans" cxnId="{DA327CFF-475F-470D-9AE0-DA68176D50AB}">
      <dgm:prSet/>
      <dgm:spPr/>
    </dgm:pt>
    <dgm:pt modelId="{FCC2F4B1-DC80-49BB-9530-2F130C9734EE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A3FCD3D5-894A-4B82-B817-18DBF6F5A02B}" type="parTrans" cxnId="{2D5792BA-2D5E-4E5B-A016-38CF8ADA764D}">
      <dgm:prSet/>
      <dgm:spPr/>
    </dgm:pt>
    <dgm:pt modelId="{8E1E96DF-A9B2-4FEE-A435-AD71CD62545B}" type="sibTrans" cxnId="{2D5792BA-2D5E-4E5B-A016-38CF8ADA764D}">
      <dgm:prSet/>
      <dgm:spPr/>
    </dgm:pt>
    <dgm:pt modelId="{799B47CE-BCFC-46DA-A70F-B7473A8A45FE}" type="pres">
      <dgm:prSet presAssocID="{6BE55B10-2396-4FF6-994A-BD92195B67E1}" presName="compositeShape" presStyleCnt="0">
        <dgm:presLayoutVars>
          <dgm:chMax val="2"/>
          <dgm:dir/>
          <dgm:resizeHandles val="exact"/>
        </dgm:presLayoutVars>
      </dgm:prSet>
      <dgm:spPr/>
    </dgm:pt>
    <dgm:pt modelId="{F5D34A4D-364B-4420-ABAC-877CE663591E}" type="pres">
      <dgm:prSet presAssocID="{6BE55B10-2396-4FF6-994A-BD92195B67E1}" presName="divider" presStyleLbl="fgShp" presStyleIdx="0" presStyleCnt="1"/>
      <dgm:spPr/>
    </dgm:pt>
    <dgm:pt modelId="{33A09C85-46F4-4287-BCA6-8D70E1BB0783}" type="pres">
      <dgm:prSet presAssocID="{9DD02D72-1F01-4996-917B-4B8F7CEC9EE1}" presName="downArrow" presStyleLbl="node1" presStyleIdx="0" presStyleCnt="2"/>
      <dgm:spPr/>
    </dgm:pt>
    <dgm:pt modelId="{7B02DE5F-0AA5-44BF-A846-BD093A28A5F9}" type="pres">
      <dgm:prSet presAssocID="{9DD02D72-1F01-4996-917B-4B8F7CEC9EE1}" presName="downArrowText" presStyleLbl="revTx" presStyleIdx="0" presStyleCnt="2">
        <dgm:presLayoutVars>
          <dgm:bulletEnabled val="1"/>
        </dgm:presLayoutVars>
      </dgm:prSet>
      <dgm:spPr/>
    </dgm:pt>
    <dgm:pt modelId="{276E3FF2-1AD5-4FD8-B376-28E8315267FF}" type="pres">
      <dgm:prSet presAssocID="{FCC2F4B1-DC80-49BB-9530-2F130C9734EE}" presName="upArrow" presStyleLbl="node1" presStyleIdx="1" presStyleCnt="2"/>
      <dgm:spPr/>
    </dgm:pt>
    <dgm:pt modelId="{4F9A41AF-6012-4CDF-9B17-6E13F3CF08FB}" type="pres">
      <dgm:prSet presAssocID="{FCC2F4B1-DC80-49BB-9530-2F130C9734EE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CEE72D89-2F40-4C89-AC7E-87AE768658BF}" type="presOf" srcId="{6BE55B10-2396-4FF6-994A-BD92195B67E1}" destId="{799B47CE-BCFC-46DA-A70F-B7473A8A45FE}" srcOrd="0" destOrd="0" presId="urn:microsoft.com/office/officeart/2005/8/layout/arrow3"/>
    <dgm:cxn modelId="{12CE45AB-F044-4531-A4D3-D8711D3C54C4}" type="presOf" srcId="{9DD02D72-1F01-4996-917B-4B8F7CEC9EE1}" destId="{7B02DE5F-0AA5-44BF-A846-BD093A28A5F9}" srcOrd="0" destOrd="0" presId="urn:microsoft.com/office/officeart/2005/8/layout/arrow3"/>
    <dgm:cxn modelId="{2D5792BA-2D5E-4E5B-A016-38CF8ADA764D}" srcId="{6BE55B10-2396-4FF6-994A-BD92195B67E1}" destId="{FCC2F4B1-DC80-49BB-9530-2F130C9734EE}" srcOrd="1" destOrd="0" parTransId="{A3FCD3D5-894A-4B82-B817-18DBF6F5A02B}" sibTransId="{8E1E96DF-A9B2-4FEE-A435-AD71CD62545B}"/>
    <dgm:cxn modelId="{3325ECD0-EC5E-4DF1-A1F8-A6771727765B}" type="presOf" srcId="{FCC2F4B1-DC80-49BB-9530-2F130C9734EE}" destId="{4F9A41AF-6012-4CDF-9B17-6E13F3CF08FB}" srcOrd="0" destOrd="0" presId="urn:microsoft.com/office/officeart/2005/8/layout/arrow3"/>
    <dgm:cxn modelId="{DA327CFF-475F-470D-9AE0-DA68176D50AB}" srcId="{6BE55B10-2396-4FF6-994A-BD92195B67E1}" destId="{9DD02D72-1F01-4996-917B-4B8F7CEC9EE1}" srcOrd="0" destOrd="0" parTransId="{DF5AFD4C-54D4-4DB0-B80B-710202B4F526}" sibTransId="{62CE97D2-CB7B-4BB1-96BB-56299A5CCBE9}"/>
    <dgm:cxn modelId="{53F3FE9B-E6AB-4F5B-8E90-8A2528001145}" type="presParOf" srcId="{799B47CE-BCFC-46DA-A70F-B7473A8A45FE}" destId="{F5D34A4D-364B-4420-ABAC-877CE663591E}" srcOrd="0" destOrd="0" presId="urn:microsoft.com/office/officeart/2005/8/layout/arrow3"/>
    <dgm:cxn modelId="{1FA3A090-7B3D-4756-A917-9C01EDAF13CA}" type="presParOf" srcId="{799B47CE-BCFC-46DA-A70F-B7473A8A45FE}" destId="{33A09C85-46F4-4287-BCA6-8D70E1BB0783}" srcOrd="1" destOrd="0" presId="urn:microsoft.com/office/officeart/2005/8/layout/arrow3"/>
    <dgm:cxn modelId="{E303CFB4-E61A-4AA4-B56D-4CA9C7D08389}" type="presParOf" srcId="{799B47CE-BCFC-46DA-A70F-B7473A8A45FE}" destId="{7B02DE5F-0AA5-44BF-A846-BD093A28A5F9}" srcOrd="2" destOrd="0" presId="urn:microsoft.com/office/officeart/2005/8/layout/arrow3"/>
    <dgm:cxn modelId="{A00DD4B8-7BDA-4797-9EA4-532532335470}" type="presParOf" srcId="{799B47CE-BCFC-46DA-A70F-B7473A8A45FE}" destId="{276E3FF2-1AD5-4FD8-B376-28E8315267FF}" srcOrd="3" destOrd="0" presId="urn:microsoft.com/office/officeart/2005/8/layout/arrow3"/>
    <dgm:cxn modelId="{24E46B93-D9F6-4B87-AB62-FA2C75C2C3FD}" type="presParOf" srcId="{799B47CE-BCFC-46DA-A70F-B7473A8A45FE}" destId="{4F9A41AF-6012-4CDF-9B17-6E13F3CF08FB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D34A4D-364B-4420-ABAC-877CE663591E}">
      <dsp:nvSpPr>
        <dsp:cNvPr id="0" name=""/>
        <dsp:cNvSpPr/>
      </dsp:nvSpPr>
      <dsp:spPr>
        <a:xfrm rot="21300000">
          <a:off x="25332" y="2070239"/>
          <a:ext cx="8204335" cy="939520"/>
        </a:xfrm>
        <a:prstGeom prst="mathMin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A09C85-46F4-4287-BCA6-8D70E1BB0783}">
      <dsp:nvSpPr>
        <dsp:cNvPr id="0" name=""/>
        <dsp:cNvSpPr/>
      </dsp:nvSpPr>
      <dsp:spPr>
        <a:xfrm>
          <a:off x="990600" y="254000"/>
          <a:ext cx="2476500" cy="2032000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2DE5F-0AA5-44BF-A846-BD093A28A5F9}">
      <dsp:nvSpPr>
        <dsp:cNvPr id="0" name=""/>
        <dsp:cNvSpPr/>
      </dsp:nvSpPr>
      <dsp:spPr>
        <a:xfrm>
          <a:off x="4375150" y="0"/>
          <a:ext cx="2641600" cy="213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Alpha</a:t>
          </a:r>
        </a:p>
      </dsp:txBody>
      <dsp:txXfrm>
        <a:off x="4375150" y="0"/>
        <a:ext cx="2641600" cy="2133600"/>
      </dsp:txXfrm>
    </dsp:sp>
    <dsp:sp modelId="{276E3FF2-1AD5-4FD8-B376-28E8315267FF}">
      <dsp:nvSpPr>
        <dsp:cNvPr id="0" name=""/>
        <dsp:cNvSpPr/>
      </dsp:nvSpPr>
      <dsp:spPr>
        <a:xfrm>
          <a:off x="4787899" y="2794000"/>
          <a:ext cx="2476500" cy="2032000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A41AF-6012-4CDF-9B17-6E13F3CF08FB}">
      <dsp:nvSpPr>
        <dsp:cNvPr id="0" name=""/>
        <dsp:cNvSpPr/>
      </dsp:nvSpPr>
      <dsp:spPr>
        <a:xfrm>
          <a:off x="1238250" y="2946399"/>
          <a:ext cx="2641600" cy="213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Beta has a noticeably longer label than the others</a:t>
          </a:r>
        </a:p>
      </dsp:txBody>
      <dsp:txXfrm>
        <a:off x="1238250" y="2946399"/>
        <a:ext cx="2641600" cy="2133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21BB-E3F2-4163-6C47-450E48FD6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95A30-163A-E7E6-47C7-6AE20176B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38D0B-6F0A-8E04-1757-FE6667D2F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BA0BB-4425-F71B-C26C-62B01BFB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E850F-B998-2F79-2435-D65A6C31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38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3061-CD1B-A440-9C55-5165E2F1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D3F61-1ECF-7B9D-A51C-3A2BA60F9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B4D9C-7065-7C74-2FB7-A1832FE8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18897-1569-47D8-0E4D-D963A7436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EBB4B-29D4-FC47-AE3B-AF19727A4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6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7540-AF7B-12E6-58D1-7C3EEF2D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A6018-A3AE-7E19-6C33-D06D605DF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B033F-9D71-1243-8269-D6C1B8D7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DC93B-EC86-9C0B-B748-9FDD57D5D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24884-3C27-574E-ABCF-8086491CC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43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F7B1-0AB9-8880-ADE0-0A7C90B66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7B10C-54C4-D3E1-60D3-95F6AFB46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A3CDA-92FB-FA80-3CAD-A5A02B32D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BEFA8-90DE-D167-9858-3486E6A29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81A31-5505-A4EA-C76A-FE9014EC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4BC03-00E0-434A-D657-977A24760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4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5CDC-2EB1-BC5B-881F-D6FC4CDB9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16073-FC29-3C95-CBBF-262078CDA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D1B57-5667-0831-39EC-15D7D135E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B6B8E4-8C24-CF58-223F-5D8C7859B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8AE13F-E616-4957-9A00-C8BC3BAE3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8783F-103F-B6A6-CD69-69C6CE0B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9F913C-8960-144F-96D4-7042FC491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5606A6-7EBB-813C-25B7-E3272E2A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5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317A-3202-CAF8-47AD-2BEE0941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E9BC3-8C6C-010B-8FB7-CBC3888D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66A3D-6B7D-0034-003E-5758CEF0A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9366F-2AAA-5EDB-C573-42FCF033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39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61729-4A34-9ED8-85E5-4E0B3C42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25168-3581-4E88-3753-2F074713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EE638-F702-F157-28E8-57C42576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2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AE34-0281-0522-5664-C8BC91E2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39F2E-56FF-F8E0-128E-B9656D030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97D2-9B9A-FED2-3F4E-F0F630698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FCD85-202C-8294-93C6-9154AC83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E60D1-1ED6-CDC2-E846-EED106E2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09DFF-4A8C-D6BB-4CDF-A48D2720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51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19DCF-E6C7-D0F5-1ECD-8753EB98C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26BA51-CDCA-3D13-EC6D-534488B60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CF98E-5CDB-362F-08E7-3E3051FB7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104C4-2DB8-190D-3B3E-C3B50B330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51405-92CC-CCFF-0E76-A2470057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6D5AE-B492-FE2A-E468-20D977170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1C8F-C71F-B5C5-A226-F511F350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68151-7523-EC6E-153F-72F3EAD9B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F77AB-1071-615B-9A4E-02C27BFB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B6E59-169F-5D6D-ED48-DB81019B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2E68F-8518-F6A4-177E-F10A1F65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5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9996A7-29D8-0D23-1BD9-45497CEDC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0BE36-BE15-5501-4544-7C47FDAAA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FBE6D-DF50-B3B3-F2CE-95AAD5FA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CC3C6-B869-DE26-4479-545EE6C5E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C6CA-28A4-45BB-57A2-DEB26F5C8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3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12348-2E9F-CE6A-4173-E1B899B1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46555-51A9-0123-C0E4-72337AAC7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D69F9-C892-E501-DDD6-6C0761062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65F7D8-A2F8-4A2C-BFB3-A04B63E9845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2AFB1-EAA4-507C-D527-00D9004B7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263F3-09AB-3157-930F-5DF7FBA77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ACB10-E8AB-4690-910F-984AC08F7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7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1894C7C-6962-9038-945E-88E1A12FD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582813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1448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2026-09-06T08:14:37Z</dcterms:created>
  <dcterms:modified xsi:type="dcterms:W3CDTF">2026-09-06T08:14:37Z</dcterms:modified>
</cp:coreProperties>
</file>