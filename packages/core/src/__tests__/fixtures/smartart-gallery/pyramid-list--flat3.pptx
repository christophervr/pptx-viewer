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B7536-ED6B-4B9E-83B1-BE9F2C29E11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FBA4176A-46BA-4F59-876D-FED9AB204BA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083A806-10E6-4225-BB1F-3EDE51B9666C}" type="parTrans" cxnId="{302BAA41-0964-4E34-B273-C5803E2E3962}">
      <dgm:prSet/>
      <dgm:spPr/>
    </dgm:pt>
    <dgm:pt modelId="{C27838AF-88DB-40CE-9706-52C9F2D2BEAD}" type="sibTrans" cxnId="{302BAA41-0964-4E34-B273-C5803E2E3962}">
      <dgm:prSet/>
      <dgm:spPr/>
    </dgm:pt>
    <dgm:pt modelId="{7164B86D-4DFD-4602-8BD7-A7AF6B842B29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B6136CF0-0757-4698-92C5-4E2C7F076B4E}" type="parTrans" cxnId="{CE5B53BB-DF7D-4ED4-85F9-C9138815DE88}">
      <dgm:prSet/>
      <dgm:spPr/>
    </dgm:pt>
    <dgm:pt modelId="{FCA22986-A504-4643-A2B7-B17A1FDF577F}" type="sibTrans" cxnId="{CE5B53BB-DF7D-4ED4-85F9-C9138815DE88}">
      <dgm:prSet/>
      <dgm:spPr/>
    </dgm:pt>
    <dgm:pt modelId="{B164C1F9-9801-4767-B8EB-8C257BDE2CA9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77586B5-722A-489E-8182-ABBFE53EA648}" type="parTrans" cxnId="{36CAEBBD-2B3B-4D87-AC93-6B56D4E0E019}">
      <dgm:prSet/>
      <dgm:spPr/>
    </dgm:pt>
    <dgm:pt modelId="{89B7DD12-69EA-441D-88FE-24CCFEF2E700}" type="sibTrans" cxnId="{36CAEBBD-2B3B-4D87-AC93-6B56D4E0E019}">
      <dgm:prSet/>
      <dgm:spPr/>
    </dgm:pt>
    <dgm:pt modelId="{0F921AC9-983F-4A81-B022-0986D3045B5E}" type="pres">
      <dgm:prSet presAssocID="{6F8B7536-ED6B-4B9E-83B1-BE9F2C29E113}" presName="compositeShape" presStyleCnt="0">
        <dgm:presLayoutVars>
          <dgm:dir/>
          <dgm:resizeHandles/>
        </dgm:presLayoutVars>
      </dgm:prSet>
      <dgm:spPr/>
    </dgm:pt>
    <dgm:pt modelId="{17F67C20-7537-4FA3-9E0B-D6A75B8539AE}" type="pres">
      <dgm:prSet presAssocID="{6F8B7536-ED6B-4B9E-83B1-BE9F2C29E113}" presName="pyramid" presStyleLbl="node1" presStyleIdx="0" presStyleCnt="1"/>
      <dgm:spPr/>
    </dgm:pt>
    <dgm:pt modelId="{243C4F39-38FE-46B3-A301-D6CA799CEE34}" type="pres">
      <dgm:prSet presAssocID="{6F8B7536-ED6B-4B9E-83B1-BE9F2C29E113}" presName="theList" presStyleCnt="0"/>
      <dgm:spPr/>
    </dgm:pt>
    <dgm:pt modelId="{492B90B1-DD8F-429D-B16E-D09381D7669D}" type="pres">
      <dgm:prSet presAssocID="{FBA4176A-46BA-4F59-876D-FED9AB204BA7}" presName="aNode" presStyleLbl="fgAcc1" presStyleIdx="0" presStyleCnt="3">
        <dgm:presLayoutVars>
          <dgm:bulletEnabled val="1"/>
        </dgm:presLayoutVars>
      </dgm:prSet>
      <dgm:spPr/>
    </dgm:pt>
    <dgm:pt modelId="{5713D945-20EB-4E9D-A102-9543977F9A0B}" type="pres">
      <dgm:prSet presAssocID="{FBA4176A-46BA-4F59-876D-FED9AB204BA7}" presName="aSpace" presStyleCnt="0"/>
      <dgm:spPr/>
    </dgm:pt>
    <dgm:pt modelId="{6ED86402-6F1A-4FE7-9B60-A45170BB5726}" type="pres">
      <dgm:prSet presAssocID="{7164B86D-4DFD-4602-8BD7-A7AF6B842B29}" presName="aNode" presStyleLbl="fgAcc1" presStyleIdx="1" presStyleCnt="3">
        <dgm:presLayoutVars>
          <dgm:bulletEnabled val="1"/>
        </dgm:presLayoutVars>
      </dgm:prSet>
      <dgm:spPr/>
    </dgm:pt>
    <dgm:pt modelId="{07793503-9550-4BA6-8F80-220CD11ACB5C}" type="pres">
      <dgm:prSet presAssocID="{7164B86D-4DFD-4602-8BD7-A7AF6B842B29}" presName="aSpace" presStyleCnt="0"/>
      <dgm:spPr/>
    </dgm:pt>
    <dgm:pt modelId="{5749B146-8390-46E6-BCAE-C78A2032AC64}" type="pres">
      <dgm:prSet presAssocID="{B164C1F9-9801-4767-B8EB-8C257BDE2CA9}" presName="aNode" presStyleLbl="fgAcc1" presStyleIdx="2" presStyleCnt="3">
        <dgm:presLayoutVars>
          <dgm:bulletEnabled val="1"/>
        </dgm:presLayoutVars>
      </dgm:prSet>
      <dgm:spPr/>
    </dgm:pt>
    <dgm:pt modelId="{E6C82D3E-3FFD-4096-B0FB-ED596D7A5FF7}" type="pres">
      <dgm:prSet presAssocID="{B164C1F9-9801-4767-B8EB-8C257BDE2CA9}" presName="aSpace" presStyleCnt="0"/>
      <dgm:spPr/>
    </dgm:pt>
  </dgm:ptLst>
  <dgm:cxnLst>
    <dgm:cxn modelId="{0D3FF137-E193-40B7-8F85-1C48935A3819}" type="presOf" srcId="{B164C1F9-9801-4767-B8EB-8C257BDE2CA9}" destId="{5749B146-8390-46E6-BCAE-C78A2032AC64}" srcOrd="0" destOrd="0" presId="urn:microsoft.com/office/officeart/2005/8/layout/pyramid2"/>
    <dgm:cxn modelId="{302BAA41-0964-4E34-B273-C5803E2E3962}" srcId="{6F8B7536-ED6B-4B9E-83B1-BE9F2C29E113}" destId="{FBA4176A-46BA-4F59-876D-FED9AB204BA7}" srcOrd="0" destOrd="0" parTransId="{D083A806-10E6-4225-BB1F-3EDE51B9666C}" sibTransId="{C27838AF-88DB-40CE-9706-52C9F2D2BEAD}"/>
    <dgm:cxn modelId="{4A6818B3-9EA6-48B9-BF96-87B1E96478D3}" type="presOf" srcId="{7164B86D-4DFD-4602-8BD7-A7AF6B842B29}" destId="{6ED86402-6F1A-4FE7-9B60-A45170BB5726}" srcOrd="0" destOrd="0" presId="urn:microsoft.com/office/officeart/2005/8/layout/pyramid2"/>
    <dgm:cxn modelId="{CE5B53BB-DF7D-4ED4-85F9-C9138815DE88}" srcId="{6F8B7536-ED6B-4B9E-83B1-BE9F2C29E113}" destId="{7164B86D-4DFD-4602-8BD7-A7AF6B842B29}" srcOrd="1" destOrd="0" parTransId="{B6136CF0-0757-4698-92C5-4E2C7F076B4E}" sibTransId="{FCA22986-A504-4643-A2B7-B17A1FDF577F}"/>
    <dgm:cxn modelId="{36CAEBBD-2B3B-4D87-AC93-6B56D4E0E019}" srcId="{6F8B7536-ED6B-4B9E-83B1-BE9F2C29E113}" destId="{B164C1F9-9801-4767-B8EB-8C257BDE2CA9}" srcOrd="2" destOrd="0" parTransId="{877586B5-722A-489E-8182-ABBFE53EA648}" sibTransId="{89B7DD12-69EA-441D-88FE-24CCFEF2E700}"/>
    <dgm:cxn modelId="{42B09BC1-A8AB-425E-AD40-CB331665C112}" type="presOf" srcId="{6F8B7536-ED6B-4B9E-83B1-BE9F2C29E113}" destId="{0F921AC9-983F-4A81-B022-0986D3045B5E}" srcOrd="0" destOrd="0" presId="urn:microsoft.com/office/officeart/2005/8/layout/pyramid2"/>
    <dgm:cxn modelId="{EBD0CECB-0D21-4562-B014-7D6CA4E8346C}" type="presOf" srcId="{FBA4176A-46BA-4F59-876D-FED9AB204BA7}" destId="{492B90B1-DD8F-429D-B16E-D09381D7669D}" srcOrd="0" destOrd="0" presId="urn:microsoft.com/office/officeart/2005/8/layout/pyramid2"/>
    <dgm:cxn modelId="{7CA7F733-52B0-49E8-A522-F491E65C5303}" type="presParOf" srcId="{0F921AC9-983F-4A81-B022-0986D3045B5E}" destId="{17F67C20-7537-4FA3-9E0B-D6A75B8539AE}" srcOrd="0" destOrd="0" presId="urn:microsoft.com/office/officeart/2005/8/layout/pyramid2"/>
    <dgm:cxn modelId="{20CB6F23-C502-4F3F-8F89-F58EE2982CA6}" type="presParOf" srcId="{0F921AC9-983F-4A81-B022-0986D3045B5E}" destId="{243C4F39-38FE-46B3-A301-D6CA799CEE34}" srcOrd="1" destOrd="0" presId="urn:microsoft.com/office/officeart/2005/8/layout/pyramid2"/>
    <dgm:cxn modelId="{B1FEA6C4-8752-450C-935B-F147F4319EA8}" type="presParOf" srcId="{243C4F39-38FE-46B3-A301-D6CA799CEE34}" destId="{492B90B1-DD8F-429D-B16E-D09381D7669D}" srcOrd="0" destOrd="0" presId="urn:microsoft.com/office/officeart/2005/8/layout/pyramid2"/>
    <dgm:cxn modelId="{685D5445-3CF3-4DD4-969B-A03A2A89612D}" type="presParOf" srcId="{243C4F39-38FE-46B3-A301-D6CA799CEE34}" destId="{5713D945-20EB-4E9D-A102-9543977F9A0B}" srcOrd="1" destOrd="0" presId="urn:microsoft.com/office/officeart/2005/8/layout/pyramid2"/>
    <dgm:cxn modelId="{B7E0FF32-4AC3-45A3-B3A1-382C566FA6C0}" type="presParOf" srcId="{243C4F39-38FE-46B3-A301-D6CA799CEE34}" destId="{6ED86402-6F1A-4FE7-9B60-A45170BB5726}" srcOrd="2" destOrd="0" presId="urn:microsoft.com/office/officeart/2005/8/layout/pyramid2"/>
    <dgm:cxn modelId="{CA607389-E5AA-4604-86AB-E6CCE04CDF94}" type="presParOf" srcId="{243C4F39-38FE-46B3-A301-D6CA799CEE34}" destId="{07793503-9550-4BA6-8F80-220CD11ACB5C}" srcOrd="3" destOrd="0" presId="urn:microsoft.com/office/officeart/2005/8/layout/pyramid2"/>
    <dgm:cxn modelId="{56F15E52-9030-4AEC-855C-E0A2950B8135}" type="presParOf" srcId="{243C4F39-38FE-46B3-A301-D6CA799CEE34}" destId="{5749B146-8390-46E6-BCAE-C78A2032AC64}" srcOrd="4" destOrd="0" presId="urn:microsoft.com/office/officeart/2005/8/layout/pyramid2"/>
    <dgm:cxn modelId="{8F27F277-0DF3-4641-B691-E1B797305FDA}" type="presParOf" srcId="{243C4F39-38FE-46B3-A301-D6CA799CEE34}" destId="{E6C82D3E-3FFD-4096-B0FB-ED596D7A5FF7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67C20-7537-4FA3-9E0B-D6A75B8539AE}">
      <dsp:nvSpPr>
        <dsp:cNvPr id="0" name=""/>
        <dsp:cNvSpPr/>
      </dsp:nvSpPr>
      <dsp:spPr>
        <a:xfrm>
          <a:off x="1206499" y="0"/>
          <a:ext cx="5080000" cy="508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B90B1-DD8F-429D-B16E-D09381D7669D}">
      <dsp:nvSpPr>
        <dsp:cNvPr id="0" name=""/>
        <dsp:cNvSpPr/>
      </dsp:nvSpPr>
      <dsp:spPr>
        <a:xfrm>
          <a:off x="3746499" y="510728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Alpha</a:t>
          </a:r>
        </a:p>
      </dsp:txBody>
      <dsp:txXfrm>
        <a:off x="3805202" y="569431"/>
        <a:ext cx="3184594" cy="1085125"/>
      </dsp:txXfrm>
    </dsp:sp>
    <dsp:sp modelId="{6ED86402-6F1A-4FE7-9B60-A45170BB5726}">
      <dsp:nvSpPr>
        <dsp:cNvPr id="0" name=""/>
        <dsp:cNvSpPr/>
      </dsp:nvSpPr>
      <dsp:spPr>
        <a:xfrm>
          <a:off x="3746499" y="1863576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Beta has a noticeably longer label than the others</a:t>
          </a:r>
        </a:p>
      </dsp:txBody>
      <dsp:txXfrm>
        <a:off x="3805202" y="1922279"/>
        <a:ext cx="3184594" cy="1085125"/>
      </dsp:txXfrm>
    </dsp:sp>
    <dsp:sp modelId="{5749B146-8390-46E6-BCAE-C78A2032AC64}">
      <dsp:nvSpPr>
        <dsp:cNvPr id="0" name=""/>
        <dsp:cNvSpPr/>
      </dsp:nvSpPr>
      <dsp:spPr>
        <a:xfrm>
          <a:off x="3746499" y="3216423"/>
          <a:ext cx="3302000" cy="120253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Gamma</a:t>
          </a:r>
        </a:p>
      </dsp:txBody>
      <dsp:txXfrm>
        <a:off x="3805202" y="3275126"/>
        <a:ext cx="3184594" cy="1085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79A5E-EFAD-3FB9-E99A-453490A8D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43666-3302-FFC2-7A94-0D5D8ADC1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82193-50A9-714D-AB94-C4191235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481ED-D30A-818B-187B-C212F7DE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4D9F-01F0-BC51-C2D5-884C80F0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3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4D59-B3B1-CD97-C521-4C037B76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85B3C-3A5E-91C5-DE3E-7D3DAEA8F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D65EC-9DB5-338E-B138-A74A15B9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96652-568F-C4B3-4EAB-FAEF2FEA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67EFF-0AF0-0C42-BD3B-D8B0C5D9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7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9883-A9E2-5D24-8816-7031F227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3615C-898B-B610-5EDF-42321325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431B1-2D3C-57C4-8950-DA17FB6C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19516-7779-A3EE-F5C8-A4F7B9BB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75A3-2204-C4B5-A830-BDB0D7D6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5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4F53-656E-3B79-1E86-741E11CDF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082BD-A153-A7F8-9404-D8A8E1785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9983C-C2F6-F458-D8B8-066A25A40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AC717-EE0B-E7AC-867D-638991E8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857A2-4D40-9266-2732-F329E8024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2B02A-F41A-9863-A270-134B8EECE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40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4E3D-2297-8F3E-6B36-AA585CCD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1C79B-3971-8E46-6CC6-02473B16D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21E66-70C2-361D-178B-7059D6235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44BC23-55E2-81FA-9E55-B2C1678DE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B974F-50F8-3403-B2D2-EE672F0BB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A5C18-7C5D-3926-EEBA-C7A004B6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47324-C9A7-A048-A641-31BE559C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B1B05-43CD-566B-73C0-2E224C08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5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BD63-96B5-B18C-C96B-F05D3B72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3DA09-71C2-E81D-9C65-14BF0F3A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FA3E8-7140-85B8-0C97-8CFCEA07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563F2-1438-8900-BE93-58DB9D841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8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A3689-D532-2105-2DAC-9D4A65D1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2B7FC-39D3-060C-E8C4-5B8FF161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3CF65-C16B-76A5-FC31-3E29456E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8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1731-88F6-092D-C3AF-B83E24572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19DC-9B1D-B090-A8EE-519721E0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951F8-3736-8949-BA8B-9414F74E1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86A44-1C7A-3E30-5E8D-4907B00C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6949E-973C-8550-4670-60A7A5AD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AECE1-8BB8-2489-926B-DA3EBAF0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1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1A0D-B21A-0ABA-C50C-10E4A95F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7C633-09F1-3B98-5087-CE092445B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3B7E9-F586-E15B-0C76-CD4E15B4B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0C91E-B066-3E1A-493C-E0426341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F0391-7286-6732-E2B2-7E67C4F0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716B9-11B7-01FD-9929-579FD22D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93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5143-0F07-A77B-1E4E-1F05B039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1E9C3-27FA-A228-D73B-1F0027462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51A3F-D03F-1CFE-8AA4-CFC615C2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30654-2A6C-4FB5-C045-58BCF564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B4A0D-8286-DA52-51B1-529501EC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85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117E3-A4EB-4C72-BFBB-8B65096EE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61587-9D87-5315-C531-29FD00FDC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A74B6-F5FE-CA18-BD3C-86A01FC0B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005C9-B9C9-79CE-CDE7-ABC1136CF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E8F30-0238-D547-C8D1-74295185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4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4BD48-DD4D-C0BA-B9C1-654E719D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F2901-ABF2-2A0E-78CA-7705AB1FF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56768-BA86-180E-1813-CCC2A322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2EDEC-09E9-4D71-88CF-2A9FE9595D8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0638-688B-3A37-89B7-4A20C6259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25B14-4A98-60FC-A1E5-53EC17A5F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7FB2B-C586-48CC-B605-1B3FDFBAE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25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4BAD9F-D373-9D37-F0D7-4311F560A6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76503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83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2026-09-06T08:13:08Z</dcterms:created>
  <dcterms:modified xsi:type="dcterms:W3CDTF">2026-09-06T08:13:08Z</dcterms:modified>
</cp:coreProperties>
</file>