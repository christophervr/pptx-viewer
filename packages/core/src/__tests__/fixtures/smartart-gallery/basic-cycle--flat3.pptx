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E2F5A4-78C4-48B3-8CAF-B20551BDB138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F20691C-E707-46C2-9A36-D1D4E7693BE4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18E772CE-56C3-4B19-B39D-78FAE93855C4}" type="parTrans" cxnId="{239D7990-4A35-49BC-8F65-106D9C26249D}">
      <dgm:prSet/>
      <dgm:spPr/>
    </dgm:pt>
    <dgm:pt modelId="{C0752594-52AA-4F5A-9BC5-5910592C9D90}" type="sibTrans" cxnId="{239D7990-4A35-49BC-8F65-106D9C26249D}">
      <dgm:prSet/>
      <dgm:spPr/>
      <dgm:t>
        <a:bodyPr/>
        <a:lstStyle/>
        <a:p>
          <a:endParaRPr lang="en-US"/>
        </a:p>
      </dgm:t>
    </dgm:pt>
    <dgm:pt modelId="{19CE9471-CDFF-4006-9C68-B02D37B69DA1}">
      <dgm:prSet phldrT="[Text]"/>
      <dgm:spPr/>
      <dgm:t>
        <a:bodyPr/>
        <a:lstStyle/>
        <a:p>
          <a:r>
            <a:rPr lang="en-US"/>
            <a:t>Beta has a noticeably longer label than the others</a:t>
          </a:r>
        </a:p>
      </dgm:t>
    </dgm:pt>
    <dgm:pt modelId="{EBFE09D1-0A44-452A-8BCC-201A1900F6A2}" type="parTrans" cxnId="{00B4534A-ED2C-43F3-8FD1-83A364B4543A}">
      <dgm:prSet/>
      <dgm:spPr/>
    </dgm:pt>
    <dgm:pt modelId="{EA742CB6-0EAE-4879-8662-9F7E90F30F0E}" type="sibTrans" cxnId="{00B4534A-ED2C-43F3-8FD1-83A364B4543A}">
      <dgm:prSet/>
      <dgm:spPr/>
      <dgm:t>
        <a:bodyPr/>
        <a:lstStyle/>
        <a:p>
          <a:endParaRPr lang="en-US"/>
        </a:p>
      </dgm:t>
    </dgm:pt>
    <dgm:pt modelId="{9336660F-9A7A-4CF1-8A16-98C6D97A2F34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D6318481-EC1F-41D7-8103-ECF11F9C3072}" type="parTrans" cxnId="{DF0AB013-6A7D-402C-97E6-96D572E2B189}">
      <dgm:prSet/>
      <dgm:spPr/>
    </dgm:pt>
    <dgm:pt modelId="{F2DA07F3-4C3F-403E-A459-7F2A33FB6ABF}" type="sibTrans" cxnId="{DF0AB013-6A7D-402C-97E6-96D572E2B189}">
      <dgm:prSet/>
      <dgm:spPr/>
      <dgm:t>
        <a:bodyPr/>
        <a:lstStyle/>
        <a:p>
          <a:endParaRPr lang="en-US"/>
        </a:p>
      </dgm:t>
    </dgm:pt>
    <dgm:pt modelId="{A99C4320-7420-4E7B-8EF2-3FF1FD1BAE45}" type="pres">
      <dgm:prSet presAssocID="{1CE2F5A4-78C4-48B3-8CAF-B20551BDB138}" presName="cycle" presStyleCnt="0">
        <dgm:presLayoutVars>
          <dgm:dir/>
          <dgm:resizeHandles val="exact"/>
        </dgm:presLayoutVars>
      </dgm:prSet>
      <dgm:spPr/>
    </dgm:pt>
    <dgm:pt modelId="{3DA5DBEC-2E75-42BE-A9A6-89E8D3921D98}" type="pres">
      <dgm:prSet presAssocID="{1F20691C-E707-46C2-9A36-D1D4E7693BE4}" presName="node" presStyleLbl="node1" presStyleIdx="0" presStyleCnt="3">
        <dgm:presLayoutVars>
          <dgm:bulletEnabled val="1"/>
        </dgm:presLayoutVars>
      </dgm:prSet>
      <dgm:spPr/>
    </dgm:pt>
    <dgm:pt modelId="{2599B084-C95F-482B-9AD5-0435DC63DEFE}" type="pres">
      <dgm:prSet presAssocID="{C0752594-52AA-4F5A-9BC5-5910592C9D90}" presName="sibTrans" presStyleLbl="sibTrans2D1" presStyleIdx="0" presStyleCnt="3"/>
      <dgm:spPr/>
    </dgm:pt>
    <dgm:pt modelId="{D96C0399-2F33-4B5E-92E0-208681B9731A}" type="pres">
      <dgm:prSet presAssocID="{C0752594-52AA-4F5A-9BC5-5910592C9D90}" presName="connectorText" presStyleLbl="sibTrans2D1" presStyleIdx="0" presStyleCnt="3"/>
      <dgm:spPr/>
    </dgm:pt>
    <dgm:pt modelId="{3737CEA4-82E4-4D22-9F1A-13C94DD7A2EE}" type="pres">
      <dgm:prSet presAssocID="{19CE9471-CDFF-4006-9C68-B02D37B69DA1}" presName="node" presStyleLbl="node1" presStyleIdx="1" presStyleCnt="3">
        <dgm:presLayoutVars>
          <dgm:bulletEnabled val="1"/>
        </dgm:presLayoutVars>
      </dgm:prSet>
      <dgm:spPr/>
    </dgm:pt>
    <dgm:pt modelId="{35571798-4BE7-402C-A781-41851127E3ED}" type="pres">
      <dgm:prSet presAssocID="{EA742CB6-0EAE-4879-8662-9F7E90F30F0E}" presName="sibTrans" presStyleLbl="sibTrans2D1" presStyleIdx="1" presStyleCnt="3"/>
      <dgm:spPr/>
    </dgm:pt>
    <dgm:pt modelId="{C66C5E18-A574-4021-AEAC-C62CB9B959F7}" type="pres">
      <dgm:prSet presAssocID="{EA742CB6-0EAE-4879-8662-9F7E90F30F0E}" presName="connectorText" presStyleLbl="sibTrans2D1" presStyleIdx="1" presStyleCnt="3"/>
      <dgm:spPr/>
    </dgm:pt>
    <dgm:pt modelId="{0D94897C-4CA6-4158-B0D8-48F83823AC4F}" type="pres">
      <dgm:prSet presAssocID="{9336660F-9A7A-4CF1-8A16-98C6D97A2F34}" presName="node" presStyleLbl="node1" presStyleIdx="2" presStyleCnt="3">
        <dgm:presLayoutVars>
          <dgm:bulletEnabled val="1"/>
        </dgm:presLayoutVars>
      </dgm:prSet>
      <dgm:spPr/>
    </dgm:pt>
    <dgm:pt modelId="{9CCABDD8-918D-4455-AB40-DEBB314BAE1A}" type="pres">
      <dgm:prSet presAssocID="{F2DA07F3-4C3F-403E-A459-7F2A33FB6ABF}" presName="sibTrans" presStyleLbl="sibTrans2D1" presStyleIdx="2" presStyleCnt="3"/>
      <dgm:spPr/>
    </dgm:pt>
    <dgm:pt modelId="{0B9CC0EF-DE35-41FA-AA6C-C3B2EB063486}" type="pres">
      <dgm:prSet presAssocID="{F2DA07F3-4C3F-403E-A459-7F2A33FB6ABF}" presName="connectorText" presStyleLbl="sibTrans2D1" presStyleIdx="2" presStyleCnt="3"/>
      <dgm:spPr/>
    </dgm:pt>
  </dgm:ptLst>
  <dgm:cxnLst>
    <dgm:cxn modelId="{B0BD8C02-DA37-48BC-B0FB-8C06E5B91119}" type="presOf" srcId="{C0752594-52AA-4F5A-9BC5-5910592C9D90}" destId="{2599B084-C95F-482B-9AD5-0435DC63DEFE}" srcOrd="0" destOrd="0" presId="urn:microsoft.com/office/officeart/2005/8/layout/cycle2"/>
    <dgm:cxn modelId="{3D2A1A13-CBEC-4531-9B14-1FD67FFFC528}" type="presOf" srcId="{1CE2F5A4-78C4-48B3-8CAF-B20551BDB138}" destId="{A99C4320-7420-4E7B-8EF2-3FF1FD1BAE45}" srcOrd="0" destOrd="0" presId="urn:microsoft.com/office/officeart/2005/8/layout/cycle2"/>
    <dgm:cxn modelId="{DF0AB013-6A7D-402C-97E6-96D572E2B189}" srcId="{1CE2F5A4-78C4-48B3-8CAF-B20551BDB138}" destId="{9336660F-9A7A-4CF1-8A16-98C6D97A2F34}" srcOrd="2" destOrd="0" parTransId="{D6318481-EC1F-41D7-8103-ECF11F9C3072}" sibTransId="{F2DA07F3-4C3F-403E-A459-7F2A33FB6ABF}"/>
    <dgm:cxn modelId="{3C52C31E-7668-4E33-804A-C6CF1DAE5F78}" type="presOf" srcId="{F2DA07F3-4C3F-403E-A459-7F2A33FB6ABF}" destId="{0B9CC0EF-DE35-41FA-AA6C-C3B2EB063486}" srcOrd="1" destOrd="0" presId="urn:microsoft.com/office/officeart/2005/8/layout/cycle2"/>
    <dgm:cxn modelId="{025EB52E-4A75-41C3-B201-2C7C0EAAED44}" type="presOf" srcId="{F2DA07F3-4C3F-403E-A459-7F2A33FB6ABF}" destId="{9CCABDD8-918D-4455-AB40-DEBB314BAE1A}" srcOrd="0" destOrd="0" presId="urn:microsoft.com/office/officeart/2005/8/layout/cycle2"/>
    <dgm:cxn modelId="{57B1C65C-D169-4A95-98AE-A31A70665664}" type="presOf" srcId="{EA742CB6-0EAE-4879-8662-9F7E90F30F0E}" destId="{C66C5E18-A574-4021-AEAC-C62CB9B959F7}" srcOrd="1" destOrd="0" presId="urn:microsoft.com/office/officeart/2005/8/layout/cycle2"/>
    <dgm:cxn modelId="{00B4534A-ED2C-43F3-8FD1-83A364B4543A}" srcId="{1CE2F5A4-78C4-48B3-8CAF-B20551BDB138}" destId="{19CE9471-CDFF-4006-9C68-B02D37B69DA1}" srcOrd="1" destOrd="0" parTransId="{EBFE09D1-0A44-452A-8BCC-201A1900F6A2}" sibTransId="{EA742CB6-0EAE-4879-8662-9F7E90F30F0E}"/>
    <dgm:cxn modelId="{239D7990-4A35-49BC-8F65-106D9C26249D}" srcId="{1CE2F5A4-78C4-48B3-8CAF-B20551BDB138}" destId="{1F20691C-E707-46C2-9A36-D1D4E7693BE4}" srcOrd="0" destOrd="0" parTransId="{18E772CE-56C3-4B19-B39D-78FAE93855C4}" sibTransId="{C0752594-52AA-4F5A-9BC5-5910592C9D90}"/>
    <dgm:cxn modelId="{702723A5-1778-4DF6-AB83-65D9ABF8145D}" type="presOf" srcId="{9336660F-9A7A-4CF1-8A16-98C6D97A2F34}" destId="{0D94897C-4CA6-4158-B0D8-48F83823AC4F}" srcOrd="0" destOrd="0" presId="urn:microsoft.com/office/officeart/2005/8/layout/cycle2"/>
    <dgm:cxn modelId="{3BB839B1-E268-414C-AFA9-3DCEF9FDF542}" type="presOf" srcId="{1F20691C-E707-46C2-9A36-D1D4E7693BE4}" destId="{3DA5DBEC-2E75-42BE-A9A6-89E8D3921D98}" srcOrd="0" destOrd="0" presId="urn:microsoft.com/office/officeart/2005/8/layout/cycle2"/>
    <dgm:cxn modelId="{D10241E5-104F-43D1-927B-9168D8647E67}" type="presOf" srcId="{C0752594-52AA-4F5A-9BC5-5910592C9D90}" destId="{D96C0399-2F33-4B5E-92E0-208681B9731A}" srcOrd="1" destOrd="0" presId="urn:microsoft.com/office/officeart/2005/8/layout/cycle2"/>
    <dgm:cxn modelId="{083879F6-36E0-44CF-A908-CE49572B1D8A}" type="presOf" srcId="{EA742CB6-0EAE-4879-8662-9F7E90F30F0E}" destId="{35571798-4BE7-402C-A781-41851127E3ED}" srcOrd="0" destOrd="0" presId="urn:microsoft.com/office/officeart/2005/8/layout/cycle2"/>
    <dgm:cxn modelId="{AE62AEF7-8528-4EFD-A187-7A708831FBDB}" type="presOf" srcId="{19CE9471-CDFF-4006-9C68-B02D37B69DA1}" destId="{3737CEA4-82E4-4D22-9F1A-13C94DD7A2EE}" srcOrd="0" destOrd="0" presId="urn:microsoft.com/office/officeart/2005/8/layout/cycle2"/>
    <dgm:cxn modelId="{6E1CF09E-88B4-4AFF-B2DA-5518659BB3E9}" type="presParOf" srcId="{A99C4320-7420-4E7B-8EF2-3FF1FD1BAE45}" destId="{3DA5DBEC-2E75-42BE-A9A6-89E8D3921D98}" srcOrd="0" destOrd="0" presId="urn:microsoft.com/office/officeart/2005/8/layout/cycle2"/>
    <dgm:cxn modelId="{2164A486-3822-4682-B94A-4AB12E37023D}" type="presParOf" srcId="{A99C4320-7420-4E7B-8EF2-3FF1FD1BAE45}" destId="{2599B084-C95F-482B-9AD5-0435DC63DEFE}" srcOrd="1" destOrd="0" presId="urn:microsoft.com/office/officeart/2005/8/layout/cycle2"/>
    <dgm:cxn modelId="{AE80754B-00C2-4C3F-BA7C-B9DB70DB3838}" type="presParOf" srcId="{2599B084-C95F-482B-9AD5-0435DC63DEFE}" destId="{D96C0399-2F33-4B5E-92E0-208681B9731A}" srcOrd="0" destOrd="0" presId="urn:microsoft.com/office/officeart/2005/8/layout/cycle2"/>
    <dgm:cxn modelId="{DED3AD29-E227-4634-9EFA-C678A3F51B4A}" type="presParOf" srcId="{A99C4320-7420-4E7B-8EF2-3FF1FD1BAE45}" destId="{3737CEA4-82E4-4D22-9F1A-13C94DD7A2EE}" srcOrd="2" destOrd="0" presId="urn:microsoft.com/office/officeart/2005/8/layout/cycle2"/>
    <dgm:cxn modelId="{1609AC42-A1DA-4EAD-8D8C-1DB419AF32BE}" type="presParOf" srcId="{A99C4320-7420-4E7B-8EF2-3FF1FD1BAE45}" destId="{35571798-4BE7-402C-A781-41851127E3ED}" srcOrd="3" destOrd="0" presId="urn:microsoft.com/office/officeart/2005/8/layout/cycle2"/>
    <dgm:cxn modelId="{D4E1A44B-6641-49F0-812C-A536C9FBBA37}" type="presParOf" srcId="{35571798-4BE7-402C-A781-41851127E3ED}" destId="{C66C5E18-A574-4021-AEAC-C62CB9B959F7}" srcOrd="0" destOrd="0" presId="urn:microsoft.com/office/officeart/2005/8/layout/cycle2"/>
    <dgm:cxn modelId="{7B600D43-A8B2-4277-91CC-190989B0134D}" type="presParOf" srcId="{A99C4320-7420-4E7B-8EF2-3FF1FD1BAE45}" destId="{0D94897C-4CA6-4158-B0D8-48F83823AC4F}" srcOrd="4" destOrd="0" presId="urn:microsoft.com/office/officeart/2005/8/layout/cycle2"/>
    <dgm:cxn modelId="{B8D59EE9-400F-48C1-9F38-E77917792603}" type="presParOf" srcId="{A99C4320-7420-4E7B-8EF2-3FF1FD1BAE45}" destId="{9CCABDD8-918D-4455-AB40-DEBB314BAE1A}" srcOrd="5" destOrd="0" presId="urn:microsoft.com/office/officeart/2005/8/layout/cycle2"/>
    <dgm:cxn modelId="{5FA64392-C92D-4B26-A525-E171C94E9F24}" type="presParOf" srcId="{9CCABDD8-918D-4455-AB40-DEBB314BAE1A}" destId="{0B9CC0EF-DE35-41FA-AA6C-C3B2EB063486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A5DBEC-2E75-42BE-A9A6-89E8D3921D98}">
      <dsp:nvSpPr>
        <dsp:cNvPr id="0" name=""/>
        <dsp:cNvSpPr/>
      </dsp:nvSpPr>
      <dsp:spPr>
        <a:xfrm>
          <a:off x="3023071" y="422"/>
          <a:ext cx="2208857" cy="220885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Alpha</a:t>
          </a:r>
        </a:p>
      </dsp:txBody>
      <dsp:txXfrm>
        <a:off x="3346551" y="323902"/>
        <a:ext cx="1561897" cy="1561897"/>
      </dsp:txXfrm>
    </dsp:sp>
    <dsp:sp modelId="{2599B084-C95F-482B-9AD5-0435DC63DEFE}">
      <dsp:nvSpPr>
        <dsp:cNvPr id="0" name=""/>
        <dsp:cNvSpPr/>
      </dsp:nvSpPr>
      <dsp:spPr>
        <a:xfrm rot="3600000">
          <a:off x="4654841" y="2152894"/>
          <a:ext cx="585902" cy="7454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4698784" y="2225881"/>
        <a:ext cx="410131" cy="447293"/>
      </dsp:txXfrm>
    </dsp:sp>
    <dsp:sp modelId="{3737CEA4-82E4-4D22-9F1A-13C94DD7A2EE}">
      <dsp:nvSpPr>
        <dsp:cNvPr id="0" name=""/>
        <dsp:cNvSpPr/>
      </dsp:nvSpPr>
      <dsp:spPr>
        <a:xfrm>
          <a:off x="4680238" y="2870720"/>
          <a:ext cx="2208857" cy="220885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Beta has a noticeably longer label than the others</a:t>
          </a:r>
        </a:p>
      </dsp:txBody>
      <dsp:txXfrm>
        <a:off x="5003718" y="3194200"/>
        <a:ext cx="1561897" cy="1561897"/>
      </dsp:txXfrm>
    </dsp:sp>
    <dsp:sp modelId="{35571798-4BE7-402C-A781-41851127E3ED}">
      <dsp:nvSpPr>
        <dsp:cNvPr id="0" name=""/>
        <dsp:cNvSpPr/>
      </dsp:nvSpPr>
      <dsp:spPr>
        <a:xfrm rot="10800000">
          <a:off x="3851130" y="3602404"/>
          <a:ext cx="585902" cy="7454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 rot="10800000">
        <a:off x="4026901" y="3751502"/>
        <a:ext cx="410131" cy="447293"/>
      </dsp:txXfrm>
    </dsp:sp>
    <dsp:sp modelId="{0D94897C-4CA6-4158-B0D8-48F83823AC4F}">
      <dsp:nvSpPr>
        <dsp:cNvPr id="0" name=""/>
        <dsp:cNvSpPr/>
      </dsp:nvSpPr>
      <dsp:spPr>
        <a:xfrm>
          <a:off x="1365904" y="2870720"/>
          <a:ext cx="2208857" cy="220885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Gamma</a:t>
          </a:r>
        </a:p>
      </dsp:txBody>
      <dsp:txXfrm>
        <a:off x="1689384" y="3194200"/>
        <a:ext cx="1561897" cy="1561897"/>
      </dsp:txXfrm>
    </dsp:sp>
    <dsp:sp modelId="{9CCABDD8-918D-4455-AB40-DEBB314BAE1A}">
      <dsp:nvSpPr>
        <dsp:cNvPr id="0" name=""/>
        <dsp:cNvSpPr/>
      </dsp:nvSpPr>
      <dsp:spPr>
        <a:xfrm rot="18000000">
          <a:off x="2997674" y="2181615"/>
          <a:ext cx="585902" cy="7454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3041617" y="2406824"/>
        <a:ext cx="410131" cy="4472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EC6AE-F38E-B242-F0D2-82FBD4B48A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8A7126-C435-3C70-DFD6-56352E0C53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D4A0E-6933-E0E2-F066-F9F44F9F5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30261-84D9-473E-ADBE-DD8D9B22C5E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A2484-5030-8625-8DEC-65D1601F7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8D1114-36F0-1D36-E735-939B82C85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CFEB-A0A3-4D2E-A318-79DE08A2E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815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77046-131D-EF94-B778-9FF06DDD9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13104-726A-0ABD-A84B-4D905F670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AE839-5838-71B2-75B1-F3559B4B9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30261-84D9-473E-ADBE-DD8D9B22C5E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E0E7D-1B16-515F-4F8E-3152BD71A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9964B8-581D-004B-B6EC-6A5EB7888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CFEB-A0A3-4D2E-A318-79DE08A2E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232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D4B17-BF32-0E7F-9850-A8A519FB8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2C01EA-7B60-2195-A07A-7CC3B724C0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981D9-A1EB-5BFD-1DEC-F28693818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30261-84D9-473E-ADBE-DD8D9B22C5E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40684-4663-BD51-EED9-4C2F09523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768DC5-C704-4A91-0E01-8F48F213F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CFEB-A0A3-4D2E-A318-79DE08A2E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98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CA6B9-3E5D-3D6C-C4B6-209AC51B9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0C292-77D1-EE07-FE6A-9900F44397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96E9F9-47ED-6864-88AD-2398D794C8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DB6099-57CE-5293-CBCB-DB9821912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30261-84D9-473E-ADBE-DD8D9B22C5E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CC8C1A-5DF8-4F20-E582-D3DA7E947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047595-6FAE-E51F-F8B9-6F6B73CD5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CFEB-A0A3-4D2E-A318-79DE08A2E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647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DAFF0-21D3-BA7E-C01F-EDB3473C9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97FAEB-222B-2127-4CA1-DBF6F9A776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D2276B-E110-7F17-1AE5-BFC6D43B21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7A403B-E4E8-4D67-44B7-8F912782A0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0EE5F7-69F7-1378-C80A-11AB2DC817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FC6ACF-ECA0-9FA3-A0A3-2F7CC3C07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30261-84D9-473E-ADBE-DD8D9B22C5E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0C4F2F-B74C-07A1-28F9-C1AB26F6F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9B4D71-65E8-93AD-E61C-36B242982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CFEB-A0A3-4D2E-A318-79DE08A2E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557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DD579-1F7F-0896-314E-47D7F7ED6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FDB6E9-DF3C-BF69-1F73-5F37EC2C1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30261-84D9-473E-ADBE-DD8D9B22C5E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0D597B-858B-F33F-E7A9-FAA37594E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015DAE-18CD-3CF7-32FD-41066F2DA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CFEB-A0A3-4D2E-A318-79DE08A2E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708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C6AB15-A291-0A89-AA62-5B0F47744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30261-84D9-473E-ADBE-DD8D9B22C5E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5C3551-4D72-F146-324D-943E95952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E76AA8-38ED-A12E-829D-3E327917D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CFEB-A0A3-4D2E-A318-79DE08A2E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284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A77D1-46FC-80A0-612B-4A0302F3B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FE8F8-FD4B-BCAB-2815-4B68BC6C2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03DFDE-77AA-99CD-FD45-90F1B55BB4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A90AD-3396-F5D3-6399-12D8F173E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30261-84D9-473E-ADBE-DD8D9B22C5E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7BC4FF-6339-8B49-BA31-616E4EF09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2A7B2-E4F1-6044-1BE5-51FDFC0E2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CFEB-A0A3-4D2E-A318-79DE08A2E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743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142C0-8BD8-7F87-E167-2B51236EF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06BA42-AD70-AAC9-CA74-8B19F89C82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1AC236-51CC-076D-BA40-F790ED3359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DAF70C-7EAB-C3C3-37BD-C3BBA7CD6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30261-84D9-473E-ADBE-DD8D9B22C5E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196F0-E8B7-7F59-5F97-DDE38CB22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FED50D-6EFA-1EAA-3783-7E67132B7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CFEB-A0A3-4D2E-A318-79DE08A2E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774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2BA3C-1D76-BBA0-66D7-FDBA679F8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044C2B-173B-7E24-E2C2-111F8FE241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A7065-0997-B480-CA88-95F7DA96B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30261-84D9-473E-ADBE-DD8D9B22C5E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30BF3-A622-FE86-52D3-814C91E41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A91C2-088F-FFA5-C6FA-2CD28C434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CFEB-A0A3-4D2E-A318-79DE08A2E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442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E0CD1A-DB90-2C16-D6AC-38686C981D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C04C09-0364-2C1F-2390-A979412388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BB2B8-6E6D-5EA8-FA33-A2DC1DFE8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30261-84D9-473E-ADBE-DD8D9B22C5E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65AC05-C48A-4B29-FFED-FCEDFDA5C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CDA5B-D486-E140-25C9-0CCBD85E3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CFEB-A0A3-4D2E-A318-79DE08A2E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671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9888F4-9864-32C3-C5ED-FF7155E97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29A1A2-F0E1-1DEF-774D-FFA1DB512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40704F-F106-A92D-D2A1-3CEA91E3D4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530261-84D9-473E-ADBE-DD8D9B22C5E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A17C2-BE95-6422-7CE8-C74A0AA445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5E3DA-EEE7-7B0F-8291-C1CE886B8D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E6CFEB-A0A3-4D2E-A318-79DE08A2E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515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025E30A-EAB1-6E77-9290-6A8C91355F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5623684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32956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2026-09-06T08:14:03Z</dcterms:created>
  <dcterms:modified xsi:type="dcterms:W3CDTF">2026-09-06T08:14:03Z</dcterms:modified>
</cp:coreProperties>
</file>