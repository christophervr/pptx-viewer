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453092-C237-412A-AC81-B88C170CD336}" type="doc">
      <dgm:prSet loTypeId="urn:microsoft.com/office/officeart/2005/8/layout/b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18C66DC-B14B-4F34-8763-674ACC6DDA3D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8F274474-19B3-4AF8-99F3-ADBC76A94D6E}" type="parTrans" cxnId="{105D1D62-7748-4875-8A44-8E719158287F}">
      <dgm:prSet/>
      <dgm:spPr/>
    </dgm:pt>
    <dgm:pt modelId="{90A21900-0AFC-4D45-9436-36593D1D7F0F}" type="sibTrans" cxnId="{105D1D62-7748-4875-8A44-8E719158287F}">
      <dgm:prSet/>
      <dgm:spPr/>
    </dgm:pt>
    <dgm:pt modelId="{A3B879A9-1A01-4E3C-8A93-D8320D14A25D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87F4EDDE-C365-4940-A89D-B5B154C23F36}" type="parTrans" cxnId="{14AC97CC-B193-406A-AD08-6C72FB13B57F}">
      <dgm:prSet/>
      <dgm:spPr/>
    </dgm:pt>
    <dgm:pt modelId="{7542BCBB-5706-4BE4-BC14-E471449A281F}" type="sibTrans" cxnId="{14AC97CC-B193-406A-AD08-6C72FB13B57F}">
      <dgm:prSet/>
      <dgm:spPr/>
    </dgm:pt>
    <dgm:pt modelId="{149A5064-D165-4B59-A7B5-618C29676C7D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44FF01E5-6F18-4F63-A081-88401A2B052A}" type="parTrans" cxnId="{162A0241-E099-4C18-8DA3-1F3626A3D74C}">
      <dgm:prSet/>
      <dgm:spPr/>
    </dgm:pt>
    <dgm:pt modelId="{9192AF3E-A69E-4632-8A04-A90D0D2D91FD}" type="sibTrans" cxnId="{162A0241-E099-4C18-8DA3-1F3626A3D74C}">
      <dgm:prSet/>
      <dgm:spPr/>
    </dgm:pt>
    <dgm:pt modelId="{7D9C7599-E286-42D3-9B4D-6DAB921400D6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94E13951-897E-4331-B87E-5E55E663E9A1}" type="parTrans" cxnId="{3B871150-26EA-46A7-B674-D87C30EC2DBC}">
      <dgm:prSet/>
      <dgm:spPr/>
    </dgm:pt>
    <dgm:pt modelId="{E673FED5-9846-4084-B41E-B8EC805828E6}" type="sibTrans" cxnId="{3B871150-26EA-46A7-B674-D87C30EC2DBC}">
      <dgm:prSet/>
      <dgm:spPr/>
    </dgm:pt>
    <dgm:pt modelId="{2B76E594-677C-4903-A887-81BFAAAF5194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4A2E24EE-169F-4342-9519-ABBBE67ED5D3}" type="parTrans" cxnId="{CBF8A305-7929-4FCE-BE1B-6B57D2864E20}">
      <dgm:prSet/>
      <dgm:spPr/>
    </dgm:pt>
    <dgm:pt modelId="{428694C4-81CB-4384-920A-3994193ABD43}" type="sibTrans" cxnId="{CBF8A305-7929-4FCE-BE1B-6B57D2864E20}">
      <dgm:prSet/>
      <dgm:spPr/>
    </dgm:pt>
    <dgm:pt modelId="{F1F86C59-B5CD-410C-9246-E33CD18D36C4}" type="pres">
      <dgm:prSet presAssocID="{2D453092-C237-412A-AC81-B88C170CD336}" presName="Name0" presStyleCnt="0">
        <dgm:presLayoutVars>
          <dgm:dir/>
          <dgm:resizeHandles/>
        </dgm:presLayoutVars>
      </dgm:prSet>
      <dgm:spPr/>
    </dgm:pt>
    <dgm:pt modelId="{4E846A54-4612-481C-9DF1-9390FE720021}" type="pres">
      <dgm:prSet presAssocID="{618C66DC-B14B-4F34-8763-674ACC6DDA3D}" presName="compNode" presStyleCnt="0"/>
      <dgm:spPr/>
    </dgm:pt>
    <dgm:pt modelId="{AEDE1BC3-8DE0-4091-9D6A-24491C6ECDEB}" type="pres">
      <dgm:prSet presAssocID="{618C66DC-B14B-4F34-8763-674ACC6DDA3D}" presName="dummyConnPt" presStyleCnt="0"/>
      <dgm:spPr/>
    </dgm:pt>
    <dgm:pt modelId="{0EDD0B5B-B9CC-4DB9-8D10-11378C6A36D0}" type="pres">
      <dgm:prSet presAssocID="{618C66DC-B14B-4F34-8763-674ACC6DDA3D}" presName="node" presStyleLbl="node1" presStyleIdx="0" presStyleCnt="3">
        <dgm:presLayoutVars>
          <dgm:bulletEnabled val="1"/>
        </dgm:presLayoutVars>
      </dgm:prSet>
      <dgm:spPr/>
    </dgm:pt>
    <dgm:pt modelId="{88A7E6FF-AD57-4D75-A0B9-4A6CF0C0DC73}" type="pres">
      <dgm:prSet presAssocID="{90A21900-0AFC-4D45-9436-36593D1D7F0F}" presName="sibTrans" presStyleLbl="bgSibTrans2D1" presStyleIdx="0" presStyleCnt="2"/>
      <dgm:spPr/>
    </dgm:pt>
    <dgm:pt modelId="{3B05227F-000E-4CE3-B2EA-42C4D5F1B7F2}" type="pres">
      <dgm:prSet presAssocID="{149A5064-D165-4B59-A7B5-618C29676C7D}" presName="compNode" presStyleCnt="0"/>
      <dgm:spPr/>
    </dgm:pt>
    <dgm:pt modelId="{4AB138A8-FFAB-49DA-B34B-AC52F2B5BB48}" type="pres">
      <dgm:prSet presAssocID="{149A5064-D165-4B59-A7B5-618C29676C7D}" presName="dummyConnPt" presStyleCnt="0"/>
      <dgm:spPr/>
    </dgm:pt>
    <dgm:pt modelId="{7A07E293-B306-4955-9B11-8A10B6680E73}" type="pres">
      <dgm:prSet presAssocID="{149A5064-D165-4B59-A7B5-618C29676C7D}" presName="node" presStyleLbl="node1" presStyleIdx="1" presStyleCnt="3">
        <dgm:presLayoutVars>
          <dgm:bulletEnabled val="1"/>
        </dgm:presLayoutVars>
      </dgm:prSet>
      <dgm:spPr/>
    </dgm:pt>
    <dgm:pt modelId="{8F0C240D-31CC-433C-8B2F-4999396A8F98}" type="pres">
      <dgm:prSet presAssocID="{9192AF3E-A69E-4632-8A04-A90D0D2D91FD}" presName="sibTrans" presStyleLbl="bgSibTrans2D1" presStyleIdx="1" presStyleCnt="2"/>
      <dgm:spPr/>
    </dgm:pt>
    <dgm:pt modelId="{DF062D67-812D-4AF3-A709-9FBFD20C5CEE}" type="pres">
      <dgm:prSet presAssocID="{7D9C7599-E286-42D3-9B4D-6DAB921400D6}" presName="compNode" presStyleCnt="0"/>
      <dgm:spPr/>
    </dgm:pt>
    <dgm:pt modelId="{510737C6-69B3-4EE7-B4D8-686C73EC5BDE}" type="pres">
      <dgm:prSet presAssocID="{7D9C7599-E286-42D3-9B4D-6DAB921400D6}" presName="dummyConnPt" presStyleCnt="0"/>
      <dgm:spPr/>
    </dgm:pt>
    <dgm:pt modelId="{77C61677-8082-4AA1-A1D5-00488E0DD824}" type="pres">
      <dgm:prSet presAssocID="{7D9C7599-E286-42D3-9B4D-6DAB921400D6}" presName="node" presStyleLbl="node1" presStyleIdx="2" presStyleCnt="3">
        <dgm:presLayoutVars>
          <dgm:bulletEnabled val="1"/>
        </dgm:presLayoutVars>
      </dgm:prSet>
      <dgm:spPr/>
    </dgm:pt>
  </dgm:ptLst>
  <dgm:cxnLst>
    <dgm:cxn modelId="{CBF8A305-7929-4FCE-BE1B-6B57D2864E20}" srcId="{7D9C7599-E286-42D3-9B4D-6DAB921400D6}" destId="{2B76E594-677C-4903-A887-81BFAAAF5194}" srcOrd="0" destOrd="0" parTransId="{4A2E24EE-169F-4342-9519-ABBBE67ED5D3}" sibTransId="{428694C4-81CB-4384-920A-3994193ABD43}"/>
    <dgm:cxn modelId="{17EDF738-3B3F-4A13-9166-9606E98F3C9A}" type="presOf" srcId="{9192AF3E-A69E-4632-8A04-A90D0D2D91FD}" destId="{8F0C240D-31CC-433C-8B2F-4999396A8F98}" srcOrd="0" destOrd="0" presId="urn:microsoft.com/office/officeart/2005/8/layout/bProcess4"/>
    <dgm:cxn modelId="{162A0241-E099-4C18-8DA3-1F3626A3D74C}" srcId="{2D453092-C237-412A-AC81-B88C170CD336}" destId="{149A5064-D165-4B59-A7B5-618C29676C7D}" srcOrd="1" destOrd="0" parTransId="{44FF01E5-6F18-4F63-A081-88401A2B052A}" sibTransId="{9192AF3E-A69E-4632-8A04-A90D0D2D91FD}"/>
    <dgm:cxn modelId="{105D1D62-7748-4875-8A44-8E719158287F}" srcId="{2D453092-C237-412A-AC81-B88C170CD336}" destId="{618C66DC-B14B-4F34-8763-674ACC6DDA3D}" srcOrd="0" destOrd="0" parTransId="{8F274474-19B3-4AF8-99F3-ADBC76A94D6E}" sibTransId="{90A21900-0AFC-4D45-9436-36593D1D7F0F}"/>
    <dgm:cxn modelId="{04FF474F-DFE7-42BA-82C6-D589CB100147}" type="presOf" srcId="{A3B879A9-1A01-4E3C-8A93-D8320D14A25D}" destId="{0EDD0B5B-B9CC-4DB9-8D10-11378C6A36D0}" srcOrd="0" destOrd="1" presId="urn:microsoft.com/office/officeart/2005/8/layout/bProcess4"/>
    <dgm:cxn modelId="{3B871150-26EA-46A7-B674-D87C30EC2DBC}" srcId="{2D453092-C237-412A-AC81-B88C170CD336}" destId="{7D9C7599-E286-42D3-9B4D-6DAB921400D6}" srcOrd="2" destOrd="0" parTransId="{94E13951-897E-4331-B87E-5E55E663E9A1}" sibTransId="{E673FED5-9846-4084-B41E-B8EC805828E6}"/>
    <dgm:cxn modelId="{09873F9E-C74F-4B5F-A096-13309085BC47}" type="presOf" srcId="{2D453092-C237-412A-AC81-B88C170CD336}" destId="{F1F86C59-B5CD-410C-9246-E33CD18D36C4}" srcOrd="0" destOrd="0" presId="urn:microsoft.com/office/officeart/2005/8/layout/bProcess4"/>
    <dgm:cxn modelId="{ED5BC9B0-B620-48AE-B98A-1A9D9A387E3C}" type="presOf" srcId="{2B76E594-677C-4903-A887-81BFAAAF5194}" destId="{77C61677-8082-4AA1-A1D5-00488E0DD824}" srcOrd="0" destOrd="1" presId="urn:microsoft.com/office/officeart/2005/8/layout/bProcess4"/>
    <dgm:cxn modelId="{14AC97CC-B193-406A-AD08-6C72FB13B57F}" srcId="{618C66DC-B14B-4F34-8763-674ACC6DDA3D}" destId="{A3B879A9-1A01-4E3C-8A93-D8320D14A25D}" srcOrd="0" destOrd="0" parTransId="{87F4EDDE-C365-4940-A89D-B5B154C23F36}" sibTransId="{7542BCBB-5706-4BE4-BC14-E471449A281F}"/>
    <dgm:cxn modelId="{0F501BD5-9E10-4E58-8547-66C01C982D34}" type="presOf" srcId="{90A21900-0AFC-4D45-9436-36593D1D7F0F}" destId="{88A7E6FF-AD57-4D75-A0B9-4A6CF0C0DC73}" srcOrd="0" destOrd="0" presId="urn:microsoft.com/office/officeart/2005/8/layout/bProcess4"/>
    <dgm:cxn modelId="{469058D5-AF43-4C00-82C5-B956B59279E0}" type="presOf" srcId="{618C66DC-B14B-4F34-8763-674ACC6DDA3D}" destId="{0EDD0B5B-B9CC-4DB9-8D10-11378C6A36D0}" srcOrd="0" destOrd="0" presId="urn:microsoft.com/office/officeart/2005/8/layout/bProcess4"/>
    <dgm:cxn modelId="{9649EFE4-232F-4936-8A9A-C908430CF184}" type="presOf" srcId="{7D9C7599-E286-42D3-9B4D-6DAB921400D6}" destId="{77C61677-8082-4AA1-A1D5-00488E0DD824}" srcOrd="0" destOrd="0" presId="urn:microsoft.com/office/officeart/2005/8/layout/bProcess4"/>
    <dgm:cxn modelId="{276531F3-D544-4FF9-9753-6FEDBFC850DF}" type="presOf" srcId="{149A5064-D165-4B59-A7B5-618C29676C7D}" destId="{7A07E293-B306-4955-9B11-8A10B6680E73}" srcOrd="0" destOrd="0" presId="urn:microsoft.com/office/officeart/2005/8/layout/bProcess4"/>
    <dgm:cxn modelId="{B84B5DB5-EEC3-4703-AC06-5A4A0EB3BB60}" type="presParOf" srcId="{F1F86C59-B5CD-410C-9246-E33CD18D36C4}" destId="{4E846A54-4612-481C-9DF1-9390FE720021}" srcOrd="0" destOrd="0" presId="urn:microsoft.com/office/officeart/2005/8/layout/bProcess4"/>
    <dgm:cxn modelId="{6E420B0F-AEA1-4509-AC60-237E608A7E1F}" type="presParOf" srcId="{4E846A54-4612-481C-9DF1-9390FE720021}" destId="{AEDE1BC3-8DE0-4091-9D6A-24491C6ECDEB}" srcOrd="0" destOrd="0" presId="urn:microsoft.com/office/officeart/2005/8/layout/bProcess4"/>
    <dgm:cxn modelId="{E62BEFA2-9495-4312-8530-46859530E815}" type="presParOf" srcId="{4E846A54-4612-481C-9DF1-9390FE720021}" destId="{0EDD0B5B-B9CC-4DB9-8D10-11378C6A36D0}" srcOrd="1" destOrd="0" presId="urn:microsoft.com/office/officeart/2005/8/layout/bProcess4"/>
    <dgm:cxn modelId="{44BAD189-BA8E-49EE-A161-241A57BDE098}" type="presParOf" srcId="{F1F86C59-B5CD-410C-9246-E33CD18D36C4}" destId="{88A7E6FF-AD57-4D75-A0B9-4A6CF0C0DC73}" srcOrd="1" destOrd="0" presId="urn:microsoft.com/office/officeart/2005/8/layout/bProcess4"/>
    <dgm:cxn modelId="{966D6C26-9274-4AD7-9D66-80D77AF099EF}" type="presParOf" srcId="{F1F86C59-B5CD-410C-9246-E33CD18D36C4}" destId="{3B05227F-000E-4CE3-B2EA-42C4D5F1B7F2}" srcOrd="2" destOrd="0" presId="urn:microsoft.com/office/officeart/2005/8/layout/bProcess4"/>
    <dgm:cxn modelId="{0A902BE1-EC68-43B6-8758-7233103AD472}" type="presParOf" srcId="{3B05227F-000E-4CE3-B2EA-42C4D5F1B7F2}" destId="{4AB138A8-FFAB-49DA-B34B-AC52F2B5BB48}" srcOrd="0" destOrd="0" presId="urn:microsoft.com/office/officeart/2005/8/layout/bProcess4"/>
    <dgm:cxn modelId="{D4FC6D54-B8EA-4E92-9316-BB97C646EC71}" type="presParOf" srcId="{3B05227F-000E-4CE3-B2EA-42C4D5F1B7F2}" destId="{7A07E293-B306-4955-9B11-8A10B6680E73}" srcOrd="1" destOrd="0" presId="urn:microsoft.com/office/officeart/2005/8/layout/bProcess4"/>
    <dgm:cxn modelId="{9834E485-98E9-45D3-8532-628AC36DD8F1}" type="presParOf" srcId="{F1F86C59-B5CD-410C-9246-E33CD18D36C4}" destId="{8F0C240D-31CC-433C-8B2F-4999396A8F98}" srcOrd="3" destOrd="0" presId="urn:microsoft.com/office/officeart/2005/8/layout/bProcess4"/>
    <dgm:cxn modelId="{3EF8599E-2527-4178-84F3-C077D614D16B}" type="presParOf" srcId="{F1F86C59-B5CD-410C-9246-E33CD18D36C4}" destId="{DF062D67-812D-4AF3-A709-9FBFD20C5CEE}" srcOrd="4" destOrd="0" presId="urn:microsoft.com/office/officeart/2005/8/layout/bProcess4"/>
    <dgm:cxn modelId="{6E972FA6-BE64-49BF-AACA-433CC21F6D08}" type="presParOf" srcId="{DF062D67-812D-4AF3-A709-9FBFD20C5CEE}" destId="{510737C6-69B3-4EE7-B4D8-686C73EC5BDE}" srcOrd="0" destOrd="0" presId="urn:microsoft.com/office/officeart/2005/8/layout/bProcess4"/>
    <dgm:cxn modelId="{49E07590-0455-4C64-9A2B-4108A062122F}" type="presParOf" srcId="{DF062D67-812D-4AF3-A709-9FBFD20C5CEE}" destId="{77C61677-8082-4AA1-A1D5-00488E0DD824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A7E6FF-AD57-4D75-A0B9-4A6CF0C0DC73}">
      <dsp:nvSpPr>
        <dsp:cNvPr id="0" name=""/>
        <dsp:cNvSpPr/>
      </dsp:nvSpPr>
      <dsp:spPr>
        <a:xfrm rot="5400000">
          <a:off x="-599338" y="1839915"/>
          <a:ext cx="2638822" cy="318510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DD0B5B-B9CC-4DB9-8D10-11378C6A36D0}">
      <dsp:nvSpPr>
        <dsp:cNvPr id="0" name=""/>
        <dsp:cNvSpPr/>
      </dsp:nvSpPr>
      <dsp:spPr>
        <a:xfrm>
          <a:off x="4554" y="151169"/>
          <a:ext cx="3539008" cy="21234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Node One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/>
            <a:t>Node Two has a longer label</a:t>
          </a:r>
        </a:p>
      </dsp:txBody>
      <dsp:txXfrm>
        <a:off x="66746" y="213361"/>
        <a:ext cx="3414624" cy="1999021"/>
      </dsp:txXfrm>
    </dsp:sp>
    <dsp:sp modelId="{8F0C240D-31CC-433C-8B2F-4999396A8F98}">
      <dsp:nvSpPr>
        <dsp:cNvPr id="0" name=""/>
        <dsp:cNvSpPr/>
      </dsp:nvSpPr>
      <dsp:spPr>
        <a:xfrm>
          <a:off x="727790" y="3167043"/>
          <a:ext cx="4691448" cy="318510"/>
        </a:xfrm>
        <a:prstGeom prst="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07E293-B306-4955-9B11-8A10B6680E73}">
      <dsp:nvSpPr>
        <dsp:cNvPr id="0" name=""/>
        <dsp:cNvSpPr/>
      </dsp:nvSpPr>
      <dsp:spPr>
        <a:xfrm>
          <a:off x="4554" y="2805425"/>
          <a:ext cx="3539008" cy="21234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Node Three</a:t>
          </a:r>
        </a:p>
      </dsp:txBody>
      <dsp:txXfrm>
        <a:off x="66746" y="2867617"/>
        <a:ext cx="3414624" cy="1999021"/>
      </dsp:txXfrm>
    </dsp:sp>
    <dsp:sp modelId="{77C61677-8082-4AA1-A1D5-00488E0DD824}">
      <dsp:nvSpPr>
        <dsp:cNvPr id="0" name=""/>
        <dsp:cNvSpPr/>
      </dsp:nvSpPr>
      <dsp:spPr>
        <a:xfrm>
          <a:off x="4711436" y="2805425"/>
          <a:ext cx="3539008" cy="21234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Node Four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/>
            <a:t>Node Five</a:t>
          </a:r>
        </a:p>
      </dsp:txBody>
      <dsp:txXfrm>
        <a:off x="4773628" y="2867617"/>
        <a:ext cx="3414624" cy="19990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E8954-AAF5-1181-7A39-C7A2109C63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B8C931-3830-4014-DDE8-C8D0213050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5DD01-38DB-BEB3-9162-F4B846243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C9275-C6AC-4E0B-849F-F3805F29B4C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C373B-055A-8561-E3C9-1A0B932D3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B93D0-1488-486C-0709-383230C38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466F0-06CE-4F4B-BB07-D1D7C88BB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65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93CFC-5256-9B46-02E2-ABD5A48B1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67F2E-257E-F744-8B4C-38D248726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139FE9-C84D-591A-9186-643F52348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C9275-C6AC-4E0B-849F-F3805F29B4C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24DE5-504B-7581-606C-E1B0E3172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1CA6E-5914-E14E-CC41-CFB76DA63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466F0-06CE-4F4B-BB07-D1D7C88BB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59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CCFB1-4CFD-1212-6A31-B01A7AAF7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A91270-9014-070C-BE9A-9D931431A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457A4-7B9D-1A8C-24CB-03F4BD9FD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C9275-C6AC-4E0B-849F-F3805F29B4C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55D650-9B80-759E-5DA4-D0104374A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A058A-F3EB-5BE8-3763-5C76AF1D9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466F0-06CE-4F4B-BB07-D1D7C88BB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14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173C4-230D-077E-BD62-3BD70907B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DEB0B-C9FF-4971-D67B-A56651DF13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23C233-D6C9-406E-E86B-623AD4ADAD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7ADF4D-EED4-02A2-B30E-A623644EA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C9275-C6AC-4E0B-849F-F3805F29B4C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B5A1C-D516-185B-C043-6C1F3AB88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96138-EBF2-043D-5CE0-20D48DB8D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466F0-06CE-4F4B-BB07-D1D7C88BB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965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807B9-124C-2C9C-64DE-BB9482BC2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D4BAE5-957F-26BE-F72E-723C2D9FA0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3FBDC8-10BC-A4DB-9BF2-52A8ACF884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030435-96B9-5D81-74A1-7B7B98EE4E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B5688F-A6C6-A4D4-218E-4FEE580D54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7B310D-28E1-AC87-81CA-48DC17741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C9275-C6AC-4E0B-849F-F3805F29B4C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08985A-8B93-211E-97A2-55CF1CDFC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5F3794-E449-E2C4-4AF1-A4C19114A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466F0-06CE-4F4B-BB07-D1D7C88BB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824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28E25-14FD-61DC-3C9D-EAEF80090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EB7602-55D4-2BE1-2C07-47081923B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C9275-C6AC-4E0B-849F-F3805F29B4C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7B03BD-55E3-B4A8-EC0D-810CAA3B8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575948-C82A-B5E5-3AF8-5B1E5A90F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466F0-06CE-4F4B-BB07-D1D7C88BB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111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2013E2-C19D-7DC7-A64D-FA5BA6FAA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C9275-C6AC-4E0B-849F-F3805F29B4C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947049-B5CF-C279-3964-864B656E4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EBD781-91E6-97EA-6D94-3F924CA1E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466F0-06CE-4F4B-BB07-D1D7C88BB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015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9DF6B-5CE9-F0BB-7B4C-1B0343B96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4A477-0584-013B-9DCB-2AB342975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B3D65A-193A-ACF5-D1DF-BB241EEC4A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45B1B7-64C8-C0EB-6A03-D97FD9A8C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C9275-C6AC-4E0B-849F-F3805F29B4C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B35920-B6B1-AE9B-0C4C-C2A911D35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585937-C5FC-7907-739E-8FCE3695B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466F0-06CE-4F4B-BB07-D1D7C88BB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959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F0CED-6AC2-D73C-417F-B44166113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C6AA67-7AEB-FDE1-0F17-0E0AA5852A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6954D0-1F17-C686-0BBD-3374B3BDE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38F4D-0C65-A459-7BCF-711F4EDF5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C9275-C6AC-4E0B-849F-F3805F29B4C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26E3E8-B5DF-C159-160A-17DD8539C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DFCFE4-4125-5AAA-0A17-FFD7B46BF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466F0-06CE-4F4B-BB07-D1D7C88BB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158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44AA9-B725-8B2E-CD3A-B4C57F80A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A6DF92-62C2-D4EF-DB4F-8047428B26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4A133-3F5B-E478-64F2-4FC7ED306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C9275-C6AC-4E0B-849F-F3805F29B4C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8A4CB-CFDC-46C1-7630-48C0F9F52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C3D78-2037-8C45-0AA8-09EBBB7A8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466F0-06CE-4F4B-BB07-D1D7C88BB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622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0963FF-5B2E-757B-1E6E-DDB8D1EF3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046084-0EE7-CE81-12FE-3965A140DF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36C04-9FBF-62B6-1E21-069FB6B53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C9275-C6AC-4E0B-849F-F3805F29B4C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5A917-1854-5356-5FC8-6993DE09C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393A4-5D0D-1EA4-8737-A6818E0D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466F0-06CE-4F4B-BB07-D1D7C88BB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018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5334F-8071-0C59-13BB-EF9AA7565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E24420-43A6-C206-8751-D4084D1A3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A684B-CF68-5BE6-F555-7D07812C42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CC9275-C6AC-4E0B-849F-F3805F29B4C6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A54D0F-D938-323E-5DB0-08D0065252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72B7A-0DA1-1C9A-E301-01218A7FF3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0466F0-06CE-4F4B-BB07-D1D7C88BBC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326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57F68B1E-717C-3B13-1273-81473231AF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61843770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56644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2026-09-06T08:13:47Z</dcterms:created>
  <dcterms:modified xsi:type="dcterms:W3CDTF">2026-09-06T08:13:48Z</dcterms:modified>
</cp:coreProperties>
</file>