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465D43-1518-4CE9-9D51-4524A0B90291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A6A732-8E87-424C-8035-A1DB297B7B1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90BFA0B-6D63-4499-874A-4EA780C54DC8}" type="parTrans" cxnId="{0E7F36FC-B2CE-43B2-BCEC-EF708DF54B65}">
      <dgm:prSet/>
      <dgm:spPr/>
    </dgm:pt>
    <dgm:pt modelId="{8A122A07-6F93-478F-8615-744816C92A3B}" type="sibTrans" cxnId="{0E7F36FC-B2CE-43B2-BCEC-EF708DF54B65}">
      <dgm:prSet/>
      <dgm:spPr/>
    </dgm:pt>
    <dgm:pt modelId="{40896680-3D8C-4A04-A02A-716B02FD5125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180C5D80-4E98-4977-AAC2-4ACA3FB18CBE}" type="parTrans" cxnId="{CCFFA07A-00D6-46A7-B1E6-0D9A4E277F92}">
      <dgm:prSet/>
      <dgm:spPr/>
    </dgm:pt>
    <dgm:pt modelId="{CDEC61EC-93CA-4D76-A1D4-783FC911EFCA}" type="sibTrans" cxnId="{CCFFA07A-00D6-46A7-B1E6-0D9A4E277F92}">
      <dgm:prSet/>
      <dgm:spPr/>
    </dgm:pt>
    <dgm:pt modelId="{AAB25B3C-7802-4640-A9CF-27DA0FB7411C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95F3A6D-CCCB-4AB5-85C5-0EEB4BF13AE4}" type="parTrans" cxnId="{BA472472-F1CF-4CED-A073-1D863231DDA2}">
      <dgm:prSet/>
      <dgm:spPr/>
    </dgm:pt>
    <dgm:pt modelId="{A927F48C-D54E-4FE8-9C84-14837D7AF793}" type="sibTrans" cxnId="{BA472472-F1CF-4CED-A073-1D863231DDA2}">
      <dgm:prSet/>
      <dgm:spPr/>
    </dgm:pt>
    <dgm:pt modelId="{05799293-A578-46C1-A5D7-54DCE5C2480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6FF435B-E262-4DE5-AF18-417C00B09F62}" type="parTrans" cxnId="{05F046F0-F032-4CE7-B11E-5B6ACA5A6950}">
      <dgm:prSet/>
      <dgm:spPr/>
    </dgm:pt>
    <dgm:pt modelId="{E1CB8CFA-44B8-4552-90EC-D6D163E48149}" type="sibTrans" cxnId="{05F046F0-F032-4CE7-B11E-5B6ACA5A6950}">
      <dgm:prSet/>
      <dgm:spPr/>
    </dgm:pt>
    <dgm:pt modelId="{9417DC37-E7E1-423A-AA7E-46CABB6584E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B621909-2A04-47B0-BE59-1D9D99B38331}" type="parTrans" cxnId="{DAD48352-6E60-474F-9169-56BD24D25C88}">
      <dgm:prSet/>
      <dgm:spPr/>
    </dgm:pt>
    <dgm:pt modelId="{5EDAD831-7A0B-42A7-A784-1E12801B85BE}" type="sibTrans" cxnId="{DAD48352-6E60-474F-9169-56BD24D25C88}">
      <dgm:prSet/>
      <dgm:spPr/>
    </dgm:pt>
    <dgm:pt modelId="{CF70B283-FF84-49D0-8B97-CF8E09C2FD9B}" type="pres">
      <dgm:prSet presAssocID="{36465D43-1518-4CE9-9D51-4524A0B90291}" presName="Name0" presStyleCnt="0">
        <dgm:presLayoutVars>
          <dgm:dir/>
          <dgm:animLvl val="lvl"/>
          <dgm:resizeHandles/>
        </dgm:presLayoutVars>
      </dgm:prSet>
      <dgm:spPr/>
    </dgm:pt>
    <dgm:pt modelId="{01F5AED4-04E9-4153-862B-637072D972B4}" type="pres">
      <dgm:prSet presAssocID="{6EA6A732-8E87-424C-8035-A1DB297B7B10}" presName="linNode" presStyleCnt="0"/>
      <dgm:spPr/>
    </dgm:pt>
    <dgm:pt modelId="{752BB928-4F1C-4E0B-8544-F1B4667381A9}" type="pres">
      <dgm:prSet presAssocID="{6EA6A732-8E87-424C-8035-A1DB297B7B10}" presName="parentShp" presStyleLbl="node1" presStyleIdx="0" presStyleCnt="3">
        <dgm:presLayoutVars>
          <dgm:bulletEnabled val="1"/>
        </dgm:presLayoutVars>
      </dgm:prSet>
      <dgm:spPr/>
    </dgm:pt>
    <dgm:pt modelId="{5B3A0D71-1677-421F-8665-8AB35EAF4030}" type="pres">
      <dgm:prSet presAssocID="{6EA6A732-8E87-424C-8035-A1DB297B7B10}" presName="childShp" presStyleLbl="bgAccFollowNode1" presStyleIdx="0" presStyleCnt="3">
        <dgm:presLayoutVars>
          <dgm:bulletEnabled val="1"/>
        </dgm:presLayoutVars>
      </dgm:prSet>
      <dgm:spPr/>
    </dgm:pt>
    <dgm:pt modelId="{B7CDFE56-B9F5-43F0-8363-1AE7718ECE53}" type="pres">
      <dgm:prSet presAssocID="{8A122A07-6F93-478F-8615-744816C92A3B}" presName="spacing" presStyleCnt="0"/>
      <dgm:spPr/>
    </dgm:pt>
    <dgm:pt modelId="{64B9FDC0-3F6E-48F7-BCA2-A93A4469C317}" type="pres">
      <dgm:prSet presAssocID="{AAB25B3C-7802-4640-A9CF-27DA0FB7411C}" presName="linNode" presStyleCnt="0"/>
      <dgm:spPr/>
    </dgm:pt>
    <dgm:pt modelId="{2C856D09-2E43-4DCC-9A39-9B447FCB3CD4}" type="pres">
      <dgm:prSet presAssocID="{AAB25B3C-7802-4640-A9CF-27DA0FB7411C}" presName="parentShp" presStyleLbl="node1" presStyleIdx="1" presStyleCnt="3">
        <dgm:presLayoutVars>
          <dgm:bulletEnabled val="1"/>
        </dgm:presLayoutVars>
      </dgm:prSet>
      <dgm:spPr/>
    </dgm:pt>
    <dgm:pt modelId="{35E68886-8202-4AA6-953F-08D3F46CFFD5}" type="pres">
      <dgm:prSet presAssocID="{AAB25B3C-7802-4640-A9CF-27DA0FB7411C}" presName="childShp" presStyleLbl="bgAccFollowNode1" presStyleIdx="1" presStyleCnt="3">
        <dgm:presLayoutVars>
          <dgm:bulletEnabled val="1"/>
        </dgm:presLayoutVars>
      </dgm:prSet>
      <dgm:spPr/>
    </dgm:pt>
    <dgm:pt modelId="{DF07E58C-ED1C-45E8-B056-EED24CA74775}" type="pres">
      <dgm:prSet presAssocID="{A927F48C-D54E-4FE8-9C84-14837D7AF793}" presName="spacing" presStyleCnt="0"/>
      <dgm:spPr/>
    </dgm:pt>
    <dgm:pt modelId="{54ECF951-BBFB-4D7C-A381-651A19A09517}" type="pres">
      <dgm:prSet presAssocID="{05799293-A578-46C1-A5D7-54DCE5C24805}" presName="linNode" presStyleCnt="0"/>
      <dgm:spPr/>
    </dgm:pt>
    <dgm:pt modelId="{2B3E2B8E-FB26-4878-96DD-9BF605C32C4D}" type="pres">
      <dgm:prSet presAssocID="{05799293-A578-46C1-A5D7-54DCE5C24805}" presName="parentShp" presStyleLbl="node1" presStyleIdx="2" presStyleCnt="3">
        <dgm:presLayoutVars>
          <dgm:bulletEnabled val="1"/>
        </dgm:presLayoutVars>
      </dgm:prSet>
      <dgm:spPr/>
    </dgm:pt>
    <dgm:pt modelId="{B8841F0B-B78B-4D3B-83A9-AC8292C0F34A}" type="pres">
      <dgm:prSet presAssocID="{05799293-A578-46C1-A5D7-54DCE5C24805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0814CF19-DE77-409E-8C16-7AABE59E9323}" type="presOf" srcId="{AAB25B3C-7802-4640-A9CF-27DA0FB7411C}" destId="{2C856D09-2E43-4DCC-9A39-9B447FCB3CD4}" srcOrd="0" destOrd="0" presId="urn:microsoft.com/office/officeart/2005/8/layout/vList6"/>
    <dgm:cxn modelId="{A6097C1B-B86D-4921-87DA-1A24F4B3729C}" type="presOf" srcId="{9417DC37-E7E1-423A-AA7E-46CABB6584E8}" destId="{B8841F0B-B78B-4D3B-83A9-AC8292C0F34A}" srcOrd="0" destOrd="0" presId="urn:microsoft.com/office/officeart/2005/8/layout/vList6"/>
    <dgm:cxn modelId="{7CEDC247-0718-4C36-9CDF-43948A725881}" type="presOf" srcId="{6EA6A732-8E87-424C-8035-A1DB297B7B10}" destId="{752BB928-4F1C-4E0B-8544-F1B4667381A9}" srcOrd="0" destOrd="0" presId="urn:microsoft.com/office/officeart/2005/8/layout/vList6"/>
    <dgm:cxn modelId="{BA472472-F1CF-4CED-A073-1D863231DDA2}" srcId="{36465D43-1518-4CE9-9D51-4524A0B90291}" destId="{AAB25B3C-7802-4640-A9CF-27DA0FB7411C}" srcOrd="1" destOrd="0" parTransId="{695F3A6D-CCCB-4AB5-85C5-0EEB4BF13AE4}" sibTransId="{A927F48C-D54E-4FE8-9C84-14837D7AF793}"/>
    <dgm:cxn modelId="{DAD48352-6E60-474F-9169-56BD24D25C88}" srcId="{05799293-A578-46C1-A5D7-54DCE5C24805}" destId="{9417DC37-E7E1-423A-AA7E-46CABB6584E8}" srcOrd="0" destOrd="0" parTransId="{3B621909-2A04-47B0-BE59-1D9D99B38331}" sibTransId="{5EDAD831-7A0B-42A7-A784-1E12801B85BE}"/>
    <dgm:cxn modelId="{CCFFA07A-00D6-46A7-B1E6-0D9A4E277F92}" srcId="{6EA6A732-8E87-424C-8035-A1DB297B7B10}" destId="{40896680-3D8C-4A04-A02A-716B02FD5125}" srcOrd="0" destOrd="0" parTransId="{180C5D80-4E98-4977-AAC2-4ACA3FB18CBE}" sibTransId="{CDEC61EC-93CA-4D76-A1D4-783FC911EFCA}"/>
    <dgm:cxn modelId="{6F050EA8-20E2-49B9-9A5E-308156C5026C}" type="presOf" srcId="{05799293-A578-46C1-A5D7-54DCE5C24805}" destId="{2B3E2B8E-FB26-4878-96DD-9BF605C32C4D}" srcOrd="0" destOrd="0" presId="urn:microsoft.com/office/officeart/2005/8/layout/vList6"/>
    <dgm:cxn modelId="{0093F7BC-BE75-4BF5-9ABE-81D525093A32}" type="presOf" srcId="{36465D43-1518-4CE9-9D51-4524A0B90291}" destId="{CF70B283-FF84-49D0-8B97-CF8E09C2FD9B}" srcOrd="0" destOrd="0" presId="urn:microsoft.com/office/officeart/2005/8/layout/vList6"/>
    <dgm:cxn modelId="{D92F41D5-ADF9-49DF-80CD-5C3259B68317}" type="presOf" srcId="{40896680-3D8C-4A04-A02A-716B02FD5125}" destId="{5B3A0D71-1677-421F-8665-8AB35EAF4030}" srcOrd="0" destOrd="0" presId="urn:microsoft.com/office/officeart/2005/8/layout/vList6"/>
    <dgm:cxn modelId="{05F046F0-F032-4CE7-B11E-5B6ACA5A6950}" srcId="{36465D43-1518-4CE9-9D51-4524A0B90291}" destId="{05799293-A578-46C1-A5D7-54DCE5C24805}" srcOrd="2" destOrd="0" parTransId="{F6FF435B-E262-4DE5-AF18-417C00B09F62}" sibTransId="{E1CB8CFA-44B8-4552-90EC-D6D163E48149}"/>
    <dgm:cxn modelId="{0E7F36FC-B2CE-43B2-BCEC-EF708DF54B65}" srcId="{36465D43-1518-4CE9-9D51-4524A0B90291}" destId="{6EA6A732-8E87-424C-8035-A1DB297B7B10}" srcOrd="0" destOrd="0" parTransId="{190BFA0B-6D63-4499-874A-4EA780C54DC8}" sibTransId="{8A122A07-6F93-478F-8615-744816C92A3B}"/>
    <dgm:cxn modelId="{C68649AD-6123-4AA7-891C-4B28FFB2D165}" type="presParOf" srcId="{CF70B283-FF84-49D0-8B97-CF8E09C2FD9B}" destId="{01F5AED4-04E9-4153-862B-637072D972B4}" srcOrd="0" destOrd="0" presId="urn:microsoft.com/office/officeart/2005/8/layout/vList6"/>
    <dgm:cxn modelId="{CE86CDF2-F6E2-4B9D-9100-A3C71207227C}" type="presParOf" srcId="{01F5AED4-04E9-4153-862B-637072D972B4}" destId="{752BB928-4F1C-4E0B-8544-F1B4667381A9}" srcOrd="0" destOrd="0" presId="urn:microsoft.com/office/officeart/2005/8/layout/vList6"/>
    <dgm:cxn modelId="{873BE8B8-7467-4A6A-8B5D-93E3211D4603}" type="presParOf" srcId="{01F5AED4-04E9-4153-862B-637072D972B4}" destId="{5B3A0D71-1677-421F-8665-8AB35EAF4030}" srcOrd="1" destOrd="0" presId="urn:microsoft.com/office/officeart/2005/8/layout/vList6"/>
    <dgm:cxn modelId="{AB17C335-E7C9-4EDE-96D3-867F2016E5A9}" type="presParOf" srcId="{CF70B283-FF84-49D0-8B97-CF8E09C2FD9B}" destId="{B7CDFE56-B9F5-43F0-8363-1AE7718ECE53}" srcOrd="1" destOrd="0" presId="urn:microsoft.com/office/officeart/2005/8/layout/vList6"/>
    <dgm:cxn modelId="{B43647A8-3E65-4D84-A5D3-677049A59457}" type="presParOf" srcId="{CF70B283-FF84-49D0-8B97-CF8E09C2FD9B}" destId="{64B9FDC0-3F6E-48F7-BCA2-A93A4469C317}" srcOrd="2" destOrd="0" presId="urn:microsoft.com/office/officeart/2005/8/layout/vList6"/>
    <dgm:cxn modelId="{8CB744C9-88CE-4117-B3A8-BAE0B7B3D14F}" type="presParOf" srcId="{64B9FDC0-3F6E-48F7-BCA2-A93A4469C317}" destId="{2C856D09-2E43-4DCC-9A39-9B447FCB3CD4}" srcOrd="0" destOrd="0" presId="urn:microsoft.com/office/officeart/2005/8/layout/vList6"/>
    <dgm:cxn modelId="{1A5E4CF2-0004-48C8-85F0-AD1A4B083224}" type="presParOf" srcId="{64B9FDC0-3F6E-48F7-BCA2-A93A4469C317}" destId="{35E68886-8202-4AA6-953F-08D3F46CFFD5}" srcOrd="1" destOrd="0" presId="urn:microsoft.com/office/officeart/2005/8/layout/vList6"/>
    <dgm:cxn modelId="{9ED9902E-DAFE-4453-9759-C6D25F284965}" type="presParOf" srcId="{CF70B283-FF84-49D0-8B97-CF8E09C2FD9B}" destId="{DF07E58C-ED1C-45E8-B056-EED24CA74775}" srcOrd="3" destOrd="0" presId="urn:microsoft.com/office/officeart/2005/8/layout/vList6"/>
    <dgm:cxn modelId="{B20DA140-2CC9-4DB7-939B-5FA4E631D67C}" type="presParOf" srcId="{CF70B283-FF84-49D0-8B97-CF8E09C2FD9B}" destId="{54ECF951-BBFB-4D7C-A381-651A19A09517}" srcOrd="4" destOrd="0" presId="urn:microsoft.com/office/officeart/2005/8/layout/vList6"/>
    <dgm:cxn modelId="{5C87C616-BB4E-448C-8D75-1E08DE619C2F}" type="presParOf" srcId="{54ECF951-BBFB-4D7C-A381-651A19A09517}" destId="{2B3E2B8E-FB26-4878-96DD-9BF605C32C4D}" srcOrd="0" destOrd="0" presId="urn:microsoft.com/office/officeart/2005/8/layout/vList6"/>
    <dgm:cxn modelId="{3DDC06D2-4665-4A68-B6B9-4FA834368C58}" type="presParOf" srcId="{54ECF951-BBFB-4D7C-A381-651A19A09517}" destId="{B8841F0B-B78B-4D3B-83A9-AC8292C0F34A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A0D71-1677-421F-8665-8AB35EAF4030}">
      <dsp:nvSpPr>
        <dsp:cNvPr id="0" name=""/>
        <dsp:cNvSpPr/>
      </dsp:nvSpPr>
      <dsp:spPr>
        <a:xfrm>
          <a:off x="3301999" y="0"/>
          <a:ext cx="4953000" cy="158749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000" kern="1200"/>
            <a:t>Node Two has a longer label</a:t>
          </a:r>
        </a:p>
      </dsp:txBody>
      <dsp:txXfrm>
        <a:off x="3301999" y="198437"/>
        <a:ext cx="4357688" cy="1190625"/>
      </dsp:txXfrm>
    </dsp:sp>
    <dsp:sp modelId="{752BB928-4F1C-4E0B-8544-F1B4667381A9}">
      <dsp:nvSpPr>
        <dsp:cNvPr id="0" name=""/>
        <dsp:cNvSpPr/>
      </dsp:nvSpPr>
      <dsp:spPr>
        <a:xfrm>
          <a:off x="0" y="0"/>
          <a:ext cx="3302000" cy="1587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Node One</a:t>
          </a:r>
        </a:p>
      </dsp:txBody>
      <dsp:txXfrm>
        <a:off x="77495" y="77495"/>
        <a:ext cx="3147010" cy="1432509"/>
      </dsp:txXfrm>
    </dsp:sp>
    <dsp:sp modelId="{35E68886-8202-4AA6-953F-08D3F46CFFD5}">
      <dsp:nvSpPr>
        <dsp:cNvPr id="0" name=""/>
        <dsp:cNvSpPr/>
      </dsp:nvSpPr>
      <dsp:spPr>
        <a:xfrm>
          <a:off x="3301999" y="1746250"/>
          <a:ext cx="4953000" cy="158749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56D09-2E43-4DCC-9A39-9B447FCB3CD4}">
      <dsp:nvSpPr>
        <dsp:cNvPr id="0" name=""/>
        <dsp:cNvSpPr/>
      </dsp:nvSpPr>
      <dsp:spPr>
        <a:xfrm>
          <a:off x="0" y="1746250"/>
          <a:ext cx="3302000" cy="1587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Node Three</a:t>
          </a:r>
        </a:p>
      </dsp:txBody>
      <dsp:txXfrm>
        <a:off x="77495" y="1823745"/>
        <a:ext cx="3147010" cy="1432509"/>
      </dsp:txXfrm>
    </dsp:sp>
    <dsp:sp modelId="{B8841F0B-B78B-4D3B-83A9-AC8292C0F34A}">
      <dsp:nvSpPr>
        <dsp:cNvPr id="0" name=""/>
        <dsp:cNvSpPr/>
      </dsp:nvSpPr>
      <dsp:spPr>
        <a:xfrm>
          <a:off x="3301999" y="3492500"/>
          <a:ext cx="4953000" cy="1587499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000" kern="1200"/>
            <a:t>Node Five</a:t>
          </a:r>
        </a:p>
      </dsp:txBody>
      <dsp:txXfrm>
        <a:off x="3301999" y="3690937"/>
        <a:ext cx="4357688" cy="1190625"/>
      </dsp:txXfrm>
    </dsp:sp>
    <dsp:sp modelId="{2B3E2B8E-FB26-4878-96DD-9BF605C32C4D}">
      <dsp:nvSpPr>
        <dsp:cNvPr id="0" name=""/>
        <dsp:cNvSpPr/>
      </dsp:nvSpPr>
      <dsp:spPr>
        <a:xfrm>
          <a:off x="0" y="3492500"/>
          <a:ext cx="3302000" cy="1587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Node Four</a:t>
          </a:r>
        </a:p>
      </dsp:txBody>
      <dsp:txXfrm>
        <a:off x="77495" y="3569995"/>
        <a:ext cx="3147010" cy="1432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EED8-3AB9-18E6-5A82-D0A590408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48D4A-C017-13CF-A3D0-1228589F5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95696-69B3-ECC0-132A-B92EFE6A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1A6E-19C0-583B-FC73-91BAD15C5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6E34E-EE61-07EB-1E53-14F47E63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91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73F1-494D-5F6C-3FC7-B52EEACB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174AF-E394-8981-372A-C6430AC54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12035-37B7-D69C-F134-E8B4D114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FF3EB-F0E1-36D6-F7A8-A7C4A5D0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2A767-1C5A-5847-DF8D-CA598DB8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7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F66B-6E9D-3CBE-F680-0B91FCD8E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439D5-1085-943F-F83F-AA2599977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DEC27-0068-D474-EFAF-B2FBFD0C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5CD82-5DDA-668D-C6BA-56024DDE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BC40E-E7A0-5D10-C408-85FC722D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6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C151-10A5-18FB-1694-D9FD133C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B4924-366D-F088-504A-BDE42DAB9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0A7B8-5FEE-D7D6-0700-0553128B1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2DDDC-F131-0E1E-1F89-3139340B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C6B83-0951-34CB-465F-8A9A64A0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4FE40-08AD-41C3-6E3D-A896307D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1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6CFB-45E5-ADF3-D210-364065F7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CCA4F-DD20-0DEA-A5E9-8E36DA001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8E189-C73D-5CC9-E60C-1E1E1E58C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1D0CD2-8EDB-6929-720C-68F9D9B6F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91966-B169-EC11-D3EA-575EFD8DB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E599B6-3845-A6E7-6051-0D7024536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7304F-89C9-3DAE-843D-0A8DF183A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39FDD-4DB3-346C-19CC-77A862BD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6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A155-58B9-9F42-7144-B28DD4C9B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547D3-AAEC-BC93-FD47-5A0C5C56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58B79-903F-3A06-DBD6-E71D2AAE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BEC3F-0899-7AAA-83F4-9751C2CE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7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EA878-08E1-6A23-377D-C4C4878F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89A42-D24E-30FA-D091-A45C9BF14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E7A71-F92A-2449-37A4-0C93E441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7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7EB2C-F305-5380-84E9-225B3F624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8A184-02A7-4955-62FD-5494A0003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7A3EB-B7BD-A950-D0D8-DF2A003C0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B47FC-5EC5-9AF6-55C5-7773B575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30810-9A03-9DE9-17B9-A92D4A3C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FEB55-F46C-E3B1-D7E6-14722C3D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84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7FFF-6764-B963-2D9F-A295ABBE7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D8F6-E717-9F93-034E-E10E1A33D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D0285-0A27-40CD-EBA2-268504F77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C6204-EAD3-F043-A858-CD58367B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C8D04-F79F-912C-00CC-37CA5D24D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86686-32FF-4FA0-9696-4A9B3231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5B20-9BA6-7DC9-08ED-BB5E120E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B94AE-E79E-4736-4FD3-6A4730346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3E6F6-EFC0-4D4A-3C8A-38A84A77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B95CE-B8DA-0EEB-2536-DD957D87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021EC-FDA3-A2E0-67CF-2292C95F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0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4ED63-F141-63FD-0ABB-1F7E9A4F2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312F2-95CA-3212-0FA1-CD2C59B99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D6564-158D-BC41-F595-7AC41A50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D4E39-A088-562D-FC9D-AB8C57A1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5867C-964B-7481-3628-2FCE9E40D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6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E1C474-39DD-4B34-4BDB-D3173441D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E9038-6644-5C1F-701C-F4649A0D6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17117-7AD1-97F2-615D-0AF6D63F4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9C9BF-98E6-47FD-A59C-69DBC6C0BA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27468-8F50-7849-C4C7-EF6E9D714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4733F-CC93-6DB5-7409-251BFA791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D3D7A-5BD8-4A9B-8B86-36046C71B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6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A2FBE0F-5B7B-4482-FBF2-09297A4E21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361966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1063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2026-09-06T08:13:02Z</dcterms:created>
  <dcterms:modified xsi:type="dcterms:W3CDTF">2026-09-06T08:13:02Z</dcterms:modified>
</cp:coreProperties>
</file>