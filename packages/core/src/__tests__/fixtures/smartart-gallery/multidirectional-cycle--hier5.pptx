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3E8BA0-2D5E-4201-A70B-AAD2EA0B73F9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021723-5C6B-4395-B45F-9CFED2B9355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7EC4EF6-C154-49BD-8367-BD2287A15527}" type="parTrans" cxnId="{210C5944-2EAE-4E0A-9D00-4F7CC44B0504}">
      <dgm:prSet/>
      <dgm:spPr/>
    </dgm:pt>
    <dgm:pt modelId="{34E7F597-F7BE-4889-90BC-03AF61961733}" type="sibTrans" cxnId="{210C5944-2EAE-4E0A-9D00-4F7CC44B0504}">
      <dgm:prSet/>
      <dgm:spPr/>
      <dgm:t>
        <a:bodyPr/>
        <a:lstStyle/>
        <a:p>
          <a:endParaRPr lang="en-US"/>
        </a:p>
      </dgm:t>
    </dgm:pt>
    <dgm:pt modelId="{3D156B90-BF11-4884-A2CB-EC4668D110A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870BC94-E603-4F96-A7BA-A4DA9EC6E84F}" type="parTrans" cxnId="{4FA9D036-3BBE-4FA8-8E42-84849C6571AA}">
      <dgm:prSet/>
      <dgm:spPr/>
    </dgm:pt>
    <dgm:pt modelId="{F906213E-1441-4630-A314-4945DBC1916A}" type="sibTrans" cxnId="{4FA9D036-3BBE-4FA8-8E42-84849C6571AA}">
      <dgm:prSet/>
      <dgm:spPr/>
      <dgm:t>
        <a:bodyPr/>
        <a:lstStyle/>
        <a:p>
          <a:endParaRPr lang="en-US"/>
        </a:p>
      </dgm:t>
    </dgm:pt>
    <dgm:pt modelId="{32F89E14-A22E-467A-A50B-14AF7BA1ED0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20E8C87-B991-478E-B982-B8308F7C4116}" type="parTrans" cxnId="{04BD1543-B754-4596-BB4E-7353804796C3}">
      <dgm:prSet/>
      <dgm:spPr/>
    </dgm:pt>
    <dgm:pt modelId="{9739FC49-3FF0-4C7F-850E-D711CAA0FC5D}" type="sibTrans" cxnId="{04BD1543-B754-4596-BB4E-7353804796C3}">
      <dgm:prSet/>
      <dgm:spPr/>
      <dgm:t>
        <a:bodyPr/>
        <a:lstStyle/>
        <a:p>
          <a:endParaRPr lang="en-US"/>
        </a:p>
      </dgm:t>
    </dgm:pt>
    <dgm:pt modelId="{8F743B00-E074-45C7-90A9-332F406D109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9C5EBCE-319D-4999-9198-1B4815B26322}" type="parTrans" cxnId="{8B00B60E-5821-4E0C-90AA-EB55E7F5F0F7}">
      <dgm:prSet/>
      <dgm:spPr/>
    </dgm:pt>
    <dgm:pt modelId="{C2DF0B1A-E5A7-4075-B419-BCE24C49D79E}" type="sibTrans" cxnId="{8B00B60E-5821-4E0C-90AA-EB55E7F5F0F7}">
      <dgm:prSet/>
      <dgm:spPr/>
      <dgm:t>
        <a:bodyPr/>
        <a:lstStyle/>
        <a:p>
          <a:endParaRPr lang="en-US"/>
        </a:p>
      </dgm:t>
    </dgm:pt>
    <dgm:pt modelId="{EE3C68BA-C334-42C6-9175-F0309FBCF77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297B1EA-0F75-4B12-BA3C-983ECB5EC027}" type="parTrans" cxnId="{84855730-B852-4A20-964A-BB582D9ED417}">
      <dgm:prSet/>
      <dgm:spPr/>
    </dgm:pt>
    <dgm:pt modelId="{E0DB30B7-50F4-4F5C-AF9C-C584E7586FC9}" type="sibTrans" cxnId="{84855730-B852-4A20-964A-BB582D9ED417}">
      <dgm:prSet/>
      <dgm:spPr/>
      <dgm:t>
        <a:bodyPr/>
        <a:lstStyle/>
        <a:p>
          <a:endParaRPr lang="en-US"/>
        </a:p>
      </dgm:t>
    </dgm:pt>
    <dgm:pt modelId="{42007850-1C6A-495D-8A20-4E99B2E95D86}" type="pres">
      <dgm:prSet presAssocID="{3D3E8BA0-2D5E-4201-A70B-AAD2EA0B73F9}" presName="Name0" presStyleCnt="0">
        <dgm:presLayoutVars>
          <dgm:dir/>
          <dgm:resizeHandles val="exact"/>
        </dgm:presLayoutVars>
      </dgm:prSet>
      <dgm:spPr/>
    </dgm:pt>
    <dgm:pt modelId="{2C6B28E4-1E00-4785-9456-F13B7ADEBBF5}" type="pres">
      <dgm:prSet presAssocID="{A9021723-5C6B-4395-B45F-9CFED2B9355B}" presName="node" presStyleLbl="node1" presStyleIdx="0" presStyleCnt="3">
        <dgm:presLayoutVars>
          <dgm:bulletEnabled val="1"/>
        </dgm:presLayoutVars>
      </dgm:prSet>
      <dgm:spPr/>
    </dgm:pt>
    <dgm:pt modelId="{9E15F0E1-51FD-49A3-8FF5-3AE5A8DF23C8}" type="pres">
      <dgm:prSet presAssocID="{34E7F597-F7BE-4889-90BC-03AF61961733}" presName="sibTrans" presStyleLbl="sibTrans2D1" presStyleIdx="0" presStyleCnt="3"/>
      <dgm:spPr/>
    </dgm:pt>
    <dgm:pt modelId="{1C45B311-CA6A-41F0-BD54-E92E7F2A5DDF}" type="pres">
      <dgm:prSet presAssocID="{34E7F597-F7BE-4889-90BC-03AF61961733}" presName="connectorText" presStyleLbl="sibTrans2D1" presStyleIdx="0" presStyleCnt="3"/>
      <dgm:spPr/>
    </dgm:pt>
    <dgm:pt modelId="{5EB448D0-BB6D-43C1-A339-59FE27FE5EEE}" type="pres">
      <dgm:prSet presAssocID="{32F89E14-A22E-467A-A50B-14AF7BA1ED0A}" presName="node" presStyleLbl="node1" presStyleIdx="1" presStyleCnt="3">
        <dgm:presLayoutVars>
          <dgm:bulletEnabled val="1"/>
        </dgm:presLayoutVars>
      </dgm:prSet>
      <dgm:spPr/>
    </dgm:pt>
    <dgm:pt modelId="{5C6BC0C0-E26F-4EC4-8C51-B5C3FE5CEA46}" type="pres">
      <dgm:prSet presAssocID="{9739FC49-3FF0-4C7F-850E-D711CAA0FC5D}" presName="sibTrans" presStyleLbl="sibTrans2D1" presStyleIdx="1" presStyleCnt="3"/>
      <dgm:spPr/>
    </dgm:pt>
    <dgm:pt modelId="{6136ED8F-DCFB-4E53-9797-D87D4642BCA6}" type="pres">
      <dgm:prSet presAssocID="{9739FC49-3FF0-4C7F-850E-D711CAA0FC5D}" presName="connectorText" presStyleLbl="sibTrans2D1" presStyleIdx="1" presStyleCnt="3"/>
      <dgm:spPr/>
    </dgm:pt>
    <dgm:pt modelId="{CBB35BA7-D923-4581-A033-CD0C99909296}" type="pres">
      <dgm:prSet presAssocID="{8F743B00-E074-45C7-90A9-332F406D109B}" presName="node" presStyleLbl="node1" presStyleIdx="2" presStyleCnt="3">
        <dgm:presLayoutVars>
          <dgm:bulletEnabled val="1"/>
        </dgm:presLayoutVars>
      </dgm:prSet>
      <dgm:spPr/>
    </dgm:pt>
    <dgm:pt modelId="{456D647A-B14D-4195-BE89-FF01C701FA0F}" type="pres">
      <dgm:prSet presAssocID="{C2DF0B1A-E5A7-4075-B419-BCE24C49D79E}" presName="sibTrans" presStyleLbl="sibTrans2D1" presStyleIdx="2" presStyleCnt="3"/>
      <dgm:spPr/>
    </dgm:pt>
    <dgm:pt modelId="{E47D7BE1-75DB-4D72-BA30-E0C36F032AAA}" type="pres">
      <dgm:prSet presAssocID="{C2DF0B1A-E5A7-4075-B419-BCE24C49D79E}" presName="connectorText" presStyleLbl="sibTrans2D1" presStyleIdx="2" presStyleCnt="3"/>
      <dgm:spPr/>
    </dgm:pt>
  </dgm:ptLst>
  <dgm:cxnLst>
    <dgm:cxn modelId="{1B4B3205-BA67-44C1-B2D6-1A173DA85C8E}" type="presOf" srcId="{9739FC49-3FF0-4C7F-850E-D711CAA0FC5D}" destId="{5C6BC0C0-E26F-4EC4-8C51-B5C3FE5CEA46}" srcOrd="0" destOrd="0" presId="urn:microsoft.com/office/officeart/2005/8/layout/cycle7"/>
    <dgm:cxn modelId="{8B00B60E-5821-4E0C-90AA-EB55E7F5F0F7}" srcId="{3D3E8BA0-2D5E-4201-A70B-AAD2EA0B73F9}" destId="{8F743B00-E074-45C7-90A9-332F406D109B}" srcOrd="2" destOrd="0" parTransId="{99C5EBCE-319D-4999-9198-1B4815B26322}" sibTransId="{C2DF0B1A-E5A7-4075-B419-BCE24C49D79E}"/>
    <dgm:cxn modelId="{84855730-B852-4A20-964A-BB582D9ED417}" srcId="{8F743B00-E074-45C7-90A9-332F406D109B}" destId="{EE3C68BA-C334-42C6-9175-F0309FBCF77C}" srcOrd="0" destOrd="0" parTransId="{3297B1EA-0F75-4B12-BA3C-983ECB5EC027}" sibTransId="{E0DB30B7-50F4-4F5C-AF9C-C584E7586FC9}"/>
    <dgm:cxn modelId="{4ABB6332-0C60-4313-B17A-4EA95A9C2AD9}" type="presOf" srcId="{34E7F597-F7BE-4889-90BC-03AF61961733}" destId="{9E15F0E1-51FD-49A3-8FF5-3AE5A8DF23C8}" srcOrd="0" destOrd="0" presId="urn:microsoft.com/office/officeart/2005/8/layout/cycle7"/>
    <dgm:cxn modelId="{4FA9D036-3BBE-4FA8-8E42-84849C6571AA}" srcId="{A9021723-5C6B-4395-B45F-9CFED2B9355B}" destId="{3D156B90-BF11-4884-A2CB-EC4668D110AB}" srcOrd="0" destOrd="0" parTransId="{D870BC94-E603-4F96-A7BA-A4DA9EC6E84F}" sibTransId="{F906213E-1441-4630-A314-4945DBC1916A}"/>
    <dgm:cxn modelId="{04BD1543-B754-4596-BB4E-7353804796C3}" srcId="{3D3E8BA0-2D5E-4201-A70B-AAD2EA0B73F9}" destId="{32F89E14-A22E-467A-A50B-14AF7BA1ED0A}" srcOrd="1" destOrd="0" parTransId="{E20E8C87-B991-478E-B982-B8308F7C4116}" sibTransId="{9739FC49-3FF0-4C7F-850E-D711CAA0FC5D}"/>
    <dgm:cxn modelId="{ADC36143-D536-4FA0-995A-667AC2130E0C}" type="presOf" srcId="{3D156B90-BF11-4884-A2CB-EC4668D110AB}" destId="{2C6B28E4-1E00-4785-9456-F13B7ADEBBF5}" srcOrd="0" destOrd="1" presId="urn:microsoft.com/office/officeart/2005/8/layout/cycle7"/>
    <dgm:cxn modelId="{210C5944-2EAE-4E0A-9D00-4F7CC44B0504}" srcId="{3D3E8BA0-2D5E-4201-A70B-AAD2EA0B73F9}" destId="{A9021723-5C6B-4395-B45F-9CFED2B9355B}" srcOrd="0" destOrd="0" parTransId="{B7EC4EF6-C154-49BD-8367-BD2287A15527}" sibTransId="{34E7F597-F7BE-4889-90BC-03AF61961733}"/>
    <dgm:cxn modelId="{0A53FE85-E1B1-4833-A2C9-AD28DD90B593}" type="presOf" srcId="{9739FC49-3FF0-4C7F-850E-D711CAA0FC5D}" destId="{6136ED8F-DCFB-4E53-9797-D87D4642BCA6}" srcOrd="1" destOrd="0" presId="urn:microsoft.com/office/officeart/2005/8/layout/cycle7"/>
    <dgm:cxn modelId="{CE47ADB9-CAB7-4DC4-AD69-623D15EE0C20}" type="presOf" srcId="{8F743B00-E074-45C7-90A9-332F406D109B}" destId="{CBB35BA7-D923-4581-A033-CD0C99909296}" srcOrd="0" destOrd="0" presId="urn:microsoft.com/office/officeart/2005/8/layout/cycle7"/>
    <dgm:cxn modelId="{F0DD92CD-0889-42B2-AF40-EE92421E2871}" type="presOf" srcId="{C2DF0B1A-E5A7-4075-B419-BCE24C49D79E}" destId="{E47D7BE1-75DB-4D72-BA30-E0C36F032AAA}" srcOrd="1" destOrd="0" presId="urn:microsoft.com/office/officeart/2005/8/layout/cycle7"/>
    <dgm:cxn modelId="{2AB40DD0-D782-47AF-8D33-69370B383EB5}" type="presOf" srcId="{3D3E8BA0-2D5E-4201-A70B-AAD2EA0B73F9}" destId="{42007850-1C6A-495D-8A20-4E99B2E95D86}" srcOrd="0" destOrd="0" presId="urn:microsoft.com/office/officeart/2005/8/layout/cycle7"/>
    <dgm:cxn modelId="{EFA273D0-0F0B-4AE5-B583-1B3DC8FA5755}" type="presOf" srcId="{C2DF0B1A-E5A7-4075-B419-BCE24C49D79E}" destId="{456D647A-B14D-4195-BE89-FF01C701FA0F}" srcOrd="0" destOrd="0" presId="urn:microsoft.com/office/officeart/2005/8/layout/cycle7"/>
    <dgm:cxn modelId="{55018FD7-CBA8-46B9-A74C-8BA1CC8D6AF8}" type="presOf" srcId="{EE3C68BA-C334-42C6-9175-F0309FBCF77C}" destId="{CBB35BA7-D923-4581-A033-CD0C99909296}" srcOrd="0" destOrd="1" presId="urn:microsoft.com/office/officeart/2005/8/layout/cycle7"/>
    <dgm:cxn modelId="{93F6C6D8-6F9A-450C-8970-CA8D267B8307}" type="presOf" srcId="{32F89E14-A22E-467A-A50B-14AF7BA1ED0A}" destId="{5EB448D0-BB6D-43C1-A339-59FE27FE5EEE}" srcOrd="0" destOrd="0" presId="urn:microsoft.com/office/officeart/2005/8/layout/cycle7"/>
    <dgm:cxn modelId="{167F02F6-4AA3-4D3C-BD30-FCA2DF3A230D}" type="presOf" srcId="{A9021723-5C6B-4395-B45F-9CFED2B9355B}" destId="{2C6B28E4-1E00-4785-9456-F13B7ADEBBF5}" srcOrd="0" destOrd="0" presId="urn:microsoft.com/office/officeart/2005/8/layout/cycle7"/>
    <dgm:cxn modelId="{7F11BEFC-AEA3-4FE6-A6AC-87BA0278867D}" type="presOf" srcId="{34E7F597-F7BE-4889-90BC-03AF61961733}" destId="{1C45B311-CA6A-41F0-BD54-E92E7F2A5DDF}" srcOrd="1" destOrd="0" presId="urn:microsoft.com/office/officeart/2005/8/layout/cycle7"/>
    <dgm:cxn modelId="{4F648396-B860-4AEB-A674-9C16994ECBA1}" type="presParOf" srcId="{42007850-1C6A-495D-8A20-4E99B2E95D86}" destId="{2C6B28E4-1E00-4785-9456-F13B7ADEBBF5}" srcOrd="0" destOrd="0" presId="urn:microsoft.com/office/officeart/2005/8/layout/cycle7"/>
    <dgm:cxn modelId="{1432DCD1-D97C-40D7-A179-4888FBD40CEC}" type="presParOf" srcId="{42007850-1C6A-495D-8A20-4E99B2E95D86}" destId="{9E15F0E1-51FD-49A3-8FF5-3AE5A8DF23C8}" srcOrd="1" destOrd="0" presId="urn:microsoft.com/office/officeart/2005/8/layout/cycle7"/>
    <dgm:cxn modelId="{FE31582C-21E6-42BD-82FB-65814EB6BC23}" type="presParOf" srcId="{9E15F0E1-51FD-49A3-8FF5-3AE5A8DF23C8}" destId="{1C45B311-CA6A-41F0-BD54-E92E7F2A5DDF}" srcOrd="0" destOrd="0" presId="urn:microsoft.com/office/officeart/2005/8/layout/cycle7"/>
    <dgm:cxn modelId="{F9A74F47-AE02-407D-B61F-AD521D7D1EFF}" type="presParOf" srcId="{42007850-1C6A-495D-8A20-4E99B2E95D86}" destId="{5EB448D0-BB6D-43C1-A339-59FE27FE5EEE}" srcOrd="2" destOrd="0" presId="urn:microsoft.com/office/officeart/2005/8/layout/cycle7"/>
    <dgm:cxn modelId="{5E9E40FB-DCDE-49A0-8883-7C49DF35B74B}" type="presParOf" srcId="{42007850-1C6A-495D-8A20-4E99B2E95D86}" destId="{5C6BC0C0-E26F-4EC4-8C51-B5C3FE5CEA46}" srcOrd="3" destOrd="0" presId="urn:microsoft.com/office/officeart/2005/8/layout/cycle7"/>
    <dgm:cxn modelId="{41A6C1E2-C6A0-4B8C-8CAE-7ECF43176167}" type="presParOf" srcId="{5C6BC0C0-E26F-4EC4-8C51-B5C3FE5CEA46}" destId="{6136ED8F-DCFB-4E53-9797-D87D4642BCA6}" srcOrd="0" destOrd="0" presId="urn:microsoft.com/office/officeart/2005/8/layout/cycle7"/>
    <dgm:cxn modelId="{E736A52C-83CE-4322-A9B0-CF18B27E7FD3}" type="presParOf" srcId="{42007850-1C6A-495D-8A20-4E99B2E95D86}" destId="{CBB35BA7-D923-4581-A033-CD0C99909296}" srcOrd="4" destOrd="0" presId="urn:microsoft.com/office/officeart/2005/8/layout/cycle7"/>
    <dgm:cxn modelId="{FF4758F5-6F3C-4D5F-A3BE-9BBA3DF689C5}" type="presParOf" srcId="{42007850-1C6A-495D-8A20-4E99B2E95D86}" destId="{456D647A-B14D-4195-BE89-FF01C701FA0F}" srcOrd="5" destOrd="0" presId="urn:microsoft.com/office/officeart/2005/8/layout/cycle7"/>
    <dgm:cxn modelId="{B041ED18-6E8F-4B3B-9417-3FB4F9646EC7}" type="presParOf" srcId="{456D647A-B14D-4195-BE89-FF01C701FA0F}" destId="{E47D7BE1-75DB-4D72-BA30-E0C36F032AA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8E4-1E00-4785-9456-F13B7ADEBBF5}">
      <dsp:nvSpPr>
        <dsp:cNvPr id="0" name=""/>
        <dsp:cNvSpPr/>
      </dsp:nvSpPr>
      <dsp:spPr>
        <a:xfrm>
          <a:off x="2811456" y="1052"/>
          <a:ext cx="2632087" cy="1316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One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Node Two has a longer label</a:t>
          </a:r>
        </a:p>
      </dsp:txBody>
      <dsp:txXfrm>
        <a:off x="2850002" y="39598"/>
        <a:ext cx="2554995" cy="1238951"/>
      </dsp:txXfrm>
    </dsp:sp>
    <dsp:sp modelId="{9E15F0E1-51FD-49A3-8FF5-3AE5A8DF23C8}">
      <dsp:nvSpPr>
        <dsp:cNvPr id="0" name=""/>
        <dsp:cNvSpPr/>
      </dsp:nvSpPr>
      <dsp:spPr>
        <a:xfrm rot="3600000">
          <a:off x="4528763" y="2309692"/>
          <a:ext cx="1369380" cy="4606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666948" y="2401815"/>
        <a:ext cx="1093011" cy="276369"/>
      </dsp:txXfrm>
    </dsp:sp>
    <dsp:sp modelId="{5EB448D0-BB6D-43C1-A339-59FE27FE5EEE}">
      <dsp:nvSpPr>
        <dsp:cNvPr id="0" name=""/>
        <dsp:cNvSpPr/>
      </dsp:nvSpPr>
      <dsp:spPr>
        <a:xfrm>
          <a:off x="4983362" y="3762904"/>
          <a:ext cx="2632087" cy="1316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Three</a:t>
          </a:r>
        </a:p>
      </dsp:txBody>
      <dsp:txXfrm>
        <a:off x="5021908" y="3801450"/>
        <a:ext cx="2554995" cy="1238951"/>
      </dsp:txXfrm>
    </dsp:sp>
    <dsp:sp modelId="{5C6BC0C0-E26F-4EC4-8C51-B5C3FE5CEA46}">
      <dsp:nvSpPr>
        <dsp:cNvPr id="0" name=""/>
        <dsp:cNvSpPr/>
      </dsp:nvSpPr>
      <dsp:spPr>
        <a:xfrm rot="10800000">
          <a:off x="3442809" y="4190618"/>
          <a:ext cx="1369380" cy="4606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580993" y="4282741"/>
        <a:ext cx="1093011" cy="276369"/>
      </dsp:txXfrm>
    </dsp:sp>
    <dsp:sp modelId="{CBB35BA7-D923-4581-A033-CD0C99909296}">
      <dsp:nvSpPr>
        <dsp:cNvPr id="0" name=""/>
        <dsp:cNvSpPr/>
      </dsp:nvSpPr>
      <dsp:spPr>
        <a:xfrm>
          <a:off x="639550" y="3762904"/>
          <a:ext cx="2632087" cy="1316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Four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Node Five</a:t>
          </a:r>
        </a:p>
      </dsp:txBody>
      <dsp:txXfrm>
        <a:off x="678096" y="3801450"/>
        <a:ext cx="2554995" cy="1238951"/>
      </dsp:txXfrm>
    </dsp:sp>
    <dsp:sp modelId="{456D647A-B14D-4195-BE89-FF01C701FA0F}">
      <dsp:nvSpPr>
        <dsp:cNvPr id="0" name=""/>
        <dsp:cNvSpPr/>
      </dsp:nvSpPr>
      <dsp:spPr>
        <a:xfrm rot="18000000">
          <a:off x="2356856" y="2309692"/>
          <a:ext cx="1369380" cy="4606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495041" y="2401815"/>
        <a:ext cx="1093011" cy="276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CD75-37F5-C80A-14C8-E27EFCA7F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22134-843E-69A2-FD75-D41117233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A7405-9D64-F02D-EEEF-9E037846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2F5E6-7C2E-49BA-94BF-E2AE7515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F2AC-20BC-65B6-6717-9AD7F932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5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C3A8-29D2-D519-D572-6A558AAF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ABC9-6686-BD87-8DF6-E29183E05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610F-914A-316C-1E46-904F740C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6FEC3-0C67-84F4-F5CC-D347CCED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8B78-AEF9-7BFC-CD3F-3E79BED9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F323-B185-ED67-091C-CEEB275E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DE160-6C39-4FCD-83A7-D1DF126D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CEBD8-6C6F-6D60-D91E-89D21718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6B63-75A1-6435-F256-5DA46DC2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0613F-D75B-6F81-EAD9-DB07B425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5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B929-60A9-6D4A-DE16-6745255B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C3AF-A183-CB80-E8ED-E4BF3BB4E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E55D6-9941-1983-9018-461137926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53DC5-E0F2-4274-A1B0-0516BB24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2A5F6-61BF-AF72-D525-8BB33CC7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8235-1B87-BE3D-E7CE-DE6F87E6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4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38D5-15A9-4C96-1C14-4EC65342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6C44-FC2C-D7F0-43A2-72B6AAF50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DF754-8B81-6FB1-E195-169875F3C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A525D9-63C3-774B-CFD6-5E31546D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CE81C-EF0D-677B-112D-DC3902F4D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ECFEE-B0EB-B583-07A4-F581C57B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E5F489-C2E0-CE7D-FABF-1C56A0A8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0E0C6-10D0-F4FD-2744-C02761E4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0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D73B-01B2-EB04-95D8-4BCA535F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E664C-D342-17FC-6928-F4A5F5A7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3AA11-BA3D-1C48-4673-59DA638D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1209B-DBB1-1BD5-52B5-381FB0DF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1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E1363-42CE-FD4B-2204-EC0BEB07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472A0-3857-77E9-2CDB-FA999F00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F3D76-EEDA-C10A-1C8D-36214A2E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1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1F8C-0F2C-340F-0529-92B26A5E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BA7F-C712-151D-541E-D875E574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2041E-B4F6-75D8-5744-5BD18DBD4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C922D-B9FA-3D59-1C43-DDF8813D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26AFB-A5D0-1DD2-EF2B-227D1728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9EC1C-983D-9A4D-927F-7AAFCC27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9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353B-977E-B0A5-47E5-FDA7BD770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1DAA3-2D72-36E7-CCB9-0DA88A3D6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08334-4651-7E46-E6F0-F76A905A2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6EB58-F98D-6116-F0C6-C1320167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D8F46-8E3C-1609-94BB-68E41EE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940E1-BCA5-6049-BB32-381CF9E4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0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AB70-4AE8-AB06-0997-8D67D84A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66C15-E7F7-C4EC-9079-BB5F01A6B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6444-C8B0-7A80-3F0F-E4BD3EBC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623D7-6FCA-6F0D-D5B2-B72328E9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F69E-79B6-CA65-FDF0-88F244DA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86128-E946-4730-D000-083F2CDB4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B7618-3FFC-92EE-29C1-1FFC7ADD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8A60-0FC2-8A75-D3D9-3B264FDAA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55D9-1267-2852-33B3-832EE67F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58408-AD5F-04AF-2E43-3814FF52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7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E2E71-8546-6055-4EA1-DD264387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FF3B-F872-AF82-46A7-5ED57E269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C56BD-D55B-E8BE-467B-249D469EF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25B16-08C8-4A99-ABF2-FDDA2A62378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2F59-F781-A6CE-E13D-8316E5798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5E6DE-6AD6-1B5B-71B5-B8C054778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2529B-A4F8-45D7-925F-C2A3D353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8DF27F0-31BB-C656-6937-09F465957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8510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553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2026-09-06T08:14:10Z</dcterms:created>
  <dcterms:modified xsi:type="dcterms:W3CDTF">2026-09-06T08:14:10Z</dcterms:modified>
</cp:coreProperties>
</file>