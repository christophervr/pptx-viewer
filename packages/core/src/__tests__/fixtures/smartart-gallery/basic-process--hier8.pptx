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028E29-AE88-4339-A6BF-C1AF88E49F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FD69507-4577-4DF9-B959-A72DAA25BCBB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16068111-4ACE-41C1-BF5C-9B34C9517F70}" type="parTrans" cxnId="{A424D27D-7447-469F-A9E3-0DFFFDBA20D2}">
      <dgm:prSet/>
      <dgm:spPr/>
    </dgm:pt>
    <dgm:pt modelId="{9E698EBD-2A25-4920-8F2C-B0B27234CD0D}" type="sibTrans" cxnId="{A424D27D-7447-469F-A9E3-0DFFFDBA20D2}">
      <dgm:prSet/>
      <dgm:spPr/>
      <dgm:t>
        <a:bodyPr/>
        <a:lstStyle/>
        <a:p>
          <a:endParaRPr lang="en-US"/>
        </a:p>
      </dgm:t>
    </dgm:pt>
    <dgm:pt modelId="{41AF1983-4B4B-4107-80E0-443D32E1515C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1F6294DB-A9C3-4830-9562-F13CF2E2D360}" type="parTrans" cxnId="{4BBC6C0D-8306-47F8-8DCC-E2E93B9A3027}">
      <dgm:prSet/>
      <dgm:spPr/>
    </dgm:pt>
    <dgm:pt modelId="{70A64736-E8E6-4C84-BC0B-AD9B87874E2A}" type="sibTrans" cxnId="{4BBC6C0D-8306-47F8-8DCC-E2E93B9A3027}">
      <dgm:prSet/>
      <dgm:spPr/>
      <dgm:t>
        <a:bodyPr/>
        <a:lstStyle/>
        <a:p>
          <a:endParaRPr lang="en-US"/>
        </a:p>
      </dgm:t>
    </dgm:pt>
    <dgm:pt modelId="{5E4AA72B-A236-4B32-A702-3734C3A84A78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60FC5246-E10F-4FB4-936B-1FBE5A58F455}" type="parTrans" cxnId="{6EC7B716-F663-48D9-B690-458A1818C14F}">
      <dgm:prSet/>
      <dgm:spPr/>
    </dgm:pt>
    <dgm:pt modelId="{24A26DBA-A3CC-4873-92B0-90877EB653F8}" type="sibTrans" cxnId="{6EC7B716-F663-48D9-B690-458A1818C14F}">
      <dgm:prSet/>
      <dgm:spPr/>
      <dgm:t>
        <a:bodyPr/>
        <a:lstStyle/>
        <a:p>
          <a:endParaRPr lang="en-US"/>
        </a:p>
      </dgm:t>
    </dgm:pt>
    <dgm:pt modelId="{8474AF46-CA9C-42E4-AA60-54ACBFBA86E2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486B6440-ADCC-4426-BC73-905811152C1D}" type="parTrans" cxnId="{56AA83A4-9756-4A16-8947-A51E990A663E}">
      <dgm:prSet/>
      <dgm:spPr/>
    </dgm:pt>
    <dgm:pt modelId="{96B85BBF-201D-458B-AAD5-339F716AAEFA}" type="sibTrans" cxnId="{56AA83A4-9756-4A16-8947-A51E990A663E}">
      <dgm:prSet/>
      <dgm:spPr/>
      <dgm:t>
        <a:bodyPr/>
        <a:lstStyle/>
        <a:p>
          <a:endParaRPr lang="en-US"/>
        </a:p>
      </dgm:t>
    </dgm:pt>
    <dgm:pt modelId="{397D020A-FA8E-480E-8210-DA2B24939B7D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65B604EF-295E-4271-A0CE-344B072D297D}" type="parTrans" cxnId="{2F3598CE-EE46-4429-8AEB-1C63432F9FFA}">
      <dgm:prSet/>
      <dgm:spPr/>
    </dgm:pt>
    <dgm:pt modelId="{ED1FB23C-274A-4C7D-8640-AC08384E5C9D}" type="sibTrans" cxnId="{2F3598CE-EE46-4429-8AEB-1C63432F9FFA}">
      <dgm:prSet/>
      <dgm:spPr/>
      <dgm:t>
        <a:bodyPr/>
        <a:lstStyle/>
        <a:p>
          <a:endParaRPr lang="en-US"/>
        </a:p>
      </dgm:t>
    </dgm:pt>
    <dgm:pt modelId="{EBDEE8C5-A877-4442-AE13-4A3192DA3607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02FF2585-F304-47A7-A0EA-EA929C3FB04C}" type="parTrans" cxnId="{BBEC2FDD-5F06-427D-B10E-74E78093C8D9}">
      <dgm:prSet/>
      <dgm:spPr/>
    </dgm:pt>
    <dgm:pt modelId="{A88521A7-C27D-4B59-8FD2-72D78EB7E535}" type="sibTrans" cxnId="{BBEC2FDD-5F06-427D-B10E-74E78093C8D9}">
      <dgm:prSet/>
      <dgm:spPr/>
      <dgm:t>
        <a:bodyPr/>
        <a:lstStyle/>
        <a:p>
          <a:endParaRPr lang="en-US"/>
        </a:p>
      </dgm:t>
    </dgm:pt>
    <dgm:pt modelId="{29EB383F-8D8B-4793-811F-974F2A9AC60C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7226F6BF-4874-458F-BFCE-44439B1B3D6C}" type="parTrans" cxnId="{6D33F4AC-7629-4060-B957-1316CEDFBC2E}">
      <dgm:prSet/>
      <dgm:spPr/>
    </dgm:pt>
    <dgm:pt modelId="{B4F15C66-22E4-49AB-AF11-FC33884EAE00}" type="sibTrans" cxnId="{6D33F4AC-7629-4060-B957-1316CEDFBC2E}">
      <dgm:prSet/>
      <dgm:spPr/>
      <dgm:t>
        <a:bodyPr/>
        <a:lstStyle/>
        <a:p>
          <a:endParaRPr lang="en-US"/>
        </a:p>
      </dgm:t>
    </dgm:pt>
    <dgm:pt modelId="{B4CE3A9E-F2AE-41A6-98A5-AABA752EB9AF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02F2F518-CFA1-4B2A-B34C-93E0F9B6B237}" type="parTrans" cxnId="{15FD99E6-64FC-4070-A64A-0B4F25D235AC}">
      <dgm:prSet/>
      <dgm:spPr/>
    </dgm:pt>
    <dgm:pt modelId="{49C9BC45-73C0-40D4-97BB-1E6D4E547FB4}" type="sibTrans" cxnId="{15FD99E6-64FC-4070-A64A-0B4F25D235AC}">
      <dgm:prSet/>
      <dgm:spPr/>
    </dgm:pt>
    <dgm:pt modelId="{9CE1830D-30B1-470F-906A-A9D3310EA277}" type="pres">
      <dgm:prSet presAssocID="{F6028E29-AE88-4339-A6BF-C1AF88E49F68}" presName="Name0" presStyleCnt="0">
        <dgm:presLayoutVars>
          <dgm:dir/>
          <dgm:resizeHandles val="exact"/>
        </dgm:presLayoutVars>
      </dgm:prSet>
      <dgm:spPr/>
    </dgm:pt>
    <dgm:pt modelId="{0361923E-A569-4E27-8EDA-AAA6ACF90563}" type="pres">
      <dgm:prSet presAssocID="{4FD69507-4577-4DF9-B959-A72DAA25BCBB}" presName="node" presStyleLbl="node1" presStyleIdx="0" presStyleCnt="3">
        <dgm:presLayoutVars>
          <dgm:bulletEnabled val="1"/>
        </dgm:presLayoutVars>
      </dgm:prSet>
      <dgm:spPr/>
    </dgm:pt>
    <dgm:pt modelId="{ED5ADAEF-911F-4D90-8D1C-D48863811D2F}" type="pres">
      <dgm:prSet presAssocID="{9E698EBD-2A25-4920-8F2C-B0B27234CD0D}" presName="sibTrans" presStyleLbl="sibTrans2D1" presStyleIdx="0" presStyleCnt="2"/>
      <dgm:spPr/>
    </dgm:pt>
    <dgm:pt modelId="{9EDA416A-5702-4A03-B88B-75789AB0125D}" type="pres">
      <dgm:prSet presAssocID="{9E698EBD-2A25-4920-8F2C-B0B27234CD0D}" presName="connectorText" presStyleLbl="sibTrans2D1" presStyleIdx="0" presStyleCnt="2"/>
      <dgm:spPr/>
    </dgm:pt>
    <dgm:pt modelId="{85237A73-D404-4ACA-A7BC-9CB2A3545D21}" type="pres">
      <dgm:prSet presAssocID="{8474AF46-CA9C-42E4-AA60-54ACBFBA86E2}" presName="node" presStyleLbl="node1" presStyleIdx="1" presStyleCnt="3">
        <dgm:presLayoutVars>
          <dgm:bulletEnabled val="1"/>
        </dgm:presLayoutVars>
      </dgm:prSet>
      <dgm:spPr/>
    </dgm:pt>
    <dgm:pt modelId="{C8DD91A1-34FB-4F43-8B71-4FA3D9B41B58}" type="pres">
      <dgm:prSet presAssocID="{96B85BBF-201D-458B-AAD5-339F716AAEFA}" presName="sibTrans" presStyleLbl="sibTrans2D1" presStyleIdx="1" presStyleCnt="2"/>
      <dgm:spPr/>
    </dgm:pt>
    <dgm:pt modelId="{01CD72BB-F2FB-4F8E-BA77-1236A94AC466}" type="pres">
      <dgm:prSet presAssocID="{96B85BBF-201D-458B-AAD5-339F716AAEFA}" presName="connectorText" presStyleLbl="sibTrans2D1" presStyleIdx="1" presStyleCnt="2"/>
      <dgm:spPr/>
    </dgm:pt>
    <dgm:pt modelId="{5D04DEF0-C9B9-4EF4-9FB1-6565634F0257}" type="pres">
      <dgm:prSet presAssocID="{29EB383F-8D8B-4793-811F-974F2A9AC60C}" presName="node" presStyleLbl="node1" presStyleIdx="2" presStyleCnt="3">
        <dgm:presLayoutVars>
          <dgm:bulletEnabled val="1"/>
        </dgm:presLayoutVars>
      </dgm:prSet>
      <dgm:spPr/>
    </dgm:pt>
  </dgm:ptLst>
  <dgm:cxnLst>
    <dgm:cxn modelId="{7FF09B07-6190-46A1-A613-7F9DE06E7DF8}" type="presOf" srcId="{29EB383F-8D8B-4793-811F-974F2A9AC60C}" destId="{5D04DEF0-C9B9-4EF4-9FB1-6565634F0257}" srcOrd="0" destOrd="0" presId="urn:microsoft.com/office/officeart/2005/8/layout/process1"/>
    <dgm:cxn modelId="{4BBC6C0D-8306-47F8-8DCC-E2E93B9A3027}" srcId="{4FD69507-4577-4DF9-B959-A72DAA25BCBB}" destId="{41AF1983-4B4B-4107-80E0-443D32E1515C}" srcOrd="0" destOrd="0" parTransId="{1F6294DB-A9C3-4830-9562-F13CF2E2D360}" sibTransId="{70A64736-E8E6-4C84-BC0B-AD9B87874E2A}"/>
    <dgm:cxn modelId="{6EC7B716-F663-48D9-B690-458A1818C14F}" srcId="{4FD69507-4577-4DF9-B959-A72DAA25BCBB}" destId="{5E4AA72B-A236-4B32-A702-3734C3A84A78}" srcOrd="1" destOrd="0" parTransId="{60FC5246-E10F-4FB4-936B-1FBE5A58F455}" sibTransId="{24A26DBA-A3CC-4873-92B0-90877EB653F8}"/>
    <dgm:cxn modelId="{C7E0FB22-CC97-471F-AA9E-7423CFAC12ED}" type="presOf" srcId="{9E698EBD-2A25-4920-8F2C-B0B27234CD0D}" destId="{9EDA416A-5702-4A03-B88B-75789AB0125D}" srcOrd="1" destOrd="0" presId="urn:microsoft.com/office/officeart/2005/8/layout/process1"/>
    <dgm:cxn modelId="{F123EE2D-C050-4144-B53C-FB7D5F9D80EB}" type="presOf" srcId="{41AF1983-4B4B-4107-80E0-443D32E1515C}" destId="{0361923E-A569-4E27-8EDA-AAA6ACF90563}" srcOrd="0" destOrd="1" presId="urn:microsoft.com/office/officeart/2005/8/layout/process1"/>
    <dgm:cxn modelId="{E1050239-0D72-4833-B6B8-E83D17668307}" type="presOf" srcId="{96B85BBF-201D-458B-AAD5-339F716AAEFA}" destId="{C8DD91A1-34FB-4F43-8B71-4FA3D9B41B58}" srcOrd="0" destOrd="0" presId="urn:microsoft.com/office/officeart/2005/8/layout/process1"/>
    <dgm:cxn modelId="{EE4E243F-8257-4B2E-A0EF-D1FB3740F917}" type="presOf" srcId="{5E4AA72B-A236-4B32-A702-3734C3A84A78}" destId="{0361923E-A569-4E27-8EDA-AAA6ACF90563}" srcOrd="0" destOrd="2" presId="urn:microsoft.com/office/officeart/2005/8/layout/process1"/>
    <dgm:cxn modelId="{A0937F5F-055A-40C2-B925-25BFC433CBA1}" type="presOf" srcId="{4FD69507-4577-4DF9-B959-A72DAA25BCBB}" destId="{0361923E-A569-4E27-8EDA-AAA6ACF90563}" srcOrd="0" destOrd="0" presId="urn:microsoft.com/office/officeart/2005/8/layout/process1"/>
    <dgm:cxn modelId="{885BA665-5D09-4C47-A8C9-688F3884A194}" type="presOf" srcId="{397D020A-FA8E-480E-8210-DA2B24939B7D}" destId="{85237A73-D404-4ACA-A7BC-9CB2A3545D21}" srcOrd="0" destOrd="1" presId="urn:microsoft.com/office/officeart/2005/8/layout/process1"/>
    <dgm:cxn modelId="{2E8D1D68-DC9A-415F-B5FE-A784F3D9750F}" type="presOf" srcId="{EBDEE8C5-A877-4442-AE13-4A3192DA3607}" destId="{85237A73-D404-4ACA-A7BC-9CB2A3545D21}" srcOrd="0" destOrd="2" presId="urn:microsoft.com/office/officeart/2005/8/layout/process1"/>
    <dgm:cxn modelId="{6526A154-960C-44C4-B144-BC1026E30BF9}" type="presOf" srcId="{F6028E29-AE88-4339-A6BF-C1AF88E49F68}" destId="{9CE1830D-30B1-470F-906A-A9D3310EA277}" srcOrd="0" destOrd="0" presId="urn:microsoft.com/office/officeart/2005/8/layout/process1"/>
    <dgm:cxn modelId="{A424D27D-7447-469F-A9E3-0DFFFDBA20D2}" srcId="{F6028E29-AE88-4339-A6BF-C1AF88E49F68}" destId="{4FD69507-4577-4DF9-B959-A72DAA25BCBB}" srcOrd="0" destOrd="0" parTransId="{16068111-4ACE-41C1-BF5C-9B34C9517F70}" sibTransId="{9E698EBD-2A25-4920-8F2C-B0B27234CD0D}"/>
    <dgm:cxn modelId="{7E99C992-5F80-47A5-B9CC-A5AE0F1A2E8E}" type="presOf" srcId="{96B85BBF-201D-458B-AAD5-339F716AAEFA}" destId="{01CD72BB-F2FB-4F8E-BA77-1236A94AC466}" srcOrd="1" destOrd="0" presId="urn:microsoft.com/office/officeart/2005/8/layout/process1"/>
    <dgm:cxn modelId="{0037DC97-9E4B-4747-A937-472A06FD8E05}" type="presOf" srcId="{B4CE3A9E-F2AE-41A6-98A5-AABA752EB9AF}" destId="{5D04DEF0-C9B9-4EF4-9FB1-6565634F0257}" srcOrd="0" destOrd="1" presId="urn:microsoft.com/office/officeart/2005/8/layout/process1"/>
    <dgm:cxn modelId="{56AA83A4-9756-4A16-8947-A51E990A663E}" srcId="{F6028E29-AE88-4339-A6BF-C1AF88E49F68}" destId="{8474AF46-CA9C-42E4-AA60-54ACBFBA86E2}" srcOrd="1" destOrd="0" parTransId="{486B6440-ADCC-4426-BC73-905811152C1D}" sibTransId="{96B85BBF-201D-458B-AAD5-339F716AAEFA}"/>
    <dgm:cxn modelId="{6D33F4AC-7629-4060-B957-1316CEDFBC2E}" srcId="{F6028E29-AE88-4339-A6BF-C1AF88E49F68}" destId="{29EB383F-8D8B-4793-811F-974F2A9AC60C}" srcOrd="2" destOrd="0" parTransId="{7226F6BF-4874-458F-BFCE-44439B1B3D6C}" sibTransId="{B4F15C66-22E4-49AB-AF11-FC33884EAE00}"/>
    <dgm:cxn modelId="{D00604B4-12D3-4C5F-BDE5-FBE26B37D111}" type="presOf" srcId="{8474AF46-CA9C-42E4-AA60-54ACBFBA86E2}" destId="{85237A73-D404-4ACA-A7BC-9CB2A3545D21}" srcOrd="0" destOrd="0" presId="urn:microsoft.com/office/officeart/2005/8/layout/process1"/>
    <dgm:cxn modelId="{BBC3C3C4-7577-41D9-A342-5A4806D94ABD}" type="presOf" srcId="{9E698EBD-2A25-4920-8F2C-B0B27234CD0D}" destId="{ED5ADAEF-911F-4D90-8D1C-D48863811D2F}" srcOrd="0" destOrd="0" presId="urn:microsoft.com/office/officeart/2005/8/layout/process1"/>
    <dgm:cxn modelId="{2F3598CE-EE46-4429-8AEB-1C63432F9FFA}" srcId="{8474AF46-CA9C-42E4-AA60-54ACBFBA86E2}" destId="{397D020A-FA8E-480E-8210-DA2B24939B7D}" srcOrd="0" destOrd="0" parTransId="{65B604EF-295E-4271-A0CE-344B072D297D}" sibTransId="{ED1FB23C-274A-4C7D-8640-AC08384E5C9D}"/>
    <dgm:cxn modelId="{BBEC2FDD-5F06-427D-B10E-74E78093C8D9}" srcId="{8474AF46-CA9C-42E4-AA60-54ACBFBA86E2}" destId="{EBDEE8C5-A877-4442-AE13-4A3192DA3607}" srcOrd="1" destOrd="0" parTransId="{02FF2585-F304-47A7-A0EA-EA929C3FB04C}" sibTransId="{A88521A7-C27D-4B59-8FD2-72D78EB7E535}"/>
    <dgm:cxn modelId="{15FD99E6-64FC-4070-A64A-0B4F25D235AC}" srcId="{29EB383F-8D8B-4793-811F-974F2A9AC60C}" destId="{B4CE3A9E-F2AE-41A6-98A5-AABA752EB9AF}" srcOrd="0" destOrd="0" parTransId="{02F2F518-CFA1-4B2A-B34C-93E0F9B6B237}" sibTransId="{49C9BC45-73C0-40D4-97BB-1E6D4E547FB4}"/>
    <dgm:cxn modelId="{C9A504EE-6CC9-429A-9A6F-4FD38AA1FFDF}" type="presParOf" srcId="{9CE1830D-30B1-470F-906A-A9D3310EA277}" destId="{0361923E-A569-4E27-8EDA-AAA6ACF90563}" srcOrd="0" destOrd="0" presId="urn:microsoft.com/office/officeart/2005/8/layout/process1"/>
    <dgm:cxn modelId="{95B6BE60-6742-4FC5-8B8A-EFFBF0B05C71}" type="presParOf" srcId="{9CE1830D-30B1-470F-906A-A9D3310EA277}" destId="{ED5ADAEF-911F-4D90-8D1C-D48863811D2F}" srcOrd="1" destOrd="0" presId="urn:microsoft.com/office/officeart/2005/8/layout/process1"/>
    <dgm:cxn modelId="{7C624049-28A6-480D-A483-53734A2B84F5}" type="presParOf" srcId="{ED5ADAEF-911F-4D90-8D1C-D48863811D2F}" destId="{9EDA416A-5702-4A03-B88B-75789AB0125D}" srcOrd="0" destOrd="0" presId="urn:microsoft.com/office/officeart/2005/8/layout/process1"/>
    <dgm:cxn modelId="{C2BA2566-E98A-4648-BF53-49DA332CD2FA}" type="presParOf" srcId="{9CE1830D-30B1-470F-906A-A9D3310EA277}" destId="{85237A73-D404-4ACA-A7BC-9CB2A3545D21}" srcOrd="2" destOrd="0" presId="urn:microsoft.com/office/officeart/2005/8/layout/process1"/>
    <dgm:cxn modelId="{01150654-CCF0-42FB-8F14-02C8122080F4}" type="presParOf" srcId="{9CE1830D-30B1-470F-906A-A9D3310EA277}" destId="{C8DD91A1-34FB-4F43-8B71-4FA3D9B41B58}" srcOrd="3" destOrd="0" presId="urn:microsoft.com/office/officeart/2005/8/layout/process1"/>
    <dgm:cxn modelId="{C30B2509-FF8A-498F-BB92-A344586DCB69}" type="presParOf" srcId="{C8DD91A1-34FB-4F43-8B71-4FA3D9B41B58}" destId="{01CD72BB-F2FB-4F8E-BA77-1236A94AC466}" srcOrd="0" destOrd="0" presId="urn:microsoft.com/office/officeart/2005/8/layout/process1"/>
    <dgm:cxn modelId="{D0BD2A70-7128-4F4A-8B5C-9F2370560AFA}" type="presParOf" srcId="{9CE1830D-30B1-470F-906A-A9D3310EA277}" destId="{5D04DEF0-C9B9-4EF4-9FB1-6565634F025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1923E-A569-4E27-8EDA-AAA6ACF90563}">
      <dsp:nvSpPr>
        <dsp:cNvPr id="0" name=""/>
        <dsp:cNvSpPr/>
      </dsp:nvSpPr>
      <dsp:spPr>
        <a:xfrm>
          <a:off x="7255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A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A Child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A Grandchild with long text</a:t>
          </a:r>
        </a:p>
      </dsp:txBody>
      <dsp:txXfrm>
        <a:off x="45364" y="1927544"/>
        <a:ext cx="2092331" cy="1224911"/>
      </dsp:txXfrm>
    </dsp:sp>
    <dsp:sp modelId="{ED5ADAEF-911F-4D90-8D1C-D48863811D2F}">
      <dsp:nvSpPr>
        <dsp:cNvPr id="0" name=""/>
        <dsp:cNvSpPr/>
      </dsp:nvSpPr>
      <dsp:spPr>
        <a:xfrm>
          <a:off x="2392660" y="2271099"/>
          <a:ext cx="459732" cy="5378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92660" y="2378659"/>
        <a:ext cx="321812" cy="322680"/>
      </dsp:txXfrm>
    </dsp:sp>
    <dsp:sp modelId="{85237A73-D404-4ACA-A7BC-9CB2A3545D21}">
      <dsp:nvSpPr>
        <dsp:cNvPr id="0" name=""/>
        <dsp:cNvSpPr/>
      </dsp:nvSpPr>
      <dsp:spPr>
        <a:xfrm>
          <a:off x="3043225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B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B Child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B Grandchild</a:t>
          </a:r>
        </a:p>
      </dsp:txBody>
      <dsp:txXfrm>
        <a:off x="3081334" y="1927544"/>
        <a:ext cx="2092331" cy="1224911"/>
      </dsp:txXfrm>
    </dsp:sp>
    <dsp:sp modelId="{C8DD91A1-34FB-4F43-8B71-4FA3D9B41B58}">
      <dsp:nvSpPr>
        <dsp:cNvPr id="0" name=""/>
        <dsp:cNvSpPr/>
      </dsp:nvSpPr>
      <dsp:spPr>
        <a:xfrm>
          <a:off x="5428629" y="2271099"/>
          <a:ext cx="459732" cy="5378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428629" y="2378659"/>
        <a:ext cx="321812" cy="322680"/>
      </dsp:txXfrm>
    </dsp:sp>
    <dsp:sp modelId="{5D04DEF0-C9B9-4EF4-9FB1-6565634F0257}">
      <dsp:nvSpPr>
        <dsp:cNvPr id="0" name=""/>
        <dsp:cNvSpPr/>
      </dsp:nvSpPr>
      <dsp:spPr>
        <a:xfrm>
          <a:off x="6079194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C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C Child</a:t>
          </a:r>
        </a:p>
      </dsp:txBody>
      <dsp:txXfrm>
        <a:off x="6117303" y="1927544"/>
        <a:ext cx="2092331" cy="1224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F41F-4CDA-BF7B-FF1C-E538773D4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B339F-4C8A-FAB2-690B-D1BA0D523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A5357-8747-C263-8217-3D7D639C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06028-5ABE-504D-7F97-A387FEE6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4480D-0EBE-9F06-D214-C38E683B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5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1715-7814-92D4-4EAA-DE1AC02F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6AF6-BFC7-1A7A-9B93-E538CDA1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5044E-0E41-42AC-56E2-2D41D013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80CAC-8144-5CAA-6FF3-08D3DCC4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C25A-5B81-4A7D-63DF-D1496318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4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E371-FF3B-30D6-680B-E706798C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E3BEC-B79E-F7D8-27EF-BDDA37DB2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2109-9CEF-6691-FAE5-ED195D48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7D715-9463-69A2-A89F-286ED48D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3434-5C8D-3B69-6701-4206DE20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6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EBC2-A9EF-89C8-C901-BA4ABCFC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89888-7584-2817-C056-7585893D4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FED26-2743-B352-6230-19D797E91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02FD-386D-95B9-E8B6-D2154386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4FCCB-E717-6205-E620-B782FA09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52E4C-7E58-CAA8-E579-D646DA24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7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D643-7D34-D82E-3EB3-04A39F95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C2FF7-4197-62B9-A0FC-F464B2878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457A7-311B-3F8D-82E9-27EAC562D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A5B3B-990D-075D-57EA-F3CAAFCCC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6FF70-1147-0B8F-E92D-48C995C97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01883-CD95-3724-B3DA-4E47AE83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4B1A5-A775-9CA2-7DD1-DA97EE78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7783F-4225-3300-951C-CEC28609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2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C2D3-A070-B8B1-2B41-3397452E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CEACA0-CFB1-FFC3-7F6F-8F999299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DFE84-4E94-19D6-7746-7EF39B4C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B1647-CC1F-3B49-FFC1-11FF0A7E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3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B4EDC-0729-09BA-E11B-1380F62C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E2B0A-1C94-FF0D-0435-4E7225A2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7B2B4-5EC5-D094-27E4-F9D01CFF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9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7E9-BE1C-B578-4E10-16FF030E4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30EE4-5D2E-089A-3305-F136524B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72B76-D867-A4C0-EE83-8128CB6D6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1118E-F654-E836-B286-CF72E4CE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D56E5-74CF-75B5-E08A-BFB0BC4D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70CC3-D93D-BEDC-96FE-6F1003EE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7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B64F-3C95-6631-87BC-FDB5822C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86620-A9EC-7947-E6D0-F32BD1C21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8D3C8-1628-7A9B-7D20-D8D1CF20F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623FB-7DD5-5D7C-E952-665C20C5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C2954-9DBC-E2F3-04A5-5987138B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EAA90-032E-E545-7890-F20F56F4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8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EDA3-0C49-8E4F-78B7-27ABAC19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68478-4809-B908-8E10-7AB76ABA1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AC17A-A411-047C-51B5-0A187DD0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7E3BB-CEFD-F6D3-4A04-A625432F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5AE9-F44B-E7A8-A309-61A7A6DD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5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B0B59-4FDE-B521-DCDC-E0A418824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3DA2F-5E5C-A2FF-BE36-24F3AA8D0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4648D-9DEF-A235-8DEF-B37F6546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D451-0139-C9AC-EED5-12B5FAE3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6F9B8-96AA-1245-9510-AC976109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8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6DD16-7AA4-3E33-61AE-27FF5C64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8E837-760C-EC40-74C0-2595FDACA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2296-A3E6-5A5A-FA95-C11A0D130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E821F-7AFF-4040-A6CA-B87199BFE9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A9733-0B68-A4EB-9349-5C9B13B46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DE6D1-4500-EA62-D2F4-4E4AF52DB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3B2F5-7E84-44F4-98A3-C8445619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3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A852E8B-60E9-814E-CB23-7B344335AC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50898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4250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2026-09-06T08:13:17Z</dcterms:created>
  <dcterms:modified xsi:type="dcterms:W3CDTF">2026-09-06T08:13:18Z</dcterms:modified>
</cp:coreProperties>
</file>