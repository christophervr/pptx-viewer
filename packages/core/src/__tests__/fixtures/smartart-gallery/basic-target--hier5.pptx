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C55E14-EC74-4F46-88CD-00A585F49511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 phldr="1"/>
      <dgm:spPr/>
    </dgm:pt>
    <dgm:pt modelId="{9D6EDCF0-9B95-414F-95D8-CB452770F78E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DEAD65B6-B86E-4BBC-8FFC-FBFDBFD02878}" type="parTrans" cxnId="{EC6AC572-7C2F-4448-A860-410961C68334}">
      <dgm:prSet/>
      <dgm:spPr/>
    </dgm:pt>
    <dgm:pt modelId="{A5D3753E-4FF1-435D-A5C8-422ED47C6E0F}" type="sibTrans" cxnId="{EC6AC572-7C2F-4448-A860-410961C68334}">
      <dgm:prSet/>
      <dgm:spPr/>
    </dgm:pt>
    <dgm:pt modelId="{1EE53541-EBDA-4863-9615-AD4E5E8F0E7E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9E9A6DE3-BC42-4E0E-B37E-B962F92D4913}" type="parTrans" cxnId="{4F58E319-BF45-4DAC-98B2-C314E97B00A8}">
      <dgm:prSet/>
      <dgm:spPr/>
    </dgm:pt>
    <dgm:pt modelId="{D58A0CB0-5562-4344-8592-73B507DB802B}" type="sibTrans" cxnId="{4F58E319-BF45-4DAC-98B2-C314E97B00A8}">
      <dgm:prSet/>
      <dgm:spPr/>
    </dgm:pt>
    <dgm:pt modelId="{5D0DE88D-4ADD-4939-9366-F0AB07FA7936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2E88C234-5FC6-4C31-AB47-77E7F96E04E5}" type="parTrans" cxnId="{1DAA8A2F-C135-4804-A5BD-51A9AB3CCB42}">
      <dgm:prSet/>
      <dgm:spPr/>
    </dgm:pt>
    <dgm:pt modelId="{58288C45-67F8-45EA-9C9E-5CA247D21B5F}" type="sibTrans" cxnId="{1DAA8A2F-C135-4804-A5BD-51A9AB3CCB42}">
      <dgm:prSet/>
      <dgm:spPr/>
    </dgm:pt>
    <dgm:pt modelId="{F4AED3E7-7147-4703-AD30-98427ED621EF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04F1AA25-B50F-4181-9CCC-2BF156580EAF}" type="parTrans" cxnId="{894B24AD-07E9-45DA-9B90-ECE8D81B3560}">
      <dgm:prSet/>
      <dgm:spPr/>
    </dgm:pt>
    <dgm:pt modelId="{F797C1C4-C20F-48A2-8D76-39BA8278F2FB}" type="sibTrans" cxnId="{894B24AD-07E9-45DA-9B90-ECE8D81B3560}">
      <dgm:prSet/>
      <dgm:spPr/>
    </dgm:pt>
    <dgm:pt modelId="{513E050F-2F15-4D05-B875-C4B23497F00D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BDDB120D-915D-40F5-AC6B-AC896E97B873}" type="parTrans" cxnId="{206042FD-4AD9-40E5-9B6C-E3D68B40D725}">
      <dgm:prSet/>
      <dgm:spPr/>
    </dgm:pt>
    <dgm:pt modelId="{58D16AB3-C546-402E-9256-E930A4F56B8E}" type="sibTrans" cxnId="{206042FD-4AD9-40E5-9B6C-E3D68B40D725}">
      <dgm:prSet/>
      <dgm:spPr/>
    </dgm:pt>
    <dgm:pt modelId="{5082B0DD-AF74-4F1C-8DFD-18C5B0238325}" type="pres">
      <dgm:prSet presAssocID="{04C55E14-EC74-4F46-88CD-00A585F49511}" presName="composite" presStyleCnt="0">
        <dgm:presLayoutVars>
          <dgm:chMax val="5"/>
          <dgm:dir/>
          <dgm:resizeHandles val="exact"/>
        </dgm:presLayoutVars>
      </dgm:prSet>
      <dgm:spPr/>
    </dgm:pt>
    <dgm:pt modelId="{963A4B20-50EE-4632-A914-24F88FFD9865}" type="pres">
      <dgm:prSet presAssocID="{9D6EDCF0-9B95-414F-95D8-CB452770F78E}" presName="circle1" presStyleLbl="lnNode1" presStyleIdx="0" presStyleCnt="3"/>
      <dgm:spPr/>
    </dgm:pt>
    <dgm:pt modelId="{66FCB63D-93F1-4F3D-A391-E95EB7D4F02B}" type="pres">
      <dgm:prSet presAssocID="{9D6EDCF0-9B95-414F-95D8-CB452770F78E}" presName="text1" presStyleLbl="revTx" presStyleIdx="0" presStyleCnt="3">
        <dgm:presLayoutVars>
          <dgm:bulletEnabled val="1"/>
        </dgm:presLayoutVars>
      </dgm:prSet>
      <dgm:spPr/>
    </dgm:pt>
    <dgm:pt modelId="{5694896E-6C24-4C48-BC05-D8CEE337E4A8}" type="pres">
      <dgm:prSet presAssocID="{9D6EDCF0-9B95-414F-95D8-CB452770F78E}" presName="line1" presStyleLbl="callout" presStyleIdx="0" presStyleCnt="6"/>
      <dgm:spPr/>
    </dgm:pt>
    <dgm:pt modelId="{B6029382-11F6-40A3-A629-CD29E791FAD1}" type="pres">
      <dgm:prSet presAssocID="{9D6EDCF0-9B95-414F-95D8-CB452770F78E}" presName="d1" presStyleLbl="callout" presStyleIdx="1" presStyleCnt="6"/>
      <dgm:spPr/>
    </dgm:pt>
    <dgm:pt modelId="{45EC9DEF-5A1B-4DBC-A3BE-9BF995FAFADD}" type="pres">
      <dgm:prSet presAssocID="{5D0DE88D-4ADD-4939-9366-F0AB07FA7936}" presName="circle2" presStyleLbl="lnNode1" presStyleIdx="1" presStyleCnt="3"/>
      <dgm:spPr/>
    </dgm:pt>
    <dgm:pt modelId="{A3570150-21CB-4F2C-A540-98CE945FBC50}" type="pres">
      <dgm:prSet presAssocID="{5D0DE88D-4ADD-4939-9366-F0AB07FA7936}" presName="text2" presStyleLbl="revTx" presStyleIdx="1" presStyleCnt="3">
        <dgm:presLayoutVars>
          <dgm:bulletEnabled val="1"/>
        </dgm:presLayoutVars>
      </dgm:prSet>
      <dgm:spPr/>
    </dgm:pt>
    <dgm:pt modelId="{CAF35FB6-1273-441B-AC58-D52C2F15FAD2}" type="pres">
      <dgm:prSet presAssocID="{5D0DE88D-4ADD-4939-9366-F0AB07FA7936}" presName="line2" presStyleLbl="callout" presStyleIdx="2" presStyleCnt="6"/>
      <dgm:spPr/>
    </dgm:pt>
    <dgm:pt modelId="{94197821-250F-463C-B265-EF5B1F13601F}" type="pres">
      <dgm:prSet presAssocID="{5D0DE88D-4ADD-4939-9366-F0AB07FA7936}" presName="d2" presStyleLbl="callout" presStyleIdx="3" presStyleCnt="6"/>
      <dgm:spPr/>
    </dgm:pt>
    <dgm:pt modelId="{E77CCA23-1435-44C2-B732-FE1ED3F91673}" type="pres">
      <dgm:prSet presAssocID="{F4AED3E7-7147-4703-AD30-98427ED621EF}" presName="circle3" presStyleLbl="lnNode1" presStyleIdx="2" presStyleCnt="3"/>
      <dgm:spPr/>
    </dgm:pt>
    <dgm:pt modelId="{89C8ED21-749D-497A-9222-0C96E6FEACFA}" type="pres">
      <dgm:prSet presAssocID="{F4AED3E7-7147-4703-AD30-98427ED621EF}" presName="text3" presStyleLbl="revTx" presStyleIdx="2" presStyleCnt="3">
        <dgm:presLayoutVars>
          <dgm:bulletEnabled val="1"/>
        </dgm:presLayoutVars>
      </dgm:prSet>
      <dgm:spPr/>
    </dgm:pt>
    <dgm:pt modelId="{9B3535D0-C832-443B-967E-AA2410836F17}" type="pres">
      <dgm:prSet presAssocID="{F4AED3E7-7147-4703-AD30-98427ED621EF}" presName="line3" presStyleLbl="callout" presStyleIdx="4" presStyleCnt="6"/>
      <dgm:spPr/>
    </dgm:pt>
    <dgm:pt modelId="{4CAE639D-29F4-48DD-8B32-069A1B5F6049}" type="pres">
      <dgm:prSet presAssocID="{F4AED3E7-7147-4703-AD30-98427ED621EF}" presName="d3" presStyleLbl="callout" presStyleIdx="5" presStyleCnt="6"/>
      <dgm:spPr/>
    </dgm:pt>
  </dgm:ptLst>
  <dgm:cxnLst>
    <dgm:cxn modelId="{4F58E319-BF45-4DAC-98B2-C314E97B00A8}" srcId="{9D6EDCF0-9B95-414F-95D8-CB452770F78E}" destId="{1EE53541-EBDA-4863-9615-AD4E5E8F0E7E}" srcOrd="0" destOrd="0" parTransId="{9E9A6DE3-BC42-4E0E-B37E-B962F92D4913}" sibTransId="{D58A0CB0-5562-4344-8592-73B507DB802B}"/>
    <dgm:cxn modelId="{68ABA81F-A448-4ADA-AFD0-B2F0009E4C8E}" type="presOf" srcId="{5D0DE88D-4ADD-4939-9366-F0AB07FA7936}" destId="{A3570150-21CB-4F2C-A540-98CE945FBC50}" srcOrd="0" destOrd="0" presId="urn:microsoft.com/office/officeart/2005/8/layout/target1"/>
    <dgm:cxn modelId="{1DAA8A2F-C135-4804-A5BD-51A9AB3CCB42}" srcId="{04C55E14-EC74-4F46-88CD-00A585F49511}" destId="{5D0DE88D-4ADD-4939-9366-F0AB07FA7936}" srcOrd="1" destOrd="0" parTransId="{2E88C234-5FC6-4C31-AB47-77E7F96E04E5}" sibTransId="{58288C45-67F8-45EA-9C9E-5CA247D21B5F}"/>
    <dgm:cxn modelId="{5E020F5E-A846-4DF2-A4AD-0273D47AB93B}" type="presOf" srcId="{F4AED3E7-7147-4703-AD30-98427ED621EF}" destId="{89C8ED21-749D-497A-9222-0C96E6FEACFA}" srcOrd="0" destOrd="0" presId="urn:microsoft.com/office/officeart/2005/8/layout/target1"/>
    <dgm:cxn modelId="{2ADCC451-1567-465D-BC80-416F87435775}" type="presOf" srcId="{04C55E14-EC74-4F46-88CD-00A585F49511}" destId="{5082B0DD-AF74-4F1C-8DFD-18C5B0238325}" srcOrd="0" destOrd="0" presId="urn:microsoft.com/office/officeart/2005/8/layout/target1"/>
    <dgm:cxn modelId="{EC6AC572-7C2F-4448-A860-410961C68334}" srcId="{04C55E14-EC74-4F46-88CD-00A585F49511}" destId="{9D6EDCF0-9B95-414F-95D8-CB452770F78E}" srcOrd="0" destOrd="0" parTransId="{DEAD65B6-B86E-4BBC-8FFC-FBFDBFD02878}" sibTransId="{A5D3753E-4FF1-435D-A5C8-422ED47C6E0F}"/>
    <dgm:cxn modelId="{82FB4D8F-9C66-45D8-8173-AC26A5F39E2C}" type="presOf" srcId="{513E050F-2F15-4D05-B875-C4B23497F00D}" destId="{89C8ED21-749D-497A-9222-0C96E6FEACFA}" srcOrd="0" destOrd="1" presId="urn:microsoft.com/office/officeart/2005/8/layout/target1"/>
    <dgm:cxn modelId="{9AAF929D-5283-4404-B9BC-F8CC416E2D3A}" type="presOf" srcId="{9D6EDCF0-9B95-414F-95D8-CB452770F78E}" destId="{66FCB63D-93F1-4F3D-A391-E95EB7D4F02B}" srcOrd="0" destOrd="0" presId="urn:microsoft.com/office/officeart/2005/8/layout/target1"/>
    <dgm:cxn modelId="{894B24AD-07E9-45DA-9B90-ECE8D81B3560}" srcId="{04C55E14-EC74-4F46-88CD-00A585F49511}" destId="{F4AED3E7-7147-4703-AD30-98427ED621EF}" srcOrd="2" destOrd="0" parTransId="{04F1AA25-B50F-4181-9CCC-2BF156580EAF}" sibTransId="{F797C1C4-C20F-48A2-8D76-39BA8278F2FB}"/>
    <dgm:cxn modelId="{ABD5B9E5-87B6-41D4-B430-41FC547AD5F1}" type="presOf" srcId="{1EE53541-EBDA-4863-9615-AD4E5E8F0E7E}" destId="{66FCB63D-93F1-4F3D-A391-E95EB7D4F02B}" srcOrd="0" destOrd="1" presId="urn:microsoft.com/office/officeart/2005/8/layout/target1"/>
    <dgm:cxn modelId="{206042FD-4AD9-40E5-9B6C-E3D68B40D725}" srcId="{F4AED3E7-7147-4703-AD30-98427ED621EF}" destId="{513E050F-2F15-4D05-B875-C4B23497F00D}" srcOrd="0" destOrd="0" parTransId="{BDDB120D-915D-40F5-AC6B-AC896E97B873}" sibTransId="{58D16AB3-C546-402E-9256-E930A4F56B8E}"/>
    <dgm:cxn modelId="{8CD2A87B-D1A2-4875-BE57-78811E4E4B29}" type="presParOf" srcId="{5082B0DD-AF74-4F1C-8DFD-18C5B0238325}" destId="{963A4B20-50EE-4632-A914-24F88FFD9865}" srcOrd="0" destOrd="0" presId="urn:microsoft.com/office/officeart/2005/8/layout/target1"/>
    <dgm:cxn modelId="{B6F4070B-C539-4E5D-BD66-5BBEC84F67AC}" type="presParOf" srcId="{5082B0DD-AF74-4F1C-8DFD-18C5B0238325}" destId="{66FCB63D-93F1-4F3D-A391-E95EB7D4F02B}" srcOrd="1" destOrd="0" presId="urn:microsoft.com/office/officeart/2005/8/layout/target1"/>
    <dgm:cxn modelId="{A0DDD1DA-27A2-4C6B-8355-FB04F0CC2A1C}" type="presParOf" srcId="{5082B0DD-AF74-4F1C-8DFD-18C5B0238325}" destId="{5694896E-6C24-4C48-BC05-D8CEE337E4A8}" srcOrd="2" destOrd="0" presId="urn:microsoft.com/office/officeart/2005/8/layout/target1"/>
    <dgm:cxn modelId="{53279B27-91AA-48BB-B46E-79C0C7AB9487}" type="presParOf" srcId="{5082B0DD-AF74-4F1C-8DFD-18C5B0238325}" destId="{B6029382-11F6-40A3-A629-CD29E791FAD1}" srcOrd="3" destOrd="0" presId="urn:microsoft.com/office/officeart/2005/8/layout/target1"/>
    <dgm:cxn modelId="{DA4F80E9-232D-46EF-9D9A-40002FEB18A4}" type="presParOf" srcId="{5082B0DD-AF74-4F1C-8DFD-18C5B0238325}" destId="{45EC9DEF-5A1B-4DBC-A3BE-9BF995FAFADD}" srcOrd="4" destOrd="0" presId="urn:microsoft.com/office/officeart/2005/8/layout/target1"/>
    <dgm:cxn modelId="{578328C5-F78D-4DCE-A2C6-E3B09986118D}" type="presParOf" srcId="{5082B0DD-AF74-4F1C-8DFD-18C5B0238325}" destId="{A3570150-21CB-4F2C-A540-98CE945FBC50}" srcOrd="5" destOrd="0" presId="urn:microsoft.com/office/officeart/2005/8/layout/target1"/>
    <dgm:cxn modelId="{207FD244-AD1D-4CD2-BDD6-C6EF5A01E324}" type="presParOf" srcId="{5082B0DD-AF74-4F1C-8DFD-18C5B0238325}" destId="{CAF35FB6-1273-441B-AC58-D52C2F15FAD2}" srcOrd="6" destOrd="0" presId="urn:microsoft.com/office/officeart/2005/8/layout/target1"/>
    <dgm:cxn modelId="{E41F48D9-B23F-4DF2-A4DC-2007CA5ACC4A}" type="presParOf" srcId="{5082B0DD-AF74-4F1C-8DFD-18C5B0238325}" destId="{94197821-250F-463C-B265-EF5B1F13601F}" srcOrd="7" destOrd="0" presId="urn:microsoft.com/office/officeart/2005/8/layout/target1"/>
    <dgm:cxn modelId="{82712127-3CB2-4A6C-82B5-4DCD4E7CE212}" type="presParOf" srcId="{5082B0DD-AF74-4F1C-8DFD-18C5B0238325}" destId="{E77CCA23-1435-44C2-B732-FE1ED3F91673}" srcOrd="8" destOrd="0" presId="urn:microsoft.com/office/officeart/2005/8/layout/target1"/>
    <dgm:cxn modelId="{58F46DB1-85B3-4B90-812F-315B12D358A5}" type="presParOf" srcId="{5082B0DD-AF74-4F1C-8DFD-18C5B0238325}" destId="{89C8ED21-749D-497A-9222-0C96E6FEACFA}" srcOrd="9" destOrd="0" presId="urn:microsoft.com/office/officeart/2005/8/layout/target1"/>
    <dgm:cxn modelId="{3CA273BF-20E7-4328-8D8C-87AED443E0D3}" type="presParOf" srcId="{5082B0DD-AF74-4F1C-8DFD-18C5B0238325}" destId="{9B3535D0-C832-443B-967E-AA2410836F17}" srcOrd="10" destOrd="0" presId="urn:microsoft.com/office/officeart/2005/8/layout/target1"/>
    <dgm:cxn modelId="{B6AF6091-1201-4C8A-9AF2-DE1DB31C4287}" type="presParOf" srcId="{5082B0DD-AF74-4F1C-8DFD-18C5B0238325}" destId="{4CAE639D-29F4-48DD-8B32-069A1B5F6049}" srcOrd="11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CCA23-1435-44C2-B732-FE1ED3F91673}">
      <dsp:nvSpPr>
        <dsp:cNvPr id="0" name=""/>
        <dsp:cNvSpPr/>
      </dsp:nvSpPr>
      <dsp:spPr>
        <a:xfrm>
          <a:off x="952499" y="1269999"/>
          <a:ext cx="3810000" cy="381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C9DEF-5A1B-4DBC-A3BE-9BF995FAFADD}">
      <dsp:nvSpPr>
        <dsp:cNvPr id="0" name=""/>
        <dsp:cNvSpPr/>
      </dsp:nvSpPr>
      <dsp:spPr>
        <a:xfrm>
          <a:off x="1714500" y="2032000"/>
          <a:ext cx="2286000" cy="2286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A4B20-50EE-4632-A914-24F88FFD9865}">
      <dsp:nvSpPr>
        <dsp:cNvPr id="0" name=""/>
        <dsp:cNvSpPr/>
      </dsp:nvSpPr>
      <dsp:spPr>
        <a:xfrm>
          <a:off x="2476499" y="2794000"/>
          <a:ext cx="762000" cy="762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CB63D-93F1-4F3D-A391-E95EB7D4F02B}">
      <dsp:nvSpPr>
        <dsp:cNvPr id="0" name=""/>
        <dsp:cNvSpPr/>
      </dsp:nvSpPr>
      <dsp:spPr>
        <a:xfrm>
          <a:off x="5397499" y="0"/>
          <a:ext cx="1905000" cy="111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One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Node Two has a longer label</a:t>
          </a:r>
        </a:p>
      </dsp:txBody>
      <dsp:txXfrm>
        <a:off x="5397499" y="0"/>
        <a:ext cx="1905000" cy="1111250"/>
      </dsp:txXfrm>
    </dsp:sp>
    <dsp:sp modelId="{5694896E-6C24-4C48-BC05-D8CEE337E4A8}">
      <dsp:nvSpPr>
        <dsp:cNvPr id="0" name=""/>
        <dsp:cNvSpPr/>
      </dsp:nvSpPr>
      <dsp:spPr>
        <a:xfrm>
          <a:off x="4921250" y="555624"/>
          <a:ext cx="4762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29382-11F6-40A3-A629-CD29E791FAD1}">
      <dsp:nvSpPr>
        <dsp:cNvPr id="0" name=""/>
        <dsp:cNvSpPr/>
      </dsp:nvSpPr>
      <dsp:spPr>
        <a:xfrm rot="5400000">
          <a:off x="2579052" y="834707"/>
          <a:ext cx="2618740" cy="206184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570150-21CB-4F2C-A540-98CE945FBC50}">
      <dsp:nvSpPr>
        <dsp:cNvPr id="0" name=""/>
        <dsp:cNvSpPr/>
      </dsp:nvSpPr>
      <dsp:spPr>
        <a:xfrm>
          <a:off x="5397499" y="1111249"/>
          <a:ext cx="1905000" cy="111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Three</a:t>
          </a:r>
        </a:p>
      </dsp:txBody>
      <dsp:txXfrm>
        <a:off x="5397499" y="1111249"/>
        <a:ext cx="1905000" cy="1111250"/>
      </dsp:txXfrm>
    </dsp:sp>
    <dsp:sp modelId="{CAF35FB6-1273-441B-AC58-D52C2F15FAD2}">
      <dsp:nvSpPr>
        <dsp:cNvPr id="0" name=""/>
        <dsp:cNvSpPr/>
      </dsp:nvSpPr>
      <dsp:spPr>
        <a:xfrm>
          <a:off x="4921250" y="1666874"/>
          <a:ext cx="4762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197821-250F-463C-B265-EF5B1F13601F}">
      <dsp:nvSpPr>
        <dsp:cNvPr id="0" name=""/>
        <dsp:cNvSpPr/>
      </dsp:nvSpPr>
      <dsp:spPr>
        <a:xfrm rot="5400000">
          <a:off x="3141154" y="1928622"/>
          <a:ext cx="2040636" cy="151574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C8ED21-749D-497A-9222-0C96E6FEACFA}">
      <dsp:nvSpPr>
        <dsp:cNvPr id="0" name=""/>
        <dsp:cNvSpPr/>
      </dsp:nvSpPr>
      <dsp:spPr>
        <a:xfrm>
          <a:off x="5397499" y="2222500"/>
          <a:ext cx="1905000" cy="111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Four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Node Five</a:t>
          </a:r>
        </a:p>
      </dsp:txBody>
      <dsp:txXfrm>
        <a:off x="5397499" y="2222500"/>
        <a:ext cx="1905000" cy="1111250"/>
      </dsp:txXfrm>
    </dsp:sp>
    <dsp:sp modelId="{9B3535D0-C832-443B-967E-AA2410836F17}">
      <dsp:nvSpPr>
        <dsp:cNvPr id="0" name=""/>
        <dsp:cNvSpPr/>
      </dsp:nvSpPr>
      <dsp:spPr>
        <a:xfrm>
          <a:off x="4921250" y="2778125"/>
          <a:ext cx="4762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AE639D-29F4-48DD-8B32-069A1B5F6049}">
      <dsp:nvSpPr>
        <dsp:cNvPr id="0" name=""/>
        <dsp:cNvSpPr/>
      </dsp:nvSpPr>
      <dsp:spPr>
        <a:xfrm rot="5400000">
          <a:off x="3703954" y="3021647"/>
          <a:ext cx="1457960" cy="96964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2190E-E76B-7674-1C13-664D12AC2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4F14C3-F6B7-9133-1291-3849588BC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15B0A-5326-F776-513D-043CFC570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12B0-AB62-44C9-8B90-9B3C889631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143E0-B8FF-BD0E-0544-5B86BBC09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B5A28-88F4-AFAF-B7B1-D8BEF6F14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FB4F-D6F5-4A30-83A2-B688FA0B3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89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D3BF1-2384-D4B6-B8E7-F9A2B10B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4D745-AA27-AF8E-7ED1-583EA0728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92EE4-7388-B4C7-5764-ADDAB8335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12B0-AB62-44C9-8B90-9B3C889631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0281D-07B1-C432-FC33-F34E7995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444D0-E839-4FAD-D7F8-81D6FE35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FB4F-D6F5-4A30-83A2-B688FA0B3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1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F9311-5B9E-8C11-C37B-CC60DC784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0B23B-1468-6F8B-C691-ABF4885C6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37DEF-80FA-2604-DE4A-5245C3AE2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12B0-AB62-44C9-8B90-9B3C889631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4A956-704D-8B5F-2775-BD4384052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1AF3B-16DA-88DF-97C9-194F983CB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FB4F-D6F5-4A30-83A2-B688FA0B3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50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41930-8C11-41D3-2A90-69392D145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C5E72-3145-6A45-5E6F-513D50B99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6188-9670-8552-E61D-DC2ED008C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E83A3-5B07-B52D-9993-3C06F09A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12B0-AB62-44C9-8B90-9B3C889631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25744-2F54-2787-710D-0526DC971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A9014-EC3F-8718-614B-EE631475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FB4F-D6F5-4A30-83A2-B688FA0B3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72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98FDF-23B2-2478-B9AC-8C763763A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84095-1F1E-2462-800E-03C63BF80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B914C-DF71-839F-9596-D33BEB931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2488C2-D433-99EE-EFC0-AD933DB51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1FE79-F7D7-9B2E-F8AE-4AAC8135B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C62A8-B2E3-B677-2A87-9F13D275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12B0-AB62-44C9-8B90-9B3C889631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C75EB6-A342-3A4E-C480-10A5F5706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48F17C-D119-AE64-D0F0-DFBE15946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FB4F-D6F5-4A30-83A2-B688FA0B3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57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BAB0B-4B4C-DAE3-9E36-A86A2F49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62D98E-A2CB-68C8-7433-D93F24BEF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12B0-AB62-44C9-8B90-9B3C889631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DD3496-F729-BBE3-2ACE-8A107199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27003-900D-65FA-9F05-3022E13C0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FB4F-D6F5-4A30-83A2-B688FA0B3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02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BF1A0B-8814-18C7-7715-95EAF0F4A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12B0-AB62-44C9-8B90-9B3C889631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52990-4A18-1C34-06FA-FC9DE20B6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3882C-8F71-C7F5-5633-6E443D55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FB4F-D6F5-4A30-83A2-B688FA0B3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19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F2856-048A-36DB-48E2-8F82B8624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74A8B-B1BD-ECE9-1E46-30BD3B6EF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CEF3C-2D15-79D2-689F-1BF5B4DAD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F8104-1FF7-4BAE-18F1-B629AFBC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12B0-AB62-44C9-8B90-9B3C889631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06C78-078C-F4F0-C635-495A0210A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97CEE-6977-75FB-9981-1239CF698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FB4F-D6F5-4A30-83A2-B688FA0B3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71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6BA70-043E-6012-BDF0-1F6F58CB0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1B67E-87B2-8E9B-A2CC-6C3E4359BA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8229B-F636-4C1F-2F78-BABDCAAC7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173B8-7982-BD12-0494-EEF8B6E7D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12B0-AB62-44C9-8B90-9B3C889631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0299D-8553-831C-0DE1-0D7B1234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B32AE-EA3A-6936-71D6-8743791F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FB4F-D6F5-4A30-83A2-B688FA0B3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20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93BB-EB53-B039-04B3-22B9B34E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4EE510-1B75-C2C7-1625-35E0BF79F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313B9-D1E0-505B-8632-20CFAF06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12B0-AB62-44C9-8B90-9B3C889631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EAFB3-E321-1FD5-F418-722367143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0F44C-FC64-86AC-D5A6-E8FE839B0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FB4F-D6F5-4A30-83A2-B688FA0B3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30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AF8D10-A625-4023-D0C4-BB92B21EB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5078D-8954-077D-D86A-21F5C2E9D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272E-81FA-A423-60CA-0DE61D5FA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12B0-AB62-44C9-8B90-9B3C889631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2ACE5-AD22-0F3B-C7F3-92725874C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08E06-E619-4361-347D-8C0520BBE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FB4F-D6F5-4A30-83A2-B688FA0B3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99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271BB2-2919-088B-2C65-71FE49FFD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44F8B-FC4D-A357-278B-4E24E0678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59FF6-738D-34F3-B403-7AD2F5D038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D212B0-AB62-44C9-8B90-9B3C889631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56146-38BA-FE00-BB1D-D1A61E064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212DC-7687-C9A6-122C-28A1CD3D4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8FB4F-D6F5-4A30-83A2-B688FA0B3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7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FE29493-42AE-3BBC-0798-C08371319C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017349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267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2026-09-06T08:14:41Z</dcterms:created>
  <dcterms:modified xsi:type="dcterms:W3CDTF">2026-09-06T08:14:42Z</dcterms:modified>
</cp:coreProperties>
</file>