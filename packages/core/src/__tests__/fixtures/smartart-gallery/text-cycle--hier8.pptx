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BFCF6C-9457-4B6E-9BC8-15043E0B5F65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A40BFC-DFF8-4E45-94FB-A45C628C522C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0C0D299C-7103-414D-A3A3-2ABF2BF9F7F5}" type="parTrans" cxnId="{D0DCF16E-BCC7-498F-9A1E-ABEF9C87C024}">
      <dgm:prSet/>
      <dgm:spPr/>
    </dgm:pt>
    <dgm:pt modelId="{DCFED2B9-32E2-436B-AA0F-CA6AD2402967}" type="sibTrans" cxnId="{D0DCF16E-BCC7-498F-9A1E-ABEF9C87C024}">
      <dgm:prSet/>
      <dgm:spPr/>
    </dgm:pt>
    <dgm:pt modelId="{439432BB-45C6-4492-8A05-22F81F538C60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F6BECEF2-AABF-4D56-84AC-EF7339B56E64}" type="parTrans" cxnId="{82A6ACF1-A713-4EC7-ACCE-B890908902AC}">
      <dgm:prSet/>
      <dgm:spPr/>
    </dgm:pt>
    <dgm:pt modelId="{B73AADFD-B9CC-4E69-9D54-F6C01ECE23E4}" type="sibTrans" cxnId="{82A6ACF1-A713-4EC7-ACCE-B890908902AC}">
      <dgm:prSet/>
      <dgm:spPr/>
    </dgm:pt>
    <dgm:pt modelId="{5022CADA-3B58-407D-8981-D0318342AFCA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9BCE1080-1AC5-4EB4-80E0-394D7B3B3A6B}" type="parTrans" cxnId="{A4BE7062-F5E8-4375-B91A-F6B4973CF786}">
      <dgm:prSet/>
      <dgm:spPr/>
    </dgm:pt>
    <dgm:pt modelId="{C7C0F2B3-F805-46E8-B263-140A6E35943F}" type="sibTrans" cxnId="{A4BE7062-F5E8-4375-B91A-F6B4973CF786}">
      <dgm:prSet/>
      <dgm:spPr/>
    </dgm:pt>
    <dgm:pt modelId="{9A73409A-D7DC-4E7D-AE3E-DA006E7FC885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8CE83289-8011-460D-86E2-6A028A099BC5}" type="parTrans" cxnId="{1DC18291-FAC8-4B55-866F-89909135AF10}">
      <dgm:prSet/>
      <dgm:spPr/>
    </dgm:pt>
    <dgm:pt modelId="{6627CEC9-0610-492E-B10D-FE8E8F9D51C6}" type="sibTrans" cxnId="{1DC18291-FAC8-4B55-866F-89909135AF10}">
      <dgm:prSet/>
      <dgm:spPr/>
    </dgm:pt>
    <dgm:pt modelId="{BA676FCA-DA71-4155-A398-C69371C6FD28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562F2833-4073-401C-BC93-F4CF4C61D28E}" type="parTrans" cxnId="{EA95C4FC-6074-40E8-88C7-C97C86F4EBA1}">
      <dgm:prSet/>
      <dgm:spPr/>
    </dgm:pt>
    <dgm:pt modelId="{88DEC263-078E-4123-8CA6-AF7A091DD8EE}" type="sibTrans" cxnId="{EA95C4FC-6074-40E8-88C7-C97C86F4EBA1}">
      <dgm:prSet/>
      <dgm:spPr/>
    </dgm:pt>
    <dgm:pt modelId="{B459BFA7-9EE4-4890-AF81-7D5AB7037283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BF3EF60E-05EC-414F-B06A-18320ED5DB92}" type="parTrans" cxnId="{4713C5B6-252D-4FE5-A407-3964928352FF}">
      <dgm:prSet/>
      <dgm:spPr/>
    </dgm:pt>
    <dgm:pt modelId="{BE02ED56-A970-4576-A9FD-4E975DB1D7F7}" type="sibTrans" cxnId="{4713C5B6-252D-4FE5-A407-3964928352FF}">
      <dgm:prSet/>
      <dgm:spPr/>
    </dgm:pt>
    <dgm:pt modelId="{5AD3A5C1-29B2-493D-87A0-50CA6254F2AB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9F4AC45E-C99C-4B93-AEA8-2845AA09EB5F}" type="parTrans" cxnId="{789309B7-A120-4104-902D-1F3F20CC3A75}">
      <dgm:prSet/>
      <dgm:spPr/>
    </dgm:pt>
    <dgm:pt modelId="{5DB92AB5-13A2-4BB5-AA2A-BC90569C1A7D}" type="sibTrans" cxnId="{789309B7-A120-4104-902D-1F3F20CC3A75}">
      <dgm:prSet/>
      <dgm:spPr/>
    </dgm:pt>
    <dgm:pt modelId="{9CDBD946-428A-4929-B679-8097724D376F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F77C192E-9191-44F4-A793-8CB472E2E166}" type="parTrans" cxnId="{1083FFD3-4128-47CB-8DE3-0FC09D5555BC}">
      <dgm:prSet/>
      <dgm:spPr/>
    </dgm:pt>
    <dgm:pt modelId="{A39B4E8A-5D9F-43C6-9008-91BFAAF6EE82}" type="sibTrans" cxnId="{1083FFD3-4128-47CB-8DE3-0FC09D5555BC}">
      <dgm:prSet/>
      <dgm:spPr/>
    </dgm:pt>
    <dgm:pt modelId="{EEC031D7-4895-4FF7-A8FF-F4EA48181584}" type="pres">
      <dgm:prSet presAssocID="{3BBFCF6C-9457-4B6E-9BC8-15043E0B5F65}" presName="cycle" presStyleCnt="0">
        <dgm:presLayoutVars>
          <dgm:dir/>
          <dgm:resizeHandles val="exact"/>
        </dgm:presLayoutVars>
      </dgm:prSet>
      <dgm:spPr/>
    </dgm:pt>
    <dgm:pt modelId="{983D1170-A9EB-4D61-A6C8-6DC7DE4115B8}" type="pres">
      <dgm:prSet presAssocID="{76A40BFC-DFF8-4E45-94FB-A45C628C522C}" presName="dummy" presStyleCnt="0"/>
      <dgm:spPr/>
    </dgm:pt>
    <dgm:pt modelId="{BE33596D-2E40-40F5-831E-04CF4FAFADAA}" type="pres">
      <dgm:prSet presAssocID="{76A40BFC-DFF8-4E45-94FB-A45C628C522C}" presName="node" presStyleLbl="revTx" presStyleIdx="0" presStyleCnt="3">
        <dgm:presLayoutVars>
          <dgm:bulletEnabled val="1"/>
        </dgm:presLayoutVars>
      </dgm:prSet>
      <dgm:spPr/>
    </dgm:pt>
    <dgm:pt modelId="{104F9388-0232-4E31-91F8-7C1347A34982}" type="pres">
      <dgm:prSet presAssocID="{DCFED2B9-32E2-436B-AA0F-CA6AD2402967}" presName="sibTrans" presStyleLbl="node1" presStyleIdx="0" presStyleCnt="3"/>
      <dgm:spPr/>
    </dgm:pt>
    <dgm:pt modelId="{AEBF50C9-42E7-4005-8DA4-6AB00C3F101D}" type="pres">
      <dgm:prSet presAssocID="{9A73409A-D7DC-4E7D-AE3E-DA006E7FC885}" presName="dummy" presStyleCnt="0"/>
      <dgm:spPr/>
    </dgm:pt>
    <dgm:pt modelId="{89F5F93C-3AB7-4508-9D67-12348B4BE021}" type="pres">
      <dgm:prSet presAssocID="{9A73409A-D7DC-4E7D-AE3E-DA006E7FC885}" presName="node" presStyleLbl="revTx" presStyleIdx="1" presStyleCnt="3">
        <dgm:presLayoutVars>
          <dgm:bulletEnabled val="1"/>
        </dgm:presLayoutVars>
      </dgm:prSet>
      <dgm:spPr/>
    </dgm:pt>
    <dgm:pt modelId="{287A0B13-7A02-48BC-96D6-35029474D0DD}" type="pres">
      <dgm:prSet presAssocID="{6627CEC9-0610-492E-B10D-FE8E8F9D51C6}" presName="sibTrans" presStyleLbl="node1" presStyleIdx="1" presStyleCnt="3"/>
      <dgm:spPr/>
    </dgm:pt>
    <dgm:pt modelId="{6E292BB0-7687-4024-83DC-13FE588F7DB8}" type="pres">
      <dgm:prSet presAssocID="{5AD3A5C1-29B2-493D-87A0-50CA6254F2AB}" presName="dummy" presStyleCnt="0"/>
      <dgm:spPr/>
    </dgm:pt>
    <dgm:pt modelId="{529DFD0C-A8A5-424B-A836-DC1BDA0BA7EE}" type="pres">
      <dgm:prSet presAssocID="{5AD3A5C1-29B2-493D-87A0-50CA6254F2AB}" presName="node" presStyleLbl="revTx" presStyleIdx="2" presStyleCnt="3">
        <dgm:presLayoutVars>
          <dgm:bulletEnabled val="1"/>
        </dgm:presLayoutVars>
      </dgm:prSet>
      <dgm:spPr/>
    </dgm:pt>
    <dgm:pt modelId="{EB4BE87B-D317-4E02-9103-7F7651497715}" type="pres">
      <dgm:prSet presAssocID="{5DB92AB5-13A2-4BB5-AA2A-BC90569C1A7D}" presName="sibTrans" presStyleLbl="node1" presStyleIdx="2" presStyleCnt="3"/>
      <dgm:spPr/>
    </dgm:pt>
  </dgm:ptLst>
  <dgm:cxnLst>
    <dgm:cxn modelId="{422F6B0B-7467-4632-B452-521A4E1EEB6F}" type="presOf" srcId="{5AD3A5C1-29B2-493D-87A0-50CA6254F2AB}" destId="{529DFD0C-A8A5-424B-A836-DC1BDA0BA7EE}" srcOrd="0" destOrd="0" presId="urn:microsoft.com/office/officeart/2005/8/layout/cycle1"/>
    <dgm:cxn modelId="{7F9B100F-32C1-4CE2-8D42-27A59EBB311C}" type="presOf" srcId="{DCFED2B9-32E2-436B-AA0F-CA6AD2402967}" destId="{104F9388-0232-4E31-91F8-7C1347A34982}" srcOrd="0" destOrd="0" presId="urn:microsoft.com/office/officeart/2005/8/layout/cycle1"/>
    <dgm:cxn modelId="{EA981422-EB87-4150-9172-6A852B2D9EB7}" type="presOf" srcId="{5022CADA-3B58-407D-8981-D0318342AFCA}" destId="{BE33596D-2E40-40F5-831E-04CF4FAFADAA}" srcOrd="0" destOrd="2" presId="urn:microsoft.com/office/officeart/2005/8/layout/cycle1"/>
    <dgm:cxn modelId="{99BB0232-ACB9-441F-BE51-8F5CE37E1B6A}" type="presOf" srcId="{9A73409A-D7DC-4E7D-AE3E-DA006E7FC885}" destId="{89F5F93C-3AB7-4508-9D67-12348B4BE021}" srcOrd="0" destOrd="0" presId="urn:microsoft.com/office/officeart/2005/8/layout/cycle1"/>
    <dgm:cxn modelId="{ECAC7560-CDF7-4B19-A148-98B315462CF1}" type="presOf" srcId="{BA676FCA-DA71-4155-A398-C69371C6FD28}" destId="{89F5F93C-3AB7-4508-9D67-12348B4BE021}" srcOrd="0" destOrd="1" presId="urn:microsoft.com/office/officeart/2005/8/layout/cycle1"/>
    <dgm:cxn modelId="{A4BE7062-F5E8-4375-B91A-F6B4973CF786}" srcId="{76A40BFC-DFF8-4E45-94FB-A45C628C522C}" destId="{5022CADA-3B58-407D-8981-D0318342AFCA}" srcOrd="1" destOrd="0" parTransId="{9BCE1080-1AC5-4EB4-80E0-394D7B3B3A6B}" sibTransId="{C7C0F2B3-F805-46E8-B263-140A6E35943F}"/>
    <dgm:cxn modelId="{D0DCF16E-BCC7-498F-9A1E-ABEF9C87C024}" srcId="{3BBFCF6C-9457-4B6E-9BC8-15043E0B5F65}" destId="{76A40BFC-DFF8-4E45-94FB-A45C628C522C}" srcOrd="0" destOrd="0" parTransId="{0C0D299C-7103-414D-A3A3-2ABF2BF9F7F5}" sibTransId="{DCFED2B9-32E2-436B-AA0F-CA6AD2402967}"/>
    <dgm:cxn modelId="{AC39EE57-FE1B-44E0-9861-3F600CC88418}" type="presOf" srcId="{76A40BFC-DFF8-4E45-94FB-A45C628C522C}" destId="{BE33596D-2E40-40F5-831E-04CF4FAFADAA}" srcOrd="0" destOrd="0" presId="urn:microsoft.com/office/officeart/2005/8/layout/cycle1"/>
    <dgm:cxn modelId="{727AE57E-3610-439D-BFDA-5CEBF0C6B4FB}" type="presOf" srcId="{5DB92AB5-13A2-4BB5-AA2A-BC90569C1A7D}" destId="{EB4BE87B-D317-4E02-9103-7F7651497715}" srcOrd="0" destOrd="0" presId="urn:microsoft.com/office/officeart/2005/8/layout/cycle1"/>
    <dgm:cxn modelId="{1DC18291-FAC8-4B55-866F-89909135AF10}" srcId="{3BBFCF6C-9457-4B6E-9BC8-15043E0B5F65}" destId="{9A73409A-D7DC-4E7D-AE3E-DA006E7FC885}" srcOrd="1" destOrd="0" parTransId="{8CE83289-8011-460D-86E2-6A028A099BC5}" sibTransId="{6627CEC9-0610-492E-B10D-FE8E8F9D51C6}"/>
    <dgm:cxn modelId="{20FC39B2-8520-4D5B-BF51-E3577F17C826}" type="presOf" srcId="{B459BFA7-9EE4-4890-AF81-7D5AB7037283}" destId="{89F5F93C-3AB7-4508-9D67-12348B4BE021}" srcOrd="0" destOrd="2" presId="urn:microsoft.com/office/officeart/2005/8/layout/cycle1"/>
    <dgm:cxn modelId="{4713C5B6-252D-4FE5-A407-3964928352FF}" srcId="{9A73409A-D7DC-4E7D-AE3E-DA006E7FC885}" destId="{B459BFA7-9EE4-4890-AF81-7D5AB7037283}" srcOrd="1" destOrd="0" parTransId="{BF3EF60E-05EC-414F-B06A-18320ED5DB92}" sibTransId="{BE02ED56-A970-4576-A9FD-4E975DB1D7F7}"/>
    <dgm:cxn modelId="{789309B7-A120-4104-902D-1F3F20CC3A75}" srcId="{3BBFCF6C-9457-4B6E-9BC8-15043E0B5F65}" destId="{5AD3A5C1-29B2-493D-87A0-50CA6254F2AB}" srcOrd="2" destOrd="0" parTransId="{9F4AC45E-C99C-4B93-AEA8-2845AA09EB5F}" sibTransId="{5DB92AB5-13A2-4BB5-AA2A-BC90569C1A7D}"/>
    <dgm:cxn modelId="{D01C3CB9-526D-4E89-A13F-90236E999AAA}" type="presOf" srcId="{439432BB-45C6-4492-8A05-22F81F538C60}" destId="{BE33596D-2E40-40F5-831E-04CF4FAFADAA}" srcOrd="0" destOrd="1" presId="urn:microsoft.com/office/officeart/2005/8/layout/cycle1"/>
    <dgm:cxn modelId="{D26171C6-891E-49FF-BABC-A88A975EA105}" type="presOf" srcId="{3BBFCF6C-9457-4B6E-9BC8-15043E0B5F65}" destId="{EEC031D7-4895-4FF7-A8FF-F4EA48181584}" srcOrd="0" destOrd="0" presId="urn:microsoft.com/office/officeart/2005/8/layout/cycle1"/>
    <dgm:cxn modelId="{1083FFD3-4128-47CB-8DE3-0FC09D5555BC}" srcId="{5AD3A5C1-29B2-493D-87A0-50CA6254F2AB}" destId="{9CDBD946-428A-4929-B679-8097724D376F}" srcOrd="0" destOrd="0" parTransId="{F77C192E-9191-44F4-A793-8CB472E2E166}" sibTransId="{A39B4E8A-5D9F-43C6-9008-91BFAAF6EE82}"/>
    <dgm:cxn modelId="{AA5D16D9-6601-461A-8B1F-80EC08E4882E}" type="presOf" srcId="{6627CEC9-0610-492E-B10D-FE8E8F9D51C6}" destId="{287A0B13-7A02-48BC-96D6-35029474D0DD}" srcOrd="0" destOrd="0" presId="urn:microsoft.com/office/officeart/2005/8/layout/cycle1"/>
    <dgm:cxn modelId="{82A6ACF1-A713-4EC7-ACCE-B890908902AC}" srcId="{76A40BFC-DFF8-4E45-94FB-A45C628C522C}" destId="{439432BB-45C6-4492-8A05-22F81F538C60}" srcOrd="0" destOrd="0" parTransId="{F6BECEF2-AABF-4D56-84AC-EF7339B56E64}" sibTransId="{B73AADFD-B9CC-4E69-9D54-F6C01ECE23E4}"/>
    <dgm:cxn modelId="{743387FB-EDBC-4C9A-9FB5-01FCB5396731}" type="presOf" srcId="{9CDBD946-428A-4929-B679-8097724D376F}" destId="{529DFD0C-A8A5-424B-A836-DC1BDA0BA7EE}" srcOrd="0" destOrd="1" presId="urn:microsoft.com/office/officeart/2005/8/layout/cycle1"/>
    <dgm:cxn modelId="{EA95C4FC-6074-40E8-88C7-C97C86F4EBA1}" srcId="{9A73409A-D7DC-4E7D-AE3E-DA006E7FC885}" destId="{BA676FCA-DA71-4155-A398-C69371C6FD28}" srcOrd="0" destOrd="0" parTransId="{562F2833-4073-401C-BC93-F4CF4C61D28E}" sibTransId="{88DEC263-078E-4123-8CA6-AF7A091DD8EE}"/>
    <dgm:cxn modelId="{B6573BC6-8596-47D1-B352-690B35C03F4D}" type="presParOf" srcId="{EEC031D7-4895-4FF7-A8FF-F4EA48181584}" destId="{983D1170-A9EB-4D61-A6C8-6DC7DE4115B8}" srcOrd="0" destOrd="0" presId="urn:microsoft.com/office/officeart/2005/8/layout/cycle1"/>
    <dgm:cxn modelId="{61BD6620-6C89-4BF7-BD6D-B68FA0CA8981}" type="presParOf" srcId="{EEC031D7-4895-4FF7-A8FF-F4EA48181584}" destId="{BE33596D-2E40-40F5-831E-04CF4FAFADAA}" srcOrd="1" destOrd="0" presId="urn:microsoft.com/office/officeart/2005/8/layout/cycle1"/>
    <dgm:cxn modelId="{A15ACDA7-41B6-4CA3-81F0-AA6CC6BD28A2}" type="presParOf" srcId="{EEC031D7-4895-4FF7-A8FF-F4EA48181584}" destId="{104F9388-0232-4E31-91F8-7C1347A34982}" srcOrd="2" destOrd="0" presId="urn:microsoft.com/office/officeart/2005/8/layout/cycle1"/>
    <dgm:cxn modelId="{D6061614-D6BB-4CF3-ABAB-6AA76A3A6187}" type="presParOf" srcId="{EEC031D7-4895-4FF7-A8FF-F4EA48181584}" destId="{AEBF50C9-42E7-4005-8DA4-6AB00C3F101D}" srcOrd="3" destOrd="0" presId="urn:microsoft.com/office/officeart/2005/8/layout/cycle1"/>
    <dgm:cxn modelId="{9728DD37-673E-4B45-951B-A6609B3D0354}" type="presParOf" srcId="{EEC031D7-4895-4FF7-A8FF-F4EA48181584}" destId="{89F5F93C-3AB7-4508-9D67-12348B4BE021}" srcOrd="4" destOrd="0" presId="urn:microsoft.com/office/officeart/2005/8/layout/cycle1"/>
    <dgm:cxn modelId="{655CE7DF-7FE3-4DD4-B5B0-FC839F1999EC}" type="presParOf" srcId="{EEC031D7-4895-4FF7-A8FF-F4EA48181584}" destId="{287A0B13-7A02-48BC-96D6-35029474D0DD}" srcOrd="5" destOrd="0" presId="urn:microsoft.com/office/officeart/2005/8/layout/cycle1"/>
    <dgm:cxn modelId="{A8872155-C61F-4E27-A906-52EB8F809446}" type="presParOf" srcId="{EEC031D7-4895-4FF7-A8FF-F4EA48181584}" destId="{6E292BB0-7687-4024-83DC-13FE588F7DB8}" srcOrd="6" destOrd="0" presId="urn:microsoft.com/office/officeart/2005/8/layout/cycle1"/>
    <dgm:cxn modelId="{5CA3EB3D-8A50-4210-8460-DCDE5ACE8D37}" type="presParOf" srcId="{EEC031D7-4895-4FF7-A8FF-F4EA48181584}" destId="{529DFD0C-A8A5-424B-A836-DC1BDA0BA7EE}" srcOrd="7" destOrd="0" presId="urn:microsoft.com/office/officeart/2005/8/layout/cycle1"/>
    <dgm:cxn modelId="{F608BB4E-A467-4983-B960-2388B5E9138C}" type="presParOf" srcId="{EEC031D7-4895-4FF7-A8FF-F4EA48181584}" destId="{EB4BE87B-D317-4E02-9103-7F7651497715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3596D-2E40-40F5-831E-04CF4FAFADAA}">
      <dsp:nvSpPr>
        <dsp:cNvPr id="0" name=""/>
        <dsp:cNvSpPr/>
      </dsp:nvSpPr>
      <dsp:spPr>
        <a:xfrm>
          <a:off x="4779639" y="375861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Branch A Root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Branch A Child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Branch A Grandchild with long text</a:t>
          </a:r>
        </a:p>
      </dsp:txBody>
      <dsp:txXfrm>
        <a:off x="4779639" y="375861"/>
        <a:ext cx="1914611" cy="1914611"/>
      </dsp:txXfrm>
    </dsp:sp>
    <dsp:sp modelId="{104F9388-0232-4E31-91F8-7C1347A34982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2963490"/>
            <a:gd name="adj4" fmla="val 51967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5F93C-3AB7-4508-9D67-12348B4BE021}">
      <dsp:nvSpPr>
        <dsp:cNvPr id="0" name=""/>
        <dsp:cNvSpPr/>
      </dsp:nvSpPr>
      <dsp:spPr>
        <a:xfrm>
          <a:off x="3170194" y="3163502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Branch B Root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Branch B Child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Branch B Grandchild</a:t>
          </a:r>
        </a:p>
      </dsp:txBody>
      <dsp:txXfrm>
        <a:off x="3170194" y="3163502"/>
        <a:ext cx="1914611" cy="1914611"/>
      </dsp:txXfrm>
    </dsp:sp>
    <dsp:sp modelId="{287A0B13-7A02-48BC-96D6-35029474D0DD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10171836"/>
            <a:gd name="adj4" fmla="val 7260313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DFD0C-A8A5-424B-A836-DC1BDA0BA7EE}">
      <dsp:nvSpPr>
        <dsp:cNvPr id="0" name=""/>
        <dsp:cNvSpPr/>
      </dsp:nvSpPr>
      <dsp:spPr>
        <a:xfrm>
          <a:off x="1560748" y="375861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Branch C Root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Branch C Child</a:t>
          </a:r>
        </a:p>
      </dsp:txBody>
      <dsp:txXfrm>
        <a:off x="1560748" y="375861"/>
        <a:ext cx="1914611" cy="1914611"/>
      </dsp:txXfrm>
    </dsp:sp>
    <dsp:sp modelId="{EB4BE87B-D317-4E02-9103-7F7651497715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16856380"/>
            <a:gd name="adj4" fmla="val 14967424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5682-D276-29A2-971E-E5226DDF3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02331-7146-287B-23C3-AC58983E2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D9B3C-6A84-77DF-ABA4-90FDBD78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09820-0ED9-970F-4A56-3F79EA61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E7DE2-FA0E-0E8B-51F2-AAF65437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0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6600-1F2B-BB1D-7EFD-E65B519A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1DBA-D5A0-1AFC-705B-D839C65A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DCB1-14C0-353C-52DB-CB11408E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283F4-DC9A-4DE4-CDA5-E8DC14FF6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EB6E4-7BDD-3252-ED50-B424A605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3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3365-2895-7D81-A008-52BDE8CE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C582D-CD51-E3F1-6287-405CEA6F6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71436-D878-F3F0-5008-DE8E0480E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6B07-FDB4-FF66-F152-028EEB9F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00B5C-4C7F-D236-3299-493F1D5C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4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1072-B577-EC01-793F-2C069DCE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C4568-C419-D2BA-5E0E-BA0A9E5AC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8C1D7-CF34-B517-EEAD-A8B46E20B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16A7F-5E51-8B66-BD78-205EB582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C114B-AE04-F250-B690-EA92E83B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43EE4-F3D0-6433-2204-0759DDFB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5ECE-BAF3-3C56-FA8F-F9CBFA76E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CD6B0-2096-C5C9-BBF4-330903C57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1E8A3-DE2B-03A4-EC02-49F67D33B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01A72-97D9-D56E-3B9C-1DF9D8E2D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ABDA6-ED16-301F-3B8D-1BE0C9EB5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E2782-A6F8-7474-8266-788A24F2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F07A7-285F-FC59-CD08-2C2B3C99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3C675-116F-5260-EAB8-583F27BA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9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8710-D3B5-7D45-88A5-52AA1AA7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1196E-5201-405B-3C98-3C349D0D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8930A-CB0E-58A1-22ED-CEDD106E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3C890-3322-886B-D30F-F3C75C73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5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A511D-6074-4395-5698-0553B857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889B3-339F-F52B-FC2C-55FC6E34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FAC3D-D951-225C-D873-E3EC48A9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0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E42C-7867-9478-91FD-BB24D602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0624B-CF2B-FD22-5118-0BC08F4E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1026D-5EBF-46FC-3A64-A5AADFEAE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572F1-D9DE-0A5D-B599-087CC57C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85AE94-4113-6185-A058-D3D8ED9EF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A19DB-E086-E345-26D9-266E1D8A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11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642B-1F02-3368-107E-42011319D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B387E-DDA4-0465-27DF-C17289149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43526-1830-D522-7918-4F15E7A7A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13210-2D6B-BE1B-7868-CCD98840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6943A-CBEE-929C-95F2-8FAF2CE7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D7C0F-04B2-9764-D4F4-B775390F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0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CF0F-7993-B88D-EDBA-3ED53D60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CEE5B-CE30-53CA-2676-2F030DF6B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74CA-30E7-D749-2C41-49997CA3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BFC65-8534-0643-17D8-12797A3F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4AAE6-CB57-02DA-3D53-3000491D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9C45B-7C84-7252-FF89-4E95DB32D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E6763-7265-C427-C00F-3F9B2D600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3F35C-FA88-F0F6-C535-DA7AD2F5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5660D-068A-015B-3AA6-D98AC3F2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BF6FE-612B-6EDA-692E-CE7D2714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5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134FD-0DD3-754C-7C1D-34A3960D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5A39-D09E-27F8-8E06-40A6098F3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5E440-7D73-428E-3033-BCF912FC6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13893-7D78-4075-8A74-EC6184FC87E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6CEE3-5BA5-2B96-2164-6B9DEBB60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8E2C0-1541-2F54-D491-3276514F1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6FD3F-D331-4BB9-8607-7BCDE98596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78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7599EE-E08A-23FC-AF17-2BC1BEFE46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75227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221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2026-09-06T08:14:05Z</dcterms:created>
  <dcterms:modified xsi:type="dcterms:W3CDTF">2026-09-06T08:14:06Z</dcterms:modified>
</cp:coreProperties>
</file>