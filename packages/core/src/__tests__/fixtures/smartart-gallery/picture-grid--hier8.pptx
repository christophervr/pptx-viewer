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BF2E7D3-B115-4F38-BE54-82533E4C3F63}" type="doc">
      <dgm:prSet loTypeId="urn:microsoft.com/office/officeart/2008/layout/PictureGrid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A1A053B-3288-4586-83EE-DC18364C117B}">
      <dgm:prSet phldrT="[Text]"/>
      <dgm:spPr/>
      <dgm:t>
        <a:bodyPr/>
        <a:lstStyle/>
        <a:p>
          <a:r>
            <a:rPr lang="en-US"/>
            <a:t>Branch A Root</a:t>
          </a:r>
        </a:p>
      </dgm:t>
    </dgm:pt>
    <dgm:pt modelId="{F614D5E0-31D3-4A52-90BE-F807B3743ACD}" type="parTrans" cxnId="{1778A7B3-681D-4725-939D-7073D443F3F0}">
      <dgm:prSet/>
      <dgm:spPr/>
    </dgm:pt>
    <dgm:pt modelId="{AEA3BA3F-EAE8-427E-9339-C8689C6BFB7C}" type="sibTrans" cxnId="{1778A7B3-681D-4725-939D-7073D443F3F0}">
      <dgm:prSet/>
      <dgm:spPr/>
    </dgm:pt>
    <dgm:pt modelId="{57B9306B-2C1A-4DED-B043-6C8F6D3F1C4A}">
      <dgm:prSet phldrT="[Text]"/>
      <dgm:spPr/>
      <dgm:t>
        <a:bodyPr/>
        <a:lstStyle/>
        <a:p>
          <a:r>
            <a:rPr lang="en-US"/>
            <a:t>Branch A Child</a:t>
          </a:r>
        </a:p>
      </dgm:t>
    </dgm:pt>
    <dgm:pt modelId="{CF4198B9-B0E9-4B17-8C36-C83A961B0557}" type="parTrans" cxnId="{B9B13A86-A1AD-488F-8394-AA3BF11586D1}">
      <dgm:prSet/>
      <dgm:spPr/>
    </dgm:pt>
    <dgm:pt modelId="{7AC28A62-1C6F-4FE3-87FA-DE0AC7FA0AF6}" type="sibTrans" cxnId="{B9B13A86-A1AD-488F-8394-AA3BF11586D1}">
      <dgm:prSet/>
      <dgm:spPr/>
    </dgm:pt>
    <dgm:pt modelId="{3830F533-8868-4B45-8AA3-FB4C11B6543D}">
      <dgm:prSet phldrT="[Text]"/>
      <dgm:spPr/>
      <dgm:t>
        <a:bodyPr/>
        <a:lstStyle/>
        <a:p>
          <a:r>
            <a:rPr lang="en-US"/>
            <a:t>Branch A Grandchild with long text</a:t>
          </a:r>
        </a:p>
      </dgm:t>
    </dgm:pt>
    <dgm:pt modelId="{94825AD7-5AF5-4181-BD13-D7B3BD58D797}" type="parTrans" cxnId="{04DD4236-9B9B-460B-9150-FC5674DF086C}">
      <dgm:prSet/>
      <dgm:spPr/>
    </dgm:pt>
    <dgm:pt modelId="{A7546D02-DEA0-4047-9F4B-291C40252586}" type="sibTrans" cxnId="{04DD4236-9B9B-460B-9150-FC5674DF086C}">
      <dgm:prSet/>
      <dgm:spPr/>
    </dgm:pt>
    <dgm:pt modelId="{CC1C0B18-DA9F-4451-A5F3-528187B17AD6}">
      <dgm:prSet phldrT="[Text]"/>
      <dgm:spPr/>
      <dgm:t>
        <a:bodyPr/>
        <a:lstStyle/>
        <a:p>
          <a:r>
            <a:rPr lang="en-US"/>
            <a:t>Branch B Root</a:t>
          </a:r>
        </a:p>
      </dgm:t>
    </dgm:pt>
    <dgm:pt modelId="{94CDC749-469B-46C8-899E-72CB2E7C8B52}" type="parTrans" cxnId="{1A5C1427-81DF-4AD3-9FE1-54F46218197D}">
      <dgm:prSet/>
      <dgm:spPr/>
    </dgm:pt>
    <dgm:pt modelId="{DC4A4E8B-0236-46FB-BBCF-F8FBB8D0E36D}" type="sibTrans" cxnId="{1A5C1427-81DF-4AD3-9FE1-54F46218197D}">
      <dgm:prSet/>
      <dgm:spPr/>
    </dgm:pt>
    <dgm:pt modelId="{910C9B84-2113-4FEF-89F5-31C7C2AEC884}">
      <dgm:prSet phldrT="[Text]"/>
      <dgm:spPr/>
      <dgm:t>
        <a:bodyPr/>
        <a:lstStyle/>
        <a:p>
          <a:r>
            <a:rPr lang="en-US"/>
            <a:t>Branch B Child</a:t>
          </a:r>
        </a:p>
      </dgm:t>
    </dgm:pt>
    <dgm:pt modelId="{A21586F9-6B19-41DC-B426-686442084747}" type="parTrans" cxnId="{C3863D5D-04FD-4061-89E9-7913E2B2CC84}">
      <dgm:prSet/>
      <dgm:spPr/>
    </dgm:pt>
    <dgm:pt modelId="{D92E6E5B-675B-4A7E-9CEA-9C67D93D39B4}" type="sibTrans" cxnId="{C3863D5D-04FD-4061-89E9-7913E2B2CC84}">
      <dgm:prSet/>
      <dgm:spPr/>
    </dgm:pt>
    <dgm:pt modelId="{A4BB2421-1063-49E7-9597-5A082FBA6408}">
      <dgm:prSet phldrT="[Text]"/>
      <dgm:spPr/>
      <dgm:t>
        <a:bodyPr/>
        <a:lstStyle/>
        <a:p>
          <a:r>
            <a:rPr lang="en-US"/>
            <a:t>Branch B Grandchild</a:t>
          </a:r>
        </a:p>
      </dgm:t>
    </dgm:pt>
    <dgm:pt modelId="{CAE5F3EB-AF3D-4E20-9D03-20AA64163147}" type="parTrans" cxnId="{2A310795-ECBA-4540-9997-1EC6D41AF948}">
      <dgm:prSet/>
      <dgm:spPr/>
    </dgm:pt>
    <dgm:pt modelId="{34914B37-F722-41E7-B6F3-8106504D4149}" type="sibTrans" cxnId="{2A310795-ECBA-4540-9997-1EC6D41AF948}">
      <dgm:prSet/>
      <dgm:spPr/>
    </dgm:pt>
    <dgm:pt modelId="{A85C701D-1BA6-417D-9805-721B4FC4A924}">
      <dgm:prSet phldrT="[Text]"/>
      <dgm:spPr/>
      <dgm:t>
        <a:bodyPr/>
        <a:lstStyle/>
        <a:p>
          <a:r>
            <a:rPr lang="en-US"/>
            <a:t>Branch C Root</a:t>
          </a:r>
        </a:p>
      </dgm:t>
    </dgm:pt>
    <dgm:pt modelId="{BD4E9D3D-3261-4413-8319-842651C3F532}" type="parTrans" cxnId="{C4E9E2DC-E0F6-42AC-87C1-DFF1815C39A8}">
      <dgm:prSet/>
      <dgm:spPr/>
    </dgm:pt>
    <dgm:pt modelId="{DCB082F1-778F-4F4B-8BC1-167269D008FE}" type="sibTrans" cxnId="{C4E9E2DC-E0F6-42AC-87C1-DFF1815C39A8}">
      <dgm:prSet/>
      <dgm:spPr/>
    </dgm:pt>
    <dgm:pt modelId="{C65C3F54-EED6-47B3-8228-B943DEA877C0}">
      <dgm:prSet phldrT="[Text]"/>
      <dgm:spPr/>
      <dgm:t>
        <a:bodyPr/>
        <a:lstStyle/>
        <a:p>
          <a:r>
            <a:rPr lang="en-US"/>
            <a:t>Branch C Child</a:t>
          </a:r>
        </a:p>
      </dgm:t>
    </dgm:pt>
    <dgm:pt modelId="{D0266C1F-B771-4188-A2CD-0CD5D0D0EBD4}" type="parTrans" cxnId="{6B8A3037-B5B7-46B5-AC69-31FB861E4E5C}">
      <dgm:prSet/>
      <dgm:spPr/>
    </dgm:pt>
    <dgm:pt modelId="{6A3F11D2-6F11-4F30-9946-4F54105B4CB9}" type="sibTrans" cxnId="{6B8A3037-B5B7-46B5-AC69-31FB861E4E5C}">
      <dgm:prSet/>
      <dgm:spPr/>
    </dgm:pt>
    <dgm:pt modelId="{C5A23B6B-63A3-4652-9C92-DC65DF8BB9F8}" type="pres">
      <dgm:prSet presAssocID="{3BF2E7D3-B115-4F38-BE54-82533E4C3F63}" presName="Name0" presStyleCnt="0">
        <dgm:presLayoutVars>
          <dgm:dir/>
        </dgm:presLayoutVars>
      </dgm:prSet>
      <dgm:spPr/>
    </dgm:pt>
    <dgm:pt modelId="{C290440D-7FB6-43A4-8A39-A3D8CBCFE455}" type="pres">
      <dgm:prSet presAssocID="{5A1A053B-3288-4586-83EE-DC18364C117B}" presName="composite" presStyleCnt="0"/>
      <dgm:spPr/>
    </dgm:pt>
    <dgm:pt modelId="{78700C7A-DDF1-4DC2-A700-FB21FE7DE063}" type="pres">
      <dgm:prSet presAssocID="{5A1A053B-3288-4586-83EE-DC18364C117B}" presName="rect2" presStyleLbl="revTx" presStyleIdx="0" presStyleCnt="3">
        <dgm:presLayoutVars>
          <dgm:bulletEnabled val="1"/>
        </dgm:presLayoutVars>
      </dgm:prSet>
      <dgm:spPr/>
    </dgm:pt>
    <dgm:pt modelId="{5E825AA4-448A-422F-8F2F-ECB05E1F752E}" type="pres">
      <dgm:prSet presAssocID="{5A1A053B-3288-4586-83EE-DC18364C117B}" presName="rect1" presStyleLbl="alignImgPlace1" presStyleIdx="0" presStyleCnt="3"/>
      <dgm:spPr/>
    </dgm:pt>
    <dgm:pt modelId="{642E706E-4020-4DEC-A383-576B2C485168}" type="pres">
      <dgm:prSet presAssocID="{AEA3BA3F-EAE8-427E-9339-C8689C6BFB7C}" presName="sibTrans" presStyleCnt="0"/>
      <dgm:spPr/>
    </dgm:pt>
    <dgm:pt modelId="{0F88F210-EA02-44CE-9241-A1B5E46A7495}" type="pres">
      <dgm:prSet presAssocID="{CC1C0B18-DA9F-4451-A5F3-528187B17AD6}" presName="composite" presStyleCnt="0"/>
      <dgm:spPr/>
    </dgm:pt>
    <dgm:pt modelId="{BB996B96-24BF-442B-8C1B-E5C7C35C2CEF}" type="pres">
      <dgm:prSet presAssocID="{CC1C0B18-DA9F-4451-A5F3-528187B17AD6}" presName="rect2" presStyleLbl="revTx" presStyleIdx="1" presStyleCnt="3">
        <dgm:presLayoutVars>
          <dgm:bulletEnabled val="1"/>
        </dgm:presLayoutVars>
      </dgm:prSet>
      <dgm:spPr/>
    </dgm:pt>
    <dgm:pt modelId="{E4E30FC2-4389-4CFB-951A-29F8C8556D59}" type="pres">
      <dgm:prSet presAssocID="{CC1C0B18-DA9F-4451-A5F3-528187B17AD6}" presName="rect1" presStyleLbl="alignImgPlace1" presStyleIdx="1" presStyleCnt="3"/>
      <dgm:spPr/>
    </dgm:pt>
    <dgm:pt modelId="{424E1E86-4F59-48DD-88EB-E6F021E8F748}" type="pres">
      <dgm:prSet presAssocID="{DC4A4E8B-0236-46FB-BBCF-F8FBB8D0E36D}" presName="sibTrans" presStyleCnt="0"/>
      <dgm:spPr/>
    </dgm:pt>
    <dgm:pt modelId="{1F740F18-0CD7-405F-BBE8-AE0F05B7C5CF}" type="pres">
      <dgm:prSet presAssocID="{A85C701D-1BA6-417D-9805-721B4FC4A924}" presName="composite" presStyleCnt="0"/>
      <dgm:spPr/>
    </dgm:pt>
    <dgm:pt modelId="{1CC40C47-A82C-46F4-8CB1-2904D4287A24}" type="pres">
      <dgm:prSet presAssocID="{A85C701D-1BA6-417D-9805-721B4FC4A924}" presName="rect2" presStyleLbl="revTx" presStyleIdx="2" presStyleCnt="3">
        <dgm:presLayoutVars>
          <dgm:bulletEnabled val="1"/>
        </dgm:presLayoutVars>
      </dgm:prSet>
      <dgm:spPr/>
    </dgm:pt>
    <dgm:pt modelId="{44F54BF8-4FBD-4820-837E-F2BAE0D7C0D4}" type="pres">
      <dgm:prSet presAssocID="{A85C701D-1BA6-417D-9805-721B4FC4A924}" presName="rect1" presStyleLbl="alignImgPlace1" presStyleIdx="2" presStyleCnt="3"/>
      <dgm:spPr/>
    </dgm:pt>
  </dgm:ptLst>
  <dgm:cxnLst>
    <dgm:cxn modelId="{1A5C1427-81DF-4AD3-9FE1-54F46218197D}" srcId="{3BF2E7D3-B115-4F38-BE54-82533E4C3F63}" destId="{CC1C0B18-DA9F-4451-A5F3-528187B17AD6}" srcOrd="1" destOrd="0" parTransId="{94CDC749-469B-46C8-899E-72CB2E7C8B52}" sibTransId="{DC4A4E8B-0236-46FB-BBCF-F8FBB8D0E36D}"/>
    <dgm:cxn modelId="{04DD4236-9B9B-460B-9150-FC5674DF086C}" srcId="{5A1A053B-3288-4586-83EE-DC18364C117B}" destId="{3830F533-8868-4B45-8AA3-FB4C11B6543D}" srcOrd="1" destOrd="0" parTransId="{94825AD7-5AF5-4181-BD13-D7B3BD58D797}" sibTransId="{A7546D02-DEA0-4047-9F4B-291C40252586}"/>
    <dgm:cxn modelId="{6B8A3037-B5B7-46B5-AC69-31FB861E4E5C}" srcId="{A85C701D-1BA6-417D-9805-721B4FC4A924}" destId="{C65C3F54-EED6-47B3-8228-B943DEA877C0}" srcOrd="0" destOrd="0" parTransId="{D0266C1F-B771-4188-A2CD-0CD5D0D0EBD4}" sibTransId="{6A3F11D2-6F11-4F30-9946-4F54105B4CB9}"/>
    <dgm:cxn modelId="{BD257D3B-57DD-4DAC-9C30-974B16F65C4C}" type="presOf" srcId="{A4BB2421-1063-49E7-9597-5A082FBA6408}" destId="{BB996B96-24BF-442B-8C1B-E5C7C35C2CEF}" srcOrd="0" destOrd="2" presId="urn:microsoft.com/office/officeart/2008/layout/PictureGrid"/>
    <dgm:cxn modelId="{C3863D5D-04FD-4061-89E9-7913E2B2CC84}" srcId="{CC1C0B18-DA9F-4451-A5F3-528187B17AD6}" destId="{910C9B84-2113-4FEF-89F5-31C7C2AEC884}" srcOrd="0" destOrd="0" parTransId="{A21586F9-6B19-41DC-B426-686442084747}" sibTransId="{D92E6E5B-675B-4A7E-9CEA-9C67D93D39B4}"/>
    <dgm:cxn modelId="{AEB9D170-A6E9-4CC5-806F-5ED940DE1992}" type="presOf" srcId="{3BF2E7D3-B115-4F38-BE54-82533E4C3F63}" destId="{C5A23B6B-63A3-4652-9C92-DC65DF8BB9F8}" srcOrd="0" destOrd="0" presId="urn:microsoft.com/office/officeart/2008/layout/PictureGrid"/>
    <dgm:cxn modelId="{3B923471-B9A4-4A4A-A477-57A299585360}" type="presOf" srcId="{3830F533-8868-4B45-8AA3-FB4C11B6543D}" destId="{78700C7A-DDF1-4DC2-A700-FB21FE7DE063}" srcOrd="0" destOrd="2" presId="urn:microsoft.com/office/officeart/2008/layout/PictureGrid"/>
    <dgm:cxn modelId="{1EC24451-8057-4B36-8D01-89B4D9D2AEA5}" type="presOf" srcId="{5A1A053B-3288-4586-83EE-DC18364C117B}" destId="{78700C7A-DDF1-4DC2-A700-FB21FE7DE063}" srcOrd="0" destOrd="0" presId="urn:microsoft.com/office/officeart/2008/layout/PictureGrid"/>
    <dgm:cxn modelId="{B9B13A86-A1AD-488F-8394-AA3BF11586D1}" srcId="{5A1A053B-3288-4586-83EE-DC18364C117B}" destId="{57B9306B-2C1A-4DED-B043-6C8F6D3F1C4A}" srcOrd="0" destOrd="0" parTransId="{CF4198B9-B0E9-4B17-8C36-C83A961B0557}" sibTransId="{7AC28A62-1C6F-4FE3-87FA-DE0AC7FA0AF6}"/>
    <dgm:cxn modelId="{D27BB487-D322-4E49-BB28-3A219E7D381D}" type="presOf" srcId="{CC1C0B18-DA9F-4451-A5F3-528187B17AD6}" destId="{BB996B96-24BF-442B-8C1B-E5C7C35C2CEF}" srcOrd="0" destOrd="0" presId="urn:microsoft.com/office/officeart/2008/layout/PictureGrid"/>
    <dgm:cxn modelId="{48FE3E93-7DDD-44EA-BFC5-02BF85A28D4F}" type="presOf" srcId="{910C9B84-2113-4FEF-89F5-31C7C2AEC884}" destId="{BB996B96-24BF-442B-8C1B-E5C7C35C2CEF}" srcOrd="0" destOrd="1" presId="urn:microsoft.com/office/officeart/2008/layout/PictureGrid"/>
    <dgm:cxn modelId="{2A310795-ECBA-4540-9997-1EC6D41AF948}" srcId="{CC1C0B18-DA9F-4451-A5F3-528187B17AD6}" destId="{A4BB2421-1063-49E7-9597-5A082FBA6408}" srcOrd="1" destOrd="0" parTransId="{CAE5F3EB-AF3D-4E20-9D03-20AA64163147}" sibTransId="{34914B37-F722-41E7-B6F3-8106504D4149}"/>
    <dgm:cxn modelId="{441B4BAA-208F-4EB4-8BB8-60A53AD896A1}" type="presOf" srcId="{C65C3F54-EED6-47B3-8228-B943DEA877C0}" destId="{1CC40C47-A82C-46F4-8CB1-2904D4287A24}" srcOrd="0" destOrd="1" presId="urn:microsoft.com/office/officeart/2008/layout/PictureGrid"/>
    <dgm:cxn modelId="{61C255B1-45AA-48DE-AC3E-9E31C1D55410}" type="presOf" srcId="{A85C701D-1BA6-417D-9805-721B4FC4A924}" destId="{1CC40C47-A82C-46F4-8CB1-2904D4287A24}" srcOrd="0" destOrd="0" presId="urn:microsoft.com/office/officeart/2008/layout/PictureGrid"/>
    <dgm:cxn modelId="{1778A7B3-681D-4725-939D-7073D443F3F0}" srcId="{3BF2E7D3-B115-4F38-BE54-82533E4C3F63}" destId="{5A1A053B-3288-4586-83EE-DC18364C117B}" srcOrd="0" destOrd="0" parTransId="{F614D5E0-31D3-4A52-90BE-F807B3743ACD}" sibTransId="{AEA3BA3F-EAE8-427E-9339-C8689C6BFB7C}"/>
    <dgm:cxn modelId="{55102DB9-7A9E-4449-9BC7-2D95BDC474E5}" type="presOf" srcId="{57B9306B-2C1A-4DED-B043-6C8F6D3F1C4A}" destId="{78700C7A-DDF1-4DC2-A700-FB21FE7DE063}" srcOrd="0" destOrd="1" presId="urn:microsoft.com/office/officeart/2008/layout/PictureGrid"/>
    <dgm:cxn modelId="{C4E9E2DC-E0F6-42AC-87C1-DFF1815C39A8}" srcId="{3BF2E7D3-B115-4F38-BE54-82533E4C3F63}" destId="{A85C701D-1BA6-417D-9805-721B4FC4A924}" srcOrd="2" destOrd="0" parTransId="{BD4E9D3D-3261-4413-8319-842651C3F532}" sibTransId="{DCB082F1-778F-4F4B-8BC1-167269D008FE}"/>
    <dgm:cxn modelId="{4FA16FD3-419A-49C2-A51D-91773CAA9028}" type="presParOf" srcId="{C5A23B6B-63A3-4652-9C92-DC65DF8BB9F8}" destId="{C290440D-7FB6-43A4-8A39-A3D8CBCFE455}" srcOrd="0" destOrd="0" presId="urn:microsoft.com/office/officeart/2008/layout/PictureGrid"/>
    <dgm:cxn modelId="{4E03E1DB-4DFF-4145-B5C5-BFEA7FE7C60D}" type="presParOf" srcId="{C290440D-7FB6-43A4-8A39-A3D8CBCFE455}" destId="{78700C7A-DDF1-4DC2-A700-FB21FE7DE063}" srcOrd="0" destOrd="0" presId="urn:microsoft.com/office/officeart/2008/layout/PictureGrid"/>
    <dgm:cxn modelId="{D11E4BD7-32B7-4A68-8910-60D72834FD4A}" type="presParOf" srcId="{C290440D-7FB6-43A4-8A39-A3D8CBCFE455}" destId="{5E825AA4-448A-422F-8F2F-ECB05E1F752E}" srcOrd="1" destOrd="0" presId="urn:microsoft.com/office/officeart/2008/layout/PictureGrid"/>
    <dgm:cxn modelId="{B138ED1B-E9D9-453B-8C33-E42CD922881C}" type="presParOf" srcId="{C5A23B6B-63A3-4652-9C92-DC65DF8BB9F8}" destId="{642E706E-4020-4DEC-A383-576B2C485168}" srcOrd="1" destOrd="0" presId="urn:microsoft.com/office/officeart/2008/layout/PictureGrid"/>
    <dgm:cxn modelId="{EC120BDE-5226-472C-92E2-56D34D071566}" type="presParOf" srcId="{C5A23B6B-63A3-4652-9C92-DC65DF8BB9F8}" destId="{0F88F210-EA02-44CE-9241-A1B5E46A7495}" srcOrd="2" destOrd="0" presId="urn:microsoft.com/office/officeart/2008/layout/PictureGrid"/>
    <dgm:cxn modelId="{BF051673-E082-4C1E-8A58-C1ED576F1D84}" type="presParOf" srcId="{0F88F210-EA02-44CE-9241-A1B5E46A7495}" destId="{BB996B96-24BF-442B-8C1B-E5C7C35C2CEF}" srcOrd="0" destOrd="0" presId="urn:microsoft.com/office/officeart/2008/layout/PictureGrid"/>
    <dgm:cxn modelId="{CA0865C7-9562-4F20-B671-81B83CA9BEEF}" type="presParOf" srcId="{0F88F210-EA02-44CE-9241-A1B5E46A7495}" destId="{E4E30FC2-4389-4CFB-951A-29F8C8556D59}" srcOrd="1" destOrd="0" presId="urn:microsoft.com/office/officeart/2008/layout/PictureGrid"/>
    <dgm:cxn modelId="{628E37E8-5729-4ADA-B458-D770CB9F0799}" type="presParOf" srcId="{C5A23B6B-63A3-4652-9C92-DC65DF8BB9F8}" destId="{424E1E86-4F59-48DD-88EB-E6F021E8F748}" srcOrd="3" destOrd="0" presId="urn:microsoft.com/office/officeart/2008/layout/PictureGrid"/>
    <dgm:cxn modelId="{F19A4010-B487-422D-8B90-F4202D8F1EAF}" type="presParOf" srcId="{C5A23B6B-63A3-4652-9C92-DC65DF8BB9F8}" destId="{1F740F18-0CD7-405F-BBE8-AE0F05B7C5CF}" srcOrd="4" destOrd="0" presId="urn:microsoft.com/office/officeart/2008/layout/PictureGrid"/>
    <dgm:cxn modelId="{9D21EC9D-B812-4DE2-A74C-9F00DEFDA200}" type="presParOf" srcId="{1F740F18-0CD7-405F-BBE8-AE0F05B7C5CF}" destId="{1CC40C47-A82C-46F4-8CB1-2904D4287A24}" srcOrd="0" destOrd="0" presId="urn:microsoft.com/office/officeart/2008/layout/PictureGrid"/>
    <dgm:cxn modelId="{A33E57D4-3659-42C7-AA7E-C111D0D15291}" type="presParOf" srcId="{1F740F18-0CD7-405F-BBE8-AE0F05B7C5CF}" destId="{44F54BF8-4FBD-4820-837E-F2BAE0D7C0D4}" srcOrd="1" destOrd="0" presId="urn:microsoft.com/office/officeart/2008/layout/PictureGri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700C7A-DDF1-4DC2-A700-FB21FE7DE063}">
      <dsp:nvSpPr>
        <dsp:cNvPr id="0" name=""/>
        <dsp:cNvSpPr/>
      </dsp:nvSpPr>
      <dsp:spPr>
        <a:xfrm>
          <a:off x="1992947" y="46849"/>
          <a:ext cx="2027396" cy="30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0" numCol="1" spcCol="1270" anchor="b" anchorCtr="0">
          <a:noAutofit/>
        </a:bodyPr>
        <a:lstStyle/>
        <a:p>
          <a:pPr marL="0" lvl="0" indent="0" algn="l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/>
            <a:t>Branch A Root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kern="1200"/>
            <a:t>Branch A Child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kern="1200"/>
            <a:t>Branch A Grandchild with long text</a:t>
          </a:r>
        </a:p>
      </dsp:txBody>
      <dsp:txXfrm>
        <a:off x="1992947" y="46849"/>
        <a:ext cx="2027396" cy="304109"/>
      </dsp:txXfrm>
    </dsp:sp>
    <dsp:sp modelId="{5E825AA4-448A-422F-8F2F-ECB05E1F752E}">
      <dsp:nvSpPr>
        <dsp:cNvPr id="0" name=""/>
        <dsp:cNvSpPr/>
      </dsp:nvSpPr>
      <dsp:spPr>
        <a:xfrm>
          <a:off x="1992947" y="411233"/>
          <a:ext cx="2027396" cy="2027396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996B96-24BF-442B-8C1B-E5C7C35C2CEF}">
      <dsp:nvSpPr>
        <dsp:cNvPr id="0" name=""/>
        <dsp:cNvSpPr/>
      </dsp:nvSpPr>
      <dsp:spPr>
        <a:xfrm>
          <a:off x="4234656" y="46849"/>
          <a:ext cx="2027396" cy="30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0" numCol="1" spcCol="1270" anchor="b" anchorCtr="0">
          <a:noAutofit/>
        </a:bodyPr>
        <a:lstStyle/>
        <a:p>
          <a:pPr marL="0" lvl="0" indent="0" algn="l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/>
            <a:t>Branch B Root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kern="1200"/>
            <a:t>Branch B Child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kern="1200"/>
            <a:t>Branch B Grandchild</a:t>
          </a:r>
        </a:p>
      </dsp:txBody>
      <dsp:txXfrm>
        <a:off x="4234656" y="46849"/>
        <a:ext cx="2027396" cy="304109"/>
      </dsp:txXfrm>
    </dsp:sp>
    <dsp:sp modelId="{E4E30FC2-4389-4CFB-951A-29F8C8556D59}">
      <dsp:nvSpPr>
        <dsp:cNvPr id="0" name=""/>
        <dsp:cNvSpPr/>
      </dsp:nvSpPr>
      <dsp:spPr>
        <a:xfrm>
          <a:off x="4234656" y="411233"/>
          <a:ext cx="2027396" cy="2027396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C40C47-A82C-46F4-8CB1-2904D4287A24}">
      <dsp:nvSpPr>
        <dsp:cNvPr id="0" name=""/>
        <dsp:cNvSpPr/>
      </dsp:nvSpPr>
      <dsp:spPr>
        <a:xfrm>
          <a:off x="3113801" y="2641369"/>
          <a:ext cx="2027396" cy="30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0" numCol="1" spcCol="1270" anchor="b" anchorCtr="0">
          <a:noAutofit/>
        </a:bodyPr>
        <a:lstStyle/>
        <a:p>
          <a:pPr marL="0" lvl="0" indent="0" algn="l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/>
            <a:t>Branch C Root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kern="1200"/>
            <a:t>Branch C Child</a:t>
          </a:r>
        </a:p>
      </dsp:txBody>
      <dsp:txXfrm>
        <a:off x="3113801" y="2641369"/>
        <a:ext cx="2027396" cy="304109"/>
      </dsp:txXfrm>
    </dsp:sp>
    <dsp:sp modelId="{44F54BF8-4FBD-4820-837E-F2BAE0D7C0D4}">
      <dsp:nvSpPr>
        <dsp:cNvPr id="0" name=""/>
        <dsp:cNvSpPr/>
      </dsp:nvSpPr>
      <dsp:spPr>
        <a:xfrm>
          <a:off x="3113801" y="3005754"/>
          <a:ext cx="2027396" cy="2027396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PictureGrid">
  <dgm:title val=""/>
  <dgm:desc val=""/>
  <dgm:catLst>
    <dgm:cat type="picture" pri="11000"/>
    <dgm:cat type="pictureconvert" pri="11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</dgm:varLst>
    <dgm:choose name="Name1">
      <dgm:if name="Name2" axis="ch" ptType="node" func="cnt" op="lte" val="4">
        <dgm:choose name="Name3">
          <dgm:if name="Name4" func="var" arg="dir" op="equ" val="norm">
            <dgm:alg type="snake">
              <dgm:param type="off" val="ctr"/>
              <dgm:param type="bkpt" val="fixed"/>
              <dgm:param type="bkPtFixedVal" val="2"/>
            </dgm:alg>
          </dgm:if>
          <dgm:else name="Name5">
            <dgm:alg type="snake">
              <dgm:param type="off" val="ctr"/>
              <dgm:param type="grDir" val="tR"/>
              <dgm:param type="bkpt" val="fixed"/>
              <dgm:param type="bkPtFixedVal" val="2"/>
            </dgm:alg>
          </dgm:else>
        </dgm:choose>
      </dgm:if>
      <dgm:else name="Name6">
        <dgm:choose name="Name7">
          <dgm:if name="Name8" axis="ch" ptType="node" func="cnt" op="lte" val="9">
            <dgm:choose name="Name9">
              <dgm:if name="Name10" func="var" arg="dir" op="equ" val="norm">
                <dgm:alg type="snake">
                  <dgm:param type="off" val="ctr"/>
                  <dgm:param type="bkpt" val="fixed"/>
                  <dgm:param type="bkPtFixedVal" val="3"/>
                </dgm:alg>
              </dgm:if>
              <dgm:else name="Name11">
                <dgm:alg type="snake">
                  <dgm:param type="off" val="ctr"/>
                  <dgm:param type="grDir" val="tR"/>
                  <dgm:param type="bkpt" val="fixed"/>
                  <dgm:param type="bkPtFixedVal" val="3"/>
                </dgm:alg>
              </dgm:else>
            </dgm:choose>
          </dgm:if>
          <dgm:else name="Name12">
            <dgm:choose name="Name13">
              <dgm:if name="Name14" axis="ch" ptType="node" func="cnt" op="lte" val="16">
                <dgm:choose name="Name15">
                  <dgm:if name="Name16" func="var" arg="dir" op="equ" val="norm">
                    <dgm:alg type="snake">
                      <dgm:param type="off" val="ctr"/>
                      <dgm:param type="bkpt" val="fixed"/>
                      <dgm:param type="bkPtFixedVal" val="4"/>
                    </dgm:alg>
                  </dgm:if>
                  <dgm:else name="Name17">
                    <dgm:alg type="snake">
                      <dgm:param type="off" val="ctr"/>
                      <dgm:param type="grDir" val="tR"/>
                      <dgm:param type="bkpt" val="fixed"/>
                      <dgm:param type="bkPtFixedVal" val="4"/>
                    </dgm:alg>
                  </dgm:else>
                </dgm:choose>
              </dgm:if>
              <dgm:else name="Name18">
                <dgm:choose name="Name19">
                  <dgm:if name="Name20" axis="ch" ptType="node" func="cnt" op="lte" val="25">
                    <dgm:choose name="Name21">
                      <dgm:if name="Name22" func="var" arg="dir" op="equ" val="norm">
                        <dgm:alg type="snake">
                          <dgm:param type="off" val="ctr"/>
                          <dgm:param type="bkpt" val="fixed"/>
                          <dgm:param type="bkPtFixedVal" val="5"/>
                        </dgm:alg>
                      </dgm:if>
                      <dgm:else name="Name23">
                        <dgm:alg type="snake">
                          <dgm:param type="off" val="ctr"/>
                          <dgm:param type="grDir" val="tR"/>
                          <dgm:param type="bkpt" val="fixed"/>
                          <dgm:param type="bkPtFixedVal" val="5"/>
                        </dgm:alg>
                      </dgm:else>
                    </dgm:choose>
                  </dgm:if>
                  <dgm:else name="Name24">
                    <dgm:choose name="Name25">
                      <dgm:if name="Name26" func="var" arg="dir" op="equ" val="norm">
                        <dgm:alg type="snake">
                          <dgm:param type="off" val="ctr"/>
                        </dgm:alg>
                      </dgm:if>
                      <dgm:else name="Name27">
                        <dgm:alg type="snake">
                          <dgm:param type="off" val="ctr"/>
                          <dgm:param type="grDir" val="tR"/>
                        </dgm:alg>
                      </dgm:else>
                    </dgm:choose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h" fact="0.8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0.7568"/>
        </dgm:alg>
        <dgm:shape xmlns:r="http://schemas.openxmlformats.org/officeDocument/2006/relationships" r:blip="">
          <dgm:adjLst/>
        </dgm:shape>
        <dgm:constrLst>
          <dgm:constr type="l" for="ch" forName="rect1" refType="w" fact="0"/>
          <dgm:constr type="t" for="ch" forName="rect1" refType="h" fact="0.15"/>
          <dgm:constr type="w" for="ch" forName="rect1" refType="w"/>
          <dgm:constr type="h" for="ch" forName="rect1" refType="w"/>
          <dgm:constr type="l" for="ch" forName="rect2" refType="w" fact="0"/>
          <dgm:constr type="t" for="ch" forName="rect2" refType="h" fact="0"/>
          <dgm:constr type="w" for="ch" forName="rect2" refType="w"/>
          <dgm:constr type="h" for="ch" forName="rect2" refType="w" fact="0.15"/>
        </dgm:constrLst>
        <dgm:layoutNode name="rect2" styleLbl="revTx">
          <dgm:varLst>
            <dgm:bulletEnabled val="1"/>
          </dgm:varLst>
          <dgm:alg type="tx">
            <dgm:param type="stBulletLvl" val="3"/>
            <dgm:param type="parTxLTRAlign" val="l"/>
            <dgm:param type="parTxRTLAlign" val="r"/>
            <dgm:param type="txAnchorVert" val="b"/>
            <dgm:param type="txAnchorVertCh" val="b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"/>
            <dgm:constr type="rMarg" refType="primFontSz" fact="0.3"/>
            <dgm:constr type="tMarg" refType="primFontSz" fact="0.3"/>
            <dgm:constr type="bMarg" refType="primFontSz" fact="0"/>
            <dgm:constr type="secFontSz" refType="primFontSz" fact="0.8"/>
          </dgm:constrLst>
          <dgm:ruleLst>
            <dgm:rule type="primFontSz" val="5" fact="NaN" max="NaN"/>
          </dgm:ruleLst>
        </dgm:layoutNode>
        <dgm:layoutNode name="rect1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99F1E-5788-C16D-508E-BF65A035F0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9C2164-74A6-6606-DA4C-34AE566CF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256BB-8B1D-0835-EB1C-1CAC777D0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299E7-E680-49DF-A75B-B9F484EAC15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38AA8-7061-540E-EAB0-85B18ECE5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E6DAC1-0A5D-5CAE-3064-E56ABCB38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4C80E-6DD5-4469-A0EC-FCD303572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742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CEB35-56EE-F482-47BF-657BE9F5B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DFF27-F3EA-C863-4F03-F8139E364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45804-9F67-3B52-76F1-09E3CC2EA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299E7-E680-49DF-A75B-B9F484EAC15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C56B0-5850-0B53-78D2-DFAD2E930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8E0BB-DA4D-BBCE-9C7B-F5A96B10C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4C80E-6DD5-4469-A0EC-FCD303572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213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2CAE8-0978-CB95-7952-C2D6DCFE3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07EE5D-B64F-0FAD-A254-3DE540A56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269E4-BBC8-6E1D-AC62-4B1629B65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299E7-E680-49DF-A75B-B9F484EAC15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3A182-AA2D-7F4C-376C-B73BE5641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575DE-FD9F-0DDF-75DE-0FF7C936F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4C80E-6DD5-4469-A0EC-FCD303572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331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497F-6584-BAAC-F62D-D881FA721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AFCBD-A18C-9E4D-56F8-F916DE2EEB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AF80E6-DCDE-7CBC-CAB5-2F6B7E4937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F4E0BC-8E43-D4CA-9FBC-2462F528B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299E7-E680-49DF-A75B-B9F484EAC15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842EC6-CE6D-8B5F-987C-72504CDAB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98971C-F7BD-6C1F-8272-134F50BA3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4C80E-6DD5-4469-A0EC-FCD303572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102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618BB-AD45-830C-0840-3E930D023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053B8-3725-16E6-4B60-5FF54B9731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73FD5-B321-F101-963D-405D890738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BE6434-D1ED-9EAE-1649-A4B9DF60FA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726F4B-973A-DED3-94EB-C173E493C0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08B937-B66D-F490-1D57-D65729356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299E7-E680-49DF-A75B-B9F484EAC15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F5A6E7-723A-97C7-631C-C73EBA802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29CE8B-3FD1-C2B6-B09C-48328555F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4C80E-6DD5-4469-A0EC-FCD303572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442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C243C-1614-C8A2-662B-905257DCE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700B19-1102-E78E-17D7-1924BDA1F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299E7-E680-49DF-A75B-B9F484EAC15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6BBE6C-281F-D90D-92AE-B77056197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387B9E-58B7-DE39-95D0-5FEC36D81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4C80E-6DD5-4469-A0EC-FCD303572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7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A24F82-074E-441D-C40C-2B0983A19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299E7-E680-49DF-A75B-B9F484EAC15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753310-FEF3-8005-6ABA-2315CD8C9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B2C7C-752E-7773-2103-AA70D8C46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4C80E-6DD5-4469-A0EC-FCD303572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953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142B4-379F-941A-3FE9-298F8A034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1DA3F-DB6E-9228-F2CA-55FDF5ADB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D02E63-E9C4-9B7D-9C73-D9FAB9DF3A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287DE-CA87-8DF5-D86D-4C57A8DE6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299E7-E680-49DF-A75B-B9F484EAC15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932376-A75E-EE1C-5750-6CA73D3EB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175509-E25A-9384-2731-F92702D60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4C80E-6DD5-4469-A0EC-FCD303572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849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18B8F-4A2F-FCF1-B7C7-75B9BB1B8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5426FE-4BA9-CA21-2F91-25C73D382C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CB6DC5-CCE5-1453-6820-E1639C88BD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84503C-04ED-192E-82D5-3F33EF2D4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299E7-E680-49DF-A75B-B9F484EAC15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93D458-0ABE-DDA9-4B23-F50EADE6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50532A-7557-1019-438B-AB46A7D68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4C80E-6DD5-4469-A0EC-FCD303572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059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BCDD6-AA63-6EBB-E04A-DC3376AC8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C023F3-C031-A0C9-66E2-85A91C12D6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43DE7-760D-0380-C47A-96E0CE231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299E7-E680-49DF-A75B-B9F484EAC15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33E87-8E4F-43B7-C6E9-75FAB4DA3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01B07-09AF-045E-B6EC-2C1235598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4C80E-6DD5-4469-A0EC-FCD303572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481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12B692-7E2D-B0E1-AC0E-0FD0CD4CAA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9CEEB0-C0C6-B083-4462-F336BF0FB4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D288F-0C85-B3BE-629E-9859543C8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299E7-E680-49DF-A75B-B9F484EAC15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253EA-7CBB-6F51-A28D-DE6BEE259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BB82B6-8D34-F4AE-EFAB-6EAEF63B0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4C80E-6DD5-4469-A0EC-FCD303572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966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56D099-B248-CFB3-B795-5F60BE696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6DEA9D-E629-9274-99AC-E888E059D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8C5A0-F206-82D6-47F7-B4DF2765D5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0299E7-E680-49DF-A75B-B9F484EAC15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E8A9C-8FE0-1D51-7622-2B0A0D3902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021C5-B660-3C6E-3D20-1CB7A6E23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24C80E-6DD5-4469-A0EC-FCD303572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328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A859DCF-855F-658B-CDFF-231728B787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2711082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90116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2026-09-06T08:15:02Z</dcterms:created>
  <dcterms:modified xsi:type="dcterms:W3CDTF">2026-09-06T08:15:03Z</dcterms:modified>
</cp:coreProperties>
</file>