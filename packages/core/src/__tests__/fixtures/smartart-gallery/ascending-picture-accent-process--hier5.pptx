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51344-94BB-49FE-AD3B-5C11F6E133E7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699F9F-2D3A-45BB-BDB4-77278DBA868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E5ACB35-5080-4131-AE55-FFB610E04999}" type="parTrans" cxnId="{247569BF-52E6-4F04-AEBA-3A6AA0096DC5}">
      <dgm:prSet/>
      <dgm:spPr/>
    </dgm:pt>
    <dgm:pt modelId="{D5791894-B54C-4F83-BD78-D42B95F990DA}" type="sibTrans" cxnId="{247569BF-52E6-4F04-AEBA-3A6AA0096DC5}">
      <dgm:prSet/>
      <dgm:spPr/>
    </dgm:pt>
    <dgm:pt modelId="{859D80CC-4A03-4FF0-B408-2638417A1D4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5CDBFDF-D7B6-4BDC-94FC-943468481E7E}" type="parTrans" cxnId="{D491A54A-EFBB-489A-9D07-0AC5EEE70BCA}">
      <dgm:prSet/>
      <dgm:spPr/>
    </dgm:pt>
    <dgm:pt modelId="{97CED8E8-904F-465C-9A71-1ACF00A7FC9A}" type="sibTrans" cxnId="{D491A54A-EFBB-489A-9D07-0AC5EEE70BCA}">
      <dgm:prSet/>
      <dgm:spPr/>
    </dgm:pt>
    <dgm:pt modelId="{3AA072E2-00AC-444A-9C64-30C3C8C2B8C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F2C8116-CB8A-4130-90BD-ABEB2DDA68CB}" type="parTrans" cxnId="{82E8899E-025A-4044-AA6E-7764E2CEED74}">
      <dgm:prSet/>
      <dgm:spPr/>
    </dgm:pt>
    <dgm:pt modelId="{E44957CF-170B-49CE-BE6F-0292BFB3531B}" type="sibTrans" cxnId="{82E8899E-025A-4044-AA6E-7764E2CEED74}">
      <dgm:prSet/>
      <dgm:spPr/>
    </dgm:pt>
    <dgm:pt modelId="{F657CFDA-C04F-4C56-9DC6-BEDD1E34DF3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801CD15-DC8F-4168-B7E4-42B02D80B52D}" type="parTrans" cxnId="{4FCC36D7-90E8-4A11-9DEA-03944CD39BA7}">
      <dgm:prSet/>
      <dgm:spPr/>
    </dgm:pt>
    <dgm:pt modelId="{3F940806-A7FD-4809-BA47-10A6E9DF8497}" type="sibTrans" cxnId="{4FCC36D7-90E8-4A11-9DEA-03944CD39BA7}">
      <dgm:prSet/>
      <dgm:spPr/>
    </dgm:pt>
    <dgm:pt modelId="{B8D5F8A6-85D9-4D92-B254-4F14298F094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F000B608-B7EE-42E1-8DA8-6306F1681BB0}" type="parTrans" cxnId="{BC7059AD-121F-4390-9DAD-61CCF53BDCA6}">
      <dgm:prSet/>
      <dgm:spPr/>
    </dgm:pt>
    <dgm:pt modelId="{617B98B3-236F-428E-AA60-321C14B2AA2F}" type="sibTrans" cxnId="{BC7059AD-121F-4390-9DAD-61CCF53BDCA6}">
      <dgm:prSet/>
      <dgm:spPr/>
    </dgm:pt>
    <dgm:pt modelId="{3DBE1B04-FBB8-43D8-BA3E-9E414E35DEB8}" type="pres">
      <dgm:prSet presAssocID="{C5F51344-94BB-49FE-AD3B-5C11F6E133E7}" presName="Name0" presStyleCnt="0">
        <dgm:presLayoutVars>
          <dgm:chMax val="7"/>
          <dgm:chPref val="7"/>
          <dgm:dir/>
        </dgm:presLayoutVars>
      </dgm:prSet>
      <dgm:spPr/>
    </dgm:pt>
    <dgm:pt modelId="{0A20827E-5CAA-4BAD-AA66-8341FFA47A9C}" type="pres">
      <dgm:prSet presAssocID="{C5F51344-94BB-49FE-AD3B-5C11F6E133E7}" presName="dot1" presStyleLbl="alignNode1" presStyleIdx="0" presStyleCnt="12"/>
      <dgm:spPr/>
    </dgm:pt>
    <dgm:pt modelId="{8125882C-4B69-4587-8A7E-4CBEDB7DAEBA}" type="pres">
      <dgm:prSet presAssocID="{C5F51344-94BB-49FE-AD3B-5C11F6E133E7}" presName="dot2" presStyleLbl="alignNode1" presStyleIdx="1" presStyleCnt="12"/>
      <dgm:spPr/>
    </dgm:pt>
    <dgm:pt modelId="{ED1BF3BD-DBDB-40D9-84BF-0F75A5E150B7}" type="pres">
      <dgm:prSet presAssocID="{C5F51344-94BB-49FE-AD3B-5C11F6E133E7}" presName="dot3" presStyleLbl="alignNode1" presStyleIdx="2" presStyleCnt="12"/>
      <dgm:spPr/>
    </dgm:pt>
    <dgm:pt modelId="{2757DFDC-9B8B-4AFB-8016-28B1803B1B10}" type="pres">
      <dgm:prSet presAssocID="{C5F51344-94BB-49FE-AD3B-5C11F6E133E7}" presName="dot4" presStyleLbl="alignNode1" presStyleIdx="3" presStyleCnt="12"/>
      <dgm:spPr/>
    </dgm:pt>
    <dgm:pt modelId="{FEB45938-6A29-457E-A2F4-748A0F1C17D6}" type="pres">
      <dgm:prSet presAssocID="{C5F51344-94BB-49FE-AD3B-5C11F6E133E7}" presName="dot5" presStyleLbl="alignNode1" presStyleIdx="4" presStyleCnt="12"/>
      <dgm:spPr/>
    </dgm:pt>
    <dgm:pt modelId="{472939F4-042C-4CB7-831D-EA4F77D71DC2}" type="pres">
      <dgm:prSet presAssocID="{C5F51344-94BB-49FE-AD3B-5C11F6E133E7}" presName="dotArrow1" presStyleLbl="alignNode1" presStyleIdx="5" presStyleCnt="12"/>
      <dgm:spPr/>
    </dgm:pt>
    <dgm:pt modelId="{9461B8ED-1104-4A3B-BF64-CB2545ED66E5}" type="pres">
      <dgm:prSet presAssocID="{C5F51344-94BB-49FE-AD3B-5C11F6E133E7}" presName="dotArrow2" presStyleLbl="alignNode1" presStyleIdx="6" presStyleCnt="12"/>
      <dgm:spPr/>
    </dgm:pt>
    <dgm:pt modelId="{D2473CAB-1888-4B53-91E5-43783938DD08}" type="pres">
      <dgm:prSet presAssocID="{C5F51344-94BB-49FE-AD3B-5C11F6E133E7}" presName="dotArrow3" presStyleLbl="alignNode1" presStyleIdx="7" presStyleCnt="12"/>
      <dgm:spPr/>
    </dgm:pt>
    <dgm:pt modelId="{38E6ABB5-107F-4514-88BF-50846469BB80}" type="pres">
      <dgm:prSet presAssocID="{C5F51344-94BB-49FE-AD3B-5C11F6E133E7}" presName="dotArrow4" presStyleLbl="alignNode1" presStyleIdx="8" presStyleCnt="12"/>
      <dgm:spPr/>
    </dgm:pt>
    <dgm:pt modelId="{6C1F81E9-EBF4-4FE0-9E8E-96FE963A37FE}" type="pres">
      <dgm:prSet presAssocID="{C5F51344-94BB-49FE-AD3B-5C11F6E133E7}" presName="dotArrow5" presStyleLbl="alignNode1" presStyleIdx="9" presStyleCnt="12"/>
      <dgm:spPr/>
    </dgm:pt>
    <dgm:pt modelId="{8AB1714C-9FC5-4C79-8573-D23974DBCB54}" type="pres">
      <dgm:prSet presAssocID="{C5F51344-94BB-49FE-AD3B-5C11F6E133E7}" presName="dotArrow6" presStyleLbl="alignNode1" presStyleIdx="10" presStyleCnt="12"/>
      <dgm:spPr/>
    </dgm:pt>
    <dgm:pt modelId="{41D9979D-CC20-4A9D-80DC-FD2B5BAD5BDB}" type="pres">
      <dgm:prSet presAssocID="{C5F51344-94BB-49FE-AD3B-5C11F6E133E7}" presName="dotArrow7" presStyleLbl="alignNode1" presStyleIdx="11" presStyleCnt="12"/>
      <dgm:spPr/>
    </dgm:pt>
    <dgm:pt modelId="{33F3C79A-7098-4792-9234-2D93FDEE5117}" type="pres">
      <dgm:prSet presAssocID="{E1699F9F-2D3A-45BB-BDB4-77278DBA8686}" presName="parTx1" presStyleLbl="node1" presStyleIdx="0" presStyleCnt="3"/>
      <dgm:spPr/>
    </dgm:pt>
    <dgm:pt modelId="{9E208E44-1DFB-40D3-A6A9-7E3E007714B0}" type="pres">
      <dgm:prSet presAssocID="{E1699F9F-2D3A-45BB-BDB4-77278DBA8686}" presName="desTx1" presStyleLbl="revTx" presStyleIdx="0" presStyleCnt="2">
        <dgm:presLayoutVars>
          <dgm:bulletEnabled val="1"/>
        </dgm:presLayoutVars>
      </dgm:prSet>
      <dgm:spPr/>
    </dgm:pt>
    <dgm:pt modelId="{25966E48-A45B-4E58-864D-527F5FFF22EE}" type="pres">
      <dgm:prSet presAssocID="{D5791894-B54C-4F83-BD78-D42B95F990DA}" presName="picture1" presStyleCnt="0"/>
      <dgm:spPr/>
    </dgm:pt>
    <dgm:pt modelId="{4A4BD0CA-7DAA-45B2-95B2-CA6A7C198882}" type="pres">
      <dgm:prSet presAssocID="{D5791894-B54C-4F83-BD78-D42B95F990DA}" presName="imageRepeatNode" presStyleLbl="fgImgPlace1" presStyleIdx="0" presStyleCnt="3"/>
      <dgm:spPr/>
    </dgm:pt>
    <dgm:pt modelId="{BB99C030-464F-40FC-976D-3136955F04DE}" type="pres">
      <dgm:prSet presAssocID="{3AA072E2-00AC-444A-9C64-30C3C8C2B8C8}" presName="parTx2" presStyleLbl="node1" presStyleIdx="1" presStyleCnt="3"/>
      <dgm:spPr/>
    </dgm:pt>
    <dgm:pt modelId="{88C1860F-C641-4468-BDE1-C15AB27167AE}" type="pres">
      <dgm:prSet presAssocID="{E44957CF-170B-49CE-BE6F-0292BFB3531B}" presName="picture2" presStyleCnt="0"/>
      <dgm:spPr/>
    </dgm:pt>
    <dgm:pt modelId="{26E8A7DA-917E-4478-86A8-7B2B2142DFFC}" type="pres">
      <dgm:prSet presAssocID="{E44957CF-170B-49CE-BE6F-0292BFB3531B}" presName="imageRepeatNode" presStyleLbl="fgImgPlace1" presStyleIdx="1" presStyleCnt="3"/>
      <dgm:spPr/>
    </dgm:pt>
    <dgm:pt modelId="{55842D8C-E4BA-4FD1-B981-BC2428544F6C}" type="pres">
      <dgm:prSet presAssocID="{F657CFDA-C04F-4C56-9DC6-BEDD1E34DF30}" presName="parTx3" presStyleLbl="node1" presStyleIdx="2" presStyleCnt="3"/>
      <dgm:spPr/>
    </dgm:pt>
    <dgm:pt modelId="{1C4EB0FC-D4F2-42A3-9450-4F2C276BCEF7}" type="pres">
      <dgm:prSet presAssocID="{F657CFDA-C04F-4C56-9DC6-BEDD1E34DF30}" presName="desTx3" presStyleLbl="revTx" presStyleIdx="1" presStyleCnt="2">
        <dgm:presLayoutVars>
          <dgm:bulletEnabled val="1"/>
        </dgm:presLayoutVars>
      </dgm:prSet>
      <dgm:spPr/>
    </dgm:pt>
    <dgm:pt modelId="{1A5434B6-A871-4E1F-9E07-263A1AE07B22}" type="pres">
      <dgm:prSet presAssocID="{3F940806-A7FD-4809-BA47-10A6E9DF8497}" presName="picture3" presStyleCnt="0"/>
      <dgm:spPr/>
    </dgm:pt>
    <dgm:pt modelId="{731736B1-1B3C-428D-8C22-8869B751A0DC}" type="pres">
      <dgm:prSet presAssocID="{3F940806-A7FD-4809-BA47-10A6E9DF8497}" presName="imageRepeatNode" presStyleLbl="fgImgPlace1" presStyleIdx="2" presStyleCnt="3"/>
      <dgm:spPr/>
    </dgm:pt>
  </dgm:ptLst>
  <dgm:cxnLst>
    <dgm:cxn modelId="{E5A98131-F5C7-4262-82D4-2A637CDA13D9}" type="presOf" srcId="{859D80CC-4A03-4FF0-B408-2638417A1D4D}" destId="{9E208E44-1DFB-40D3-A6A9-7E3E007714B0}" srcOrd="0" destOrd="0" presId="urn:microsoft.com/office/officeart/2008/layout/AscendingPictureAccentProcess"/>
    <dgm:cxn modelId="{C12AE33D-04E7-4FD5-AED7-56E464BC298C}" type="presOf" srcId="{3AA072E2-00AC-444A-9C64-30C3C8C2B8C8}" destId="{BB99C030-464F-40FC-976D-3136955F04DE}" srcOrd="0" destOrd="0" presId="urn:microsoft.com/office/officeart/2008/layout/AscendingPictureAccentProcess"/>
    <dgm:cxn modelId="{D491A54A-EFBB-489A-9D07-0AC5EEE70BCA}" srcId="{E1699F9F-2D3A-45BB-BDB4-77278DBA8686}" destId="{859D80CC-4A03-4FF0-B408-2638417A1D4D}" srcOrd="0" destOrd="0" parTransId="{C5CDBFDF-D7B6-4BDC-94FC-943468481E7E}" sibTransId="{97CED8E8-904F-465C-9A71-1ACF00A7FC9A}"/>
    <dgm:cxn modelId="{89B59190-ED31-4679-A3D6-5AEA915BDFC5}" type="presOf" srcId="{E44957CF-170B-49CE-BE6F-0292BFB3531B}" destId="{26E8A7DA-917E-4478-86A8-7B2B2142DFFC}" srcOrd="0" destOrd="0" presId="urn:microsoft.com/office/officeart/2008/layout/AscendingPictureAccentProcess"/>
    <dgm:cxn modelId="{28527092-CB47-4510-B1EB-C4A450065BA2}" type="presOf" srcId="{F657CFDA-C04F-4C56-9DC6-BEDD1E34DF30}" destId="{55842D8C-E4BA-4FD1-B981-BC2428544F6C}" srcOrd="0" destOrd="0" presId="urn:microsoft.com/office/officeart/2008/layout/AscendingPictureAccentProcess"/>
    <dgm:cxn modelId="{82E8899E-025A-4044-AA6E-7764E2CEED74}" srcId="{C5F51344-94BB-49FE-AD3B-5C11F6E133E7}" destId="{3AA072E2-00AC-444A-9C64-30C3C8C2B8C8}" srcOrd="1" destOrd="0" parTransId="{DF2C8116-CB8A-4130-90BD-ABEB2DDA68CB}" sibTransId="{E44957CF-170B-49CE-BE6F-0292BFB3531B}"/>
    <dgm:cxn modelId="{BC7059AD-121F-4390-9DAD-61CCF53BDCA6}" srcId="{F657CFDA-C04F-4C56-9DC6-BEDD1E34DF30}" destId="{B8D5F8A6-85D9-4D92-B254-4F14298F0944}" srcOrd="0" destOrd="0" parTransId="{F000B608-B7EE-42E1-8DA8-6306F1681BB0}" sibTransId="{617B98B3-236F-428E-AA60-321C14B2AA2F}"/>
    <dgm:cxn modelId="{1629B7B7-6203-4638-881F-4327D6B0B7AC}" type="presOf" srcId="{E1699F9F-2D3A-45BB-BDB4-77278DBA8686}" destId="{33F3C79A-7098-4792-9234-2D93FDEE5117}" srcOrd="0" destOrd="0" presId="urn:microsoft.com/office/officeart/2008/layout/AscendingPictureAccentProcess"/>
    <dgm:cxn modelId="{8F0EA4BB-BD63-4DC8-AC53-70AAE85E3696}" type="presOf" srcId="{D5791894-B54C-4F83-BD78-D42B95F990DA}" destId="{4A4BD0CA-7DAA-45B2-95B2-CA6A7C198882}" srcOrd="0" destOrd="0" presId="urn:microsoft.com/office/officeart/2008/layout/AscendingPictureAccentProcess"/>
    <dgm:cxn modelId="{247569BF-52E6-4F04-AEBA-3A6AA0096DC5}" srcId="{C5F51344-94BB-49FE-AD3B-5C11F6E133E7}" destId="{E1699F9F-2D3A-45BB-BDB4-77278DBA8686}" srcOrd="0" destOrd="0" parTransId="{8E5ACB35-5080-4131-AE55-FFB610E04999}" sibTransId="{D5791894-B54C-4F83-BD78-D42B95F990DA}"/>
    <dgm:cxn modelId="{4FCC36D7-90E8-4A11-9DEA-03944CD39BA7}" srcId="{C5F51344-94BB-49FE-AD3B-5C11F6E133E7}" destId="{F657CFDA-C04F-4C56-9DC6-BEDD1E34DF30}" srcOrd="2" destOrd="0" parTransId="{0801CD15-DC8F-4168-B7E4-42B02D80B52D}" sibTransId="{3F940806-A7FD-4809-BA47-10A6E9DF8497}"/>
    <dgm:cxn modelId="{2A9F94E3-49BE-4703-A619-B4095EF4710D}" type="presOf" srcId="{C5F51344-94BB-49FE-AD3B-5C11F6E133E7}" destId="{3DBE1B04-FBB8-43D8-BA3E-9E414E35DEB8}" srcOrd="0" destOrd="0" presId="urn:microsoft.com/office/officeart/2008/layout/AscendingPictureAccentProcess"/>
    <dgm:cxn modelId="{11B74DE8-B92B-496B-A225-D83C948EB3D5}" type="presOf" srcId="{3F940806-A7FD-4809-BA47-10A6E9DF8497}" destId="{731736B1-1B3C-428D-8C22-8869B751A0DC}" srcOrd="0" destOrd="0" presId="urn:microsoft.com/office/officeart/2008/layout/AscendingPictureAccentProcess"/>
    <dgm:cxn modelId="{31FFF2EB-B5BC-47E4-AD4D-18F6BF1EA3FC}" type="presOf" srcId="{B8D5F8A6-85D9-4D92-B254-4F14298F0944}" destId="{1C4EB0FC-D4F2-42A3-9450-4F2C276BCEF7}" srcOrd="0" destOrd="0" presId="urn:microsoft.com/office/officeart/2008/layout/AscendingPictureAccentProcess"/>
    <dgm:cxn modelId="{901FBE6C-2BE9-452F-89DA-63B25072C2D0}" type="presParOf" srcId="{3DBE1B04-FBB8-43D8-BA3E-9E414E35DEB8}" destId="{0A20827E-5CAA-4BAD-AA66-8341FFA47A9C}" srcOrd="0" destOrd="0" presId="urn:microsoft.com/office/officeart/2008/layout/AscendingPictureAccentProcess"/>
    <dgm:cxn modelId="{931BB195-FDE0-469A-BCC6-0253F626CB91}" type="presParOf" srcId="{3DBE1B04-FBB8-43D8-BA3E-9E414E35DEB8}" destId="{8125882C-4B69-4587-8A7E-4CBEDB7DAEBA}" srcOrd="1" destOrd="0" presId="urn:microsoft.com/office/officeart/2008/layout/AscendingPictureAccentProcess"/>
    <dgm:cxn modelId="{AF0E1AE9-E4AE-4665-80E7-DB2C37247A55}" type="presParOf" srcId="{3DBE1B04-FBB8-43D8-BA3E-9E414E35DEB8}" destId="{ED1BF3BD-DBDB-40D9-84BF-0F75A5E150B7}" srcOrd="2" destOrd="0" presId="urn:microsoft.com/office/officeart/2008/layout/AscendingPictureAccentProcess"/>
    <dgm:cxn modelId="{EE448F73-F683-4E1E-9758-770800808610}" type="presParOf" srcId="{3DBE1B04-FBB8-43D8-BA3E-9E414E35DEB8}" destId="{2757DFDC-9B8B-4AFB-8016-28B1803B1B10}" srcOrd="3" destOrd="0" presId="urn:microsoft.com/office/officeart/2008/layout/AscendingPictureAccentProcess"/>
    <dgm:cxn modelId="{861CBC3E-D83D-4AA7-9CAA-8926F9D94FD8}" type="presParOf" srcId="{3DBE1B04-FBB8-43D8-BA3E-9E414E35DEB8}" destId="{FEB45938-6A29-457E-A2F4-748A0F1C17D6}" srcOrd="4" destOrd="0" presId="urn:microsoft.com/office/officeart/2008/layout/AscendingPictureAccentProcess"/>
    <dgm:cxn modelId="{605F6658-A8F7-4F1F-9573-BE7A8D68BF83}" type="presParOf" srcId="{3DBE1B04-FBB8-43D8-BA3E-9E414E35DEB8}" destId="{472939F4-042C-4CB7-831D-EA4F77D71DC2}" srcOrd="5" destOrd="0" presId="urn:microsoft.com/office/officeart/2008/layout/AscendingPictureAccentProcess"/>
    <dgm:cxn modelId="{7F9F972C-D5C8-4C70-B749-F345D40AACD6}" type="presParOf" srcId="{3DBE1B04-FBB8-43D8-BA3E-9E414E35DEB8}" destId="{9461B8ED-1104-4A3B-BF64-CB2545ED66E5}" srcOrd="6" destOrd="0" presId="urn:microsoft.com/office/officeart/2008/layout/AscendingPictureAccentProcess"/>
    <dgm:cxn modelId="{261EC0D0-E666-43CE-B1A0-44E6B201170D}" type="presParOf" srcId="{3DBE1B04-FBB8-43D8-BA3E-9E414E35DEB8}" destId="{D2473CAB-1888-4B53-91E5-43783938DD08}" srcOrd="7" destOrd="0" presId="urn:microsoft.com/office/officeart/2008/layout/AscendingPictureAccentProcess"/>
    <dgm:cxn modelId="{976296F4-EF50-4C7D-BB0E-5D106513B543}" type="presParOf" srcId="{3DBE1B04-FBB8-43D8-BA3E-9E414E35DEB8}" destId="{38E6ABB5-107F-4514-88BF-50846469BB80}" srcOrd="8" destOrd="0" presId="urn:microsoft.com/office/officeart/2008/layout/AscendingPictureAccentProcess"/>
    <dgm:cxn modelId="{135329CD-37D5-41B0-B699-C17FD904EF60}" type="presParOf" srcId="{3DBE1B04-FBB8-43D8-BA3E-9E414E35DEB8}" destId="{6C1F81E9-EBF4-4FE0-9E8E-96FE963A37FE}" srcOrd="9" destOrd="0" presId="urn:microsoft.com/office/officeart/2008/layout/AscendingPictureAccentProcess"/>
    <dgm:cxn modelId="{D8F4229F-0CEA-4784-B8E4-6A1576B29052}" type="presParOf" srcId="{3DBE1B04-FBB8-43D8-BA3E-9E414E35DEB8}" destId="{8AB1714C-9FC5-4C79-8573-D23974DBCB54}" srcOrd="10" destOrd="0" presId="urn:microsoft.com/office/officeart/2008/layout/AscendingPictureAccentProcess"/>
    <dgm:cxn modelId="{08372C1D-344A-4CE0-970D-8A58FD3E12B7}" type="presParOf" srcId="{3DBE1B04-FBB8-43D8-BA3E-9E414E35DEB8}" destId="{41D9979D-CC20-4A9D-80DC-FD2B5BAD5BDB}" srcOrd="11" destOrd="0" presId="urn:microsoft.com/office/officeart/2008/layout/AscendingPictureAccentProcess"/>
    <dgm:cxn modelId="{E69F907B-CA04-4383-BE5F-F98F4368ECC8}" type="presParOf" srcId="{3DBE1B04-FBB8-43D8-BA3E-9E414E35DEB8}" destId="{33F3C79A-7098-4792-9234-2D93FDEE5117}" srcOrd="12" destOrd="0" presId="urn:microsoft.com/office/officeart/2008/layout/AscendingPictureAccentProcess"/>
    <dgm:cxn modelId="{517DF32E-4E90-40B0-A8EA-4EFDA1032DFF}" type="presParOf" srcId="{3DBE1B04-FBB8-43D8-BA3E-9E414E35DEB8}" destId="{9E208E44-1DFB-40D3-A6A9-7E3E007714B0}" srcOrd="13" destOrd="0" presId="urn:microsoft.com/office/officeart/2008/layout/AscendingPictureAccentProcess"/>
    <dgm:cxn modelId="{6C4AD7D8-29FB-48F7-9AB3-15D89D3927A6}" type="presParOf" srcId="{3DBE1B04-FBB8-43D8-BA3E-9E414E35DEB8}" destId="{25966E48-A45B-4E58-864D-527F5FFF22EE}" srcOrd="14" destOrd="0" presId="urn:microsoft.com/office/officeart/2008/layout/AscendingPictureAccentProcess"/>
    <dgm:cxn modelId="{F7042D53-118C-4223-A277-E9FDC080354D}" type="presParOf" srcId="{25966E48-A45B-4E58-864D-527F5FFF22EE}" destId="{4A4BD0CA-7DAA-45B2-95B2-CA6A7C198882}" srcOrd="0" destOrd="0" presId="urn:microsoft.com/office/officeart/2008/layout/AscendingPictureAccentProcess"/>
    <dgm:cxn modelId="{8B7DCC0C-6D19-46D2-AFE4-63364B17DDDF}" type="presParOf" srcId="{3DBE1B04-FBB8-43D8-BA3E-9E414E35DEB8}" destId="{BB99C030-464F-40FC-976D-3136955F04DE}" srcOrd="15" destOrd="0" presId="urn:microsoft.com/office/officeart/2008/layout/AscendingPictureAccentProcess"/>
    <dgm:cxn modelId="{8BF31664-A93F-4B7A-AEF8-BCF07A12022E}" type="presParOf" srcId="{3DBE1B04-FBB8-43D8-BA3E-9E414E35DEB8}" destId="{88C1860F-C641-4468-BDE1-C15AB27167AE}" srcOrd="16" destOrd="0" presId="urn:microsoft.com/office/officeart/2008/layout/AscendingPictureAccentProcess"/>
    <dgm:cxn modelId="{DF3D46F9-D346-48FD-9F3E-0595A81E9AA4}" type="presParOf" srcId="{88C1860F-C641-4468-BDE1-C15AB27167AE}" destId="{26E8A7DA-917E-4478-86A8-7B2B2142DFFC}" srcOrd="0" destOrd="0" presId="urn:microsoft.com/office/officeart/2008/layout/AscendingPictureAccentProcess"/>
    <dgm:cxn modelId="{F6018BD0-D0C1-4E7D-9690-E32D203589AE}" type="presParOf" srcId="{3DBE1B04-FBB8-43D8-BA3E-9E414E35DEB8}" destId="{55842D8C-E4BA-4FD1-B981-BC2428544F6C}" srcOrd="17" destOrd="0" presId="urn:microsoft.com/office/officeart/2008/layout/AscendingPictureAccentProcess"/>
    <dgm:cxn modelId="{55F22BCE-97B5-452A-8F12-CA666F3FDAFD}" type="presParOf" srcId="{3DBE1B04-FBB8-43D8-BA3E-9E414E35DEB8}" destId="{1C4EB0FC-D4F2-42A3-9450-4F2C276BCEF7}" srcOrd="18" destOrd="0" presId="urn:microsoft.com/office/officeart/2008/layout/AscendingPictureAccentProcess"/>
    <dgm:cxn modelId="{12732C6F-24BF-4F8E-B52D-05DF9040C6CA}" type="presParOf" srcId="{3DBE1B04-FBB8-43D8-BA3E-9E414E35DEB8}" destId="{1A5434B6-A871-4E1F-9E07-263A1AE07B22}" srcOrd="19" destOrd="0" presId="urn:microsoft.com/office/officeart/2008/layout/AscendingPictureAccentProcess"/>
    <dgm:cxn modelId="{3EA5483E-0073-43A1-A4A8-EFF343920C23}" type="presParOf" srcId="{1A5434B6-A871-4E1F-9E07-263A1AE07B22}" destId="{731736B1-1B3C-428D-8C22-8869B751A0DC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27E-5CAA-4BAD-AA66-8341FFA47A9C}">
      <dsp:nvSpPr>
        <dsp:cNvPr id="0" name=""/>
        <dsp:cNvSpPr/>
      </dsp:nvSpPr>
      <dsp:spPr>
        <a:xfrm>
          <a:off x="2179732" y="3640568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5882C-4B69-4587-8A7E-4CBEDB7DAEBA}">
      <dsp:nvSpPr>
        <dsp:cNvPr id="0" name=""/>
        <dsp:cNvSpPr/>
      </dsp:nvSpPr>
      <dsp:spPr>
        <a:xfrm>
          <a:off x="1927955" y="3761798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BF3BD-DBDB-40D9-84BF-0F75A5E150B7}">
      <dsp:nvSpPr>
        <dsp:cNvPr id="0" name=""/>
        <dsp:cNvSpPr/>
      </dsp:nvSpPr>
      <dsp:spPr>
        <a:xfrm>
          <a:off x="1664620" y="3857556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7DFDC-9B8B-4AFB-8016-28B1803B1B10}">
      <dsp:nvSpPr>
        <dsp:cNvPr id="0" name=""/>
        <dsp:cNvSpPr/>
      </dsp:nvSpPr>
      <dsp:spPr>
        <a:xfrm>
          <a:off x="3388264" y="2237218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45938-6A29-457E-A2F4-748A0F1C17D6}">
      <dsp:nvSpPr>
        <dsp:cNvPr id="0" name=""/>
        <dsp:cNvSpPr/>
      </dsp:nvSpPr>
      <dsp:spPr>
        <a:xfrm>
          <a:off x="3287553" y="2483924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939F4-042C-4CB7-831D-EA4F77D71DC2}">
      <dsp:nvSpPr>
        <dsp:cNvPr id="0" name=""/>
        <dsp:cNvSpPr/>
      </dsp:nvSpPr>
      <dsp:spPr>
        <a:xfrm>
          <a:off x="3215735" y="380079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1B8ED-1104-4A3B-BF64-CB2545ED66E5}">
      <dsp:nvSpPr>
        <dsp:cNvPr id="0" name=""/>
        <dsp:cNvSpPr/>
      </dsp:nvSpPr>
      <dsp:spPr>
        <a:xfrm>
          <a:off x="3400647" y="262150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73CAB-1888-4B53-91E5-43783938DD08}">
      <dsp:nvSpPr>
        <dsp:cNvPr id="0" name=""/>
        <dsp:cNvSpPr/>
      </dsp:nvSpPr>
      <dsp:spPr>
        <a:xfrm>
          <a:off x="3586384" y="144222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6ABB5-107F-4514-88BF-50846469BB80}">
      <dsp:nvSpPr>
        <dsp:cNvPr id="0" name=""/>
        <dsp:cNvSpPr/>
      </dsp:nvSpPr>
      <dsp:spPr>
        <a:xfrm>
          <a:off x="3772122" y="262150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F81E9-EBF4-4FE0-9E8E-96FE963A37FE}">
      <dsp:nvSpPr>
        <dsp:cNvPr id="0" name=""/>
        <dsp:cNvSpPr/>
      </dsp:nvSpPr>
      <dsp:spPr>
        <a:xfrm>
          <a:off x="3957859" y="380079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1714C-9FC5-4C79-8573-D23974DBCB54}">
      <dsp:nvSpPr>
        <dsp:cNvPr id="0" name=""/>
        <dsp:cNvSpPr/>
      </dsp:nvSpPr>
      <dsp:spPr>
        <a:xfrm>
          <a:off x="3586384" y="392815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9979D-CC20-4A9D-80DC-FD2B5BAD5BDB}">
      <dsp:nvSpPr>
        <dsp:cNvPr id="0" name=""/>
        <dsp:cNvSpPr/>
      </dsp:nvSpPr>
      <dsp:spPr>
        <a:xfrm>
          <a:off x="3586384" y="641880"/>
          <a:ext cx="133731" cy="1337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3C79A-7098-4792-9234-2D93FDEE5117}">
      <dsp:nvSpPr>
        <dsp:cNvPr id="0" name=""/>
        <dsp:cNvSpPr/>
      </dsp:nvSpPr>
      <dsp:spPr>
        <a:xfrm>
          <a:off x="1013301" y="4163109"/>
          <a:ext cx="2881820" cy="7726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985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</dsp:txBody>
      <dsp:txXfrm>
        <a:off x="1051019" y="4200827"/>
        <a:ext cx="2806384" cy="697231"/>
      </dsp:txXfrm>
    </dsp:sp>
    <dsp:sp modelId="{9E208E44-1DFB-40D3-A6A9-7E3E007714B0}">
      <dsp:nvSpPr>
        <dsp:cNvPr id="0" name=""/>
        <dsp:cNvSpPr/>
      </dsp:nvSpPr>
      <dsp:spPr>
        <a:xfrm>
          <a:off x="3895121" y="4163109"/>
          <a:ext cx="4145660" cy="772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Two has a longer label</a:t>
          </a:r>
        </a:p>
      </dsp:txBody>
      <dsp:txXfrm>
        <a:off x="3895121" y="4163109"/>
        <a:ext cx="4145660" cy="772667"/>
      </dsp:txXfrm>
    </dsp:sp>
    <dsp:sp modelId="{4A4BD0CA-7DAA-45B2-95B2-CA6A7C198882}">
      <dsp:nvSpPr>
        <dsp:cNvPr id="0" name=""/>
        <dsp:cNvSpPr/>
      </dsp:nvSpPr>
      <dsp:spPr>
        <a:xfrm>
          <a:off x="214217" y="3384309"/>
          <a:ext cx="1335659" cy="133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9C030-464F-40FC-976D-3136955F04DE}">
      <dsp:nvSpPr>
        <dsp:cNvPr id="0" name=""/>
        <dsp:cNvSpPr/>
      </dsp:nvSpPr>
      <dsp:spPr>
        <a:xfrm>
          <a:off x="2866548" y="3159773"/>
          <a:ext cx="2881820" cy="7726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985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2904266" y="3197491"/>
        <a:ext cx="2806384" cy="697231"/>
      </dsp:txXfrm>
    </dsp:sp>
    <dsp:sp modelId="{26E8A7DA-917E-4478-86A8-7B2B2142DFFC}">
      <dsp:nvSpPr>
        <dsp:cNvPr id="0" name=""/>
        <dsp:cNvSpPr/>
      </dsp:nvSpPr>
      <dsp:spPr>
        <a:xfrm>
          <a:off x="2067464" y="2380973"/>
          <a:ext cx="1335659" cy="133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42D8C-E4BA-4FD1-B981-BC2428544F6C}">
      <dsp:nvSpPr>
        <dsp:cNvPr id="0" name=""/>
        <dsp:cNvSpPr/>
      </dsp:nvSpPr>
      <dsp:spPr>
        <a:xfrm>
          <a:off x="3717639" y="1638023"/>
          <a:ext cx="2881820" cy="7726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985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</dsp:txBody>
      <dsp:txXfrm>
        <a:off x="3755357" y="1675741"/>
        <a:ext cx="2806384" cy="697231"/>
      </dsp:txXfrm>
    </dsp:sp>
    <dsp:sp modelId="{1C4EB0FC-D4F2-42A3-9450-4F2C276BCEF7}">
      <dsp:nvSpPr>
        <dsp:cNvPr id="0" name=""/>
        <dsp:cNvSpPr/>
      </dsp:nvSpPr>
      <dsp:spPr>
        <a:xfrm>
          <a:off x="6599459" y="1638023"/>
          <a:ext cx="1441322" cy="772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Five</a:t>
          </a:r>
        </a:p>
      </dsp:txBody>
      <dsp:txXfrm>
        <a:off x="6599459" y="1638023"/>
        <a:ext cx="1441322" cy="772667"/>
      </dsp:txXfrm>
    </dsp:sp>
    <dsp:sp modelId="{731736B1-1B3C-428D-8C22-8869B751A0DC}">
      <dsp:nvSpPr>
        <dsp:cNvPr id="0" name=""/>
        <dsp:cNvSpPr/>
      </dsp:nvSpPr>
      <dsp:spPr>
        <a:xfrm>
          <a:off x="2918555" y="859223"/>
          <a:ext cx="1335659" cy="133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180C-9C8D-E884-3B0F-ED18CB6EE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69247-53F3-76F5-F98F-BFEA5018E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19CEC-9160-DBD5-C651-70E22B1F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DFE24-32F9-DDC1-8585-9EEE36CC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21A18-DD26-74D6-85B0-3FA2E92E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1F8D3-3A0C-9581-7AD1-E476DFB6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832AF-255D-EF78-231B-37D181E42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CB6D-E67C-DB6C-1915-F37D73D9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8BE7-EC5E-5992-3CB7-F192082D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E4FC7-ABF5-51C0-4C0C-12FF5CD1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C4FD-5CE2-8F68-5CD0-89F75261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B1172-DE9E-27F4-0302-5EEC0A4FD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2B51D-CA69-4618-6891-90FA4431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18F4-3A55-CB80-096A-35281F82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FB2B7-4815-7F2C-AC4D-74F56A9B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4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6142-267F-06E2-1DD8-4066F004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7FF1-06C9-EC2F-E368-06A1BF8D1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05DEF-AC36-1311-0D04-FFD1CA2A9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4327F-B28F-69D2-DAB8-B42D58F9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D09F6-EB65-3390-36CA-83A75FDE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BD51B-EDDC-70AD-65DD-C87A74C0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8270-04D0-2E5E-49F7-5B83846B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C0FF6-90BE-C099-F96E-AC4066644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D74C9-30F9-9B59-158B-2750002C2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E560F-3AF8-EE1C-3E89-A53ACA7ED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649BF-E6F1-AF2B-4C37-61434A847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5048B-3CAA-C531-841A-7F3C0F35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0CF70-BA9E-2253-1163-9B3DDD5D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DE4C3-5B43-AE98-E59B-29D8A9FE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1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90B7-A768-1947-974A-0437B30A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1C394-E7DB-F6FF-4357-4D6958DC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F375B-2CA1-93BD-12F4-1D9F150F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A21C2-B29A-814F-12D6-E8BF7DB9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2869D-CA6E-B272-23FB-F691AE96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E7754-DEAE-DF71-714C-3CC78D03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F09F3-B9E8-347D-C325-EC619137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9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FC0E-EDCE-CADE-F767-7FEFDA9A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B5F09-1528-2E5F-09E1-193819A1C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EA4B4-E210-F991-43B5-9A35004BC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8AD3F-9D1E-96FA-4BA4-32BDBE01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4E05D-F8CA-1241-FCF8-50E0985A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272BC-4036-131E-DE1C-88A1E4CD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5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8361-1331-167A-6A35-DF0C4042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C9C8B-32F0-F611-9907-5CF76FC26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CAF00-27F3-B5EB-764F-28B27D9F3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21FE-EEB9-F193-F564-DB980ED4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25494-BC52-630D-EFEC-D96A2466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55DCC-837D-9781-9776-018C41B9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0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9EEF-F34A-5935-F398-9091B8F4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83858-E3E0-B5B5-C9A8-26B65B8D7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4A6DF-7BAC-80C5-5306-BF5050EE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C5719-B838-8608-5096-A0B864A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67F8E-8D4B-3B67-1197-D4E733E5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5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E3C38-C3DC-14B4-1B87-1F10DCD2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01C4D-A3F7-D0CE-52DD-C941ABFBD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CF6F-005C-51C2-F404-FBAAB243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E6474-59C0-95AF-32C3-2E294F11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3D4C-55CD-CE3C-0ED0-94B4F7D2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0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51078-2A88-36EE-9ABB-85C475BD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A9729-34D1-72AA-BADE-A40A3D3BD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D4E72-FE19-7FDA-F23A-E21B53234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0C0CD-74CE-4AF8-8A2C-00BD0F01C4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4D3B4-911F-AE0E-95FC-1F156AA59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2662-F915-6A64-4781-AE86616B5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2CA7F-E756-45F8-88CB-A4C35B097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7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7612D86-F2D1-9839-CE8B-D8C906809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60262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25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2026-09-06T08:13:48Z</dcterms:created>
  <dcterms:modified xsi:type="dcterms:W3CDTF">2026-09-06T08:13:49Z</dcterms:modified>
</cp:coreProperties>
</file>