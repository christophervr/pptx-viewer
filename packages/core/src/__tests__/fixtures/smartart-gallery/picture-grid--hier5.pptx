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22309E-709D-4238-8929-D1391978F51D}" type="doc">
      <dgm:prSet loTypeId="urn:microsoft.com/office/officeart/2008/layout/PictureGrid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E8EB1A-15BA-48AE-844C-0EA9774DFA2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26C5792-E430-4AEC-92AD-38D6B251E9FD}" type="parTrans" cxnId="{7A9A31A1-87BC-44BC-B1C2-ED6FC966E9AF}">
      <dgm:prSet/>
      <dgm:spPr/>
    </dgm:pt>
    <dgm:pt modelId="{AAAECED9-377C-471A-A600-DFD82D252D35}" type="sibTrans" cxnId="{7A9A31A1-87BC-44BC-B1C2-ED6FC966E9AF}">
      <dgm:prSet/>
      <dgm:spPr/>
    </dgm:pt>
    <dgm:pt modelId="{9D05CD88-5F91-4D8A-BA1D-052C228B951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6D535ED9-421D-4E26-8A83-8AD3FADF60DD}" type="parTrans" cxnId="{38B7551C-702A-4D38-B705-50303454A911}">
      <dgm:prSet/>
      <dgm:spPr/>
    </dgm:pt>
    <dgm:pt modelId="{CCF30F70-9671-4D28-B516-4FD3E1812FFF}" type="sibTrans" cxnId="{38B7551C-702A-4D38-B705-50303454A911}">
      <dgm:prSet/>
      <dgm:spPr/>
    </dgm:pt>
    <dgm:pt modelId="{3B36E1BE-CEF1-48F7-A881-57A61746C7E2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66C89B0-8273-4391-9134-C480FCEC93EB}" type="parTrans" cxnId="{8FFE5B80-7E38-4091-8DE6-774DE23909C9}">
      <dgm:prSet/>
      <dgm:spPr/>
    </dgm:pt>
    <dgm:pt modelId="{40475587-FBC0-46DC-81A0-1F79270F4336}" type="sibTrans" cxnId="{8FFE5B80-7E38-4091-8DE6-774DE23909C9}">
      <dgm:prSet/>
      <dgm:spPr/>
    </dgm:pt>
    <dgm:pt modelId="{400A7446-C98A-45C1-B26D-2EC33391981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0F8E40A-8ECB-4B77-B6B3-E1F7E8AA2C34}" type="parTrans" cxnId="{874DA23C-D3CE-405A-A5B4-2685850EAECB}">
      <dgm:prSet/>
      <dgm:spPr/>
    </dgm:pt>
    <dgm:pt modelId="{BE260718-820C-4E99-8D54-C5D7B36D074B}" type="sibTrans" cxnId="{874DA23C-D3CE-405A-A5B4-2685850EAECB}">
      <dgm:prSet/>
      <dgm:spPr/>
    </dgm:pt>
    <dgm:pt modelId="{EE7B544D-85DE-4DD6-8B62-899420146C1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1E99F5DE-AD9F-4C87-BDA2-6DE055880238}" type="parTrans" cxnId="{2027289F-6BA9-4CEC-9E28-96612979B6E2}">
      <dgm:prSet/>
      <dgm:spPr/>
    </dgm:pt>
    <dgm:pt modelId="{60C526A2-8644-4966-BC7A-DE7334174F74}" type="sibTrans" cxnId="{2027289F-6BA9-4CEC-9E28-96612979B6E2}">
      <dgm:prSet/>
      <dgm:spPr/>
    </dgm:pt>
    <dgm:pt modelId="{62E2D5E8-E805-4FA4-A12A-C0E6C66B3C13}" type="pres">
      <dgm:prSet presAssocID="{FA22309E-709D-4238-8929-D1391978F51D}" presName="Name0" presStyleCnt="0">
        <dgm:presLayoutVars>
          <dgm:dir/>
        </dgm:presLayoutVars>
      </dgm:prSet>
      <dgm:spPr/>
    </dgm:pt>
    <dgm:pt modelId="{FFE4538E-B3F3-40FE-8F28-3A5155FF9F60}" type="pres">
      <dgm:prSet presAssocID="{4BE8EB1A-15BA-48AE-844C-0EA9774DFA2B}" presName="composite" presStyleCnt="0"/>
      <dgm:spPr/>
    </dgm:pt>
    <dgm:pt modelId="{4E041A7A-EFE9-4F21-BC6C-C54E5A954351}" type="pres">
      <dgm:prSet presAssocID="{4BE8EB1A-15BA-48AE-844C-0EA9774DFA2B}" presName="rect2" presStyleLbl="revTx" presStyleIdx="0" presStyleCnt="3">
        <dgm:presLayoutVars>
          <dgm:bulletEnabled val="1"/>
        </dgm:presLayoutVars>
      </dgm:prSet>
      <dgm:spPr/>
    </dgm:pt>
    <dgm:pt modelId="{A1099969-5EE9-4562-A961-498C42362978}" type="pres">
      <dgm:prSet presAssocID="{4BE8EB1A-15BA-48AE-844C-0EA9774DFA2B}" presName="rect1" presStyleLbl="alignImgPlace1" presStyleIdx="0" presStyleCnt="3"/>
      <dgm:spPr/>
    </dgm:pt>
    <dgm:pt modelId="{11F87100-DBF1-406E-8416-9E8B0721B934}" type="pres">
      <dgm:prSet presAssocID="{AAAECED9-377C-471A-A600-DFD82D252D35}" presName="sibTrans" presStyleCnt="0"/>
      <dgm:spPr/>
    </dgm:pt>
    <dgm:pt modelId="{DF7C648A-5821-4A6C-AE53-3AD6F29F9FA2}" type="pres">
      <dgm:prSet presAssocID="{3B36E1BE-CEF1-48F7-A881-57A61746C7E2}" presName="composite" presStyleCnt="0"/>
      <dgm:spPr/>
    </dgm:pt>
    <dgm:pt modelId="{31A898F4-9DD9-436D-AE5C-33C8C5D0FDB3}" type="pres">
      <dgm:prSet presAssocID="{3B36E1BE-CEF1-48F7-A881-57A61746C7E2}" presName="rect2" presStyleLbl="revTx" presStyleIdx="1" presStyleCnt="3">
        <dgm:presLayoutVars>
          <dgm:bulletEnabled val="1"/>
        </dgm:presLayoutVars>
      </dgm:prSet>
      <dgm:spPr/>
    </dgm:pt>
    <dgm:pt modelId="{F3B6C71B-B3EF-4F12-AEF0-C42B4B49D053}" type="pres">
      <dgm:prSet presAssocID="{3B36E1BE-CEF1-48F7-A881-57A61746C7E2}" presName="rect1" presStyleLbl="alignImgPlace1" presStyleIdx="1" presStyleCnt="3"/>
      <dgm:spPr/>
    </dgm:pt>
    <dgm:pt modelId="{648F176F-0630-4B99-9FAF-B677C9054EEA}" type="pres">
      <dgm:prSet presAssocID="{40475587-FBC0-46DC-81A0-1F79270F4336}" presName="sibTrans" presStyleCnt="0"/>
      <dgm:spPr/>
    </dgm:pt>
    <dgm:pt modelId="{99EFC6A2-C580-473C-8FB8-DDB39EDAB674}" type="pres">
      <dgm:prSet presAssocID="{400A7446-C98A-45C1-B26D-2EC333919810}" presName="composite" presStyleCnt="0"/>
      <dgm:spPr/>
    </dgm:pt>
    <dgm:pt modelId="{06DABB49-BC0D-4A6A-BE7F-7D91A8858568}" type="pres">
      <dgm:prSet presAssocID="{400A7446-C98A-45C1-B26D-2EC333919810}" presName="rect2" presStyleLbl="revTx" presStyleIdx="2" presStyleCnt="3">
        <dgm:presLayoutVars>
          <dgm:bulletEnabled val="1"/>
        </dgm:presLayoutVars>
      </dgm:prSet>
      <dgm:spPr/>
    </dgm:pt>
    <dgm:pt modelId="{4D2B48E0-F5DD-4CB2-A82F-0F1F49FEE3A6}" type="pres">
      <dgm:prSet presAssocID="{400A7446-C98A-45C1-B26D-2EC333919810}" presName="rect1" presStyleLbl="alignImgPlace1" presStyleIdx="2" presStyleCnt="3"/>
      <dgm:spPr/>
    </dgm:pt>
  </dgm:ptLst>
  <dgm:cxnLst>
    <dgm:cxn modelId="{C1D8B202-5DAE-49DC-B747-49B4EB9E934A}" type="presOf" srcId="{EE7B544D-85DE-4DD6-8B62-899420146C1A}" destId="{06DABB49-BC0D-4A6A-BE7F-7D91A8858568}" srcOrd="0" destOrd="1" presId="urn:microsoft.com/office/officeart/2008/layout/PictureGrid"/>
    <dgm:cxn modelId="{38B7551C-702A-4D38-B705-50303454A911}" srcId="{4BE8EB1A-15BA-48AE-844C-0EA9774DFA2B}" destId="{9D05CD88-5F91-4D8A-BA1D-052C228B951D}" srcOrd="0" destOrd="0" parTransId="{6D535ED9-421D-4E26-8A83-8AD3FADF60DD}" sibTransId="{CCF30F70-9671-4D28-B516-4FD3E1812FFF}"/>
    <dgm:cxn modelId="{B103FF1D-538C-43AD-85F0-656E14AF97C4}" type="presOf" srcId="{4BE8EB1A-15BA-48AE-844C-0EA9774DFA2B}" destId="{4E041A7A-EFE9-4F21-BC6C-C54E5A954351}" srcOrd="0" destOrd="0" presId="urn:microsoft.com/office/officeart/2008/layout/PictureGrid"/>
    <dgm:cxn modelId="{874DA23C-D3CE-405A-A5B4-2685850EAECB}" srcId="{FA22309E-709D-4238-8929-D1391978F51D}" destId="{400A7446-C98A-45C1-B26D-2EC333919810}" srcOrd="2" destOrd="0" parTransId="{40F8E40A-8ECB-4B77-B6B3-E1F7E8AA2C34}" sibTransId="{BE260718-820C-4E99-8D54-C5D7B36D074B}"/>
    <dgm:cxn modelId="{8FFE5B80-7E38-4091-8DE6-774DE23909C9}" srcId="{FA22309E-709D-4238-8929-D1391978F51D}" destId="{3B36E1BE-CEF1-48F7-A881-57A61746C7E2}" srcOrd="1" destOrd="0" parTransId="{366C89B0-8273-4391-9134-C480FCEC93EB}" sibTransId="{40475587-FBC0-46DC-81A0-1F79270F4336}"/>
    <dgm:cxn modelId="{403CEF98-C0E2-4842-A1E1-11924962188B}" type="presOf" srcId="{3B36E1BE-CEF1-48F7-A881-57A61746C7E2}" destId="{31A898F4-9DD9-436D-AE5C-33C8C5D0FDB3}" srcOrd="0" destOrd="0" presId="urn:microsoft.com/office/officeart/2008/layout/PictureGrid"/>
    <dgm:cxn modelId="{2027289F-6BA9-4CEC-9E28-96612979B6E2}" srcId="{400A7446-C98A-45C1-B26D-2EC333919810}" destId="{EE7B544D-85DE-4DD6-8B62-899420146C1A}" srcOrd="0" destOrd="0" parTransId="{1E99F5DE-AD9F-4C87-BDA2-6DE055880238}" sibTransId="{60C526A2-8644-4966-BC7A-DE7334174F74}"/>
    <dgm:cxn modelId="{7A9A31A1-87BC-44BC-B1C2-ED6FC966E9AF}" srcId="{FA22309E-709D-4238-8929-D1391978F51D}" destId="{4BE8EB1A-15BA-48AE-844C-0EA9774DFA2B}" srcOrd="0" destOrd="0" parTransId="{626C5792-E430-4AEC-92AD-38D6B251E9FD}" sibTransId="{AAAECED9-377C-471A-A600-DFD82D252D35}"/>
    <dgm:cxn modelId="{A67B6AA4-A11B-4E1D-81B8-7BD6130DCFFA}" type="presOf" srcId="{400A7446-C98A-45C1-B26D-2EC333919810}" destId="{06DABB49-BC0D-4A6A-BE7F-7D91A8858568}" srcOrd="0" destOrd="0" presId="urn:microsoft.com/office/officeart/2008/layout/PictureGrid"/>
    <dgm:cxn modelId="{332A3DFD-6F8F-445B-A398-FEEC57EB324A}" type="presOf" srcId="{9D05CD88-5F91-4D8A-BA1D-052C228B951D}" destId="{4E041A7A-EFE9-4F21-BC6C-C54E5A954351}" srcOrd="0" destOrd="1" presId="urn:microsoft.com/office/officeart/2008/layout/PictureGrid"/>
    <dgm:cxn modelId="{ED680DFE-1A23-48F0-9E0D-88BC985DFE98}" type="presOf" srcId="{FA22309E-709D-4238-8929-D1391978F51D}" destId="{62E2D5E8-E805-4FA4-A12A-C0E6C66B3C13}" srcOrd="0" destOrd="0" presId="urn:microsoft.com/office/officeart/2008/layout/PictureGrid"/>
    <dgm:cxn modelId="{B0F97F12-3712-4491-85C5-A712BD97A7CB}" type="presParOf" srcId="{62E2D5E8-E805-4FA4-A12A-C0E6C66B3C13}" destId="{FFE4538E-B3F3-40FE-8F28-3A5155FF9F60}" srcOrd="0" destOrd="0" presId="urn:microsoft.com/office/officeart/2008/layout/PictureGrid"/>
    <dgm:cxn modelId="{5A1E0A0F-EF04-4E23-AF13-D6DE99458A0E}" type="presParOf" srcId="{FFE4538E-B3F3-40FE-8F28-3A5155FF9F60}" destId="{4E041A7A-EFE9-4F21-BC6C-C54E5A954351}" srcOrd="0" destOrd="0" presId="urn:microsoft.com/office/officeart/2008/layout/PictureGrid"/>
    <dgm:cxn modelId="{E7E7DCE0-B4F8-4D68-9B53-41AD1D47CE7F}" type="presParOf" srcId="{FFE4538E-B3F3-40FE-8F28-3A5155FF9F60}" destId="{A1099969-5EE9-4562-A961-498C42362978}" srcOrd="1" destOrd="0" presId="urn:microsoft.com/office/officeart/2008/layout/PictureGrid"/>
    <dgm:cxn modelId="{7D47C961-DB60-462F-A3DC-A6BDA3EF6EF2}" type="presParOf" srcId="{62E2D5E8-E805-4FA4-A12A-C0E6C66B3C13}" destId="{11F87100-DBF1-406E-8416-9E8B0721B934}" srcOrd="1" destOrd="0" presId="urn:microsoft.com/office/officeart/2008/layout/PictureGrid"/>
    <dgm:cxn modelId="{64F1C9D4-7B36-40C5-A4AC-135F175231B4}" type="presParOf" srcId="{62E2D5E8-E805-4FA4-A12A-C0E6C66B3C13}" destId="{DF7C648A-5821-4A6C-AE53-3AD6F29F9FA2}" srcOrd="2" destOrd="0" presId="urn:microsoft.com/office/officeart/2008/layout/PictureGrid"/>
    <dgm:cxn modelId="{12940825-E4F0-4858-A20F-EA3193283E59}" type="presParOf" srcId="{DF7C648A-5821-4A6C-AE53-3AD6F29F9FA2}" destId="{31A898F4-9DD9-436D-AE5C-33C8C5D0FDB3}" srcOrd="0" destOrd="0" presId="urn:microsoft.com/office/officeart/2008/layout/PictureGrid"/>
    <dgm:cxn modelId="{2C7DE1F0-A80D-4E40-B43D-05DE6EB38196}" type="presParOf" srcId="{DF7C648A-5821-4A6C-AE53-3AD6F29F9FA2}" destId="{F3B6C71B-B3EF-4F12-AEF0-C42B4B49D053}" srcOrd="1" destOrd="0" presId="urn:microsoft.com/office/officeart/2008/layout/PictureGrid"/>
    <dgm:cxn modelId="{EA081A03-98A3-493D-B91A-F4DE0CD4FD10}" type="presParOf" srcId="{62E2D5E8-E805-4FA4-A12A-C0E6C66B3C13}" destId="{648F176F-0630-4B99-9FAF-B677C9054EEA}" srcOrd="3" destOrd="0" presId="urn:microsoft.com/office/officeart/2008/layout/PictureGrid"/>
    <dgm:cxn modelId="{5EA6D883-618A-466A-A3DA-F2564BB89FAB}" type="presParOf" srcId="{62E2D5E8-E805-4FA4-A12A-C0E6C66B3C13}" destId="{99EFC6A2-C580-473C-8FB8-DDB39EDAB674}" srcOrd="4" destOrd="0" presId="urn:microsoft.com/office/officeart/2008/layout/PictureGrid"/>
    <dgm:cxn modelId="{31FD54C9-7435-443A-996B-A55376F99F60}" type="presParOf" srcId="{99EFC6A2-C580-473C-8FB8-DDB39EDAB674}" destId="{06DABB49-BC0D-4A6A-BE7F-7D91A8858568}" srcOrd="0" destOrd="0" presId="urn:microsoft.com/office/officeart/2008/layout/PictureGrid"/>
    <dgm:cxn modelId="{85F7CE5F-188E-4E5F-8756-DB004F750E18}" type="presParOf" srcId="{99EFC6A2-C580-473C-8FB8-DDB39EDAB674}" destId="{4D2B48E0-F5DD-4CB2-A82F-0F1F49FEE3A6}" srcOrd="1" destOrd="0" presId="urn:microsoft.com/office/officeart/2008/layout/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41A7A-EFE9-4F21-BC6C-C54E5A954351}">
      <dsp:nvSpPr>
        <dsp:cNvPr id="0" name=""/>
        <dsp:cNvSpPr/>
      </dsp:nvSpPr>
      <dsp:spPr>
        <a:xfrm>
          <a:off x="1992947" y="46849"/>
          <a:ext cx="2027396" cy="30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0480" rIns="30480" bIns="0" numCol="1" spcCol="1270" anchor="b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Node One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/>
            <a:t>Node Two has a longer label</a:t>
          </a:r>
        </a:p>
      </dsp:txBody>
      <dsp:txXfrm>
        <a:off x="1992947" y="46849"/>
        <a:ext cx="2027396" cy="304109"/>
      </dsp:txXfrm>
    </dsp:sp>
    <dsp:sp modelId="{A1099969-5EE9-4562-A961-498C42362978}">
      <dsp:nvSpPr>
        <dsp:cNvPr id="0" name=""/>
        <dsp:cNvSpPr/>
      </dsp:nvSpPr>
      <dsp:spPr>
        <a:xfrm>
          <a:off x="1992947" y="411233"/>
          <a:ext cx="2027396" cy="202739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898F4-9DD9-436D-AE5C-33C8C5D0FDB3}">
      <dsp:nvSpPr>
        <dsp:cNvPr id="0" name=""/>
        <dsp:cNvSpPr/>
      </dsp:nvSpPr>
      <dsp:spPr>
        <a:xfrm>
          <a:off x="4234656" y="46849"/>
          <a:ext cx="2027396" cy="30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0480" rIns="30480" bIns="0" numCol="1" spcCol="1270" anchor="b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Node Three</a:t>
          </a:r>
        </a:p>
      </dsp:txBody>
      <dsp:txXfrm>
        <a:off x="4234656" y="46849"/>
        <a:ext cx="2027396" cy="304109"/>
      </dsp:txXfrm>
    </dsp:sp>
    <dsp:sp modelId="{F3B6C71B-B3EF-4F12-AEF0-C42B4B49D053}">
      <dsp:nvSpPr>
        <dsp:cNvPr id="0" name=""/>
        <dsp:cNvSpPr/>
      </dsp:nvSpPr>
      <dsp:spPr>
        <a:xfrm>
          <a:off x="4234656" y="411233"/>
          <a:ext cx="2027396" cy="202739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ABB49-BC0D-4A6A-BE7F-7D91A8858568}">
      <dsp:nvSpPr>
        <dsp:cNvPr id="0" name=""/>
        <dsp:cNvSpPr/>
      </dsp:nvSpPr>
      <dsp:spPr>
        <a:xfrm>
          <a:off x="3113801" y="2641369"/>
          <a:ext cx="2027396" cy="30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0480" rIns="30480" bIns="0" numCol="1" spcCol="1270" anchor="b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Node Four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/>
            <a:t>Node Five</a:t>
          </a:r>
        </a:p>
      </dsp:txBody>
      <dsp:txXfrm>
        <a:off x="3113801" y="2641369"/>
        <a:ext cx="2027396" cy="304109"/>
      </dsp:txXfrm>
    </dsp:sp>
    <dsp:sp modelId="{4D2B48E0-F5DD-4CB2-A82F-0F1F49FEE3A6}">
      <dsp:nvSpPr>
        <dsp:cNvPr id="0" name=""/>
        <dsp:cNvSpPr/>
      </dsp:nvSpPr>
      <dsp:spPr>
        <a:xfrm>
          <a:off x="3113801" y="3005754"/>
          <a:ext cx="2027396" cy="202739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431B-7411-BA77-186C-7111E0782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5BF29-4533-6616-67CD-EC6F060DA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40C4-D18C-59D4-459E-52254149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A82C0-EC6D-1DEB-924F-97B95286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F2865-F2B8-84DE-4CE3-526AE9F5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8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9F6A-B4F5-0D1F-1165-23BF802B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8FEBE-E13A-77A3-AEB6-B1BDFDD53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C58EF-64F0-1E07-B256-0D20909A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41788-9C61-33A9-877C-53E54313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DCE32-4ED3-4393-6874-EF6FDA70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5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CDB7-E0E4-D363-3B3C-FAE10E59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7511E-1336-78F2-1721-7BB382229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CF0FF-1B48-68C3-83D3-5E1F927D7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D10E7-F106-15C3-4B9E-11B73ACD0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12542-17BD-1DD6-96E6-B0345655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1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CF88-7A6F-9A54-B0E3-88E6B1B3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17D5F-7507-A397-FD3A-FD4D322F2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14655-6226-9C1E-201D-1F4E2634A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FEC5C-D3B7-1D6E-14B3-984E7B6B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9120A-A379-62DE-ED07-3C62E49CF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951D6-1452-8925-FB66-4558CC1E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3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7E80-0FD3-52B4-1C0E-EE4FFCCCF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9577A-83C5-BA04-EF80-F4CCFB5AC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19E20-1A23-B6FC-049B-9016A3564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EF28E1-61F6-7497-F02C-6234311F9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69DF4-EF45-E6C8-F2C1-0835C5966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5E35C5-3298-D115-0A38-B5692405B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2FD8B-FBE5-6723-F6AB-42B632D2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5A7395-1605-0A40-B497-9AAD39DBC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17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B7A5-3CA3-A64F-A7A7-44F035E0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9F4E7-D55F-AFDC-C9D9-C2B72DDE6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5AD8D-AF28-1A3E-F47D-0D07D102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3ED23-8032-CF47-EB41-88F7D515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10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C759B-8056-505D-860F-FFB3BA99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BA70A-5674-3A72-2297-E2B92C92E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ED92B-FB28-284D-9908-62A56996D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3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98DD-5025-6EE0-5D77-D90EFED2D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41C39-359C-3B99-2C1A-B3DBE0E17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7322C-838C-844C-6D41-6BAF160B4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A0D76-DE8D-89E8-E5F4-D87F88566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DD62C-D0F4-9F9C-29E1-BA79D12E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FA96A-B6E7-E104-0945-E70A4D6E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0036-8C7F-FA73-2F1A-39A5FDB8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CF6BA-89A7-3B3B-0EB6-99A864013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21907-18A3-78B5-AC3D-E55F824D0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E209B-724A-4957-ECEC-FF04002E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DA187-E18F-E369-59AB-DD019486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CA017-DD99-B20A-F753-83BED19B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8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7E2A-E90D-5F6A-0C89-6A11347A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1AAE1-92D2-34A6-0F81-3CFB4C2EC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8A6E8-00C3-4BAF-B6AD-DD5F0012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F4681-E129-1CD9-F08F-6E895D3B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6D628-C305-32C9-14AD-A6C14721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1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97868-A1CB-165E-13E4-43766AFA1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B12C7-4600-5A14-9BEC-E1C86415A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248F7-78A3-D2C7-0520-55024B45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C6C3A-58C9-8DBD-2908-EDDCF2AD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95DFE-1209-17E5-18CB-FECB2BD0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7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D52B49-9242-5F48-C009-7E248645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655D-644E-A84F-CD96-06B0DFB59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DBBD0-8195-2352-A4F8-86115DA1B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965B7-0F5A-4492-BA48-F8BFEDBF274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81172-A6B8-71EF-4883-8A3A8D022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1EA36-4BE5-D9D2-518D-C0A8E59F3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F5148-6B30-4E8B-9127-C54C4D25A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5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1BFD75D-FB1B-99FA-4B66-FC4CE574E7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743653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1787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2026-09-06T08:15:01Z</dcterms:created>
  <dcterms:modified xsi:type="dcterms:W3CDTF">2026-09-06T08:15:02Z</dcterms:modified>
</cp:coreProperties>
</file>