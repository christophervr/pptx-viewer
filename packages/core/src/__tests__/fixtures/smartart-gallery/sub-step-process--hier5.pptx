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DCDF26-B856-4639-AF34-2C332FF1E598}" type="doc">
      <dgm:prSet loTypeId="urn:microsoft.com/office/officeart/2009/3/layout/SubSte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C23EE4-357D-4EEF-BA74-D3DA3A4C4E5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7EC7103-DB6B-4097-A97E-FDD5732CBCE7}" type="parTrans" cxnId="{BD51AC3F-7E70-4B42-BB6C-34F3B898A977}">
      <dgm:prSet/>
      <dgm:spPr/>
    </dgm:pt>
    <dgm:pt modelId="{9C4356A0-81C8-40C0-912F-B74D8DEAFAE6}" type="sibTrans" cxnId="{BD51AC3F-7E70-4B42-BB6C-34F3B898A977}">
      <dgm:prSet/>
      <dgm:spPr/>
    </dgm:pt>
    <dgm:pt modelId="{E3BF9B9F-8736-48D2-B19C-58EB411E768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1564C1A-9525-44DF-ABDC-9128B561CC11}" type="parTrans" cxnId="{B4EA9F6D-7062-47F0-89AE-6C3B2B933BF7}">
      <dgm:prSet/>
      <dgm:spPr/>
    </dgm:pt>
    <dgm:pt modelId="{8E3694AB-6FF5-49F3-BC4C-FFB064C3A9E7}" type="sibTrans" cxnId="{B4EA9F6D-7062-47F0-89AE-6C3B2B933BF7}">
      <dgm:prSet/>
      <dgm:spPr/>
    </dgm:pt>
    <dgm:pt modelId="{70784370-DED8-4720-83D1-FF407C2B77F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68EA096-605E-48D7-A824-EBBF808A5C16}" type="parTrans" cxnId="{DCD46119-3EB5-4259-AC88-506F0347B1C4}">
      <dgm:prSet/>
      <dgm:spPr/>
    </dgm:pt>
    <dgm:pt modelId="{2658C724-D3D6-4654-97B3-D901407A9F7E}" type="sibTrans" cxnId="{DCD46119-3EB5-4259-AC88-506F0347B1C4}">
      <dgm:prSet/>
      <dgm:spPr/>
    </dgm:pt>
    <dgm:pt modelId="{7249DB30-17DF-4A72-BCA7-832BFF39173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55B0F70-813E-4635-B395-C18DAB04F858}" type="parTrans" cxnId="{6DDB0E9A-137F-492B-B378-34C1D03C185E}">
      <dgm:prSet/>
      <dgm:spPr/>
    </dgm:pt>
    <dgm:pt modelId="{12B747ED-DFCD-4610-A88F-0C244E017C49}" type="sibTrans" cxnId="{6DDB0E9A-137F-492B-B378-34C1D03C185E}">
      <dgm:prSet/>
      <dgm:spPr/>
    </dgm:pt>
    <dgm:pt modelId="{B194A28B-986D-49AE-84D2-57BA8B7FE6E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C25F7B9-DF86-4656-9123-DC8045C97CAF}" type="parTrans" cxnId="{450D078B-6528-46BA-B021-75A50DA0CD5A}">
      <dgm:prSet/>
      <dgm:spPr/>
    </dgm:pt>
    <dgm:pt modelId="{8757DC8D-B3F8-44C2-9465-FAEC9BCDE6A8}" type="sibTrans" cxnId="{450D078B-6528-46BA-B021-75A50DA0CD5A}">
      <dgm:prSet/>
      <dgm:spPr/>
    </dgm:pt>
    <dgm:pt modelId="{76C13B50-71FE-4397-A804-318DB543642C}" type="pres">
      <dgm:prSet presAssocID="{C7DCDF26-B856-4639-AF34-2C332FF1E598}" presName="Name0" presStyleCnt="0">
        <dgm:presLayoutVars>
          <dgm:chMax val="7"/>
          <dgm:dir/>
          <dgm:animOne val="branch"/>
        </dgm:presLayoutVars>
      </dgm:prSet>
      <dgm:spPr/>
    </dgm:pt>
    <dgm:pt modelId="{8B38B723-744A-42B2-9D83-8C6DC8FC03A5}" type="pres">
      <dgm:prSet presAssocID="{45C23EE4-357D-4EEF-BA74-D3DA3A4C4E55}" presName="parTx1" presStyleLbl="node1" presStyleIdx="0" presStyleCnt="3"/>
      <dgm:spPr/>
    </dgm:pt>
    <dgm:pt modelId="{58B85982-631A-4298-BBCD-E82835688AC1}" type="pres">
      <dgm:prSet presAssocID="{45C23EE4-357D-4EEF-BA74-D3DA3A4C4E55}" presName="spPre1" presStyleCnt="0"/>
      <dgm:spPr/>
    </dgm:pt>
    <dgm:pt modelId="{52918BE8-C255-46AD-8469-7AFF39B848A8}" type="pres">
      <dgm:prSet presAssocID="{45C23EE4-357D-4EEF-BA74-D3DA3A4C4E55}" presName="chLin1" presStyleCnt="0"/>
      <dgm:spPr/>
    </dgm:pt>
    <dgm:pt modelId="{3C183013-3AAE-4987-B332-E10356E6958A}" type="pres">
      <dgm:prSet presAssocID="{91564C1A-9525-44DF-ABDC-9128B561CC11}" presName="Name11" presStyleLbl="parChTrans1D1" presStyleIdx="0" presStyleCnt="6"/>
      <dgm:spPr/>
    </dgm:pt>
    <dgm:pt modelId="{1B4D6A03-9062-46DE-97D9-3896D897979F}" type="pres">
      <dgm:prSet presAssocID="{91564C1A-9525-44DF-ABDC-9128B561CC11}" presName="Name31" presStyleLbl="parChTrans1D1" presStyleIdx="1" presStyleCnt="6"/>
      <dgm:spPr/>
    </dgm:pt>
    <dgm:pt modelId="{CF43B617-07B7-4D91-BA75-170755D8D2D8}" type="pres">
      <dgm:prSet presAssocID="{E3BF9B9F-8736-48D2-B19C-58EB411E7687}" presName="top1" presStyleCnt="0"/>
      <dgm:spPr/>
    </dgm:pt>
    <dgm:pt modelId="{6AA72BA4-CD45-455F-B372-374761E9C27F}" type="pres">
      <dgm:prSet presAssocID="{E3BF9B9F-8736-48D2-B19C-58EB411E7687}" presName="txAndLines1" presStyleCnt="0"/>
      <dgm:spPr/>
    </dgm:pt>
    <dgm:pt modelId="{122B4CFA-1ABB-4F78-8D1A-0CCC56A1031F}" type="pres">
      <dgm:prSet presAssocID="{E3BF9B9F-8736-48D2-B19C-58EB411E7687}" presName="anchor1" presStyleCnt="0"/>
      <dgm:spPr/>
    </dgm:pt>
    <dgm:pt modelId="{94FB82CD-5125-4B55-B277-BC0A44AA29CE}" type="pres">
      <dgm:prSet presAssocID="{E3BF9B9F-8736-48D2-B19C-58EB411E7687}" presName="backup1" presStyleCnt="0"/>
      <dgm:spPr/>
    </dgm:pt>
    <dgm:pt modelId="{EEF75922-8514-48C9-92E5-08C8E052F863}" type="pres">
      <dgm:prSet presAssocID="{E3BF9B9F-8736-48D2-B19C-58EB411E7687}" presName="preLine1" presStyleLbl="parChTrans1D1" presStyleIdx="2" presStyleCnt="6"/>
      <dgm:spPr/>
    </dgm:pt>
    <dgm:pt modelId="{3EC5800D-A148-4403-9147-6E33CB4D1268}" type="pres">
      <dgm:prSet presAssocID="{E3BF9B9F-8736-48D2-B19C-58EB411E7687}" presName="desTx1" presStyleLbl="revTx" presStyleIdx="0" presStyleCnt="0">
        <dgm:presLayoutVars>
          <dgm:bulletEnabled val="1"/>
        </dgm:presLayoutVars>
      </dgm:prSet>
      <dgm:spPr/>
    </dgm:pt>
    <dgm:pt modelId="{B8894765-1E2A-4C07-9DBF-CF63F3057EBD}" type="pres">
      <dgm:prSet presAssocID="{E3BF9B9F-8736-48D2-B19C-58EB411E7687}" presName="postLine1" presStyleLbl="parChTrans1D1" presStyleIdx="3" presStyleCnt="6"/>
      <dgm:spPr/>
    </dgm:pt>
    <dgm:pt modelId="{D5DF4C3D-7216-463B-BD1A-150B3038BC6A}" type="pres">
      <dgm:prSet presAssocID="{45C23EE4-357D-4EEF-BA74-D3DA3A4C4E55}" presName="spPost1" presStyleCnt="0"/>
      <dgm:spPr/>
    </dgm:pt>
    <dgm:pt modelId="{280E1D0D-E0A2-4AB0-BCE5-891FF2D1ECA0}" type="pres">
      <dgm:prSet presAssocID="{70784370-DED8-4720-83D1-FF407C2B77FB}" presName="parTx2" presStyleLbl="node1" presStyleIdx="1" presStyleCnt="3"/>
      <dgm:spPr/>
    </dgm:pt>
    <dgm:pt modelId="{08DD6044-57BB-415C-A9A8-C3E7CE891604}" type="pres">
      <dgm:prSet presAssocID="{7249DB30-17DF-4A72-BCA7-832BFF391736}" presName="parTx3" presStyleLbl="node1" presStyleIdx="2" presStyleCnt="3"/>
      <dgm:spPr/>
    </dgm:pt>
    <dgm:pt modelId="{881F39A5-0569-45F4-A4B5-BC2DADDE3D0E}" type="pres">
      <dgm:prSet presAssocID="{7249DB30-17DF-4A72-BCA7-832BFF391736}" presName="spPre3" presStyleCnt="0"/>
      <dgm:spPr/>
    </dgm:pt>
    <dgm:pt modelId="{03EAED19-2035-41BF-9647-241271EAA701}" type="pres">
      <dgm:prSet presAssocID="{7249DB30-17DF-4A72-BCA7-832BFF391736}" presName="chLin3" presStyleCnt="0"/>
      <dgm:spPr/>
    </dgm:pt>
    <dgm:pt modelId="{1D7DB113-AA92-435B-A0F5-3A395311B3F8}" type="pres">
      <dgm:prSet presAssocID="{8C25F7B9-DF86-4656-9123-DC8045C97CAF}" presName="Name79" presStyleLbl="parChTrans1D1" presStyleIdx="4" presStyleCnt="6"/>
      <dgm:spPr/>
    </dgm:pt>
    <dgm:pt modelId="{8E7C99B1-C5EB-4E20-8BD0-36FB732652C3}" type="pres">
      <dgm:prSet presAssocID="{B194A28B-986D-49AE-84D2-57BA8B7FE6E0}" presName="top3" presStyleCnt="0"/>
      <dgm:spPr/>
    </dgm:pt>
    <dgm:pt modelId="{9BED6074-C436-435C-8765-82767ED40C48}" type="pres">
      <dgm:prSet presAssocID="{B194A28B-986D-49AE-84D2-57BA8B7FE6E0}" presName="txAndLines3" presStyleCnt="0"/>
      <dgm:spPr/>
    </dgm:pt>
    <dgm:pt modelId="{F10C5F29-5B08-4C10-9FC2-2EEC57D8BEF8}" type="pres">
      <dgm:prSet presAssocID="{B194A28B-986D-49AE-84D2-57BA8B7FE6E0}" presName="anchor3" presStyleCnt="0"/>
      <dgm:spPr/>
    </dgm:pt>
    <dgm:pt modelId="{3888EDB2-A596-4F86-BDCF-8D63E09A69A9}" type="pres">
      <dgm:prSet presAssocID="{B194A28B-986D-49AE-84D2-57BA8B7FE6E0}" presName="backup3" presStyleCnt="0"/>
      <dgm:spPr/>
    </dgm:pt>
    <dgm:pt modelId="{1EA85BAA-F75C-4716-81D5-C1CA208BFE64}" type="pres">
      <dgm:prSet presAssocID="{B194A28B-986D-49AE-84D2-57BA8B7FE6E0}" presName="preLine3" presStyleLbl="parChTrans1D1" presStyleIdx="5" presStyleCnt="6"/>
      <dgm:spPr/>
    </dgm:pt>
    <dgm:pt modelId="{89A01A21-C4C3-43E1-A40A-3B7AF392B1DA}" type="pres">
      <dgm:prSet presAssocID="{B194A28B-986D-49AE-84D2-57BA8B7FE6E0}" presName="desTx3" presStyleLbl="revTx" presStyleIdx="0" presStyleCnt="0">
        <dgm:presLayoutVars>
          <dgm:bulletEnabled val="1"/>
        </dgm:presLayoutVars>
      </dgm:prSet>
      <dgm:spPr/>
    </dgm:pt>
  </dgm:ptLst>
  <dgm:cxnLst>
    <dgm:cxn modelId="{DD45990B-6BA7-495C-A3B3-88EB4B854254}" type="presOf" srcId="{E3BF9B9F-8736-48D2-B19C-58EB411E7687}" destId="{3EC5800D-A148-4403-9147-6E33CB4D1268}" srcOrd="0" destOrd="0" presId="urn:microsoft.com/office/officeart/2009/3/layout/SubStepProcess"/>
    <dgm:cxn modelId="{DCD46119-3EB5-4259-AC88-506F0347B1C4}" srcId="{C7DCDF26-B856-4639-AF34-2C332FF1E598}" destId="{70784370-DED8-4720-83D1-FF407C2B77FB}" srcOrd="1" destOrd="0" parTransId="{F68EA096-605E-48D7-A824-EBBF808A5C16}" sibTransId="{2658C724-D3D6-4654-97B3-D901407A9F7E}"/>
    <dgm:cxn modelId="{BD51AC3F-7E70-4B42-BB6C-34F3B898A977}" srcId="{C7DCDF26-B856-4639-AF34-2C332FF1E598}" destId="{45C23EE4-357D-4EEF-BA74-D3DA3A4C4E55}" srcOrd="0" destOrd="0" parTransId="{67EC7103-DB6B-4097-A97E-FDD5732CBCE7}" sibTransId="{9C4356A0-81C8-40C0-912F-B74D8DEAFAE6}"/>
    <dgm:cxn modelId="{31CB405B-B11F-424C-85A4-1BA7B1582231}" type="presOf" srcId="{7249DB30-17DF-4A72-BCA7-832BFF391736}" destId="{08DD6044-57BB-415C-A9A8-C3E7CE891604}" srcOrd="0" destOrd="0" presId="urn:microsoft.com/office/officeart/2009/3/layout/SubStepProcess"/>
    <dgm:cxn modelId="{B4EA9F6D-7062-47F0-89AE-6C3B2B933BF7}" srcId="{45C23EE4-357D-4EEF-BA74-D3DA3A4C4E55}" destId="{E3BF9B9F-8736-48D2-B19C-58EB411E7687}" srcOrd="0" destOrd="0" parTransId="{91564C1A-9525-44DF-ABDC-9128B561CC11}" sibTransId="{8E3694AB-6FF5-49F3-BC4C-FFB064C3A9E7}"/>
    <dgm:cxn modelId="{8EEB7971-E07B-4FF1-875C-BBAF9908732F}" type="presOf" srcId="{70784370-DED8-4720-83D1-FF407C2B77FB}" destId="{280E1D0D-E0A2-4AB0-BCE5-891FF2D1ECA0}" srcOrd="0" destOrd="0" presId="urn:microsoft.com/office/officeart/2009/3/layout/SubStepProcess"/>
    <dgm:cxn modelId="{450D078B-6528-46BA-B021-75A50DA0CD5A}" srcId="{7249DB30-17DF-4A72-BCA7-832BFF391736}" destId="{B194A28B-986D-49AE-84D2-57BA8B7FE6E0}" srcOrd="0" destOrd="0" parTransId="{8C25F7B9-DF86-4656-9123-DC8045C97CAF}" sibTransId="{8757DC8D-B3F8-44C2-9465-FAEC9BCDE6A8}"/>
    <dgm:cxn modelId="{3F781E8D-7377-4FED-BCE0-775C861C96EB}" type="presOf" srcId="{B194A28B-986D-49AE-84D2-57BA8B7FE6E0}" destId="{89A01A21-C4C3-43E1-A40A-3B7AF392B1DA}" srcOrd="0" destOrd="0" presId="urn:microsoft.com/office/officeart/2009/3/layout/SubStepProcess"/>
    <dgm:cxn modelId="{6DDB0E9A-137F-492B-B378-34C1D03C185E}" srcId="{C7DCDF26-B856-4639-AF34-2C332FF1E598}" destId="{7249DB30-17DF-4A72-BCA7-832BFF391736}" srcOrd="2" destOrd="0" parTransId="{F55B0F70-813E-4635-B395-C18DAB04F858}" sibTransId="{12B747ED-DFCD-4610-A88F-0C244E017C49}"/>
    <dgm:cxn modelId="{D15B90BB-720D-4895-B6EA-6777463FA4B5}" type="presOf" srcId="{45C23EE4-357D-4EEF-BA74-D3DA3A4C4E55}" destId="{8B38B723-744A-42B2-9D83-8C6DC8FC03A5}" srcOrd="0" destOrd="0" presId="urn:microsoft.com/office/officeart/2009/3/layout/SubStepProcess"/>
    <dgm:cxn modelId="{69A1DAFA-CEC0-4BCF-B73F-1F8998F2C0BF}" type="presOf" srcId="{C7DCDF26-B856-4639-AF34-2C332FF1E598}" destId="{76C13B50-71FE-4397-A804-318DB543642C}" srcOrd="0" destOrd="0" presId="urn:microsoft.com/office/officeart/2009/3/layout/SubStepProcess"/>
    <dgm:cxn modelId="{FA8AA4D2-BE66-459B-B5C0-80F593FF78D5}" type="presParOf" srcId="{76C13B50-71FE-4397-A804-318DB543642C}" destId="{8B38B723-744A-42B2-9D83-8C6DC8FC03A5}" srcOrd="0" destOrd="0" presId="urn:microsoft.com/office/officeart/2009/3/layout/SubStepProcess"/>
    <dgm:cxn modelId="{C8382E98-78AE-4C1F-BD3A-EF7ACB78EB3E}" type="presParOf" srcId="{76C13B50-71FE-4397-A804-318DB543642C}" destId="{58B85982-631A-4298-BBCD-E82835688AC1}" srcOrd="1" destOrd="0" presId="urn:microsoft.com/office/officeart/2009/3/layout/SubStepProcess"/>
    <dgm:cxn modelId="{C4BDB8CD-E6BD-409C-9A9E-6BAEB0ABA592}" type="presParOf" srcId="{76C13B50-71FE-4397-A804-318DB543642C}" destId="{52918BE8-C255-46AD-8469-7AFF39B848A8}" srcOrd="2" destOrd="0" presId="urn:microsoft.com/office/officeart/2009/3/layout/SubStepProcess"/>
    <dgm:cxn modelId="{888EA3AE-A3DD-405D-B88D-D2B745D6DAAF}" type="presParOf" srcId="{52918BE8-C255-46AD-8469-7AFF39B848A8}" destId="{3C183013-3AAE-4987-B332-E10356E6958A}" srcOrd="0" destOrd="0" presId="urn:microsoft.com/office/officeart/2009/3/layout/SubStepProcess"/>
    <dgm:cxn modelId="{78B1B234-157D-45F7-A6EE-BACE777B1A50}" type="presParOf" srcId="{52918BE8-C255-46AD-8469-7AFF39B848A8}" destId="{1B4D6A03-9062-46DE-97D9-3896D897979F}" srcOrd="1" destOrd="0" presId="urn:microsoft.com/office/officeart/2009/3/layout/SubStepProcess"/>
    <dgm:cxn modelId="{7AA51423-011E-4415-A5BE-9F0F64D61445}" type="presParOf" srcId="{52918BE8-C255-46AD-8469-7AFF39B848A8}" destId="{CF43B617-07B7-4D91-BA75-170755D8D2D8}" srcOrd="2" destOrd="0" presId="urn:microsoft.com/office/officeart/2009/3/layout/SubStepProcess"/>
    <dgm:cxn modelId="{B916D56B-51E4-4227-931D-0CC18A55EF9B}" type="presParOf" srcId="{52918BE8-C255-46AD-8469-7AFF39B848A8}" destId="{6AA72BA4-CD45-455F-B372-374761E9C27F}" srcOrd="3" destOrd="0" presId="urn:microsoft.com/office/officeart/2009/3/layout/SubStepProcess"/>
    <dgm:cxn modelId="{D9849AE5-EA33-4040-A0A1-08616485759A}" type="presParOf" srcId="{6AA72BA4-CD45-455F-B372-374761E9C27F}" destId="{122B4CFA-1ABB-4F78-8D1A-0CCC56A1031F}" srcOrd="0" destOrd="0" presId="urn:microsoft.com/office/officeart/2009/3/layout/SubStepProcess"/>
    <dgm:cxn modelId="{476731BF-C447-4483-92CE-C320D7C4FB63}" type="presParOf" srcId="{6AA72BA4-CD45-455F-B372-374761E9C27F}" destId="{94FB82CD-5125-4B55-B277-BC0A44AA29CE}" srcOrd="1" destOrd="0" presId="urn:microsoft.com/office/officeart/2009/3/layout/SubStepProcess"/>
    <dgm:cxn modelId="{CB19FD69-811E-42AC-9F4F-74E4DF668349}" type="presParOf" srcId="{6AA72BA4-CD45-455F-B372-374761E9C27F}" destId="{EEF75922-8514-48C9-92E5-08C8E052F863}" srcOrd="2" destOrd="0" presId="urn:microsoft.com/office/officeart/2009/3/layout/SubStepProcess"/>
    <dgm:cxn modelId="{B69DD01A-53E7-4DD0-8EBC-63B70DC15F5C}" type="presParOf" srcId="{6AA72BA4-CD45-455F-B372-374761E9C27F}" destId="{3EC5800D-A148-4403-9147-6E33CB4D1268}" srcOrd="3" destOrd="0" presId="urn:microsoft.com/office/officeart/2009/3/layout/SubStepProcess"/>
    <dgm:cxn modelId="{C0FD8F09-066F-41D5-9F87-662C0CC79DCB}" type="presParOf" srcId="{6AA72BA4-CD45-455F-B372-374761E9C27F}" destId="{B8894765-1E2A-4C07-9DBF-CF63F3057EBD}" srcOrd="4" destOrd="0" presId="urn:microsoft.com/office/officeart/2009/3/layout/SubStepProcess"/>
    <dgm:cxn modelId="{1DB6CA01-58F1-4593-9D05-80F3E2AF353A}" type="presParOf" srcId="{76C13B50-71FE-4397-A804-318DB543642C}" destId="{D5DF4C3D-7216-463B-BD1A-150B3038BC6A}" srcOrd="3" destOrd="0" presId="urn:microsoft.com/office/officeart/2009/3/layout/SubStepProcess"/>
    <dgm:cxn modelId="{B0974B74-A469-4F55-B5AF-019703E04677}" type="presParOf" srcId="{76C13B50-71FE-4397-A804-318DB543642C}" destId="{280E1D0D-E0A2-4AB0-BCE5-891FF2D1ECA0}" srcOrd="4" destOrd="0" presId="urn:microsoft.com/office/officeart/2009/3/layout/SubStepProcess"/>
    <dgm:cxn modelId="{19648D68-DBE0-4667-86EE-3C579556AFB0}" type="presParOf" srcId="{76C13B50-71FE-4397-A804-318DB543642C}" destId="{08DD6044-57BB-415C-A9A8-C3E7CE891604}" srcOrd="5" destOrd="0" presId="urn:microsoft.com/office/officeart/2009/3/layout/SubStepProcess"/>
    <dgm:cxn modelId="{D2BCE4C8-0477-40B1-B887-2B700A027DAB}" type="presParOf" srcId="{76C13B50-71FE-4397-A804-318DB543642C}" destId="{881F39A5-0569-45F4-A4B5-BC2DADDE3D0E}" srcOrd="6" destOrd="0" presId="urn:microsoft.com/office/officeart/2009/3/layout/SubStepProcess"/>
    <dgm:cxn modelId="{7543056D-21D7-4CEA-B84E-182E488D7FC3}" type="presParOf" srcId="{76C13B50-71FE-4397-A804-318DB543642C}" destId="{03EAED19-2035-41BF-9647-241271EAA701}" srcOrd="7" destOrd="0" presId="urn:microsoft.com/office/officeart/2009/3/layout/SubStepProcess"/>
    <dgm:cxn modelId="{A68ADF6F-C7AE-4BBB-A3AE-814B7A002BF4}" type="presParOf" srcId="{03EAED19-2035-41BF-9647-241271EAA701}" destId="{1D7DB113-AA92-435B-A0F5-3A395311B3F8}" srcOrd="0" destOrd="0" presId="urn:microsoft.com/office/officeart/2009/3/layout/SubStepProcess"/>
    <dgm:cxn modelId="{5D80C701-8458-4ABF-A640-338C5AF59E3B}" type="presParOf" srcId="{03EAED19-2035-41BF-9647-241271EAA701}" destId="{8E7C99B1-C5EB-4E20-8BD0-36FB732652C3}" srcOrd="1" destOrd="0" presId="urn:microsoft.com/office/officeart/2009/3/layout/SubStepProcess"/>
    <dgm:cxn modelId="{87AABD51-D7D7-4132-90BA-0693F3A2A6E1}" type="presParOf" srcId="{03EAED19-2035-41BF-9647-241271EAA701}" destId="{9BED6074-C436-435C-8765-82767ED40C48}" srcOrd="2" destOrd="0" presId="urn:microsoft.com/office/officeart/2009/3/layout/SubStepProcess"/>
    <dgm:cxn modelId="{FEF3D30B-ADA2-498F-8F9B-26FD6FE3662A}" type="presParOf" srcId="{9BED6074-C436-435C-8765-82767ED40C48}" destId="{F10C5F29-5B08-4C10-9FC2-2EEC57D8BEF8}" srcOrd="0" destOrd="0" presId="urn:microsoft.com/office/officeart/2009/3/layout/SubStepProcess"/>
    <dgm:cxn modelId="{E3076B35-DA27-4729-8FBA-277AC379EF6D}" type="presParOf" srcId="{9BED6074-C436-435C-8765-82767ED40C48}" destId="{3888EDB2-A596-4F86-BDCF-8D63E09A69A9}" srcOrd="1" destOrd="0" presId="urn:microsoft.com/office/officeart/2009/3/layout/SubStepProcess"/>
    <dgm:cxn modelId="{9409B531-48BE-47AC-9A10-FD473F9BC66B}" type="presParOf" srcId="{9BED6074-C436-435C-8765-82767ED40C48}" destId="{1EA85BAA-F75C-4716-81D5-C1CA208BFE64}" srcOrd="2" destOrd="0" presId="urn:microsoft.com/office/officeart/2009/3/layout/SubStepProcess"/>
    <dgm:cxn modelId="{D9E22570-0718-48B1-901B-8274109C831C}" type="presParOf" srcId="{9BED6074-C436-435C-8765-82767ED40C48}" destId="{89A01A21-C4C3-43E1-A40A-3B7AF392B1DA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8B723-744A-42B2-9D83-8C6DC8FC03A5}">
      <dsp:nvSpPr>
        <dsp:cNvPr id="0" name=""/>
        <dsp:cNvSpPr/>
      </dsp:nvSpPr>
      <dsp:spPr>
        <a:xfrm>
          <a:off x="4688" y="1862832"/>
          <a:ext cx="1354335" cy="1354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One</a:t>
          </a:r>
        </a:p>
      </dsp:txBody>
      <dsp:txXfrm>
        <a:off x="203026" y="2061170"/>
        <a:ext cx="957659" cy="957659"/>
      </dsp:txXfrm>
    </dsp:sp>
    <dsp:sp modelId="{3C183013-3AAE-4987-B332-E10356E6958A}">
      <dsp:nvSpPr>
        <dsp:cNvPr id="0" name=""/>
        <dsp:cNvSpPr/>
      </dsp:nvSpPr>
      <dsp:spPr>
        <a:xfrm rot="2558555">
          <a:off x="1340758" y="2726898"/>
          <a:ext cx="4424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242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D6A03-9062-46DE-97D9-3896D897979F}">
      <dsp:nvSpPr>
        <dsp:cNvPr id="0" name=""/>
        <dsp:cNvSpPr/>
      </dsp:nvSpPr>
      <dsp:spPr>
        <a:xfrm rot="8241445">
          <a:off x="3105322" y="2726898"/>
          <a:ext cx="4424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42427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F75922-8514-48C9-92E5-08C8E052F863}">
      <dsp:nvSpPr>
        <dsp:cNvPr id="0" name=""/>
        <dsp:cNvSpPr/>
      </dsp:nvSpPr>
      <dsp:spPr>
        <a:xfrm>
          <a:off x="1724695" y="2876753"/>
          <a:ext cx="158302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5800D-A148-4403-9147-6E33CB4D1268}">
      <dsp:nvSpPr>
        <dsp:cNvPr id="0" name=""/>
        <dsp:cNvSpPr/>
      </dsp:nvSpPr>
      <dsp:spPr>
        <a:xfrm>
          <a:off x="1882998" y="2540000"/>
          <a:ext cx="1122511" cy="6735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Two has a longer label</a:t>
          </a:r>
        </a:p>
      </dsp:txBody>
      <dsp:txXfrm>
        <a:off x="1882998" y="2540000"/>
        <a:ext cx="1122511" cy="673506"/>
      </dsp:txXfrm>
    </dsp:sp>
    <dsp:sp modelId="{B8894765-1E2A-4C07-9DBF-CF63F3057EBD}">
      <dsp:nvSpPr>
        <dsp:cNvPr id="0" name=""/>
        <dsp:cNvSpPr/>
      </dsp:nvSpPr>
      <dsp:spPr>
        <a:xfrm>
          <a:off x="3005509" y="2876753"/>
          <a:ext cx="158302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0E1D0D-E0A2-4AB0-BCE5-891FF2D1ECA0}">
      <dsp:nvSpPr>
        <dsp:cNvPr id="0" name=""/>
        <dsp:cNvSpPr/>
      </dsp:nvSpPr>
      <dsp:spPr>
        <a:xfrm>
          <a:off x="3529483" y="1862832"/>
          <a:ext cx="1354335" cy="1354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Three</a:t>
          </a:r>
        </a:p>
      </dsp:txBody>
      <dsp:txXfrm>
        <a:off x="3727821" y="2061170"/>
        <a:ext cx="957659" cy="957659"/>
      </dsp:txXfrm>
    </dsp:sp>
    <dsp:sp modelId="{08DD6044-57BB-415C-A9A8-C3E7CE891604}">
      <dsp:nvSpPr>
        <dsp:cNvPr id="0" name=""/>
        <dsp:cNvSpPr/>
      </dsp:nvSpPr>
      <dsp:spPr>
        <a:xfrm>
          <a:off x="4883819" y="1862832"/>
          <a:ext cx="1354335" cy="1354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Four</a:t>
          </a:r>
        </a:p>
      </dsp:txBody>
      <dsp:txXfrm>
        <a:off x="5082157" y="2061170"/>
        <a:ext cx="957659" cy="957659"/>
      </dsp:txXfrm>
    </dsp:sp>
    <dsp:sp modelId="{1D7DB113-AA92-435B-A0F5-3A395311B3F8}">
      <dsp:nvSpPr>
        <dsp:cNvPr id="0" name=""/>
        <dsp:cNvSpPr/>
      </dsp:nvSpPr>
      <dsp:spPr>
        <a:xfrm rot="1483451">
          <a:off x="6285759" y="2726898"/>
          <a:ext cx="71658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1658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A85BAA-F75C-4716-81D5-C1CA208BFE64}">
      <dsp:nvSpPr>
        <dsp:cNvPr id="0" name=""/>
        <dsp:cNvSpPr/>
      </dsp:nvSpPr>
      <dsp:spPr>
        <a:xfrm>
          <a:off x="6969496" y="2876753"/>
          <a:ext cx="158302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A01A21-C4C3-43E1-A40A-3B7AF392B1DA}">
      <dsp:nvSpPr>
        <dsp:cNvPr id="0" name=""/>
        <dsp:cNvSpPr/>
      </dsp:nvSpPr>
      <dsp:spPr>
        <a:xfrm>
          <a:off x="7127799" y="2540000"/>
          <a:ext cx="1122511" cy="6735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Node Five</a:t>
          </a:r>
        </a:p>
      </dsp:txBody>
      <dsp:txXfrm>
        <a:off x="7127799" y="2540000"/>
        <a:ext cx="1122511" cy="673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3C58-2B22-4858-E99C-3E47CFEBF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C3831-6BC0-ACD5-EB42-2AAB17F18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5E6C8-D503-587F-8868-4B5AF4C7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87B99-8D8F-D3C9-1FAC-D37DE30C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1B280-64C6-DF6A-5A00-79003951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FF98-CE25-BA53-9B6A-1E8EB870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3A33-39BB-A9F7-A6C0-64692BAD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D0C90-F1F3-CCCE-2AD2-C75870EF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C0E2-26D9-1FF7-32D5-F0835B49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FAED-4D67-6992-A655-CF149FEC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5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9715-55C5-C57C-D8B5-642460A2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795C3-15F1-D0BF-3F23-860671DBE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4F7B-48FB-4EFB-185A-D535981C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03E99-C9AA-8D07-06CB-F27A88D5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15D1-8D8D-9CA3-69D0-985CAFD6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5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55B4-1A83-624A-B7F4-6180FAC3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0D28B-FAB8-1E62-DF74-AB09EEFB2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64CC6-C173-64D0-06F6-E3A9B0460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A6F3-A3B9-6873-516D-BC4F7340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39C45-E5CA-C331-8876-9587C89C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01D33-F855-E207-D307-61419AA5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31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921E-1332-904A-364B-BFD85FC1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80235-F515-8423-89FC-F3EEB701C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9AC68-8CB4-9770-133C-E38A505D0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AC62E-856A-258D-26F1-904DF69DA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7A2A9-C9A9-0D86-D012-249211077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4D867-8460-946B-0062-E9504D04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988BE-457F-A4AE-5889-AF3613DE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5C6D4-C22B-1DFA-25EE-9EED2E53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6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6536-D10B-12C6-CD09-4F2EB89D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9159D-5EF1-3B66-2E72-42CB7A40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61FCF-AB24-1FF3-3422-15A5E25D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61AA0-6A87-F3A1-1B63-68FDFD67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7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A66DE-EF56-E031-454F-0D810E80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A5885-EEEE-ACA1-C70B-55B90D03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8CE9C-39FE-F365-6B3C-FB21BE15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98EC-6CCD-0001-01E0-F6046CC8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288B2-3E1F-3ABC-C139-35263364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4177C-DCD6-5080-1768-264425A33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4D429-7690-2A05-0F13-F6D25AB7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34512-3B9D-7E29-E6B0-75E74694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F83CA-0248-B65E-2F68-4482F49E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8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189D-45B0-556B-E971-E220A861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8F990-E89A-4F9F-DE5E-D719124E1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2B10D-38C5-51B1-FBCE-AEC79B30E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C2F07-CDD9-A2DA-B4D0-206386DC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8B03-4C7B-9DE2-A4A8-740EA699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59BCB-8E2E-D7D2-B060-2A3B3370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0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9498-1DC8-8B4E-AC56-D577B4D1B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B95FA-591B-22EB-5FE7-18E2FFD81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6BF63-1969-A108-1EC8-71525E43F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F1F5-ACB9-64A9-7094-E451565B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14FBE-D309-A3B2-0876-88072B76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3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7D437-46BA-7051-619C-DBDAE054F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FF48E-16C6-442C-30B7-E12B4329A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64D3-5231-8F08-5AF1-CF618D78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DCFE9-E0F0-CDF1-E86E-7E66A7D1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1186-4030-D468-F88F-D3C603B3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8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26694-C69B-C605-77E0-5B3741F4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EEE3C-1D5A-E39B-8436-F79F02F0E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45D05-0DC4-7B97-1046-B97FA0F7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9F727-268D-425E-86EA-FA611C48B28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F9EE-DD6C-E3AA-AFEB-B897533F6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78F1D-2DF9-723A-71E6-09C544423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7AC06-9129-4C7E-A79A-FEDB0A6E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3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009830F-DDF5-06F1-CBBE-F5AABFF41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75074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11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2026-09-06T08:13:41Z</dcterms:created>
  <dcterms:modified xsi:type="dcterms:W3CDTF">2026-09-06T08:13:42Z</dcterms:modified>
</cp:coreProperties>
</file>