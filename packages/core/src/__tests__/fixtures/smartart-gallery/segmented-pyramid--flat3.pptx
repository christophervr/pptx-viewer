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E1A831A-10B0-4883-BEB2-143986102750}" type="doc">
      <dgm:prSet loTypeId="urn:microsoft.com/office/officeart/2005/8/layout/pyramid4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FD70918-5EC0-4032-A467-A4346E4A52FD}">
      <dgm:prSet phldrT="[Text]"/>
      <dgm:spPr/>
      <dgm:t>
        <a:bodyPr/>
        <a:lstStyle/>
        <a:p>
          <a:r>
            <a:rPr lang="en-US"/>
            <a:t>Alpha</a:t>
          </a:r>
        </a:p>
      </dgm:t>
    </dgm:pt>
    <dgm:pt modelId="{76495B95-1FA1-4D6C-B44F-4FB35040AB48}" type="parTrans" cxnId="{E3E8FB9D-81DA-4E96-8A99-4046E79FABC3}">
      <dgm:prSet/>
      <dgm:spPr/>
    </dgm:pt>
    <dgm:pt modelId="{834900DF-B0D9-4A42-A7D7-8B8E9B3A39F3}" type="sibTrans" cxnId="{E3E8FB9D-81DA-4E96-8A99-4046E79FABC3}">
      <dgm:prSet/>
      <dgm:spPr/>
    </dgm:pt>
    <dgm:pt modelId="{7857689C-428C-471D-8140-9D3D9924F2FD}">
      <dgm:prSet phldrT="[Text]"/>
      <dgm:spPr/>
      <dgm:t>
        <a:bodyPr/>
        <a:lstStyle/>
        <a:p>
          <a:r>
            <a:rPr lang="en-US"/>
            <a:t>Beta has a noticeably longer label than the others</a:t>
          </a:r>
        </a:p>
      </dgm:t>
    </dgm:pt>
    <dgm:pt modelId="{3D2E88EF-C535-46C9-8E7D-D80B38C5E529}" type="parTrans" cxnId="{AA80A8FE-07CD-48E0-B897-803F7D142F24}">
      <dgm:prSet/>
      <dgm:spPr/>
    </dgm:pt>
    <dgm:pt modelId="{148C4284-CFD6-47C2-92C3-578B077FC4D4}" type="sibTrans" cxnId="{AA80A8FE-07CD-48E0-B897-803F7D142F24}">
      <dgm:prSet/>
      <dgm:spPr/>
    </dgm:pt>
    <dgm:pt modelId="{131212D2-76F6-416C-A593-5F2540D7282F}">
      <dgm:prSet phldrT="[Text]"/>
      <dgm:spPr/>
      <dgm:t>
        <a:bodyPr/>
        <a:lstStyle/>
        <a:p>
          <a:r>
            <a:rPr lang="en-US"/>
            <a:t>Gamma</a:t>
          </a:r>
        </a:p>
      </dgm:t>
    </dgm:pt>
    <dgm:pt modelId="{4F9A7B37-C1C0-4954-A403-6DE097C21643}" type="parTrans" cxnId="{8E09B7D1-8DDE-44A5-B236-9E5F1AF4D6AA}">
      <dgm:prSet/>
      <dgm:spPr/>
    </dgm:pt>
    <dgm:pt modelId="{2C93B420-46E6-4B27-A827-073DC9A94E48}" type="sibTrans" cxnId="{8E09B7D1-8DDE-44A5-B236-9E5F1AF4D6AA}">
      <dgm:prSet/>
      <dgm:spPr/>
    </dgm:pt>
    <dgm:pt modelId="{84474FF8-E399-4C4C-8203-3DFD82A55CFA}" type="pres">
      <dgm:prSet presAssocID="{5E1A831A-10B0-4883-BEB2-143986102750}" presName="compositeShape" presStyleCnt="0">
        <dgm:presLayoutVars>
          <dgm:chMax val="9"/>
          <dgm:dir/>
          <dgm:resizeHandles val="exact"/>
        </dgm:presLayoutVars>
      </dgm:prSet>
      <dgm:spPr/>
    </dgm:pt>
    <dgm:pt modelId="{80CD536F-376D-4A6C-9183-A58E7A5A7130}" type="pres">
      <dgm:prSet presAssocID="{5E1A831A-10B0-4883-BEB2-143986102750}" presName="triangle1" presStyleLbl="node1" presStyleIdx="0" presStyleCnt="4">
        <dgm:presLayoutVars>
          <dgm:bulletEnabled val="1"/>
        </dgm:presLayoutVars>
      </dgm:prSet>
      <dgm:spPr/>
    </dgm:pt>
    <dgm:pt modelId="{9BC5FD25-B643-42B9-9D68-3BFFC1C1C514}" type="pres">
      <dgm:prSet presAssocID="{5E1A831A-10B0-4883-BEB2-143986102750}" presName="triangle2" presStyleLbl="node1" presStyleIdx="1" presStyleCnt="4">
        <dgm:presLayoutVars>
          <dgm:bulletEnabled val="1"/>
        </dgm:presLayoutVars>
      </dgm:prSet>
      <dgm:spPr/>
    </dgm:pt>
    <dgm:pt modelId="{96BF1CD0-D78E-41A9-9CB0-4F596C0A98E3}" type="pres">
      <dgm:prSet presAssocID="{5E1A831A-10B0-4883-BEB2-143986102750}" presName="triangle3" presStyleLbl="node1" presStyleIdx="2" presStyleCnt="4">
        <dgm:presLayoutVars>
          <dgm:bulletEnabled val="1"/>
        </dgm:presLayoutVars>
      </dgm:prSet>
      <dgm:spPr/>
    </dgm:pt>
    <dgm:pt modelId="{4A63BA20-7BB3-4DFD-91E8-0C28B3081E5C}" type="pres">
      <dgm:prSet presAssocID="{5E1A831A-10B0-4883-BEB2-143986102750}" presName="triangle4" presStyleLbl="node1" presStyleIdx="3" presStyleCnt="4">
        <dgm:presLayoutVars>
          <dgm:bulletEnabled val="1"/>
        </dgm:presLayoutVars>
      </dgm:prSet>
      <dgm:spPr/>
    </dgm:pt>
  </dgm:ptLst>
  <dgm:cxnLst>
    <dgm:cxn modelId="{8DB4D739-2E9A-417E-8455-8ACEA6476166}" type="presOf" srcId="{5E1A831A-10B0-4883-BEB2-143986102750}" destId="{84474FF8-E399-4C4C-8203-3DFD82A55CFA}" srcOrd="0" destOrd="0" presId="urn:microsoft.com/office/officeart/2005/8/layout/pyramid4"/>
    <dgm:cxn modelId="{BB93556B-13BF-4DC2-ADA4-5AF43774D817}" type="presOf" srcId="{3FD70918-5EC0-4032-A467-A4346E4A52FD}" destId="{80CD536F-376D-4A6C-9183-A58E7A5A7130}" srcOrd="0" destOrd="0" presId="urn:microsoft.com/office/officeart/2005/8/layout/pyramid4"/>
    <dgm:cxn modelId="{E3E8FB9D-81DA-4E96-8A99-4046E79FABC3}" srcId="{5E1A831A-10B0-4883-BEB2-143986102750}" destId="{3FD70918-5EC0-4032-A467-A4346E4A52FD}" srcOrd="0" destOrd="0" parTransId="{76495B95-1FA1-4D6C-B44F-4FB35040AB48}" sibTransId="{834900DF-B0D9-4A42-A7D7-8B8E9B3A39F3}"/>
    <dgm:cxn modelId="{9412F0C2-352A-4264-A967-B32D4EF2802B}" type="presOf" srcId="{7857689C-428C-471D-8140-9D3D9924F2FD}" destId="{9BC5FD25-B643-42B9-9D68-3BFFC1C1C514}" srcOrd="0" destOrd="0" presId="urn:microsoft.com/office/officeart/2005/8/layout/pyramid4"/>
    <dgm:cxn modelId="{8E09B7D1-8DDE-44A5-B236-9E5F1AF4D6AA}" srcId="{5E1A831A-10B0-4883-BEB2-143986102750}" destId="{131212D2-76F6-416C-A593-5F2540D7282F}" srcOrd="2" destOrd="0" parTransId="{4F9A7B37-C1C0-4954-A403-6DE097C21643}" sibTransId="{2C93B420-46E6-4B27-A827-073DC9A94E48}"/>
    <dgm:cxn modelId="{7929EBF3-5BEC-46A5-BFE7-E3F13562BCFF}" type="presOf" srcId="{131212D2-76F6-416C-A593-5F2540D7282F}" destId="{96BF1CD0-D78E-41A9-9CB0-4F596C0A98E3}" srcOrd="0" destOrd="0" presId="urn:microsoft.com/office/officeart/2005/8/layout/pyramid4"/>
    <dgm:cxn modelId="{AA80A8FE-07CD-48E0-B897-803F7D142F24}" srcId="{5E1A831A-10B0-4883-BEB2-143986102750}" destId="{7857689C-428C-471D-8140-9D3D9924F2FD}" srcOrd="1" destOrd="0" parTransId="{3D2E88EF-C535-46C9-8E7D-D80B38C5E529}" sibTransId="{148C4284-CFD6-47C2-92C3-578B077FC4D4}"/>
    <dgm:cxn modelId="{DB0276AD-6445-4363-95B6-C8F98E03DCE1}" type="presParOf" srcId="{84474FF8-E399-4C4C-8203-3DFD82A55CFA}" destId="{80CD536F-376D-4A6C-9183-A58E7A5A7130}" srcOrd="0" destOrd="0" presId="urn:microsoft.com/office/officeart/2005/8/layout/pyramid4"/>
    <dgm:cxn modelId="{D1BD475B-E373-4AE1-8C5C-41BE2C5C82B8}" type="presParOf" srcId="{84474FF8-E399-4C4C-8203-3DFD82A55CFA}" destId="{9BC5FD25-B643-42B9-9D68-3BFFC1C1C514}" srcOrd="1" destOrd="0" presId="urn:microsoft.com/office/officeart/2005/8/layout/pyramid4"/>
    <dgm:cxn modelId="{4F6EF6D1-554D-4DF9-A8B1-086E31D10363}" type="presParOf" srcId="{84474FF8-E399-4C4C-8203-3DFD82A55CFA}" destId="{96BF1CD0-D78E-41A9-9CB0-4F596C0A98E3}" srcOrd="2" destOrd="0" presId="urn:microsoft.com/office/officeart/2005/8/layout/pyramid4"/>
    <dgm:cxn modelId="{DBFF5874-AB9B-494F-868A-F4B65364A59E}" type="presParOf" srcId="{84474FF8-E399-4C4C-8203-3DFD82A55CFA}" destId="{4A63BA20-7BB3-4DFD-91E8-0C28B3081E5C}" srcOrd="3" destOrd="0" presId="urn:microsoft.com/office/officeart/2005/8/layout/pyramid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CD536F-376D-4A6C-9183-A58E7A5A7130}">
      <dsp:nvSpPr>
        <dsp:cNvPr id="0" name=""/>
        <dsp:cNvSpPr/>
      </dsp:nvSpPr>
      <dsp:spPr>
        <a:xfrm>
          <a:off x="2857500" y="0"/>
          <a:ext cx="2540000" cy="25400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Alpha</a:t>
          </a:r>
        </a:p>
      </dsp:txBody>
      <dsp:txXfrm>
        <a:off x="3492500" y="1270000"/>
        <a:ext cx="1270000" cy="1270000"/>
      </dsp:txXfrm>
    </dsp:sp>
    <dsp:sp modelId="{9BC5FD25-B643-42B9-9D68-3BFFC1C1C514}">
      <dsp:nvSpPr>
        <dsp:cNvPr id="0" name=""/>
        <dsp:cNvSpPr/>
      </dsp:nvSpPr>
      <dsp:spPr>
        <a:xfrm>
          <a:off x="1587499" y="2540000"/>
          <a:ext cx="2540000" cy="25400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Beta has a noticeably longer label than the others</a:t>
          </a:r>
        </a:p>
      </dsp:txBody>
      <dsp:txXfrm>
        <a:off x="2222499" y="3810000"/>
        <a:ext cx="1270000" cy="1270000"/>
      </dsp:txXfrm>
    </dsp:sp>
    <dsp:sp modelId="{96BF1CD0-D78E-41A9-9CB0-4F596C0A98E3}">
      <dsp:nvSpPr>
        <dsp:cNvPr id="0" name=""/>
        <dsp:cNvSpPr/>
      </dsp:nvSpPr>
      <dsp:spPr>
        <a:xfrm rot="10800000">
          <a:off x="2857500" y="2540000"/>
          <a:ext cx="2540000" cy="25400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Gamma</a:t>
          </a:r>
        </a:p>
      </dsp:txBody>
      <dsp:txXfrm rot="10800000">
        <a:off x="3492500" y="2540000"/>
        <a:ext cx="1270000" cy="1270000"/>
      </dsp:txXfrm>
    </dsp:sp>
    <dsp:sp modelId="{4A63BA20-7BB3-4DFD-91E8-0C28B3081E5C}">
      <dsp:nvSpPr>
        <dsp:cNvPr id="0" name=""/>
        <dsp:cNvSpPr/>
      </dsp:nvSpPr>
      <dsp:spPr>
        <a:xfrm>
          <a:off x="4127500" y="2540000"/>
          <a:ext cx="2540000" cy="25400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4">
  <dgm:title val=""/>
  <dgm:desc val=""/>
  <dgm:catLst>
    <dgm:cat type="pyramid" pri="4000"/>
    <dgm:cat type="relationship" pri="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chMax val="9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4">
        <dgm:choose name="Name2">
          <dgm:if name="Name3" axis="ch" ptType="node" func="cnt" op="equ" val="1">
            <dgm:constrLst>
              <dgm:constr type="primFontSz" for="ch" ptType="node" op="equ" val="65"/>
              <dgm:constr type="t" for="ch" forName="triangle1"/>
              <dgm:constr type="l" for="ch" forName="triangle1"/>
              <dgm:constr type="h" for="ch" forName="triangle1" refType="h"/>
              <dgm:constr type="w" for="ch" forName="triangle1" refType="h"/>
            </dgm:constrLst>
          </dgm:if>
          <dgm:else name="Name4">
            <dgm:constrLst>
              <dgm:constr type="primFontSz" for="ch" ptType="node" op="equ" val="65"/>
              <dgm:constr type="t" for="ch" forName="triangle1"/>
              <dgm:constr type="l" for="ch" forName="triangle1" refType="h" fact="0.25"/>
              <dgm:constr type="h" for="ch" forName="triangle1" refType="h" fact="0.5"/>
              <dgm:constr type="w" for="ch" forName="triangle1" refType="h" fact="0.5"/>
              <dgm:constr type="t" for="ch" forName="triangle2" refType="h" fact="0.5"/>
              <dgm:constr type="l" for="ch" forName="triangle2"/>
              <dgm:constr type="h" for="ch" forName="triangle2" refType="h" fact="0.5"/>
              <dgm:constr type="w" for="ch" forName="triangle2" refType="h" fact="0.5"/>
              <dgm:constr type="t" for="ch" forName="triangle3" refType="h" fact="0.5"/>
              <dgm:constr type="l" for="ch" forName="triangle3" refType="h" fact="0.25"/>
              <dgm:constr type="h" for="ch" forName="triangle3" refType="h" fact="0.5"/>
              <dgm:constr type="w" for="ch" forName="triangle3" refType="h" fact="0.5"/>
              <dgm:constr type="t" for="ch" forName="triangle4" refType="h" fact="0.5"/>
              <dgm:constr type="l" for="ch" forName="triangle4" refType="h" fact="0.5"/>
              <dgm:constr type="h" for="ch" forName="triangle4" refType="h" fact="0.5"/>
              <dgm:constr type="w" for="ch" forName="triangle4" refType="h" fact="0.5"/>
            </dgm:constrLst>
          </dgm:else>
        </dgm:choose>
      </dgm:if>
      <dgm:else name="Name5">
        <dgm:constrLst>
          <dgm:constr type="primFontSz" for="ch" ptType="node" op="equ" val="65"/>
          <dgm:constr type="t" for="ch" forName="triangle1"/>
          <dgm:constr type="l" for="ch" forName="triangle1" refType="h" fact="0.33"/>
          <dgm:constr type="h" for="ch" forName="triangle1" refType="h" fact="0.33"/>
          <dgm:constr type="w" for="ch" forName="triangle1" refType="h" fact="0.33"/>
          <dgm:constr type="t" for="ch" forName="triangle2" refType="h" fact="0.33"/>
          <dgm:constr type="l" for="ch" forName="triangle2" refType="h" fact="0.165"/>
          <dgm:constr type="h" for="ch" forName="triangle2" refType="h" fact="0.33"/>
          <dgm:constr type="w" for="ch" forName="triangle2" refType="h" fact="0.33"/>
          <dgm:constr type="t" for="ch" forName="triangle3" refType="h" fact="0.33"/>
          <dgm:constr type="l" for="ch" forName="triangle3" refType="h" fact="0.33"/>
          <dgm:constr type="h" for="ch" forName="triangle3" refType="h" fact="0.33"/>
          <dgm:constr type="w" for="ch" forName="triangle3" refType="h" fact="0.33"/>
          <dgm:constr type="t" for="ch" forName="triangle4" refType="h" fact="0.33"/>
          <dgm:constr type="l" for="ch" forName="triangle4" refType="h" fact="0.495"/>
          <dgm:constr type="h" for="ch" forName="triangle4" refType="h" fact="0.33"/>
          <dgm:constr type="w" for="ch" forName="triangle4" refType="h" fact="0.33"/>
          <dgm:constr type="t" for="ch" forName="triangle5" refType="h" fact="0.66"/>
          <dgm:constr type="l" for="ch" forName="triangle5"/>
          <dgm:constr type="h" for="ch" forName="triangle5" refType="h" fact="0.33"/>
          <dgm:constr type="w" for="ch" forName="triangle5" refType="h" fact="0.33"/>
          <dgm:constr type="t" for="ch" forName="triangle6" refType="h" fact="0.66"/>
          <dgm:constr type="l" for="ch" forName="triangle6" refType="h" fact="0.165"/>
          <dgm:constr type="h" for="ch" forName="triangle6" refType="h" fact="0.33"/>
          <dgm:constr type="w" for="ch" forName="triangle6" refType="h" fact="0.33"/>
          <dgm:constr type="t" for="ch" forName="triangle7" refType="h" fact="0.66"/>
          <dgm:constr type="l" for="ch" forName="triangle7" refType="h" fact="0.33"/>
          <dgm:constr type="h" for="ch" forName="triangle7" refType="h" fact="0.33"/>
          <dgm:constr type="w" for="ch" forName="triangle7" refType="h" fact="0.33"/>
          <dgm:constr type="t" for="ch" forName="triangle8" refType="h" fact="0.66"/>
          <dgm:constr type="l" for="ch" forName="triangle8" refType="h" fact="0.495"/>
          <dgm:constr type="h" for="ch" forName="triangle8" refType="h" fact="0.33"/>
          <dgm:constr type="w" for="ch" forName="triangle8" refType="h" fact="0.33"/>
          <dgm:constr type="t" for="ch" forName="triangle9" refType="h" fact="0.66"/>
          <dgm:constr type="l" for="ch" forName="triangle9" refType="h" fact="0.66"/>
          <dgm:constr type="h" for="ch" forName="triangle9" refType="h" fact="0.33"/>
          <dgm:constr type="w" for="ch" forName="triangle9" refType="h" fact="0.33"/>
        </dgm:constrLst>
      </dgm:else>
    </dgm:choose>
    <dgm:ruleLst/>
    <dgm:choose name="Name6">
      <dgm:if name="Name7" axis="ch" ptType="node" func="cnt" op="gte" val="1">
        <dgm:layoutNode name="triangle1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8"/>
    </dgm:choose>
    <dgm:choose name="Name9">
      <dgm:if name="Name10" axis="ch" ptType="node" func="cnt" op="gte" val="2">
        <dgm:layoutNode name="triangle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1">
            <dgm:if name="Name12" func="var" arg="dir" op="equ" val="norm">
              <dgm:presOf axis="ch desOrSelf" ptType="node node" st="2 1" cnt="1 0"/>
            </dgm:if>
            <dgm:else name="Name13">
              <dgm:presOf axis="ch desOrSelf" ptType="node node" st="4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3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4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14">
            <dgm:if name="Name15" func="var" arg="dir" op="equ" val="norm">
              <dgm:presOf axis="ch desOrSelf" ptType="node node" st="4 1" cnt="1 0"/>
            </dgm:if>
            <dgm:else name="Name16">
              <dgm:presOf axis="ch desOrSelf" ptType="node node" st="2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17"/>
    </dgm:choose>
    <dgm:choose name="Name18">
      <dgm:if name="Name19" axis="ch" ptType="node" func="cnt" op="gte" val="5">
        <dgm:layoutNode name="triangle5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0">
            <dgm:if name="Name21" func="var" arg="dir" op="equ" val="norm">
              <dgm:presOf axis="ch desOrSelf" ptType="node node" st="5 1" cnt="1 0"/>
            </dgm:if>
            <dgm:else name="Name22">
              <dgm:presOf axis="ch desOrSelf" ptType="node node" st="9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6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3">
            <dgm:if name="Name24" func="var" arg="dir" op="equ" val="norm">
              <dgm:presOf axis="ch desOrSelf" ptType="node node" st="6 1" cnt="1 0"/>
            </dgm:if>
            <dgm:else name="Name25">
              <dgm:presOf axis="ch desOrSelf" ptType="node node" st="8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7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presOf axis="ch desOrSelf" ptType="node node" st="7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8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rot="180" type="triangle" r:blip="">
            <dgm:adjLst/>
          </dgm:shape>
          <dgm:choose name="Name26">
            <dgm:if name="Name27" func="var" arg="dir" op="equ" val="norm">
              <dgm:presOf axis="ch desOrSelf" ptType="node node" st="8 1" cnt="1 0"/>
            </dgm:if>
            <dgm:else name="Name28">
              <dgm:presOf axis="ch desOrSelf" ptType="node node" st="6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triangle9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triangle" r:blip="">
            <dgm:adjLst/>
          </dgm:shape>
          <dgm:choose name="Name29">
            <dgm:if name="Name30" func="var" arg="dir" op="equ" val="norm">
              <dgm:presOf axis="ch desOrSelf" ptType="node node" st="9 1" cnt="1 0"/>
            </dgm:if>
            <dgm:else name="Name31">
              <dgm:presOf axis="ch desOrSelf" ptType="node node" st="5 1" cnt="1 0"/>
            </dgm:else>
          </dgm:choose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2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1A271-2E7C-31B3-4DF7-392DE546E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EB18C-EB7A-2357-9A2B-35A2542FF6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3F491-765A-0B69-AD8C-5668F73CA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E82D-20C9-4995-8C50-65865BD149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6CE61-9A5A-C371-28AB-896E5A797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B7B28-7A1A-1503-4830-E85055F72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4763-0852-48D9-952F-2BBEDF9C5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248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BD2FA-0A86-D9C6-9457-D293FAF91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5F44-961A-058E-4BFD-72CDE4334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3595D1-0315-C0D8-9BC6-B7425358C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E82D-20C9-4995-8C50-65865BD149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87F22-98B5-CA80-862B-8865B6B81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50326-F6AE-9830-0DC5-0986D755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4763-0852-48D9-952F-2BBEDF9C5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768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F8A0A-4073-08D0-4DBC-696CA23E77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B89B0A-7D3D-AEB8-F774-C0B144D2E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CFB62-84C4-AFDE-D4F2-2F3337328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E82D-20C9-4995-8C50-65865BD149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99A12-093B-1C9A-D1E5-9242DF6AB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5501F-F1DC-74B7-76F2-245BE797D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4763-0852-48D9-952F-2BBEDF9C5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74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F9270-3D51-31FC-69CD-B6A6EE701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C24DC-2A06-A2AB-04E4-58BF27B62B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E5A30-3A33-7D96-2B11-DB7C95D15F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45CB5-9490-2CCE-D7E8-E4C0FF8F3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E82D-20C9-4995-8C50-65865BD149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4CAEA-32D8-C3BC-DE87-B9B447268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43737F-B379-942A-182F-27EAE29A9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4763-0852-48D9-952F-2BBEDF9C5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89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3FFB4-42F0-990A-8AAB-8DFF097FE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7FAC4-B431-19D9-CE93-17F1F7AE8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5C7B4D-D758-8F6A-B84B-C84229499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FB4E41-BEB9-2D2C-556E-F2B1799EC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120C2-23BD-9E86-3873-3BCF194E76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8F8484-618A-704A-1170-91C92DEE0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E82D-20C9-4995-8C50-65865BD149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ECCD88-F841-9287-87D1-BBCD9DCE8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92E924-7427-5FE4-AEC9-8C748CEA0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4763-0852-48D9-952F-2BBEDF9C5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604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0FE56-C2CC-3840-4353-1FE4EB237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6B2E4F-52A6-70D4-635F-93A5833C6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E82D-20C9-4995-8C50-65865BD149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64D2F0-EA04-3D3C-646F-CBFE6A46C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F8D8C4-3001-B603-4E3E-F178A987C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4763-0852-48D9-952F-2BBEDF9C5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73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1BDCAE-63A7-E8F8-736D-E75E1C714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E82D-20C9-4995-8C50-65865BD149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FA857-1F28-5D8C-28B3-FA4475BEC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A1324-2FEF-71F4-C82A-279BAFE4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4763-0852-48D9-952F-2BBEDF9C5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018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67A03-904F-4D44-3A4C-7D0A44A06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23E92-C460-0907-8E38-3DE33963D5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4F1A7-873D-7F1B-655D-AE4738601A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9CF83-4E3D-520D-B1A2-4B9BCCE04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E82D-20C9-4995-8C50-65865BD149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281F3-EF99-0DF8-55B3-9FF0E042A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7CC880-D08F-F60A-25F6-969438189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4763-0852-48D9-952F-2BBEDF9C5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584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262A-C7A8-7737-F764-A41993077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5DAAB-2289-4CD5-CBB4-F5DFFB857F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08E84-2908-7C18-052D-8A560CEE01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FAF01C-29A7-B6EC-4977-09422820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E82D-20C9-4995-8C50-65865BD149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715DC-8595-4598-36ED-A56EE480C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31F9FF-C598-A3EE-F794-E96B2121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4763-0852-48D9-952F-2BBEDF9C5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21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FD0C1-C439-48D8-86BB-B3D4CC2DC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12B6B4-DD71-969C-BC1F-B7A60DDA2F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9290E-78AA-BBE7-C0B2-EDDB503A9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E82D-20C9-4995-8C50-65865BD149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03F435-A5AD-6B99-FB53-94A0E7F14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5A222-6D14-12DF-5241-39F5C22EE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4763-0852-48D9-952F-2BBEDF9C5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230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96ED96-99E4-0994-7CA6-7776A9A338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A61E0E-FB47-36F2-A492-9FA81A5F4A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754F7F-EFFC-95AF-E6C5-C52CE873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1E82D-20C9-4995-8C50-65865BD149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959612-35B8-F4F4-9549-4A1AB8BC9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4D1CA2-7F6F-D6A5-C794-CCD7D71CD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F4763-0852-48D9-952F-2BBEDF9C5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000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BE01B9-53FF-B6A4-D5B6-BC349602B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8CE036-20DD-D77F-FAC7-2C4506D52F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F9D0CD-26F8-A301-8730-EBE641E583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81E82D-20C9-4995-8C50-65865BD1492E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74B2FA-7124-464D-B04E-BF0EBD69C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B3FDD-884D-7291-C21B-9B6F932960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F4763-0852-48D9-952F-2BBEDF9C50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956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BAF558B-064D-8A2D-00C1-BE1FAF4692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4026608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5043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2026-09-06T08:14:38Z</dcterms:created>
  <dcterms:modified xsi:type="dcterms:W3CDTF">2026-09-06T08:14:38Z</dcterms:modified>
</cp:coreProperties>
</file>