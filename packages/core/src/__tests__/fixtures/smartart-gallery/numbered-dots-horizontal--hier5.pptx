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E3F55F-6DDB-4F24-BF48-0E801A434AC4}" type="doc">
      <dgm:prSet loTypeId="urn:microsoft.com/office/officeart/2026/layout/NumberedDotsHorizont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509659-E9D6-4F12-8F93-8F3B76220857}">
      <dgm:prSet phldrT="Add an event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A4506FBE-E587-42F2-A62E-A3B38033D971}" type="parTrans" cxnId="{0F491E95-9813-4D5F-B466-C2B956119D97}">
      <dgm:prSet/>
      <dgm:spPr/>
    </dgm:pt>
    <dgm:pt modelId="{F96D0E76-1F0D-46CA-8428-2DF7E96B5D28}" type="sibTrans" cxnId="{0F491E95-9813-4D5F-B466-C2B956119D97}">
      <dgm:prSet phldrT="1" phldr="0"/>
      <dgm:spPr/>
      <dgm:t>
        <a:bodyPr/>
        <a:lstStyle/>
        <a:p>
          <a:pPr>
            <a:defRPr b="1"/>
          </a:pPr>
          <a:r>
            <a:rPr lang="en-US"/>
            <a:t>1</a:t>
          </a:r>
        </a:p>
      </dgm:t>
    </dgm:pt>
    <dgm:pt modelId="{BD7F53F6-F986-4DE8-8677-1659ABF89140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7F2BB9EB-3437-4493-8E3B-B1623097ED6D}" type="parTrans" cxnId="{A5956638-D9B6-468A-8968-B53107F2A607}">
      <dgm:prSet/>
      <dgm:spPr/>
    </dgm:pt>
    <dgm:pt modelId="{71E4E47A-2665-42DB-9248-ECEE25C8A0AC}" type="sibTrans" cxnId="{A5956638-D9B6-468A-8968-B53107F2A607}">
      <dgm:prSet/>
      <dgm:spPr/>
    </dgm:pt>
    <dgm:pt modelId="{E08663F9-73D4-40BF-9F0D-EE9E7DB3477C}">
      <dgm:prSet phldrT="Add an event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E6454F1A-E940-4C03-AD2F-16D3A8DC054F}" type="parTrans" cxnId="{9796978E-61F0-4C1B-9E3B-25196BBEC0EB}">
      <dgm:prSet/>
      <dgm:spPr/>
    </dgm:pt>
    <dgm:pt modelId="{2615B18F-7A46-4C62-85A2-34B78709EACC}" type="sibTrans" cxnId="{9796978E-61F0-4C1B-9E3B-25196BBEC0EB}">
      <dgm:prSet phldrT="2" phldr="0"/>
      <dgm:spPr/>
      <dgm:t>
        <a:bodyPr/>
        <a:lstStyle/>
        <a:p>
          <a:pPr>
            <a:defRPr b="1"/>
          </a:pPr>
          <a:r>
            <a:rPr lang="en-US"/>
            <a:t>2</a:t>
          </a:r>
        </a:p>
      </dgm:t>
    </dgm:pt>
    <dgm:pt modelId="{EE35ECB7-C51D-4AD4-984A-F1092BC6B626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738DEB6A-3F6E-4212-B65A-DE02A3FD9D25}" type="parTrans" cxnId="{CDCC5F46-B6E4-43B9-9051-0BC8F0BCF05B}">
      <dgm:prSet/>
      <dgm:spPr/>
    </dgm:pt>
    <dgm:pt modelId="{CA8108C1-60DB-4AC4-9F2D-C2EAEF7B0418}" type="sibTrans" cxnId="{CDCC5F46-B6E4-43B9-9051-0BC8F0BCF05B}">
      <dgm:prSet/>
      <dgm:spPr/>
    </dgm:pt>
    <dgm:pt modelId="{9637C6B7-AE92-4EEB-B8B4-952EAE2B3CCB}">
      <dgm:prSet phldrT="Add an event"/>
      <dgm:spPr/>
      <dgm:t>
        <a:bodyPr/>
        <a:lstStyle/>
        <a:p>
          <a:r>
            <a:rPr lang="en-US"/>
            <a:t>Node Three</a:t>
          </a:r>
        </a:p>
      </dgm:t>
    </dgm:pt>
    <dgm:pt modelId="{2214F361-D4A5-48CB-98E2-527FABC62B50}" type="parTrans" cxnId="{9093419E-1EE3-4777-A2CF-14A1F6C687AF}">
      <dgm:prSet/>
      <dgm:spPr/>
    </dgm:pt>
    <dgm:pt modelId="{8A644707-8E14-401A-9B75-6786093EBAE1}" type="sibTrans" cxnId="{9093419E-1EE3-4777-A2CF-14A1F6C687AF}">
      <dgm:prSet phldrT="3" phldr="0"/>
      <dgm:spPr/>
    </dgm:pt>
    <dgm:pt modelId="{86BA7C20-7F22-4B55-B636-C447534187F6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A18C98A4-B358-4FEF-9F7D-8019680493F9}" type="parTrans" cxnId="{36AA9A42-CF10-4A65-B06B-A357D6AB15E1}">
      <dgm:prSet/>
      <dgm:spPr/>
    </dgm:pt>
    <dgm:pt modelId="{9307F5CC-3ED1-4B01-A317-998F36F8400B}" type="sibTrans" cxnId="{36AA9A42-CF10-4A65-B06B-A357D6AB15E1}">
      <dgm:prSet/>
      <dgm:spPr/>
    </dgm:pt>
    <dgm:pt modelId="{330D6F8A-47C1-459F-A7CF-09BC60586F76}">
      <dgm:prSet phldrT="Add an event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DFBDD096-AD7B-4CD2-8692-F418DEEC1359}" type="parTrans" cxnId="{F8E312F5-1F31-4BE7-A623-D15B6BAB786B}">
      <dgm:prSet/>
      <dgm:spPr/>
    </dgm:pt>
    <dgm:pt modelId="{2038B264-D226-4157-8297-41C06CB85216}" type="sibTrans" cxnId="{F8E312F5-1F31-4BE7-A623-D15B6BAB786B}">
      <dgm:prSet phldrT="3" phldr="0"/>
      <dgm:spPr/>
      <dgm:t>
        <a:bodyPr/>
        <a:lstStyle/>
        <a:p>
          <a:pPr>
            <a:defRPr b="1"/>
          </a:pPr>
          <a:r>
            <a:rPr lang="en-US"/>
            <a:t>3</a:t>
          </a:r>
        </a:p>
      </dgm:t>
    </dgm:pt>
    <dgm:pt modelId="{E71D0044-C27A-4A03-A8B3-3334487725CB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A83A0FF4-65F2-455A-8162-99E086887F4E}" type="parTrans" cxnId="{24AD2CA2-B081-420E-92E1-FD7E232EB187}">
      <dgm:prSet/>
      <dgm:spPr/>
    </dgm:pt>
    <dgm:pt modelId="{9DBBE0C1-4A19-4FEA-902A-A420CCD1344B}" type="sibTrans" cxnId="{24AD2CA2-B081-420E-92E1-FD7E232EB187}">
      <dgm:prSet/>
      <dgm:spPr/>
    </dgm:pt>
    <dgm:pt modelId="{B14EBEAE-9888-4919-A5D1-A66C315F3115}">
      <dgm:prSet phldrT="Add an event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8D377AB4-0780-4EBF-B01E-23F95EFB84D3}" type="parTrans" cxnId="{72E555F7-073D-498F-B035-EF551C67B161}">
      <dgm:prSet/>
      <dgm:spPr/>
    </dgm:pt>
    <dgm:pt modelId="{EF54DFAD-64C1-4504-931E-A34EEF75FDBD}" type="sibTrans" cxnId="{72E555F7-073D-498F-B035-EF551C67B161}">
      <dgm:prSet phldrT="4" phldr="0"/>
      <dgm:spPr/>
      <dgm:t>
        <a:bodyPr/>
        <a:lstStyle/>
        <a:p>
          <a:pPr>
            <a:defRPr b="1"/>
          </a:pPr>
          <a:r>
            <a:rPr lang="en-US"/>
            <a:t>4</a:t>
          </a:r>
        </a:p>
      </dgm:t>
    </dgm:pt>
    <dgm:pt modelId="{A75761EF-7A4F-4BD2-A55F-E12554374CC7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61B20032-7491-452B-8076-377D7709C3F1}" type="parTrans" cxnId="{30C78D53-5B81-43FC-8147-358540826B01}">
      <dgm:prSet/>
      <dgm:spPr/>
    </dgm:pt>
    <dgm:pt modelId="{A8A49AB6-6922-4D8F-80F0-B02DDDFD588E}" type="sibTrans" cxnId="{30C78D53-5B81-43FC-8147-358540826B01}">
      <dgm:prSet/>
      <dgm:spPr/>
    </dgm:pt>
    <dgm:pt modelId="{BE836D24-79CA-46B6-A6A6-FA5FB39864F5}" type="pres">
      <dgm:prSet presAssocID="{3EE3F55F-6DDB-4F24-BF48-0E801A434AC4}" presName="root" presStyleCnt="0">
        <dgm:presLayoutVars>
          <dgm:dir/>
          <dgm:resizeHandles val="exact"/>
        </dgm:presLayoutVars>
      </dgm:prSet>
      <dgm:spPr/>
    </dgm:pt>
    <dgm:pt modelId="{5F5062A3-FE62-4DAA-AD9C-75CB4E2A1C74}" type="pres">
      <dgm:prSet presAssocID="{3EE3F55F-6DDB-4F24-BF48-0E801A434AC4}" presName="itemsFlow" presStyleCnt="0"/>
      <dgm:spPr/>
    </dgm:pt>
    <dgm:pt modelId="{A8BAFE82-6081-4709-8F4A-BE897B965E38}" type="pres">
      <dgm:prSet presAssocID="{2C509659-E9D6-4F12-8F93-8F3B76220857}" presName="item" presStyleCnt="0"/>
      <dgm:spPr/>
    </dgm:pt>
    <dgm:pt modelId="{65145103-57E8-4640-8A9A-921BF9FF4049}" type="pres">
      <dgm:prSet presAssocID="{2C509659-E9D6-4F12-8F93-8F3B76220857}" presName="anchor" presStyleCnt="0"/>
      <dgm:spPr/>
    </dgm:pt>
    <dgm:pt modelId="{AE608F04-01D2-4DD0-8C3B-A2BEFD42294D}" type="pres">
      <dgm:prSet presAssocID="{2C509659-E9D6-4F12-8F93-8F3B76220857}" presName="titleText" presStyleLbl="revTx" presStyleIdx="0" presStyleCnt="0">
        <dgm:presLayoutVars>
          <dgm:chMax val="0"/>
          <dgm:chPref val="0"/>
        </dgm:presLayoutVars>
      </dgm:prSet>
      <dgm:spPr/>
    </dgm:pt>
    <dgm:pt modelId="{F3C2DA2D-97F9-4E17-8709-CED4943584CC}" type="pres">
      <dgm:prSet presAssocID="{F96D0E76-1F0D-46CA-8428-2DF7E96B5D28}" presName="numCircle" presStyleLbl="node1NoLn" presStyleIdx="0" presStyleCnt="4">
        <dgm:presLayoutVars>
          <dgm:chMax val="0"/>
          <dgm:bulletEnabled/>
        </dgm:presLayoutVars>
      </dgm:prSet>
      <dgm:spPr/>
    </dgm:pt>
    <dgm:pt modelId="{119F0B9F-385E-4723-9AD6-D38DE1588587}" type="pres">
      <dgm:prSet presAssocID="{2C509659-E9D6-4F12-8F93-8F3B76220857}" presName="descText" presStyleLbl="revTx" presStyleIdx="0" presStyleCnt="0">
        <dgm:presLayoutVars>
          <dgm:chMax val="0"/>
          <dgm:chPref val="0"/>
        </dgm:presLayoutVars>
      </dgm:prSet>
      <dgm:spPr/>
    </dgm:pt>
    <dgm:pt modelId="{EC5F91C6-C10D-49FB-B1DF-98F8FEA781A0}" type="pres">
      <dgm:prSet presAssocID="{F96D0E76-1F0D-46CA-8428-2DF7E96B5D28}" presName="connector" presStyleLbl="dkBgShp" presStyleIdx="0" presStyleCnt="3"/>
      <dgm:spPr/>
    </dgm:pt>
    <dgm:pt modelId="{D85BC15C-1EF7-4639-86C1-FC70BD1AFCBF}" type="pres">
      <dgm:prSet presAssocID="{E08663F9-73D4-40BF-9F0D-EE9E7DB3477C}" presName="item" presStyleCnt="0"/>
      <dgm:spPr/>
    </dgm:pt>
    <dgm:pt modelId="{1E861EA0-5228-4132-BB5B-E8D66A8CF735}" type="pres">
      <dgm:prSet presAssocID="{E08663F9-73D4-40BF-9F0D-EE9E7DB3477C}" presName="anchor" presStyleCnt="0"/>
      <dgm:spPr/>
    </dgm:pt>
    <dgm:pt modelId="{BB033916-D87E-4811-AB79-F6E41334B533}" type="pres">
      <dgm:prSet presAssocID="{E08663F9-73D4-40BF-9F0D-EE9E7DB3477C}" presName="titleText" presStyleLbl="revTx" presStyleIdx="0" presStyleCnt="0">
        <dgm:presLayoutVars>
          <dgm:chMax val="0"/>
          <dgm:chPref val="0"/>
        </dgm:presLayoutVars>
      </dgm:prSet>
      <dgm:spPr/>
    </dgm:pt>
    <dgm:pt modelId="{66466FC1-3454-4C04-B657-559CE72816E9}" type="pres">
      <dgm:prSet presAssocID="{2615B18F-7A46-4C62-85A2-34B78709EACC}" presName="numCircle" presStyleLbl="node1NoLn" presStyleIdx="1" presStyleCnt="4">
        <dgm:presLayoutVars>
          <dgm:chMax val="0"/>
          <dgm:bulletEnabled/>
        </dgm:presLayoutVars>
      </dgm:prSet>
      <dgm:spPr/>
    </dgm:pt>
    <dgm:pt modelId="{26D4CED9-6752-47B9-A46C-A8F077521747}" type="pres">
      <dgm:prSet presAssocID="{E08663F9-73D4-40BF-9F0D-EE9E7DB3477C}" presName="descText" presStyleLbl="revTx" presStyleIdx="0" presStyleCnt="0">
        <dgm:presLayoutVars>
          <dgm:chMax val="0"/>
          <dgm:chPref val="0"/>
        </dgm:presLayoutVars>
      </dgm:prSet>
      <dgm:spPr/>
    </dgm:pt>
    <dgm:pt modelId="{35B2F2FE-12FA-49CB-99A8-CD2B61667C06}" type="pres">
      <dgm:prSet presAssocID="{2615B18F-7A46-4C62-85A2-34B78709EACC}" presName="connector" presStyleLbl="dkBgShp" presStyleIdx="1" presStyleCnt="3"/>
      <dgm:spPr/>
    </dgm:pt>
    <dgm:pt modelId="{A0B6EF94-F968-4F9F-ABD1-7FD14E4B6F24}" type="pres">
      <dgm:prSet presAssocID="{330D6F8A-47C1-459F-A7CF-09BC60586F76}" presName="item" presStyleCnt="0"/>
      <dgm:spPr/>
    </dgm:pt>
    <dgm:pt modelId="{9C8BC3DB-25E5-4C4F-BEF5-2AE3696517D8}" type="pres">
      <dgm:prSet presAssocID="{330D6F8A-47C1-459F-A7CF-09BC60586F76}" presName="anchor" presStyleCnt="0"/>
      <dgm:spPr/>
    </dgm:pt>
    <dgm:pt modelId="{B4E42977-5157-4330-B74C-0101967CC719}" type="pres">
      <dgm:prSet presAssocID="{330D6F8A-47C1-459F-A7CF-09BC60586F76}" presName="titleText" presStyleLbl="revTx" presStyleIdx="0" presStyleCnt="0">
        <dgm:presLayoutVars>
          <dgm:chMax val="0"/>
          <dgm:chPref val="0"/>
        </dgm:presLayoutVars>
      </dgm:prSet>
      <dgm:spPr/>
    </dgm:pt>
    <dgm:pt modelId="{493A9903-FD85-45BB-8FEE-7FC53390605C}" type="pres">
      <dgm:prSet presAssocID="{2038B264-D226-4157-8297-41C06CB85216}" presName="numCircle" presStyleLbl="node1NoLn" presStyleIdx="2" presStyleCnt="4">
        <dgm:presLayoutVars>
          <dgm:chMax val="0"/>
          <dgm:bulletEnabled/>
        </dgm:presLayoutVars>
      </dgm:prSet>
      <dgm:spPr/>
    </dgm:pt>
    <dgm:pt modelId="{DC74EF14-1841-43BD-BFBB-0D20349DF1BE}" type="pres">
      <dgm:prSet presAssocID="{330D6F8A-47C1-459F-A7CF-09BC60586F76}" presName="descText" presStyleLbl="revTx" presStyleIdx="0" presStyleCnt="0">
        <dgm:presLayoutVars>
          <dgm:chMax val="0"/>
          <dgm:chPref val="0"/>
        </dgm:presLayoutVars>
      </dgm:prSet>
      <dgm:spPr/>
    </dgm:pt>
    <dgm:pt modelId="{399D6E87-DC2D-4B6E-B118-063223798070}" type="pres">
      <dgm:prSet presAssocID="{2038B264-D226-4157-8297-41C06CB85216}" presName="connector" presStyleLbl="dkBgShp" presStyleIdx="2" presStyleCnt="3"/>
      <dgm:spPr/>
    </dgm:pt>
    <dgm:pt modelId="{CCF547AA-F1A0-4489-9D82-444C9718143F}" type="pres">
      <dgm:prSet presAssocID="{B14EBEAE-9888-4919-A5D1-A66C315F3115}" presName="item" presStyleCnt="0"/>
      <dgm:spPr/>
    </dgm:pt>
    <dgm:pt modelId="{330E555D-B9E5-4C3E-9604-2DFCCD8F3468}" type="pres">
      <dgm:prSet presAssocID="{B14EBEAE-9888-4919-A5D1-A66C315F3115}" presName="anchor" presStyleCnt="0"/>
      <dgm:spPr/>
    </dgm:pt>
    <dgm:pt modelId="{4916A9C2-9F12-4D0A-88DC-900B3DE95E78}" type="pres">
      <dgm:prSet presAssocID="{B14EBEAE-9888-4919-A5D1-A66C315F3115}" presName="titleText" presStyleLbl="revTx" presStyleIdx="0" presStyleCnt="0">
        <dgm:presLayoutVars>
          <dgm:chMax val="0"/>
          <dgm:chPref val="0"/>
        </dgm:presLayoutVars>
      </dgm:prSet>
      <dgm:spPr/>
    </dgm:pt>
    <dgm:pt modelId="{E07FAAE9-6093-4002-956E-E735B3632F1C}" type="pres">
      <dgm:prSet presAssocID="{EF54DFAD-64C1-4504-931E-A34EEF75FDBD}" presName="numCircle" presStyleLbl="node1NoLn" presStyleIdx="3" presStyleCnt="4">
        <dgm:presLayoutVars>
          <dgm:chMax val="0"/>
          <dgm:bulletEnabled/>
        </dgm:presLayoutVars>
      </dgm:prSet>
      <dgm:spPr/>
    </dgm:pt>
    <dgm:pt modelId="{12E4D18C-C004-4E4E-A5B8-9586C25B21B0}" type="pres">
      <dgm:prSet presAssocID="{B14EBEAE-9888-4919-A5D1-A66C315F3115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044F4E0E-208F-4C41-B410-6363FF5412EE}" type="presOf" srcId="{2615B18F-7A46-4C62-85A2-34B78709EACC}" destId="{35B2F2FE-12FA-49CB-99A8-CD2B61667C06}" srcOrd="1" destOrd="0" presId="urn:microsoft.com/office/officeart/2026/layout/NumberedDotsHorizontal"/>
    <dgm:cxn modelId="{CC2CED33-ED93-4803-B6C9-CD6B7EF6A175}" type="presOf" srcId="{F96D0E76-1F0D-46CA-8428-2DF7E96B5D28}" destId="{EC5F91C6-C10D-49FB-B1DF-98F8FEA781A0}" srcOrd="1" destOrd="0" presId="urn:microsoft.com/office/officeart/2026/layout/NumberedDotsHorizontal"/>
    <dgm:cxn modelId="{A5956638-D9B6-468A-8968-B53107F2A607}" srcId="{2C509659-E9D6-4F12-8F93-8F3B76220857}" destId="{BD7F53F6-F986-4DE8-8677-1659ABF89140}" srcOrd="0" destOrd="0" parTransId="{7F2BB9EB-3437-4493-8E3B-B1623097ED6D}" sibTransId="{71E4E47A-2665-42DB-9248-ECEE25C8A0AC}"/>
    <dgm:cxn modelId="{D25E7139-87CD-47AB-B740-D1C4845D907B}" type="presOf" srcId="{F96D0E76-1F0D-46CA-8428-2DF7E96B5D28}" destId="{F3C2DA2D-97F9-4E17-8709-CED4943584CC}" srcOrd="0" destOrd="0" presId="urn:microsoft.com/office/officeart/2026/layout/NumberedDotsHorizontal"/>
    <dgm:cxn modelId="{5930013B-A739-4FB5-AF29-FAE2B430FE75}" type="presOf" srcId="{3EE3F55F-6DDB-4F24-BF48-0E801A434AC4}" destId="{BE836D24-79CA-46B6-A6A6-FA5FB39864F5}" srcOrd="0" destOrd="0" presId="urn:microsoft.com/office/officeart/2026/layout/NumberedDotsHorizontal"/>
    <dgm:cxn modelId="{1324E63D-780D-4624-A97C-5B6A17E9BB79}" type="presOf" srcId="{2038B264-D226-4157-8297-41C06CB85216}" destId="{399D6E87-DC2D-4B6E-B118-063223798070}" srcOrd="1" destOrd="0" presId="urn:microsoft.com/office/officeart/2026/layout/NumberedDotsHorizontal"/>
    <dgm:cxn modelId="{36AA9A42-CF10-4A65-B06B-A357D6AB15E1}" srcId="{E08663F9-73D4-40BF-9F0D-EE9E7DB3477C}" destId="{86BA7C20-7F22-4B55-B636-C447534187F6}" srcOrd="2" destOrd="0" parTransId="{A18C98A4-B358-4FEF-9F7D-8019680493F9}" sibTransId="{9307F5CC-3ED1-4B01-A317-998F36F8400B}"/>
    <dgm:cxn modelId="{3C1CD743-CF9D-4F20-993D-571F56C4F933}" type="presOf" srcId="{A75761EF-7A4F-4BD2-A55F-E12554374CC7}" destId="{12E4D18C-C004-4E4E-A5B8-9586C25B21B0}" srcOrd="0" destOrd="0" presId="urn:microsoft.com/office/officeart/2026/layout/NumberedDotsHorizontal"/>
    <dgm:cxn modelId="{CDCC5F46-B6E4-43B9-9051-0BC8F0BCF05B}" srcId="{E08663F9-73D4-40BF-9F0D-EE9E7DB3477C}" destId="{EE35ECB7-C51D-4AD4-984A-F1092BC6B626}" srcOrd="0" destOrd="0" parTransId="{738DEB6A-3F6E-4212-B65A-DE02A3FD9D25}" sibTransId="{CA8108C1-60DB-4AC4-9F2D-C2EAEF7B0418}"/>
    <dgm:cxn modelId="{30C78D53-5B81-43FC-8147-358540826B01}" srcId="{B14EBEAE-9888-4919-A5D1-A66C315F3115}" destId="{A75761EF-7A4F-4BD2-A55F-E12554374CC7}" srcOrd="0" destOrd="0" parTransId="{61B20032-7491-452B-8076-377D7709C3F1}" sibTransId="{A8A49AB6-6922-4D8F-80F0-B02DDDFD588E}"/>
    <dgm:cxn modelId="{B9CDE277-DC9A-441A-97AD-83CF80801078}" type="presOf" srcId="{2C509659-E9D6-4F12-8F93-8F3B76220857}" destId="{AE608F04-01D2-4DD0-8C3B-A2BEFD42294D}" srcOrd="0" destOrd="0" presId="urn:microsoft.com/office/officeart/2026/layout/NumberedDotsHorizontal"/>
    <dgm:cxn modelId="{C48BF287-0ED7-47BB-819B-B7FB99638B14}" type="presOf" srcId="{E71D0044-C27A-4A03-A8B3-3334487725CB}" destId="{DC74EF14-1841-43BD-BFBB-0D20349DF1BE}" srcOrd="0" destOrd="0" presId="urn:microsoft.com/office/officeart/2026/layout/NumberedDotsHorizontal"/>
    <dgm:cxn modelId="{6A922D8A-EBF4-4103-AB97-ADC01BA60056}" type="presOf" srcId="{2615B18F-7A46-4C62-85A2-34B78709EACC}" destId="{66466FC1-3454-4C04-B657-559CE72816E9}" srcOrd="0" destOrd="0" presId="urn:microsoft.com/office/officeart/2026/layout/NumberedDotsHorizontal"/>
    <dgm:cxn modelId="{9796978E-61F0-4C1B-9E3B-25196BBEC0EB}" srcId="{3EE3F55F-6DDB-4F24-BF48-0E801A434AC4}" destId="{E08663F9-73D4-40BF-9F0D-EE9E7DB3477C}" srcOrd="1" destOrd="0" parTransId="{E6454F1A-E940-4C03-AD2F-16D3A8DC054F}" sibTransId="{2615B18F-7A46-4C62-85A2-34B78709EACC}"/>
    <dgm:cxn modelId="{0F491E95-9813-4D5F-B466-C2B956119D97}" srcId="{3EE3F55F-6DDB-4F24-BF48-0E801A434AC4}" destId="{2C509659-E9D6-4F12-8F93-8F3B76220857}" srcOrd="0" destOrd="0" parTransId="{A4506FBE-E587-42F2-A62E-A3B38033D971}" sibTransId="{F96D0E76-1F0D-46CA-8428-2DF7E96B5D28}"/>
    <dgm:cxn modelId="{9093419E-1EE3-4777-A2CF-14A1F6C687AF}" srcId="{E08663F9-73D4-40BF-9F0D-EE9E7DB3477C}" destId="{9637C6B7-AE92-4EEB-B8B4-952EAE2B3CCB}" srcOrd="1" destOrd="0" parTransId="{2214F361-D4A5-48CB-98E2-527FABC62B50}" sibTransId="{8A644707-8E14-401A-9B75-6786093EBAE1}"/>
    <dgm:cxn modelId="{24AD2CA2-B081-420E-92E1-FD7E232EB187}" srcId="{330D6F8A-47C1-459F-A7CF-09BC60586F76}" destId="{E71D0044-C27A-4A03-A8B3-3334487725CB}" srcOrd="0" destOrd="0" parTransId="{A83A0FF4-65F2-455A-8162-99E086887F4E}" sibTransId="{9DBBE0C1-4A19-4FEA-902A-A420CCD1344B}"/>
    <dgm:cxn modelId="{12049EAD-D91D-4C15-BFC0-C2C8160C4530}" type="presOf" srcId="{330D6F8A-47C1-459F-A7CF-09BC60586F76}" destId="{B4E42977-5157-4330-B74C-0101967CC719}" srcOrd="0" destOrd="0" presId="urn:microsoft.com/office/officeart/2026/layout/NumberedDotsHorizontal"/>
    <dgm:cxn modelId="{F89F3CAE-A73D-495A-B21B-D99BCC618E2B}" type="presOf" srcId="{B14EBEAE-9888-4919-A5D1-A66C315F3115}" destId="{4916A9C2-9F12-4D0A-88DC-900B3DE95E78}" srcOrd="0" destOrd="0" presId="urn:microsoft.com/office/officeart/2026/layout/NumberedDotsHorizontal"/>
    <dgm:cxn modelId="{684A63C9-D690-4ECB-A1B5-D873F487C69C}" type="presOf" srcId="{EF54DFAD-64C1-4504-931E-A34EEF75FDBD}" destId="{E07FAAE9-6093-4002-956E-E735B3632F1C}" srcOrd="0" destOrd="0" presId="urn:microsoft.com/office/officeart/2026/layout/NumberedDotsHorizontal"/>
    <dgm:cxn modelId="{603955C9-CBE4-4B28-B5D3-56ECD4341E7D}" type="presOf" srcId="{86BA7C20-7F22-4B55-B636-C447534187F6}" destId="{26D4CED9-6752-47B9-A46C-A8F077521747}" srcOrd="0" destOrd="2" presId="urn:microsoft.com/office/officeart/2026/layout/NumberedDotsHorizontal"/>
    <dgm:cxn modelId="{E9466BCB-F4CE-4E34-A6DF-3EE3784729FB}" type="presOf" srcId="{EE35ECB7-C51D-4AD4-984A-F1092BC6B626}" destId="{26D4CED9-6752-47B9-A46C-A8F077521747}" srcOrd="0" destOrd="0" presId="urn:microsoft.com/office/officeart/2026/layout/NumberedDotsHorizontal"/>
    <dgm:cxn modelId="{7CA704CF-EDA2-4877-93C3-65C06E57ECE8}" type="presOf" srcId="{2038B264-D226-4157-8297-41C06CB85216}" destId="{493A9903-FD85-45BB-8FEE-7FC53390605C}" srcOrd="0" destOrd="0" presId="urn:microsoft.com/office/officeart/2026/layout/NumberedDotsHorizontal"/>
    <dgm:cxn modelId="{B0FA88E5-20E4-4626-BF7D-934E01BFD3E2}" type="presOf" srcId="{E08663F9-73D4-40BF-9F0D-EE9E7DB3477C}" destId="{BB033916-D87E-4811-AB79-F6E41334B533}" srcOrd="0" destOrd="0" presId="urn:microsoft.com/office/officeart/2026/layout/NumberedDotsHorizontal"/>
    <dgm:cxn modelId="{83C54FE9-ED71-4507-B76E-B667BAE6ED0A}" type="presOf" srcId="{9637C6B7-AE92-4EEB-B8B4-952EAE2B3CCB}" destId="{26D4CED9-6752-47B9-A46C-A8F077521747}" srcOrd="0" destOrd="1" presId="urn:microsoft.com/office/officeart/2026/layout/NumberedDotsHorizontal"/>
    <dgm:cxn modelId="{E296B8E9-3304-4C89-94B5-EFDB59381554}" type="presOf" srcId="{BD7F53F6-F986-4DE8-8677-1659ABF89140}" destId="{119F0B9F-385E-4723-9AD6-D38DE1588587}" srcOrd="0" destOrd="0" presId="urn:microsoft.com/office/officeart/2026/layout/NumberedDotsHorizontal"/>
    <dgm:cxn modelId="{F8E312F5-1F31-4BE7-A623-D15B6BAB786B}" srcId="{3EE3F55F-6DDB-4F24-BF48-0E801A434AC4}" destId="{330D6F8A-47C1-459F-A7CF-09BC60586F76}" srcOrd="2" destOrd="0" parTransId="{DFBDD096-AD7B-4CD2-8692-F418DEEC1359}" sibTransId="{2038B264-D226-4157-8297-41C06CB85216}"/>
    <dgm:cxn modelId="{72E555F7-073D-498F-B035-EF551C67B161}" srcId="{3EE3F55F-6DDB-4F24-BF48-0E801A434AC4}" destId="{B14EBEAE-9888-4919-A5D1-A66C315F3115}" srcOrd="3" destOrd="0" parTransId="{8D377AB4-0780-4EBF-B01E-23F95EFB84D3}" sibTransId="{EF54DFAD-64C1-4504-931E-A34EEF75FDBD}"/>
    <dgm:cxn modelId="{BCF6BF46-5D3E-4598-9196-9A4DB0FCA621}" type="presParOf" srcId="{BE836D24-79CA-46B6-A6A6-FA5FB39864F5}" destId="{5F5062A3-FE62-4DAA-AD9C-75CB4E2A1C74}" srcOrd="0" destOrd="0" presId="urn:microsoft.com/office/officeart/2026/layout/NumberedDotsHorizontal"/>
    <dgm:cxn modelId="{82E1FA89-0135-48EF-8E13-18D532F02400}" type="presParOf" srcId="{5F5062A3-FE62-4DAA-AD9C-75CB4E2A1C74}" destId="{A8BAFE82-6081-4709-8F4A-BE897B965E38}" srcOrd="0" destOrd="0" presId="urn:microsoft.com/office/officeart/2026/layout/NumberedDotsHorizontal"/>
    <dgm:cxn modelId="{84AF7174-7022-4B2D-94F5-7840ECF271F5}" type="presParOf" srcId="{A8BAFE82-6081-4709-8F4A-BE897B965E38}" destId="{65145103-57E8-4640-8A9A-921BF9FF4049}" srcOrd="0" destOrd="0" presId="urn:microsoft.com/office/officeart/2026/layout/NumberedDotsHorizontal"/>
    <dgm:cxn modelId="{F239E9A8-049B-4FEC-852E-DDA965111D9D}" type="presParOf" srcId="{A8BAFE82-6081-4709-8F4A-BE897B965E38}" destId="{AE608F04-01D2-4DD0-8C3B-A2BEFD42294D}" srcOrd="1" destOrd="0" presId="urn:microsoft.com/office/officeart/2026/layout/NumberedDotsHorizontal"/>
    <dgm:cxn modelId="{90D1E4F5-0636-412B-A88B-398C5A4E4F13}" type="presParOf" srcId="{A8BAFE82-6081-4709-8F4A-BE897B965E38}" destId="{F3C2DA2D-97F9-4E17-8709-CED4943584CC}" srcOrd="2" destOrd="0" presId="urn:microsoft.com/office/officeart/2026/layout/NumberedDotsHorizontal"/>
    <dgm:cxn modelId="{B60571C6-E342-471D-AC2B-AB1AF0DC761E}" type="presParOf" srcId="{A8BAFE82-6081-4709-8F4A-BE897B965E38}" destId="{119F0B9F-385E-4723-9AD6-D38DE1588587}" srcOrd="3" destOrd="0" presId="urn:microsoft.com/office/officeart/2026/layout/NumberedDotsHorizontal"/>
    <dgm:cxn modelId="{2065C250-8320-4C13-96FA-0500FA9B111D}" type="presParOf" srcId="{5F5062A3-FE62-4DAA-AD9C-75CB4E2A1C74}" destId="{EC5F91C6-C10D-49FB-B1DF-98F8FEA781A0}" srcOrd="1" destOrd="0" presId="urn:microsoft.com/office/officeart/2026/layout/NumberedDotsHorizontal"/>
    <dgm:cxn modelId="{9BD30B95-6528-4E17-A56B-772BC9078E4C}" type="presParOf" srcId="{5F5062A3-FE62-4DAA-AD9C-75CB4E2A1C74}" destId="{D85BC15C-1EF7-4639-86C1-FC70BD1AFCBF}" srcOrd="2" destOrd="0" presId="urn:microsoft.com/office/officeart/2026/layout/NumberedDotsHorizontal"/>
    <dgm:cxn modelId="{14EADC8B-8C88-4EC4-9FFD-604768CA468D}" type="presParOf" srcId="{D85BC15C-1EF7-4639-86C1-FC70BD1AFCBF}" destId="{1E861EA0-5228-4132-BB5B-E8D66A8CF735}" srcOrd="0" destOrd="0" presId="urn:microsoft.com/office/officeart/2026/layout/NumberedDotsHorizontal"/>
    <dgm:cxn modelId="{62DB674A-5E13-482D-B656-55F0996D1B41}" type="presParOf" srcId="{D85BC15C-1EF7-4639-86C1-FC70BD1AFCBF}" destId="{BB033916-D87E-4811-AB79-F6E41334B533}" srcOrd="1" destOrd="0" presId="urn:microsoft.com/office/officeart/2026/layout/NumberedDotsHorizontal"/>
    <dgm:cxn modelId="{872A9841-3505-413C-B12A-A2BDEEC5A995}" type="presParOf" srcId="{D85BC15C-1EF7-4639-86C1-FC70BD1AFCBF}" destId="{66466FC1-3454-4C04-B657-559CE72816E9}" srcOrd="2" destOrd="0" presId="urn:microsoft.com/office/officeart/2026/layout/NumberedDotsHorizontal"/>
    <dgm:cxn modelId="{B2838D6A-71EE-4111-8830-D67A8B9E1580}" type="presParOf" srcId="{D85BC15C-1EF7-4639-86C1-FC70BD1AFCBF}" destId="{26D4CED9-6752-47B9-A46C-A8F077521747}" srcOrd="3" destOrd="0" presId="urn:microsoft.com/office/officeart/2026/layout/NumberedDotsHorizontal"/>
    <dgm:cxn modelId="{93031312-7342-4A20-AD2C-E4F3722E9060}" type="presParOf" srcId="{5F5062A3-FE62-4DAA-AD9C-75CB4E2A1C74}" destId="{35B2F2FE-12FA-49CB-99A8-CD2B61667C06}" srcOrd="3" destOrd="0" presId="urn:microsoft.com/office/officeart/2026/layout/NumberedDotsHorizontal"/>
    <dgm:cxn modelId="{92512A9B-5B17-4315-975C-F09318649E34}" type="presParOf" srcId="{5F5062A3-FE62-4DAA-AD9C-75CB4E2A1C74}" destId="{A0B6EF94-F968-4F9F-ABD1-7FD14E4B6F24}" srcOrd="4" destOrd="0" presId="urn:microsoft.com/office/officeart/2026/layout/NumberedDotsHorizontal"/>
    <dgm:cxn modelId="{25444CFA-3584-4DB6-9A13-8AF4B9B84378}" type="presParOf" srcId="{A0B6EF94-F968-4F9F-ABD1-7FD14E4B6F24}" destId="{9C8BC3DB-25E5-4C4F-BEF5-2AE3696517D8}" srcOrd="0" destOrd="0" presId="urn:microsoft.com/office/officeart/2026/layout/NumberedDotsHorizontal"/>
    <dgm:cxn modelId="{C750759A-5390-4965-937E-3085FC79D734}" type="presParOf" srcId="{A0B6EF94-F968-4F9F-ABD1-7FD14E4B6F24}" destId="{B4E42977-5157-4330-B74C-0101967CC719}" srcOrd="1" destOrd="0" presId="urn:microsoft.com/office/officeart/2026/layout/NumberedDotsHorizontal"/>
    <dgm:cxn modelId="{17971FF9-F8FD-4E78-8078-15B77C416F4C}" type="presParOf" srcId="{A0B6EF94-F968-4F9F-ABD1-7FD14E4B6F24}" destId="{493A9903-FD85-45BB-8FEE-7FC53390605C}" srcOrd="2" destOrd="0" presId="urn:microsoft.com/office/officeart/2026/layout/NumberedDotsHorizontal"/>
    <dgm:cxn modelId="{059E04B4-2107-4A2D-AF53-BBB45431F74F}" type="presParOf" srcId="{A0B6EF94-F968-4F9F-ABD1-7FD14E4B6F24}" destId="{DC74EF14-1841-43BD-BFBB-0D20349DF1BE}" srcOrd="3" destOrd="0" presId="urn:microsoft.com/office/officeart/2026/layout/NumberedDotsHorizontal"/>
    <dgm:cxn modelId="{94ACD7CE-3190-4DFE-8E0C-F89FD94305F7}" type="presParOf" srcId="{5F5062A3-FE62-4DAA-AD9C-75CB4E2A1C74}" destId="{399D6E87-DC2D-4B6E-B118-063223798070}" srcOrd="5" destOrd="0" presId="urn:microsoft.com/office/officeart/2026/layout/NumberedDotsHorizontal"/>
    <dgm:cxn modelId="{61880E6A-3BEF-47EF-BE72-20AAFE6071B3}" type="presParOf" srcId="{5F5062A3-FE62-4DAA-AD9C-75CB4E2A1C74}" destId="{CCF547AA-F1A0-4489-9D82-444C9718143F}" srcOrd="6" destOrd="0" presId="urn:microsoft.com/office/officeart/2026/layout/NumberedDotsHorizontal"/>
    <dgm:cxn modelId="{33723EBE-BC8F-4000-B01A-524D5625C105}" type="presParOf" srcId="{CCF547AA-F1A0-4489-9D82-444C9718143F}" destId="{330E555D-B9E5-4C3E-9604-2DFCCD8F3468}" srcOrd="0" destOrd="0" presId="urn:microsoft.com/office/officeart/2026/layout/NumberedDotsHorizontal"/>
    <dgm:cxn modelId="{B625051C-0B7D-4858-BA4B-A1DE507F6327}" type="presParOf" srcId="{CCF547AA-F1A0-4489-9D82-444C9718143F}" destId="{4916A9C2-9F12-4D0A-88DC-900B3DE95E78}" srcOrd="1" destOrd="0" presId="urn:microsoft.com/office/officeart/2026/layout/NumberedDotsHorizontal"/>
    <dgm:cxn modelId="{267CAA58-420B-49EC-9D64-10ED5CA81F6D}" type="presParOf" srcId="{CCF547AA-F1A0-4489-9D82-444C9718143F}" destId="{E07FAAE9-6093-4002-956E-E735B3632F1C}" srcOrd="2" destOrd="0" presId="urn:microsoft.com/office/officeart/2026/layout/NumberedDotsHorizontal"/>
    <dgm:cxn modelId="{FD04E333-78D5-428B-A799-0F55CC9DA9F0}" type="presParOf" srcId="{CCF547AA-F1A0-4489-9D82-444C9718143F}" destId="{12E4D18C-C004-4E4E-A5B8-9586C25B21B0}" srcOrd="3" destOrd="0" presId="urn:microsoft.com/office/officeart/2026/layout/Numbered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08F04-01D2-4DD0-8C3B-A2BEFD42294D}">
      <dsp:nvSpPr>
        <dsp:cNvPr id="0" name=""/>
        <dsp:cNvSpPr/>
      </dsp:nvSpPr>
      <dsp:spPr>
        <a:xfrm>
          <a:off x="416468" y="1117600"/>
          <a:ext cx="1788448" cy="660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416468" y="1117600"/>
        <a:ext cx="1788448" cy="660400"/>
      </dsp:txXfrm>
    </dsp:sp>
    <dsp:sp modelId="{F3C2DA2D-97F9-4E17-8709-CED4943584CC}">
      <dsp:nvSpPr>
        <dsp:cNvPr id="0" name=""/>
        <dsp:cNvSpPr/>
      </dsp:nvSpPr>
      <dsp:spPr>
        <a:xfrm>
          <a:off x="701092" y="1828800"/>
          <a:ext cx="1219200" cy="12192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1</a:t>
          </a:r>
        </a:p>
      </dsp:txBody>
      <dsp:txXfrm>
        <a:off x="879640" y="2007348"/>
        <a:ext cx="862104" cy="862104"/>
      </dsp:txXfrm>
    </dsp:sp>
    <dsp:sp modelId="{119F0B9F-385E-4723-9AD6-D38DE1588587}">
      <dsp:nvSpPr>
        <dsp:cNvPr id="0" name=""/>
        <dsp:cNvSpPr/>
      </dsp:nvSpPr>
      <dsp:spPr>
        <a:xfrm>
          <a:off x="416468" y="3200400"/>
          <a:ext cx="1788448" cy="1676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8890" bIns="4445" numCol="1" spcCol="1270" anchor="t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468" y="3200400"/>
        <a:ext cx="1788448" cy="1676400"/>
      </dsp:txXfrm>
    </dsp:sp>
    <dsp:sp modelId="{EC5F91C6-C10D-49FB-B1DF-98F8FEA781A0}">
      <dsp:nvSpPr>
        <dsp:cNvPr id="0" name=""/>
        <dsp:cNvSpPr/>
      </dsp:nvSpPr>
      <dsp:spPr>
        <a:xfrm>
          <a:off x="1920292" y="2422524"/>
          <a:ext cx="658671" cy="317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1</a:t>
          </a:r>
        </a:p>
      </dsp:txBody>
      <dsp:txXfrm>
        <a:off x="879640" y="2007348"/>
        <a:ext cx="862104" cy="862104"/>
      </dsp:txXfrm>
    </dsp:sp>
    <dsp:sp modelId="{BB033916-D87E-4811-AB79-F6E41334B533}">
      <dsp:nvSpPr>
        <dsp:cNvPr id="0" name=""/>
        <dsp:cNvSpPr/>
      </dsp:nvSpPr>
      <dsp:spPr>
        <a:xfrm>
          <a:off x="2294339" y="1117600"/>
          <a:ext cx="1788448" cy="660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2294339" y="1117600"/>
        <a:ext cx="1788448" cy="660400"/>
      </dsp:txXfrm>
    </dsp:sp>
    <dsp:sp modelId="{66466FC1-3454-4C04-B657-559CE72816E9}">
      <dsp:nvSpPr>
        <dsp:cNvPr id="0" name=""/>
        <dsp:cNvSpPr/>
      </dsp:nvSpPr>
      <dsp:spPr>
        <a:xfrm>
          <a:off x="2578964" y="1828800"/>
          <a:ext cx="1219200" cy="12192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2</a:t>
          </a:r>
        </a:p>
      </dsp:txBody>
      <dsp:txXfrm>
        <a:off x="2757512" y="2007348"/>
        <a:ext cx="862104" cy="862104"/>
      </dsp:txXfrm>
    </dsp:sp>
    <dsp:sp modelId="{26D4CED9-6752-47B9-A46C-A8F077521747}">
      <dsp:nvSpPr>
        <dsp:cNvPr id="0" name=""/>
        <dsp:cNvSpPr/>
      </dsp:nvSpPr>
      <dsp:spPr>
        <a:xfrm>
          <a:off x="2294339" y="3200400"/>
          <a:ext cx="1788448" cy="1676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1778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Three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94339" y="3200400"/>
        <a:ext cx="1788448" cy="1676400"/>
      </dsp:txXfrm>
    </dsp:sp>
    <dsp:sp modelId="{35B2F2FE-12FA-49CB-99A8-CD2B61667C06}">
      <dsp:nvSpPr>
        <dsp:cNvPr id="0" name=""/>
        <dsp:cNvSpPr/>
      </dsp:nvSpPr>
      <dsp:spPr>
        <a:xfrm>
          <a:off x="3798164" y="2422524"/>
          <a:ext cx="658671" cy="317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2</a:t>
          </a:r>
        </a:p>
      </dsp:txBody>
      <dsp:txXfrm>
        <a:off x="2757512" y="2007348"/>
        <a:ext cx="862104" cy="862104"/>
      </dsp:txXfrm>
    </dsp:sp>
    <dsp:sp modelId="{B4E42977-5157-4330-B74C-0101967CC719}">
      <dsp:nvSpPr>
        <dsp:cNvPr id="0" name=""/>
        <dsp:cNvSpPr/>
      </dsp:nvSpPr>
      <dsp:spPr>
        <a:xfrm>
          <a:off x="4172211" y="1117600"/>
          <a:ext cx="1788448" cy="660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4172211" y="1117600"/>
        <a:ext cx="1788448" cy="660400"/>
      </dsp:txXfrm>
    </dsp:sp>
    <dsp:sp modelId="{493A9903-FD85-45BB-8FEE-7FC53390605C}">
      <dsp:nvSpPr>
        <dsp:cNvPr id="0" name=""/>
        <dsp:cNvSpPr/>
      </dsp:nvSpPr>
      <dsp:spPr>
        <a:xfrm>
          <a:off x="4456835" y="1828800"/>
          <a:ext cx="1219200" cy="12192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3</a:t>
          </a:r>
        </a:p>
      </dsp:txBody>
      <dsp:txXfrm>
        <a:off x="4635383" y="2007348"/>
        <a:ext cx="862104" cy="862104"/>
      </dsp:txXfrm>
    </dsp:sp>
    <dsp:sp modelId="{DC74EF14-1841-43BD-BFBB-0D20349DF1BE}">
      <dsp:nvSpPr>
        <dsp:cNvPr id="0" name=""/>
        <dsp:cNvSpPr/>
      </dsp:nvSpPr>
      <dsp:spPr>
        <a:xfrm>
          <a:off x="4172211" y="3200400"/>
          <a:ext cx="1788448" cy="1676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8890" bIns="4445" numCol="1" spcCol="1270" anchor="t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72211" y="3200400"/>
        <a:ext cx="1788448" cy="1676400"/>
      </dsp:txXfrm>
    </dsp:sp>
    <dsp:sp modelId="{399D6E87-DC2D-4B6E-B118-063223798070}">
      <dsp:nvSpPr>
        <dsp:cNvPr id="0" name=""/>
        <dsp:cNvSpPr/>
      </dsp:nvSpPr>
      <dsp:spPr>
        <a:xfrm>
          <a:off x="5676035" y="2422524"/>
          <a:ext cx="658671" cy="317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3</a:t>
          </a:r>
        </a:p>
      </dsp:txBody>
      <dsp:txXfrm>
        <a:off x="4635383" y="2007348"/>
        <a:ext cx="862104" cy="862104"/>
      </dsp:txXfrm>
    </dsp:sp>
    <dsp:sp modelId="{4916A9C2-9F12-4D0A-88DC-900B3DE95E78}">
      <dsp:nvSpPr>
        <dsp:cNvPr id="0" name=""/>
        <dsp:cNvSpPr/>
      </dsp:nvSpPr>
      <dsp:spPr>
        <a:xfrm>
          <a:off x="6050082" y="1117600"/>
          <a:ext cx="1788448" cy="660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6050082" y="1117600"/>
        <a:ext cx="1788448" cy="660400"/>
      </dsp:txXfrm>
    </dsp:sp>
    <dsp:sp modelId="{E07FAAE9-6093-4002-956E-E735B3632F1C}">
      <dsp:nvSpPr>
        <dsp:cNvPr id="0" name=""/>
        <dsp:cNvSpPr/>
      </dsp:nvSpPr>
      <dsp:spPr>
        <a:xfrm>
          <a:off x="6334707" y="1828800"/>
          <a:ext cx="1219200" cy="12192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4</a:t>
          </a:r>
        </a:p>
      </dsp:txBody>
      <dsp:txXfrm>
        <a:off x="6513255" y="2007348"/>
        <a:ext cx="862104" cy="862104"/>
      </dsp:txXfrm>
    </dsp:sp>
    <dsp:sp modelId="{12E4D18C-C004-4E4E-A5B8-9586C25B21B0}">
      <dsp:nvSpPr>
        <dsp:cNvPr id="0" name=""/>
        <dsp:cNvSpPr/>
      </dsp:nvSpPr>
      <dsp:spPr>
        <a:xfrm>
          <a:off x="6050082" y="3200400"/>
          <a:ext cx="1788448" cy="16764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8890" bIns="4445" numCol="1" spcCol="1270" anchor="t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6050082" y="3200400"/>
        <a:ext cx="1788448" cy="16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NumberedDotsHorizontal">
  <dgm:title val=""/>
  <dgm:desc val=""/>
  <dgm:catLst>
    <dgm:cat type="timeline" pri="105"/>
  </dgm:catLst>
  <dgm:sampData>
    <dgm:dataModel>
      <dgm:ptLst>
        <dgm:pt modelId="0" type="doc"/>
        <dgm:pt modelId="100">
          <dgm:prSet phldrT="Add an event" phldr="1"/>
        </dgm:pt>
        <dgm:pt modelId="101">
          <dgm:prSet phldrT="Write a description of the significance of this event" phldr="1"/>
        </dgm:pt>
        <dgm:pt modelId="200">
          <dgm:prSet phldrT="Add an event" phldr="1"/>
        </dgm:pt>
        <dgm:pt modelId="201">
          <dgm:prSet phldrT="Write a description of the significance of this event" phldr="1"/>
        </dgm:pt>
        <dgm:pt modelId="300">
          <dgm:prSet phldrT="Add an event" phldr="1"/>
        </dgm:pt>
        <dgm:pt modelId="301">
          <dgm:prSet phldrT="Write a description of the significance of this event" phldr="1"/>
        </dgm:pt>
        <dgm:pt modelId="400">
          <dgm:prSet phldrT="Add an event" phldr="1"/>
        </dgm:pt>
        <dgm:pt modelId="401">
          <dgm:prSet phldrT="Write a description of the significance of this event" phldr="1"/>
        </dgm:pt>
        <dgm:pt modelId="500">
          <dgm:prSet phldrT="Add an event" phldr="1"/>
        </dgm:pt>
        <dgm:pt modelId="501">
          <dgm:prSet phldrT="Write a description of the significance of this event" phldr="1"/>
        </dgm:pt>
        <dgm:pt modelId="1100" type="sibTrans" cxnId="{0585726A-FF3C-40E0-B835-812576413697}">
          <dgm:prSet phldrT="1"/>
          <dgm:t>
            <a:bodyPr/>
            <a:lstStyle/>
            <a:p>
              <a:r>
                <a:t>1</a:t>
              </a:r>
            </a:p>
          </dgm:t>
        </dgm:pt>
        <dgm:pt modelId="1200" type="sibTrans" cxnId="{F4E83B77-0772-4517-8FB9-69437BE019A6}">
          <dgm:prSet phldrT="2"/>
          <dgm:t>
            <a:bodyPr/>
            <a:lstStyle/>
            <a:p>
              <a:r>
                <a:t>2</a:t>
              </a:r>
            </a:p>
          </dgm:t>
        </dgm:pt>
        <dgm:pt modelId="1300" type="sibTrans" cxnId="{85F84234-FE66-40F0-B3CE-A62215E2BF56}">
          <dgm:prSet phldrT="3"/>
          <dgm:t>
            <a:bodyPr/>
            <a:lstStyle/>
            <a:p>
              <a:r>
                <a:t>3</a:t>
              </a:r>
            </a:p>
          </dgm:t>
        </dgm:pt>
        <dgm:pt modelId="1400" type="sibTrans" cxnId="{6CBAC125-CEC5-483C-88AC-9F3CD05DE8CE}">
          <dgm:prSet phldrT="4"/>
          <dgm:t>
            <a:bodyPr/>
            <a:lstStyle/>
            <a:p>
              <a:r>
                <a:t>4</a:t>
              </a:r>
            </a:p>
          </dgm:t>
        </dgm:pt>
        <dgm:pt modelId="1500" type="sibTrans" cxnId="{ED8C336C-161C-43A3-8782-FE613485823B}">
          <dgm:prSet phldrT="5"/>
          <dgm:t>
            <a:bodyPr/>
            <a:lstStyle/>
            <a:p>
              <a:r>
                <a:t>5</a:t>
              </a:r>
            </a:p>
          </dgm:t>
        </dgm:pt>
      </dgm:ptLst>
      <dgm:cxnLst>
        <dgm:cxn modelId="1000" srcId="0" destId="100" srcOrd="0" destOrd="0" sibTransId="1100"/>
        <dgm:cxn modelId="1001" srcId="100" destId="101" srcOrd="0" destOrd="0"/>
        <dgm:cxn modelId="2000" srcId="0" destId="200" srcOrd="1" destOrd="0" sibTransId="1200"/>
        <dgm:cxn modelId="2001" srcId="200" destId="201" srcOrd="0" destOrd="0"/>
        <dgm:cxn modelId="3000" srcId="0" destId="300" srcOrd="2" destOrd="0" sibTransId="1300"/>
        <dgm:cxn modelId="3001" srcId="300" destId="301" srcOrd="0" destOrd="0"/>
        <dgm:cxn modelId="4000" srcId="0" destId="400" srcOrd="3" destOrd="0" sibTransId="1400"/>
        <dgm:cxn modelId="4001" srcId="400" destId="401" srcOrd="0" destOrd="0"/>
        <dgm:cxn modelId="5000" srcId="0" destId="500" srcOrd="4" destOrd="0" sibTransId="1500"/>
        <dgm:cxn modelId="5001" srcId="500" destId="5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itemsFlow" refType="w" fact="0.05"/>
      <dgm:constr type="w" for="ch" forName="itemsFlow" refType="w" fact="0.9"/>
      <dgm:constr type="t" for="ch" forName="itemsFlow"/>
      <dgm:constr type="h" for="ch" forName="itemsFlow" refType="h"/>
    </dgm:constrLst>
    <dgm:ruleLst/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connector" refType="w" refFor="ch" refForName="item" fact="0.05"/>
        <dgm:constr type="h" for="ch" forName="connector" refType="h" fact="0.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22"/>
            <dgm:constr type="w" for="ch" forName="titleText" refType="w"/>
            <dgm:constr type="h" for="ch" forName="titleText" refType="h" fact="0.13"/>
            <dgm:constr type="ctrX" for="ch" forName="numCircle" refType="w" fact="0.5"/>
            <dgm:constr type="ctrY" for="ch" forName="numCircle" refType="h" fact="0.48"/>
            <dgm:constr type="w" for="ch" forName="numCircle" refType="h" fact="0.24"/>
            <dgm:constr type="h" for="ch" forName="numCircle" refType="h" fact="0.24"/>
            <dgm:constr type="l" for="ch" forName="descText"/>
            <dgm:constr type="t" for="ch" forName="descText" refType="h" fact="0.63"/>
            <dgm:constr type="w" for="ch" forName="descText" refType="w"/>
            <dgm:constr type="h" for="ch" forName="descText" refType="h" fact="0.3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1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forEach name="numForEach" axis="followSib" ptType="sibTrans" hideLastTrans="0" cnt="1">
            <dgm:layoutNode name="numCircle" styleLbl="node1NoLn">
              <dgm:varLst>
                <dgm:chMax val="0"/>
                <dgm:bulletEnabled/>
              </dgm:varLst>
              <dgm:alg type="tx">
                <dgm:param type="txAnchorVert" val="mid"/>
                <dgm:param type="txAnchorHorzCh" val="ctr"/>
              </dgm:alg>
              <dgm:shape xmlns:r="http://schemas.openxmlformats.org/officeDocument/2006/relationships" type="ellipse" r:blip="">
                <dgm:adjLst/>
              </dgm:shape>
              <dgm:presOf axis="self" ptType="sibTrans"/>
              <dgm:constrLst>
                <dgm:constr type="primFontSz" val="36"/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14" fact="NaN" max="NaN"/>
              </dgm:ruleLst>
            </dgm:layoutNode>
          </dgm:forEach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4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connector" styleLbl="dkBgShp">
            <dgm:alg type="conn">
              <dgm:param type="begPts" val="auto"/>
              <dgm:param type="endPts" val="auto"/>
              <dgm:param type="srcNode" val="numCircle"/>
              <dgm:param type="dstNode" val="numCircle"/>
              <dgm:param type="begSty" val="noArr"/>
              <dgm:param type="endSty" val="noArr"/>
              <dgm:param type="connRout" val="stra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begPad"/>
              <dgm:constr type="endPad"/>
              <dgm:constr type="stemThick" refType="h" fact="0.0125"/>
            </dgm:constrLst>
            <dgm:ruleLst/>
          </dgm:layoutNode>
        </dgm:forEach>
      </dgm:forEach>
    </dgm:layoutNode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3951-65B1-26FA-8D7E-B41EDEE91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2260-E0F9-8CC3-70AD-ACE4C83EA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B881F-21FF-592A-8138-4E1FBE2C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AC7DE-20F4-1F3B-9E63-5F47EE47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A77E3-FCA5-F6CF-0DC2-CC5DCFCA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6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5012-07D1-44A2-E661-F4467BF8C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D1501-1025-0C73-0146-31FF01B42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91943-2589-9B65-7D58-C889C37E8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CDF6A-1560-9C18-43FD-4F324FD5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E3FC-9BDD-4243-C117-895C3F1D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06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DB10-DB63-05FC-9EE0-125B2E0F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AD51E-1F2F-C412-1A17-E0242F1AF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5CD5A-00C1-ECD4-74FE-B3337004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BD315-43C3-7C66-0C9F-DC493D83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5C9C-37B0-A01E-C806-066481AC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8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FCFE-7862-D3F4-3BC5-2C4284AE0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67F9-44E7-ECDD-EF58-7D01A4A8E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A45BE-597D-630A-9751-C9A6E13B3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52EBE-E62D-B578-CF5D-292D6FFE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E3CEC-DB14-29F2-BBC8-3DCFAB23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0D73E-C64A-37AC-068D-ED03A70F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3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CA76-E5DF-F06B-AABC-D785F1362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6CBF4-EDA6-8E46-B6FE-6CD1A923D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1805D-8F37-8102-1363-68563D7D7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9E0F50-6E8E-F36C-6324-B6DF07403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8E5487-E11F-8208-854A-C98B55B6B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69104-D61A-0666-FC19-0F555C12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9EFDE2-025A-BE9F-5A3C-154823225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3913B-F820-93C8-58CF-0F044650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02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6DC0-7AB0-3A19-33E4-7CE1CF2B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75D8F-A3B1-63AA-FCE0-5BF652927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0BC08-6799-2CAD-6735-FCDF4BFD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5EF5CC-C8FB-0697-71E8-40DE511A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1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B201D-393C-8D4F-4DD9-EE3705EC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25775-C6E9-7502-D0BA-7B159D86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32F50-BA0E-5D37-9C6D-90796C18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7A48-6815-E279-B42A-5E43894C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2B458-8D2B-9EFF-9E9A-3BC65A64E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5BED4-0768-AF19-30F3-8EA383B01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1CD49-466E-A314-7170-AA59F0C6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9D473-1541-4DBD-4E17-4C0A4FD8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2AB3A-6983-5E49-ECFC-6D88565FB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406B-6694-3BFE-2A5F-54B5274D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1B7AC-CF1B-3908-6404-7A8FDC795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84481-141A-C8C2-C13B-2E0FA14F7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83F9F-23A2-F87D-6619-A34B3665A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ABE0E-FB57-478F-32A6-833481B7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B503A-CA64-D786-4D3D-228F72E2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66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CC1F-DD64-3663-A83F-2261AA84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CFBF1-8DF1-91C8-5D10-CFB17C6F2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0DCC2-D31B-2256-B580-FB52F240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530B-28E3-1E10-64AA-4DD88128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200EF-A0FD-A72C-08FC-D8B46A99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6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238B90-6E54-EB72-247C-BAADF1280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0A9A9-5C66-A390-4B6F-A5AC8AD48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6773A-8CC5-9C31-C7E9-8119FB33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1ECFA-3D7E-8136-DBAD-3B24DE32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8B1B6-ED7B-5B12-8FC3-AE066D85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9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698FCA-3EB8-B290-D481-327B14ED2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B70F4-6130-626E-B0F8-9A7FC0802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A0E2B-76D7-BB83-4A5E-D7A5F5A6A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CE1CE-0047-441E-A2FD-7A677FD59C0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648C0-E272-24BA-6106-9C69E93EF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9A51F-76B3-6642-DF8A-0841DF8A5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BED7B-8F5B-45DB-9951-87299F16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6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A30A466-CB71-DF5F-13F3-85A8EC589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081165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26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2026-09-06T08:15:08Z</dcterms:created>
  <dcterms:modified xsi:type="dcterms:W3CDTF">2026-09-06T08:15:08Z</dcterms:modified>
</cp:coreProperties>
</file>