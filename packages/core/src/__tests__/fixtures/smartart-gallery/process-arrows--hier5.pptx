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3D32B3-E3BD-4BC4-8A1F-C0D6CD991A5F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2C6EBD-AA1E-4CE2-87BF-BA6759D4871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7567784F-FE62-443E-8454-51BE8B2C7858}" type="parTrans" cxnId="{584FC761-9844-486C-8449-1A121B4B6ACE}">
      <dgm:prSet/>
      <dgm:spPr/>
    </dgm:pt>
    <dgm:pt modelId="{C3418D62-6A56-4911-A992-D249B231230E}" type="sibTrans" cxnId="{584FC761-9844-486C-8449-1A121B4B6ACE}">
      <dgm:prSet/>
      <dgm:spPr/>
    </dgm:pt>
    <dgm:pt modelId="{640E6EE1-4289-4E32-BF86-3E85A8EC99E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E5C26D6-3C49-4A85-8EDE-B765A078A0E9}" type="parTrans" cxnId="{05632F77-CA42-48D2-A71F-557086783CDF}">
      <dgm:prSet/>
      <dgm:spPr/>
    </dgm:pt>
    <dgm:pt modelId="{756F61F0-4384-4CC2-9685-A54FF61B390D}" type="sibTrans" cxnId="{05632F77-CA42-48D2-A71F-557086783CDF}">
      <dgm:prSet/>
      <dgm:spPr/>
    </dgm:pt>
    <dgm:pt modelId="{D47E7BCE-1B1E-45F6-BF66-F850B694D0C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C9C741B-00BC-407A-932F-CE56FDC7B1F0}" type="parTrans" cxnId="{3EECDC1F-CB06-415A-BFFE-3EB313AFBD91}">
      <dgm:prSet/>
      <dgm:spPr/>
    </dgm:pt>
    <dgm:pt modelId="{1472779F-D3FF-4085-A0ED-3AD5EA0AA899}" type="sibTrans" cxnId="{3EECDC1F-CB06-415A-BFFE-3EB313AFBD91}">
      <dgm:prSet/>
      <dgm:spPr/>
    </dgm:pt>
    <dgm:pt modelId="{BD82AA25-5A1A-427D-ABC9-E56A45315CE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7FEFF9A-BC19-4333-A2B1-33F0CDB8BA5E}" type="parTrans" cxnId="{ACE29F2F-6735-47EA-963A-B7CE24BB1B73}">
      <dgm:prSet/>
      <dgm:spPr/>
    </dgm:pt>
    <dgm:pt modelId="{38DFD6F6-9CDD-4454-98D3-41F15CE2C963}" type="sibTrans" cxnId="{ACE29F2F-6735-47EA-963A-B7CE24BB1B73}">
      <dgm:prSet/>
      <dgm:spPr/>
    </dgm:pt>
    <dgm:pt modelId="{644A74AA-B02D-4D9A-B7E0-74D92C9A707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FA957DF-2492-49C0-9087-D93FFF1FEE33}" type="parTrans" cxnId="{A3D780F7-17A5-4ECA-AA5B-C244D0237E56}">
      <dgm:prSet/>
      <dgm:spPr/>
    </dgm:pt>
    <dgm:pt modelId="{E007C722-47E3-4B3C-987B-7F0A2614EFFB}" type="sibTrans" cxnId="{A3D780F7-17A5-4ECA-AA5B-C244D0237E56}">
      <dgm:prSet/>
      <dgm:spPr/>
    </dgm:pt>
    <dgm:pt modelId="{EF40FE30-20C5-4101-B6B4-002CEA8252A1}" type="pres">
      <dgm:prSet presAssocID="{523D32B3-E3BD-4BC4-8A1F-C0D6CD991A5F}" presName="theList" presStyleCnt="0">
        <dgm:presLayoutVars>
          <dgm:dir/>
          <dgm:animLvl val="lvl"/>
          <dgm:resizeHandles val="exact"/>
        </dgm:presLayoutVars>
      </dgm:prSet>
      <dgm:spPr/>
    </dgm:pt>
    <dgm:pt modelId="{F489FC73-FE16-4283-9DD1-C99892C8FA3B}" type="pres">
      <dgm:prSet presAssocID="{662C6EBD-AA1E-4CE2-87BF-BA6759D48717}" presName="compNode" presStyleCnt="0"/>
      <dgm:spPr/>
    </dgm:pt>
    <dgm:pt modelId="{75F383FF-8F59-4A19-BDF4-DF91A57E926D}" type="pres">
      <dgm:prSet presAssocID="{662C6EBD-AA1E-4CE2-87BF-BA6759D48717}" presName="noGeometry" presStyleCnt="0"/>
      <dgm:spPr/>
    </dgm:pt>
    <dgm:pt modelId="{2ABE319F-82FF-4A30-9C47-3371B338CC9D}" type="pres">
      <dgm:prSet presAssocID="{662C6EBD-AA1E-4CE2-87BF-BA6759D48717}" presName="childTextVisible" presStyleLbl="bgAccFollowNode1" presStyleIdx="0" presStyleCnt="3">
        <dgm:presLayoutVars>
          <dgm:bulletEnabled val="1"/>
        </dgm:presLayoutVars>
      </dgm:prSet>
      <dgm:spPr/>
    </dgm:pt>
    <dgm:pt modelId="{BE8E4327-3AA8-4739-939A-9C8206165EA1}" type="pres">
      <dgm:prSet presAssocID="{662C6EBD-AA1E-4CE2-87BF-BA6759D48717}" presName="childTextHidden" presStyleLbl="bgAccFollowNode1" presStyleIdx="0" presStyleCnt="3"/>
      <dgm:spPr/>
    </dgm:pt>
    <dgm:pt modelId="{94E6B567-345C-40EF-923D-A5734F4797D9}" type="pres">
      <dgm:prSet presAssocID="{662C6EBD-AA1E-4CE2-87BF-BA6759D4871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7159B66-3CE0-415D-94E7-158AD90C73A1}" type="pres">
      <dgm:prSet presAssocID="{662C6EBD-AA1E-4CE2-87BF-BA6759D48717}" presName="aSpace" presStyleCnt="0"/>
      <dgm:spPr/>
    </dgm:pt>
    <dgm:pt modelId="{C03FB163-98D5-49E2-B992-8FC68BD19A8A}" type="pres">
      <dgm:prSet presAssocID="{D47E7BCE-1B1E-45F6-BF66-F850B694D0C0}" presName="compNode" presStyleCnt="0"/>
      <dgm:spPr/>
    </dgm:pt>
    <dgm:pt modelId="{AD19CC59-79B2-4551-9B93-93760F9B2D60}" type="pres">
      <dgm:prSet presAssocID="{D47E7BCE-1B1E-45F6-BF66-F850B694D0C0}" presName="noGeometry" presStyleCnt="0"/>
      <dgm:spPr/>
    </dgm:pt>
    <dgm:pt modelId="{34AB8DDB-C753-4B38-812D-99A08BEFA607}" type="pres">
      <dgm:prSet presAssocID="{D47E7BCE-1B1E-45F6-BF66-F850B694D0C0}" presName="childTextVisible" presStyleLbl="bgAccFollowNode1" presStyleIdx="1" presStyleCnt="3">
        <dgm:presLayoutVars>
          <dgm:bulletEnabled val="1"/>
        </dgm:presLayoutVars>
      </dgm:prSet>
      <dgm:spPr/>
    </dgm:pt>
    <dgm:pt modelId="{197B9418-4695-4A16-B5D6-EC45B769BAE0}" type="pres">
      <dgm:prSet presAssocID="{D47E7BCE-1B1E-45F6-BF66-F850B694D0C0}" presName="childTextHidden" presStyleLbl="bgAccFollowNode1" presStyleIdx="1" presStyleCnt="3"/>
      <dgm:spPr/>
    </dgm:pt>
    <dgm:pt modelId="{1572DFD5-CEAC-4DEE-B00A-72857B9119B0}" type="pres">
      <dgm:prSet presAssocID="{D47E7BCE-1B1E-45F6-BF66-F850B694D0C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7674006-DB6F-4C11-B989-916FAAB50650}" type="pres">
      <dgm:prSet presAssocID="{D47E7BCE-1B1E-45F6-BF66-F850B694D0C0}" presName="aSpace" presStyleCnt="0"/>
      <dgm:spPr/>
    </dgm:pt>
    <dgm:pt modelId="{68778A10-20FB-46F0-9EDF-F31AF0314166}" type="pres">
      <dgm:prSet presAssocID="{BD82AA25-5A1A-427D-ABC9-E56A45315CE8}" presName="compNode" presStyleCnt="0"/>
      <dgm:spPr/>
    </dgm:pt>
    <dgm:pt modelId="{1D705205-D170-4966-9A12-BA4ACC297F53}" type="pres">
      <dgm:prSet presAssocID="{BD82AA25-5A1A-427D-ABC9-E56A45315CE8}" presName="noGeometry" presStyleCnt="0"/>
      <dgm:spPr/>
    </dgm:pt>
    <dgm:pt modelId="{D072D81E-982C-402D-9D7E-99BB89C0E4EF}" type="pres">
      <dgm:prSet presAssocID="{BD82AA25-5A1A-427D-ABC9-E56A45315CE8}" presName="childTextVisible" presStyleLbl="bgAccFollowNode1" presStyleIdx="2" presStyleCnt="3">
        <dgm:presLayoutVars>
          <dgm:bulletEnabled val="1"/>
        </dgm:presLayoutVars>
      </dgm:prSet>
      <dgm:spPr/>
    </dgm:pt>
    <dgm:pt modelId="{9B7A8C66-323E-4385-AB81-8405137B1730}" type="pres">
      <dgm:prSet presAssocID="{BD82AA25-5A1A-427D-ABC9-E56A45315CE8}" presName="childTextHidden" presStyleLbl="bgAccFollowNode1" presStyleIdx="2" presStyleCnt="3"/>
      <dgm:spPr/>
    </dgm:pt>
    <dgm:pt modelId="{82D3E660-4CA0-438F-A5F1-4077CFBF1108}" type="pres">
      <dgm:prSet presAssocID="{BD82AA25-5A1A-427D-ABC9-E56A45315CE8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BDF35308-6694-4C46-8357-605EE0D5BBAE}" type="presOf" srcId="{640E6EE1-4289-4E32-BF86-3E85A8EC99E0}" destId="{2ABE319F-82FF-4A30-9C47-3371B338CC9D}" srcOrd="0" destOrd="0" presId="urn:microsoft.com/office/officeart/2005/8/layout/hProcess6"/>
    <dgm:cxn modelId="{73928910-F7A8-4702-B421-D1997DA04018}" type="presOf" srcId="{644A74AA-B02D-4D9A-B7E0-74D92C9A707C}" destId="{D072D81E-982C-402D-9D7E-99BB89C0E4EF}" srcOrd="0" destOrd="0" presId="urn:microsoft.com/office/officeart/2005/8/layout/hProcess6"/>
    <dgm:cxn modelId="{3EECDC1F-CB06-415A-BFFE-3EB313AFBD91}" srcId="{523D32B3-E3BD-4BC4-8A1F-C0D6CD991A5F}" destId="{D47E7BCE-1B1E-45F6-BF66-F850B694D0C0}" srcOrd="1" destOrd="0" parTransId="{CC9C741B-00BC-407A-932F-CE56FDC7B1F0}" sibTransId="{1472779F-D3FF-4085-A0ED-3AD5EA0AA899}"/>
    <dgm:cxn modelId="{ACE29F2F-6735-47EA-963A-B7CE24BB1B73}" srcId="{523D32B3-E3BD-4BC4-8A1F-C0D6CD991A5F}" destId="{BD82AA25-5A1A-427D-ABC9-E56A45315CE8}" srcOrd="2" destOrd="0" parTransId="{47FEFF9A-BC19-4333-A2B1-33F0CDB8BA5E}" sibTransId="{38DFD6F6-9CDD-4454-98D3-41F15CE2C963}"/>
    <dgm:cxn modelId="{584FC761-9844-486C-8449-1A121B4B6ACE}" srcId="{523D32B3-E3BD-4BC4-8A1F-C0D6CD991A5F}" destId="{662C6EBD-AA1E-4CE2-87BF-BA6759D48717}" srcOrd="0" destOrd="0" parTransId="{7567784F-FE62-443E-8454-51BE8B2C7858}" sibTransId="{C3418D62-6A56-4911-A992-D249B231230E}"/>
    <dgm:cxn modelId="{05632F77-CA42-48D2-A71F-557086783CDF}" srcId="{662C6EBD-AA1E-4CE2-87BF-BA6759D48717}" destId="{640E6EE1-4289-4E32-BF86-3E85A8EC99E0}" srcOrd="0" destOrd="0" parTransId="{FE5C26D6-3C49-4A85-8EDE-B765A078A0E9}" sibTransId="{756F61F0-4384-4CC2-9685-A54FF61B390D}"/>
    <dgm:cxn modelId="{EE26AD8F-80B2-4CCB-86A1-FE5625864ED7}" type="presOf" srcId="{640E6EE1-4289-4E32-BF86-3E85A8EC99E0}" destId="{BE8E4327-3AA8-4739-939A-9C8206165EA1}" srcOrd="1" destOrd="0" presId="urn:microsoft.com/office/officeart/2005/8/layout/hProcess6"/>
    <dgm:cxn modelId="{E2FD7BBD-B17A-4894-AE71-493E2FF9E4E8}" type="presOf" srcId="{BD82AA25-5A1A-427D-ABC9-E56A45315CE8}" destId="{82D3E660-4CA0-438F-A5F1-4077CFBF1108}" srcOrd="0" destOrd="0" presId="urn:microsoft.com/office/officeart/2005/8/layout/hProcess6"/>
    <dgm:cxn modelId="{3C0A9CBD-BFEB-4764-B31A-84DA1D9F2BA6}" type="presOf" srcId="{D47E7BCE-1B1E-45F6-BF66-F850B694D0C0}" destId="{1572DFD5-CEAC-4DEE-B00A-72857B9119B0}" srcOrd="0" destOrd="0" presId="urn:microsoft.com/office/officeart/2005/8/layout/hProcess6"/>
    <dgm:cxn modelId="{3D55AFD3-58C1-4F88-A571-0EB86ECBE6B9}" type="presOf" srcId="{662C6EBD-AA1E-4CE2-87BF-BA6759D48717}" destId="{94E6B567-345C-40EF-923D-A5734F4797D9}" srcOrd="0" destOrd="0" presId="urn:microsoft.com/office/officeart/2005/8/layout/hProcess6"/>
    <dgm:cxn modelId="{D7ADE7D7-499F-467C-A6DE-9D61DB069486}" type="presOf" srcId="{523D32B3-E3BD-4BC4-8A1F-C0D6CD991A5F}" destId="{EF40FE30-20C5-4101-B6B4-002CEA8252A1}" srcOrd="0" destOrd="0" presId="urn:microsoft.com/office/officeart/2005/8/layout/hProcess6"/>
    <dgm:cxn modelId="{A3D780F7-17A5-4ECA-AA5B-C244D0237E56}" srcId="{BD82AA25-5A1A-427D-ABC9-E56A45315CE8}" destId="{644A74AA-B02D-4D9A-B7E0-74D92C9A707C}" srcOrd="0" destOrd="0" parTransId="{2FA957DF-2492-49C0-9087-D93FFF1FEE33}" sibTransId="{E007C722-47E3-4B3C-987B-7F0A2614EFFB}"/>
    <dgm:cxn modelId="{E4CD0BFD-2D68-4F3E-BEF3-1E06C283D0D7}" type="presOf" srcId="{644A74AA-B02D-4D9A-B7E0-74D92C9A707C}" destId="{9B7A8C66-323E-4385-AB81-8405137B1730}" srcOrd="1" destOrd="0" presId="urn:microsoft.com/office/officeart/2005/8/layout/hProcess6"/>
    <dgm:cxn modelId="{76E7E8A8-D391-431B-99BA-7AFB80B7D0E5}" type="presParOf" srcId="{EF40FE30-20C5-4101-B6B4-002CEA8252A1}" destId="{F489FC73-FE16-4283-9DD1-C99892C8FA3B}" srcOrd="0" destOrd="0" presId="urn:microsoft.com/office/officeart/2005/8/layout/hProcess6"/>
    <dgm:cxn modelId="{AF6E0719-9DB3-44CA-B1A5-862317E486F2}" type="presParOf" srcId="{F489FC73-FE16-4283-9DD1-C99892C8FA3B}" destId="{75F383FF-8F59-4A19-BDF4-DF91A57E926D}" srcOrd="0" destOrd="0" presId="urn:microsoft.com/office/officeart/2005/8/layout/hProcess6"/>
    <dgm:cxn modelId="{75178DC6-54A4-49EE-841E-A41CC9AE8B5C}" type="presParOf" srcId="{F489FC73-FE16-4283-9DD1-C99892C8FA3B}" destId="{2ABE319F-82FF-4A30-9C47-3371B338CC9D}" srcOrd="1" destOrd="0" presId="urn:microsoft.com/office/officeart/2005/8/layout/hProcess6"/>
    <dgm:cxn modelId="{C6E34AD5-3782-4815-9E23-528A1EDF54B1}" type="presParOf" srcId="{F489FC73-FE16-4283-9DD1-C99892C8FA3B}" destId="{BE8E4327-3AA8-4739-939A-9C8206165EA1}" srcOrd="2" destOrd="0" presId="urn:microsoft.com/office/officeart/2005/8/layout/hProcess6"/>
    <dgm:cxn modelId="{2D35EC0E-AACA-4336-887F-9452D8D83208}" type="presParOf" srcId="{F489FC73-FE16-4283-9DD1-C99892C8FA3B}" destId="{94E6B567-345C-40EF-923D-A5734F4797D9}" srcOrd="3" destOrd="0" presId="urn:microsoft.com/office/officeart/2005/8/layout/hProcess6"/>
    <dgm:cxn modelId="{6E144685-23D6-4D0B-97A1-D2BFDB198F79}" type="presParOf" srcId="{EF40FE30-20C5-4101-B6B4-002CEA8252A1}" destId="{D7159B66-3CE0-415D-94E7-158AD90C73A1}" srcOrd="1" destOrd="0" presId="urn:microsoft.com/office/officeart/2005/8/layout/hProcess6"/>
    <dgm:cxn modelId="{016D822B-98C1-4BCD-AD71-8E2B5384D4AC}" type="presParOf" srcId="{EF40FE30-20C5-4101-B6B4-002CEA8252A1}" destId="{C03FB163-98D5-49E2-B992-8FC68BD19A8A}" srcOrd="2" destOrd="0" presId="urn:microsoft.com/office/officeart/2005/8/layout/hProcess6"/>
    <dgm:cxn modelId="{D381571B-2E06-40CC-B29C-84FA5872F8E0}" type="presParOf" srcId="{C03FB163-98D5-49E2-B992-8FC68BD19A8A}" destId="{AD19CC59-79B2-4551-9B93-93760F9B2D60}" srcOrd="0" destOrd="0" presId="urn:microsoft.com/office/officeart/2005/8/layout/hProcess6"/>
    <dgm:cxn modelId="{CB6A28B1-74EF-48F5-800B-A0FDDB0DB7C0}" type="presParOf" srcId="{C03FB163-98D5-49E2-B992-8FC68BD19A8A}" destId="{34AB8DDB-C753-4B38-812D-99A08BEFA607}" srcOrd="1" destOrd="0" presId="urn:microsoft.com/office/officeart/2005/8/layout/hProcess6"/>
    <dgm:cxn modelId="{DBD27A13-4836-445F-89BD-7E10AA0244BD}" type="presParOf" srcId="{C03FB163-98D5-49E2-B992-8FC68BD19A8A}" destId="{197B9418-4695-4A16-B5D6-EC45B769BAE0}" srcOrd="2" destOrd="0" presId="urn:microsoft.com/office/officeart/2005/8/layout/hProcess6"/>
    <dgm:cxn modelId="{A9EAE8A8-538D-4319-8537-59FEDD3658AD}" type="presParOf" srcId="{C03FB163-98D5-49E2-B992-8FC68BD19A8A}" destId="{1572DFD5-CEAC-4DEE-B00A-72857B9119B0}" srcOrd="3" destOrd="0" presId="urn:microsoft.com/office/officeart/2005/8/layout/hProcess6"/>
    <dgm:cxn modelId="{2BE89230-213A-44EE-9383-2F0FE59CC4BF}" type="presParOf" srcId="{EF40FE30-20C5-4101-B6B4-002CEA8252A1}" destId="{A7674006-DB6F-4C11-B989-916FAAB50650}" srcOrd="3" destOrd="0" presId="urn:microsoft.com/office/officeart/2005/8/layout/hProcess6"/>
    <dgm:cxn modelId="{0CADDB3D-7F73-4700-BB14-FC7259BF3844}" type="presParOf" srcId="{EF40FE30-20C5-4101-B6B4-002CEA8252A1}" destId="{68778A10-20FB-46F0-9EDF-F31AF0314166}" srcOrd="4" destOrd="0" presId="urn:microsoft.com/office/officeart/2005/8/layout/hProcess6"/>
    <dgm:cxn modelId="{7B2C53A8-63E5-48B1-97D3-9A4793D99092}" type="presParOf" srcId="{68778A10-20FB-46F0-9EDF-F31AF0314166}" destId="{1D705205-D170-4966-9A12-BA4ACC297F53}" srcOrd="0" destOrd="0" presId="urn:microsoft.com/office/officeart/2005/8/layout/hProcess6"/>
    <dgm:cxn modelId="{B00888BF-1AF7-4A40-A6F9-8A29EF3A03F6}" type="presParOf" srcId="{68778A10-20FB-46F0-9EDF-F31AF0314166}" destId="{D072D81E-982C-402D-9D7E-99BB89C0E4EF}" srcOrd="1" destOrd="0" presId="urn:microsoft.com/office/officeart/2005/8/layout/hProcess6"/>
    <dgm:cxn modelId="{402DE092-5702-499A-BEE5-71E4F2E0E7CD}" type="presParOf" srcId="{68778A10-20FB-46F0-9EDF-F31AF0314166}" destId="{9B7A8C66-323E-4385-AB81-8405137B1730}" srcOrd="2" destOrd="0" presId="urn:microsoft.com/office/officeart/2005/8/layout/hProcess6"/>
    <dgm:cxn modelId="{4E3DD846-D637-461D-83D6-51888DA57E28}" type="presParOf" srcId="{68778A10-20FB-46F0-9EDF-F31AF0314166}" destId="{82D3E660-4CA0-438F-A5F1-4077CFBF1108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E319F-82FF-4A30-9C47-3371B338CC9D}">
      <dsp:nvSpPr>
        <dsp:cNvPr id="0" name=""/>
        <dsp:cNvSpPr/>
      </dsp:nvSpPr>
      <dsp:spPr>
        <a:xfrm>
          <a:off x="536091" y="1609824"/>
          <a:ext cx="2128242" cy="186035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2667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Two has a longer label</a:t>
          </a:r>
        </a:p>
      </dsp:txBody>
      <dsp:txXfrm>
        <a:off x="1068151" y="1888877"/>
        <a:ext cx="1037518" cy="1302245"/>
      </dsp:txXfrm>
    </dsp:sp>
    <dsp:sp modelId="{94E6B567-345C-40EF-923D-A5734F4797D9}">
      <dsp:nvSpPr>
        <dsp:cNvPr id="0" name=""/>
        <dsp:cNvSpPr/>
      </dsp:nvSpPr>
      <dsp:spPr>
        <a:xfrm>
          <a:off x="4030" y="2007939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One</a:t>
          </a:r>
        </a:p>
      </dsp:txBody>
      <dsp:txXfrm>
        <a:off x="159867" y="2163776"/>
        <a:ext cx="752447" cy="752447"/>
      </dsp:txXfrm>
    </dsp:sp>
    <dsp:sp modelId="{34AB8DDB-C753-4B38-812D-99A08BEFA607}">
      <dsp:nvSpPr>
        <dsp:cNvPr id="0" name=""/>
        <dsp:cNvSpPr/>
      </dsp:nvSpPr>
      <dsp:spPr>
        <a:xfrm>
          <a:off x="3329409" y="1609824"/>
          <a:ext cx="2128242" cy="186035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72DFD5-CEAC-4DEE-B00A-72857B9119B0}">
      <dsp:nvSpPr>
        <dsp:cNvPr id="0" name=""/>
        <dsp:cNvSpPr/>
      </dsp:nvSpPr>
      <dsp:spPr>
        <a:xfrm>
          <a:off x="2797348" y="2007939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Three</a:t>
          </a:r>
        </a:p>
      </dsp:txBody>
      <dsp:txXfrm>
        <a:off x="2953185" y="2163776"/>
        <a:ext cx="752447" cy="752447"/>
      </dsp:txXfrm>
    </dsp:sp>
    <dsp:sp modelId="{D072D81E-982C-402D-9D7E-99BB89C0E4EF}">
      <dsp:nvSpPr>
        <dsp:cNvPr id="0" name=""/>
        <dsp:cNvSpPr/>
      </dsp:nvSpPr>
      <dsp:spPr>
        <a:xfrm>
          <a:off x="6122727" y="1609824"/>
          <a:ext cx="2128242" cy="186035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2667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Node Five</a:t>
          </a:r>
        </a:p>
      </dsp:txBody>
      <dsp:txXfrm>
        <a:off x="6654787" y="1888877"/>
        <a:ext cx="1037518" cy="1302245"/>
      </dsp:txXfrm>
    </dsp:sp>
    <dsp:sp modelId="{82D3E660-4CA0-438F-A5F1-4077CFBF1108}">
      <dsp:nvSpPr>
        <dsp:cNvPr id="0" name=""/>
        <dsp:cNvSpPr/>
      </dsp:nvSpPr>
      <dsp:spPr>
        <a:xfrm>
          <a:off x="5590666" y="2007939"/>
          <a:ext cx="1064121" cy="10641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Four</a:t>
          </a:r>
        </a:p>
      </dsp:txBody>
      <dsp:txXfrm>
        <a:off x="5746503" y="2163776"/>
        <a:ext cx="752447" cy="7524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3CB7-BE85-D289-84DB-6B121132E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43C5A-40F1-1D4B-8513-749312FB2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038D4-7F5C-9D6F-C713-7BE8B025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84ABA-699F-5245-D359-6F160667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CDE64-A873-D342-8F03-A1A1D99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4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A6F4E-6512-6823-B278-1940B39F2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8DB10-D5D2-A7FE-8D9A-AECEC52A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66F6E-7B6F-A8C3-1E1D-2349C168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24C54-7D9E-FDAC-A452-91B6908CB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BE659-2F59-CF80-E003-8D631AE0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16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91304-280E-9698-A4A3-6DE3168D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1A71F-8FA0-6B0E-579C-AA921BAAF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DCB47-83B7-84A1-E716-09D37B24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058A6-4902-2814-0B69-49FBAABC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6F63-7124-63FA-B830-74BEE101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0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ED4D-E940-E2A3-3C12-E6ECB752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96B7B-25F3-8353-D3E6-3B78CD971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2C550-1C5E-F810-0D1E-FDA01FD1C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4E0A0-8E7E-377D-7714-DEBFF550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C531A-2E5B-F27C-E0E6-8322E602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C95DD-310D-40EC-36B9-027AFA31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47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A27D2-967E-DCFB-A741-4A21C6CAE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28ABC-586C-179D-9C50-BCCD86FE7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97029-B5AE-DEEE-764C-635777267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45C77-C19C-3DD5-1C16-AC0CED2E6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37FF3-13B7-E0F6-AAC5-D1FE48644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F59D6-011D-8A75-4184-AD94E5CE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D539D-A063-EA05-A7AE-C03A909F5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7B7D9-5940-092E-4B82-A7267C38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1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D0D30-0E59-4B71-3910-563A737F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7FB60-F523-5D18-CA92-451A39AB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D1B93-C0E3-268B-0756-A787732B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A7E0E-B7EF-F94D-20C4-8A3BE330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0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F91AF-44D5-7B1A-6493-63531BA9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86AC08-9904-D772-5997-283AF32B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0B2DA-DFA7-B1DA-8C53-201EEA7B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82FE5-3671-369B-51CC-C477EC7E8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D6CDC-1A2E-5FE7-CAB6-286C65926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F1C33-28A0-ECF5-9B3E-A56A8CB60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39591-B354-20D6-A2C4-71DE20A2B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F6E74-F2D0-FF1F-FAA4-2B964F28F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3D1B6-5B91-71DB-B974-B7144663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7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726E3-C4DE-E536-2CEB-10DB2E23A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11133-4F08-DE6A-EB13-B1781DB550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9E3A-6765-6BE3-ED09-F95870182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C5E77-8890-E95A-7E55-3F6F7E96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D869-4032-9613-29B9-96C17884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78A27-73A0-1AA8-F47A-6B194809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2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3936-DE7E-966A-5823-B76AADA9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5A227-E1AA-BBA4-AC5D-8BD9F4575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65D1B-D9E8-CA94-1FE1-49F307AA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FC423-2C35-564F-6B8E-9E2FD00EC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7F7A9-F674-77EE-55FC-5BD0925F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1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E5EBE-8F8D-C171-5934-F55975C17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71EEF-A1BA-A258-60C6-C2779AB1D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DAE66-7876-AE20-5D67-DE9ABF17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96EAF-66DC-29C2-A6A1-ED5B731F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9780C-5AC2-28E4-B4A5-A7B6FEDA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15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156F7-AA28-0DB3-5822-1EA5972B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1D736-0F4E-2555-6A83-5836AB650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5E3BC-A638-535E-CDC5-23F4B371F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A5CD4-DDCB-4A00-9B99-84F4111875D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DE018-EC67-1B77-B9EA-0368943F2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6516D-C279-FC62-555D-2CC97313D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30944-7919-4997-A566-D302835E2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4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65F29F8-B842-18FC-3DAE-25AB2B76D9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643248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3117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2026-09-06T08:13:30Z</dcterms:created>
  <dcterms:modified xsi:type="dcterms:W3CDTF">2026-09-06T08:13:31Z</dcterms:modified>
</cp:coreProperties>
</file>