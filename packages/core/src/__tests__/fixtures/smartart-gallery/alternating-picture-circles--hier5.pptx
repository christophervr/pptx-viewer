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D715D3-CEA9-42A5-A706-6D32199ABD19}" type="doc">
      <dgm:prSet loTypeId="urn:microsoft.com/office/officeart/2008/layout/AlternatingPictureCircle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B0C1BC-0D93-41CF-B415-D9649A8E010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A58735B-B232-474E-AA6D-D39C0567F75F}" type="parTrans" cxnId="{C65F6D78-3103-4ED8-BB22-027133949EFE}">
      <dgm:prSet/>
      <dgm:spPr/>
    </dgm:pt>
    <dgm:pt modelId="{B5D6BD7D-294D-41F9-90FC-1386D8455FC4}" type="sibTrans" cxnId="{C65F6D78-3103-4ED8-BB22-027133949EFE}">
      <dgm:prSet/>
      <dgm:spPr/>
    </dgm:pt>
    <dgm:pt modelId="{D6169C44-0EF3-4DAA-88B7-9B811D203703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9CAB548-422A-4E5A-B800-032C5D3AC065}" type="parTrans" cxnId="{BDD0FF8C-A035-431F-BACB-0FAC23EB146A}">
      <dgm:prSet/>
      <dgm:spPr/>
    </dgm:pt>
    <dgm:pt modelId="{2434A6E7-B373-4901-AF39-4DDA2A16B222}" type="sibTrans" cxnId="{BDD0FF8C-A035-431F-BACB-0FAC23EB146A}">
      <dgm:prSet/>
      <dgm:spPr/>
    </dgm:pt>
    <dgm:pt modelId="{534D8325-1A44-474E-BECF-9B7003DE0A0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8E8A2C6-07F8-467D-8DE6-C60DE48AED66}" type="parTrans" cxnId="{DA1D5FD6-0335-43B8-B766-54A7032D7F67}">
      <dgm:prSet/>
      <dgm:spPr/>
    </dgm:pt>
    <dgm:pt modelId="{E581C2F3-2619-476A-9291-4CC2296C9CDB}" type="sibTrans" cxnId="{DA1D5FD6-0335-43B8-B766-54A7032D7F67}">
      <dgm:prSet/>
      <dgm:spPr/>
    </dgm:pt>
    <dgm:pt modelId="{8D84DA33-820A-4141-BE06-97219592C202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8B18017A-E458-4E08-ACFD-150DCE51F6BE}" type="parTrans" cxnId="{4A2DB205-5A9C-4307-94E6-6DDEEF35F86E}">
      <dgm:prSet/>
      <dgm:spPr/>
    </dgm:pt>
    <dgm:pt modelId="{FA2D3C3C-F358-4314-894E-5E63754263D0}" type="sibTrans" cxnId="{4A2DB205-5A9C-4307-94E6-6DDEEF35F86E}">
      <dgm:prSet/>
      <dgm:spPr/>
    </dgm:pt>
    <dgm:pt modelId="{F620BC28-4CE3-4325-AF12-D63153A53B3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5D17A84-ACC4-4FA4-A807-16280FAC17E9}" type="parTrans" cxnId="{EA20815B-F43A-4972-BD73-D8448E72044D}">
      <dgm:prSet/>
      <dgm:spPr/>
    </dgm:pt>
    <dgm:pt modelId="{4D10263F-5E7F-42B7-A63B-92894517D6A4}" type="sibTrans" cxnId="{EA20815B-F43A-4972-BD73-D8448E72044D}">
      <dgm:prSet/>
      <dgm:spPr/>
    </dgm:pt>
    <dgm:pt modelId="{1C59DB6B-D60C-4BA2-B482-B7FB1AFC57B3}" type="pres">
      <dgm:prSet presAssocID="{1CD715D3-CEA9-42A5-A706-6D32199ABD19}" presName="Name0" presStyleCnt="0">
        <dgm:presLayoutVars>
          <dgm:chMax/>
          <dgm:chPref/>
          <dgm:dir/>
        </dgm:presLayoutVars>
      </dgm:prSet>
      <dgm:spPr/>
    </dgm:pt>
    <dgm:pt modelId="{8A5FD378-2EB5-40AB-8AC0-C517165C3739}" type="pres">
      <dgm:prSet presAssocID="{29B0C1BC-0D93-41CF-B415-D9649A8E0108}" presName="composite" presStyleCnt="0"/>
      <dgm:spPr/>
    </dgm:pt>
    <dgm:pt modelId="{FFB8AB46-672A-43E0-AE8A-AE814F63BBD1}" type="pres">
      <dgm:prSet presAssocID="{29B0C1BC-0D93-41CF-B415-D9649A8E0108}" presName="Accent" presStyleLbl="alignNode1" presStyleIdx="0" presStyleCnt="5">
        <dgm:presLayoutVars>
          <dgm:chMax val="0"/>
          <dgm:chPref val="0"/>
        </dgm:presLayoutVars>
      </dgm:prSet>
      <dgm:spPr/>
    </dgm:pt>
    <dgm:pt modelId="{6BBF545D-37CB-421C-B3C0-F8B93D48C2EF}" type="pres">
      <dgm:prSet presAssocID="{29B0C1BC-0D93-41CF-B415-D9649A8E0108}" presName="Image" presStyleLbl="bgImgPlace1" presStyleIdx="0" presStyleCnt="3">
        <dgm:presLayoutVars>
          <dgm:chMax val="0"/>
          <dgm:chPref val="0"/>
          <dgm:bulletEnabled val="1"/>
        </dgm:presLayoutVars>
      </dgm:prSet>
      <dgm:spPr/>
    </dgm:pt>
    <dgm:pt modelId="{775D70FA-5ACB-4B18-BC1C-9CE907897A2C}" type="pres">
      <dgm:prSet presAssocID="{29B0C1BC-0D93-41CF-B415-D9649A8E0108}" presName="Parent" presStyleLbl="fgAccFollowNode1" presStyleIdx="0" presStyleCnt="3">
        <dgm:presLayoutVars>
          <dgm:chMax val="0"/>
          <dgm:chPref val="0"/>
          <dgm:bulletEnabled val="1"/>
        </dgm:presLayoutVars>
      </dgm:prSet>
      <dgm:spPr/>
    </dgm:pt>
    <dgm:pt modelId="{7D2BCDD9-1E89-42AE-95BC-459EA2AF24E2}" type="pres">
      <dgm:prSet presAssocID="{29B0C1BC-0D93-41CF-B415-D9649A8E0108}" presName="Space" presStyleCnt="0">
        <dgm:presLayoutVars>
          <dgm:chMax val="0"/>
          <dgm:chPref val="0"/>
        </dgm:presLayoutVars>
      </dgm:prSet>
      <dgm:spPr/>
    </dgm:pt>
    <dgm:pt modelId="{2AFF779F-A3B1-4A22-B333-84195D9E6A50}" type="pres">
      <dgm:prSet presAssocID="{B5D6BD7D-294D-41F9-90FC-1386D8455FC4}" presName="ConnectorComposite" presStyleCnt="0"/>
      <dgm:spPr/>
    </dgm:pt>
    <dgm:pt modelId="{3A26D8F9-8F50-4804-9275-F674BCE27390}" type="pres">
      <dgm:prSet presAssocID="{B5D6BD7D-294D-41F9-90FC-1386D8455FC4}" presName="TopSpacing" presStyleCnt="0"/>
      <dgm:spPr/>
    </dgm:pt>
    <dgm:pt modelId="{899A0E37-563F-4936-8D43-E4F13BE0DB77}" type="pres">
      <dgm:prSet presAssocID="{B5D6BD7D-294D-41F9-90FC-1386D8455FC4}" presName="Connector" presStyleLbl="alignNode1" presStyleIdx="1" presStyleCnt="5"/>
      <dgm:spPr/>
    </dgm:pt>
    <dgm:pt modelId="{D1D224F1-2A1E-4554-ACE5-94977BF547EA}" type="pres">
      <dgm:prSet presAssocID="{B5D6BD7D-294D-41F9-90FC-1386D8455FC4}" presName="BottomSpacing" presStyleCnt="0"/>
      <dgm:spPr/>
    </dgm:pt>
    <dgm:pt modelId="{2134B78A-2B7F-49C2-B926-8BABD8535A74}" type="pres">
      <dgm:prSet presAssocID="{534D8325-1A44-474E-BECF-9B7003DE0A04}" presName="composite" presStyleCnt="0"/>
      <dgm:spPr/>
    </dgm:pt>
    <dgm:pt modelId="{04D509CF-FF98-418D-9911-AFB7BBB78DC2}" type="pres">
      <dgm:prSet presAssocID="{534D8325-1A44-474E-BECF-9B7003DE0A04}" presName="Accent" presStyleLbl="alignNode1" presStyleIdx="2" presStyleCnt="5">
        <dgm:presLayoutVars>
          <dgm:chMax val="0"/>
          <dgm:chPref val="0"/>
        </dgm:presLayoutVars>
      </dgm:prSet>
      <dgm:spPr/>
    </dgm:pt>
    <dgm:pt modelId="{F53F6DD8-6E26-4C0D-99BE-409418706F13}" type="pres">
      <dgm:prSet presAssocID="{534D8325-1A44-474E-BECF-9B7003DE0A04}" presName="Image" presStyleLbl="bgImgPlace1" presStyleIdx="1" presStyleCnt="3">
        <dgm:presLayoutVars>
          <dgm:chMax val="0"/>
          <dgm:chPref val="0"/>
          <dgm:bulletEnabled val="1"/>
        </dgm:presLayoutVars>
      </dgm:prSet>
      <dgm:spPr/>
    </dgm:pt>
    <dgm:pt modelId="{A1F0E29E-EA83-4FEC-A11D-12DAB6CD3D18}" type="pres">
      <dgm:prSet presAssocID="{534D8325-1A44-474E-BECF-9B7003DE0A04}" presName="Parent" presStyleLbl="fgAccFollowNode1" presStyleIdx="1" presStyleCnt="3">
        <dgm:presLayoutVars>
          <dgm:chMax val="0"/>
          <dgm:chPref val="0"/>
          <dgm:bulletEnabled val="1"/>
        </dgm:presLayoutVars>
      </dgm:prSet>
      <dgm:spPr/>
    </dgm:pt>
    <dgm:pt modelId="{7657301A-4DAE-4A1C-85C4-2CF31149817A}" type="pres">
      <dgm:prSet presAssocID="{534D8325-1A44-474E-BECF-9B7003DE0A04}" presName="Space" presStyleCnt="0">
        <dgm:presLayoutVars>
          <dgm:chMax val="0"/>
          <dgm:chPref val="0"/>
        </dgm:presLayoutVars>
      </dgm:prSet>
      <dgm:spPr/>
    </dgm:pt>
    <dgm:pt modelId="{0E28CDF0-7696-4285-9CB4-62826DF0B9F5}" type="pres">
      <dgm:prSet presAssocID="{E581C2F3-2619-476A-9291-4CC2296C9CDB}" presName="ConnectorComposite" presStyleCnt="0"/>
      <dgm:spPr/>
    </dgm:pt>
    <dgm:pt modelId="{64B86DE6-B33C-4712-AB19-192592D9CFB1}" type="pres">
      <dgm:prSet presAssocID="{E581C2F3-2619-476A-9291-4CC2296C9CDB}" presName="TopSpacing" presStyleCnt="0"/>
      <dgm:spPr/>
    </dgm:pt>
    <dgm:pt modelId="{E588E81E-C2E8-4609-829E-46F7C41EDFBE}" type="pres">
      <dgm:prSet presAssocID="{E581C2F3-2619-476A-9291-4CC2296C9CDB}" presName="Connector" presStyleLbl="alignNode1" presStyleIdx="3" presStyleCnt="5"/>
      <dgm:spPr/>
    </dgm:pt>
    <dgm:pt modelId="{BFBF6870-3D7D-46F9-B2CD-8F1AD65EB1EE}" type="pres">
      <dgm:prSet presAssocID="{E581C2F3-2619-476A-9291-4CC2296C9CDB}" presName="BottomSpacing" presStyleCnt="0"/>
      <dgm:spPr/>
    </dgm:pt>
    <dgm:pt modelId="{B29E36A2-C080-4D32-B25A-AC5B514C8037}" type="pres">
      <dgm:prSet presAssocID="{8D84DA33-820A-4141-BE06-97219592C202}" presName="composite" presStyleCnt="0"/>
      <dgm:spPr/>
    </dgm:pt>
    <dgm:pt modelId="{BEB0C64B-61C6-4E95-B6E5-C29EF6F90227}" type="pres">
      <dgm:prSet presAssocID="{8D84DA33-820A-4141-BE06-97219592C202}" presName="Accent" presStyleLbl="alignNode1" presStyleIdx="4" presStyleCnt="5">
        <dgm:presLayoutVars>
          <dgm:chMax val="0"/>
          <dgm:chPref val="0"/>
        </dgm:presLayoutVars>
      </dgm:prSet>
      <dgm:spPr/>
    </dgm:pt>
    <dgm:pt modelId="{5E50F73F-1EB0-4DE9-B2B3-D5E0D0E9697E}" type="pres">
      <dgm:prSet presAssocID="{8D84DA33-820A-4141-BE06-97219592C202}" presName="Image" presStyleLbl="bgImgPlace1" presStyleIdx="2" presStyleCnt="3">
        <dgm:presLayoutVars>
          <dgm:chMax val="0"/>
          <dgm:chPref val="0"/>
          <dgm:bulletEnabled val="1"/>
        </dgm:presLayoutVars>
      </dgm:prSet>
      <dgm:spPr/>
    </dgm:pt>
    <dgm:pt modelId="{E86DEF6B-1164-4034-934F-1AB799E340E5}" type="pres">
      <dgm:prSet presAssocID="{8D84DA33-820A-4141-BE06-97219592C202}" presName="Parent" presStyleLbl="fgAccFollowNode1" presStyleIdx="2" presStyleCnt="3">
        <dgm:presLayoutVars>
          <dgm:chMax val="0"/>
          <dgm:chPref val="0"/>
          <dgm:bulletEnabled val="1"/>
        </dgm:presLayoutVars>
      </dgm:prSet>
      <dgm:spPr/>
    </dgm:pt>
    <dgm:pt modelId="{B3FB5949-4E7F-4824-8AEB-A7CFF1DEFA16}" type="pres">
      <dgm:prSet presAssocID="{8D84DA33-820A-4141-BE06-97219592C202}" presName="Space" presStyleCnt="0">
        <dgm:presLayoutVars>
          <dgm:chMax val="0"/>
          <dgm:chPref val="0"/>
        </dgm:presLayoutVars>
      </dgm:prSet>
      <dgm:spPr/>
    </dgm:pt>
  </dgm:ptLst>
  <dgm:cxnLst>
    <dgm:cxn modelId="{4A2DB205-5A9C-4307-94E6-6DDEEF35F86E}" srcId="{1CD715D3-CEA9-42A5-A706-6D32199ABD19}" destId="{8D84DA33-820A-4141-BE06-97219592C202}" srcOrd="2" destOrd="0" parTransId="{8B18017A-E458-4E08-ACFD-150DCE51F6BE}" sibTransId="{FA2D3C3C-F358-4314-894E-5E63754263D0}"/>
    <dgm:cxn modelId="{A10AD013-1002-4FFA-A0A0-8C466A671921}" type="presOf" srcId="{F620BC28-4CE3-4325-AF12-D63153A53B3A}" destId="{E86DEF6B-1164-4034-934F-1AB799E340E5}" srcOrd="0" destOrd="1" presId="urn:microsoft.com/office/officeart/2008/layout/AlternatingPictureCircles"/>
    <dgm:cxn modelId="{790CB73F-3EB3-49AA-A479-5994D318ED81}" type="presOf" srcId="{1CD715D3-CEA9-42A5-A706-6D32199ABD19}" destId="{1C59DB6B-D60C-4BA2-B482-B7FB1AFC57B3}" srcOrd="0" destOrd="0" presId="urn:microsoft.com/office/officeart/2008/layout/AlternatingPictureCircles"/>
    <dgm:cxn modelId="{EA20815B-F43A-4972-BD73-D8448E72044D}" srcId="{8D84DA33-820A-4141-BE06-97219592C202}" destId="{F620BC28-4CE3-4325-AF12-D63153A53B3A}" srcOrd="0" destOrd="0" parTransId="{85D17A84-ACC4-4FA4-A807-16280FAC17E9}" sibTransId="{4D10263F-5E7F-42B7-A63B-92894517D6A4}"/>
    <dgm:cxn modelId="{57054948-7FAD-48C1-BB5E-8795D964B255}" type="presOf" srcId="{534D8325-1A44-474E-BECF-9B7003DE0A04}" destId="{A1F0E29E-EA83-4FEC-A11D-12DAB6CD3D18}" srcOrd="0" destOrd="0" presId="urn:microsoft.com/office/officeart/2008/layout/AlternatingPictureCircles"/>
    <dgm:cxn modelId="{00A54076-7FBA-4E95-8218-B0992B11324B}" type="presOf" srcId="{D6169C44-0EF3-4DAA-88B7-9B811D203703}" destId="{775D70FA-5ACB-4B18-BC1C-9CE907897A2C}" srcOrd="0" destOrd="1" presId="urn:microsoft.com/office/officeart/2008/layout/AlternatingPictureCircles"/>
    <dgm:cxn modelId="{C65F6D78-3103-4ED8-BB22-027133949EFE}" srcId="{1CD715D3-CEA9-42A5-A706-6D32199ABD19}" destId="{29B0C1BC-0D93-41CF-B415-D9649A8E0108}" srcOrd="0" destOrd="0" parTransId="{1A58735B-B232-474E-AA6D-D39C0567F75F}" sibTransId="{B5D6BD7D-294D-41F9-90FC-1386D8455FC4}"/>
    <dgm:cxn modelId="{BDD0FF8C-A035-431F-BACB-0FAC23EB146A}" srcId="{29B0C1BC-0D93-41CF-B415-D9649A8E0108}" destId="{D6169C44-0EF3-4DAA-88B7-9B811D203703}" srcOrd="0" destOrd="0" parTransId="{59CAB548-422A-4E5A-B800-032C5D3AC065}" sibTransId="{2434A6E7-B373-4901-AF39-4DDA2A16B222}"/>
    <dgm:cxn modelId="{E0CBF4BF-9D72-4649-A82C-BC834F143E60}" type="presOf" srcId="{29B0C1BC-0D93-41CF-B415-D9649A8E0108}" destId="{775D70FA-5ACB-4B18-BC1C-9CE907897A2C}" srcOrd="0" destOrd="0" presId="urn:microsoft.com/office/officeart/2008/layout/AlternatingPictureCircles"/>
    <dgm:cxn modelId="{EBECD5C0-7021-44DD-B30D-42FC993F0EE7}" type="presOf" srcId="{8D84DA33-820A-4141-BE06-97219592C202}" destId="{E86DEF6B-1164-4034-934F-1AB799E340E5}" srcOrd="0" destOrd="0" presId="urn:microsoft.com/office/officeart/2008/layout/AlternatingPictureCircles"/>
    <dgm:cxn modelId="{DA1D5FD6-0335-43B8-B766-54A7032D7F67}" srcId="{1CD715D3-CEA9-42A5-A706-6D32199ABD19}" destId="{534D8325-1A44-474E-BECF-9B7003DE0A04}" srcOrd="1" destOrd="0" parTransId="{B8E8A2C6-07F8-467D-8DE6-C60DE48AED66}" sibTransId="{E581C2F3-2619-476A-9291-4CC2296C9CDB}"/>
    <dgm:cxn modelId="{7A11045F-5A9A-45DE-A4DD-01561121A40E}" type="presParOf" srcId="{1C59DB6B-D60C-4BA2-B482-B7FB1AFC57B3}" destId="{8A5FD378-2EB5-40AB-8AC0-C517165C3739}" srcOrd="0" destOrd="0" presId="urn:microsoft.com/office/officeart/2008/layout/AlternatingPictureCircles"/>
    <dgm:cxn modelId="{F2A40CAB-E298-4607-81CE-C9053FDC228A}" type="presParOf" srcId="{8A5FD378-2EB5-40AB-8AC0-C517165C3739}" destId="{FFB8AB46-672A-43E0-AE8A-AE814F63BBD1}" srcOrd="0" destOrd="0" presId="urn:microsoft.com/office/officeart/2008/layout/AlternatingPictureCircles"/>
    <dgm:cxn modelId="{AEC53159-CB19-41E6-9178-D57D6449A508}" type="presParOf" srcId="{8A5FD378-2EB5-40AB-8AC0-C517165C3739}" destId="{6BBF545D-37CB-421C-B3C0-F8B93D48C2EF}" srcOrd="1" destOrd="0" presId="urn:microsoft.com/office/officeart/2008/layout/AlternatingPictureCircles"/>
    <dgm:cxn modelId="{BAAC961F-68EC-4138-8A82-34C454CA97ED}" type="presParOf" srcId="{8A5FD378-2EB5-40AB-8AC0-C517165C3739}" destId="{775D70FA-5ACB-4B18-BC1C-9CE907897A2C}" srcOrd="2" destOrd="0" presId="urn:microsoft.com/office/officeart/2008/layout/AlternatingPictureCircles"/>
    <dgm:cxn modelId="{96218F3A-15AB-4177-ADD7-CCFB72313054}" type="presParOf" srcId="{8A5FD378-2EB5-40AB-8AC0-C517165C3739}" destId="{7D2BCDD9-1E89-42AE-95BC-459EA2AF24E2}" srcOrd="3" destOrd="0" presId="urn:microsoft.com/office/officeart/2008/layout/AlternatingPictureCircles"/>
    <dgm:cxn modelId="{BC82C420-306A-493A-B764-E48E5296CE94}" type="presParOf" srcId="{1C59DB6B-D60C-4BA2-B482-B7FB1AFC57B3}" destId="{2AFF779F-A3B1-4A22-B333-84195D9E6A50}" srcOrd="1" destOrd="0" presId="urn:microsoft.com/office/officeart/2008/layout/AlternatingPictureCircles"/>
    <dgm:cxn modelId="{A0BA1D38-45FE-4D68-8097-584B9C9D32B3}" type="presParOf" srcId="{2AFF779F-A3B1-4A22-B333-84195D9E6A50}" destId="{3A26D8F9-8F50-4804-9275-F674BCE27390}" srcOrd="0" destOrd="0" presId="urn:microsoft.com/office/officeart/2008/layout/AlternatingPictureCircles"/>
    <dgm:cxn modelId="{D0E2D379-D69C-412C-96EC-2717B88B4B1D}" type="presParOf" srcId="{2AFF779F-A3B1-4A22-B333-84195D9E6A50}" destId="{899A0E37-563F-4936-8D43-E4F13BE0DB77}" srcOrd="1" destOrd="0" presId="urn:microsoft.com/office/officeart/2008/layout/AlternatingPictureCircles"/>
    <dgm:cxn modelId="{47772E89-4AD1-4D75-A2B7-8A4117AFC702}" type="presParOf" srcId="{2AFF779F-A3B1-4A22-B333-84195D9E6A50}" destId="{D1D224F1-2A1E-4554-ACE5-94977BF547EA}" srcOrd="2" destOrd="0" presId="urn:microsoft.com/office/officeart/2008/layout/AlternatingPictureCircles"/>
    <dgm:cxn modelId="{52C7CF21-1CA0-48BE-9C65-BD29BAA36B1F}" type="presParOf" srcId="{1C59DB6B-D60C-4BA2-B482-B7FB1AFC57B3}" destId="{2134B78A-2B7F-49C2-B926-8BABD8535A74}" srcOrd="2" destOrd="0" presId="urn:microsoft.com/office/officeart/2008/layout/AlternatingPictureCircles"/>
    <dgm:cxn modelId="{7E99BDCE-8BBE-4FF7-9117-90FF3AD5B13E}" type="presParOf" srcId="{2134B78A-2B7F-49C2-B926-8BABD8535A74}" destId="{04D509CF-FF98-418D-9911-AFB7BBB78DC2}" srcOrd="0" destOrd="0" presId="urn:microsoft.com/office/officeart/2008/layout/AlternatingPictureCircles"/>
    <dgm:cxn modelId="{C54AFC1D-701F-4050-9C2A-E649C8818A12}" type="presParOf" srcId="{2134B78A-2B7F-49C2-B926-8BABD8535A74}" destId="{F53F6DD8-6E26-4C0D-99BE-409418706F13}" srcOrd="1" destOrd="0" presId="urn:microsoft.com/office/officeart/2008/layout/AlternatingPictureCircles"/>
    <dgm:cxn modelId="{3E71E7E2-F441-45CC-A588-B8B848B10224}" type="presParOf" srcId="{2134B78A-2B7F-49C2-B926-8BABD8535A74}" destId="{A1F0E29E-EA83-4FEC-A11D-12DAB6CD3D18}" srcOrd="2" destOrd="0" presId="urn:microsoft.com/office/officeart/2008/layout/AlternatingPictureCircles"/>
    <dgm:cxn modelId="{D89095C8-4AAE-45E5-A59E-7A30C037E057}" type="presParOf" srcId="{2134B78A-2B7F-49C2-B926-8BABD8535A74}" destId="{7657301A-4DAE-4A1C-85C4-2CF31149817A}" srcOrd="3" destOrd="0" presId="urn:microsoft.com/office/officeart/2008/layout/AlternatingPictureCircles"/>
    <dgm:cxn modelId="{CFD4B4F2-DDF8-4ECC-9C0E-06EF5656C156}" type="presParOf" srcId="{1C59DB6B-D60C-4BA2-B482-B7FB1AFC57B3}" destId="{0E28CDF0-7696-4285-9CB4-62826DF0B9F5}" srcOrd="3" destOrd="0" presId="urn:microsoft.com/office/officeart/2008/layout/AlternatingPictureCircles"/>
    <dgm:cxn modelId="{057935F8-D6A9-4AA0-8846-8AC634365988}" type="presParOf" srcId="{0E28CDF0-7696-4285-9CB4-62826DF0B9F5}" destId="{64B86DE6-B33C-4712-AB19-192592D9CFB1}" srcOrd="0" destOrd="0" presId="urn:microsoft.com/office/officeart/2008/layout/AlternatingPictureCircles"/>
    <dgm:cxn modelId="{C19AE95A-4978-4B3D-A20A-3FDB5C24FDE9}" type="presParOf" srcId="{0E28CDF0-7696-4285-9CB4-62826DF0B9F5}" destId="{E588E81E-C2E8-4609-829E-46F7C41EDFBE}" srcOrd="1" destOrd="0" presId="urn:microsoft.com/office/officeart/2008/layout/AlternatingPictureCircles"/>
    <dgm:cxn modelId="{3ADEC3A1-D221-46FC-B680-5D5E06EE15BD}" type="presParOf" srcId="{0E28CDF0-7696-4285-9CB4-62826DF0B9F5}" destId="{BFBF6870-3D7D-46F9-B2CD-8F1AD65EB1EE}" srcOrd="2" destOrd="0" presId="urn:microsoft.com/office/officeart/2008/layout/AlternatingPictureCircles"/>
    <dgm:cxn modelId="{EF1E45A5-396F-4472-8F9C-8C93D524CF27}" type="presParOf" srcId="{1C59DB6B-D60C-4BA2-B482-B7FB1AFC57B3}" destId="{B29E36A2-C080-4D32-B25A-AC5B514C8037}" srcOrd="4" destOrd="0" presId="urn:microsoft.com/office/officeart/2008/layout/AlternatingPictureCircles"/>
    <dgm:cxn modelId="{9E7AD96E-27DC-404C-B464-EA097E5DA28A}" type="presParOf" srcId="{B29E36A2-C080-4D32-B25A-AC5B514C8037}" destId="{BEB0C64B-61C6-4E95-B6E5-C29EF6F90227}" srcOrd="0" destOrd="0" presId="urn:microsoft.com/office/officeart/2008/layout/AlternatingPictureCircles"/>
    <dgm:cxn modelId="{07302A61-6D5D-4396-AC0B-93E4C16DA6EC}" type="presParOf" srcId="{B29E36A2-C080-4D32-B25A-AC5B514C8037}" destId="{5E50F73F-1EB0-4DE9-B2B3-D5E0D0E9697E}" srcOrd="1" destOrd="0" presId="urn:microsoft.com/office/officeart/2008/layout/AlternatingPictureCircles"/>
    <dgm:cxn modelId="{54167988-9E99-40A5-83A8-65E54542CA11}" type="presParOf" srcId="{B29E36A2-C080-4D32-B25A-AC5B514C8037}" destId="{E86DEF6B-1164-4034-934F-1AB799E340E5}" srcOrd="2" destOrd="0" presId="urn:microsoft.com/office/officeart/2008/layout/AlternatingPictureCircles"/>
    <dgm:cxn modelId="{B2BB21D5-D59C-446C-9F0E-53803F71B8EB}" type="presParOf" srcId="{B29E36A2-C080-4D32-B25A-AC5B514C8037}" destId="{B3FB5949-4E7F-4824-8AEB-A7CFF1DEFA16}" srcOrd="3" destOrd="0" presId="urn:microsoft.com/office/officeart/2008/layout/AlternatingPictureCircl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B8AB46-672A-43E0-AE8A-AE814F63BBD1}">
      <dsp:nvSpPr>
        <dsp:cNvPr id="0" name=""/>
        <dsp:cNvSpPr/>
      </dsp:nvSpPr>
      <dsp:spPr>
        <a:xfrm>
          <a:off x="3492489" y="3736"/>
          <a:ext cx="1270020" cy="1269999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F545D-37CB-421C-B3C0-F8B93D48C2EF}">
      <dsp:nvSpPr>
        <dsp:cNvPr id="0" name=""/>
        <dsp:cNvSpPr/>
      </dsp:nvSpPr>
      <dsp:spPr>
        <a:xfrm>
          <a:off x="2254313" y="48185"/>
          <a:ext cx="1561862" cy="118108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D70FA-5ACB-4B18-BC1C-9CE907897A2C}">
      <dsp:nvSpPr>
        <dsp:cNvPr id="0" name=""/>
        <dsp:cNvSpPr/>
      </dsp:nvSpPr>
      <dsp:spPr>
        <a:xfrm>
          <a:off x="3632229" y="143473"/>
          <a:ext cx="990541" cy="99052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Node One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Node Two has a longer label</a:t>
          </a:r>
        </a:p>
      </dsp:txBody>
      <dsp:txXfrm>
        <a:off x="3777290" y="288532"/>
        <a:ext cx="700419" cy="700407"/>
      </dsp:txXfrm>
    </dsp:sp>
    <dsp:sp modelId="{899A0E37-563F-4936-8D43-E4F13BE0DB77}">
      <dsp:nvSpPr>
        <dsp:cNvPr id="0" name=""/>
        <dsp:cNvSpPr/>
      </dsp:nvSpPr>
      <dsp:spPr>
        <a:xfrm>
          <a:off x="4001247" y="1463115"/>
          <a:ext cx="252505" cy="252505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509CF-FF98-418D-9911-AFB7BBB78DC2}">
      <dsp:nvSpPr>
        <dsp:cNvPr id="0" name=""/>
        <dsp:cNvSpPr/>
      </dsp:nvSpPr>
      <dsp:spPr>
        <a:xfrm>
          <a:off x="3492489" y="1905000"/>
          <a:ext cx="1270020" cy="1269999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F6DD8-6E26-4C0D-99BE-409418706F13}">
      <dsp:nvSpPr>
        <dsp:cNvPr id="0" name=""/>
        <dsp:cNvSpPr/>
      </dsp:nvSpPr>
      <dsp:spPr>
        <a:xfrm>
          <a:off x="4438823" y="1949449"/>
          <a:ext cx="1561862" cy="118108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F0E29E-EA83-4FEC-A11D-12DAB6CD3D18}">
      <dsp:nvSpPr>
        <dsp:cNvPr id="0" name=""/>
        <dsp:cNvSpPr/>
      </dsp:nvSpPr>
      <dsp:spPr>
        <a:xfrm>
          <a:off x="3632229" y="2044737"/>
          <a:ext cx="990541" cy="99052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Node Three</a:t>
          </a:r>
        </a:p>
      </dsp:txBody>
      <dsp:txXfrm>
        <a:off x="3777290" y="2189796"/>
        <a:ext cx="700419" cy="700407"/>
      </dsp:txXfrm>
    </dsp:sp>
    <dsp:sp modelId="{E588E81E-C2E8-4609-829E-46F7C41EDFBE}">
      <dsp:nvSpPr>
        <dsp:cNvPr id="0" name=""/>
        <dsp:cNvSpPr/>
      </dsp:nvSpPr>
      <dsp:spPr>
        <a:xfrm>
          <a:off x="4001247" y="3364379"/>
          <a:ext cx="252505" cy="252505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0C64B-61C6-4E95-B6E5-C29EF6F90227}">
      <dsp:nvSpPr>
        <dsp:cNvPr id="0" name=""/>
        <dsp:cNvSpPr/>
      </dsp:nvSpPr>
      <dsp:spPr>
        <a:xfrm>
          <a:off x="3492489" y="3806263"/>
          <a:ext cx="1270020" cy="1269999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0F73F-1EB0-4DE9-B2B3-D5E0D0E9697E}">
      <dsp:nvSpPr>
        <dsp:cNvPr id="0" name=""/>
        <dsp:cNvSpPr/>
      </dsp:nvSpPr>
      <dsp:spPr>
        <a:xfrm>
          <a:off x="2254313" y="3850713"/>
          <a:ext cx="1561862" cy="118108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6DEF6B-1164-4034-934F-1AB799E340E5}">
      <dsp:nvSpPr>
        <dsp:cNvPr id="0" name=""/>
        <dsp:cNvSpPr/>
      </dsp:nvSpPr>
      <dsp:spPr>
        <a:xfrm>
          <a:off x="3632229" y="3946001"/>
          <a:ext cx="990541" cy="99052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Node Four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Node Five</a:t>
          </a:r>
        </a:p>
      </dsp:txBody>
      <dsp:txXfrm>
        <a:off x="3777290" y="4091060"/>
        <a:ext cx="700419" cy="7004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PictureCircles">
  <dgm:title val=""/>
  <dgm:desc val=""/>
  <dgm:catLst>
    <dgm:cat type="picture" pri="17000"/>
    <dgm:cat type="pictureconvert" pri="1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3" destOrd="0"/>
      </dgm:cxnLst>
      <dgm:bg/>
      <dgm:whole/>
    </dgm:dataModel>
  </dgm:clrData>
  <dgm:layoutNode name="Name0">
    <dgm:varLst>
      <dgm:chMax/>
      <dgm:chPref/>
      <dgm:dir/>
    </dgm:varLst>
    <dgm:alg type="lin">
      <dgm:param type="linDir" val="fromT"/>
      <dgm:param type="fallback" val="2D"/>
      <dgm:param type="horzAlign" val="ctr"/>
      <dgm:param type="nodeVertAlign" val="t"/>
    </dgm:alg>
    <dgm:shape xmlns:r="http://schemas.openxmlformats.org/officeDocument/2006/relationships" r:blip="">
      <dgm:adjLst/>
    </dgm:shape>
    <dgm:choose name="Name1">
      <dgm:if name="Name2" axis="ch" ptType="node" func="cnt" op="gte" val="2">
        <dgm:constrLst>
          <dgm:constr type="primFontSz" for="des" ptType="node" op="equ" val="65"/>
          <dgm:constr type="w" for="ch" forName="composite" refType="h" refFor="ch" refForName="composite" fact="2.9499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if>
      <dgm:else name="Name3">
        <dgm:constrLst>
          <dgm:constr type="primFontSz" for="des" ptType="node" op="equ" val="65"/>
          <dgm:constr type="w" for="ch" forName="composite" refType="h" refFor="ch" refForName="composite" fact="1.9752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else>
    </dgm:choose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4">
          <dgm:if name="Name5" axis="precedSib" ptType="sibTrans" func="cnt" op="lte" val="0">
            <dgm:choose name="Name6">
              <dgm:if name="Name7" axis="followSib" ptType="sibTrans" func="cnt" op="lte" val="0">
                <dgm:choose name="Name8">
                  <dgm:if name="Name9" func="var" arg="dir" op="equ" val="norm">
                    <dgm:constrLst>
                      <dgm:constr type="l" for="ch" forName="Accent" refType="w" fact="0.4937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5494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if>
                  <dgm:else name="Name10">
                    <dgm:constrLst>
                      <dgm:constr type="l" for="ch" forName="Accent" refType="w" fact="0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0557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.3773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else>
                </dgm:choose>
              </dgm:if>
              <dgm:else name="Name11">
                <dgm:choose name="Name12">
                  <dgm:if name="Name13" func="var" arg="dir" op="equ" val="norm">
                    <dgm:choose name="Name14">
                      <dgm:if name="Name15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16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if>
                  <dgm:else name="Name17">
                    <dgm:choose name="Name18">
                      <dgm:if name="Name19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20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else>
                </dgm:choose>
              </dgm:else>
            </dgm:choose>
          </dgm:if>
          <dgm:else name="Name21">
            <dgm:choose name="Name22">
              <dgm:if name="Name23" func="var" arg="dir" op="equ" val="norm">
                <dgm:choose name="Name24">
                  <dgm:if name="Name25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26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if>
              <dgm:else name="Name27">
                <dgm:choose name="Name28">
                  <dgm:if name="Name29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30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else>
            </dgm:choose>
          </dgm:else>
        </dgm:choose>
        <dgm:layoutNode name="Accent" styleLbl="alignNode1">
          <dgm:varLst>
            <dgm:chMax val="0"/>
            <dgm:chPref val="0"/>
          </dgm:varLst>
          <dgm:alg type="sp"/>
          <dgm:shape xmlns:r="http://schemas.openxmlformats.org/officeDocument/2006/relationships" type="donut" r:blip="">
            <dgm:adjLst>
              <dgm:adj idx="1" val="0.1101"/>
            </dgm:adjLst>
          </dgm:shape>
          <dgm:presOf/>
        </dgm:layoutNode>
        <dgm:layoutNode name="Image" styleLbl="bgImgPlace1">
          <dgm:varLst>
            <dgm:chMax val="0"/>
            <dgm:chPref val="0"/>
            <dgm:bulletEnabled val="1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fgAccFollowNode1">
          <dgm:varLst>
            <dgm:chMax val="0"/>
            <dgm:chPref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Space">
          <dgm:varLst>
            <dgm:chMax val="0"/>
            <dgm:chPref val="0"/>
          </dgm:varLst>
          <dgm:alg type="sp"/>
          <dgm:shape xmlns:r="http://schemas.openxmlformats.org/officeDocument/2006/relationships" r:blip="">
            <dgm:adjLst/>
          </dgm:shape>
          <dgm:presOf/>
        </dgm:layoutNode>
      </dgm:layoutNode>
      <dgm:forEach name="Name31" axis="followSib" ptType="sibTrans" cnt="1">
        <dgm:layoutNode name="ConnectorComposite">
          <dgm:alg type="composite">
            <dgm:param type="ar" val=".4"/>
          </dgm:alg>
          <dgm:shape xmlns:r="http://schemas.openxmlformats.org/officeDocument/2006/relationships" r:blip="">
            <dgm:adjLst/>
          </dgm:shape>
          <dgm:constrLst>
            <dgm:constr type="l" for="ch" forName="TopSpacing" refType="w" fact="0"/>
            <dgm:constr type="t" for="ch" forName="TopSpacing" refType="h" fact="0"/>
            <dgm:constr type="h" for="ch" forName="TopSpacing" refType="h" fact="0.3"/>
            <dgm:constr type="w" for="ch" forName="TopSpacing" refType="w"/>
            <dgm:constr type="l" for="ch" forName="Connector" refType="w" fact="0"/>
            <dgm:constr type="t" for="ch" forName="Connector" refType="h" fact="0.3"/>
            <dgm:constr type="h" for="ch" forName="Connector" refType="h" fact="0.4"/>
            <dgm:constr type="w" for="ch" forName="Connector" refType="h" refFor="ch" refForName="Connector"/>
            <dgm:constr type="l" for="ch" forName="BottomSpacing" refType="w" fact="0"/>
            <dgm:constr type="t" for="ch" forName="BottomSpacing" refType="h" fact="0.7"/>
            <dgm:constr type="h" for="ch" forName="BottomSpacing" refType="h" fact="0.3"/>
            <dgm:constr type="w" for="ch" forName="BottomSpacing" refType="w"/>
          </dgm:constrLst>
          <dgm:layoutNode name="TopSpacing">
            <dgm:alg type="sp"/>
            <dgm:shape xmlns:r="http://schemas.openxmlformats.org/officeDocument/2006/relationships" r:blip="">
              <dgm:adjLst/>
            </dgm:shape>
          </dgm:layoutNode>
          <dgm:layoutNode name="Connector" styleLbl="alignNode1">
            <dgm:alg type="sp"/>
            <dgm:shape xmlns:r="http://schemas.openxmlformats.org/officeDocument/2006/relationships" type="flowChartConnector" r:blip="">
              <dgm:adjLst/>
            </dgm:shape>
            <dgm:presOf/>
          </dgm:layoutNode>
          <dgm:layoutNode name="BottomSpacing">
            <dgm:alg type="sp"/>
            <dgm:shape xmlns:r="http://schemas.openxmlformats.org/officeDocument/2006/relationships" r:blip="">
              <dgm:adjLst/>
            </dgm:shape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81602-F63B-3813-F504-35EF99829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3573D2-EEB7-5A12-F324-7A255F8A8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3F703-4BFF-2904-7538-DBD0FFD2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83DDE-1D36-010A-D22B-7297D26C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5FE17-70FB-8A87-0688-7F7E27FD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4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0C9E-3B8A-47C4-3FCE-7B90D12AB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F62A0-589C-E204-4EC6-B64337593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DBC96-D137-E702-130E-D4FE0348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667B5-6EA9-F95A-0C3C-E23302ED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3D485-9478-EB1E-77F1-750F6B4F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3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C9C59-82EF-C32E-D6C5-9C04D85E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E6CC1-D98D-8B73-9E0B-1089B24DA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02C63-4C71-B069-E9A0-A55E7586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7747-6A56-BB04-AEBE-3D82FDFC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CBD20-326E-9DDF-7DCD-9062A36D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3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7027-ECD2-2C45-F2C0-3FBD12CC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3D94-E987-0B9C-029E-40CBFB7E9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076CA-C055-A9FD-E893-CF7E4635E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40B5D-490E-FC29-7C14-B55645DD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D22B5-4A91-8079-19AE-33E205A8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199CB-A57F-67AA-6BBB-240F9F6B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78FA-BF69-1A2C-2BB4-6E5B9C05E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55398-D4E5-8A72-6F64-0522206EA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0F382-DD23-9305-2E2D-6AF7099E1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A691C-E89E-84B2-4800-AA75F76EE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9BE743-590A-134F-479B-08E3A78AD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0C6FC8-7079-649C-DD91-B25EF659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F59E9-3DB2-1F26-FF2A-8BA9B2693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41F4F-BEC9-27D5-3B60-56C4F8F0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7A2FE-D95F-AADA-A1DA-0AEC20FD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E84B8-B327-23B6-CF15-15298CF5F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F4BB7-0897-F261-A650-49D85BC0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5586D-BCFB-A936-C1DE-B3A668E7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B2844-123B-E35C-41D4-993C6CAB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67DBF-1A6C-DE32-A135-3FF34E47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C08A5-AF73-7583-E882-7A818AF4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93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416D-EC32-FE0B-3C88-4DA89A8C8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972DE-DC90-445B-7D3F-D0E85C25E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D1D04-298B-1BBA-346D-230236493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74587-CE72-CB28-6413-C4A7C58D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04755-E8C3-4ABB-221C-F79B2C60B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4121B-9392-A0D6-2478-11185629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5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4768-2F1D-AD2C-4416-3F7ACD2C5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69D7F-5D81-F642-3453-A0708E198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668DA-7E89-E3D3-F7E1-0FE95B518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ADB3E-DF89-200C-4DEE-BF0259B52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5BA8-2796-28FE-006A-E732AFF6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0748E-0E0E-17DC-0A15-5E94189B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8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9E6E-43B0-AF48-C8DE-AED2312C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ED46C-1AB3-53A2-4982-A15EBD587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AC1D-820D-B20A-278F-4A5F9FDD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46D92-FC1F-44A7-E380-77020315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CF5C2-85C1-4043-C4D0-04B43FD8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4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36D279-DBF2-E02C-24AF-25E4A93DF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20B08-DAB3-08C3-C6B6-46B8259B2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566E6-04EC-5A58-43AA-DE443AC6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EB49-DC6C-F17B-538B-AB898A78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E1620-F512-0938-46C3-7D6A3D70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8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E548A-86AC-271B-B535-15D5D168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EB7AF-50BA-3FA9-CA23-F1B149FDC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84433-3440-097F-DD42-9F048CF56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510D8-9F91-4E57-A352-BF2D913FEF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729AF-3396-D88A-BF7A-465422191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A798D-CB0C-989C-2CAE-93CD7FA5D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CAE51-1F98-4B01-B672-537B1E482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1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CA641BF-6B41-0657-9AD4-F44A2FD6A2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006124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0793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2026-09-06T08:15:05Z</dcterms:created>
  <dcterms:modified xsi:type="dcterms:W3CDTF">2026-09-06T08:15:05Z</dcterms:modified>
</cp:coreProperties>
</file>