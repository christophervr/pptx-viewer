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402BBC-97D9-4CDC-ABE7-7A1440298A07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2FF11481-CA2B-4BD3-9C60-BB51DAA18DF2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F53FCAD9-3A0B-402F-A5F1-3B11776D252B}" type="parTrans" cxnId="{FAFB9678-5034-4A99-9C29-B6098D49D1F6}">
      <dgm:prSet/>
      <dgm:spPr/>
    </dgm:pt>
    <dgm:pt modelId="{DFFECCF4-5CA9-4359-A201-D5EF66BA57B6}" type="sibTrans" cxnId="{FAFB9678-5034-4A99-9C29-B6098D49D1F6}">
      <dgm:prSet/>
      <dgm:spPr/>
    </dgm:pt>
    <dgm:pt modelId="{05493077-2227-4464-9EAD-9C6B4E7F4155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76EE1266-B71C-4901-86F1-1A158775C044}" type="parTrans" cxnId="{9A816FBD-9F61-4B5A-B222-8E70EC0A3649}">
      <dgm:prSet/>
      <dgm:spPr/>
    </dgm:pt>
    <dgm:pt modelId="{49341496-2517-4C67-B217-A958C3C16777}" type="sibTrans" cxnId="{9A816FBD-9F61-4B5A-B222-8E70EC0A3649}">
      <dgm:prSet/>
      <dgm:spPr/>
    </dgm:pt>
    <dgm:pt modelId="{378C6ED4-5AE2-4DC6-A81C-F1BC25855ECB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AB00CCE-0D41-4CBA-AE29-CDAB36F1DAB7}" type="parTrans" cxnId="{AED6103E-B951-489E-86FD-30E3745DD7BC}">
      <dgm:prSet/>
      <dgm:spPr/>
    </dgm:pt>
    <dgm:pt modelId="{CCD12F83-684F-478F-886F-31AC73D1DF1E}" type="sibTrans" cxnId="{AED6103E-B951-489E-86FD-30E3745DD7BC}">
      <dgm:prSet/>
      <dgm:spPr/>
    </dgm:pt>
    <dgm:pt modelId="{91B542DD-A8BA-431B-93A1-D0763DAA932B}" type="pres">
      <dgm:prSet presAssocID="{5D402BBC-97D9-4CDC-ABE7-7A1440298A07}" presName="Name0" presStyleCnt="0">
        <dgm:presLayoutVars>
          <dgm:dir/>
          <dgm:resizeHandles val="exact"/>
        </dgm:presLayoutVars>
      </dgm:prSet>
      <dgm:spPr/>
    </dgm:pt>
    <dgm:pt modelId="{6CDAF7A1-795F-4739-8EF2-AC282E7862F3}" type="pres">
      <dgm:prSet presAssocID="{5D402BBC-97D9-4CDC-ABE7-7A1440298A07}" presName="arrow" presStyleLbl="bgShp" presStyleIdx="0" presStyleCnt="1"/>
      <dgm:spPr/>
    </dgm:pt>
    <dgm:pt modelId="{123EE47B-A4B1-4036-8A6F-3FCA87795611}" type="pres">
      <dgm:prSet presAssocID="{5D402BBC-97D9-4CDC-ABE7-7A1440298A07}" presName="points" presStyleCnt="0"/>
      <dgm:spPr/>
    </dgm:pt>
    <dgm:pt modelId="{73746BB4-F953-4683-9C9D-737F25D104A2}" type="pres">
      <dgm:prSet presAssocID="{2FF11481-CA2B-4BD3-9C60-BB51DAA18DF2}" presName="compositeA" presStyleCnt="0"/>
      <dgm:spPr/>
    </dgm:pt>
    <dgm:pt modelId="{4E306A5D-BC15-4044-92E2-D0044DDB185B}" type="pres">
      <dgm:prSet presAssocID="{2FF11481-CA2B-4BD3-9C60-BB51DAA18DF2}" presName="textA" presStyleLbl="revTx" presStyleIdx="0" presStyleCnt="3">
        <dgm:presLayoutVars>
          <dgm:bulletEnabled val="1"/>
        </dgm:presLayoutVars>
      </dgm:prSet>
      <dgm:spPr/>
    </dgm:pt>
    <dgm:pt modelId="{024319F0-DDBD-4DB1-BFA8-803596439610}" type="pres">
      <dgm:prSet presAssocID="{2FF11481-CA2B-4BD3-9C60-BB51DAA18DF2}" presName="circleA" presStyleLbl="node1" presStyleIdx="0" presStyleCnt="3"/>
      <dgm:spPr/>
    </dgm:pt>
    <dgm:pt modelId="{84D73545-F599-44ED-8C53-D62CB30603A8}" type="pres">
      <dgm:prSet presAssocID="{2FF11481-CA2B-4BD3-9C60-BB51DAA18DF2}" presName="spaceA" presStyleCnt="0"/>
      <dgm:spPr/>
    </dgm:pt>
    <dgm:pt modelId="{C26B0B3E-D39C-45F3-A1EA-7D04BC744B9C}" type="pres">
      <dgm:prSet presAssocID="{DFFECCF4-5CA9-4359-A201-D5EF66BA57B6}" presName="space" presStyleCnt="0"/>
      <dgm:spPr/>
    </dgm:pt>
    <dgm:pt modelId="{733390E6-AC1D-4248-B54F-FF79F2EA61D1}" type="pres">
      <dgm:prSet presAssocID="{05493077-2227-4464-9EAD-9C6B4E7F4155}" presName="compositeB" presStyleCnt="0"/>
      <dgm:spPr/>
    </dgm:pt>
    <dgm:pt modelId="{5A23F8AA-742B-4421-B350-8897712CBE45}" type="pres">
      <dgm:prSet presAssocID="{05493077-2227-4464-9EAD-9C6B4E7F4155}" presName="textB" presStyleLbl="revTx" presStyleIdx="1" presStyleCnt="3">
        <dgm:presLayoutVars>
          <dgm:bulletEnabled val="1"/>
        </dgm:presLayoutVars>
      </dgm:prSet>
      <dgm:spPr/>
    </dgm:pt>
    <dgm:pt modelId="{A944F0A4-7DC7-4283-95D9-EEC82776DCB5}" type="pres">
      <dgm:prSet presAssocID="{05493077-2227-4464-9EAD-9C6B4E7F4155}" presName="circleB" presStyleLbl="node1" presStyleIdx="1" presStyleCnt="3"/>
      <dgm:spPr/>
    </dgm:pt>
    <dgm:pt modelId="{697644A4-E63A-4A6C-A60B-EC5878DA0EC5}" type="pres">
      <dgm:prSet presAssocID="{05493077-2227-4464-9EAD-9C6B4E7F4155}" presName="spaceB" presStyleCnt="0"/>
      <dgm:spPr/>
    </dgm:pt>
    <dgm:pt modelId="{69586CEA-08DF-437F-BEED-E0986A37F22F}" type="pres">
      <dgm:prSet presAssocID="{49341496-2517-4C67-B217-A958C3C16777}" presName="space" presStyleCnt="0"/>
      <dgm:spPr/>
    </dgm:pt>
    <dgm:pt modelId="{5EEC7120-B4E1-4A40-9DFB-8EED92CAE9EA}" type="pres">
      <dgm:prSet presAssocID="{378C6ED4-5AE2-4DC6-A81C-F1BC25855ECB}" presName="compositeA" presStyleCnt="0"/>
      <dgm:spPr/>
    </dgm:pt>
    <dgm:pt modelId="{6EECD8E6-3BD7-44EE-886B-A288326BB54E}" type="pres">
      <dgm:prSet presAssocID="{378C6ED4-5AE2-4DC6-A81C-F1BC25855ECB}" presName="textA" presStyleLbl="revTx" presStyleIdx="2" presStyleCnt="3">
        <dgm:presLayoutVars>
          <dgm:bulletEnabled val="1"/>
        </dgm:presLayoutVars>
      </dgm:prSet>
      <dgm:spPr/>
    </dgm:pt>
    <dgm:pt modelId="{2FC2A9A1-058E-49D7-A454-8717FE77DC9B}" type="pres">
      <dgm:prSet presAssocID="{378C6ED4-5AE2-4DC6-A81C-F1BC25855ECB}" presName="circleA" presStyleLbl="node1" presStyleIdx="2" presStyleCnt="3"/>
      <dgm:spPr/>
    </dgm:pt>
    <dgm:pt modelId="{D1AAA419-38FF-40ED-84C1-07EF0D76E92B}" type="pres">
      <dgm:prSet presAssocID="{378C6ED4-5AE2-4DC6-A81C-F1BC25855ECB}" presName="spaceA" presStyleCnt="0"/>
      <dgm:spPr/>
    </dgm:pt>
  </dgm:ptLst>
  <dgm:cxnLst>
    <dgm:cxn modelId="{6319B327-48E9-4218-BD5C-FD42B3D3A677}" type="presOf" srcId="{5D402BBC-97D9-4CDC-ABE7-7A1440298A07}" destId="{91B542DD-A8BA-431B-93A1-D0763DAA932B}" srcOrd="0" destOrd="0" presId="urn:microsoft.com/office/officeart/2005/8/layout/hProcess11"/>
    <dgm:cxn modelId="{099E2F34-EE0E-4F77-9E76-4369C262B0C2}" type="presOf" srcId="{05493077-2227-4464-9EAD-9C6B4E7F4155}" destId="{5A23F8AA-742B-4421-B350-8897712CBE45}" srcOrd="0" destOrd="0" presId="urn:microsoft.com/office/officeart/2005/8/layout/hProcess11"/>
    <dgm:cxn modelId="{AED6103E-B951-489E-86FD-30E3745DD7BC}" srcId="{5D402BBC-97D9-4CDC-ABE7-7A1440298A07}" destId="{378C6ED4-5AE2-4DC6-A81C-F1BC25855ECB}" srcOrd="2" destOrd="0" parTransId="{DAB00CCE-0D41-4CBA-AE29-CDAB36F1DAB7}" sibTransId="{CCD12F83-684F-478F-886F-31AC73D1DF1E}"/>
    <dgm:cxn modelId="{FAFB9678-5034-4A99-9C29-B6098D49D1F6}" srcId="{5D402BBC-97D9-4CDC-ABE7-7A1440298A07}" destId="{2FF11481-CA2B-4BD3-9C60-BB51DAA18DF2}" srcOrd="0" destOrd="0" parTransId="{F53FCAD9-3A0B-402F-A5F1-3B11776D252B}" sibTransId="{DFFECCF4-5CA9-4359-A201-D5EF66BA57B6}"/>
    <dgm:cxn modelId="{9A816FBD-9F61-4B5A-B222-8E70EC0A3649}" srcId="{5D402BBC-97D9-4CDC-ABE7-7A1440298A07}" destId="{05493077-2227-4464-9EAD-9C6B4E7F4155}" srcOrd="1" destOrd="0" parTransId="{76EE1266-B71C-4901-86F1-1A158775C044}" sibTransId="{49341496-2517-4C67-B217-A958C3C16777}"/>
    <dgm:cxn modelId="{324A50BE-4103-47B5-98B9-739C5D99AC87}" type="presOf" srcId="{378C6ED4-5AE2-4DC6-A81C-F1BC25855ECB}" destId="{6EECD8E6-3BD7-44EE-886B-A288326BB54E}" srcOrd="0" destOrd="0" presId="urn:microsoft.com/office/officeart/2005/8/layout/hProcess11"/>
    <dgm:cxn modelId="{219BE4DD-6437-4916-8CD9-C354F441666B}" type="presOf" srcId="{2FF11481-CA2B-4BD3-9C60-BB51DAA18DF2}" destId="{4E306A5D-BC15-4044-92E2-D0044DDB185B}" srcOrd="0" destOrd="0" presId="urn:microsoft.com/office/officeart/2005/8/layout/hProcess11"/>
    <dgm:cxn modelId="{E6CB2FC9-81DA-4468-B02C-98A32A600B49}" type="presParOf" srcId="{91B542DD-A8BA-431B-93A1-D0763DAA932B}" destId="{6CDAF7A1-795F-4739-8EF2-AC282E7862F3}" srcOrd="0" destOrd="0" presId="urn:microsoft.com/office/officeart/2005/8/layout/hProcess11"/>
    <dgm:cxn modelId="{8FE869D4-D6B3-42A4-8149-DF4B0DA9BCD7}" type="presParOf" srcId="{91B542DD-A8BA-431B-93A1-D0763DAA932B}" destId="{123EE47B-A4B1-4036-8A6F-3FCA87795611}" srcOrd="1" destOrd="0" presId="urn:microsoft.com/office/officeart/2005/8/layout/hProcess11"/>
    <dgm:cxn modelId="{54FF35EE-2875-4715-8C43-D287982E2D1D}" type="presParOf" srcId="{123EE47B-A4B1-4036-8A6F-3FCA87795611}" destId="{73746BB4-F953-4683-9C9D-737F25D104A2}" srcOrd="0" destOrd="0" presId="urn:microsoft.com/office/officeart/2005/8/layout/hProcess11"/>
    <dgm:cxn modelId="{AAF7D35B-3BED-4264-B6D4-DE53A59E9336}" type="presParOf" srcId="{73746BB4-F953-4683-9C9D-737F25D104A2}" destId="{4E306A5D-BC15-4044-92E2-D0044DDB185B}" srcOrd="0" destOrd="0" presId="urn:microsoft.com/office/officeart/2005/8/layout/hProcess11"/>
    <dgm:cxn modelId="{152FFDDE-5005-48B8-A866-F0C942D73696}" type="presParOf" srcId="{73746BB4-F953-4683-9C9D-737F25D104A2}" destId="{024319F0-DDBD-4DB1-BFA8-803596439610}" srcOrd="1" destOrd="0" presId="urn:microsoft.com/office/officeart/2005/8/layout/hProcess11"/>
    <dgm:cxn modelId="{14A3BB33-A458-4FC9-AFB9-657C53178B22}" type="presParOf" srcId="{73746BB4-F953-4683-9C9D-737F25D104A2}" destId="{84D73545-F599-44ED-8C53-D62CB30603A8}" srcOrd="2" destOrd="0" presId="urn:microsoft.com/office/officeart/2005/8/layout/hProcess11"/>
    <dgm:cxn modelId="{A946CF65-0A78-4A15-96DF-A03347908232}" type="presParOf" srcId="{123EE47B-A4B1-4036-8A6F-3FCA87795611}" destId="{C26B0B3E-D39C-45F3-A1EA-7D04BC744B9C}" srcOrd="1" destOrd="0" presId="urn:microsoft.com/office/officeart/2005/8/layout/hProcess11"/>
    <dgm:cxn modelId="{3A3838F0-BE45-4952-967B-F305F73B7A73}" type="presParOf" srcId="{123EE47B-A4B1-4036-8A6F-3FCA87795611}" destId="{733390E6-AC1D-4248-B54F-FF79F2EA61D1}" srcOrd="2" destOrd="0" presId="urn:microsoft.com/office/officeart/2005/8/layout/hProcess11"/>
    <dgm:cxn modelId="{CAB0F9B3-12A6-4ADF-B766-D9B2DB909000}" type="presParOf" srcId="{733390E6-AC1D-4248-B54F-FF79F2EA61D1}" destId="{5A23F8AA-742B-4421-B350-8897712CBE45}" srcOrd="0" destOrd="0" presId="urn:microsoft.com/office/officeart/2005/8/layout/hProcess11"/>
    <dgm:cxn modelId="{642967C9-B681-4047-81D1-58CE008BF2EF}" type="presParOf" srcId="{733390E6-AC1D-4248-B54F-FF79F2EA61D1}" destId="{A944F0A4-7DC7-4283-95D9-EEC82776DCB5}" srcOrd="1" destOrd="0" presId="urn:microsoft.com/office/officeart/2005/8/layout/hProcess11"/>
    <dgm:cxn modelId="{DBC2E79E-1363-41FD-9DC5-C5664F2C3698}" type="presParOf" srcId="{733390E6-AC1D-4248-B54F-FF79F2EA61D1}" destId="{697644A4-E63A-4A6C-A60B-EC5878DA0EC5}" srcOrd="2" destOrd="0" presId="urn:microsoft.com/office/officeart/2005/8/layout/hProcess11"/>
    <dgm:cxn modelId="{8938DCEF-F53F-493C-B5A3-0F0A89125CB0}" type="presParOf" srcId="{123EE47B-A4B1-4036-8A6F-3FCA87795611}" destId="{69586CEA-08DF-437F-BEED-E0986A37F22F}" srcOrd="3" destOrd="0" presId="urn:microsoft.com/office/officeart/2005/8/layout/hProcess11"/>
    <dgm:cxn modelId="{6854D8C4-8BD0-4DEC-A2D4-96FDA23F7CE6}" type="presParOf" srcId="{123EE47B-A4B1-4036-8A6F-3FCA87795611}" destId="{5EEC7120-B4E1-4A40-9DFB-8EED92CAE9EA}" srcOrd="4" destOrd="0" presId="urn:microsoft.com/office/officeart/2005/8/layout/hProcess11"/>
    <dgm:cxn modelId="{45B2A692-9E79-4C7B-ACFB-F5CA1C343891}" type="presParOf" srcId="{5EEC7120-B4E1-4A40-9DFB-8EED92CAE9EA}" destId="{6EECD8E6-3BD7-44EE-886B-A288326BB54E}" srcOrd="0" destOrd="0" presId="urn:microsoft.com/office/officeart/2005/8/layout/hProcess11"/>
    <dgm:cxn modelId="{56BA858C-AE15-4BD1-940C-73C898070CE4}" type="presParOf" srcId="{5EEC7120-B4E1-4A40-9DFB-8EED92CAE9EA}" destId="{2FC2A9A1-058E-49D7-A454-8717FE77DC9B}" srcOrd="1" destOrd="0" presId="urn:microsoft.com/office/officeart/2005/8/layout/hProcess11"/>
    <dgm:cxn modelId="{A263BFB4-29AB-4E4A-B7F1-A875234AB3A1}" type="presParOf" srcId="{5EEC7120-B4E1-4A40-9DFB-8EED92CAE9EA}" destId="{D1AAA419-38FF-40ED-84C1-07EF0D76E92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AF7A1-795F-4739-8EF2-AC282E7862F3}">
      <dsp:nvSpPr>
        <dsp:cNvPr id="0" name=""/>
        <dsp:cNvSpPr/>
      </dsp:nvSpPr>
      <dsp:spPr>
        <a:xfrm>
          <a:off x="0" y="1523999"/>
          <a:ext cx="8255000" cy="203200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06A5D-BC15-4044-92E2-D0044DDB185B}">
      <dsp:nvSpPr>
        <dsp:cNvPr id="0" name=""/>
        <dsp:cNvSpPr/>
      </dsp:nvSpPr>
      <dsp:spPr>
        <a:xfrm>
          <a:off x="3627" y="0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Alpha</a:t>
          </a:r>
        </a:p>
      </dsp:txBody>
      <dsp:txXfrm>
        <a:off x="3627" y="0"/>
        <a:ext cx="2394272" cy="2032000"/>
      </dsp:txXfrm>
    </dsp:sp>
    <dsp:sp modelId="{024319F0-DDBD-4DB1-BFA8-803596439610}">
      <dsp:nvSpPr>
        <dsp:cNvPr id="0" name=""/>
        <dsp:cNvSpPr/>
      </dsp:nvSpPr>
      <dsp:spPr>
        <a:xfrm>
          <a:off x="946763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3F8AA-742B-4421-B350-8897712CBE45}">
      <dsp:nvSpPr>
        <dsp:cNvPr id="0" name=""/>
        <dsp:cNvSpPr/>
      </dsp:nvSpPr>
      <dsp:spPr>
        <a:xfrm>
          <a:off x="2517613" y="3047999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Beta has a noticeably longer label than the others</a:t>
          </a:r>
        </a:p>
      </dsp:txBody>
      <dsp:txXfrm>
        <a:off x="2517613" y="3047999"/>
        <a:ext cx="2394272" cy="2032000"/>
      </dsp:txXfrm>
    </dsp:sp>
    <dsp:sp modelId="{A944F0A4-7DC7-4283-95D9-EEC82776DCB5}">
      <dsp:nvSpPr>
        <dsp:cNvPr id="0" name=""/>
        <dsp:cNvSpPr/>
      </dsp:nvSpPr>
      <dsp:spPr>
        <a:xfrm>
          <a:off x="3460750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CD8E6-3BD7-44EE-886B-A288326BB54E}">
      <dsp:nvSpPr>
        <dsp:cNvPr id="0" name=""/>
        <dsp:cNvSpPr/>
      </dsp:nvSpPr>
      <dsp:spPr>
        <a:xfrm>
          <a:off x="5031599" y="0"/>
          <a:ext cx="2394272" cy="203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Gamma</a:t>
          </a:r>
        </a:p>
      </dsp:txBody>
      <dsp:txXfrm>
        <a:off x="5031599" y="0"/>
        <a:ext cx="2394272" cy="2032000"/>
      </dsp:txXfrm>
    </dsp:sp>
    <dsp:sp modelId="{2FC2A9A1-058E-49D7-A454-8717FE77DC9B}">
      <dsp:nvSpPr>
        <dsp:cNvPr id="0" name=""/>
        <dsp:cNvSpPr/>
      </dsp:nvSpPr>
      <dsp:spPr>
        <a:xfrm>
          <a:off x="5974736" y="2286000"/>
          <a:ext cx="508000" cy="50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39442-7E69-33CB-D402-98ABCEEF7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971AE-4A00-5183-66D2-14AEAA547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43790-B015-CC12-50FE-3EC3E261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A5546-C360-D584-B280-6B1E93523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3CA87-BEFA-68A2-FA96-D867C339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8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477B-441D-D31B-141F-0147B69C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A9E1F-A445-69C2-1509-1AFFA08FE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FEE43-8CF4-57F1-3749-20481586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C749D-878B-0D8A-52E1-67FA2662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3896-0E70-0038-C554-11552F58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68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A4A40-F004-80C7-558B-315FE479A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3D8D0-BCEE-74F6-9711-73DE794A2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AEAB1-9095-3245-3674-48B489F53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A79BA-520C-52F3-AD8D-D2E8A4A7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372CE-D506-02D6-0FD3-08258D2D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4491-652B-CDF0-A5EE-16C5D8B3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CD904-5C9E-AB02-0926-AE155A041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25299-62A3-A08E-1A17-9AEB4A251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3A38C-F18C-0C7A-7F8F-0B7FA8A8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7136B-D10D-A816-5D19-452058B1B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4F5B6-A4DD-ED05-4B14-3F198AC7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0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32B9-7356-8E86-ED1E-748752E1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79D32-8797-A5A3-0A35-F2D25DFA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7E541-94B8-3549-5C40-0940A8912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BBFD7E-4A04-6B28-9D4C-4EE148E26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D33DFA-2A09-9DE2-2613-618221D51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AE823-D14B-F729-671E-198F1989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6434B7-676D-9939-6FED-76C8B88D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1A757-CA88-49BD-CF53-2CB5B604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20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6B3E-B1C3-5B31-476F-CD0957A98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D14EB6-EA50-D174-0B13-A36089B4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D80EA-1DF3-04BC-34E4-1297C7E0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37977-08B5-DCB2-C17E-824EA6B0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96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C970B-78C8-E09D-0AB7-EEA3C07D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8EF01-1FCD-6DCF-9496-C58F12C7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D53D1-A748-627A-7B86-BF38DA84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5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446FA-2F1A-861C-FC30-0DBF4ECC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E4BFB-C49A-4BFD-58F6-15F6ADA16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02F04-8535-59F2-4BB1-0C80CEF4B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815BA-6A8B-2438-D3E1-55AE25CDA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AF965-4ECF-6249-4230-AE1328CF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01BC3-5263-8F3B-C298-1493DB5E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5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F710-4349-DCF7-570E-08604A800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EEA10-4391-B814-3196-C105B4FE0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51C9C-CC4F-13A5-4512-7EBB09511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7B21E-7E8D-3D4B-AD8C-EDCE173B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832B5-63B8-7F88-5152-7F85FFED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9D105-F5DB-8E0E-D225-F1F00C7B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7EE6-10A3-E251-B1A4-F53538AF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1B1BD-4A56-3880-3024-8C07C88A8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8FD90-38DD-13A0-CBE6-B171B9A92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85D62-26EE-8C65-01AD-74DFC362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0190-EA15-D7A1-5A8C-476A86EE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8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418BB2-B98C-30EC-3786-4F764D966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5C066-5D0C-37F7-385B-D5476AA0E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30994-DEF3-794B-FA2E-EE257DDD1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B7B0F-1201-52CE-F2BB-97646A86A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F143D-3055-2178-4499-818B27B3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8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18583-4A74-95A6-655F-83B974E7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15B0B-4F7D-D1C3-0411-D5C996EE9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FD3EB-B5A1-5CEA-5B55-5AFD70E0E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9384B-03A7-4A3D-B597-054F5157140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44402-207A-D8E3-791A-D88F870E9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D5507-5752-50CD-CEFE-63872D245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51EA6-E59D-44C4-B4A3-065B302DB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3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2EE2FF7-FDFC-7A9C-A0A7-1EA416AAF7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219482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2761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2026-09-06T08:13:35Z</dcterms:created>
  <dcterms:modified xsi:type="dcterms:W3CDTF">2026-09-06T08:13:35Z</dcterms:modified>
</cp:coreProperties>
</file>