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8AE298-CB2C-4A57-99F6-6FF99845D927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DDA1E5-9700-4643-B322-1C70E5FC8DAC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4F91E1B-0BEC-44D1-B5D4-4170E5C7456D}" type="parTrans" cxnId="{211CD104-484A-4B75-9AD4-4930D66C59B0}">
      <dgm:prSet/>
      <dgm:spPr/>
    </dgm:pt>
    <dgm:pt modelId="{1A7E2DB4-1A53-41F1-91EB-E4D38A169EC0}" type="sibTrans" cxnId="{211CD104-484A-4B75-9AD4-4930D66C59B0}">
      <dgm:prSet/>
      <dgm:spPr/>
    </dgm:pt>
    <dgm:pt modelId="{8DF6CCEA-B6ED-4F14-903C-B88310F1A22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75A59A2D-A3A0-4BEB-9A4F-266A928B4FCE}" type="parTrans" cxnId="{6F85A8EB-5DED-4B76-BC0F-CF1185B8422C}">
      <dgm:prSet/>
      <dgm:spPr/>
    </dgm:pt>
    <dgm:pt modelId="{5B5E7977-A2A1-4A6E-A2C7-3E695082584B}" type="sibTrans" cxnId="{6F85A8EB-5DED-4B76-BC0F-CF1185B8422C}">
      <dgm:prSet/>
      <dgm:spPr/>
    </dgm:pt>
    <dgm:pt modelId="{2EC4CBEB-5440-4A78-89C3-40C9E11F635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0DD06E13-9F41-45CB-88B0-10792D1FB4C1}" type="parTrans" cxnId="{2920914B-9474-455F-98E5-290F21334AE1}">
      <dgm:prSet/>
      <dgm:spPr/>
    </dgm:pt>
    <dgm:pt modelId="{B3DF18D4-FB1D-449B-8747-B3C592189C04}" type="sibTrans" cxnId="{2920914B-9474-455F-98E5-290F21334AE1}">
      <dgm:prSet/>
      <dgm:spPr/>
    </dgm:pt>
    <dgm:pt modelId="{5A48BBE9-5E89-40B5-980C-992D5CDD2F4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6DF35BAF-2215-40B1-94A3-4832A9B5C3DB}" type="parTrans" cxnId="{3B933CD3-1304-4958-A474-2AAEA3FE3274}">
      <dgm:prSet/>
      <dgm:spPr/>
    </dgm:pt>
    <dgm:pt modelId="{9D6B3248-2D71-4FC7-95AE-F2068A968907}" type="sibTrans" cxnId="{3B933CD3-1304-4958-A474-2AAEA3FE3274}">
      <dgm:prSet/>
      <dgm:spPr/>
    </dgm:pt>
    <dgm:pt modelId="{86CCD505-8E2A-4162-B431-B7B11C4036E1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A5A67FA9-131B-452F-8ABC-A082CC9F8E94}" type="parTrans" cxnId="{B6A47FE0-57D3-4C22-AB5F-B21ACE8FEEEC}">
      <dgm:prSet/>
      <dgm:spPr/>
    </dgm:pt>
    <dgm:pt modelId="{C881271D-A51A-480B-BAC6-E1E26EBDEA06}" type="sibTrans" cxnId="{B6A47FE0-57D3-4C22-AB5F-B21ACE8FEEEC}">
      <dgm:prSet/>
      <dgm:spPr/>
    </dgm:pt>
    <dgm:pt modelId="{888175DF-F212-44E7-9DBA-86BA2365239F}" type="pres">
      <dgm:prSet presAssocID="{608AE298-CB2C-4A57-99F6-6FF99845D927}" presName="linearFlow" presStyleCnt="0">
        <dgm:presLayoutVars>
          <dgm:dir/>
          <dgm:animLvl val="lvl"/>
          <dgm:resizeHandles val="exact"/>
        </dgm:presLayoutVars>
      </dgm:prSet>
      <dgm:spPr/>
    </dgm:pt>
    <dgm:pt modelId="{3133CB96-3C1F-4618-A920-0B0EF068405F}" type="pres">
      <dgm:prSet presAssocID="{AADDA1E5-9700-4643-B322-1C70E5FC8DAC}" presName="composite" presStyleCnt="0"/>
      <dgm:spPr/>
    </dgm:pt>
    <dgm:pt modelId="{2A66B7E7-61DC-4785-8649-1A1843DB8C03}" type="pres">
      <dgm:prSet presAssocID="{AADDA1E5-9700-4643-B322-1C70E5FC8DAC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CB292D83-772B-4EA3-B485-70BBC7B751CB}" type="pres">
      <dgm:prSet presAssocID="{AADDA1E5-9700-4643-B322-1C70E5FC8DAC}" presName="descendantText" presStyleLbl="alignAcc1" presStyleIdx="0" presStyleCnt="3">
        <dgm:presLayoutVars>
          <dgm:bulletEnabled val="1"/>
        </dgm:presLayoutVars>
      </dgm:prSet>
      <dgm:spPr/>
    </dgm:pt>
    <dgm:pt modelId="{BA3B4005-AB75-4776-8876-A32E530744DA}" type="pres">
      <dgm:prSet presAssocID="{1A7E2DB4-1A53-41F1-91EB-E4D38A169EC0}" presName="sp" presStyleCnt="0"/>
      <dgm:spPr/>
    </dgm:pt>
    <dgm:pt modelId="{8759701A-30C0-4C6C-9F64-5BAB22FB4591}" type="pres">
      <dgm:prSet presAssocID="{2EC4CBEB-5440-4A78-89C3-40C9E11F6351}" presName="composite" presStyleCnt="0"/>
      <dgm:spPr/>
    </dgm:pt>
    <dgm:pt modelId="{E370F4F7-7122-46EF-AE7D-95D478B56C3B}" type="pres">
      <dgm:prSet presAssocID="{2EC4CBEB-5440-4A78-89C3-40C9E11F635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A991E0BA-152A-458C-9082-B8C3535D5B72}" type="pres">
      <dgm:prSet presAssocID="{2EC4CBEB-5440-4A78-89C3-40C9E11F6351}" presName="descendantText" presStyleLbl="alignAcc1" presStyleIdx="1" presStyleCnt="3">
        <dgm:presLayoutVars>
          <dgm:bulletEnabled val="1"/>
        </dgm:presLayoutVars>
      </dgm:prSet>
      <dgm:spPr/>
    </dgm:pt>
    <dgm:pt modelId="{E83BC16D-78B1-44AF-8674-73D3A3311942}" type="pres">
      <dgm:prSet presAssocID="{B3DF18D4-FB1D-449B-8747-B3C592189C04}" presName="sp" presStyleCnt="0"/>
      <dgm:spPr/>
    </dgm:pt>
    <dgm:pt modelId="{062E51AF-67E2-4F4B-A277-FECFD56D0F24}" type="pres">
      <dgm:prSet presAssocID="{5A48BBE9-5E89-40B5-980C-992D5CDD2F43}" presName="composite" presStyleCnt="0"/>
      <dgm:spPr/>
    </dgm:pt>
    <dgm:pt modelId="{1A608E06-CF27-4522-81C9-EAAFF421635E}" type="pres">
      <dgm:prSet presAssocID="{5A48BBE9-5E89-40B5-980C-992D5CDD2F43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4E59E742-8EE4-4667-84A7-D321B2CEC13C}" type="pres">
      <dgm:prSet presAssocID="{5A48BBE9-5E89-40B5-980C-992D5CDD2F43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ACAC901-2B64-4602-A738-093FDF58E166}" type="presOf" srcId="{8DF6CCEA-B6ED-4F14-903C-B88310F1A224}" destId="{CB292D83-772B-4EA3-B485-70BBC7B751CB}" srcOrd="0" destOrd="0" presId="urn:microsoft.com/office/officeart/2005/8/layout/chevron2"/>
    <dgm:cxn modelId="{211CD104-484A-4B75-9AD4-4930D66C59B0}" srcId="{608AE298-CB2C-4A57-99F6-6FF99845D927}" destId="{AADDA1E5-9700-4643-B322-1C70E5FC8DAC}" srcOrd="0" destOrd="0" parTransId="{14F91E1B-0BEC-44D1-B5D4-4170E5C7456D}" sibTransId="{1A7E2DB4-1A53-41F1-91EB-E4D38A169EC0}"/>
    <dgm:cxn modelId="{02BC7B13-CCF8-4C2A-84FF-034A3FCB7C74}" type="presOf" srcId="{5A48BBE9-5E89-40B5-980C-992D5CDD2F43}" destId="{1A608E06-CF27-4522-81C9-EAAFF421635E}" srcOrd="0" destOrd="0" presId="urn:microsoft.com/office/officeart/2005/8/layout/chevron2"/>
    <dgm:cxn modelId="{2920914B-9474-455F-98E5-290F21334AE1}" srcId="{608AE298-CB2C-4A57-99F6-6FF99845D927}" destId="{2EC4CBEB-5440-4A78-89C3-40C9E11F6351}" srcOrd="1" destOrd="0" parTransId="{0DD06E13-9F41-45CB-88B0-10792D1FB4C1}" sibTransId="{B3DF18D4-FB1D-449B-8747-B3C592189C04}"/>
    <dgm:cxn modelId="{AA82256C-6D97-45A0-8D69-BBB1777D241F}" type="presOf" srcId="{86CCD505-8E2A-4162-B431-B7B11C4036E1}" destId="{4E59E742-8EE4-4667-84A7-D321B2CEC13C}" srcOrd="0" destOrd="0" presId="urn:microsoft.com/office/officeart/2005/8/layout/chevron2"/>
    <dgm:cxn modelId="{746D858B-6605-4562-B804-78725693CFE6}" type="presOf" srcId="{2EC4CBEB-5440-4A78-89C3-40C9E11F6351}" destId="{E370F4F7-7122-46EF-AE7D-95D478B56C3B}" srcOrd="0" destOrd="0" presId="urn:microsoft.com/office/officeart/2005/8/layout/chevron2"/>
    <dgm:cxn modelId="{0D4902BC-C67A-49AE-B731-AABA156BF818}" type="presOf" srcId="{AADDA1E5-9700-4643-B322-1C70E5FC8DAC}" destId="{2A66B7E7-61DC-4785-8649-1A1843DB8C03}" srcOrd="0" destOrd="0" presId="urn:microsoft.com/office/officeart/2005/8/layout/chevron2"/>
    <dgm:cxn modelId="{3B933CD3-1304-4958-A474-2AAEA3FE3274}" srcId="{608AE298-CB2C-4A57-99F6-6FF99845D927}" destId="{5A48BBE9-5E89-40B5-980C-992D5CDD2F43}" srcOrd="2" destOrd="0" parTransId="{6DF35BAF-2215-40B1-94A3-4832A9B5C3DB}" sibTransId="{9D6B3248-2D71-4FC7-95AE-F2068A968907}"/>
    <dgm:cxn modelId="{B6A47FE0-57D3-4C22-AB5F-B21ACE8FEEEC}" srcId="{5A48BBE9-5E89-40B5-980C-992D5CDD2F43}" destId="{86CCD505-8E2A-4162-B431-B7B11C4036E1}" srcOrd="0" destOrd="0" parTransId="{A5A67FA9-131B-452F-8ABC-A082CC9F8E94}" sibTransId="{C881271D-A51A-480B-BAC6-E1E26EBDEA06}"/>
    <dgm:cxn modelId="{6F85A8EB-5DED-4B76-BC0F-CF1185B8422C}" srcId="{AADDA1E5-9700-4643-B322-1C70E5FC8DAC}" destId="{8DF6CCEA-B6ED-4F14-903C-B88310F1A224}" srcOrd="0" destOrd="0" parTransId="{75A59A2D-A3A0-4BEB-9A4F-266A928B4FCE}" sibTransId="{5B5E7977-A2A1-4A6E-A2C7-3E695082584B}"/>
    <dgm:cxn modelId="{487FAEF3-3D18-4CB3-BD80-ADBAAECA4D8F}" type="presOf" srcId="{608AE298-CB2C-4A57-99F6-6FF99845D927}" destId="{888175DF-F212-44E7-9DBA-86BA2365239F}" srcOrd="0" destOrd="0" presId="urn:microsoft.com/office/officeart/2005/8/layout/chevron2"/>
    <dgm:cxn modelId="{70AC75BA-E6C7-440B-B156-1CC54216A7B0}" type="presParOf" srcId="{888175DF-F212-44E7-9DBA-86BA2365239F}" destId="{3133CB96-3C1F-4618-A920-0B0EF068405F}" srcOrd="0" destOrd="0" presId="urn:microsoft.com/office/officeart/2005/8/layout/chevron2"/>
    <dgm:cxn modelId="{5D32A95C-85FD-45E7-AF14-C93590EA573C}" type="presParOf" srcId="{3133CB96-3C1F-4618-A920-0B0EF068405F}" destId="{2A66B7E7-61DC-4785-8649-1A1843DB8C03}" srcOrd="0" destOrd="0" presId="urn:microsoft.com/office/officeart/2005/8/layout/chevron2"/>
    <dgm:cxn modelId="{36AC5EB5-A8B5-4514-88B2-58861B668403}" type="presParOf" srcId="{3133CB96-3C1F-4618-A920-0B0EF068405F}" destId="{CB292D83-772B-4EA3-B485-70BBC7B751CB}" srcOrd="1" destOrd="0" presId="urn:microsoft.com/office/officeart/2005/8/layout/chevron2"/>
    <dgm:cxn modelId="{6A2F0E1E-80BF-47EB-AB57-50E92241A1D5}" type="presParOf" srcId="{888175DF-F212-44E7-9DBA-86BA2365239F}" destId="{BA3B4005-AB75-4776-8876-A32E530744DA}" srcOrd="1" destOrd="0" presId="urn:microsoft.com/office/officeart/2005/8/layout/chevron2"/>
    <dgm:cxn modelId="{20970F50-3B87-4942-BD35-F14450925DD4}" type="presParOf" srcId="{888175DF-F212-44E7-9DBA-86BA2365239F}" destId="{8759701A-30C0-4C6C-9F64-5BAB22FB4591}" srcOrd="2" destOrd="0" presId="urn:microsoft.com/office/officeart/2005/8/layout/chevron2"/>
    <dgm:cxn modelId="{8045E4F4-0104-432B-BD7D-AA2632F1356E}" type="presParOf" srcId="{8759701A-30C0-4C6C-9F64-5BAB22FB4591}" destId="{E370F4F7-7122-46EF-AE7D-95D478B56C3B}" srcOrd="0" destOrd="0" presId="urn:microsoft.com/office/officeart/2005/8/layout/chevron2"/>
    <dgm:cxn modelId="{D536E777-3B11-49BB-AD43-06807D04C7E8}" type="presParOf" srcId="{8759701A-30C0-4C6C-9F64-5BAB22FB4591}" destId="{A991E0BA-152A-458C-9082-B8C3535D5B72}" srcOrd="1" destOrd="0" presId="urn:microsoft.com/office/officeart/2005/8/layout/chevron2"/>
    <dgm:cxn modelId="{072463EA-BCAD-4BBE-86EC-BFB622A48AE6}" type="presParOf" srcId="{888175DF-F212-44E7-9DBA-86BA2365239F}" destId="{E83BC16D-78B1-44AF-8674-73D3A3311942}" srcOrd="3" destOrd="0" presId="urn:microsoft.com/office/officeart/2005/8/layout/chevron2"/>
    <dgm:cxn modelId="{E14CDC25-EF83-4E1F-8122-272882DE2212}" type="presParOf" srcId="{888175DF-F212-44E7-9DBA-86BA2365239F}" destId="{062E51AF-67E2-4F4B-A277-FECFD56D0F24}" srcOrd="4" destOrd="0" presId="urn:microsoft.com/office/officeart/2005/8/layout/chevron2"/>
    <dgm:cxn modelId="{AF1AA74C-63EB-41D2-8E91-2E8BAE363B3C}" type="presParOf" srcId="{062E51AF-67E2-4F4B-A277-FECFD56D0F24}" destId="{1A608E06-CF27-4522-81C9-EAAFF421635E}" srcOrd="0" destOrd="0" presId="urn:microsoft.com/office/officeart/2005/8/layout/chevron2"/>
    <dgm:cxn modelId="{A5DE5972-8FF0-4BE2-98CF-9220FBF36E1F}" type="presParOf" srcId="{062E51AF-67E2-4F4B-A277-FECFD56D0F24}" destId="{4E59E742-8EE4-4667-84A7-D321B2CEC13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66B7E7-61DC-4785-8649-1A1843DB8C03}">
      <dsp:nvSpPr>
        <dsp:cNvPr id="0" name=""/>
        <dsp:cNvSpPr/>
      </dsp:nvSpPr>
      <dsp:spPr>
        <a:xfrm rot="5400000">
          <a:off x="-273099" y="274090"/>
          <a:ext cx="1820664" cy="12744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One</a:t>
          </a:r>
        </a:p>
      </dsp:txBody>
      <dsp:txXfrm rot="-5400000">
        <a:off x="1" y="638222"/>
        <a:ext cx="1274464" cy="546200"/>
      </dsp:txXfrm>
    </dsp:sp>
    <dsp:sp modelId="{CB292D83-772B-4EA3-B485-70BBC7B751CB}">
      <dsp:nvSpPr>
        <dsp:cNvPr id="0" name=""/>
        <dsp:cNvSpPr/>
      </dsp:nvSpPr>
      <dsp:spPr>
        <a:xfrm rot="5400000">
          <a:off x="4173016" y="-2897560"/>
          <a:ext cx="1183431" cy="69805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6035" rIns="26035" bIns="26035" numCol="1" spcCol="1270" anchor="ctr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/>
            <a:t>Node Two has a longer label</a:t>
          </a:r>
        </a:p>
      </dsp:txBody>
      <dsp:txXfrm rot="-5400000">
        <a:off x="1274464" y="58762"/>
        <a:ext cx="6922765" cy="1067891"/>
      </dsp:txXfrm>
    </dsp:sp>
    <dsp:sp modelId="{E370F4F7-7122-46EF-AE7D-95D478B56C3B}">
      <dsp:nvSpPr>
        <dsp:cNvPr id="0" name=""/>
        <dsp:cNvSpPr/>
      </dsp:nvSpPr>
      <dsp:spPr>
        <a:xfrm rot="5400000">
          <a:off x="-273099" y="1902767"/>
          <a:ext cx="1820664" cy="12744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Three</a:t>
          </a:r>
        </a:p>
      </dsp:txBody>
      <dsp:txXfrm rot="-5400000">
        <a:off x="1" y="2266899"/>
        <a:ext cx="1274464" cy="546200"/>
      </dsp:txXfrm>
    </dsp:sp>
    <dsp:sp modelId="{A991E0BA-152A-458C-9082-B8C3535D5B72}">
      <dsp:nvSpPr>
        <dsp:cNvPr id="0" name=""/>
        <dsp:cNvSpPr/>
      </dsp:nvSpPr>
      <dsp:spPr>
        <a:xfrm rot="5400000">
          <a:off x="4173016" y="-1268883"/>
          <a:ext cx="1183431" cy="69805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608E06-CF27-4522-81C9-EAAFF421635E}">
      <dsp:nvSpPr>
        <dsp:cNvPr id="0" name=""/>
        <dsp:cNvSpPr/>
      </dsp:nvSpPr>
      <dsp:spPr>
        <a:xfrm rot="5400000">
          <a:off x="-273099" y="3531444"/>
          <a:ext cx="1820664" cy="12744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Four</a:t>
          </a:r>
        </a:p>
      </dsp:txBody>
      <dsp:txXfrm rot="-5400000">
        <a:off x="1" y="3895576"/>
        <a:ext cx="1274464" cy="546200"/>
      </dsp:txXfrm>
    </dsp:sp>
    <dsp:sp modelId="{4E59E742-8EE4-4667-84A7-D321B2CEC13C}">
      <dsp:nvSpPr>
        <dsp:cNvPr id="0" name=""/>
        <dsp:cNvSpPr/>
      </dsp:nvSpPr>
      <dsp:spPr>
        <a:xfrm rot="5400000">
          <a:off x="4173016" y="359793"/>
          <a:ext cx="1183431" cy="69805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6035" rIns="26035" bIns="26035" numCol="1" spcCol="1270" anchor="ctr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/>
            <a:t>Node Five</a:t>
          </a:r>
        </a:p>
      </dsp:txBody>
      <dsp:txXfrm rot="-5400000">
        <a:off x="1274464" y="3316115"/>
        <a:ext cx="6922765" cy="10678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B4F3-82BE-3798-AD6F-833B6F1C0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2ADE6-D44B-F8F7-26D4-E23E3CD3D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C8A41-134A-795F-8B3A-FB1C788F1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98F42-45E3-7BF1-20F7-4681D5E27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D567F-A3B4-7551-7240-B209EACB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96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6E25-EF52-448A-5CE9-75EF242E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63036-7F80-09D7-0706-BED799824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FE890-21E7-1BEE-4D3B-49360867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6707-89F9-9561-D4E4-DC923CE59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C960-09D0-811A-91A3-C326B1D2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31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8F408-B518-CBA2-06D5-84408E03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88605-2892-18D1-E162-738E6E6F4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9865C-5A6F-D731-1ADE-400D0A07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90AB3-2FFB-BE7C-7DAE-7F472F325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4CE56-E049-E21D-F0C4-034156DFB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92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9FF4-870E-72C6-2BB4-22C492E2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8D105-ECC0-36E6-37D6-A4DA0CBB6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C6B36-E054-DDFE-2037-312121900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A6332-191E-CFC4-E2BB-A2A6D97B4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DA50A-BB7F-CF0B-2259-821C4120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9BBB3-69B9-F69C-3802-ACC127A3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93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E893-7F8A-C5C4-6731-735C48F6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ACE9F-E4A0-79FE-1562-8C59DA715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C6C80-43B8-D29B-E488-7C23A8D18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62FE7B-2C92-860B-E095-1801B0AB3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C94049-A248-4A25-A806-40C8C63140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7C9997-2BFF-B888-4209-0F24E016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E558E-EA92-5BC0-4A72-F1813223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D23047-AB70-25DB-B30B-CD4981F6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69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4E9F0-81BD-0EE0-75EF-B1CB5C61C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37B92-4293-53D8-5934-BC1BCEA5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F4D5D-83C5-C0D0-C3E8-E8718DABC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F8A5C-3CBA-BE51-C41F-E0257F11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5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87910-5F61-6828-A171-FA6C8275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5AD03-8BA9-A009-1860-1A3C031A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A662B-661D-F2D4-A71E-C64BBE68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1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8735-FE21-A4B0-470B-B8ED0DBA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A36BA-E417-AB00-7378-A9043AE0D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3E12B-0BA8-3651-5840-469912244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F4331-DB56-2734-8A1B-B1EDE0E7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2A4F7-AD2B-A99E-BDE4-907DE477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A159D-324B-D4D0-22C3-548A0FEC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31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7E5AF-5A41-628D-F7C4-217A01B1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9D7441-5757-DE2C-4700-27A95619A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23796-0580-305E-DFA9-9AAD69AC5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6E382-C1B5-5C50-3DB9-571950F5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08B50-2C6F-FF7E-B635-D0EDF0C5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932A6-73B7-31D4-AC4B-7EF1EA02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60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A20A-050F-E30C-D5E8-6B5BB5717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A780C-4470-89F6-29A1-E2AA084EF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F80B4-1B48-0EB9-D1DD-5A9D33F2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CA859-4ACD-6B97-613D-73043A554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67977-E939-259B-B808-A15087BC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8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B62267-A656-6E0D-7D53-EE7616F32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54483-D268-E0DF-F319-C2A58AD52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1D59E-BFAD-AAAF-6D4E-68FFD9EC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34255-FC7B-961F-6D86-6F5676C3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741D2-A6D5-77FB-0558-054AA62A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2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AD27BE-FF3C-D9C0-1034-E9B4F91E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DEFEC-5ADC-4271-0CAC-E44837A77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EE04E-C1DE-6412-9854-16D57B593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B1335-05A6-49F1-A127-5798D898F8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D7C1C-7236-5CD7-FD93-FA44460CD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F746D-0338-1AA4-DD83-D16B6789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0C3AF-206B-4BD1-8B32-F701624A7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3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4EF6375-1A4B-A2B1-0B16-FFBC3BCCA0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47593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3838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2026-09-06T08:13:00Z</dcterms:created>
  <dcterms:modified xsi:type="dcterms:W3CDTF">2026-09-06T08:13:01Z</dcterms:modified>
</cp:coreProperties>
</file>