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03E69C-F49D-4572-A262-190805FBEB0F}" type="doc">
      <dgm:prSet loTypeId="urn:microsoft.com/office/officeart/2008/layout/CircleAccen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18D159-B88A-4900-8A92-26F106A809A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4A4F1B1-2B93-4D1F-8A23-08B0C680E9D7}" type="parTrans" cxnId="{5BFD14E0-D21C-4B7D-9A41-E641B3D8CE71}">
      <dgm:prSet/>
      <dgm:spPr/>
    </dgm:pt>
    <dgm:pt modelId="{DD45CE56-6925-4055-9CA8-45949189010F}" type="sibTrans" cxnId="{5BFD14E0-D21C-4B7D-9A41-E641B3D8CE71}">
      <dgm:prSet/>
      <dgm:spPr/>
    </dgm:pt>
    <dgm:pt modelId="{F50A734A-43F6-44F0-9F88-B7BAB55B3064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F14C8536-D0D7-43EF-ACFB-53CEDF9FDF1F}" type="parTrans" cxnId="{48CA1327-9289-477C-BAFE-9012A56FF060}">
      <dgm:prSet/>
      <dgm:spPr/>
    </dgm:pt>
    <dgm:pt modelId="{65F49143-3EE2-4E6F-8284-270919EC8C42}" type="sibTrans" cxnId="{48CA1327-9289-477C-BAFE-9012A56FF060}">
      <dgm:prSet/>
      <dgm:spPr/>
    </dgm:pt>
    <dgm:pt modelId="{79FE9A32-402F-401E-8276-3B3C0D3412C7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07385DA5-4D35-47CF-848B-0DC3B86BF4A9}" type="parTrans" cxnId="{A06E5E56-22DD-48FF-B03C-3A89650DCC85}">
      <dgm:prSet/>
      <dgm:spPr/>
    </dgm:pt>
    <dgm:pt modelId="{7DC7C470-596B-4B3F-9EBA-18387975A56F}" type="sibTrans" cxnId="{A06E5E56-22DD-48FF-B03C-3A89650DCC85}">
      <dgm:prSet/>
      <dgm:spPr/>
    </dgm:pt>
    <dgm:pt modelId="{2C43FA46-5D8B-43BC-BA6C-DD69E4D38845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4106AA6A-4157-44DF-B361-63FAD2F74A9C}" type="parTrans" cxnId="{EB8FC25F-5A4E-4946-8F7A-555252B6FB96}">
      <dgm:prSet/>
      <dgm:spPr/>
    </dgm:pt>
    <dgm:pt modelId="{5A41F857-9B11-43E2-B010-FD08C0166A09}" type="sibTrans" cxnId="{EB8FC25F-5A4E-4946-8F7A-555252B6FB96}">
      <dgm:prSet/>
      <dgm:spPr/>
    </dgm:pt>
    <dgm:pt modelId="{55BF09EE-D0AB-479B-9DEB-BB976E4168D4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690E2053-A73A-43A9-AED6-3C0379B1E60E}" type="parTrans" cxnId="{615E7FF3-5077-4377-9AF1-626C96DE8A20}">
      <dgm:prSet/>
      <dgm:spPr/>
    </dgm:pt>
    <dgm:pt modelId="{87800B51-A8E3-4D6E-A3D9-7DAAF76C5B06}" type="sibTrans" cxnId="{615E7FF3-5077-4377-9AF1-626C96DE8A20}">
      <dgm:prSet/>
      <dgm:spPr/>
    </dgm:pt>
    <dgm:pt modelId="{8475025F-4DF2-4C05-9308-937170A45355}" type="pres">
      <dgm:prSet presAssocID="{7303E69C-F49D-4572-A262-190805FBEB0F}" presName="Name0" presStyleCnt="0">
        <dgm:presLayoutVars>
          <dgm:dir/>
        </dgm:presLayoutVars>
      </dgm:prSet>
      <dgm:spPr/>
    </dgm:pt>
    <dgm:pt modelId="{E68650BC-868D-4170-8D5B-A43E4538F747}" type="pres">
      <dgm:prSet presAssocID="{8718D159-B88A-4900-8A92-26F106A809A4}" presName="parComposite" presStyleCnt="0"/>
      <dgm:spPr/>
    </dgm:pt>
    <dgm:pt modelId="{A8C97AB5-37FA-49B7-819B-0A66DEBD6216}" type="pres">
      <dgm:prSet presAssocID="{8718D159-B88A-4900-8A92-26F106A809A4}" presName="parBigCircle" presStyleLbl="node0" presStyleIdx="0" presStyleCnt="3"/>
      <dgm:spPr/>
    </dgm:pt>
    <dgm:pt modelId="{DDD04262-04B5-4936-B8B1-329B978B22CA}" type="pres">
      <dgm:prSet presAssocID="{8718D159-B88A-4900-8A92-26F106A809A4}" presName="parTx" presStyleLbl="revTx" presStyleIdx="0" presStyleCnt="7"/>
      <dgm:spPr/>
    </dgm:pt>
    <dgm:pt modelId="{74497945-95E2-4EDB-9257-973D8E7C8EA0}" type="pres">
      <dgm:prSet presAssocID="{8718D159-B88A-4900-8A92-26F106A809A4}" presName="bSpace" presStyleCnt="0"/>
      <dgm:spPr/>
    </dgm:pt>
    <dgm:pt modelId="{64F444B0-D1DE-433F-9C84-0225FD4D0F41}" type="pres">
      <dgm:prSet presAssocID="{8718D159-B88A-4900-8A92-26F106A809A4}" presName="parBackupNorm" presStyleCnt="0"/>
      <dgm:spPr/>
    </dgm:pt>
    <dgm:pt modelId="{EFB89CE6-F30E-4C1B-A6C2-4479FEED274B}" type="pres">
      <dgm:prSet presAssocID="{DD45CE56-6925-4055-9CA8-45949189010F}" presName="parSpace" presStyleCnt="0"/>
      <dgm:spPr/>
    </dgm:pt>
    <dgm:pt modelId="{016B5FDA-C4F7-4873-85B6-FFCFC6FB9E11}" type="pres">
      <dgm:prSet presAssocID="{F50A734A-43F6-44F0-9F88-B7BAB55B3064}" presName="desBackupLeftNorm" presStyleCnt="0"/>
      <dgm:spPr/>
    </dgm:pt>
    <dgm:pt modelId="{6C22B665-0B06-4D5F-B357-7FE662278F44}" type="pres">
      <dgm:prSet presAssocID="{F50A734A-43F6-44F0-9F88-B7BAB55B3064}" presName="desComposite" presStyleCnt="0"/>
      <dgm:spPr/>
    </dgm:pt>
    <dgm:pt modelId="{81BF7A1E-7815-43F6-910D-8E4B2D7E072C}" type="pres">
      <dgm:prSet presAssocID="{F50A734A-43F6-44F0-9F88-B7BAB55B3064}" presName="desCircle" presStyleLbl="node1" presStyleIdx="0" presStyleCnt="2"/>
      <dgm:spPr/>
    </dgm:pt>
    <dgm:pt modelId="{728F553C-4538-42E9-BCD0-7FE6DEABD210}" type="pres">
      <dgm:prSet presAssocID="{F50A734A-43F6-44F0-9F88-B7BAB55B3064}" presName="chTx" presStyleLbl="revTx" presStyleIdx="1" presStyleCnt="7"/>
      <dgm:spPr/>
    </dgm:pt>
    <dgm:pt modelId="{2CC1F562-10DC-4CFC-A9F0-589D830CC24C}" type="pres">
      <dgm:prSet presAssocID="{F50A734A-43F6-44F0-9F88-B7BAB55B3064}" presName="desTx" presStyleLbl="revTx" presStyleIdx="2" presStyleCnt="7">
        <dgm:presLayoutVars>
          <dgm:bulletEnabled val="1"/>
        </dgm:presLayoutVars>
      </dgm:prSet>
      <dgm:spPr/>
    </dgm:pt>
    <dgm:pt modelId="{369A8FBD-157D-44DD-A14F-96574315D21A}" type="pres">
      <dgm:prSet presAssocID="{F50A734A-43F6-44F0-9F88-B7BAB55B3064}" presName="desBackupRightNorm" presStyleCnt="0"/>
      <dgm:spPr/>
    </dgm:pt>
    <dgm:pt modelId="{7E857B32-DC9E-4D5A-AE5A-FC3FE7556447}" type="pres">
      <dgm:prSet presAssocID="{65F49143-3EE2-4E6F-8284-270919EC8C42}" presName="desSpace" presStyleCnt="0"/>
      <dgm:spPr/>
    </dgm:pt>
    <dgm:pt modelId="{87B7D12E-2538-4413-A31A-652EC4BD015A}" type="pres">
      <dgm:prSet presAssocID="{79FE9A32-402F-401E-8276-3B3C0D3412C7}" presName="parComposite" presStyleCnt="0"/>
      <dgm:spPr/>
    </dgm:pt>
    <dgm:pt modelId="{18FB2EB4-875D-4353-8DD2-37870D1AC3B0}" type="pres">
      <dgm:prSet presAssocID="{79FE9A32-402F-401E-8276-3B3C0D3412C7}" presName="parBigCircle" presStyleLbl="node0" presStyleIdx="1" presStyleCnt="3"/>
      <dgm:spPr/>
    </dgm:pt>
    <dgm:pt modelId="{FEC2EAA3-374F-44F6-A78F-9DAA15E417DE}" type="pres">
      <dgm:prSet presAssocID="{79FE9A32-402F-401E-8276-3B3C0D3412C7}" presName="parTx" presStyleLbl="revTx" presStyleIdx="3" presStyleCnt="7"/>
      <dgm:spPr/>
    </dgm:pt>
    <dgm:pt modelId="{C28A1633-E2DA-4F04-9FD4-D4C3B92A1CC9}" type="pres">
      <dgm:prSet presAssocID="{79FE9A32-402F-401E-8276-3B3C0D3412C7}" presName="bSpace" presStyleCnt="0"/>
      <dgm:spPr/>
    </dgm:pt>
    <dgm:pt modelId="{660CCA8E-F53F-4872-8981-67BC49823DA9}" type="pres">
      <dgm:prSet presAssocID="{79FE9A32-402F-401E-8276-3B3C0D3412C7}" presName="parBackupNorm" presStyleCnt="0"/>
      <dgm:spPr/>
    </dgm:pt>
    <dgm:pt modelId="{10790D2F-8C89-415E-A7CF-2299867BD8FE}" type="pres">
      <dgm:prSet presAssocID="{7DC7C470-596B-4B3F-9EBA-18387975A56F}" presName="parSpace" presStyleCnt="0"/>
      <dgm:spPr/>
    </dgm:pt>
    <dgm:pt modelId="{E7CD2248-A92D-4DC4-9456-BC0421BB3BD1}" type="pres">
      <dgm:prSet presAssocID="{2C43FA46-5D8B-43BC-BA6C-DD69E4D38845}" presName="parComposite" presStyleCnt="0"/>
      <dgm:spPr/>
    </dgm:pt>
    <dgm:pt modelId="{2F12BEBB-CA35-4FEE-A79D-AD665DC69DB7}" type="pres">
      <dgm:prSet presAssocID="{2C43FA46-5D8B-43BC-BA6C-DD69E4D38845}" presName="parBigCircle" presStyleLbl="node0" presStyleIdx="2" presStyleCnt="3"/>
      <dgm:spPr/>
    </dgm:pt>
    <dgm:pt modelId="{5B083B93-E704-4A60-96ED-6D58A6DD7809}" type="pres">
      <dgm:prSet presAssocID="{2C43FA46-5D8B-43BC-BA6C-DD69E4D38845}" presName="parTx" presStyleLbl="revTx" presStyleIdx="4" presStyleCnt="7"/>
      <dgm:spPr/>
    </dgm:pt>
    <dgm:pt modelId="{4496DA24-878C-4960-A0C4-AB4E99BDB7B8}" type="pres">
      <dgm:prSet presAssocID="{2C43FA46-5D8B-43BC-BA6C-DD69E4D38845}" presName="bSpace" presStyleCnt="0"/>
      <dgm:spPr/>
    </dgm:pt>
    <dgm:pt modelId="{FDAF8D86-1AFF-444C-BBD5-09FFE91D1AD4}" type="pres">
      <dgm:prSet presAssocID="{2C43FA46-5D8B-43BC-BA6C-DD69E4D38845}" presName="parBackupNorm" presStyleCnt="0"/>
      <dgm:spPr/>
    </dgm:pt>
    <dgm:pt modelId="{C8737A6D-674D-438E-9828-AE29B80D7C92}" type="pres">
      <dgm:prSet presAssocID="{5A41F857-9B11-43E2-B010-FD08C0166A09}" presName="parSpace" presStyleCnt="0"/>
      <dgm:spPr/>
    </dgm:pt>
    <dgm:pt modelId="{B6B82567-4E06-4332-B2CF-6B3ED6B50A6E}" type="pres">
      <dgm:prSet presAssocID="{55BF09EE-D0AB-479B-9DEB-BB976E4168D4}" presName="desBackupLeftNorm" presStyleCnt="0"/>
      <dgm:spPr/>
    </dgm:pt>
    <dgm:pt modelId="{AADD34CB-46B8-4A22-979E-E4EF3C7A5245}" type="pres">
      <dgm:prSet presAssocID="{55BF09EE-D0AB-479B-9DEB-BB976E4168D4}" presName="desComposite" presStyleCnt="0"/>
      <dgm:spPr/>
    </dgm:pt>
    <dgm:pt modelId="{FFAA8105-C363-40FA-A470-1C93157BBAA2}" type="pres">
      <dgm:prSet presAssocID="{55BF09EE-D0AB-479B-9DEB-BB976E4168D4}" presName="desCircle" presStyleLbl="node1" presStyleIdx="1" presStyleCnt="2"/>
      <dgm:spPr/>
    </dgm:pt>
    <dgm:pt modelId="{7496557F-00D7-42A4-9087-CD8F945409F9}" type="pres">
      <dgm:prSet presAssocID="{55BF09EE-D0AB-479B-9DEB-BB976E4168D4}" presName="chTx" presStyleLbl="revTx" presStyleIdx="5" presStyleCnt="7"/>
      <dgm:spPr/>
    </dgm:pt>
    <dgm:pt modelId="{CD2AD2A0-3F8B-4E0B-94C0-18F068C51473}" type="pres">
      <dgm:prSet presAssocID="{55BF09EE-D0AB-479B-9DEB-BB976E4168D4}" presName="desTx" presStyleLbl="revTx" presStyleIdx="6" presStyleCnt="7">
        <dgm:presLayoutVars>
          <dgm:bulletEnabled val="1"/>
        </dgm:presLayoutVars>
      </dgm:prSet>
      <dgm:spPr/>
    </dgm:pt>
    <dgm:pt modelId="{79D46482-A3B8-4B4C-8C1D-2B624DBDB0BD}" type="pres">
      <dgm:prSet presAssocID="{55BF09EE-D0AB-479B-9DEB-BB976E4168D4}" presName="desBackupRightNorm" presStyleCnt="0"/>
      <dgm:spPr/>
    </dgm:pt>
    <dgm:pt modelId="{60C71430-7A31-47D2-AD04-37C2537FBCE8}" type="pres">
      <dgm:prSet presAssocID="{87800B51-A8E3-4D6E-A3D9-7DAAF76C5B06}" presName="desSpace" presStyleCnt="0"/>
      <dgm:spPr/>
    </dgm:pt>
  </dgm:ptLst>
  <dgm:cxnLst>
    <dgm:cxn modelId="{48CA1327-9289-477C-BAFE-9012A56FF060}" srcId="{8718D159-B88A-4900-8A92-26F106A809A4}" destId="{F50A734A-43F6-44F0-9F88-B7BAB55B3064}" srcOrd="0" destOrd="0" parTransId="{F14C8536-D0D7-43EF-ACFB-53CEDF9FDF1F}" sibTransId="{65F49143-3EE2-4E6F-8284-270919EC8C42}"/>
    <dgm:cxn modelId="{EB8FC25F-5A4E-4946-8F7A-555252B6FB96}" srcId="{7303E69C-F49D-4572-A262-190805FBEB0F}" destId="{2C43FA46-5D8B-43BC-BA6C-DD69E4D38845}" srcOrd="2" destOrd="0" parTransId="{4106AA6A-4157-44DF-B361-63FAD2F74A9C}" sibTransId="{5A41F857-9B11-43E2-B010-FD08C0166A09}"/>
    <dgm:cxn modelId="{A06E5E56-22DD-48FF-B03C-3A89650DCC85}" srcId="{7303E69C-F49D-4572-A262-190805FBEB0F}" destId="{79FE9A32-402F-401E-8276-3B3C0D3412C7}" srcOrd="1" destOrd="0" parTransId="{07385DA5-4D35-47CF-848B-0DC3B86BF4A9}" sibTransId="{7DC7C470-596B-4B3F-9EBA-18387975A56F}"/>
    <dgm:cxn modelId="{067B4D96-2A17-4156-8716-51F8BBF344CB}" type="presOf" srcId="{2C43FA46-5D8B-43BC-BA6C-DD69E4D38845}" destId="{5B083B93-E704-4A60-96ED-6D58A6DD7809}" srcOrd="0" destOrd="0" presId="urn:microsoft.com/office/officeart/2008/layout/CircleAccentTimeline"/>
    <dgm:cxn modelId="{11AF37A1-84B1-4376-BC72-B4019F626C3D}" type="presOf" srcId="{8718D159-B88A-4900-8A92-26F106A809A4}" destId="{DDD04262-04B5-4936-B8B1-329B978B22CA}" srcOrd="0" destOrd="0" presId="urn:microsoft.com/office/officeart/2008/layout/CircleAccentTimeline"/>
    <dgm:cxn modelId="{65F180CA-612A-462C-BFAF-C8BA2265CD16}" type="presOf" srcId="{55BF09EE-D0AB-479B-9DEB-BB976E4168D4}" destId="{7496557F-00D7-42A4-9087-CD8F945409F9}" srcOrd="0" destOrd="0" presId="urn:microsoft.com/office/officeart/2008/layout/CircleAccentTimeline"/>
    <dgm:cxn modelId="{5BFD14E0-D21C-4B7D-9A41-E641B3D8CE71}" srcId="{7303E69C-F49D-4572-A262-190805FBEB0F}" destId="{8718D159-B88A-4900-8A92-26F106A809A4}" srcOrd="0" destOrd="0" parTransId="{E4A4F1B1-2B93-4D1F-8A23-08B0C680E9D7}" sibTransId="{DD45CE56-6925-4055-9CA8-45949189010F}"/>
    <dgm:cxn modelId="{483EF1E9-080A-4234-A0C7-5437A4A8554E}" type="presOf" srcId="{79FE9A32-402F-401E-8276-3B3C0D3412C7}" destId="{FEC2EAA3-374F-44F6-A78F-9DAA15E417DE}" srcOrd="0" destOrd="0" presId="urn:microsoft.com/office/officeart/2008/layout/CircleAccentTimeline"/>
    <dgm:cxn modelId="{F38851EA-E612-4C7A-974E-8711083321D2}" type="presOf" srcId="{F50A734A-43F6-44F0-9F88-B7BAB55B3064}" destId="{728F553C-4538-42E9-BCD0-7FE6DEABD210}" srcOrd="0" destOrd="0" presId="urn:microsoft.com/office/officeart/2008/layout/CircleAccentTimeline"/>
    <dgm:cxn modelId="{615E7FF3-5077-4377-9AF1-626C96DE8A20}" srcId="{2C43FA46-5D8B-43BC-BA6C-DD69E4D38845}" destId="{55BF09EE-D0AB-479B-9DEB-BB976E4168D4}" srcOrd="0" destOrd="0" parTransId="{690E2053-A73A-43A9-AED6-3C0379B1E60E}" sibTransId="{87800B51-A8E3-4D6E-A3D9-7DAAF76C5B06}"/>
    <dgm:cxn modelId="{D36E1EF4-4F62-437D-9EC7-3799D6ECA2D1}" type="presOf" srcId="{7303E69C-F49D-4572-A262-190805FBEB0F}" destId="{8475025F-4DF2-4C05-9308-937170A45355}" srcOrd="0" destOrd="0" presId="urn:microsoft.com/office/officeart/2008/layout/CircleAccentTimeline"/>
    <dgm:cxn modelId="{6DA15F7C-5B44-44B7-8D21-2A180EAACA35}" type="presParOf" srcId="{8475025F-4DF2-4C05-9308-937170A45355}" destId="{E68650BC-868D-4170-8D5B-A43E4538F747}" srcOrd="0" destOrd="0" presId="urn:microsoft.com/office/officeart/2008/layout/CircleAccentTimeline"/>
    <dgm:cxn modelId="{35F93644-834F-413D-B3F5-EA4BA357D054}" type="presParOf" srcId="{E68650BC-868D-4170-8D5B-A43E4538F747}" destId="{A8C97AB5-37FA-49B7-819B-0A66DEBD6216}" srcOrd="0" destOrd="0" presId="urn:microsoft.com/office/officeart/2008/layout/CircleAccentTimeline"/>
    <dgm:cxn modelId="{940C5517-7797-4A2A-8692-A43497AF6E4B}" type="presParOf" srcId="{E68650BC-868D-4170-8D5B-A43E4538F747}" destId="{DDD04262-04B5-4936-B8B1-329B978B22CA}" srcOrd="1" destOrd="0" presId="urn:microsoft.com/office/officeart/2008/layout/CircleAccentTimeline"/>
    <dgm:cxn modelId="{BF28CACD-0E40-4327-9D92-09B721F6CDCF}" type="presParOf" srcId="{E68650BC-868D-4170-8D5B-A43E4538F747}" destId="{74497945-95E2-4EDB-9257-973D8E7C8EA0}" srcOrd="2" destOrd="0" presId="urn:microsoft.com/office/officeart/2008/layout/CircleAccentTimeline"/>
    <dgm:cxn modelId="{C53B80A0-C5AC-471D-9C32-A322E19EA896}" type="presParOf" srcId="{8475025F-4DF2-4C05-9308-937170A45355}" destId="{64F444B0-D1DE-433F-9C84-0225FD4D0F41}" srcOrd="1" destOrd="0" presId="urn:microsoft.com/office/officeart/2008/layout/CircleAccentTimeline"/>
    <dgm:cxn modelId="{3C1EBF90-3B86-4D7D-A6FA-F91C0BFF79CB}" type="presParOf" srcId="{8475025F-4DF2-4C05-9308-937170A45355}" destId="{EFB89CE6-F30E-4C1B-A6C2-4479FEED274B}" srcOrd="2" destOrd="0" presId="urn:microsoft.com/office/officeart/2008/layout/CircleAccentTimeline"/>
    <dgm:cxn modelId="{CE467EAB-60BF-48C4-9C72-1C553F41A5AD}" type="presParOf" srcId="{8475025F-4DF2-4C05-9308-937170A45355}" destId="{016B5FDA-C4F7-4873-85B6-FFCFC6FB9E11}" srcOrd="3" destOrd="0" presId="urn:microsoft.com/office/officeart/2008/layout/CircleAccentTimeline"/>
    <dgm:cxn modelId="{AA9374CE-B758-4840-B775-2D0867C5CCB4}" type="presParOf" srcId="{8475025F-4DF2-4C05-9308-937170A45355}" destId="{6C22B665-0B06-4D5F-B357-7FE662278F44}" srcOrd="4" destOrd="0" presId="urn:microsoft.com/office/officeart/2008/layout/CircleAccentTimeline"/>
    <dgm:cxn modelId="{D890EC99-83B4-429B-8F96-E8F8A71B7ECC}" type="presParOf" srcId="{6C22B665-0B06-4D5F-B357-7FE662278F44}" destId="{81BF7A1E-7815-43F6-910D-8E4B2D7E072C}" srcOrd="0" destOrd="0" presId="urn:microsoft.com/office/officeart/2008/layout/CircleAccentTimeline"/>
    <dgm:cxn modelId="{75116DFD-5642-436C-82F8-1BC316892942}" type="presParOf" srcId="{6C22B665-0B06-4D5F-B357-7FE662278F44}" destId="{728F553C-4538-42E9-BCD0-7FE6DEABD210}" srcOrd="1" destOrd="0" presId="urn:microsoft.com/office/officeart/2008/layout/CircleAccentTimeline"/>
    <dgm:cxn modelId="{C3BEE7BA-1256-4B6F-BEEE-5B89CDFDF314}" type="presParOf" srcId="{6C22B665-0B06-4D5F-B357-7FE662278F44}" destId="{2CC1F562-10DC-4CFC-A9F0-589D830CC24C}" srcOrd="2" destOrd="0" presId="urn:microsoft.com/office/officeart/2008/layout/CircleAccentTimeline"/>
    <dgm:cxn modelId="{35A72765-4480-4CE5-A92D-7B1922305243}" type="presParOf" srcId="{8475025F-4DF2-4C05-9308-937170A45355}" destId="{369A8FBD-157D-44DD-A14F-96574315D21A}" srcOrd="5" destOrd="0" presId="urn:microsoft.com/office/officeart/2008/layout/CircleAccentTimeline"/>
    <dgm:cxn modelId="{137B9E96-DBC6-40B8-8F9A-D15770275CF5}" type="presParOf" srcId="{8475025F-4DF2-4C05-9308-937170A45355}" destId="{7E857B32-DC9E-4D5A-AE5A-FC3FE7556447}" srcOrd="6" destOrd="0" presId="urn:microsoft.com/office/officeart/2008/layout/CircleAccentTimeline"/>
    <dgm:cxn modelId="{39193131-EA5A-4834-9FC9-FC5AB7F04390}" type="presParOf" srcId="{8475025F-4DF2-4C05-9308-937170A45355}" destId="{87B7D12E-2538-4413-A31A-652EC4BD015A}" srcOrd="7" destOrd="0" presId="urn:microsoft.com/office/officeart/2008/layout/CircleAccentTimeline"/>
    <dgm:cxn modelId="{50F0C3A2-3BDF-4C2F-B962-C23A3E33F6C0}" type="presParOf" srcId="{87B7D12E-2538-4413-A31A-652EC4BD015A}" destId="{18FB2EB4-875D-4353-8DD2-37870D1AC3B0}" srcOrd="0" destOrd="0" presId="urn:microsoft.com/office/officeart/2008/layout/CircleAccentTimeline"/>
    <dgm:cxn modelId="{DA9C9EEE-89F3-46B7-9ED5-646B0870DA04}" type="presParOf" srcId="{87B7D12E-2538-4413-A31A-652EC4BD015A}" destId="{FEC2EAA3-374F-44F6-A78F-9DAA15E417DE}" srcOrd="1" destOrd="0" presId="urn:microsoft.com/office/officeart/2008/layout/CircleAccentTimeline"/>
    <dgm:cxn modelId="{9C9AFE08-D177-4266-8DBD-5FF805A41A31}" type="presParOf" srcId="{87B7D12E-2538-4413-A31A-652EC4BD015A}" destId="{C28A1633-E2DA-4F04-9FD4-D4C3B92A1CC9}" srcOrd="2" destOrd="0" presId="urn:microsoft.com/office/officeart/2008/layout/CircleAccentTimeline"/>
    <dgm:cxn modelId="{297519E1-D25C-40FD-8717-380A5D391001}" type="presParOf" srcId="{8475025F-4DF2-4C05-9308-937170A45355}" destId="{660CCA8E-F53F-4872-8981-67BC49823DA9}" srcOrd="8" destOrd="0" presId="urn:microsoft.com/office/officeart/2008/layout/CircleAccentTimeline"/>
    <dgm:cxn modelId="{B92668F9-E522-497F-9D56-320966D5BB78}" type="presParOf" srcId="{8475025F-4DF2-4C05-9308-937170A45355}" destId="{10790D2F-8C89-415E-A7CF-2299867BD8FE}" srcOrd="9" destOrd="0" presId="urn:microsoft.com/office/officeart/2008/layout/CircleAccentTimeline"/>
    <dgm:cxn modelId="{40B498FA-8FA8-4608-B01C-7329A24D453A}" type="presParOf" srcId="{8475025F-4DF2-4C05-9308-937170A45355}" destId="{E7CD2248-A92D-4DC4-9456-BC0421BB3BD1}" srcOrd="10" destOrd="0" presId="urn:microsoft.com/office/officeart/2008/layout/CircleAccentTimeline"/>
    <dgm:cxn modelId="{732C0C22-CB9A-4788-B6BA-D722E4A3C19C}" type="presParOf" srcId="{E7CD2248-A92D-4DC4-9456-BC0421BB3BD1}" destId="{2F12BEBB-CA35-4FEE-A79D-AD665DC69DB7}" srcOrd="0" destOrd="0" presId="urn:microsoft.com/office/officeart/2008/layout/CircleAccentTimeline"/>
    <dgm:cxn modelId="{DB59FA09-EF93-429B-9A64-E10B2FF85AC3}" type="presParOf" srcId="{E7CD2248-A92D-4DC4-9456-BC0421BB3BD1}" destId="{5B083B93-E704-4A60-96ED-6D58A6DD7809}" srcOrd="1" destOrd="0" presId="urn:microsoft.com/office/officeart/2008/layout/CircleAccentTimeline"/>
    <dgm:cxn modelId="{12ED055C-1DE5-4FCD-A4C7-3913DD4E44B3}" type="presParOf" srcId="{E7CD2248-A92D-4DC4-9456-BC0421BB3BD1}" destId="{4496DA24-878C-4960-A0C4-AB4E99BDB7B8}" srcOrd="2" destOrd="0" presId="urn:microsoft.com/office/officeart/2008/layout/CircleAccentTimeline"/>
    <dgm:cxn modelId="{FB703720-3968-4D25-91B7-AFFFC16A5A5B}" type="presParOf" srcId="{8475025F-4DF2-4C05-9308-937170A45355}" destId="{FDAF8D86-1AFF-444C-BBD5-09FFE91D1AD4}" srcOrd="11" destOrd="0" presId="urn:microsoft.com/office/officeart/2008/layout/CircleAccentTimeline"/>
    <dgm:cxn modelId="{08A6487E-8813-49C7-AB68-C6C4C326F61A}" type="presParOf" srcId="{8475025F-4DF2-4C05-9308-937170A45355}" destId="{C8737A6D-674D-438E-9828-AE29B80D7C92}" srcOrd="12" destOrd="0" presId="urn:microsoft.com/office/officeart/2008/layout/CircleAccentTimeline"/>
    <dgm:cxn modelId="{35114DAA-7395-4108-9DB8-CEC924F845F7}" type="presParOf" srcId="{8475025F-4DF2-4C05-9308-937170A45355}" destId="{B6B82567-4E06-4332-B2CF-6B3ED6B50A6E}" srcOrd="13" destOrd="0" presId="urn:microsoft.com/office/officeart/2008/layout/CircleAccentTimeline"/>
    <dgm:cxn modelId="{13BF9257-EE90-4E38-9199-D529D82B28FD}" type="presParOf" srcId="{8475025F-4DF2-4C05-9308-937170A45355}" destId="{AADD34CB-46B8-4A22-979E-E4EF3C7A5245}" srcOrd="14" destOrd="0" presId="urn:microsoft.com/office/officeart/2008/layout/CircleAccentTimeline"/>
    <dgm:cxn modelId="{D9DEF6AB-8337-48AC-A95C-1F507EE6B4E9}" type="presParOf" srcId="{AADD34CB-46B8-4A22-979E-E4EF3C7A5245}" destId="{FFAA8105-C363-40FA-A470-1C93157BBAA2}" srcOrd="0" destOrd="0" presId="urn:microsoft.com/office/officeart/2008/layout/CircleAccentTimeline"/>
    <dgm:cxn modelId="{30F12D30-FF69-42C0-9A40-9679A9D10B23}" type="presParOf" srcId="{AADD34CB-46B8-4A22-979E-E4EF3C7A5245}" destId="{7496557F-00D7-42A4-9087-CD8F945409F9}" srcOrd="1" destOrd="0" presId="urn:microsoft.com/office/officeart/2008/layout/CircleAccentTimeline"/>
    <dgm:cxn modelId="{0F8F20C6-3886-464E-AC75-4AB58DF4C801}" type="presParOf" srcId="{AADD34CB-46B8-4A22-979E-E4EF3C7A5245}" destId="{CD2AD2A0-3F8B-4E0B-94C0-18F068C51473}" srcOrd="2" destOrd="0" presId="urn:microsoft.com/office/officeart/2008/layout/CircleAccentTimeline"/>
    <dgm:cxn modelId="{EFD84BA5-1363-4B84-98B4-4F84FF5D7987}" type="presParOf" srcId="{8475025F-4DF2-4C05-9308-937170A45355}" destId="{79D46482-A3B8-4B4C-8C1D-2B624DBDB0BD}" srcOrd="15" destOrd="0" presId="urn:microsoft.com/office/officeart/2008/layout/CircleAccentTimeline"/>
    <dgm:cxn modelId="{4A3386EE-3DDD-48C7-BFB1-302AAC67FAEA}" type="presParOf" srcId="{8475025F-4DF2-4C05-9308-937170A45355}" destId="{60C71430-7A31-47D2-AD04-37C2537FBCE8}" srcOrd="16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97AB5-37FA-49B7-819B-0A66DEBD6216}">
      <dsp:nvSpPr>
        <dsp:cNvPr id="0" name=""/>
        <dsp:cNvSpPr/>
      </dsp:nvSpPr>
      <dsp:spPr>
        <a:xfrm>
          <a:off x="30408" y="2024832"/>
          <a:ext cx="1679558" cy="1679558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D04262-04B5-4936-B8B1-329B978B22CA}">
      <dsp:nvSpPr>
        <dsp:cNvPr id="0" name=""/>
        <dsp:cNvSpPr/>
      </dsp:nvSpPr>
      <dsp:spPr>
        <a:xfrm rot="17700000">
          <a:off x="622208" y="655650"/>
          <a:ext cx="2087877" cy="100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0" rIns="0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One</a:t>
          </a:r>
        </a:p>
      </dsp:txBody>
      <dsp:txXfrm>
        <a:off x="622208" y="655650"/>
        <a:ext cx="2087877" cy="1006195"/>
      </dsp:txXfrm>
    </dsp:sp>
    <dsp:sp modelId="{81BF7A1E-7815-43F6-910D-8E4B2D7E072C}">
      <dsp:nvSpPr>
        <dsp:cNvPr id="0" name=""/>
        <dsp:cNvSpPr/>
      </dsp:nvSpPr>
      <dsp:spPr>
        <a:xfrm>
          <a:off x="1836476" y="2428713"/>
          <a:ext cx="871797" cy="8717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8F553C-4538-42E9-BCD0-7FE6DEABD210}">
      <dsp:nvSpPr>
        <dsp:cNvPr id="0" name=""/>
        <dsp:cNvSpPr/>
      </dsp:nvSpPr>
      <dsp:spPr>
        <a:xfrm rot="17700000">
          <a:off x="803952" y="3642117"/>
          <a:ext cx="1806112" cy="87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Two has a longer label</a:t>
          </a:r>
        </a:p>
      </dsp:txBody>
      <dsp:txXfrm>
        <a:off x="803952" y="3642117"/>
        <a:ext cx="1806112" cy="870839"/>
      </dsp:txXfrm>
    </dsp:sp>
    <dsp:sp modelId="{2CC1F562-10DC-4CFC-A9F0-589D830CC24C}">
      <dsp:nvSpPr>
        <dsp:cNvPr id="0" name=""/>
        <dsp:cNvSpPr/>
      </dsp:nvSpPr>
      <dsp:spPr>
        <a:xfrm rot="17700000">
          <a:off x="1934685" y="1216267"/>
          <a:ext cx="1806112" cy="87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FB2EB4-875D-4353-8DD2-37870D1AC3B0}">
      <dsp:nvSpPr>
        <dsp:cNvPr id="0" name=""/>
        <dsp:cNvSpPr/>
      </dsp:nvSpPr>
      <dsp:spPr>
        <a:xfrm>
          <a:off x="2834783" y="2024832"/>
          <a:ext cx="1679558" cy="1679558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2EAA3-374F-44F6-A78F-9DAA15E417DE}">
      <dsp:nvSpPr>
        <dsp:cNvPr id="0" name=""/>
        <dsp:cNvSpPr/>
      </dsp:nvSpPr>
      <dsp:spPr>
        <a:xfrm rot="17700000">
          <a:off x="3426584" y="655650"/>
          <a:ext cx="2087877" cy="100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0" rIns="0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Three</a:t>
          </a:r>
        </a:p>
      </dsp:txBody>
      <dsp:txXfrm>
        <a:off x="3426584" y="655650"/>
        <a:ext cx="2087877" cy="1006195"/>
      </dsp:txXfrm>
    </dsp:sp>
    <dsp:sp modelId="{2F12BEBB-CA35-4FEE-A79D-AD665DC69DB7}">
      <dsp:nvSpPr>
        <dsp:cNvPr id="0" name=""/>
        <dsp:cNvSpPr/>
      </dsp:nvSpPr>
      <dsp:spPr>
        <a:xfrm>
          <a:off x="4640986" y="2024832"/>
          <a:ext cx="1679558" cy="1679558"/>
        </a:xfrm>
        <a:prstGeom prst="donut">
          <a:avLst>
            <a:gd name="adj" fmla="val 2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83B93-E704-4A60-96ED-6D58A6DD7809}">
      <dsp:nvSpPr>
        <dsp:cNvPr id="0" name=""/>
        <dsp:cNvSpPr/>
      </dsp:nvSpPr>
      <dsp:spPr>
        <a:xfrm rot="17700000">
          <a:off x="5232786" y="655650"/>
          <a:ext cx="2087877" cy="1006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0" tIns="0" rIns="0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Node Four</a:t>
          </a:r>
        </a:p>
      </dsp:txBody>
      <dsp:txXfrm>
        <a:off x="5232786" y="655650"/>
        <a:ext cx="2087877" cy="1006195"/>
      </dsp:txXfrm>
    </dsp:sp>
    <dsp:sp modelId="{FFAA8105-C363-40FA-A470-1C93157BBAA2}">
      <dsp:nvSpPr>
        <dsp:cNvPr id="0" name=""/>
        <dsp:cNvSpPr/>
      </dsp:nvSpPr>
      <dsp:spPr>
        <a:xfrm>
          <a:off x="6447054" y="2428713"/>
          <a:ext cx="871797" cy="8717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96557F-00D7-42A4-9087-CD8F945409F9}">
      <dsp:nvSpPr>
        <dsp:cNvPr id="0" name=""/>
        <dsp:cNvSpPr/>
      </dsp:nvSpPr>
      <dsp:spPr>
        <a:xfrm rot="17700000">
          <a:off x="5414530" y="3642117"/>
          <a:ext cx="1806112" cy="87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Five</a:t>
          </a:r>
        </a:p>
      </dsp:txBody>
      <dsp:txXfrm>
        <a:off x="5414530" y="3642117"/>
        <a:ext cx="1806112" cy="870839"/>
      </dsp:txXfrm>
    </dsp:sp>
    <dsp:sp modelId="{CD2AD2A0-3F8B-4E0B-94C0-18F068C51473}">
      <dsp:nvSpPr>
        <dsp:cNvPr id="0" name=""/>
        <dsp:cNvSpPr/>
      </dsp:nvSpPr>
      <dsp:spPr>
        <a:xfrm rot="17700000">
          <a:off x="6545263" y="1216267"/>
          <a:ext cx="1806112" cy="8708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  <dgm:cat type="timeline" pri="104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93C5-43DA-5143-BDB7-C330970BA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196B0-F9BB-AF66-E2DE-337544F10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E6EC8-CE36-E965-78CE-9C6CB937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E98E1-B4C3-A894-2DDE-D1B1CCA61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412E7-EE8D-8A47-C06D-9BC6CD54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1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1D1C8-8C5A-9D22-6CF6-B91806B6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1026D-9615-732C-307E-3CF72F50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7C343-115B-0767-41A0-6764E2A0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0ABFD-5668-F22E-2CD6-124C22CA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1BE76-5A2B-3E21-6807-C3486C2F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8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9863-BE78-DB2E-3090-275711BF7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B9EF2-2BD7-8D14-5CB1-884AD51F5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BC93D-54FD-8B73-833E-A726BD1BF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9111-0C60-F3E4-BACB-661A56B8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D278D-BBCF-D340-6BDC-624496B6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09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B1951-8B94-82B8-058B-DD17A402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A5D89-59E1-7F65-35D5-B8679CA66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D13B8-5A21-E8F8-1FCD-DDDCFEF7B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872D3-E852-F946-2AE4-441D3CDF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3CFED-DCE8-EA4C-9E50-6FD1B04B8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3C79E-DF2F-3AF2-2B90-0EBF7597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44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4D2DC-A798-721B-022B-C83CA03E7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179D5-8A29-B6F1-B3CE-CA027E378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10869-C532-6FF3-D3B9-8C7612C5D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F338E7-9938-0908-D6BE-AF16D78B4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9C0370-043A-1CF9-5689-E1003768E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ED46E-B012-FEB6-3B23-002408404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D1250-9DE5-69AB-E60A-208091662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202BA-5F11-5917-7E7E-0D0ED6E2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19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0AB7-8B56-2B76-ACD7-7682B61A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B62CA-ED52-508A-10CF-72BAF70D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6735C-FA84-13B3-1C87-202D9068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F8E24-AE47-E60E-9072-DC6808855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15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F9E0B-BEAD-0182-4B46-FA2CF8F44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FB6C7D-C4EE-532D-AF18-E42A2BCA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147BF-9B95-09CA-D64B-50EC80D09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0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A9828-FC77-9286-56DE-DF7807F9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71862-4073-6E77-B296-6F43A6312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9F894-CD83-6F54-E271-FA31D4B26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FF2EF-7BE0-D1D9-A610-27ECD920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37E7E-8E3F-780C-73F9-0E9FD383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8BFF1-47F2-20A4-385F-0102A1703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19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AB66-DC6B-0D12-F0ED-C84855B12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C0A491-57D3-7A75-0E3C-F51F0E3760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870A0-AACB-A307-69D8-9B9872924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F764B-44FF-4132-B573-550C78C7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DC4C1-DC29-57BE-1267-CF99C063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6293D-C93F-0BA4-645F-A3A6E59A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2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CE12-DB82-E828-2C54-4CF9BE617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A3EB-FA0E-A76E-2702-2BD3156BB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8EEB3-5EEA-98F7-38D3-7C96B668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6D599-F373-C416-848F-24AFA974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35AC8-ED23-9FD1-9BA7-1CFBBE99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02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1C26E9-4842-07A2-EACF-6845F74AA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AD2C8-F4C0-5741-8CA8-DDBB009FE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937B9-D13D-B327-11B0-DA471CA9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6329F-6EE7-4BD4-9367-15E8DC6D6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3611-4CD6-7170-4F84-4A87795E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86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A88C7-E6CC-7FE3-8CC3-C54B766E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F5B25-1564-8C34-A109-8BD0C91E9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0C6A8-05A1-86D0-247F-B2296BE2F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28292-CE9D-4B99-9648-28B4AB9C2CA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C553-9207-CA48-F160-05A46498B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A752D-3E36-9B12-6FE7-2645A7F120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11F09-B3CB-4BD5-A3EC-20507EE23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9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E1CDD50-A9BE-FEF2-B86D-E9F55F0CFB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543773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945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2026-09-06T08:13:34Z</dcterms:created>
  <dcterms:modified xsi:type="dcterms:W3CDTF">2026-09-06T08:13:34Z</dcterms:modified>
</cp:coreProperties>
</file>