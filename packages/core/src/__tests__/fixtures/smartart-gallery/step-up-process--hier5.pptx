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F728DF-AD54-4978-B4D1-6F8FA4A704D4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A40D26-B651-4C92-A181-22403466DD63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3E158318-0CEF-4070-8175-87977E86FF9C}" type="parTrans" cxnId="{A64E2DF0-9C27-464C-9A3C-E299E767CB6C}">
      <dgm:prSet/>
      <dgm:spPr/>
    </dgm:pt>
    <dgm:pt modelId="{145C7075-664B-482A-A780-CD10D4F4FFE8}" type="sibTrans" cxnId="{A64E2DF0-9C27-464C-9A3C-E299E767CB6C}">
      <dgm:prSet/>
      <dgm:spPr/>
    </dgm:pt>
    <dgm:pt modelId="{E16A596A-9A8D-4A01-9023-EE9BC69C67AB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7936BDD9-2E40-4FB3-8356-B3061E0DAC23}" type="parTrans" cxnId="{47E86A01-868A-4D6C-993A-3C59291BBCFC}">
      <dgm:prSet/>
      <dgm:spPr/>
    </dgm:pt>
    <dgm:pt modelId="{AFDDA892-A0AA-4EEE-8398-B9DBBB7A18C4}" type="sibTrans" cxnId="{47E86A01-868A-4D6C-993A-3C59291BBCFC}">
      <dgm:prSet/>
      <dgm:spPr/>
    </dgm:pt>
    <dgm:pt modelId="{084BDBDD-B593-4C1B-824C-836DB8BD0F49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672B9B04-8EE5-483E-9D73-6415F349BA91}" type="parTrans" cxnId="{AF8A1815-A7C8-4DA8-ABF7-175FED6B6460}">
      <dgm:prSet/>
      <dgm:spPr/>
    </dgm:pt>
    <dgm:pt modelId="{297E081B-47EF-4024-84B3-A766925ABFE9}" type="sibTrans" cxnId="{AF8A1815-A7C8-4DA8-ABF7-175FED6B6460}">
      <dgm:prSet/>
      <dgm:spPr/>
    </dgm:pt>
    <dgm:pt modelId="{3A6A7C38-A750-40EE-A402-000C24D6BE3D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BBB19D96-28D6-4AA3-8AD0-519AFE4A9A15}" type="parTrans" cxnId="{0282DAED-1364-4E06-8349-C7CD62605C29}">
      <dgm:prSet/>
      <dgm:spPr/>
    </dgm:pt>
    <dgm:pt modelId="{D81719A5-3692-432E-A003-B6E523D6A9D6}" type="sibTrans" cxnId="{0282DAED-1364-4E06-8349-C7CD62605C29}">
      <dgm:prSet/>
      <dgm:spPr/>
    </dgm:pt>
    <dgm:pt modelId="{47483B17-F0DE-4D1B-A513-7BB3CD81A03F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7143E385-E729-484A-B78F-99B49896CD31}" type="parTrans" cxnId="{68E8D140-5A0C-4084-9093-AA6FF35DEF06}">
      <dgm:prSet/>
      <dgm:spPr/>
    </dgm:pt>
    <dgm:pt modelId="{7236E614-59CD-479B-94FD-00A9091646E8}" type="sibTrans" cxnId="{68E8D140-5A0C-4084-9093-AA6FF35DEF06}">
      <dgm:prSet/>
      <dgm:spPr/>
    </dgm:pt>
    <dgm:pt modelId="{0EA5B6E1-C4C0-4CDB-9841-BA734DDD8843}" type="pres">
      <dgm:prSet presAssocID="{40F728DF-AD54-4978-B4D1-6F8FA4A704D4}" presName="rootnode" presStyleCnt="0">
        <dgm:presLayoutVars>
          <dgm:chMax/>
          <dgm:chPref/>
          <dgm:dir/>
          <dgm:animLvl val="lvl"/>
        </dgm:presLayoutVars>
      </dgm:prSet>
      <dgm:spPr/>
    </dgm:pt>
    <dgm:pt modelId="{4978FD25-CA12-4A2C-BB30-AD488F17A1D4}" type="pres">
      <dgm:prSet presAssocID="{6FA40D26-B651-4C92-A181-22403466DD63}" presName="composite" presStyleCnt="0"/>
      <dgm:spPr/>
    </dgm:pt>
    <dgm:pt modelId="{4A7DB3D4-AC78-43D7-AEDF-B5C62AFC37E1}" type="pres">
      <dgm:prSet presAssocID="{6FA40D26-B651-4C92-A181-22403466DD63}" presName="LShape" presStyleLbl="alignNode1" presStyleIdx="0" presStyleCnt="5"/>
      <dgm:spPr/>
    </dgm:pt>
    <dgm:pt modelId="{E9E473DB-F47B-4B2F-8D9B-B748BFD9362C}" type="pres">
      <dgm:prSet presAssocID="{6FA40D26-B651-4C92-A181-22403466DD63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14AE7FCC-A56D-46BE-9476-DFC85DE52F51}" type="pres">
      <dgm:prSet presAssocID="{6FA40D26-B651-4C92-A181-22403466DD63}" presName="Triangle" presStyleLbl="alignNode1" presStyleIdx="1" presStyleCnt="5"/>
      <dgm:spPr/>
    </dgm:pt>
    <dgm:pt modelId="{F911DB16-4E0D-4C00-A248-B8959D081658}" type="pres">
      <dgm:prSet presAssocID="{145C7075-664B-482A-A780-CD10D4F4FFE8}" presName="sibTrans" presStyleCnt="0"/>
      <dgm:spPr/>
    </dgm:pt>
    <dgm:pt modelId="{B65E7C27-D08B-415B-B9D4-9BB4C9EFFAA0}" type="pres">
      <dgm:prSet presAssocID="{145C7075-664B-482A-A780-CD10D4F4FFE8}" presName="space" presStyleCnt="0"/>
      <dgm:spPr/>
    </dgm:pt>
    <dgm:pt modelId="{3330B141-A616-4C94-9F7F-00264DB392D1}" type="pres">
      <dgm:prSet presAssocID="{084BDBDD-B593-4C1B-824C-836DB8BD0F49}" presName="composite" presStyleCnt="0"/>
      <dgm:spPr/>
    </dgm:pt>
    <dgm:pt modelId="{DDB333D5-76A5-427F-9B57-AE3FB929FE21}" type="pres">
      <dgm:prSet presAssocID="{084BDBDD-B593-4C1B-824C-836DB8BD0F49}" presName="LShape" presStyleLbl="alignNode1" presStyleIdx="2" presStyleCnt="5"/>
      <dgm:spPr/>
    </dgm:pt>
    <dgm:pt modelId="{712B746E-163B-4CD4-8E41-E2D2993DDB99}" type="pres">
      <dgm:prSet presAssocID="{084BDBDD-B593-4C1B-824C-836DB8BD0F49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E9FC662-8B76-4B28-B55D-D56E73847A33}" type="pres">
      <dgm:prSet presAssocID="{084BDBDD-B593-4C1B-824C-836DB8BD0F49}" presName="Triangle" presStyleLbl="alignNode1" presStyleIdx="3" presStyleCnt="5"/>
      <dgm:spPr/>
    </dgm:pt>
    <dgm:pt modelId="{DE520962-BAB6-432B-9784-1E6155DDB4B5}" type="pres">
      <dgm:prSet presAssocID="{297E081B-47EF-4024-84B3-A766925ABFE9}" presName="sibTrans" presStyleCnt="0"/>
      <dgm:spPr/>
    </dgm:pt>
    <dgm:pt modelId="{A8A0397D-39AF-49DF-84A9-84B77397CE56}" type="pres">
      <dgm:prSet presAssocID="{297E081B-47EF-4024-84B3-A766925ABFE9}" presName="space" presStyleCnt="0"/>
      <dgm:spPr/>
    </dgm:pt>
    <dgm:pt modelId="{05758642-0900-43CC-B3F1-475F6DD0E6A7}" type="pres">
      <dgm:prSet presAssocID="{3A6A7C38-A750-40EE-A402-000C24D6BE3D}" presName="composite" presStyleCnt="0"/>
      <dgm:spPr/>
    </dgm:pt>
    <dgm:pt modelId="{3B57A2B7-9696-4B94-A36D-6945A049E85A}" type="pres">
      <dgm:prSet presAssocID="{3A6A7C38-A750-40EE-A402-000C24D6BE3D}" presName="LShape" presStyleLbl="alignNode1" presStyleIdx="4" presStyleCnt="5"/>
      <dgm:spPr/>
    </dgm:pt>
    <dgm:pt modelId="{5E58DF6D-AFA4-4DD3-B8D4-D2B948AA5067}" type="pres">
      <dgm:prSet presAssocID="{3A6A7C38-A750-40EE-A402-000C24D6BE3D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47E86A01-868A-4D6C-993A-3C59291BBCFC}" srcId="{6FA40D26-B651-4C92-A181-22403466DD63}" destId="{E16A596A-9A8D-4A01-9023-EE9BC69C67AB}" srcOrd="0" destOrd="0" parTransId="{7936BDD9-2E40-4FB3-8356-B3061E0DAC23}" sibTransId="{AFDDA892-A0AA-4EEE-8398-B9DBBB7A18C4}"/>
    <dgm:cxn modelId="{47949F0D-F07D-4EDC-9362-0B5259D16396}" type="presOf" srcId="{E16A596A-9A8D-4A01-9023-EE9BC69C67AB}" destId="{E9E473DB-F47B-4B2F-8D9B-B748BFD9362C}" srcOrd="0" destOrd="1" presId="urn:microsoft.com/office/officeart/2009/3/layout/StepUpProcess"/>
    <dgm:cxn modelId="{AF8A1815-A7C8-4DA8-ABF7-175FED6B6460}" srcId="{40F728DF-AD54-4978-B4D1-6F8FA4A704D4}" destId="{084BDBDD-B593-4C1B-824C-836DB8BD0F49}" srcOrd="1" destOrd="0" parTransId="{672B9B04-8EE5-483E-9D73-6415F349BA91}" sibTransId="{297E081B-47EF-4024-84B3-A766925ABFE9}"/>
    <dgm:cxn modelId="{F681111F-9D17-4A16-B38E-419A8B211C34}" type="presOf" srcId="{3A6A7C38-A750-40EE-A402-000C24D6BE3D}" destId="{5E58DF6D-AFA4-4DD3-B8D4-D2B948AA5067}" srcOrd="0" destOrd="0" presId="urn:microsoft.com/office/officeart/2009/3/layout/StepUpProcess"/>
    <dgm:cxn modelId="{68E8D140-5A0C-4084-9093-AA6FF35DEF06}" srcId="{3A6A7C38-A750-40EE-A402-000C24D6BE3D}" destId="{47483B17-F0DE-4D1B-A513-7BB3CD81A03F}" srcOrd="0" destOrd="0" parTransId="{7143E385-E729-484A-B78F-99B49896CD31}" sibTransId="{7236E614-59CD-479B-94FD-00A9091646E8}"/>
    <dgm:cxn modelId="{B976806E-5851-4951-8FCF-2E9D70415CEF}" type="presOf" srcId="{084BDBDD-B593-4C1B-824C-836DB8BD0F49}" destId="{712B746E-163B-4CD4-8E41-E2D2993DDB99}" srcOrd="0" destOrd="0" presId="urn:microsoft.com/office/officeart/2009/3/layout/StepUpProcess"/>
    <dgm:cxn modelId="{0E0C12D2-98A1-42AB-AFAD-DDD6A05BB46B}" type="presOf" srcId="{6FA40D26-B651-4C92-A181-22403466DD63}" destId="{E9E473DB-F47B-4B2F-8D9B-B748BFD9362C}" srcOrd="0" destOrd="0" presId="urn:microsoft.com/office/officeart/2009/3/layout/StepUpProcess"/>
    <dgm:cxn modelId="{0BD7FDDC-6084-46FE-AECE-1ABC2F5DCDE8}" type="presOf" srcId="{40F728DF-AD54-4978-B4D1-6F8FA4A704D4}" destId="{0EA5B6E1-C4C0-4CDB-9841-BA734DDD8843}" srcOrd="0" destOrd="0" presId="urn:microsoft.com/office/officeart/2009/3/layout/StepUpProcess"/>
    <dgm:cxn modelId="{0282DAED-1364-4E06-8349-C7CD62605C29}" srcId="{40F728DF-AD54-4978-B4D1-6F8FA4A704D4}" destId="{3A6A7C38-A750-40EE-A402-000C24D6BE3D}" srcOrd="2" destOrd="0" parTransId="{BBB19D96-28D6-4AA3-8AD0-519AFE4A9A15}" sibTransId="{D81719A5-3692-432E-A003-B6E523D6A9D6}"/>
    <dgm:cxn modelId="{A64E2DF0-9C27-464C-9A3C-E299E767CB6C}" srcId="{40F728DF-AD54-4978-B4D1-6F8FA4A704D4}" destId="{6FA40D26-B651-4C92-A181-22403466DD63}" srcOrd="0" destOrd="0" parTransId="{3E158318-0CEF-4070-8175-87977E86FF9C}" sibTransId="{145C7075-664B-482A-A780-CD10D4F4FFE8}"/>
    <dgm:cxn modelId="{D1835EF9-8C63-412C-BC50-3B9A40B5991F}" type="presOf" srcId="{47483B17-F0DE-4D1B-A513-7BB3CD81A03F}" destId="{5E58DF6D-AFA4-4DD3-B8D4-D2B948AA5067}" srcOrd="0" destOrd="1" presId="urn:microsoft.com/office/officeart/2009/3/layout/StepUpProcess"/>
    <dgm:cxn modelId="{4B243D45-8053-4400-A8F5-DE98503E5B10}" type="presParOf" srcId="{0EA5B6E1-C4C0-4CDB-9841-BA734DDD8843}" destId="{4978FD25-CA12-4A2C-BB30-AD488F17A1D4}" srcOrd="0" destOrd="0" presId="urn:microsoft.com/office/officeart/2009/3/layout/StepUpProcess"/>
    <dgm:cxn modelId="{52936EE2-4533-4FFA-A062-5A2A84753900}" type="presParOf" srcId="{4978FD25-CA12-4A2C-BB30-AD488F17A1D4}" destId="{4A7DB3D4-AC78-43D7-AEDF-B5C62AFC37E1}" srcOrd="0" destOrd="0" presId="urn:microsoft.com/office/officeart/2009/3/layout/StepUpProcess"/>
    <dgm:cxn modelId="{37499882-867F-46B3-AFF9-00E84CB3B254}" type="presParOf" srcId="{4978FD25-CA12-4A2C-BB30-AD488F17A1D4}" destId="{E9E473DB-F47B-4B2F-8D9B-B748BFD9362C}" srcOrd="1" destOrd="0" presId="urn:microsoft.com/office/officeart/2009/3/layout/StepUpProcess"/>
    <dgm:cxn modelId="{75722007-8C20-47B6-AC74-A68F6D4D9D19}" type="presParOf" srcId="{4978FD25-CA12-4A2C-BB30-AD488F17A1D4}" destId="{14AE7FCC-A56D-46BE-9476-DFC85DE52F51}" srcOrd="2" destOrd="0" presId="urn:microsoft.com/office/officeart/2009/3/layout/StepUpProcess"/>
    <dgm:cxn modelId="{C39772BD-85AD-405D-9982-5DE5BFA5E47D}" type="presParOf" srcId="{0EA5B6E1-C4C0-4CDB-9841-BA734DDD8843}" destId="{F911DB16-4E0D-4C00-A248-B8959D081658}" srcOrd="1" destOrd="0" presId="urn:microsoft.com/office/officeart/2009/3/layout/StepUpProcess"/>
    <dgm:cxn modelId="{4D019DEA-6059-4CC2-830C-B41F400F103E}" type="presParOf" srcId="{F911DB16-4E0D-4C00-A248-B8959D081658}" destId="{B65E7C27-D08B-415B-B9D4-9BB4C9EFFAA0}" srcOrd="0" destOrd="0" presId="urn:microsoft.com/office/officeart/2009/3/layout/StepUpProcess"/>
    <dgm:cxn modelId="{60FC4C63-9F24-4DDC-B8C1-180E83CAB2C7}" type="presParOf" srcId="{0EA5B6E1-C4C0-4CDB-9841-BA734DDD8843}" destId="{3330B141-A616-4C94-9F7F-00264DB392D1}" srcOrd="2" destOrd="0" presId="urn:microsoft.com/office/officeart/2009/3/layout/StepUpProcess"/>
    <dgm:cxn modelId="{16A21EDC-91AE-4F3B-9305-80A729C23939}" type="presParOf" srcId="{3330B141-A616-4C94-9F7F-00264DB392D1}" destId="{DDB333D5-76A5-427F-9B57-AE3FB929FE21}" srcOrd="0" destOrd="0" presId="urn:microsoft.com/office/officeart/2009/3/layout/StepUpProcess"/>
    <dgm:cxn modelId="{BD10D485-06C8-4A45-AEF7-D57D7FA20E2D}" type="presParOf" srcId="{3330B141-A616-4C94-9F7F-00264DB392D1}" destId="{712B746E-163B-4CD4-8E41-E2D2993DDB99}" srcOrd="1" destOrd="0" presId="urn:microsoft.com/office/officeart/2009/3/layout/StepUpProcess"/>
    <dgm:cxn modelId="{38ADBED3-94BB-4544-A213-3555985105BB}" type="presParOf" srcId="{3330B141-A616-4C94-9F7F-00264DB392D1}" destId="{CE9FC662-8B76-4B28-B55D-D56E73847A33}" srcOrd="2" destOrd="0" presId="urn:microsoft.com/office/officeart/2009/3/layout/StepUpProcess"/>
    <dgm:cxn modelId="{341906C9-B9F5-4189-AAE8-BCF1547FFD52}" type="presParOf" srcId="{0EA5B6E1-C4C0-4CDB-9841-BA734DDD8843}" destId="{DE520962-BAB6-432B-9784-1E6155DDB4B5}" srcOrd="3" destOrd="0" presId="urn:microsoft.com/office/officeart/2009/3/layout/StepUpProcess"/>
    <dgm:cxn modelId="{1B39951C-1D60-4467-9806-48DF2B32A1D1}" type="presParOf" srcId="{DE520962-BAB6-432B-9784-1E6155DDB4B5}" destId="{A8A0397D-39AF-49DF-84A9-84B77397CE56}" srcOrd="0" destOrd="0" presId="urn:microsoft.com/office/officeart/2009/3/layout/StepUpProcess"/>
    <dgm:cxn modelId="{06EC7FD6-1F71-4ECC-91B5-BA49C25897B8}" type="presParOf" srcId="{0EA5B6E1-C4C0-4CDB-9841-BA734DDD8843}" destId="{05758642-0900-43CC-B3F1-475F6DD0E6A7}" srcOrd="4" destOrd="0" presId="urn:microsoft.com/office/officeart/2009/3/layout/StepUpProcess"/>
    <dgm:cxn modelId="{D003F313-BF2A-420F-9834-A5131C5FB6B7}" type="presParOf" srcId="{05758642-0900-43CC-B3F1-475F6DD0E6A7}" destId="{3B57A2B7-9696-4B94-A36D-6945A049E85A}" srcOrd="0" destOrd="0" presId="urn:microsoft.com/office/officeart/2009/3/layout/StepUpProcess"/>
    <dgm:cxn modelId="{ED41FC41-DD2E-4DDB-88BE-94BEA35CC942}" type="presParOf" srcId="{05758642-0900-43CC-B3F1-475F6DD0E6A7}" destId="{5E58DF6D-AFA4-4DD3-B8D4-D2B948AA5067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DB3D4-AC78-43D7-AEDF-B5C62AFC37E1}">
      <dsp:nvSpPr>
        <dsp:cNvPr id="0" name=""/>
        <dsp:cNvSpPr/>
      </dsp:nvSpPr>
      <dsp:spPr>
        <a:xfrm rot="5400000">
          <a:off x="517604" y="1587045"/>
          <a:ext cx="1542220" cy="256622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E473DB-F47B-4B2F-8D9B-B748BFD9362C}">
      <dsp:nvSpPr>
        <dsp:cNvPr id="0" name=""/>
        <dsp:cNvSpPr/>
      </dsp:nvSpPr>
      <dsp:spPr>
        <a:xfrm>
          <a:off x="260169" y="2353792"/>
          <a:ext cx="2316798" cy="203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One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Node Two has a longer label</a:t>
          </a:r>
        </a:p>
      </dsp:txBody>
      <dsp:txXfrm>
        <a:off x="260169" y="2353792"/>
        <a:ext cx="2316798" cy="2030809"/>
      </dsp:txXfrm>
    </dsp:sp>
    <dsp:sp modelId="{14AE7FCC-A56D-46BE-9476-DFC85DE52F51}">
      <dsp:nvSpPr>
        <dsp:cNvPr id="0" name=""/>
        <dsp:cNvSpPr/>
      </dsp:nvSpPr>
      <dsp:spPr>
        <a:xfrm>
          <a:off x="2139836" y="1398117"/>
          <a:ext cx="437131" cy="437131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B333D5-76A5-427F-9B57-AE3FB929FE21}">
      <dsp:nvSpPr>
        <dsp:cNvPr id="0" name=""/>
        <dsp:cNvSpPr/>
      </dsp:nvSpPr>
      <dsp:spPr>
        <a:xfrm rot="5400000">
          <a:off x="3353818" y="885221"/>
          <a:ext cx="1542220" cy="256622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2B746E-163B-4CD4-8E41-E2D2993DDB99}">
      <dsp:nvSpPr>
        <dsp:cNvPr id="0" name=""/>
        <dsp:cNvSpPr/>
      </dsp:nvSpPr>
      <dsp:spPr>
        <a:xfrm>
          <a:off x="3096383" y="1651968"/>
          <a:ext cx="2316798" cy="203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Three</a:t>
          </a:r>
        </a:p>
      </dsp:txBody>
      <dsp:txXfrm>
        <a:off x="3096383" y="1651968"/>
        <a:ext cx="2316798" cy="2030809"/>
      </dsp:txXfrm>
    </dsp:sp>
    <dsp:sp modelId="{CE9FC662-8B76-4B28-B55D-D56E73847A33}">
      <dsp:nvSpPr>
        <dsp:cNvPr id="0" name=""/>
        <dsp:cNvSpPr/>
      </dsp:nvSpPr>
      <dsp:spPr>
        <a:xfrm>
          <a:off x="4976049" y="696293"/>
          <a:ext cx="437131" cy="437131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7A2B7-9696-4B94-A36D-6945A049E85A}">
      <dsp:nvSpPr>
        <dsp:cNvPr id="0" name=""/>
        <dsp:cNvSpPr/>
      </dsp:nvSpPr>
      <dsp:spPr>
        <a:xfrm rot="5400000">
          <a:off x="6190031" y="183398"/>
          <a:ext cx="1542220" cy="256622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8DF6D-AFA4-4DD3-B8D4-D2B948AA5067}">
      <dsp:nvSpPr>
        <dsp:cNvPr id="0" name=""/>
        <dsp:cNvSpPr/>
      </dsp:nvSpPr>
      <dsp:spPr>
        <a:xfrm>
          <a:off x="5932596" y="950145"/>
          <a:ext cx="2316798" cy="203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Four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Node Five</a:t>
          </a:r>
        </a:p>
      </dsp:txBody>
      <dsp:txXfrm>
        <a:off x="5932596" y="950145"/>
        <a:ext cx="2316798" cy="20308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FB55D-778F-C4AC-F814-DA1BC54BF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146611-0AD3-7094-458E-67E88D3C8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B1E25-6CB3-E01A-E2A7-3EF5F55A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B513-327F-4152-897E-0FA695E2F4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A7736-303D-1D90-89C2-12ED54C9C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1EA52-152A-7A5C-D358-A16DDEF01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31F8-2F43-423C-A4E6-91E9A454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04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378B2-6732-7FE1-8D00-F78E6A018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A9C4A-BEC7-1ADB-337B-1BE2F06D3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AAD45-A8FB-3EB9-42E2-51CFB82D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B513-327F-4152-897E-0FA695E2F4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94733-BA75-1078-EA9B-D4BE7E3BF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64184-03A8-6DB3-701F-09219BE71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31F8-2F43-423C-A4E6-91E9A454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903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D7632-72ED-160E-F0A1-454F2EDB3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6AF86-38D2-515C-0424-0DAA4C96C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AB15E-A559-105A-8EC4-8AA39D1FA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B513-327F-4152-897E-0FA695E2F4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4DF79-3379-F0B8-4D2B-7B903B107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4A2DE-0AB7-A269-3ADA-7D348EF3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31F8-2F43-423C-A4E6-91E9A454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45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EC7C-8860-C622-6A9C-07A0124B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E2A4A-DEC8-6B69-C3A8-51544D548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EA37D-499A-9B77-F0FA-128520906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04DD5-D1EB-C893-DB0D-3367B488F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B513-327F-4152-897E-0FA695E2F4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668F9-452C-3ACA-09B9-4C095D579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3E6E2-F8BC-7388-3171-65FFE21B5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31F8-2F43-423C-A4E6-91E9A454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36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10DF-2FD2-175B-35B0-B6AC2765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08ADC-3CA6-B8BF-584A-E20A9DA6B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46394-B44E-E0F2-B6FB-9C46948C9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535F11-C57B-533D-D56B-E29E6F2A94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A0885E-204B-F457-5E16-AC9D6CFB8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F295AA-C746-C95E-F8F2-7AC86F144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B513-327F-4152-897E-0FA695E2F4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5F448-B6D3-0DEA-C9ED-3B56E13F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F8BBD6-8444-252B-9359-9DBD417E9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31F8-2F43-423C-A4E6-91E9A454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18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81864-7FD7-5FD0-D7FA-991260073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4C56B-C49C-BD12-8311-CFEE9CFAD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B513-327F-4152-897E-0FA695E2F4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5091C-1DD6-CB37-14C8-BB13BD29C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7F34A-658B-1D01-7725-80791AF5D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31F8-2F43-423C-A4E6-91E9A454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0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80851-A856-A51F-CC37-D0CE0BE7A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B513-327F-4152-897E-0FA695E2F4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E98E6B-8602-2D95-C171-E959F3ED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7226A-C93E-D983-BDA7-E56FA56C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31F8-2F43-423C-A4E6-91E9A454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3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816A4-F3A1-1698-C671-245F431C4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8A056-9747-1412-1EE6-A98CCB5FB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B1B5B-C333-B64E-280F-79FD31F8C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7CCFC-7C1F-C0D5-8990-80D7E6832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B513-327F-4152-897E-0FA695E2F4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17F3D-3994-2766-3A3F-AFD5F1B06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AA9EF-5461-732A-FC7F-40B54B243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31F8-2F43-423C-A4E6-91E9A454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8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57A7F-6E25-6D46-2D1B-E711796A1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D01C2D-54AE-3CD1-82F5-F3AB1ACAAF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692A5-43B2-5BC6-0EA2-4FA10CB00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8C67F-7835-8190-CC16-2BD7E221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B513-327F-4152-897E-0FA695E2F4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EBBE1-0793-39D9-3585-6031B03D2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5B0F-32B9-4040-ED53-5CC82F830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31F8-2F43-423C-A4E6-91E9A454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14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11C59-8F85-9CA1-E32C-2AE195CB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3BAB6-9C0E-0E4E-B114-436AF0A6C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5ED73-C379-CE61-FB7E-2E71124E6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B513-327F-4152-897E-0FA695E2F4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5A72C-18AF-3EEC-F641-0CB64585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32C96-FC4A-7AF6-D8BB-938DF0EA7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31F8-2F43-423C-A4E6-91E9A454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58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28E2B4-02D8-2B95-88B2-553E1EFC3B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B27F8-8992-978E-99A0-1AC46BBA7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6DF29-6364-C160-8910-199E712B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B513-327F-4152-897E-0FA695E2F4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F290C-FB15-202A-AC38-45C51F61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6BB46-1879-6CE4-64F7-41B896D7F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B31F8-2F43-423C-A4E6-91E9A454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39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EAEB68-9CD5-29DD-8970-67A735CC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728A1-1482-197C-745A-1E1742A9A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43A6E-54F9-62CD-3689-45D07E654A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BB513-327F-4152-897E-0FA695E2F4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620C2-9204-93AE-5115-F415B729F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4CA50-18D9-3ACE-BE56-3D5740316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6B31F8-2F43-423C-A4E6-91E9A454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988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7687EED-394C-3F7E-5E38-60A102B369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622566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3468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2026-09-06T08:13:19Z</dcterms:created>
  <dcterms:modified xsi:type="dcterms:W3CDTF">2026-09-06T08:13:19Z</dcterms:modified>
</cp:coreProperties>
</file>