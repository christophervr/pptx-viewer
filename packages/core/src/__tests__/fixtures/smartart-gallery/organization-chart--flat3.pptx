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180FB6-7C88-497F-8AEC-A0953593D4B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6CFAC9-9FAC-4E3D-9225-7F63493EB656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EFCF743A-7DB2-4E94-92D1-E386991DE693}" type="parTrans" cxnId="{BD536333-D2F1-43D0-9BD8-495B861D1215}">
      <dgm:prSet/>
      <dgm:spPr/>
    </dgm:pt>
    <dgm:pt modelId="{3D4FA045-57C2-4E03-94D6-2432D6802052}" type="sibTrans" cxnId="{BD536333-D2F1-43D0-9BD8-495B861D1215}">
      <dgm:prSet/>
      <dgm:spPr/>
    </dgm:pt>
    <dgm:pt modelId="{96C30789-CCEA-46FD-A49D-3CAC0B6E5A19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013C053C-1CD6-432C-ABDB-6E0C516BB3FF}" type="parTrans" cxnId="{B51279F5-E315-488E-BECA-063A211A92D7}">
      <dgm:prSet/>
      <dgm:spPr/>
    </dgm:pt>
    <dgm:pt modelId="{140125F3-FB81-49F7-9A3C-8EEBCF980582}" type="sibTrans" cxnId="{B51279F5-E315-488E-BECA-063A211A92D7}">
      <dgm:prSet/>
      <dgm:spPr/>
    </dgm:pt>
    <dgm:pt modelId="{E568918B-82C0-4D90-90DE-DA1D41AF9187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DD397CD0-8074-4F70-867B-920DCCD15BCB}" type="parTrans" cxnId="{DA030D72-242F-4108-928C-98DB33A19646}">
      <dgm:prSet/>
      <dgm:spPr/>
    </dgm:pt>
    <dgm:pt modelId="{949A7798-5043-47DA-A473-30CE8564F044}" type="sibTrans" cxnId="{DA030D72-242F-4108-928C-98DB33A19646}">
      <dgm:prSet/>
      <dgm:spPr/>
    </dgm:pt>
    <dgm:pt modelId="{DF74DBA3-E950-4B94-A931-2D4D641B9D74}" type="pres">
      <dgm:prSet presAssocID="{D4180FB6-7C88-497F-8AEC-A0953593D4B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A1898B6-1C33-4364-8692-214FDE6CF5D2}" type="pres">
      <dgm:prSet presAssocID="{9D6CFAC9-9FAC-4E3D-9225-7F63493EB656}" presName="hierRoot1" presStyleCnt="0">
        <dgm:presLayoutVars>
          <dgm:hierBranch val="init"/>
        </dgm:presLayoutVars>
      </dgm:prSet>
      <dgm:spPr/>
    </dgm:pt>
    <dgm:pt modelId="{BF5DABB8-2598-4863-9BCB-54B7B1023971}" type="pres">
      <dgm:prSet presAssocID="{9D6CFAC9-9FAC-4E3D-9225-7F63493EB656}" presName="rootComposite1" presStyleCnt="0"/>
      <dgm:spPr/>
    </dgm:pt>
    <dgm:pt modelId="{785219E5-B3EB-48DB-9006-49FBEB4EE786}" type="pres">
      <dgm:prSet presAssocID="{9D6CFAC9-9FAC-4E3D-9225-7F63493EB656}" presName="rootText1" presStyleLbl="node0" presStyleIdx="0" presStyleCnt="1">
        <dgm:presLayoutVars>
          <dgm:chPref val="3"/>
        </dgm:presLayoutVars>
      </dgm:prSet>
      <dgm:spPr/>
    </dgm:pt>
    <dgm:pt modelId="{BFBAE9E2-B6FC-43DA-8FA6-08FCC2C9240C}" type="pres">
      <dgm:prSet presAssocID="{9D6CFAC9-9FAC-4E3D-9225-7F63493EB656}" presName="rootConnector1" presStyleLbl="node1" presStyleIdx="0" presStyleCnt="0"/>
      <dgm:spPr/>
    </dgm:pt>
    <dgm:pt modelId="{EB8BF195-EEE1-444E-928B-A554436A0650}" type="pres">
      <dgm:prSet presAssocID="{9D6CFAC9-9FAC-4E3D-9225-7F63493EB656}" presName="hierChild2" presStyleCnt="0"/>
      <dgm:spPr/>
    </dgm:pt>
    <dgm:pt modelId="{B9FEB035-1F09-47B0-A672-1387115E7ED8}" type="pres">
      <dgm:prSet presAssocID="{013C053C-1CD6-432C-ABDB-6E0C516BB3FF}" presName="Name37" presStyleLbl="parChTrans1D2" presStyleIdx="0" presStyleCnt="2"/>
      <dgm:spPr/>
    </dgm:pt>
    <dgm:pt modelId="{3E557F36-A366-4689-91E2-975D6F0D1BC1}" type="pres">
      <dgm:prSet presAssocID="{96C30789-CCEA-46FD-A49D-3CAC0B6E5A19}" presName="hierRoot2" presStyleCnt="0">
        <dgm:presLayoutVars>
          <dgm:hierBranch val="init"/>
        </dgm:presLayoutVars>
      </dgm:prSet>
      <dgm:spPr/>
    </dgm:pt>
    <dgm:pt modelId="{3305E94F-B882-454A-BB48-C84037CBC10B}" type="pres">
      <dgm:prSet presAssocID="{96C30789-CCEA-46FD-A49D-3CAC0B6E5A19}" presName="rootComposite" presStyleCnt="0"/>
      <dgm:spPr/>
    </dgm:pt>
    <dgm:pt modelId="{1A442442-C038-4D13-8964-EDC994142CAA}" type="pres">
      <dgm:prSet presAssocID="{96C30789-CCEA-46FD-A49D-3CAC0B6E5A19}" presName="rootText" presStyleLbl="node2" presStyleIdx="0" presStyleCnt="2">
        <dgm:presLayoutVars>
          <dgm:chPref val="3"/>
        </dgm:presLayoutVars>
      </dgm:prSet>
      <dgm:spPr/>
    </dgm:pt>
    <dgm:pt modelId="{63AA5CD7-2B97-4021-911C-DCF4F6EED98B}" type="pres">
      <dgm:prSet presAssocID="{96C30789-CCEA-46FD-A49D-3CAC0B6E5A19}" presName="rootConnector" presStyleLbl="node2" presStyleIdx="0" presStyleCnt="2"/>
      <dgm:spPr/>
    </dgm:pt>
    <dgm:pt modelId="{F53504BB-81E0-46A1-9406-BB182DA11A7E}" type="pres">
      <dgm:prSet presAssocID="{96C30789-CCEA-46FD-A49D-3CAC0B6E5A19}" presName="hierChild4" presStyleCnt="0"/>
      <dgm:spPr/>
    </dgm:pt>
    <dgm:pt modelId="{C1363057-B84C-43F1-BA51-97E4DC0C3606}" type="pres">
      <dgm:prSet presAssocID="{96C30789-CCEA-46FD-A49D-3CAC0B6E5A19}" presName="hierChild5" presStyleCnt="0"/>
      <dgm:spPr/>
    </dgm:pt>
    <dgm:pt modelId="{BE8E1FC9-20B3-4498-A284-C04C5819BFFE}" type="pres">
      <dgm:prSet presAssocID="{DD397CD0-8074-4F70-867B-920DCCD15BCB}" presName="Name37" presStyleLbl="parChTrans1D2" presStyleIdx="1" presStyleCnt="2"/>
      <dgm:spPr/>
    </dgm:pt>
    <dgm:pt modelId="{302CEAE2-ED22-4F96-946F-F049C29E134C}" type="pres">
      <dgm:prSet presAssocID="{E568918B-82C0-4D90-90DE-DA1D41AF9187}" presName="hierRoot2" presStyleCnt="0">
        <dgm:presLayoutVars>
          <dgm:hierBranch val="init"/>
        </dgm:presLayoutVars>
      </dgm:prSet>
      <dgm:spPr/>
    </dgm:pt>
    <dgm:pt modelId="{FB1C9C91-E1BB-4EBA-80F7-4404EF29DD07}" type="pres">
      <dgm:prSet presAssocID="{E568918B-82C0-4D90-90DE-DA1D41AF9187}" presName="rootComposite" presStyleCnt="0"/>
      <dgm:spPr/>
    </dgm:pt>
    <dgm:pt modelId="{13244F59-0B45-41A8-B0CE-087476BC48AE}" type="pres">
      <dgm:prSet presAssocID="{E568918B-82C0-4D90-90DE-DA1D41AF9187}" presName="rootText" presStyleLbl="node2" presStyleIdx="1" presStyleCnt="2">
        <dgm:presLayoutVars>
          <dgm:chPref val="3"/>
        </dgm:presLayoutVars>
      </dgm:prSet>
      <dgm:spPr/>
    </dgm:pt>
    <dgm:pt modelId="{1B7560B3-8094-4766-8B0F-CB734E31FC94}" type="pres">
      <dgm:prSet presAssocID="{E568918B-82C0-4D90-90DE-DA1D41AF9187}" presName="rootConnector" presStyleLbl="node2" presStyleIdx="1" presStyleCnt="2"/>
      <dgm:spPr/>
    </dgm:pt>
    <dgm:pt modelId="{8FC78FB1-3C3A-4DC3-B994-59C2553772EB}" type="pres">
      <dgm:prSet presAssocID="{E568918B-82C0-4D90-90DE-DA1D41AF9187}" presName="hierChild4" presStyleCnt="0"/>
      <dgm:spPr/>
    </dgm:pt>
    <dgm:pt modelId="{004C2EDF-5959-44A6-B3BD-E755A230B712}" type="pres">
      <dgm:prSet presAssocID="{E568918B-82C0-4D90-90DE-DA1D41AF9187}" presName="hierChild5" presStyleCnt="0"/>
      <dgm:spPr/>
    </dgm:pt>
    <dgm:pt modelId="{031F6896-7F50-4D0C-9CB0-1861284D54B8}" type="pres">
      <dgm:prSet presAssocID="{9D6CFAC9-9FAC-4E3D-9225-7F63493EB656}" presName="hierChild3" presStyleCnt="0"/>
      <dgm:spPr/>
    </dgm:pt>
  </dgm:ptLst>
  <dgm:cxnLst>
    <dgm:cxn modelId="{09B4D91F-3C9C-4499-8B5D-4251C944613B}" type="presOf" srcId="{96C30789-CCEA-46FD-A49D-3CAC0B6E5A19}" destId="{1A442442-C038-4D13-8964-EDC994142CAA}" srcOrd="0" destOrd="0" presId="urn:microsoft.com/office/officeart/2005/8/layout/orgChart1"/>
    <dgm:cxn modelId="{BD536333-D2F1-43D0-9BD8-495B861D1215}" srcId="{D4180FB6-7C88-497F-8AEC-A0953593D4BD}" destId="{9D6CFAC9-9FAC-4E3D-9225-7F63493EB656}" srcOrd="0" destOrd="0" parTransId="{EFCF743A-7DB2-4E94-92D1-E386991DE693}" sibTransId="{3D4FA045-57C2-4E03-94D6-2432D6802052}"/>
    <dgm:cxn modelId="{FCE95336-5684-4E16-ADD5-8EA530E5C5AB}" type="presOf" srcId="{9D6CFAC9-9FAC-4E3D-9225-7F63493EB656}" destId="{785219E5-B3EB-48DB-9006-49FBEB4EE786}" srcOrd="0" destOrd="0" presId="urn:microsoft.com/office/officeart/2005/8/layout/orgChart1"/>
    <dgm:cxn modelId="{DA030D72-242F-4108-928C-98DB33A19646}" srcId="{9D6CFAC9-9FAC-4E3D-9225-7F63493EB656}" destId="{E568918B-82C0-4D90-90DE-DA1D41AF9187}" srcOrd="1" destOrd="0" parTransId="{DD397CD0-8074-4F70-867B-920DCCD15BCB}" sibTransId="{949A7798-5043-47DA-A473-30CE8564F044}"/>
    <dgm:cxn modelId="{0C4A2F52-C698-4A3C-8024-34090BC06017}" type="presOf" srcId="{DD397CD0-8074-4F70-867B-920DCCD15BCB}" destId="{BE8E1FC9-20B3-4498-A284-C04C5819BFFE}" srcOrd="0" destOrd="0" presId="urn:microsoft.com/office/officeart/2005/8/layout/orgChart1"/>
    <dgm:cxn modelId="{DFE02791-4DDB-46AE-9BF9-BFC75473A7FD}" type="presOf" srcId="{E568918B-82C0-4D90-90DE-DA1D41AF9187}" destId="{13244F59-0B45-41A8-B0CE-087476BC48AE}" srcOrd="0" destOrd="0" presId="urn:microsoft.com/office/officeart/2005/8/layout/orgChart1"/>
    <dgm:cxn modelId="{9AEFE49D-357A-40D9-B319-143931D07FFE}" type="presOf" srcId="{9D6CFAC9-9FAC-4E3D-9225-7F63493EB656}" destId="{BFBAE9E2-B6FC-43DA-8FA6-08FCC2C9240C}" srcOrd="1" destOrd="0" presId="urn:microsoft.com/office/officeart/2005/8/layout/orgChart1"/>
    <dgm:cxn modelId="{792777D0-5B71-4574-80E5-68C3A0ECACC6}" type="presOf" srcId="{D4180FB6-7C88-497F-8AEC-A0953593D4BD}" destId="{DF74DBA3-E950-4B94-A931-2D4D641B9D74}" srcOrd="0" destOrd="0" presId="urn:microsoft.com/office/officeart/2005/8/layout/orgChart1"/>
    <dgm:cxn modelId="{B51279F5-E315-488E-BECA-063A211A92D7}" srcId="{9D6CFAC9-9FAC-4E3D-9225-7F63493EB656}" destId="{96C30789-CCEA-46FD-A49D-3CAC0B6E5A19}" srcOrd="0" destOrd="0" parTransId="{013C053C-1CD6-432C-ABDB-6E0C516BB3FF}" sibTransId="{140125F3-FB81-49F7-9A3C-8EEBCF980582}"/>
    <dgm:cxn modelId="{554873FA-B674-4478-8EB5-FC6DE0021D55}" type="presOf" srcId="{E568918B-82C0-4D90-90DE-DA1D41AF9187}" destId="{1B7560B3-8094-4766-8B0F-CB734E31FC94}" srcOrd="1" destOrd="0" presId="urn:microsoft.com/office/officeart/2005/8/layout/orgChart1"/>
    <dgm:cxn modelId="{80AEA1FB-B409-4205-AB28-9CE8C8BC4109}" type="presOf" srcId="{013C053C-1CD6-432C-ABDB-6E0C516BB3FF}" destId="{B9FEB035-1F09-47B0-A672-1387115E7ED8}" srcOrd="0" destOrd="0" presId="urn:microsoft.com/office/officeart/2005/8/layout/orgChart1"/>
    <dgm:cxn modelId="{58FC4BFE-733C-4375-A768-A9F09F25A030}" type="presOf" srcId="{96C30789-CCEA-46FD-A49D-3CAC0B6E5A19}" destId="{63AA5CD7-2B97-4021-911C-DCF4F6EED98B}" srcOrd="1" destOrd="0" presId="urn:microsoft.com/office/officeart/2005/8/layout/orgChart1"/>
    <dgm:cxn modelId="{E385B3B3-E791-4DE9-B7F6-17A6F7841AA3}" type="presParOf" srcId="{DF74DBA3-E950-4B94-A931-2D4D641B9D74}" destId="{3A1898B6-1C33-4364-8692-214FDE6CF5D2}" srcOrd="0" destOrd="0" presId="urn:microsoft.com/office/officeart/2005/8/layout/orgChart1"/>
    <dgm:cxn modelId="{BCB5CE89-6497-48C1-827C-AB0608719F8B}" type="presParOf" srcId="{3A1898B6-1C33-4364-8692-214FDE6CF5D2}" destId="{BF5DABB8-2598-4863-9BCB-54B7B1023971}" srcOrd="0" destOrd="0" presId="urn:microsoft.com/office/officeart/2005/8/layout/orgChart1"/>
    <dgm:cxn modelId="{D09EBA2D-254F-4E6C-AEDC-E2CFBFBE4E7C}" type="presParOf" srcId="{BF5DABB8-2598-4863-9BCB-54B7B1023971}" destId="{785219E5-B3EB-48DB-9006-49FBEB4EE786}" srcOrd="0" destOrd="0" presId="urn:microsoft.com/office/officeart/2005/8/layout/orgChart1"/>
    <dgm:cxn modelId="{43D1FB1F-4896-4CFE-89CC-C212F045CC90}" type="presParOf" srcId="{BF5DABB8-2598-4863-9BCB-54B7B1023971}" destId="{BFBAE9E2-B6FC-43DA-8FA6-08FCC2C9240C}" srcOrd="1" destOrd="0" presId="urn:microsoft.com/office/officeart/2005/8/layout/orgChart1"/>
    <dgm:cxn modelId="{613F493A-E57F-45DC-BD08-41C51B93AA3C}" type="presParOf" srcId="{3A1898B6-1C33-4364-8692-214FDE6CF5D2}" destId="{EB8BF195-EEE1-444E-928B-A554436A0650}" srcOrd="1" destOrd="0" presId="urn:microsoft.com/office/officeart/2005/8/layout/orgChart1"/>
    <dgm:cxn modelId="{A310BE67-17BC-483E-ABE2-A9FD4076889C}" type="presParOf" srcId="{EB8BF195-EEE1-444E-928B-A554436A0650}" destId="{B9FEB035-1F09-47B0-A672-1387115E7ED8}" srcOrd="0" destOrd="0" presId="urn:microsoft.com/office/officeart/2005/8/layout/orgChart1"/>
    <dgm:cxn modelId="{A89F96A5-E912-46D0-8EA6-9065E866E423}" type="presParOf" srcId="{EB8BF195-EEE1-444E-928B-A554436A0650}" destId="{3E557F36-A366-4689-91E2-975D6F0D1BC1}" srcOrd="1" destOrd="0" presId="urn:microsoft.com/office/officeart/2005/8/layout/orgChart1"/>
    <dgm:cxn modelId="{54835C7B-1821-4A31-8D43-5860E233080D}" type="presParOf" srcId="{3E557F36-A366-4689-91E2-975D6F0D1BC1}" destId="{3305E94F-B882-454A-BB48-C84037CBC10B}" srcOrd="0" destOrd="0" presId="urn:microsoft.com/office/officeart/2005/8/layout/orgChart1"/>
    <dgm:cxn modelId="{47930A42-4E66-4D0F-9410-F96F0008B25F}" type="presParOf" srcId="{3305E94F-B882-454A-BB48-C84037CBC10B}" destId="{1A442442-C038-4D13-8964-EDC994142CAA}" srcOrd="0" destOrd="0" presId="urn:microsoft.com/office/officeart/2005/8/layout/orgChart1"/>
    <dgm:cxn modelId="{F43E7238-EFDE-4E85-A90B-EA250AF80B55}" type="presParOf" srcId="{3305E94F-B882-454A-BB48-C84037CBC10B}" destId="{63AA5CD7-2B97-4021-911C-DCF4F6EED98B}" srcOrd="1" destOrd="0" presId="urn:microsoft.com/office/officeart/2005/8/layout/orgChart1"/>
    <dgm:cxn modelId="{95BA49F6-A3C8-448D-AD46-E09E6DDE5F86}" type="presParOf" srcId="{3E557F36-A366-4689-91E2-975D6F0D1BC1}" destId="{F53504BB-81E0-46A1-9406-BB182DA11A7E}" srcOrd="1" destOrd="0" presId="urn:microsoft.com/office/officeart/2005/8/layout/orgChart1"/>
    <dgm:cxn modelId="{D31B1A4B-D903-4668-8647-6D83380173C9}" type="presParOf" srcId="{3E557F36-A366-4689-91E2-975D6F0D1BC1}" destId="{C1363057-B84C-43F1-BA51-97E4DC0C3606}" srcOrd="2" destOrd="0" presId="urn:microsoft.com/office/officeart/2005/8/layout/orgChart1"/>
    <dgm:cxn modelId="{37B63E01-A9FB-4606-9290-7F0578D5734C}" type="presParOf" srcId="{EB8BF195-EEE1-444E-928B-A554436A0650}" destId="{BE8E1FC9-20B3-4498-A284-C04C5819BFFE}" srcOrd="2" destOrd="0" presId="urn:microsoft.com/office/officeart/2005/8/layout/orgChart1"/>
    <dgm:cxn modelId="{3E321B51-1DA6-4DAA-A373-2D20D838CB1E}" type="presParOf" srcId="{EB8BF195-EEE1-444E-928B-A554436A0650}" destId="{302CEAE2-ED22-4F96-946F-F049C29E134C}" srcOrd="3" destOrd="0" presId="urn:microsoft.com/office/officeart/2005/8/layout/orgChart1"/>
    <dgm:cxn modelId="{62906FDA-A407-4AC6-8138-C251F039FA44}" type="presParOf" srcId="{302CEAE2-ED22-4F96-946F-F049C29E134C}" destId="{FB1C9C91-E1BB-4EBA-80F7-4404EF29DD07}" srcOrd="0" destOrd="0" presId="urn:microsoft.com/office/officeart/2005/8/layout/orgChart1"/>
    <dgm:cxn modelId="{B24E0C17-93D3-4B00-BB7E-F7C38E199952}" type="presParOf" srcId="{FB1C9C91-E1BB-4EBA-80F7-4404EF29DD07}" destId="{13244F59-0B45-41A8-B0CE-087476BC48AE}" srcOrd="0" destOrd="0" presId="urn:microsoft.com/office/officeart/2005/8/layout/orgChart1"/>
    <dgm:cxn modelId="{48D9DB62-7F1A-4284-A139-E7C0FB267EA8}" type="presParOf" srcId="{FB1C9C91-E1BB-4EBA-80F7-4404EF29DD07}" destId="{1B7560B3-8094-4766-8B0F-CB734E31FC94}" srcOrd="1" destOrd="0" presId="urn:microsoft.com/office/officeart/2005/8/layout/orgChart1"/>
    <dgm:cxn modelId="{4E17758E-5714-4529-9861-E8955436ED26}" type="presParOf" srcId="{302CEAE2-ED22-4F96-946F-F049C29E134C}" destId="{8FC78FB1-3C3A-4DC3-B994-59C2553772EB}" srcOrd="1" destOrd="0" presId="urn:microsoft.com/office/officeart/2005/8/layout/orgChart1"/>
    <dgm:cxn modelId="{D7BA8033-4E54-4471-811E-3665EAF6A6C6}" type="presParOf" srcId="{302CEAE2-ED22-4F96-946F-F049C29E134C}" destId="{004C2EDF-5959-44A6-B3BD-E755A230B712}" srcOrd="2" destOrd="0" presId="urn:microsoft.com/office/officeart/2005/8/layout/orgChart1"/>
    <dgm:cxn modelId="{AAA6AA8B-2E02-4699-9B48-CD5BDB4F70D0}" type="presParOf" srcId="{3A1898B6-1C33-4364-8692-214FDE6CF5D2}" destId="{031F6896-7F50-4D0C-9CB0-1861284D54B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8E1FC9-20B3-4498-A284-C04C5819BFFE}">
      <dsp:nvSpPr>
        <dsp:cNvPr id="0" name=""/>
        <dsp:cNvSpPr/>
      </dsp:nvSpPr>
      <dsp:spPr>
        <a:xfrm>
          <a:off x="4127500" y="2147983"/>
          <a:ext cx="2258763" cy="7840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2016"/>
              </a:lnTo>
              <a:lnTo>
                <a:pt x="2258763" y="392016"/>
              </a:lnTo>
              <a:lnTo>
                <a:pt x="2258763" y="78403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FEB035-1F09-47B0-A672-1387115E7ED8}">
      <dsp:nvSpPr>
        <dsp:cNvPr id="0" name=""/>
        <dsp:cNvSpPr/>
      </dsp:nvSpPr>
      <dsp:spPr>
        <a:xfrm>
          <a:off x="1868736" y="2147983"/>
          <a:ext cx="2258763" cy="784033"/>
        </a:xfrm>
        <a:custGeom>
          <a:avLst/>
          <a:gdLst/>
          <a:ahLst/>
          <a:cxnLst/>
          <a:rect l="0" t="0" r="0" b="0"/>
          <a:pathLst>
            <a:path>
              <a:moveTo>
                <a:pt x="2258763" y="0"/>
              </a:moveTo>
              <a:lnTo>
                <a:pt x="2258763" y="392016"/>
              </a:lnTo>
              <a:lnTo>
                <a:pt x="0" y="392016"/>
              </a:lnTo>
              <a:lnTo>
                <a:pt x="0" y="78403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5219E5-B3EB-48DB-9006-49FBEB4EE786}">
      <dsp:nvSpPr>
        <dsp:cNvPr id="0" name=""/>
        <dsp:cNvSpPr/>
      </dsp:nvSpPr>
      <dsp:spPr>
        <a:xfrm>
          <a:off x="2260753" y="281236"/>
          <a:ext cx="3733493" cy="18667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Alpha</a:t>
          </a:r>
        </a:p>
      </dsp:txBody>
      <dsp:txXfrm>
        <a:off x="2260753" y="281236"/>
        <a:ext cx="3733493" cy="1866746"/>
      </dsp:txXfrm>
    </dsp:sp>
    <dsp:sp modelId="{1A442442-C038-4D13-8964-EDC994142CAA}">
      <dsp:nvSpPr>
        <dsp:cNvPr id="0" name=""/>
        <dsp:cNvSpPr/>
      </dsp:nvSpPr>
      <dsp:spPr>
        <a:xfrm>
          <a:off x="1990" y="2932016"/>
          <a:ext cx="3733493" cy="18667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Beta has a noticeably longer label than the others</a:t>
          </a:r>
        </a:p>
      </dsp:txBody>
      <dsp:txXfrm>
        <a:off x="1990" y="2932016"/>
        <a:ext cx="3733493" cy="1866746"/>
      </dsp:txXfrm>
    </dsp:sp>
    <dsp:sp modelId="{13244F59-0B45-41A8-B0CE-087476BC48AE}">
      <dsp:nvSpPr>
        <dsp:cNvPr id="0" name=""/>
        <dsp:cNvSpPr/>
      </dsp:nvSpPr>
      <dsp:spPr>
        <a:xfrm>
          <a:off x="4519516" y="2932016"/>
          <a:ext cx="3733493" cy="18667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Gamma</a:t>
          </a:r>
        </a:p>
      </dsp:txBody>
      <dsp:txXfrm>
        <a:off x="4519516" y="2932016"/>
        <a:ext cx="3733493" cy="18667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3A895-761C-BC8B-4CD5-3E1CD9553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864E98-0B78-473C-DC1A-929C8044E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CD4FB-5074-3303-9233-C12D1C67E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4EBFD-495C-4362-8D13-9238160CFBC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AEC4C-6002-E42C-4F8C-6BCFD7FB5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84E5B-C088-314D-0BC7-9F05BDFB3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6C0FA-7289-45A4-9874-702FFF6A4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43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5A35D-9EA4-28E0-577D-4F0B185FB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5A12E-B8F3-E461-5BCE-6A060E6CC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AAF2B-F76B-CBF2-B326-337843778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4EBFD-495C-4362-8D13-9238160CFBC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4BCFB-FE16-F1F9-5576-C6B33210B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EA858-085C-59B9-C207-7992050CA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6C0FA-7289-45A4-9874-702FFF6A4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56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E6D32-DE81-4682-B998-1191458A3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0D0C2-1FAC-50F6-8389-9912210C3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822FA-D6C0-3F90-8E21-A76197957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4EBFD-495C-4362-8D13-9238160CFBC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2FB6D-074D-CE12-AB4B-727A7BD0C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AB4B8-EF15-6018-D8AD-B1A7C793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6C0FA-7289-45A4-9874-702FFF6A4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929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B248D-F83F-B450-3032-9F07E2F8A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12A6C-0D8A-AC33-8BB2-51699583DF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90861-7670-87B5-BADA-ED9776FE9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B4BBC-11F7-9C6F-34B5-D9BA3C755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4EBFD-495C-4362-8D13-9238160CFBC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29F3CA-79A2-BB80-48B0-F8DBD564D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AC41CB-870D-AB79-A987-FEA775969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6C0FA-7289-45A4-9874-702FFF6A4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361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ECE20-26CC-F053-07DD-E4451ADFC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F6D01-7042-46AA-E57B-4F75948EA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3E06A-B0B6-EEC0-55EA-B338E41A1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B0B7F5-4821-5CA3-BF4C-AD35FEB3D0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03B0E3-27DF-79B8-756C-C5CA53A1CD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F5E13B-8E19-C0D7-5650-F75AF90EB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4EBFD-495C-4362-8D13-9238160CFBC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49114-CA7E-91A2-E146-3829DFE56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C33738-E72B-356F-E87C-C984CB98E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6C0FA-7289-45A4-9874-702FFF6A4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267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2B6D3-9230-B442-693B-C6DB46A53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ACDF31-A335-EAE5-C872-44C5219FF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4EBFD-495C-4362-8D13-9238160CFBC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F4AFFD-F9ED-C889-0DA8-101A698F8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C612B9-DD83-F107-5A4D-501511D72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6C0FA-7289-45A4-9874-702FFF6A4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58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6A1BED-BAE7-249B-0E45-1E5D1DFD8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4EBFD-495C-4362-8D13-9238160CFBC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D58D94-5270-02CD-415C-71D7EA801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D4DE1-95B1-3E26-A1AA-FBDA5490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6C0FA-7289-45A4-9874-702FFF6A4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871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CA591-AB77-7F5F-4BC5-21C3A10C3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81FD8-C170-6C3D-0013-4EAC8E5DE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08A31-D299-0ECF-7CFD-E4505BAC7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3694E-0D75-180F-B2C6-6D9E0D638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4EBFD-495C-4362-8D13-9238160CFBC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4A1031-04C2-0624-A67B-E029FFA0A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834E3-929A-2AFF-1B39-6240B102A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6C0FA-7289-45A4-9874-702FFF6A4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585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A2891-11EC-1FCB-3EA5-DE6915D92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6D3C95-2A8A-4DD7-9E0C-24285BAEA1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2B1C08-FCEC-F389-DDEC-C9722CA51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D2A04-3DE1-F508-46BC-B2C148696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4EBFD-495C-4362-8D13-9238160CFBC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4A40B-C7C5-BAE0-433E-DC80DA3CB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EFDCD-DBB5-3817-2BA4-2BEA2966A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6C0FA-7289-45A4-9874-702FFF6A4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93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AF712-B267-95D1-A2A9-406BEC0EB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5C3027-F284-ED2F-97B6-3B39418FE2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D4B0E-3491-C6A5-9507-B28D70C1A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4EBFD-495C-4362-8D13-9238160CFBC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16832-D4AE-3B0D-79A6-46FD559F3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833A0-563B-52F6-7EBA-6795A275B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6C0FA-7289-45A4-9874-702FFF6A4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25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2FB364-A015-F845-CB31-57E1B809B5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0E1222-732B-4D1B-1CAE-AC3902B4A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C01BC-47F7-257C-E221-AAAE2FF8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4EBFD-495C-4362-8D13-9238160CFBC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2BA31-6A63-45BE-AA5B-F4DC33644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4EF7B-A3C3-61F2-9257-2333D8D9A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6C0FA-7289-45A4-9874-702FFF6A4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52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B4D78C-1883-5B57-1C9D-9CEDB9FAD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E65EF-677D-DCF8-C410-B0AFB2FDA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256B3-E6FD-6DD6-293A-D87942CFD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44EBFD-495C-4362-8D13-9238160CFBC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51C41-A2EE-FFFC-65BA-0431370EF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21869-85CD-8D6D-4B67-737304C3BA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46C0FA-7289-45A4-9874-702FFF6A4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72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6650FA5-6E78-911E-2D8C-379E5AC1E1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7209186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1989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2026-09-06T08:14:22Z</dcterms:created>
  <dcterms:modified xsi:type="dcterms:W3CDTF">2026-09-06T08:14:23Z</dcterms:modified>
</cp:coreProperties>
</file>