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0D8CAA-B966-46AB-A477-7EFEF4620CDC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B1F06E-C1B6-438B-8C34-678662A21E23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E9956B46-B5B6-44BE-8ADB-21EBB380CE8E}" type="parTrans" cxnId="{F5C901D2-84BE-44D3-BF53-2F0719888897}">
      <dgm:prSet/>
      <dgm:spPr/>
    </dgm:pt>
    <dgm:pt modelId="{4D89C623-000F-40D1-B54B-8CC5B1B352C3}" type="sibTrans" cxnId="{F5C901D2-84BE-44D3-BF53-2F0719888897}">
      <dgm:prSet/>
      <dgm:spPr/>
    </dgm:pt>
    <dgm:pt modelId="{D65FB72F-2815-424B-9D2D-CF8652BDC2D6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07A4A4DD-8137-48CC-9593-38CD57C969B0}" type="parTrans" cxnId="{F0E288CC-D6E7-42C7-85B5-69911B3EE41E}">
      <dgm:prSet/>
      <dgm:spPr/>
    </dgm:pt>
    <dgm:pt modelId="{CB7CCF68-D6E1-45C1-A741-B80561FCBFB3}" type="sibTrans" cxnId="{F0E288CC-D6E7-42C7-85B5-69911B3EE41E}">
      <dgm:prSet/>
      <dgm:spPr/>
    </dgm:pt>
    <dgm:pt modelId="{2F3D3074-A63B-46AB-A41A-CE3AD9392742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3E15F671-18B3-4B00-AA1F-5EF2DED5BE9D}" type="parTrans" cxnId="{2255A8FB-61BB-4B23-9EC2-C4CAAE35C9F9}">
      <dgm:prSet/>
      <dgm:spPr/>
    </dgm:pt>
    <dgm:pt modelId="{09FB7120-35AA-4B68-AF28-3A2612B39335}" type="sibTrans" cxnId="{2255A8FB-61BB-4B23-9EC2-C4CAAE35C9F9}">
      <dgm:prSet/>
      <dgm:spPr/>
    </dgm:pt>
    <dgm:pt modelId="{48E7253B-9DB8-4EFA-A028-A49D8C9ACF6D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656F2165-91B7-444F-BF1A-2E216AE88387}" type="parTrans" cxnId="{8A4837A1-68CC-43DA-BBC6-9F22E738F1AF}">
      <dgm:prSet/>
      <dgm:spPr/>
    </dgm:pt>
    <dgm:pt modelId="{B295155C-7A12-49C3-B028-1EA571B707CC}" type="sibTrans" cxnId="{8A4837A1-68CC-43DA-BBC6-9F22E738F1AF}">
      <dgm:prSet/>
      <dgm:spPr/>
    </dgm:pt>
    <dgm:pt modelId="{E02E3904-B53F-4ECF-AD81-16E31D3D8566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3F78198A-F7AF-489A-9277-7D57E15054DF}" type="parTrans" cxnId="{DF4A7789-7132-472A-93C3-89D8C4A61C47}">
      <dgm:prSet/>
      <dgm:spPr/>
    </dgm:pt>
    <dgm:pt modelId="{F277FC13-5A44-44E1-A0EF-C4297124FC8D}" type="sibTrans" cxnId="{DF4A7789-7132-472A-93C3-89D8C4A61C47}">
      <dgm:prSet/>
      <dgm:spPr/>
    </dgm:pt>
    <dgm:pt modelId="{FBB69261-3F5E-4393-801F-1B3880385671}" type="pres">
      <dgm:prSet presAssocID="{C20D8CAA-B966-46AB-A477-7EFEF4620CDC}" presName="list" presStyleCnt="0">
        <dgm:presLayoutVars>
          <dgm:dir/>
          <dgm:animLvl val="lvl"/>
        </dgm:presLayoutVars>
      </dgm:prSet>
      <dgm:spPr/>
    </dgm:pt>
    <dgm:pt modelId="{EDFA9FA8-4EEC-45C7-B7D7-7E80A940775C}" type="pres">
      <dgm:prSet presAssocID="{6CB1F06E-C1B6-438B-8C34-678662A21E23}" presName="posSpace" presStyleCnt="0"/>
      <dgm:spPr/>
    </dgm:pt>
    <dgm:pt modelId="{2EB421E4-A800-475C-A68D-15330E17D9D7}" type="pres">
      <dgm:prSet presAssocID="{6CB1F06E-C1B6-438B-8C34-678662A21E23}" presName="vertFlow" presStyleCnt="0"/>
      <dgm:spPr/>
    </dgm:pt>
    <dgm:pt modelId="{FC22AB9B-C01A-4E90-B255-78075DC7E31E}" type="pres">
      <dgm:prSet presAssocID="{6CB1F06E-C1B6-438B-8C34-678662A21E23}" presName="topSpace" presStyleCnt="0"/>
      <dgm:spPr/>
    </dgm:pt>
    <dgm:pt modelId="{D579B404-0E1F-4F1F-9790-08DC75FD8AF4}" type="pres">
      <dgm:prSet presAssocID="{6CB1F06E-C1B6-438B-8C34-678662A21E23}" presName="firstComp" presStyleCnt="0"/>
      <dgm:spPr/>
    </dgm:pt>
    <dgm:pt modelId="{36024C48-1FFF-4CB0-ACEB-8DD971EB4FE4}" type="pres">
      <dgm:prSet presAssocID="{6CB1F06E-C1B6-438B-8C34-678662A21E23}" presName="firstChild" presStyleLbl="bgAccFollowNode1" presStyleIdx="0" presStyleCnt="3"/>
      <dgm:spPr/>
    </dgm:pt>
    <dgm:pt modelId="{61BCDC8B-EA47-4C2B-9125-32F7B66A1CFA}" type="pres">
      <dgm:prSet presAssocID="{6CB1F06E-C1B6-438B-8C34-678662A21E23}" presName="firstChildTx" presStyleLbl="bgAccFollowNode1" presStyleIdx="0" presStyleCnt="3">
        <dgm:presLayoutVars>
          <dgm:bulletEnabled val="1"/>
        </dgm:presLayoutVars>
      </dgm:prSet>
      <dgm:spPr/>
    </dgm:pt>
    <dgm:pt modelId="{1E1E4CBF-0510-4D0E-B76A-B6310F451017}" type="pres">
      <dgm:prSet presAssocID="{6CB1F06E-C1B6-438B-8C34-678662A21E23}" presName="negSpace" presStyleCnt="0"/>
      <dgm:spPr/>
    </dgm:pt>
    <dgm:pt modelId="{3743B6F9-B662-4F28-9B67-BEFEA5A704B8}" type="pres">
      <dgm:prSet presAssocID="{6CB1F06E-C1B6-438B-8C34-678662A21E23}" presName="circle" presStyleLbl="node1" presStyleIdx="0" presStyleCnt="3"/>
      <dgm:spPr/>
    </dgm:pt>
    <dgm:pt modelId="{3A9BC686-664C-4356-B7BC-C3120300A847}" type="pres">
      <dgm:prSet presAssocID="{4D89C623-000F-40D1-B54B-8CC5B1B352C3}" presName="transSpace" presStyleCnt="0"/>
      <dgm:spPr/>
    </dgm:pt>
    <dgm:pt modelId="{D54999BA-4102-4339-BACE-BCA4B30DC59E}" type="pres">
      <dgm:prSet presAssocID="{2F3D3074-A63B-46AB-A41A-CE3AD9392742}" presName="posSpace" presStyleCnt="0"/>
      <dgm:spPr/>
    </dgm:pt>
    <dgm:pt modelId="{91A5AED3-BF3B-48A3-A897-34CEE7450551}" type="pres">
      <dgm:prSet presAssocID="{2F3D3074-A63B-46AB-A41A-CE3AD9392742}" presName="vertFlow" presStyleCnt="0"/>
      <dgm:spPr/>
    </dgm:pt>
    <dgm:pt modelId="{6A0C4CF0-06DF-4F5D-9209-66B9CC9DE021}" type="pres">
      <dgm:prSet presAssocID="{2F3D3074-A63B-46AB-A41A-CE3AD9392742}" presName="topSpace" presStyleCnt="0"/>
      <dgm:spPr/>
    </dgm:pt>
    <dgm:pt modelId="{2D4860FC-4AFD-4D80-BACF-48EB8EEA4ECB}" type="pres">
      <dgm:prSet presAssocID="{2F3D3074-A63B-46AB-A41A-CE3AD9392742}" presName="firstComp" presStyleCnt="0"/>
      <dgm:spPr/>
    </dgm:pt>
    <dgm:pt modelId="{161F3484-3E11-4E9F-A942-3151C05FAA58}" type="pres">
      <dgm:prSet presAssocID="{2F3D3074-A63B-46AB-A41A-CE3AD9392742}" presName="firstChild" presStyleLbl="bgAccFollowNode1" presStyleIdx="1" presStyleCnt="3"/>
      <dgm:spPr/>
    </dgm:pt>
    <dgm:pt modelId="{47DF964B-E648-48DE-B094-9402B1FE9CEF}" type="pres">
      <dgm:prSet presAssocID="{2F3D3074-A63B-46AB-A41A-CE3AD9392742}" presName="firstChildTx" presStyleLbl="bgAccFollowNode1" presStyleIdx="1" presStyleCnt="3">
        <dgm:presLayoutVars>
          <dgm:bulletEnabled val="1"/>
        </dgm:presLayoutVars>
      </dgm:prSet>
      <dgm:spPr/>
    </dgm:pt>
    <dgm:pt modelId="{4257DB4F-5A21-4D9C-8968-3C296E5D049A}" type="pres">
      <dgm:prSet presAssocID="{2F3D3074-A63B-46AB-A41A-CE3AD9392742}" presName="negSpace" presStyleCnt="0"/>
      <dgm:spPr/>
    </dgm:pt>
    <dgm:pt modelId="{C7C2B41A-BB01-4FF9-8ED4-002ED66FA626}" type="pres">
      <dgm:prSet presAssocID="{2F3D3074-A63B-46AB-A41A-CE3AD9392742}" presName="circle" presStyleLbl="node1" presStyleIdx="1" presStyleCnt="3"/>
      <dgm:spPr/>
    </dgm:pt>
    <dgm:pt modelId="{22B4B50F-FB07-498D-948F-143A1E222FC4}" type="pres">
      <dgm:prSet presAssocID="{09FB7120-35AA-4B68-AF28-3A2612B39335}" presName="transSpace" presStyleCnt="0"/>
      <dgm:spPr/>
    </dgm:pt>
    <dgm:pt modelId="{D0373289-ACC3-41BD-8EFB-B3D0D02B527B}" type="pres">
      <dgm:prSet presAssocID="{48E7253B-9DB8-4EFA-A028-A49D8C9ACF6D}" presName="posSpace" presStyleCnt="0"/>
      <dgm:spPr/>
    </dgm:pt>
    <dgm:pt modelId="{6852055F-3C38-4628-811F-1098E7BB5F8A}" type="pres">
      <dgm:prSet presAssocID="{48E7253B-9DB8-4EFA-A028-A49D8C9ACF6D}" presName="vertFlow" presStyleCnt="0"/>
      <dgm:spPr/>
    </dgm:pt>
    <dgm:pt modelId="{BDFA31BF-46BC-49AB-8908-6816BAA6253D}" type="pres">
      <dgm:prSet presAssocID="{48E7253B-9DB8-4EFA-A028-A49D8C9ACF6D}" presName="topSpace" presStyleCnt="0"/>
      <dgm:spPr/>
    </dgm:pt>
    <dgm:pt modelId="{F3D945F2-1F1D-4A68-B8C1-981BA658E386}" type="pres">
      <dgm:prSet presAssocID="{48E7253B-9DB8-4EFA-A028-A49D8C9ACF6D}" presName="firstComp" presStyleCnt="0"/>
      <dgm:spPr/>
    </dgm:pt>
    <dgm:pt modelId="{D241C3DA-475D-45D6-A9BB-50E13C6D8F10}" type="pres">
      <dgm:prSet presAssocID="{48E7253B-9DB8-4EFA-A028-A49D8C9ACF6D}" presName="firstChild" presStyleLbl="bgAccFollowNode1" presStyleIdx="2" presStyleCnt="3"/>
      <dgm:spPr/>
    </dgm:pt>
    <dgm:pt modelId="{A1BAA84B-8A03-49B1-934E-1D33F887F429}" type="pres">
      <dgm:prSet presAssocID="{48E7253B-9DB8-4EFA-A028-A49D8C9ACF6D}" presName="firstChildTx" presStyleLbl="bgAccFollowNode1" presStyleIdx="2" presStyleCnt="3">
        <dgm:presLayoutVars>
          <dgm:bulletEnabled val="1"/>
        </dgm:presLayoutVars>
      </dgm:prSet>
      <dgm:spPr/>
    </dgm:pt>
    <dgm:pt modelId="{578A7BFD-9E46-4E43-BB64-3247EE8046F5}" type="pres">
      <dgm:prSet presAssocID="{48E7253B-9DB8-4EFA-A028-A49D8C9ACF6D}" presName="negSpace" presStyleCnt="0"/>
      <dgm:spPr/>
    </dgm:pt>
    <dgm:pt modelId="{A06C521B-875E-4F63-AD8F-62B6E3202536}" type="pres">
      <dgm:prSet presAssocID="{48E7253B-9DB8-4EFA-A028-A49D8C9ACF6D}" presName="circle" presStyleLbl="node1" presStyleIdx="2" presStyleCnt="3"/>
      <dgm:spPr/>
    </dgm:pt>
  </dgm:ptLst>
  <dgm:cxnLst>
    <dgm:cxn modelId="{DF4A7789-7132-472A-93C3-89D8C4A61C47}" srcId="{48E7253B-9DB8-4EFA-A028-A49D8C9ACF6D}" destId="{E02E3904-B53F-4ECF-AD81-16E31D3D8566}" srcOrd="0" destOrd="0" parTransId="{3F78198A-F7AF-489A-9277-7D57E15054DF}" sibTransId="{F277FC13-5A44-44E1-A0EF-C4297124FC8D}"/>
    <dgm:cxn modelId="{3E75AF90-C141-4EB5-8C5A-F3C07DB25A50}" type="presOf" srcId="{6CB1F06E-C1B6-438B-8C34-678662A21E23}" destId="{3743B6F9-B662-4F28-9B67-BEFEA5A704B8}" srcOrd="0" destOrd="0" presId="urn:microsoft.com/office/officeart/2005/8/layout/hList9"/>
    <dgm:cxn modelId="{C457A99F-FE73-40EE-8A61-CBC28ABC4C39}" type="presOf" srcId="{E02E3904-B53F-4ECF-AD81-16E31D3D8566}" destId="{D241C3DA-475D-45D6-A9BB-50E13C6D8F10}" srcOrd="0" destOrd="0" presId="urn:microsoft.com/office/officeart/2005/8/layout/hList9"/>
    <dgm:cxn modelId="{8A4837A1-68CC-43DA-BBC6-9F22E738F1AF}" srcId="{C20D8CAA-B966-46AB-A477-7EFEF4620CDC}" destId="{48E7253B-9DB8-4EFA-A028-A49D8C9ACF6D}" srcOrd="2" destOrd="0" parTransId="{656F2165-91B7-444F-BF1A-2E216AE88387}" sibTransId="{B295155C-7A12-49C3-B028-1EA571B707CC}"/>
    <dgm:cxn modelId="{2B604BB0-4880-4BD8-967F-47C3D5FE2536}" type="presOf" srcId="{2F3D3074-A63B-46AB-A41A-CE3AD9392742}" destId="{C7C2B41A-BB01-4FF9-8ED4-002ED66FA626}" srcOrd="0" destOrd="0" presId="urn:microsoft.com/office/officeart/2005/8/layout/hList9"/>
    <dgm:cxn modelId="{4C305EB5-68A9-444D-B10F-E1FEB3EFDA95}" type="presOf" srcId="{48E7253B-9DB8-4EFA-A028-A49D8C9ACF6D}" destId="{A06C521B-875E-4F63-AD8F-62B6E3202536}" srcOrd="0" destOrd="0" presId="urn:microsoft.com/office/officeart/2005/8/layout/hList9"/>
    <dgm:cxn modelId="{F0E288CC-D6E7-42C7-85B5-69911B3EE41E}" srcId="{6CB1F06E-C1B6-438B-8C34-678662A21E23}" destId="{D65FB72F-2815-424B-9D2D-CF8652BDC2D6}" srcOrd="0" destOrd="0" parTransId="{07A4A4DD-8137-48CC-9593-38CD57C969B0}" sibTransId="{CB7CCF68-D6E1-45C1-A741-B80561FCBFB3}"/>
    <dgm:cxn modelId="{F5C901D2-84BE-44D3-BF53-2F0719888897}" srcId="{C20D8CAA-B966-46AB-A477-7EFEF4620CDC}" destId="{6CB1F06E-C1B6-438B-8C34-678662A21E23}" srcOrd="0" destOrd="0" parTransId="{E9956B46-B5B6-44BE-8ADB-21EBB380CE8E}" sibTransId="{4D89C623-000F-40D1-B54B-8CC5B1B352C3}"/>
    <dgm:cxn modelId="{D4D3F7E8-FF47-461B-8CB3-6B613DED7A87}" type="presOf" srcId="{D65FB72F-2815-424B-9D2D-CF8652BDC2D6}" destId="{61BCDC8B-EA47-4C2B-9125-32F7B66A1CFA}" srcOrd="1" destOrd="0" presId="urn:microsoft.com/office/officeart/2005/8/layout/hList9"/>
    <dgm:cxn modelId="{FA025FF3-15D6-4B4F-8096-5E54C200F7F4}" type="presOf" srcId="{C20D8CAA-B966-46AB-A477-7EFEF4620CDC}" destId="{FBB69261-3F5E-4393-801F-1B3880385671}" srcOrd="0" destOrd="0" presId="urn:microsoft.com/office/officeart/2005/8/layout/hList9"/>
    <dgm:cxn modelId="{6135A1F4-784F-4E8C-98C1-109D1720CEFD}" type="presOf" srcId="{E02E3904-B53F-4ECF-AD81-16E31D3D8566}" destId="{A1BAA84B-8A03-49B1-934E-1D33F887F429}" srcOrd="1" destOrd="0" presId="urn:microsoft.com/office/officeart/2005/8/layout/hList9"/>
    <dgm:cxn modelId="{2255A8FB-61BB-4B23-9EC2-C4CAAE35C9F9}" srcId="{C20D8CAA-B966-46AB-A477-7EFEF4620CDC}" destId="{2F3D3074-A63B-46AB-A41A-CE3AD9392742}" srcOrd="1" destOrd="0" parTransId="{3E15F671-18B3-4B00-AA1F-5EF2DED5BE9D}" sibTransId="{09FB7120-35AA-4B68-AF28-3A2612B39335}"/>
    <dgm:cxn modelId="{FBE751FF-73F9-424B-9D71-0493FDD9E036}" type="presOf" srcId="{D65FB72F-2815-424B-9D2D-CF8652BDC2D6}" destId="{36024C48-1FFF-4CB0-ACEB-8DD971EB4FE4}" srcOrd="0" destOrd="0" presId="urn:microsoft.com/office/officeart/2005/8/layout/hList9"/>
    <dgm:cxn modelId="{A188152F-94E9-45AC-8132-DE4BEED54D8D}" type="presParOf" srcId="{FBB69261-3F5E-4393-801F-1B3880385671}" destId="{EDFA9FA8-4EEC-45C7-B7D7-7E80A940775C}" srcOrd="0" destOrd="0" presId="urn:microsoft.com/office/officeart/2005/8/layout/hList9"/>
    <dgm:cxn modelId="{8CF84B4C-50BE-46EF-8DF2-B589CB7D399E}" type="presParOf" srcId="{FBB69261-3F5E-4393-801F-1B3880385671}" destId="{2EB421E4-A800-475C-A68D-15330E17D9D7}" srcOrd="1" destOrd="0" presId="urn:microsoft.com/office/officeart/2005/8/layout/hList9"/>
    <dgm:cxn modelId="{9E84DAA5-7B28-4B93-9A2C-49AE7A1822B2}" type="presParOf" srcId="{2EB421E4-A800-475C-A68D-15330E17D9D7}" destId="{FC22AB9B-C01A-4E90-B255-78075DC7E31E}" srcOrd="0" destOrd="0" presId="urn:microsoft.com/office/officeart/2005/8/layout/hList9"/>
    <dgm:cxn modelId="{AC1344C2-DD15-4E02-971E-6EE4AE757771}" type="presParOf" srcId="{2EB421E4-A800-475C-A68D-15330E17D9D7}" destId="{D579B404-0E1F-4F1F-9790-08DC75FD8AF4}" srcOrd="1" destOrd="0" presId="urn:microsoft.com/office/officeart/2005/8/layout/hList9"/>
    <dgm:cxn modelId="{71E882D5-3783-4FAD-A8F0-D178BD420ED6}" type="presParOf" srcId="{D579B404-0E1F-4F1F-9790-08DC75FD8AF4}" destId="{36024C48-1FFF-4CB0-ACEB-8DD971EB4FE4}" srcOrd="0" destOrd="0" presId="urn:microsoft.com/office/officeart/2005/8/layout/hList9"/>
    <dgm:cxn modelId="{60031452-2688-462D-B2BF-FAD4B55A18C4}" type="presParOf" srcId="{D579B404-0E1F-4F1F-9790-08DC75FD8AF4}" destId="{61BCDC8B-EA47-4C2B-9125-32F7B66A1CFA}" srcOrd="1" destOrd="0" presId="urn:microsoft.com/office/officeart/2005/8/layout/hList9"/>
    <dgm:cxn modelId="{DCCCC107-8A7C-4C7A-9B67-101F60D9E067}" type="presParOf" srcId="{FBB69261-3F5E-4393-801F-1B3880385671}" destId="{1E1E4CBF-0510-4D0E-B76A-B6310F451017}" srcOrd="2" destOrd="0" presId="urn:microsoft.com/office/officeart/2005/8/layout/hList9"/>
    <dgm:cxn modelId="{5CD2B2EB-533A-43C3-8728-7C6EBB8FC144}" type="presParOf" srcId="{FBB69261-3F5E-4393-801F-1B3880385671}" destId="{3743B6F9-B662-4F28-9B67-BEFEA5A704B8}" srcOrd="3" destOrd="0" presId="urn:microsoft.com/office/officeart/2005/8/layout/hList9"/>
    <dgm:cxn modelId="{3A3C1B91-4F87-4681-AB85-D4DA13AB3CCC}" type="presParOf" srcId="{FBB69261-3F5E-4393-801F-1B3880385671}" destId="{3A9BC686-664C-4356-B7BC-C3120300A847}" srcOrd="4" destOrd="0" presId="urn:microsoft.com/office/officeart/2005/8/layout/hList9"/>
    <dgm:cxn modelId="{8CFF5EE3-3290-4396-8B8A-1D19D88C5F24}" type="presParOf" srcId="{FBB69261-3F5E-4393-801F-1B3880385671}" destId="{D54999BA-4102-4339-BACE-BCA4B30DC59E}" srcOrd="5" destOrd="0" presId="urn:microsoft.com/office/officeart/2005/8/layout/hList9"/>
    <dgm:cxn modelId="{70ABA04D-C6BE-4B60-8916-0CE173B4BA86}" type="presParOf" srcId="{FBB69261-3F5E-4393-801F-1B3880385671}" destId="{91A5AED3-BF3B-48A3-A897-34CEE7450551}" srcOrd="6" destOrd="0" presId="urn:microsoft.com/office/officeart/2005/8/layout/hList9"/>
    <dgm:cxn modelId="{891E9640-86EC-4554-A914-A2938E1F021C}" type="presParOf" srcId="{91A5AED3-BF3B-48A3-A897-34CEE7450551}" destId="{6A0C4CF0-06DF-4F5D-9209-66B9CC9DE021}" srcOrd="0" destOrd="0" presId="urn:microsoft.com/office/officeart/2005/8/layout/hList9"/>
    <dgm:cxn modelId="{A8637700-710C-452E-8B22-4C0474BDE6D9}" type="presParOf" srcId="{91A5AED3-BF3B-48A3-A897-34CEE7450551}" destId="{2D4860FC-4AFD-4D80-BACF-48EB8EEA4ECB}" srcOrd="1" destOrd="0" presId="urn:microsoft.com/office/officeart/2005/8/layout/hList9"/>
    <dgm:cxn modelId="{ABC29A72-4ACF-427E-B4D4-74B2A1579972}" type="presParOf" srcId="{2D4860FC-4AFD-4D80-BACF-48EB8EEA4ECB}" destId="{161F3484-3E11-4E9F-A942-3151C05FAA58}" srcOrd="0" destOrd="0" presId="urn:microsoft.com/office/officeart/2005/8/layout/hList9"/>
    <dgm:cxn modelId="{A7F9953D-CE17-4BFC-A789-00F27B4C8011}" type="presParOf" srcId="{2D4860FC-4AFD-4D80-BACF-48EB8EEA4ECB}" destId="{47DF964B-E648-48DE-B094-9402B1FE9CEF}" srcOrd="1" destOrd="0" presId="urn:microsoft.com/office/officeart/2005/8/layout/hList9"/>
    <dgm:cxn modelId="{C8949EE3-2699-4A4B-A7FD-2643D0DE2069}" type="presParOf" srcId="{FBB69261-3F5E-4393-801F-1B3880385671}" destId="{4257DB4F-5A21-4D9C-8968-3C296E5D049A}" srcOrd="7" destOrd="0" presId="urn:microsoft.com/office/officeart/2005/8/layout/hList9"/>
    <dgm:cxn modelId="{98E89BBB-0C22-4D3B-BFE9-CFB1942C9162}" type="presParOf" srcId="{FBB69261-3F5E-4393-801F-1B3880385671}" destId="{C7C2B41A-BB01-4FF9-8ED4-002ED66FA626}" srcOrd="8" destOrd="0" presId="urn:microsoft.com/office/officeart/2005/8/layout/hList9"/>
    <dgm:cxn modelId="{353C4DFA-0080-4DCD-BE19-275539915DD6}" type="presParOf" srcId="{FBB69261-3F5E-4393-801F-1B3880385671}" destId="{22B4B50F-FB07-498D-948F-143A1E222FC4}" srcOrd="9" destOrd="0" presId="urn:microsoft.com/office/officeart/2005/8/layout/hList9"/>
    <dgm:cxn modelId="{3026E968-3CF9-470A-BAA8-09E2C5484E35}" type="presParOf" srcId="{FBB69261-3F5E-4393-801F-1B3880385671}" destId="{D0373289-ACC3-41BD-8EFB-B3D0D02B527B}" srcOrd="10" destOrd="0" presId="urn:microsoft.com/office/officeart/2005/8/layout/hList9"/>
    <dgm:cxn modelId="{D0C6796E-633B-4CA8-95FD-94ED741F7280}" type="presParOf" srcId="{FBB69261-3F5E-4393-801F-1B3880385671}" destId="{6852055F-3C38-4628-811F-1098E7BB5F8A}" srcOrd="11" destOrd="0" presId="urn:microsoft.com/office/officeart/2005/8/layout/hList9"/>
    <dgm:cxn modelId="{4678392F-9358-4F51-9BA6-D87765152E72}" type="presParOf" srcId="{6852055F-3C38-4628-811F-1098E7BB5F8A}" destId="{BDFA31BF-46BC-49AB-8908-6816BAA6253D}" srcOrd="0" destOrd="0" presId="urn:microsoft.com/office/officeart/2005/8/layout/hList9"/>
    <dgm:cxn modelId="{963412E8-877B-40DC-8787-D647F7F8DA88}" type="presParOf" srcId="{6852055F-3C38-4628-811F-1098E7BB5F8A}" destId="{F3D945F2-1F1D-4A68-B8C1-981BA658E386}" srcOrd="1" destOrd="0" presId="urn:microsoft.com/office/officeart/2005/8/layout/hList9"/>
    <dgm:cxn modelId="{4935C336-79AC-4391-84B1-6DC96E3B7737}" type="presParOf" srcId="{F3D945F2-1F1D-4A68-B8C1-981BA658E386}" destId="{D241C3DA-475D-45D6-A9BB-50E13C6D8F10}" srcOrd="0" destOrd="0" presId="urn:microsoft.com/office/officeart/2005/8/layout/hList9"/>
    <dgm:cxn modelId="{5A071D59-668A-4CDE-BC80-A96C71DD59A0}" type="presParOf" srcId="{F3D945F2-1F1D-4A68-B8C1-981BA658E386}" destId="{A1BAA84B-8A03-49B1-934E-1D33F887F429}" srcOrd="1" destOrd="0" presId="urn:microsoft.com/office/officeart/2005/8/layout/hList9"/>
    <dgm:cxn modelId="{7F35FB69-648F-426D-B5D3-45C766608130}" type="presParOf" srcId="{FBB69261-3F5E-4393-801F-1B3880385671}" destId="{578A7BFD-9E46-4E43-BB64-3247EE8046F5}" srcOrd="12" destOrd="0" presId="urn:microsoft.com/office/officeart/2005/8/layout/hList9"/>
    <dgm:cxn modelId="{41E22B32-A583-46D6-82AB-F59A5E443A56}" type="presParOf" srcId="{FBB69261-3F5E-4393-801F-1B3880385671}" destId="{A06C521B-875E-4F63-AD8F-62B6E3202536}" srcOrd="13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024C48-1FFF-4CB0-ACEB-8DD971EB4FE4}">
      <dsp:nvSpPr>
        <dsp:cNvPr id="0" name=""/>
        <dsp:cNvSpPr/>
      </dsp:nvSpPr>
      <dsp:spPr>
        <a:xfrm>
          <a:off x="905208" y="2200528"/>
          <a:ext cx="1695942" cy="113119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240" rIns="142240" bIns="14224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Node Two has a longer label</a:t>
          </a:r>
        </a:p>
      </dsp:txBody>
      <dsp:txXfrm>
        <a:off x="1176559" y="2200528"/>
        <a:ext cx="1424592" cy="1131193"/>
      </dsp:txXfrm>
    </dsp:sp>
    <dsp:sp modelId="{3743B6F9-B662-4F28-9B67-BEFEA5A704B8}">
      <dsp:nvSpPr>
        <dsp:cNvPr id="0" name=""/>
        <dsp:cNvSpPr/>
      </dsp:nvSpPr>
      <dsp:spPr>
        <a:xfrm>
          <a:off x="705" y="1748277"/>
          <a:ext cx="1130628" cy="11306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Node One</a:t>
          </a:r>
        </a:p>
      </dsp:txBody>
      <dsp:txXfrm>
        <a:off x="166282" y="1913854"/>
        <a:ext cx="799474" cy="799474"/>
      </dsp:txXfrm>
    </dsp:sp>
    <dsp:sp modelId="{161F3484-3E11-4E9F-A942-3151C05FAA58}">
      <dsp:nvSpPr>
        <dsp:cNvPr id="0" name=""/>
        <dsp:cNvSpPr/>
      </dsp:nvSpPr>
      <dsp:spPr>
        <a:xfrm>
          <a:off x="3731779" y="2200528"/>
          <a:ext cx="1695942" cy="113119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C2B41A-BB01-4FF9-8ED4-002ED66FA626}">
      <dsp:nvSpPr>
        <dsp:cNvPr id="0" name=""/>
        <dsp:cNvSpPr/>
      </dsp:nvSpPr>
      <dsp:spPr>
        <a:xfrm>
          <a:off x="2827277" y="1748277"/>
          <a:ext cx="1130628" cy="11306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Node Three</a:t>
          </a:r>
        </a:p>
      </dsp:txBody>
      <dsp:txXfrm>
        <a:off x="2992854" y="1913854"/>
        <a:ext cx="799474" cy="799474"/>
      </dsp:txXfrm>
    </dsp:sp>
    <dsp:sp modelId="{D241C3DA-475D-45D6-A9BB-50E13C6D8F10}">
      <dsp:nvSpPr>
        <dsp:cNvPr id="0" name=""/>
        <dsp:cNvSpPr/>
      </dsp:nvSpPr>
      <dsp:spPr>
        <a:xfrm>
          <a:off x="6558351" y="2200528"/>
          <a:ext cx="1695942" cy="113119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240" rIns="142240" bIns="14224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Node Five</a:t>
          </a:r>
        </a:p>
      </dsp:txBody>
      <dsp:txXfrm>
        <a:off x="6829702" y="2200528"/>
        <a:ext cx="1424592" cy="1131193"/>
      </dsp:txXfrm>
    </dsp:sp>
    <dsp:sp modelId="{A06C521B-875E-4F63-AD8F-62B6E3202536}">
      <dsp:nvSpPr>
        <dsp:cNvPr id="0" name=""/>
        <dsp:cNvSpPr/>
      </dsp:nvSpPr>
      <dsp:spPr>
        <a:xfrm>
          <a:off x="5653848" y="1748277"/>
          <a:ext cx="1130628" cy="11306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Node Four</a:t>
          </a:r>
        </a:p>
      </dsp:txBody>
      <dsp:txXfrm>
        <a:off x="5819425" y="1913854"/>
        <a:ext cx="799474" cy="7994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3A7AA-AFCE-04D2-9D9A-66FABF8AC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829939-F651-CAC1-3AE2-2B552B54A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5B3BE-09E2-5087-4757-F5BB3DA60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5C0E9-0917-4308-8909-39D8991D02F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DDD72-9698-5B75-DD03-99CF78EAA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C4FFD-01A5-7A5B-E4F9-4797428DD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364D-3468-4912-838D-436479C6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8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0DB73-8FD9-E601-D91A-C8A803283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47E4F-250F-8D2F-9A72-D12728598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3E52E-0AB6-9BC6-7DF0-2A27B1505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5C0E9-0917-4308-8909-39D8991D02F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B08FE-33B4-7B3E-064D-258B3DCB3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BBFFE-9805-F11B-140C-C06F915EB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364D-3468-4912-838D-436479C6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07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6B7B9-B41D-7D98-41A4-AD163C470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3F881-011D-3D5A-328D-D227ACA19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ECA23-0A72-34E6-F265-29325FE3B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5C0E9-0917-4308-8909-39D8991D02F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ABDCA-DF19-46E3-EA22-67395D9C9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ADA3A-10ED-D327-6C1D-F37CC6E1F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364D-3468-4912-838D-436479C6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19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DB20F-F19F-A118-1209-385224066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E8BFF-2590-9F16-A82C-2AF1DE9804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6B97D7-90D6-8B9C-C825-FFF42B413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4920B-7538-247E-731D-F95965963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5C0E9-0917-4308-8909-39D8991D02F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83E0D-27AB-64EA-43F6-1FA47ED52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4BAB6C-3B18-A6F8-8575-7D01C790C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364D-3468-4912-838D-436479C6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762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09F06-7FBC-4990-EEF7-3A2F45D28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ADCB7-7CFD-3FDF-E57F-AB3AC6F74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B35EA5-A7AF-E2E8-81A0-9779E09DA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6710C5-8136-CDA6-C190-3DE48BBB4F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CFB1F6-8851-0CDA-41E0-24D3F69DC1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B4028-3F51-670C-91CD-A5AB6747C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5C0E9-0917-4308-8909-39D8991D02F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A720B9-D4AB-2E26-07CC-C6989F2B3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1EC053-7DE4-4FD5-E7C5-E99248D91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364D-3468-4912-838D-436479C6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678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4CFEB-9B8E-2AF8-285F-7D9AC8770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CB5D01-9D1D-7B9F-780C-35398F24A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5C0E9-0917-4308-8909-39D8991D02F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D8E7F-6E82-9281-0B8C-899591765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1D119-F593-E44F-316A-881B5EBD1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364D-3468-4912-838D-436479C6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518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25C921-D954-91BC-2E03-CD3DC5A45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5C0E9-0917-4308-8909-39D8991D02F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76FA72-F6CB-67D4-5C52-A3D512A65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3803F-36A4-D8E4-D904-45D84B1D9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364D-3468-4912-838D-436479C6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813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5FEC2-7AD4-09C4-9B06-9513A01AA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2B2A2-BF77-7418-9D12-80AB60498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B152BA-6D81-97C0-6B99-8B1027A5B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9FFAF-E834-A651-EE99-B053B3866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5C0E9-0917-4308-8909-39D8991D02F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E673D2-5721-90AF-FBDA-CAC76FF17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FF5BD-3F09-8AA1-3DF3-A083A1A68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364D-3468-4912-838D-436479C6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64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75B18-19B4-4F41-F02E-220CDB7E8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EC22A8-F24E-0539-C376-770643FFF7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25700D-E68E-7FAD-6CAA-C8D73D5539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2677E4-FFC7-577D-A9A1-30ABD60F3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5C0E9-0917-4308-8909-39D8991D02F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52C42-973F-D2B0-6941-8815B8364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1BA4E-53CE-01E5-6217-29D2BEFC6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364D-3468-4912-838D-436479C6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12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C71E7-62F3-7B07-2320-F00230427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7734F-B3C8-C72E-F521-4730D1673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BEAE9-E436-DE7B-BABC-2C77BBB0E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5C0E9-0917-4308-8909-39D8991D02F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B26C7-FB49-9FBD-465A-F75B39877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8C3A3-5B55-5E92-94D8-1A87E4E53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364D-3468-4912-838D-436479C6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5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B9B45C-8905-C768-00AB-925643CACF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C02BBD-9762-3F7D-12E3-053129B06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E09CD-0B2C-BED0-1D49-AC8D6433A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5C0E9-0917-4308-8909-39D8991D02F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B4B01-85E8-3DFF-B187-22D6197EA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C9943-5FA1-C997-7336-ED5705AEA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D364D-3468-4912-838D-436479C6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590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DF65D9-43AA-396E-EEF0-5D141177C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1E07B-8B5D-C4B6-A6D4-05B3EFF8A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4E5BA-1DF5-11F0-4CE0-837F45013C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D5C0E9-0917-4308-8909-39D8991D02F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2C0B7-2C2A-A827-9F40-7EE08FE2A2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F1BA0-7993-B51F-541A-28BAFA625F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D364D-3468-4912-838D-436479C6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01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863974F-04F8-D744-7E57-43D6480E1F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2967728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9512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2026-09-06T08:12:49Z</dcterms:created>
  <dcterms:modified xsi:type="dcterms:W3CDTF">2026-09-06T08:12:50Z</dcterms:modified>
</cp:coreProperties>
</file>