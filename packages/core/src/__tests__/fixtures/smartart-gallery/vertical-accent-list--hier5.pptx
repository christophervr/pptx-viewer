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7BD2C9-A0C3-4F3A-9F81-7D75D6E88B84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4ECF28-6B64-4B94-B1DB-6D6B9170204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E223BD7-E123-4284-B4C8-271CDB50C4E7}" type="parTrans" cxnId="{A8E7A974-2345-4CE8-BB9D-C9F556A06D1A}">
      <dgm:prSet/>
      <dgm:spPr/>
    </dgm:pt>
    <dgm:pt modelId="{4CB3FEA5-8BD3-42D3-AA80-F8C4332763A2}" type="sibTrans" cxnId="{A8E7A974-2345-4CE8-BB9D-C9F556A06D1A}">
      <dgm:prSet/>
      <dgm:spPr/>
    </dgm:pt>
    <dgm:pt modelId="{4689F0AA-0762-4C23-A352-56A05AAF06E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1652AF0-122E-4BDA-8505-12CA74B5B81B}" type="parTrans" cxnId="{D3FA0CBF-37B0-41D3-8F89-4E3A24D55418}">
      <dgm:prSet/>
      <dgm:spPr/>
    </dgm:pt>
    <dgm:pt modelId="{4ABD5AFA-05E7-4634-A2F2-93E5560721BC}" type="sibTrans" cxnId="{D3FA0CBF-37B0-41D3-8F89-4E3A24D55418}">
      <dgm:prSet/>
      <dgm:spPr/>
    </dgm:pt>
    <dgm:pt modelId="{ABAEC2EF-604E-4606-8E23-9300181D4E7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78BD8E5-8889-4389-8023-384203A79DF0}" type="parTrans" cxnId="{DB160C4C-7646-4A46-A13D-FD3ED5228127}">
      <dgm:prSet/>
      <dgm:spPr/>
    </dgm:pt>
    <dgm:pt modelId="{29948D6C-5A1C-450B-A3E7-B2F3513ED4B2}" type="sibTrans" cxnId="{DB160C4C-7646-4A46-A13D-FD3ED5228127}">
      <dgm:prSet/>
      <dgm:spPr/>
    </dgm:pt>
    <dgm:pt modelId="{2485D0C9-6E79-4A3B-B341-8F082C22BAB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A49CA47-FBA9-48F1-A2DE-3244DF0F1B95}" type="parTrans" cxnId="{0A012ECD-EACE-4144-ADD3-F0C7D946FFF9}">
      <dgm:prSet/>
      <dgm:spPr/>
    </dgm:pt>
    <dgm:pt modelId="{843A33AC-0683-4458-9B69-9CEDDAB0487C}" type="sibTrans" cxnId="{0A012ECD-EACE-4144-ADD3-F0C7D946FFF9}">
      <dgm:prSet/>
      <dgm:spPr/>
    </dgm:pt>
    <dgm:pt modelId="{4858C993-2516-4510-9114-CD15ACD8EF5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CA275CD-1C0F-4E8B-A205-22B71A490BC5}" type="parTrans" cxnId="{E00CD3A8-8731-411E-9DEE-8426D8360E2C}">
      <dgm:prSet/>
      <dgm:spPr/>
    </dgm:pt>
    <dgm:pt modelId="{36142459-C712-4E6F-8CF2-3C9D5CB6BCB7}" type="sibTrans" cxnId="{E00CD3A8-8731-411E-9DEE-8426D8360E2C}">
      <dgm:prSet/>
      <dgm:spPr/>
    </dgm:pt>
    <dgm:pt modelId="{11467B5F-79CC-49EA-AB3B-86E1468B8174}" type="pres">
      <dgm:prSet presAssocID="{307BD2C9-A0C3-4F3A-9F81-7D75D6E88B84}" presName="Name0" presStyleCnt="0">
        <dgm:presLayoutVars>
          <dgm:chMax/>
          <dgm:chPref/>
          <dgm:dir/>
        </dgm:presLayoutVars>
      </dgm:prSet>
      <dgm:spPr/>
    </dgm:pt>
    <dgm:pt modelId="{5A9DB94F-A0BF-48A4-B870-7ACC93A74B34}" type="pres">
      <dgm:prSet presAssocID="{2B4ECF28-6B64-4B94-B1DB-6D6B91702040}" presName="parenttextcomposite" presStyleCnt="0"/>
      <dgm:spPr/>
    </dgm:pt>
    <dgm:pt modelId="{BF1E0C3F-82E6-4D9A-803F-D4DC70844195}" type="pres">
      <dgm:prSet presAssocID="{2B4ECF28-6B64-4B94-B1DB-6D6B91702040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A11555E5-8A22-43A4-A5F2-6FA1003D13DD}" type="pres">
      <dgm:prSet presAssocID="{2B4ECF28-6B64-4B94-B1DB-6D6B91702040}" presName="composite" presStyleCnt="0"/>
      <dgm:spPr/>
    </dgm:pt>
    <dgm:pt modelId="{8B134D38-C721-448F-928B-5214581ACFCE}" type="pres">
      <dgm:prSet presAssocID="{2B4ECF28-6B64-4B94-B1DB-6D6B91702040}" presName="chevron1" presStyleLbl="alignNode1" presStyleIdx="0" presStyleCnt="21"/>
      <dgm:spPr/>
    </dgm:pt>
    <dgm:pt modelId="{B2FE0CCF-AC91-425A-A303-9D639549CAAB}" type="pres">
      <dgm:prSet presAssocID="{2B4ECF28-6B64-4B94-B1DB-6D6B91702040}" presName="chevron2" presStyleLbl="alignNode1" presStyleIdx="1" presStyleCnt="21"/>
      <dgm:spPr/>
    </dgm:pt>
    <dgm:pt modelId="{6289F0CD-8148-41E5-B020-E248D5350CC5}" type="pres">
      <dgm:prSet presAssocID="{2B4ECF28-6B64-4B94-B1DB-6D6B91702040}" presName="chevron3" presStyleLbl="alignNode1" presStyleIdx="2" presStyleCnt="21"/>
      <dgm:spPr/>
    </dgm:pt>
    <dgm:pt modelId="{8C3D498B-CD36-4EFF-90A8-DA6F75A37B74}" type="pres">
      <dgm:prSet presAssocID="{2B4ECF28-6B64-4B94-B1DB-6D6B91702040}" presName="chevron4" presStyleLbl="alignNode1" presStyleIdx="3" presStyleCnt="21"/>
      <dgm:spPr/>
    </dgm:pt>
    <dgm:pt modelId="{3342DA3B-9D4A-4E4D-A7AA-AC3F2154A957}" type="pres">
      <dgm:prSet presAssocID="{2B4ECF28-6B64-4B94-B1DB-6D6B91702040}" presName="chevron5" presStyleLbl="alignNode1" presStyleIdx="4" presStyleCnt="21"/>
      <dgm:spPr/>
    </dgm:pt>
    <dgm:pt modelId="{F1882CCE-D398-454F-BD59-59789F27CF8B}" type="pres">
      <dgm:prSet presAssocID="{2B4ECF28-6B64-4B94-B1DB-6D6B91702040}" presName="chevron6" presStyleLbl="alignNode1" presStyleIdx="5" presStyleCnt="21"/>
      <dgm:spPr/>
    </dgm:pt>
    <dgm:pt modelId="{8171E9A2-A44B-4173-9096-B6A7267BCC3A}" type="pres">
      <dgm:prSet presAssocID="{2B4ECF28-6B64-4B94-B1DB-6D6B91702040}" presName="chevron7" presStyleLbl="alignNode1" presStyleIdx="6" presStyleCnt="21"/>
      <dgm:spPr/>
    </dgm:pt>
    <dgm:pt modelId="{B8DA9876-A2C0-4173-AE8D-298E2E1FE0C0}" type="pres">
      <dgm:prSet presAssocID="{2B4ECF28-6B64-4B94-B1DB-6D6B91702040}" presName="childtext" presStyleLbl="solidFgAcc1" presStyleIdx="0" presStyleCnt="2">
        <dgm:presLayoutVars>
          <dgm:chMax/>
          <dgm:chPref val="0"/>
          <dgm:bulletEnabled val="1"/>
        </dgm:presLayoutVars>
      </dgm:prSet>
      <dgm:spPr/>
    </dgm:pt>
    <dgm:pt modelId="{197997C1-BCED-4BE9-934A-934FDB168A33}" type="pres">
      <dgm:prSet presAssocID="{4CB3FEA5-8BD3-42D3-AA80-F8C4332763A2}" presName="sibTrans" presStyleCnt="0"/>
      <dgm:spPr/>
    </dgm:pt>
    <dgm:pt modelId="{F4E29332-E0EC-4901-B11C-C2029243E030}" type="pres">
      <dgm:prSet presAssocID="{ABAEC2EF-604E-4606-8E23-9300181D4E71}" presName="parenttextcomposite" presStyleCnt="0"/>
      <dgm:spPr/>
    </dgm:pt>
    <dgm:pt modelId="{1D18A476-7639-45E7-B860-4BF2F9813C1D}" type="pres">
      <dgm:prSet presAssocID="{ABAEC2EF-604E-4606-8E23-9300181D4E71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B6E645F-9FA7-46E0-8576-C48E236E88C0}" type="pres">
      <dgm:prSet presAssocID="{ABAEC2EF-604E-4606-8E23-9300181D4E71}" presName="parallelogramComposite" presStyleCnt="0"/>
      <dgm:spPr/>
    </dgm:pt>
    <dgm:pt modelId="{F652DEF0-B8F7-41DF-A8B9-4ECABF2CC7A0}" type="pres">
      <dgm:prSet presAssocID="{ABAEC2EF-604E-4606-8E23-9300181D4E71}" presName="parallelogram1" presStyleLbl="alignNode1" presStyleIdx="7" presStyleCnt="21"/>
      <dgm:spPr/>
    </dgm:pt>
    <dgm:pt modelId="{C28B66D3-7B9B-4743-8880-D37EE347BB2F}" type="pres">
      <dgm:prSet presAssocID="{ABAEC2EF-604E-4606-8E23-9300181D4E71}" presName="parallelogram2" presStyleLbl="alignNode1" presStyleIdx="8" presStyleCnt="21"/>
      <dgm:spPr/>
    </dgm:pt>
    <dgm:pt modelId="{1049C360-78EA-4295-A3E6-0A4E0BADF857}" type="pres">
      <dgm:prSet presAssocID="{ABAEC2EF-604E-4606-8E23-9300181D4E71}" presName="parallelogram3" presStyleLbl="alignNode1" presStyleIdx="9" presStyleCnt="21"/>
      <dgm:spPr/>
    </dgm:pt>
    <dgm:pt modelId="{2451BACF-2DAF-4762-B678-9C6224658C07}" type="pres">
      <dgm:prSet presAssocID="{ABAEC2EF-604E-4606-8E23-9300181D4E71}" presName="parallelogram4" presStyleLbl="alignNode1" presStyleIdx="10" presStyleCnt="21"/>
      <dgm:spPr/>
    </dgm:pt>
    <dgm:pt modelId="{4D42F11D-0262-4682-82A2-BD65D9BDD456}" type="pres">
      <dgm:prSet presAssocID="{ABAEC2EF-604E-4606-8E23-9300181D4E71}" presName="parallelogram5" presStyleLbl="alignNode1" presStyleIdx="11" presStyleCnt="21"/>
      <dgm:spPr/>
    </dgm:pt>
    <dgm:pt modelId="{B7730829-C602-4FCC-B134-C4C809979AD6}" type="pres">
      <dgm:prSet presAssocID="{ABAEC2EF-604E-4606-8E23-9300181D4E71}" presName="parallelogram6" presStyleLbl="alignNode1" presStyleIdx="12" presStyleCnt="21"/>
      <dgm:spPr/>
    </dgm:pt>
    <dgm:pt modelId="{A8BD0BBD-C390-456A-8185-3758F22A2004}" type="pres">
      <dgm:prSet presAssocID="{ABAEC2EF-604E-4606-8E23-9300181D4E71}" presName="parallelogram7" presStyleLbl="alignNode1" presStyleIdx="13" presStyleCnt="21"/>
      <dgm:spPr/>
    </dgm:pt>
    <dgm:pt modelId="{6C5851E4-10E4-4916-B128-6610907D7EF7}" type="pres">
      <dgm:prSet presAssocID="{29948D6C-5A1C-450B-A3E7-B2F3513ED4B2}" presName="sibTrans" presStyleCnt="0"/>
      <dgm:spPr/>
    </dgm:pt>
    <dgm:pt modelId="{36D3E8D8-090C-40B1-85F3-37BBB729AF04}" type="pres">
      <dgm:prSet presAssocID="{2485D0C9-6E79-4A3B-B341-8F082C22BABD}" presName="parenttextcomposite" presStyleCnt="0"/>
      <dgm:spPr/>
    </dgm:pt>
    <dgm:pt modelId="{C58CA8BF-0BFF-4FC2-9460-D28E0F04914E}" type="pres">
      <dgm:prSet presAssocID="{2485D0C9-6E79-4A3B-B341-8F082C22BABD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CA85A5EB-9BD9-45DA-88F1-4663CA60131E}" type="pres">
      <dgm:prSet presAssocID="{2485D0C9-6E79-4A3B-B341-8F082C22BABD}" presName="composite" presStyleCnt="0"/>
      <dgm:spPr/>
    </dgm:pt>
    <dgm:pt modelId="{59180F7D-3915-403B-92A0-66A1A558A695}" type="pres">
      <dgm:prSet presAssocID="{2485D0C9-6E79-4A3B-B341-8F082C22BABD}" presName="chevron1" presStyleLbl="alignNode1" presStyleIdx="14" presStyleCnt="21"/>
      <dgm:spPr/>
    </dgm:pt>
    <dgm:pt modelId="{DF3518BC-A417-4961-B090-3C060E03DF1D}" type="pres">
      <dgm:prSet presAssocID="{2485D0C9-6E79-4A3B-B341-8F082C22BABD}" presName="chevron2" presStyleLbl="alignNode1" presStyleIdx="15" presStyleCnt="21"/>
      <dgm:spPr/>
    </dgm:pt>
    <dgm:pt modelId="{86273214-CC25-448B-859E-D5E06DC6EE6D}" type="pres">
      <dgm:prSet presAssocID="{2485D0C9-6E79-4A3B-B341-8F082C22BABD}" presName="chevron3" presStyleLbl="alignNode1" presStyleIdx="16" presStyleCnt="21"/>
      <dgm:spPr/>
    </dgm:pt>
    <dgm:pt modelId="{05998B2A-2C6C-4C72-BC0B-FF47254F91D6}" type="pres">
      <dgm:prSet presAssocID="{2485D0C9-6E79-4A3B-B341-8F082C22BABD}" presName="chevron4" presStyleLbl="alignNode1" presStyleIdx="17" presStyleCnt="21"/>
      <dgm:spPr/>
    </dgm:pt>
    <dgm:pt modelId="{ED13E5CD-DF23-45F8-8D4D-C05F05B57AE9}" type="pres">
      <dgm:prSet presAssocID="{2485D0C9-6E79-4A3B-B341-8F082C22BABD}" presName="chevron5" presStyleLbl="alignNode1" presStyleIdx="18" presStyleCnt="21"/>
      <dgm:spPr/>
    </dgm:pt>
    <dgm:pt modelId="{A6A264AB-2B13-43E0-ABB7-4F3A189AD386}" type="pres">
      <dgm:prSet presAssocID="{2485D0C9-6E79-4A3B-B341-8F082C22BABD}" presName="chevron6" presStyleLbl="alignNode1" presStyleIdx="19" presStyleCnt="21"/>
      <dgm:spPr/>
    </dgm:pt>
    <dgm:pt modelId="{32585446-6073-4328-B180-778FB7D72E6F}" type="pres">
      <dgm:prSet presAssocID="{2485D0C9-6E79-4A3B-B341-8F082C22BABD}" presName="chevron7" presStyleLbl="alignNode1" presStyleIdx="20" presStyleCnt="21"/>
      <dgm:spPr/>
    </dgm:pt>
    <dgm:pt modelId="{1530AF98-0D57-4D02-974B-01B4FF328E3B}" type="pres">
      <dgm:prSet presAssocID="{2485D0C9-6E79-4A3B-B341-8F082C22BABD}" presName="childtext" presStyleLbl="solidFgAcc1" presStyleIdx="1" presStyleCnt="2">
        <dgm:presLayoutVars>
          <dgm:chMax/>
          <dgm:chPref val="0"/>
          <dgm:bulletEnabled val="1"/>
        </dgm:presLayoutVars>
      </dgm:prSet>
      <dgm:spPr/>
    </dgm:pt>
  </dgm:ptLst>
  <dgm:cxnLst>
    <dgm:cxn modelId="{8AFE8927-D20E-46EE-BCE3-6F9F3F47522A}" type="presOf" srcId="{4858C993-2516-4510-9114-CD15ACD8EF5D}" destId="{1530AF98-0D57-4D02-974B-01B4FF328E3B}" srcOrd="0" destOrd="0" presId="urn:microsoft.com/office/officeart/2008/layout/VerticalAccentList"/>
    <dgm:cxn modelId="{8A6ADD38-0600-4B0E-96CA-EDCDEECF1B4C}" type="presOf" srcId="{ABAEC2EF-604E-4606-8E23-9300181D4E71}" destId="{1D18A476-7639-45E7-B860-4BF2F9813C1D}" srcOrd="0" destOrd="0" presId="urn:microsoft.com/office/officeart/2008/layout/VerticalAccentList"/>
    <dgm:cxn modelId="{DB160C4C-7646-4A46-A13D-FD3ED5228127}" srcId="{307BD2C9-A0C3-4F3A-9F81-7D75D6E88B84}" destId="{ABAEC2EF-604E-4606-8E23-9300181D4E71}" srcOrd="1" destOrd="0" parTransId="{778BD8E5-8889-4389-8023-384203A79DF0}" sibTransId="{29948D6C-5A1C-450B-A3E7-B2F3513ED4B2}"/>
    <dgm:cxn modelId="{A8E7A974-2345-4CE8-BB9D-C9F556A06D1A}" srcId="{307BD2C9-A0C3-4F3A-9F81-7D75D6E88B84}" destId="{2B4ECF28-6B64-4B94-B1DB-6D6B91702040}" srcOrd="0" destOrd="0" parTransId="{BE223BD7-E123-4284-B4C8-271CDB50C4E7}" sibTransId="{4CB3FEA5-8BD3-42D3-AA80-F8C4332763A2}"/>
    <dgm:cxn modelId="{2B52A555-5E26-4094-A5EE-7C3983EC17D8}" type="presOf" srcId="{307BD2C9-A0C3-4F3A-9F81-7D75D6E88B84}" destId="{11467B5F-79CC-49EA-AB3B-86E1468B8174}" srcOrd="0" destOrd="0" presId="urn:microsoft.com/office/officeart/2008/layout/VerticalAccentList"/>
    <dgm:cxn modelId="{E00CD3A8-8731-411E-9DEE-8426D8360E2C}" srcId="{2485D0C9-6E79-4A3B-B341-8F082C22BABD}" destId="{4858C993-2516-4510-9114-CD15ACD8EF5D}" srcOrd="0" destOrd="0" parTransId="{6CA275CD-1C0F-4E8B-A205-22B71A490BC5}" sibTransId="{36142459-C712-4E6F-8CF2-3C9D5CB6BCB7}"/>
    <dgm:cxn modelId="{D3FA0CBF-37B0-41D3-8F89-4E3A24D55418}" srcId="{2B4ECF28-6B64-4B94-B1DB-6D6B91702040}" destId="{4689F0AA-0762-4C23-A352-56A05AAF06E6}" srcOrd="0" destOrd="0" parTransId="{F1652AF0-122E-4BDA-8505-12CA74B5B81B}" sibTransId="{4ABD5AFA-05E7-4634-A2F2-93E5560721BC}"/>
    <dgm:cxn modelId="{D893EEC1-93BC-4962-A69D-2991DC026921}" type="presOf" srcId="{2B4ECF28-6B64-4B94-B1DB-6D6B91702040}" destId="{BF1E0C3F-82E6-4D9A-803F-D4DC70844195}" srcOrd="0" destOrd="0" presId="urn:microsoft.com/office/officeart/2008/layout/VerticalAccentList"/>
    <dgm:cxn modelId="{A684EFC1-DD09-488B-B3DA-9F51CA9E1B56}" type="presOf" srcId="{2485D0C9-6E79-4A3B-B341-8F082C22BABD}" destId="{C58CA8BF-0BFF-4FC2-9460-D28E0F04914E}" srcOrd="0" destOrd="0" presId="urn:microsoft.com/office/officeart/2008/layout/VerticalAccentList"/>
    <dgm:cxn modelId="{0A012ECD-EACE-4144-ADD3-F0C7D946FFF9}" srcId="{307BD2C9-A0C3-4F3A-9F81-7D75D6E88B84}" destId="{2485D0C9-6E79-4A3B-B341-8F082C22BABD}" srcOrd="2" destOrd="0" parTransId="{7A49CA47-FBA9-48F1-A2DE-3244DF0F1B95}" sibTransId="{843A33AC-0683-4458-9B69-9CEDDAB0487C}"/>
    <dgm:cxn modelId="{3E7068E6-DA89-4440-831B-FD1FFD16F9B4}" type="presOf" srcId="{4689F0AA-0762-4C23-A352-56A05AAF06E6}" destId="{B8DA9876-A2C0-4173-AE8D-298E2E1FE0C0}" srcOrd="0" destOrd="0" presId="urn:microsoft.com/office/officeart/2008/layout/VerticalAccentList"/>
    <dgm:cxn modelId="{8ACF4C49-17A3-4DCA-9429-9DBBF397F05B}" type="presParOf" srcId="{11467B5F-79CC-49EA-AB3B-86E1468B8174}" destId="{5A9DB94F-A0BF-48A4-B870-7ACC93A74B34}" srcOrd="0" destOrd="0" presId="urn:microsoft.com/office/officeart/2008/layout/VerticalAccentList"/>
    <dgm:cxn modelId="{1D596A19-47B9-4AE7-AC80-106941BF02F1}" type="presParOf" srcId="{5A9DB94F-A0BF-48A4-B870-7ACC93A74B34}" destId="{BF1E0C3F-82E6-4D9A-803F-D4DC70844195}" srcOrd="0" destOrd="0" presId="urn:microsoft.com/office/officeart/2008/layout/VerticalAccentList"/>
    <dgm:cxn modelId="{3B76BF2C-EE9F-4294-B7BA-3FC6B505F00F}" type="presParOf" srcId="{11467B5F-79CC-49EA-AB3B-86E1468B8174}" destId="{A11555E5-8A22-43A4-A5F2-6FA1003D13DD}" srcOrd="1" destOrd="0" presId="urn:microsoft.com/office/officeart/2008/layout/VerticalAccentList"/>
    <dgm:cxn modelId="{1EA086E1-4074-483B-A458-27CC19FB183C}" type="presParOf" srcId="{A11555E5-8A22-43A4-A5F2-6FA1003D13DD}" destId="{8B134D38-C721-448F-928B-5214581ACFCE}" srcOrd="0" destOrd="0" presId="urn:microsoft.com/office/officeart/2008/layout/VerticalAccentList"/>
    <dgm:cxn modelId="{675EC357-8CCD-4B24-BE20-2942233F1438}" type="presParOf" srcId="{A11555E5-8A22-43A4-A5F2-6FA1003D13DD}" destId="{B2FE0CCF-AC91-425A-A303-9D639549CAAB}" srcOrd="1" destOrd="0" presId="urn:microsoft.com/office/officeart/2008/layout/VerticalAccentList"/>
    <dgm:cxn modelId="{2201BEEB-62B4-4630-BD31-E02EBD635622}" type="presParOf" srcId="{A11555E5-8A22-43A4-A5F2-6FA1003D13DD}" destId="{6289F0CD-8148-41E5-B020-E248D5350CC5}" srcOrd="2" destOrd="0" presId="urn:microsoft.com/office/officeart/2008/layout/VerticalAccentList"/>
    <dgm:cxn modelId="{8CF34FF3-BA19-467C-BF45-6B0C8ADE13AA}" type="presParOf" srcId="{A11555E5-8A22-43A4-A5F2-6FA1003D13DD}" destId="{8C3D498B-CD36-4EFF-90A8-DA6F75A37B74}" srcOrd="3" destOrd="0" presId="urn:microsoft.com/office/officeart/2008/layout/VerticalAccentList"/>
    <dgm:cxn modelId="{E30555A2-1D9E-4B90-BCEE-C790A477F033}" type="presParOf" srcId="{A11555E5-8A22-43A4-A5F2-6FA1003D13DD}" destId="{3342DA3B-9D4A-4E4D-A7AA-AC3F2154A957}" srcOrd="4" destOrd="0" presId="urn:microsoft.com/office/officeart/2008/layout/VerticalAccentList"/>
    <dgm:cxn modelId="{EC827A8B-AE6C-4514-B8B9-1064B76CCF12}" type="presParOf" srcId="{A11555E5-8A22-43A4-A5F2-6FA1003D13DD}" destId="{F1882CCE-D398-454F-BD59-59789F27CF8B}" srcOrd="5" destOrd="0" presId="urn:microsoft.com/office/officeart/2008/layout/VerticalAccentList"/>
    <dgm:cxn modelId="{18867582-1300-494F-A37C-FAB034E469A0}" type="presParOf" srcId="{A11555E5-8A22-43A4-A5F2-6FA1003D13DD}" destId="{8171E9A2-A44B-4173-9096-B6A7267BCC3A}" srcOrd="6" destOrd="0" presId="urn:microsoft.com/office/officeart/2008/layout/VerticalAccentList"/>
    <dgm:cxn modelId="{321AF85E-8B73-41A8-A6F2-18432F97EB53}" type="presParOf" srcId="{A11555E5-8A22-43A4-A5F2-6FA1003D13DD}" destId="{B8DA9876-A2C0-4173-AE8D-298E2E1FE0C0}" srcOrd="7" destOrd="0" presId="urn:microsoft.com/office/officeart/2008/layout/VerticalAccentList"/>
    <dgm:cxn modelId="{E2B5626F-E1CF-439E-A347-07FE5B9AF769}" type="presParOf" srcId="{11467B5F-79CC-49EA-AB3B-86E1468B8174}" destId="{197997C1-BCED-4BE9-934A-934FDB168A33}" srcOrd="2" destOrd="0" presId="urn:microsoft.com/office/officeart/2008/layout/VerticalAccentList"/>
    <dgm:cxn modelId="{A8E2C573-5B1F-4B08-A6CB-F6B4F0D34612}" type="presParOf" srcId="{11467B5F-79CC-49EA-AB3B-86E1468B8174}" destId="{F4E29332-E0EC-4901-B11C-C2029243E030}" srcOrd="3" destOrd="0" presId="urn:microsoft.com/office/officeart/2008/layout/VerticalAccentList"/>
    <dgm:cxn modelId="{9F8A13C9-135B-4C64-BDA0-69472384DC1C}" type="presParOf" srcId="{F4E29332-E0EC-4901-B11C-C2029243E030}" destId="{1D18A476-7639-45E7-B860-4BF2F9813C1D}" srcOrd="0" destOrd="0" presId="urn:microsoft.com/office/officeart/2008/layout/VerticalAccentList"/>
    <dgm:cxn modelId="{3BCEAB10-AEB1-4BE4-9EAC-4CB57B400A79}" type="presParOf" srcId="{11467B5F-79CC-49EA-AB3B-86E1468B8174}" destId="{9B6E645F-9FA7-46E0-8576-C48E236E88C0}" srcOrd="4" destOrd="0" presId="urn:microsoft.com/office/officeart/2008/layout/VerticalAccentList"/>
    <dgm:cxn modelId="{B01D233B-3F7B-47A2-B004-7301D13BDB2C}" type="presParOf" srcId="{9B6E645F-9FA7-46E0-8576-C48E236E88C0}" destId="{F652DEF0-B8F7-41DF-A8B9-4ECABF2CC7A0}" srcOrd="0" destOrd="0" presId="urn:microsoft.com/office/officeart/2008/layout/VerticalAccentList"/>
    <dgm:cxn modelId="{3B472154-FE10-4678-95A8-010A5F011207}" type="presParOf" srcId="{9B6E645F-9FA7-46E0-8576-C48E236E88C0}" destId="{C28B66D3-7B9B-4743-8880-D37EE347BB2F}" srcOrd="1" destOrd="0" presId="urn:microsoft.com/office/officeart/2008/layout/VerticalAccentList"/>
    <dgm:cxn modelId="{91F0EA9E-E5CC-4BDE-B159-22778AAD89A6}" type="presParOf" srcId="{9B6E645F-9FA7-46E0-8576-C48E236E88C0}" destId="{1049C360-78EA-4295-A3E6-0A4E0BADF857}" srcOrd="2" destOrd="0" presId="urn:microsoft.com/office/officeart/2008/layout/VerticalAccentList"/>
    <dgm:cxn modelId="{E93CC20F-7C77-4110-80C7-A8A1CB7A8553}" type="presParOf" srcId="{9B6E645F-9FA7-46E0-8576-C48E236E88C0}" destId="{2451BACF-2DAF-4762-B678-9C6224658C07}" srcOrd="3" destOrd="0" presId="urn:microsoft.com/office/officeart/2008/layout/VerticalAccentList"/>
    <dgm:cxn modelId="{3771D179-1543-48C3-91FC-B588939FF0E6}" type="presParOf" srcId="{9B6E645F-9FA7-46E0-8576-C48E236E88C0}" destId="{4D42F11D-0262-4682-82A2-BD65D9BDD456}" srcOrd="4" destOrd="0" presId="urn:microsoft.com/office/officeart/2008/layout/VerticalAccentList"/>
    <dgm:cxn modelId="{4D98EF31-BAB9-45D4-A4A1-8D90E79C0FA5}" type="presParOf" srcId="{9B6E645F-9FA7-46E0-8576-C48E236E88C0}" destId="{B7730829-C602-4FCC-B134-C4C809979AD6}" srcOrd="5" destOrd="0" presId="urn:microsoft.com/office/officeart/2008/layout/VerticalAccentList"/>
    <dgm:cxn modelId="{3975E44C-3109-4B27-A905-95065E82B289}" type="presParOf" srcId="{9B6E645F-9FA7-46E0-8576-C48E236E88C0}" destId="{A8BD0BBD-C390-456A-8185-3758F22A2004}" srcOrd="6" destOrd="0" presId="urn:microsoft.com/office/officeart/2008/layout/VerticalAccentList"/>
    <dgm:cxn modelId="{CC2576EB-21F8-49FD-ACAE-F468330AB586}" type="presParOf" srcId="{11467B5F-79CC-49EA-AB3B-86E1468B8174}" destId="{6C5851E4-10E4-4916-B128-6610907D7EF7}" srcOrd="5" destOrd="0" presId="urn:microsoft.com/office/officeart/2008/layout/VerticalAccentList"/>
    <dgm:cxn modelId="{0CAF236E-CCEE-4982-8655-D77D169A1FED}" type="presParOf" srcId="{11467B5F-79CC-49EA-AB3B-86E1468B8174}" destId="{36D3E8D8-090C-40B1-85F3-37BBB729AF04}" srcOrd="6" destOrd="0" presId="urn:microsoft.com/office/officeart/2008/layout/VerticalAccentList"/>
    <dgm:cxn modelId="{2E659FF6-75BB-49EE-BF4C-49CAF69EBBBC}" type="presParOf" srcId="{36D3E8D8-090C-40B1-85F3-37BBB729AF04}" destId="{C58CA8BF-0BFF-4FC2-9460-D28E0F04914E}" srcOrd="0" destOrd="0" presId="urn:microsoft.com/office/officeart/2008/layout/VerticalAccentList"/>
    <dgm:cxn modelId="{C814A229-8023-4EA5-B386-80D76054AF2C}" type="presParOf" srcId="{11467B5F-79CC-49EA-AB3B-86E1468B8174}" destId="{CA85A5EB-9BD9-45DA-88F1-4663CA60131E}" srcOrd="7" destOrd="0" presId="urn:microsoft.com/office/officeart/2008/layout/VerticalAccentList"/>
    <dgm:cxn modelId="{DDE97B5F-9331-4364-BBF0-AD65036115D5}" type="presParOf" srcId="{CA85A5EB-9BD9-45DA-88F1-4663CA60131E}" destId="{59180F7D-3915-403B-92A0-66A1A558A695}" srcOrd="0" destOrd="0" presId="urn:microsoft.com/office/officeart/2008/layout/VerticalAccentList"/>
    <dgm:cxn modelId="{887913B6-B47B-4333-965D-E19D744C57EB}" type="presParOf" srcId="{CA85A5EB-9BD9-45DA-88F1-4663CA60131E}" destId="{DF3518BC-A417-4961-B090-3C060E03DF1D}" srcOrd="1" destOrd="0" presId="urn:microsoft.com/office/officeart/2008/layout/VerticalAccentList"/>
    <dgm:cxn modelId="{2118AB71-DAF7-443A-8D97-A60279115EC9}" type="presParOf" srcId="{CA85A5EB-9BD9-45DA-88F1-4663CA60131E}" destId="{86273214-CC25-448B-859E-D5E06DC6EE6D}" srcOrd="2" destOrd="0" presId="urn:microsoft.com/office/officeart/2008/layout/VerticalAccentList"/>
    <dgm:cxn modelId="{2C34C435-9B4E-444F-A05E-3526981196B7}" type="presParOf" srcId="{CA85A5EB-9BD9-45DA-88F1-4663CA60131E}" destId="{05998B2A-2C6C-4C72-BC0B-FF47254F91D6}" srcOrd="3" destOrd="0" presId="urn:microsoft.com/office/officeart/2008/layout/VerticalAccentList"/>
    <dgm:cxn modelId="{6895E426-4164-4792-81F9-0A53E7EEB9FD}" type="presParOf" srcId="{CA85A5EB-9BD9-45DA-88F1-4663CA60131E}" destId="{ED13E5CD-DF23-45F8-8D4D-C05F05B57AE9}" srcOrd="4" destOrd="0" presId="urn:microsoft.com/office/officeart/2008/layout/VerticalAccentList"/>
    <dgm:cxn modelId="{3BCC6B8A-1BC4-4928-BC7E-8868EEC21EC6}" type="presParOf" srcId="{CA85A5EB-9BD9-45DA-88F1-4663CA60131E}" destId="{A6A264AB-2B13-43E0-ABB7-4F3A189AD386}" srcOrd="5" destOrd="0" presId="urn:microsoft.com/office/officeart/2008/layout/VerticalAccentList"/>
    <dgm:cxn modelId="{5F399301-DCA8-4AAA-ACC2-F8BF5DF87D4C}" type="presParOf" srcId="{CA85A5EB-9BD9-45DA-88F1-4663CA60131E}" destId="{32585446-6073-4328-B180-778FB7D72E6F}" srcOrd="6" destOrd="0" presId="urn:microsoft.com/office/officeart/2008/layout/VerticalAccentList"/>
    <dgm:cxn modelId="{A187E5FE-3D52-43B5-858B-EDACF8B08D6A}" type="presParOf" srcId="{CA85A5EB-9BD9-45DA-88F1-4663CA60131E}" destId="{1530AF98-0D57-4D02-974B-01B4FF328E3B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E0C3F-82E6-4D9A-803F-D4DC70844195}">
      <dsp:nvSpPr>
        <dsp:cNvPr id="0" name=""/>
        <dsp:cNvSpPr/>
      </dsp:nvSpPr>
      <dsp:spPr>
        <a:xfrm>
          <a:off x="178969" y="2082"/>
          <a:ext cx="7327924" cy="666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One</a:t>
          </a:r>
        </a:p>
      </dsp:txBody>
      <dsp:txXfrm>
        <a:off x="178969" y="2082"/>
        <a:ext cx="7327924" cy="666174"/>
      </dsp:txXfrm>
    </dsp:sp>
    <dsp:sp modelId="{8B134D38-C721-448F-928B-5214581ACFCE}">
      <dsp:nvSpPr>
        <dsp:cNvPr id="0" name=""/>
        <dsp:cNvSpPr/>
      </dsp:nvSpPr>
      <dsp:spPr>
        <a:xfrm>
          <a:off x="178969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E0CCF-AC91-425A-A303-9D639549CAAB}">
      <dsp:nvSpPr>
        <dsp:cNvPr id="0" name=""/>
        <dsp:cNvSpPr/>
      </dsp:nvSpPr>
      <dsp:spPr>
        <a:xfrm>
          <a:off x="1208950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F0CD-8148-41E5-B020-E248D5350CC5}">
      <dsp:nvSpPr>
        <dsp:cNvPr id="0" name=""/>
        <dsp:cNvSpPr/>
      </dsp:nvSpPr>
      <dsp:spPr>
        <a:xfrm>
          <a:off x="2239745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D498B-CD36-4EFF-90A8-DA6F75A37B74}">
      <dsp:nvSpPr>
        <dsp:cNvPr id="0" name=""/>
        <dsp:cNvSpPr/>
      </dsp:nvSpPr>
      <dsp:spPr>
        <a:xfrm>
          <a:off x="3269725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2DA3B-9D4A-4E4D-A7AA-AC3F2154A957}">
      <dsp:nvSpPr>
        <dsp:cNvPr id="0" name=""/>
        <dsp:cNvSpPr/>
      </dsp:nvSpPr>
      <dsp:spPr>
        <a:xfrm>
          <a:off x="4300520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82CCE-D398-454F-BD59-59789F27CF8B}">
      <dsp:nvSpPr>
        <dsp:cNvPr id="0" name=""/>
        <dsp:cNvSpPr/>
      </dsp:nvSpPr>
      <dsp:spPr>
        <a:xfrm>
          <a:off x="5330500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1E9A2-A44B-4173-9096-B6A7267BCC3A}">
      <dsp:nvSpPr>
        <dsp:cNvPr id="0" name=""/>
        <dsp:cNvSpPr/>
      </dsp:nvSpPr>
      <dsp:spPr>
        <a:xfrm>
          <a:off x="6361295" y="668257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A9876-A2C0-4173-AE8D-298E2E1FE0C0}">
      <dsp:nvSpPr>
        <dsp:cNvPr id="0" name=""/>
        <dsp:cNvSpPr/>
      </dsp:nvSpPr>
      <dsp:spPr>
        <a:xfrm>
          <a:off x="178969" y="803959"/>
          <a:ext cx="7423187" cy="10856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Two has a longer label</a:t>
          </a:r>
        </a:p>
      </dsp:txBody>
      <dsp:txXfrm>
        <a:off x="178969" y="803959"/>
        <a:ext cx="7423187" cy="1085618"/>
      </dsp:txXfrm>
    </dsp:sp>
    <dsp:sp modelId="{1D18A476-7639-45E7-B860-4BF2F9813C1D}">
      <dsp:nvSpPr>
        <dsp:cNvPr id="0" name=""/>
        <dsp:cNvSpPr/>
      </dsp:nvSpPr>
      <dsp:spPr>
        <a:xfrm>
          <a:off x="178969" y="2125491"/>
          <a:ext cx="7327924" cy="666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Three</a:t>
          </a:r>
        </a:p>
      </dsp:txBody>
      <dsp:txXfrm>
        <a:off x="178969" y="2125491"/>
        <a:ext cx="7327924" cy="666174"/>
      </dsp:txXfrm>
    </dsp:sp>
    <dsp:sp modelId="{F652DEF0-B8F7-41DF-A8B9-4ECABF2CC7A0}">
      <dsp:nvSpPr>
        <dsp:cNvPr id="0" name=""/>
        <dsp:cNvSpPr/>
      </dsp:nvSpPr>
      <dsp:spPr>
        <a:xfrm>
          <a:off x="178969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B66D3-7B9B-4743-8880-D37EE347BB2F}">
      <dsp:nvSpPr>
        <dsp:cNvPr id="0" name=""/>
        <dsp:cNvSpPr/>
      </dsp:nvSpPr>
      <dsp:spPr>
        <a:xfrm>
          <a:off x="1213021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9C360-78EA-4295-A3E6-0A4E0BADF857}">
      <dsp:nvSpPr>
        <dsp:cNvPr id="0" name=""/>
        <dsp:cNvSpPr/>
      </dsp:nvSpPr>
      <dsp:spPr>
        <a:xfrm>
          <a:off x="2247073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1BACF-2DAF-4762-B678-9C6224658C07}">
      <dsp:nvSpPr>
        <dsp:cNvPr id="0" name=""/>
        <dsp:cNvSpPr/>
      </dsp:nvSpPr>
      <dsp:spPr>
        <a:xfrm>
          <a:off x="3281124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2F11D-0262-4682-82A2-BD65D9BDD456}">
      <dsp:nvSpPr>
        <dsp:cNvPr id="0" name=""/>
        <dsp:cNvSpPr/>
      </dsp:nvSpPr>
      <dsp:spPr>
        <a:xfrm>
          <a:off x="4315176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30829-C602-4FCC-B134-C4C809979AD6}">
      <dsp:nvSpPr>
        <dsp:cNvPr id="0" name=""/>
        <dsp:cNvSpPr/>
      </dsp:nvSpPr>
      <dsp:spPr>
        <a:xfrm>
          <a:off x="5349227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D0BBD-C390-456A-8185-3758F22A2004}">
      <dsp:nvSpPr>
        <dsp:cNvPr id="0" name=""/>
        <dsp:cNvSpPr/>
      </dsp:nvSpPr>
      <dsp:spPr>
        <a:xfrm>
          <a:off x="6383279" y="2791666"/>
          <a:ext cx="977056" cy="16284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CA8BF-0BFF-4FC2-9460-D28E0F04914E}">
      <dsp:nvSpPr>
        <dsp:cNvPr id="0" name=""/>
        <dsp:cNvSpPr/>
      </dsp:nvSpPr>
      <dsp:spPr>
        <a:xfrm>
          <a:off x="178969" y="3054719"/>
          <a:ext cx="7327924" cy="666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b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Four</a:t>
          </a:r>
        </a:p>
      </dsp:txBody>
      <dsp:txXfrm>
        <a:off x="178969" y="3054719"/>
        <a:ext cx="7327924" cy="666174"/>
      </dsp:txXfrm>
    </dsp:sp>
    <dsp:sp modelId="{59180F7D-3915-403B-92A0-66A1A558A695}">
      <dsp:nvSpPr>
        <dsp:cNvPr id="0" name=""/>
        <dsp:cNvSpPr/>
      </dsp:nvSpPr>
      <dsp:spPr>
        <a:xfrm>
          <a:off x="178969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518BC-A417-4961-B090-3C060E03DF1D}">
      <dsp:nvSpPr>
        <dsp:cNvPr id="0" name=""/>
        <dsp:cNvSpPr/>
      </dsp:nvSpPr>
      <dsp:spPr>
        <a:xfrm>
          <a:off x="1208950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73214-CC25-448B-859E-D5E06DC6EE6D}">
      <dsp:nvSpPr>
        <dsp:cNvPr id="0" name=""/>
        <dsp:cNvSpPr/>
      </dsp:nvSpPr>
      <dsp:spPr>
        <a:xfrm>
          <a:off x="2239745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98B2A-2C6C-4C72-BC0B-FF47254F91D6}">
      <dsp:nvSpPr>
        <dsp:cNvPr id="0" name=""/>
        <dsp:cNvSpPr/>
      </dsp:nvSpPr>
      <dsp:spPr>
        <a:xfrm>
          <a:off x="3269725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3E5CD-DF23-45F8-8D4D-C05F05B57AE9}">
      <dsp:nvSpPr>
        <dsp:cNvPr id="0" name=""/>
        <dsp:cNvSpPr/>
      </dsp:nvSpPr>
      <dsp:spPr>
        <a:xfrm>
          <a:off x="4300520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264AB-2B13-43E0-ABB7-4F3A189AD386}">
      <dsp:nvSpPr>
        <dsp:cNvPr id="0" name=""/>
        <dsp:cNvSpPr/>
      </dsp:nvSpPr>
      <dsp:spPr>
        <a:xfrm>
          <a:off x="5330500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85446-6073-4328-B180-778FB7D72E6F}">
      <dsp:nvSpPr>
        <dsp:cNvPr id="0" name=""/>
        <dsp:cNvSpPr/>
      </dsp:nvSpPr>
      <dsp:spPr>
        <a:xfrm>
          <a:off x="6361295" y="3720894"/>
          <a:ext cx="1714734" cy="135702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0AF98-0D57-4D02-974B-01B4FF328E3B}">
      <dsp:nvSpPr>
        <dsp:cNvPr id="0" name=""/>
        <dsp:cNvSpPr/>
      </dsp:nvSpPr>
      <dsp:spPr>
        <a:xfrm>
          <a:off x="178969" y="3856597"/>
          <a:ext cx="7423187" cy="10856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Five</a:t>
          </a:r>
        </a:p>
      </dsp:txBody>
      <dsp:txXfrm>
        <a:off x="178969" y="3856597"/>
        <a:ext cx="7423187" cy="1085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BB5D-E576-4DE9-1099-176391E2E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6A8ED-D80B-8A9C-254C-F97E000E8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F73E-1962-1E2C-6629-91DE5D09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A2437-3750-24B6-B908-6E4CD21A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101-F43B-CEF0-8E66-44244762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3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000F-7A71-2975-9983-D248F057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285EA-742D-2101-9CFF-F2EE4C1F4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79900-FC1D-C508-37DB-77227119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E295F-A9BF-6F10-1BA5-B8CFB3D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877D-35DE-F97D-2443-D3DBB34F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07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9136-E4B8-D217-1CD8-EDF59AEF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24A39-664C-5651-FCE2-092C5585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008F-F122-6630-90D7-9BF87578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4319-576B-C318-7845-E862EBCB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2C3B-5E1B-2A6E-6496-8A5D6188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4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E2B-CF70-AEA7-0C57-5E7C78E29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9DBE6-E49C-8F1B-D08C-14F15C7B3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D8355-1BFE-67B1-0607-354EC3DAB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3CFC3-A66E-C129-EF16-256E2922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9F614-440C-C576-4E56-6C43B59B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EEDC3-9F91-1864-EDF3-F0DE5043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2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282D-894E-FC76-C0E3-15B8662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720BB-05FF-24A8-6929-89812485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63BFC-436B-94AC-0368-C01E277A4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68BA7-3146-095C-F784-6B80D143B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0678C-BBD1-F7F4-80D7-9E6790FA6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07B20-3A0A-D91E-8ACC-0ED11BD7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5D341-14C8-9368-7395-1D1C4303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DA008-0C13-0A76-8692-2243D80C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942-989C-9E3C-AA60-7C745D6B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EE6E9-30E5-4B63-B96B-586EF672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46DD2-2B03-EA74-4601-37038063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C7B08-7BC6-1BD1-1141-C6492D4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7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8E0C2-685C-491D-6266-9ADFC87C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9FFC5-1906-5913-427F-217DD04D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5B83F-F22C-7DC5-F06D-C3E863F2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0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8B9B-58D5-8505-9230-391F858C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52CC4-9A81-BFAB-0D50-37C0D9EA4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D15DF-9C31-B407-5CF2-DA4FDC0DD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2D7BD-E9BE-D684-ED37-34D6B85C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2EF27-2DF9-E924-DB42-3E018829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824A2-6D6D-84D0-DD0A-2C3F9400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1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1FD8-6CA4-0DCB-DA21-EEF7F0F0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69BA6-B356-860C-C8EF-85C9D9E5E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40237-8B64-4EA2-A546-5D133C4AC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7EDAB-6E5F-65A3-6771-484EED85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B20C9-EBBC-35AC-C6CB-872DDFDF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DF654-1588-0E4E-7B78-25EEF9F6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BF3B-3F27-4092-D431-964A2088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15921-482C-A71F-DD0C-7CAC30DFE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4C4B-CEC6-ECF0-91C6-BF540B29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8065-E7CC-BC73-7175-02275043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14CD-94A8-076A-3EDF-82695616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6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A8D4D-A9E0-6954-A732-1617D2752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3E8C0-899C-0F0F-1864-81F450049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8D43-1D76-8213-A4A6-3CA5646E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7EEC-AC07-5AC2-C2FB-C2014036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2738-86B0-1F97-42C1-DC68DE6A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E2658-4557-9F8B-D0EE-19BBFE7F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A6B07-B8AC-6A92-4D67-282DDF563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0BDF7-5889-9723-3A31-7FECC0611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A0F4B-351F-4F55-8FBB-B28E49DD18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B022C-FB75-1BED-7890-42BB154AD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5A13-401B-E133-BB34-A0C420A58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FF5F-FF7C-4DF4-B3D5-2382C2FB9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0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7552A1D-4B23-7B5E-EDD6-133689A7ED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822946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900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2026-09-06T08:13:01Z</dcterms:created>
  <dcterms:modified xsi:type="dcterms:W3CDTF">2026-09-06T08:13:02Z</dcterms:modified>
</cp:coreProperties>
</file>