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083711-1E4B-4FA5-988C-2ED8596FBD59}" type="doc">
      <dgm:prSet loTypeId="urn:microsoft.com/office/officeart/2009/3/layout/PlusandMinus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39C38A3-7A88-4C2A-A21B-9154A162BCCF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42AFBD2E-1228-4626-8158-3B91487ACBEE}" type="parTrans" cxnId="{1526EC4A-4E80-45A0-B8FD-7098DEEA4CF6}">
      <dgm:prSet/>
      <dgm:spPr/>
    </dgm:pt>
    <dgm:pt modelId="{B25A648D-D354-425B-85E6-EE8605BA0F6F}" type="sibTrans" cxnId="{1526EC4A-4E80-45A0-B8FD-7098DEEA4CF6}">
      <dgm:prSet/>
      <dgm:spPr/>
    </dgm:pt>
    <dgm:pt modelId="{F3F9C6D2-5550-45BF-91E1-1DBCDD87A010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5083FBA7-1870-4A42-AA09-B6B14F5DEA99}" type="parTrans" cxnId="{4AAB1CAD-591C-4804-B32E-D6052740DCC9}">
      <dgm:prSet/>
      <dgm:spPr/>
    </dgm:pt>
    <dgm:pt modelId="{788617AE-E311-4EA1-932B-D8512AA2F158}" type="sibTrans" cxnId="{4AAB1CAD-591C-4804-B32E-D6052740DCC9}">
      <dgm:prSet/>
      <dgm:spPr/>
    </dgm:pt>
    <dgm:pt modelId="{E4BFA421-74A5-4099-ADFC-71B16B07D9FD}" type="pres">
      <dgm:prSet presAssocID="{24083711-1E4B-4FA5-988C-2ED8596FBD59}" presName="Name0" presStyleCnt="0">
        <dgm:presLayoutVars>
          <dgm:chMax val="2"/>
          <dgm:chPref val="2"/>
          <dgm:dir/>
          <dgm:animOne/>
          <dgm:resizeHandles val="exact"/>
        </dgm:presLayoutVars>
      </dgm:prSet>
      <dgm:spPr/>
    </dgm:pt>
    <dgm:pt modelId="{BD800B3A-74EE-4056-8FFA-D46C7CB7E543}" type="pres">
      <dgm:prSet presAssocID="{24083711-1E4B-4FA5-988C-2ED8596FBD59}" presName="Background" presStyleLbl="bgImgPlace1" presStyleIdx="0" presStyleCnt="1"/>
      <dgm:spPr/>
    </dgm:pt>
    <dgm:pt modelId="{DB15551A-D145-4D28-AF11-A3C59CBA0064}" type="pres">
      <dgm:prSet presAssocID="{24083711-1E4B-4FA5-988C-2ED8596FBD59}" presName="ParentText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8825B04C-28E7-4FB2-97A4-D91EE0397B1A}" type="pres">
      <dgm:prSet presAssocID="{24083711-1E4B-4FA5-988C-2ED8596FBD59}" presName="ParentText2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DB25F42B-3DEB-4143-A5DE-CE05D4199633}" type="pres">
      <dgm:prSet presAssocID="{24083711-1E4B-4FA5-988C-2ED8596FBD59}" presName="Plus" presStyleLbl="alignNode1" presStyleIdx="0" presStyleCnt="2"/>
      <dgm:spPr/>
    </dgm:pt>
    <dgm:pt modelId="{428663D1-5DB3-4FF7-A0FC-A442F07BC05E}" type="pres">
      <dgm:prSet presAssocID="{24083711-1E4B-4FA5-988C-2ED8596FBD59}" presName="Minus" presStyleLbl="alignNode1" presStyleIdx="1" presStyleCnt="2"/>
      <dgm:spPr/>
    </dgm:pt>
    <dgm:pt modelId="{5140D8B0-4605-4DC0-B790-5B29C00A1A62}" type="pres">
      <dgm:prSet presAssocID="{24083711-1E4B-4FA5-988C-2ED8596FBD59}" presName="Divider" presStyleLbl="parChTrans1D1" presStyleIdx="0" presStyleCnt="1"/>
      <dgm:spPr/>
    </dgm:pt>
  </dgm:ptLst>
  <dgm:cxnLst>
    <dgm:cxn modelId="{E8274126-2716-43F9-BCC3-B8E7E017655A}" type="presOf" srcId="{24083711-1E4B-4FA5-988C-2ED8596FBD59}" destId="{E4BFA421-74A5-4099-ADFC-71B16B07D9FD}" srcOrd="0" destOrd="0" presId="urn:microsoft.com/office/officeart/2009/3/layout/PlusandMinus"/>
    <dgm:cxn modelId="{1526EC4A-4E80-45A0-B8FD-7098DEEA4CF6}" srcId="{24083711-1E4B-4FA5-988C-2ED8596FBD59}" destId="{F39C38A3-7A88-4C2A-A21B-9154A162BCCF}" srcOrd="0" destOrd="0" parTransId="{42AFBD2E-1228-4626-8158-3B91487ACBEE}" sibTransId="{B25A648D-D354-425B-85E6-EE8605BA0F6F}"/>
    <dgm:cxn modelId="{87BF0F70-D254-4F58-94BC-BBE84F9B863E}" type="presOf" srcId="{F39C38A3-7A88-4C2A-A21B-9154A162BCCF}" destId="{DB15551A-D145-4D28-AF11-A3C59CBA0064}" srcOrd="0" destOrd="0" presId="urn:microsoft.com/office/officeart/2009/3/layout/PlusandMinus"/>
    <dgm:cxn modelId="{4AAB1CAD-591C-4804-B32E-D6052740DCC9}" srcId="{24083711-1E4B-4FA5-988C-2ED8596FBD59}" destId="{F3F9C6D2-5550-45BF-91E1-1DBCDD87A010}" srcOrd="1" destOrd="0" parTransId="{5083FBA7-1870-4A42-AA09-B6B14F5DEA99}" sibTransId="{788617AE-E311-4EA1-932B-D8512AA2F158}"/>
    <dgm:cxn modelId="{E49448E8-0A4B-4DED-9EE1-C09D61753522}" type="presOf" srcId="{F3F9C6D2-5550-45BF-91E1-1DBCDD87A010}" destId="{8825B04C-28E7-4FB2-97A4-D91EE0397B1A}" srcOrd="0" destOrd="0" presId="urn:microsoft.com/office/officeart/2009/3/layout/PlusandMinus"/>
    <dgm:cxn modelId="{07CF2AA9-9893-4EF7-BB68-583B3D0D1BC7}" type="presParOf" srcId="{E4BFA421-74A5-4099-ADFC-71B16B07D9FD}" destId="{BD800B3A-74EE-4056-8FFA-D46C7CB7E543}" srcOrd="0" destOrd="0" presId="urn:microsoft.com/office/officeart/2009/3/layout/PlusandMinus"/>
    <dgm:cxn modelId="{84AAB49E-B387-4875-86EC-944979DB46FE}" type="presParOf" srcId="{E4BFA421-74A5-4099-ADFC-71B16B07D9FD}" destId="{DB15551A-D145-4D28-AF11-A3C59CBA0064}" srcOrd="1" destOrd="0" presId="urn:microsoft.com/office/officeart/2009/3/layout/PlusandMinus"/>
    <dgm:cxn modelId="{D7EECF4A-A549-4952-8A41-DA0398D454CC}" type="presParOf" srcId="{E4BFA421-74A5-4099-ADFC-71B16B07D9FD}" destId="{8825B04C-28E7-4FB2-97A4-D91EE0397B1A}" srcOrd="2" destOrd="0" presId="urn:microsoft.com/office/officeart/2009/3/layout/PlusandMinus"/>
    <dgm:cxn modelId="{FE088EEB-CCF3-4B3A-A836-1983BC78BBBA}" type="presParOf" srcId="{E4BFA421-74A5-4099-ADFC-71B16B07D9FD}" destId="{DB25F42B-3DEB-4143-A5DE-CE05D4199633}" srcOrd="3" destOrd="0" presId="urn:microsoft.com/office/officeart/2009/3/layout/PlusandMinus"/>
    <dgm:cxn modelId="{E472F64A-4C0C-42D9-9B9A-FCD781D55D32}" type="presParOf" srcId="{E4BFA421-74A5-4099-ADFC-71B16B07D9FD}" destId="{428663D1-5DB3-4FF7-A0FC-A442F07BC05E}" srcOrd="4" destOrd="0" presId="urn:microsoft.com/office/officeart/2009/3/layout/PlusandMinus"/>
    <dgm:cxn modelId="{1116D1D6-0202-4870-AAE5-E3B424085AA1}" type="presParOf" srcId="{E4BFA421-74A5-4099-ADFC-71B16B07D9FD}" destId="{5140D8B0-4605-4DC0-B790-5B29C00A1A62}" srcOrd="5" destOrd="0" presId="urn:microsoft.com/office/officeart/2009/3/layout/PlusandMinu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800B3A-74EE-4056-8FFA-D46C7CB7E543}">
      <dsp:nvSpPr>
        <dsp:cNvPr id="0" name=""/>
        <dsp:cNvSpPr/>
      </dsp:nvSpPr>
      <dsp:spPr>
        <a:xfrm>
          <a:off x="742949" y="1055611"/>
          <a:ext cx="7181850" cy="3711536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15551A-D145-4D28-AF11-A3C59CBA0064}">
      <dsp:nvSpPr>
        <dsp:cNvPr id="0" name=""/>
        <dsp:cNvSpPr/>
      </dsp:nvSpPr>
      <dsp:spPr>
        <a:xfrm>
          <a:off x="957579" y="1489680"/>
          <a:ext cx="3335020" cy="3175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915" tIns="81915" rIns="81915" bIns="81915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Alpha</a:t>
          </a:r>
        </a:p>
      </dsp:txBody>
      <dsp:txXfrm>
        <a:off x="957579" y="1489680"/>
        <a:ext cx="3335020" cy="3175174"/>
      </dsp:txXfrm>
    </dsp:sp>
    <dsp:sp modelId="{8825B04C-28E7-4FB2-97A4-D91EE0397B1A}">
      <dsp:nvSpPr>
        <dsp:cNvPr id="0" name=""/>
        <dsp:cNvSpPr/>
      </dsp:nvSpPr>
      <dsp:spPr>
        <a:xfrm>
          <a:off x="4366895" y="1489680"/>
          <a:ext cx="3335020" cy="3175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915" tIns="81915" rIns="81915" bIns="81915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Beta has a noticeably longer label than the others</a:t>
          </a:r>
        </a:p>
      </dsp:txBody>
      <dsp:txXfrm>
        <a:off x="4366895" y="1489680"/>
        <a:ext cx="3335020" cy="3175174"/>
      </dsp:txXfrm>
    </dsp:sp>
    <dsp:sp modelId="{DB25F42B-3DEB-4143-A5DE-CE05D4199633}">
      <dsp:nvSpPr>
        <dsp:cNvPr id="0" name=""/>
        <dsp:cNvSpPr/>
      </dsp:nvSpPr>
      <dsp:spPr>
        <a:xfrm>
          <a:off x="0" y="312851"/>
          <a:ext cx="1403350" cy="1403350"/>
        </a:xfrm>
        <a:prstGeom prst="plus">
          <a:avLst>
            <a:gd name="adj" fmla="val 328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8663D1-5DB3-4FF7-A0FC-A442F07BC05E}">
      <dsp:nvSpPr>
        <dsp:cNvPr id="0" name=""/>
        <dsp:cNvSpPr/>
      </dsp:nvSpPr>
      <dsp:spPr>
        <a:xfrm>
          <a:off x="6934200" y="817530"/>
          <a:ext cx="1320800" cy="4526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40D8B0-4605-4DC0-B790-5B29C00A1A62}">
      <dsp:nvSpPr>
        <dsp:cNvPr id="0" name=""/>
        <dsp:cNvSpPr/>
      </dsp:nvSpPr>
      <dsp:spPr>
        <a:xfrm>
          <a:off x="4333875" y="1496469"/>
          <a:ext cx="825" cy="3032596"/>
        </a:xfrm>
        <a:prstGeom prst="line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PlusandMinus">
  <dgm:title val=""/>
  <dgm:desc val=""/>
  <dgm:catLst>
    <dgm:cat type="relationship" pri="36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2"/>
      <dgm:chPref val="2"/>
      <dgm:dir/>
      <dgm:animOne/>
      <dgm:resizeHandles val="exact"/>
    </dgm:varLst>
    <dgm:alg type="composite">
      <dgm:param type="ar" val="1.8238"/>
    </dgm:alg>
    <dgm:shape xmlns:r="http://schemas.openxmlformats.org/officeDocument/2006/relationships" r:blip="">
      <dgm:adjLst/>
    </dgm:shape>
    <dgm:choose name="Name1">
      <dgm:if name="Name2" func="var" arg="dir" op="equ" val="norm">
        <dgm:constrLst>
          <dgm:constr type="primFontSz" for="des" ptType="node" op="equ" val="65"/>
          <dgm:constr type="l" for="ch" forName="Background" refType="w" fact="0.09"/>
          <dgm:constr type="t" for="ch" forName="Background" refType="h" fact="0.1641"/>
          <dgm:constr type="w" for="ch" forName="Background" refType="w" fact="0.87"/>
          <dgm:constr type="h" for="ch" forName="Background" refType="h" fact="0.82"/>
          <dgm:constr type="l" for="ch" forName="ParentText1" refType="w" fact="0.116"/>
          <dgm:constr type="t" for="ch" forName="ParentText1" refType="h" fact="0.26"/>
          <dgm:constr type="w" for="ch" forName="ParentText1" refType="w" fact="0.404"/>
          <dgm:constr type="h" for="ch" forName="ParentText1" refType="h" fact="0.7015"/>
          <dgm:constr type="l" for="ch" forName="ParentText2" refType="w" fact="0.529"/>
          <dgm:constr type="t" for="ch" forName="ParentText2" refType="h" fact="0.26"/>
          <dgm:constr type="w" for="ch" forName="ParentText2" refType="w" fact="0.404"/>
          <dgm:constr type="h" for="ch" forName="ParentText2" refType="h" fact="0.7015"/>
          <dgm:constr type="l" for="ch" forName="Plus" refType="w" fact="0"/>
          <dgm:constr type="t" for="ch" forName="Plus" refType="h" fact="0"/>
          <dgm:constr type="w" for="ch" forName="Plus" refType="w" fact="0.17"/>
          <dgm:constr type="h" for="ch" forName="Plus" refType="w" refFor="ch" refForName="Plus"/>
          <dgm:constr type="l" for="ch" forName="Minus" refType="w" fact="0.84"/>
          <dgm:constr type="t" for="ch" forName="Minus" refType="h" fact="0.1115"/>
          <dgm:constr type="w" for="ch" forName="Minus" refType="w" fact="0.16"/>
          <dgm:constr type="h" for="ch" forName="Minus" refType="h" fact="0.1"/>
          <dgm:constr type="l" for="ch" forName="Divider" refType="w" fact="0.525"/>
          <dgm:constr type="t" for="ch" forName="Divider" refType="h" fact="0.2615"/>
          <dgm:constr type="w" for="ch" forName="Divider" refType="w" fact="0.0001"/>
          <dgm:constr type="h" for="ch" forName="Divider" refType="h" fact="0.67"/>
        </dgm:constrLst>
      </dgm:if>
      <dgm:else name="Name3">
        <dgm:constrLst>
          <dgm:constr type="primFontSz" for="des" ptType="node" op="equ" val="65"/>
          <dgm:constr type="r" for="ch" forName="Background" refType="w" fact="-0.09"/>
          <dgm:constr type="t" for="ch" forName="Background" refType="h" fact="0.1641"/>
          <dgm:constr type="w" for="ch" forName="Background" refType="w" fact="0.87"/>
          <dgm:constr type="h" for="ch" forName="Background" refType="h" fact="0.82"/>
          <dgm:constr type="r" for="ch" forName="ParentText1" refType="w" fact="-0.116"/>
          <dgm:constr type="t" for="ch" forName="ParentText1" refType="h" fact="0.26"/>
          <dgm:constr type="w" for="ch" forName="ParentText1" refType="w" fact="0.404"/>
          <dgm:constr type="h" for="ch" forName="ParentText1" refType="h" fact="0.7015"/>
          <dgm:constr type="r" for="ch" forName="ParentText2" refType="w" fact="-0.529"/>
          <dgm:constr type="t" for="ch" forName="ParentText2" refType="h" fact="0.26"/>
          <dgm:constr type="w" for="ch" forName="ParentText2" refType="w" fact="0.404"/>
          <dgm:constr type="h" for="ch" forName="ParentText2" refType="h" fact="0.7015"/>
          <dgm:constr type="r" for="ch" forName="Plus" refType="w" fact="0"/>
          <dgm:constr type="t" for="ch" forName="Plus" refType="h" fact="0"/>
          <dgm:constr type="w" for="ch" forName="Plus" refType="w" fact="0.17"/>
          <dgm:constr type="h" for="ch" forName="Plus" refType="w" refFor="ch" refForName="Plus"/>
          <dgm:constr type="r" for="ch" forName="Minus" refType="w" fact="-0.84"/>
          <dgm:constr type="t" for="ch" forName="Minus" refType="h" fact="0.1115"/>
          <dgm:constr type="w" for="ch" forName="Minus" refType="w" fact="0.16"/>
          <dgm:constr type="h" for="ch" forName="Minus" refType="h" fact="0.1"/>
          <dgm:constr type="r" for="ch" forName="Divider" refType="w" fact="-0.525"/>
          <dgm:constr type="t" for="ch" forName="Divider" refType="h" fact="0.2615"/>
          <dgm:constr type="w" for="ch" forName="Divider" refType="w" fact="0.0001"/>
          <dgm:constr type="h" for="ch" forName="Divider" refType="h" fact="0.67"/>
        </dgm:constrLst>
      </dgm:else>
    </dgm:choose>
    <dgm:layoutNode name="Background" styleLbl="bgImgPlace1">
      <dgm:alg type="sp"/>
      <dgm:shape xmlns:r="http://schemas.openxmlformats.org/officeDocument/2006/relationships" type="rect" r:blip="">
        <dgm:adjLst/>
      </dgm:shape>
      <dgm:presOf/>
    </dgm:layoutNode>
    <dgm:layoutNode name="ParentText1" styleLbl="revTx">
      <dgm:varLst>
        <dgm:chMax val="0"/>
        <dgm:chPref val="0"/>
        <dgm:bulletEnabled val="1"/>
      </dgm:varLst>
      <dgm:alg type="tx">
        <dgm:param type="parTxLTRAlign" val="l"/>
        <dgm:param type="txAnchorVert" val="t"/>
      </dgm:alg>
      <dgm:shape xmlns:r="http://schemas.openxmlformats.org/officeDocument/2006/relationships" type="rect" r:blip="">
        <dgm:adjLst/>
      </dgm:shape>
      <dgm:presOf axis="ch desOrSelf" ptType="node node" st="1 1" cnt="1 0"/>
      <dgm:constrLst>
        <dgm:constr type="lMarg" refType="primFontSz" fact="0.15"/>
        <dgm:constr type="rMarg" refType="primFontSz" fact="0.15"/>
        <dgm:constr type="tMarg" refType="primFontSz" fact="0.15"/>
        <dgm:constr type="bMarg" refType="primFontSz" fact="0.15"/>
      </dgm:constrLst>
      <dgm:ruleLst>
        <dgm:rule type="primFontSz" val="5" fact="NaN" max="NaN"/>
      </dgm:ruleLst>
    </dgm:layoutNode>
    <dgm:layoutNode name="ParentText2" styleLbl="revTx">
      <dgm:varLst>
        <dgm:chMax val="0"/>
        <dgm:chPref val="0"/>
        <dgm:bulletEnabled val="1"/>
      </dgm:varLst>
      <dgm:alg type="tx">
        <dgm:param type="parTxLTRAlign" val="l"/>
        <dgm:param type="txAnchorVert" val="t"/>
      </dgm:alg>
      <dgm:shape xmlns:r="http://schemas.openxmlformats.org/officeDocument/2006/relationships" type="rect" r:blip="">
        <dgm:adjLst/>
      </dgm:shape>
      <dgm:presOf axis="ch desOrSelf" ptType="node node" st="2 1" cnt="1 0"/>
      <dgm:constrLst>
        <dgm:constr type="lMarg" refType="primFontSz" fact="0.15"/>
        <dgm:constr type="rMarg" refType="primFontSz" fact="0.15"/>
        <dgm:constr type="tMarg" refType="primFontSz" fact="0.15"/>
        <dgm:constr type="bMarg" refType="primFontSz" fact="0.15"/>
      </dgm:constrLst>
      <dgm:ruleLst>
        <dgm:rule type="primFontSz" val="5" fact="NaN" max="NaN"/>
      </dgm:ruleLst>
    </dgm:layoutNode>
    <dgm:layoutNode name="Plus" styleLbl="alignNode1">
      <dgm:alg type="sp"/>
      <dgm:shape xmlns:r="http://schemas.openxmlformats.org/officeDocument/2006/relationships" type="plus" r:blip="">
        <dgm:adjLst>
          <dgm:adj idx="1" val="0.3281"/>
        </dgm:adjLst>
      </dgm:shape>
      <dgm:presOf/>
    </dgm:layoutNode>
    <dgm:layoutNode name="Minus" styleLbl="alignNode1">
      <dgm:alg type="sp"/>
      <dgm:shape xmlns:r="http://schemas.openxmlformats.org/officeDocument/2006/relationships" type="rect" r:blip="">
        <dgm:adjLst/>
      </dgm:shape>
      <dgm:presOf/>
    </dgm:layoutNode>
    <dgm:layoutNode name="Divider" styleLbl="parChTrans1D1">
      <dgm:alg type="sp"/>
      <dgm:shape xmlns:r="http://schemas.openxmlformats.org/officeDocument/2006/relationships" type="line" r:blip="">
        <dgm:adjLst/>
      </dgm:shape>
      <dgm:presOf/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06B7C-FC49-C41A-B398-F098ECD982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D3168D-0EAC-746E-4465-584A90F5FB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A8D4E-0DED-1845-00A5-E2403EB77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3109A-20C4-4FEB-BE08-E8F68FF5A90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A55AA-F96E-8FA8-6892-E783FC502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E32F8-03CB-E384-3488-47B824800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601C8-1F5A-46D3-83EC-9D975F1D6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849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D80F4-FE9B-FC06-B13D-3E29E4403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AEB46-4B2E-DE55-E9F3-5D51FD9C3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2F8A8-87B6-B3CE-B80D-9F3C4432E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3109A-20C4-4FEB-BE08-E8F68FF5A90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8915-60C1-2587-E60A-89C094521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EFA3D-F0B8-2046-CA00-337F45E86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601C8-1F5A-46D3-83EC-9D975F1D6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761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7F9F-2822-B920-20D4-3D2D40B70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847FB-4CE5-8686-091F-AA6BB77A5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F63A5-DF61-6DA5-AC08-DA01EB2FA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3109A-20C4-4FEB-BE08-E8F68FF5A90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0B6AE-A95D-4148-459C-8002756A7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844A0-3472-5B64-5AD6-49EAA4DA5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601C8-1F5A-46D3-83EC-9D975F1D6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64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A9889-DBA3-3653-9F79-DF0BB9C7A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4CEE1-5422-6C72-BC09-B546B2D940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70F097-D7AD-B663-76AA-F34770C45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B8FA0-39F1-9B02-20C2-8CAEFD3F1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3109A-20C4-4FEB-BE08-E8F68FF5A90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51ABA8-FE3C-B391-6754-EF23CA5E6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6A484-93DE-6338-5199-68EBDD42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601C8-1F5A-46D3-83EC-9D975F1D6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399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84317-BCD7-E17B-8E9F-F452A1F58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16B2CC-4B1A-F78E-E933-F380CFF3C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748B8-F9DB-1152-9317-378EA94E8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7A8B49-A7DA-1CE5-F9E8-E415EE262D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CB616D-ABAF-8E48-60EA-E62E9F063F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786B64-7F75-3AC3-B592-4D3AB80F4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3109A-20C4-4FEB-BE08-E8F68FF5A90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BFDE95-81E1-25EB-9FED-13A32B3EF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8704D3-D50C-057E-3212-8B679D912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601C8-1F5A-46D3-83EC-9D975F1D6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4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FBF89-95F1-A1A8-3C4E-F35C52059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4052D0-632F-5839-CACD-A37FF9586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3109A-20C4-4FEB-BE08-E8F68FF5A90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4DD60D-DC6D-0A11-694A-A49F6A4A8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C1001C-008D-0F48-1ECC-5F65AEECD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601C8-1F5A-46D3-83EC-9D975F1D6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58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69FD3A-E2A2-00DA-F98F-901C6B30E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3109A-20C4-4FEB-BE08-E8F68FF5A90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F8619E-6422-8699-C343-11058F272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C9D9E-97E0-AC74-B7BD-DA3DDFE72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601C8-1F5A-46D3-83EC-9D975F1D6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784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DEFBD-8C5C-5347-2BB2-28253AEBA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5F1CC-81B2-C970-EBC3-044F920D7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6F5087-8D26-7643-1BE4-C24D86214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62832-825C-94C1-430F-E4F5A452F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3109A-20C4-4FEB-BE08-E8F68FF5A90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94B2E-04D2-CE26-9C1A-B121B3C38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81E72D-1ED6-59A7-AA99-30971270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601C8-1F5A-46D3-83EC-9D975F1D6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62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C223D-E98A-ED9F-B5FA-1D564B7FA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AE6811-91ED-622C-A43F-D1679D0C95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785B7-D57B-0B85-AFF2-7D84CA703C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82847-F811-0232-A178-AB0B1621E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3109A-20C4-4FEB-BE08-E8F68FF5A90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397C40-5596-7B47-3D46-7E2BED567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F3F24-D309-029F-C57C-7D63AB37A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601C8-1F5A-46D3-83EC-9D975F1D6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350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791D6-EB71-E95C-741C-B4029999A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6CD2F4-E0AF-2257-4BA0-A51F72C9BD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5A16A-6E24-8B4D-31AA-DAFB41B60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3109A-20C4-4FEB-BE08-E8F68FF5A90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8F999-13FD-6847-4344-EF0AC6979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C0C05-9F72-CB25-324E-EB134FA1B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601C8-1F5A-46D3-83EC-9D975F1D6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33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A0B73A-6673-467D-28A4-CB1F5A3EE0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9E430-0ABC-888F-1874-54328529B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631BD-24EC-D5B6-C94A-E8D10D3ED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3109A-20C4-4FEB-BE08-E8F68FF5A90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AADFB-8986-2346-56BE-18148C1F2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1B7CD-364D-FDFF-F4F0-CF2908E38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601C8-1F5A-46D3-83EC-9D975F1D6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451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2114EF-174C-E592-AA17-08B2B82A5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854D9-C5C3-0585-2E5F-416AA7893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6ABF8-6B36-13F0-60D0-6D85E53617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B3109A-20C4-4FEB-BE08-E8F68FF5A90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7F729-B719-693E-D672-F063FAA30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90E5-9EA2-64C8-8FFB-748937B8B9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0601C8-1F5A-46D3-83EC-9D975F1D6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58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FAFE185-AAF0-6AF4-78C6-B351928A44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5279681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833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2026-09-06T08:14:35Z</dcterms:created>
  <dcterms:modified xsi:type="dcterms:W3CDTF">2026-09-06T08:14:35Z</dcterms:modified>
</cp:coreProperties>
</file>