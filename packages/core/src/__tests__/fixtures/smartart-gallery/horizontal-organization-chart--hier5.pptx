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9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3C17351-5626-462A-A461-D6B5663C45B4}" type="doc">
      <dgm:prSet loTypeId="urn:microsoft.com/office/officeart/2009/3/layout/HorizontalOrganizationChart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A3D6E8F-1198-4BB2-ACA8-D771F898B986}">
      <dgm:prSet phldrT="[Text]"/>
      <dgm:spPr/>
      <dgm:t>
        <a:bodyPr/>
        <a:lstStyle/>
        <a:p>
          <a:r>
            <a:rPr lang="en-US"/>
            <a:t>Node One</a:t>
          </a:r>
        </a:p>
      </dgm:t>
    </dgm:pt>
    <dgm:pt modelId="{F5ACCA24-A743-4CED-8EE8-8B91CB6CE8C7}" type="parTrans" cxnId="{A7332EC1-AAAB-4E5D-87D0-651AA51A1C53}">
      <dgm:prSet/>
      <dgm:spPr/>
    </dgm:pt>
    <dgm:pt modelId="{8B54FA09-A174-4B43-B16F-F7A8A11777B3}" type="sibTrans" cxnId="{A7332EC1-AAAB-4E5D-87D0-651AA51A1C53}">
      <dgm:prSet/>
      <dgm:spPr/>
    </dgm:pt>
    <dgm:pt modelId="{3A49C105-F922-4696-ACCF-BD5B0FAE644E}">
      <dgm:prSet phldrT="[Text]"/>
      <dgm:spPr/>
      <dgm:t>
        <a:bodyPr/>
        <a:lstStyle/>
        <a:p>
          <a:r>
            <a:rPr lang="en-US"/>
            <a:t>Node Two has a longer label</a:t>
          </a:r>
        </a:p>
      </dgm:t>
    </dgm:pt>
    <dgm:pt modelId="{F273DA15-90A7-4F92-B374-6BDD93ECF2B7}" type="parTrans" cxnId="{6BBC5F83-233E-4593-A930-E10CC00540BA}">
      <dgm:prSet/>
      <dgm:spPr/>
    </dgm:pt>
    <dgm:pt modelId="{33F7E3C8-DC85-436A-BD60-616DC7F2BDB9}" type="sibTrans" cxnId="{6BBC5F83-233E-4593-A930-E10CC00540BA}">
      <dgm:prSet/>
      <dgm:spPr/>
    </dgm:pt>
    <dgm:pt modelId="{C84890E5-A3A3-4374-84AD-F4C0364FA7E3}">
      <dgm:prSet phldrT="[Text]"/>
      <dgm:spPr/>
      <dgm:t>
        <a:bodyPr/>
        <a:lstStyle/>
        <a:p>
          <a:r>
            <a:rPr lang="en-US"/>
            <a:t>Node Three</a:t>
          </a:r>
        </a:p>
      </dgm:t>
    </dgm:pt>
    <dgm:pt modelId="{548C854D-00BB-497C-BDCC-CA1E01540920}" type="parTrans" cxnId="{1526FB77-52AA-464C-A889-7EB976686F11}">
      <dgm:prSet/>
      <dgm:spPr/>
    </dgm:pt>
    <dgm:pt modelId="{A225A685-528F-4E4F-8F00-B6CD37E12736}" type="sibTrans" cxnId="{1526FB77-52AA-464C-A889-7EB976686F11}">
      <dgm:prSet/>
      <dgm:spPr/>
    </dgm:pt>
    <dgm:pt modelId="{128BEC56-47B4-4C14-9B20-7158307418F7}">
      <dgm:prSet phldrT="[Text]"/>
      <dgm:spPr/>
      <dgm:t>
        <a:bodyPr/>
        <a:lstStyle/>
        <a:p>
          <a:r>
            <a:rPr lang="en-US"/>
            <a:t>Node Four</a:t>
          </a:r>
        </a:p>
      </dgm:t>
    </dgm:pt>
    <dgm:pt modelId="{E88F87FD-DE9F-4357-B5C1-E2A6FCBCD232}" type="parTrans" cxnId="{C3E0E538-2536-4F43-9263-CA2F0F55FEDB}">
      <dgm:prSet/>
      <dgm:spPr/>
    </dgm:pt>
    <dgm:pt modelId="{B273929D-6086-4C3B-B742-0A4BB5688461}" type="sibTrans" cxnId="{C3E0E538-2536-4F43-9263-CA2F0F55FEDB}">
      <dgm:prSet/>
      <dgm:spPr/>
    </dgm:pt>
    <dgm:pt modelId="{CB19FCCB-580F-497C-9192-8111D156CDF8}">
      <dgm:prSet phldrT="[Text]"/>
      <dgm:spPr/>
      <dgm:t>
        <a:bodyPr/>
        <a:lstStyle/>
        <a:p>
          <a:r>
            <a:rPr lang="en-US"/>
            <a:t>Node Five</a:t>
          </a:r>
        </a:p>
      </dgm:t>
    </dgm:pt>
    <dgm:pt modelId="{B3FD56C5-A863-440E-9B00-51EF4E04A72F}" type="parTrans" cxnId="{A3E2AD01-CFE8-4B5E-ADAE-D6605FCCE4BC}">
      <dgm:prSet/>
      <dgm:spPr/>
    </dgm:pt>
    <dgm:pt modelId="{1BE4AB52-807E-48D3-B570-DF3CCEB8250F}" type="sibTrans" cxnId="{A3E2AD01-CFE8-4B5E-ADAE-D6605FCCE4BC}">
      <dgm:prSet/>
      <dgm:spPr/>
    </dgm:pt>
    <dgm:pt modelId="{25161CF3-ABDA-4DA3-A7A5-926784A217C1}" type="pres">
      <dgm:prSet presAssocID="{83C17351-5626-462A-A461-D6B5663C45B4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32EA89D0-A924-4367-98CB-A2E5E942A49F}" type="pres">
      <dgm:prSet presAssocID="{FA3D6E8F-1198-4BB2-ACA8-D771F898B986}" presName="hierRoot1" presStyleCnt="0">
        <dgm:presLayoutVars>
          <dgm:hierBranch val="init"/>
        </dgm:presLayoutVars>
      </dgm:prSet>
      <dgm:spPr/>
    </dgm:pt>
    <dgm:pt modelId="{F4F72FDC-6DB7-4AAF-AC51-3F07DDFB579E}" type="pres">
      <dgm:prSet presAssocID="{FA3D6E8F-1198-4BB2-ACA8-D771F898B986}" presName="rootComposite1" presStyleCnt="0"/>
      <dgm:spPr/>
    </dgm:pt>
    <dgm:pt modelId="{88E656D8-5116-4382-87D4-8FE30DBD3F66}" type="pres">
      <dgm:prSet presAssocID="{FA3D6E8F-1198-4BB2-ACA8-D771F898B986}" presName="rootText1" presStyleLbl="node0" presStyleIdx="0" presStyleCnt="1">
        <dgm:presLayoutVars>
          <dgm:chPref val="3"/>
        </dgm:presLayoutVars>
      </dgm:prSet>
      <dgm:spPr/>
    </dgm:pt>
    <dgm:pt modelId="{B31DDE85-6FA1-48A1-A32E-CDEBB730F0B5}" type="pres">
      <dgm:prSet presAssocID="{FA3D6E8F-1198-4BB2-ACA8-D771F898B986}" presName="rootConnector1" presStyleLbl="node1" presStyleIdx="0" presStyleCnt="0"/>
      <dgm:spPr/>
    </dgm:pt>
    <dgm:pt modelId="{58A0D117-91B2-43B1-9A47-6ABD06F7CA1A}" type="pres">
      <dgm:prSet presAssocID="{FA3D6E8F-1198-4BB2-ACA8-D771F898B986}" presName="hierChild2" presStyleCnt="0"/>
      <dgm:spPr/>
    </dgm:pt>
    <dgm:pt modelId="{B3B883EB-FB98-4E94-A9E9-BA583D975C37}" type="pres">
      <dgm:prSet presAssocID="{F273DA15-90A7-4F92-B374-6BDD93ECF2B7}" presName="Name64" presStyleLbl="parChTrans1D2" presStyleIdx="0" presStyleCnt="2"/>
      <dgm:spPr/>
    </dgm:pt>
    <dgm:pt modelId="{B12127BF-F684-4D41-89CE-715DA04EEA65}" type="pres">
      <dgm:prSet presAssocID="{3A49C105-F922-4696-ACCF-BD5B0FAE644E}" presName="hierRoot2" presStyleCnt="0">
        <dgm:presLayoutVars>
          <dgm:hierBranch val="init"/>
        </dgm:presLayoutVars>
      </dgm:prSet>
      <dgm:spPr/>
    </dgm:pt>
    <dgm:pt modelId="{5C8E06E8-0E6A-4E53-8CD8-32BDECA3F5EF}" type="pres">
      <dgm:prSet presAssocID="{3A49C105-F922-4696-ACCF-BD5B0FAE644E}" presName="rootComposite" presStyleCnt="0"/>
      <dgm:spPr/>
    </dgm:pt>
    <dgm:pt modelId="{D3868C91-AE33-4731-A55E-2E7618C6B40F}" type="pres">
      <dgm:prSet presAssocID="{3A49C105-F922-4696-ACCF-BD5B0FAE644E}" presName="rootText" presStyleLbl="node2" presStyleIdx="0" presStyleCnt="2">
        <dgm:presLayoutVars>
          <dgm:chPref val="3"/>
        </dgm:presLayoutVars>
      </dgm:prSet>
      <dgm:spPr/>
    </dgm:pt>
    <dgm:pt modelId="{7A5AF7EC-009F-4FEE-AF25-B1E9BE3B7C50}" type="pres">
      <dgm:prSet presAssocID="{3A49C105-F922-4696-ACCF-BD5B0FAE644E}" presName="rootConnector" presStyleLbl="node2" presStyleIdx="0" presStyleCnt="2"/>
      <dgm:spPr/>
    </dgm:pt>
    <dgm:pt modelId="{51A86A56-6D1D-4C57-ACC8-240E3546B113}" type="pres">
      <dgm:prSet presAssocID="{3A49C105-F922-4696-ACCF-BD5B0FAE644E}" presName="hierChild4" presStyleCnt="0"/>
      <dgm:spPr/>
    </dgm:pt>
    <dgm:pt modelId="{6383D284-CB1C-48D5-845F-24F1524FC52F}" type="pres">
      <dgm:prSet presAssocID="{B3FD56C5-A863-440E-9B00-51EF4E04A72F}" presName="Name64" presStyleLbl="parChTrans1D3" presStyleIdx="0" presStyleCnt="2"/>
      <dgm:spPr/>
    </dgm:pt>
    <dgm:pt modelId="{051B448A-5397-4457-848E-78C9A9FBB589}" type="pres">
      <dgm:prSet presAssocID="{CB19FCCB-580F-497C-9192-8111D156CDF8}" presName="hierRoot2" presStyleCnt="0">
        <dgm:presLayoutVars>
          <dgm:hierBranch val="init"/>
        </dgm:presLayoutVars>
      </dgm:prSet>
      <dgm:spPr/>
    </dgm:pt>
    <dgm:pt modelId="{DF7F1DB6-53C8-45F9-ACCD-949F45BAFB88}" type="pres">
      <dgm:prSet presAssocID="{CB19FCCB-580F-497C-9192-8111D156CDF8}" presName="rootComposite" presStyleCnt="0"/>
      <dgm:spPr/>
    </dgm:pt>
    <dgm:pt modelId="{6CE8D00B-CC69-4C5B-B843-7EEFE48A8B20}" type="pres">
      <dgm:prSet presAssocID="{CB19FCCB-580F-497C-9192-8111D156CDF8}" presName="rootText" presStyleLbl="node3" presStyleIdx="0" presStyleCnt="2">
        <dgm:presLayoutVars>
          <dgm:chPref val="3"/>
        </dgm:presLayoutVars>
      </dgm:prSet>
      <dgm:spPr/>
    </dgm:pt>
    <dgm:pt modelId="{DE276B74-ED0D-498C-BA19-C1EA6C59B33C}" type="pres">
      <dgm:prSet presAssocID="{CB19FCCB-580F-497C-9192-8111D156CDF8}" presName="rootConnector" presStyleLbl="node3" presStyleIdx="0" presStyleCnt="2"/>
      <dgm:spPr/>
    </dgm:pt>
    <dgm:pt modelId="{89E7A12D-8D89-4824-ADB2-EC7FA77BFB22}" type="pres">
      <dgm:prSet presAssocID="{CB19FCCB-580F-497C-9192-8111D156CDF8}" presName="hierChild4" presStyleCnt="0"/>
      <dgm:spPr/>
    </dgm:pt>
    <dgm:pt modelId="{DBB5E65A-C519-4BAE-959E-073CB749E952}" type="pres">
      <dgm:prSet presAssocID="{CB19FCCB-580F-497C-9192-8111D156CDF8}" presName="hierChild5" presStyleCnt="0"/>
      <dgm:spPr/>
    </dgm:pt>
    <dgm:pt modelId="{03F36902-9F6E-46A9-88E6-CFE57789E8C1}" type="pres">
      <dgm:prSet presAssocID="{3A49C105-F922-4696-ACCF-BD5B0FAE644E}" presName="hierChild5" presStyleCnt="0"/>
      <dgm:spPr/>
    </dgm:pt>
    <dgm:pt modelId="{B2B94F42-0E29-495C-B365-1185F55F702C}" type="pres">
      <dgm:prSet presAssocID="{548C854D-00BB-497C-BDCC-CA1E01540920}" presName="Name64" presStyleLbl="parChTrans1D2" presStyleIdx="1" presStyleCnt="2"/>
      <dgm:spPr/>
    </dgm:pt>
    <dgm:pt modelId="{5F2822DC-3563-496E-B500-2055DEDFD634}" type="pres">
      <dgm:prSet presAssocID="{C84890E5-A3A3-4374-84AD-F4C0364FA7E3}" presName="hierRoot2" presStyleCnt="0">
        <dgm:presLayoutVars>
          <dgm:hierBranch val="init"/>
        </dgm:presLayoutVars>
      </dgm:prSet>
      <dgm:spPr/>
    </dgm:pt>
    <dgm:pt modelId="{463319D7-6B62-4960-82A6-9C660D90D1F4}" type="pres">
      <dgm:prSet presAssocID="{C84890E5-A3A3-4374-84AD-F4C0364FA7E3}" presName="rootComposite" presStyleCnt="0"/>
      <dgm:spPr/>
    </dgm:pt>
    <dgm:pt modelId="{DBC00B3F-5511-447E-B8BB-8296769E3400}" type="pres">
      <dgm:prSet presAssocID="{C84890E5-A3A3-4374-84AD-F4C0364FA7E3}" presName="rootText" presStyleLbl="node2" presStyleIdx="1" presStyleCnt="2">
        <dgm:presLayoutVars>
          <dgm:chPref val="3"/>
        </dgm:presLayoutVars>
      </dgm:prSet>
      <dgm:spPr/>
    </dgm:pt>
    <dgm:pt modelId="{7F4AC3F2-C598-481F-B3C5-12F2D79B94EE}" type="pres">
      <dgm:prSet presAssocID="{C84890E5-A3A3-4374-84AD-F4C0364FA7E3}" presName="rootConnector" presStyleLbl="node2" presStyleIdx="1" presStyleCnt="2"/>
      <dgm:spPr/>
    </dgm:pt>
    <dgm:pt modelId="{52963CC6-F064-4517-8681-7D60B185AAF2}" type="pres">
      <dgm:prSet presAssocID="{C84890E5-A3A3-4374-84AD-F4C0364FA7E3}" presName="hierChild4" presStyleCnt="0"/>
      <dgm:spPr/>
    </dgm:pt>
    <dgm:pt modelId="{3301B9CD-E1CB-41B0-B1E6-032FD81AB2F5}" type="pres">
      <dgm:prSet presAssocID="{E88F87FD-DE9F-4357-B5C1-E2A6FCBCD232}" presName="Name64" presStyleLbl="parChTrans1D3" presStyleIdx="1" presStyleCnt="2"/>
      <dgm:spPr/>
    </dgm:pt>
    <dgm:pt modelId="{3ECEC53C-F4D7-4E84-B7D7-1CA8B87A2F35}" type="pres">
      <dgm:prSet presAssocID="{128BEC56-47B4-4C14-9B20-7158307418F7}" presName="hierRoot2" presStyleCnt="0">
        <dgm:presLayoutVars>
          <dgm:hierBranch val="init"/>
        </dgm:presLayoutVars>
      </dgm:prSet>
      <dgm:spPr/>
    </dgm:pt>
    <dgm:pt modelId="{FF2E0B32-5AC4-4692-839D-9A4923E76737}" type="pres">
      <dgm:prSet presAssocID="{128BEC56-47B4-4C14-9B20-7158307418F7}" presName="rootComposite" presStyleCnt="0"/>
      <dgm:spPr/>
    </dgm:pt>
    <dgm:pt modelId="{4AA94FDD-9676-46B5-8B67-4527881ABAA1}" type="pres">
      <dgm:prSet presAssocID="{128BEC56-47B4-4C14-9B20-7158307418F7}" presName="rootText" presStyleLbl="node3" presStyleIdx="1" presStyleCnt="2">
        <dgm:presLayoutVars>
          <dgm:chPref val="3"/>
        </dgm:presLayoutVars>
      </dgm:prSet>
      <dgm:spPr/>
    </dgm:pt>
    <dgm:pt modelId="{A2402E86-5FEE-4513-9366-9828D12DCBFF}" type="pres">
      <dgm:prSet presAssocID="{128BEC56-47B4-4C14-9B20-7158307418F7}" presName="rootConnector" presStyleLbl="node3" presStyleIdx="1" presStyleCnt="2"/>
      <dgm:spPr/>
    </dgm:pt>
    <dgm:pt modelId="{2E867407-6E29-4414-9A73-42DFCCB84467}" type="pres">
      <dgm:prSet presAssocID="{128BEC56-47B4-4C14-9B20-7158307418F7}" presName="hierChild4" presStyleCnt="0"/>
      <dgm:spPr/>
    </dgm:pt>
    <dgm:pt modelId="{C09A9358-106E-4C3C-8A72-62712C44923D}" type="pres">
      <dgm:prSet presAssocID="{128BEC56-47B4-4C14-9B20-7158307418F7}" presName="hierChild5" presStyleCnt="0"/>
      <dgm:spPr/>
    </dgm:pt>
    <dgm:pt modelId="{C002E6EB-6E95-431D-A84C-5D68CE80100B}" type="pres">
      <dgm:prSet presAssocID="{C84890E5-A3A3-4374-84AD-F4C0364FA7E3}" presName="hierChild5" presStyleCnt="0"/>
      <dgm:spPr/>
    </dgm:pt>
    <dgm:pt modelId="{F7BB3831-7081-4EB1-8381-813FAB082418}" type="pres">
      <dgm:prSet presAssocID="{FA3D6E8F-1198-4BB2-ACA8-D771F898B986}" presName="hierChild3" presStyleCnt="0"/>
      <dgm:spPr/>
    </dgm:pt>
  </dgm:ptLst>
  <dgm:cxnLst>
    <dgm:cxn modelId="{A3E2AD01-CFE8-4B5E-ADAE-D6605FCCE4BC}" srcId="{3A49C105-F922-4696-ACCF-BD5B0FAE644E}" destId="{CB19FCCB-580F-497C-9192-8111D156CDF8}" srcOrd="0" destOrd="0" parTransId="{B3FD56C5-A863-440E-9B00-51EF4E04A72F}" sibTransId="{1BE4AB52-807E-48D3-B570-DF3CCEB8250F}"/>
    <dgm:cxn modelId="{CAD3860B-E285-43C6-9236-3053AA98C425}" type="presOf" srcId="{C84890E5-A3A3-4374-84AD-F4C0364FA7E3}" destId="{7F4AC3F2-C598-481F-B3C5-12F2D79B94EE}" srcOrd="1" destOrd="0" presId="urn:microsoft.com/office/officeart/2009/3/layout/HorizontalOrganizationChart"/>
    <dgm:cxn modelId="{463D2922-C19C-4BB0-8F30-43BA462AB51B}" type="presOf" srcId="{128BEC56-47B4-4C14-9B20-7158307418F7}" destId="{4AA94FDD-9676-46B5-8B67-4527881ABAA1}" srcOrd="0" destOrd="0" presId="urn:microsoft.com/office/officeart/2009/3/layout/HorizontalOrganizationChart"/>
    <dgm:cxn modelId="{C3E0E538-2536-4F43-9263-CA2F0F55FEDB}" srcId="{C84890E5-A3A3-4374-84AD-F4C0364FA7E3}" destId="{128BEC56-47B4-4C14-9B20-7158307418F7}" srcOrd="0" destOrd="0" parTransId="{E88F87FD-DE9F-4357-B5C1-E2A6FCBCD232}" sibTransId="{B273929D-6086-4C3B-B742-0A4BB5688461}"/>
    <dgm:cxn modelId="{4FF4B63F-C0EC-46D1-BCE7-D14E6572C2C3}" type="presOf" srcId="{C84890E5-A3A3-4374-84AD-F4C0364FA7E3}" destId="{DBC00B3F-5511-447E-B8BB-8296769E3400}" srcOrd="0" destOrd="0" presId="urn:microsoft.com/office/officeart/2009/3/layout/HorizontalOrganizationChart"/>
    <dgm:cxn modelId="{9A42C75D-E39C-4D8B-9387-89BAA1B9473B}" type="presOf" srcId="{83C17351-5626-462A-A461-D6B5663C45B4}" destId="{25161CF3-ABDA-4DA3-A7A5-926784A217C1}" srcOrd="0" destOrd="0" presId="urn:microsoft.com/office/officeart/2009/3/layout/HorizontalOrganizationChart"/>
    <dgm:cxn modelId="{854B7A42-EBF8-4A37-BDBC-88461916D66F}" type="presOf" srcId="{CB19FCCB-580F-497C-9192-8111D156CDF8}" destId="{6CE8D00B-CC69-4C5B-B843-7EEFE48A8B20}" srcOrd="0" destOrd="0" presId="urn:microsoft.com/office/officeart/2009/3/layout/HorizontalOrganizationChart"/>
    <dgm:cxn modelId="{CA922549-BC72-404A-A644-022D4BB8CB2A}" type="presOf" srcId="{128BEC56-47B4-4C14-9B20-7158307418F7}" destId="{A2402E86-5FEE-4513-9366-9828D12DCBFF}" srcOrd="1" destOrd="0" presId="urn:microsoft.com/office/officeart/2009/3/layout/HorizontalOrganizationChart"/>
    <dgm:cxn modelId="{E8BC4A4D-9A30-4468-B616-898A8E4771DD}" type="presOf" srcId="{FA3D6E8F-1198-4BB2-ACA8-D771F898B986}" destId="{88E656D8-5116-4382-87D4-8FE30DBD3F66}" srcOrd="0" destOrd="0" presId="urn:microsoft.com/office/officeart/2009/3/layout/HorizontalOrganizationChart"/>
    <dgm:cxn modelId="{BB016D75-36C2-4343-A2EF-18171FA31A31}" type="presOf" srcId="{3A49C105-F922-4696-ACCF-BD5B0FAE644E}" destId="{7A5AF7EC-009F-4FEE-AF25-B1E9BE3B7C50}" srcOrd="1" destOrd="0" presId="urn:microsoft.com/office/officeart/2009/3/layout/HorizontalOrganizationChart"/>
    <dgm:cxn modelId="{1526FB77-52AA-464C-A889-7EB976686F11}" srcId="{FA3D6E8F-1198-4BB2-ACA8-D771F898B986}" destId="{C84890E5-A3A3-4374-84AD-F4C0364FA7E3}" srcOrd="1" destOrd="0" parTransId="{548C854D-00BB-497C-BDCC-CA1E01540920}" sibTransId="{A225A685-528F-4E4F-8F00-B6CD37E12736}"/>
    <dgm:cxn modelId="{2416D17A-98FA-4D2D-B889-E17F9C7A3DAD}" type="presOf" srcId="{3A49C105-F922-4696-ACCF-BD5B0FAE644E}" destId="{D3868C91-AE33-4731-A55E-2E7618C6B40F}" srcOrd="0" destOrd="0" presId="urn:microsoft.com/office/officeart/2009/3/layout/HorizontalOrganizationChart"/>
    <dgm:cxn modelId="{6BBC5F83-233E-4593-A930-E10CC00540BA}" srcId="{FA3D6E8F-1198-4BB2-ACA8-D771F898B986}" destId="{3A49C105-F922-4696-ACCF-BD5B0FAE644E}" srcOrd="0" destOrd="0" parTransId="{F273DA15-90A7-4F92-B374-6BDD93ECF2B7}" sibTransId="{33F7E3C8-DC85-436A-BD60-616DC7F2BDB9}"/>
    <dgm:cxn modelId="{E7BF9D97-F43D-45F7-99E6-966C54504A87}" type="presOf" srcId="{CB19FCCB-580F-497C-9192-8111D156CDF8}" destId="{DE276B74-ED0D-498C-BA19-C1EA6C59B33C}" srcOrd="1" destOrd="0" presId="urn:microsoft.com/office/officeart/2009/3/layout/HorizontalOrganizationChart"/>
    <dgm:cxn modelId="{A710FBAA-C0AB-4A29-9556-4AA059722ECC}" type="presOf" srcId="{FA3D6E8F-1198-4BB2-ACA8-D771F898B986}" destId="{B31DDE85-6FA1-48A1-A32E-CDEBB730F0B5}" srcOrd="1" destOrd="0" presId="urn:microsoft.com/office/officeart/2009/3/layout/HorizontalOrganizationChart"/>
    <dgm:cxn modelId="{0BBBCFAE-85F3-40FB-A013-D3F244C466A4}" type="presOf" srcId="{F273DA15-90A7-4F92-B374-6BDD93ECF2B7}" destId="{B3B883EB-FB98-4E94-A9E9-BA583D975C37}" srcOrd="0" destOrd="0" presId="urn:microsoft.com/office/officeart/2009/3/layout/HorizontalOrganizationChart"/>
    <dgm:cxn modelId="{A7332EC1-AAAB-4E5D-87D0-651AA51A1C53}" srcId="{83C17351-5626-462A-A461-D6B5663C45B4}" destId="{FA3D6E8F-1198-4BB2-ACA8-D771F898B986}" srcOrd="0" destOrd="0" parTransId="{F5ACCA24-A743-4CED-8EE8-8B91CB6CE8C7}" sibTransId="{8B54FA09-A174-4B43-B16F-F7A8A11777B3}"/>
    <dgm:cxn modelId="{AC66F0D0-99D1-4802-9C19-938C6ABCACA8}" type="presOf" srcId="{548C854D-00BB-497C-BDCC-CA1E01540920}" destId="{B2B94F42-0E29-495C-B365-1185F55F702C}" srcOrd="0" destOrd="0" presId="urn:microsoft.com/office/officeart/2009/3/layout/HorizontalOrganizationChart"/>
    <dgm:cxn modelId="{5B29C8DC-F4B2-428B-A68E-3EF71B7D907B}" type="presOf" srcId="{E88F87FD-DE9F-4357-B5C1-E2A6FCBCD232}" destId="{3301B9CD-E1CB-41B0-B1E6-032FD81AB2F5}" srcOrd="0" destOrd="0" presId="urn:microsoft.com/office/officeart/2009/3/layout/HorizontalOrganizationChart"/>
    <dgm:cxn modelId="{2B1F82F0-8B0B-42B0-A0C0-C918A66E92F0}" type="presOf" srcId="{B3FD56C5-A863-440E-9B00-51EF4E04A72F}" destId="{6383D284-CB1C-48D5-845F-24F1524FC52F}" srcOrd="0" destOrd="0" presId="urn:microsoft.com/office/officeart/2009/3/layout/HorizontalOrganizationChart"/>
    <dgm:cxn modelId="{7099B027-8291-4DCE-822A-F6B0C43ADE03}" type="presParOf" srcId="{25161CF3-ABDA-4DA3-A7A5-926784A217C1}" destId="{32EA89D0-A924-4367-98CB-A2E5E942A49F}" srcOrd="0" destOrd="0" presId="urn:microsoft.com/office/officeart/2009/3/layout/HorizontalOrganizationChart"/>
    <dgm:cxn modelId="{2E26CD43-E376-4E43-AFF8-993B5C27D32A}" type="presParOf" srcId="{32EA89D0-A924-4367-98CB-A2E5E942A49F}" destId="{F4F72FDC-6DB7-4AAF-AC51-3F07DDFB579E}" srcOrd="0" destOrd="0" presId="urn:microsoft.com/office/officeart/2009/3/layout/HorizontalOrganizationChart"/>
    <dgm:cxn modelId="{B03F3E81-2E7A-43B9-83D0-508A8DED523D}" type="presParOf" srcId="{F4F72FDC-6DB7-4AAF-AC51-3F07DDFB579E}" destId="{88E656D8-5116-4382-87D4-8FE30DBD3F66}" srcOrd="0" destOrd="0" presId="urn:microsoft.com/office/officeart/2009/3/layout/HorizontalOrganizationChart"/>
    <dgm:cxn modelId="{FC41116F-0B74-4C32-AC24-2730134F110F}" type="presParOf" srcId="{F4F72FDC-6DB7-4AAF-AC51-3F07DDFB579E}" destId="{B31DDE85-6FA1-48A1-A32E-CDEBB730F0B5}" srcOrd="1" destOrd="0" presId="urn:microsoft.com/office/officeart/2009/3/layout/HorizontalOrganizationChart"/>
    <dgm:cxn modelId="{163F61D4-B3C8-470A-93E0-C741A157C68F}" type="presParOf" srcId="{32EA89D0-A924-4367-98CB-A2E5E942A49F}" destId="{58A0D117-91B2-43B1-9A47-6ABD06F7CA1A}" srcOrd="1" destOrd="0" presId="urn:microsoft.com/office/officeart/2009/3/layout/HorizontalOrganizationChart"/>
    <dgm:cxn modelId="{F93840EC-E627-4B00-9D0C-CA5A15159836}" type="presParOf" srcId="{58A0D117-91B2-43B1-9A47-6ABD06F7CA1A}" destId="{B3B883EB-FB98-4E94-A9E9-BA583D975C37}" srcOrd="0" destOrd="0" presId="urn:microsoft.com/office/officeart/2009/3/layout/HorizontalOrganizationChart"/>
    <dgm:cxn modelId="{2F796F94-7422-4921-940F-EE41C4C65D9F}" type="presParOf" srcId="{58A0D117-91B2-43B1-9A47-6ABD06F7CA1A}" destId="{B12127BF-F684-4D41-89CE-715DA04EEA65}" srcOrd="1" destOrd="0" presId="urn:microsoft.com/office/officeart/2009/3/layout/HorizontalOrganizationChart"/>
    <dgm:cxn modelId="{C3B141CE-49D6-4FD8-8A2E-0E3AB24DF9CB}" type="presParOf" srcId="{B12127BF-F684-4D41-89CE-715DA04EEA65}" destId="{5C8E06E8-0E6A-4E53-8CD8-32BDECA3F5EF}" srcOrd="0" destOrd="0" presId="urn:microsoft.com/office/officeart/2009/3/layout/HorizontalOrganizationChart"/>
    <dgm:cxn modelId="{859175C8-93D8-4E47-837F-7BD173C5E37C}" type="presParOf" srcId="{5C8E06E8-0E6A-4E53-8CD8-32BDECA3F5EF}" destId="{D3868C91-AE33-4731-A55E-2E7618C6B40F}" srcOrd="0" destOrd="0" presId="urn:microsoft.com/office/officeart/2009/3/layout/HorizontalOrganizationChart"/>
    <dgm:cxn modelId="{DEB07D55-875A-4C76-85FB-8117CDA908EF}" type="presParOf" srcId="{5C8E06E8-0E6A-4E53-8CD8-32BDECA3F5EF}" destId="{7A5AF7EC-009F-4FEE-AF25-B1E9BE3B7C50}" srcOrd="1" destOrd="0" presId="urn:microsoft.com/office/officeart/2009/3/layout/HorizontalOrganizationChart"/>
    <dgm:cxn modelId="{C372F876-CF7A-4C54-B31E-C4809F4D9FA5}" type="presParOf" srcId="{B12127BF-F684-4D41-89CE-715DA04EEA65}" destId="{51A86A56-6D1D-4C57-ACC8-240E3546B113}" srcOrd="1" destOrd="0" presId="urn:microsoft.com/office/officeart/2009/3/layout/HorizontalOrganizationChart"/>
    <dgm:cxn modelId="{3DD2D092-1332-4A1C-8D06-DB82E9595D33}" type="presParOf" srcId="{51A86A56-6D1D-4C57-ACC8-240E3546B113}" destId="{6383D284-CB1C-48D5-845F-24F1524FC52F}" srcOrd="0" destOrd="0" presId="urn:microsoft.com/office/officeart/2009/3/layout/HorizontalOrganizationChart"/>
    <dgm:cxn modelId="{3267715A-E02F-46B6-AFD5-89207BEB744C}" type="presParOf" srcId="{51A86A56-6D1D-4C57-ACC8-240E3546B113}" destId="{051B448A-5397-4457-848E-78C9A9FBB589}" srcOrd="1" destOrd="0" presId="urn:microsoft.com/office/officeart/2009/3/layout/HorizontalOrganizationChart"/>
    <dgm:cxn modelId="{BDCD5AD0-7FE8-4132-9C61-294C7B02F20E}" type="presParOf" srcId="{051B448A-5397-4457-848E-78C9A9FBB589}" destId="{DF7F1DB6-53C8-45F9-ACCD-949F45BAFB88}" srcOrd="0" destOrd="0" presId="urn:microsoft.com/office/officeart/2009/3/layout/HorizontalOrganizationChart"/>
    <dgm:cxn modelId="{0724607A-C718-4D2D-94D6-1F078501D0BE}" type="presParOf" srcId="{DF7F1DB6-53C8-45F9-ACCD-949F45BAFB88}" destId="{6CE8D00B-CC69-4C5B-B843-7EEFE48A8B20}" srcOrd="0" destOrd="0" presId="urn:microsoft.com/office/officeart/2009/3/layout/HorizontalOrganizationChart"/>
    <dgm:cxn modelId="{924B3ECC-A4F5-4319-9F74-F618B71820B6}" type="presParOf" srcId="{DF7F1DB6-53C8-45F9-ACCD-949F45BAFB88}" destId="{DE276B74-ED0D-498C-BA19-C1EA6C59B33C}" srcOrd="1" destOrd="0" presId="urn:microsoft.com/office/officeart/2009/3/layout/HorizontalOrganizationChart"/>
    <dgm:cxn modelId="{745736B2-3D19-449D-A220-A3582955D268}" type="presParOf" srcId="{051B448A-5397-4457-848E-78C9A9FBB589}" destId="{89E7A12D-8D89-4824-ADB2-EC7FA77BFB22}" srcOrd="1" destOrd="0" presId="urn:microsoft.com/office/officeart/2009/3/layout/HorizontalOrganizationChart"/>
    <dgm:cxn modelId="{F92A7318-C52F-4B49-884F-41632D75A00F}" type="presParOf" srcId="{051B448A-5397-4457-848E-78C9A9FBB589}" destId="{DBB5E65A-C519-4BAE-959E-073CB749E952}" srcOrd="2" destOrd="0" presId="urn:microsoft.com/office/officeart/2009/3/layout/HorizontalOrganizationChart"/>
    <dgm:cxn modelId="{1C4D1B0E-E82A-4AA6-AC85-479C873A7997}" type="presParOf" srcId="{B12127BF-F684-4D41-89CE-715DA04EEA65}" destId="{03F36902-9F6E-46A9-88E6-CFE57789E8C1}" srcOrd="2" destOrd="0" presId="urn:microsoft.com/office/officeart/2009/3/layout/HorizontalOrganizationChart"/>
    <dgm:cxn modelId="{BEEF35E8-B7A0-4999-9E55-ACB563367485}" type="presParOf" srcId="{58A0D117-91B2-43B1-9A47-6ABD06F7CA1A}" destId="{B2B94F42-0E29-495C-B365-1185F55F702C}" srcOrd="2" destOrd="0" presId="urn:microsoft.com/office/officeart/2009/3/layout/HorizontalOrganizationChart"/>
    <dgm:cxn modelId="{1371E49A-F856-4520-8EC8-5743AC2B482F}" type="presParOf" srcId="{58A0D117-91B2-43B1-9A47-6ABD06F7CA1A}" destId="{5F2822DC-3563-496E-B500-2055DEDFD634}" srcOrd="3" destOrd="0" presId="urn:microsoft.com/office/officeart/2009/3/layout/HorizontalOrganizationChart"/>
    <dgm:cxn modelId="{A756F977-AD9B-4BF3-BF83-4E4D769DF07C}" type="presParOf" srcId="{5F2822DC-3563-496E-B500-2055DEDFD634}" destId="{463319D7-6B62-4960-82A6-9C660D90D1F4}" srcOrd="0" destOrd="0" presId="urn:microsoft.com/office/officeart/2009/3/layout/HorizontalOrganizationChart"/>
    <dgm:cxn modelId="{09FB2BC5-B9E6-47C5-8E3A-29EE4B3BB8CB}" type="presParOf" srcId="{463319D7-6B62-4960-82A6-9C660D90D1F4}" destId="{DBC00B3F-5511-447E-B8BB-8296769E3400}" srcOrd="0" destOrd="0" presId="urn:microsoft.com/office/officeart/2009/3/layout/HorizontalOrganizationChart"/>
    <dgm:cxn modelId="{6B09F07A-A766-4634-9F38-1A21D4CA7A57}" type="presParOf" srcId="{463319D7-6B62-4960-82A6-9C660D90D1F4}" destId="{7F4AC3F2-C598-481F-B3C5-12F2D79B94EE}" srcOrd="1" destOrd="0" presId="urn:microsoft.com/office/officeart/2009/3/layout/HorizontalOrganizationChart"/>
    <dgm:cxn modelId="{A6478BF7-436D-4238-8B81-26228E5304E5}" type="presParOf" srcId="{5F2822DC-3563-496E-B500-2055DEDFD634}" destId="{52963CC6-F064-4517-8681-7D60B185AAF2}" srcOrd="1" destOrd="0" presId="urn:microsoft.com/office/officeart/2009/3/layout/HorizontalOrganizationChart"/>
    <dgm:cxn modelId="{426CE9CA-322D-4C33-9C74-CCA9F6DC3558}" type="presParOf" srcId="{52963CC6-F064-4517-8681-7D60B185AAF2}" destId="{3301B9CD-E1CB-41B0-B1E6-032FD81AB2F5}" srcOrd="0" destOrd="0" presId="urn:microsoft.com/office/officeart/2009/3/layout/HorizontalOrganizationChart"/>
    <dgm:cxn modelId="{BEA1A398-D4F5-40F1-8039-237F9BA33F70}" type="presParOf" srcId="{52963CC6-F064-4517-8681-7D60B185AAF2}" destId="{3ECEC53C-F4D7-4E84-B7D7-1CA8B87A2F35}" srcOrd="1" destOrd="0" presId="urn:microsoft.com/office/officeart/2009/3/layout/HorizontalOrganizationChart"/>
    <dgm:cxn modelId="{ED199AD9-6F07-4DDD-A983-A4F390C420CE}" type="presParOf" srcId="{3ECEC53C-F4D7-4E84-B7D7-1CA8B87A2F35}" destId="{FF2E0B32-5AC4-4692-839D-9A4923E76737}" srcOrd="0" destOrd="0" presId="urn:microsoft.com/office/officeart/2009/3/layout/HorizontalOrganizationChart"/>
    <dgm:cxn modelId="{27D50644-D897-4A0E-AF91-4D7D029F9B82}" type="presParOf" srcId="{FF2E0B32-5AC4-4692-839D-9A4923E76737}" destId="{4AA94FDD-9676-46B5-8B67-4527881ABAA1}" srcOrd="0" destOrd="0" presId="urn:microsoft.com/office/officeart/2009/3/layout/HorizontalOrganizationChart"/>
    <dgm:cxn modelId="{C643D315-6447-46A1-B8D3-8F69B89E37CB}" type="presParOf" srcId="{FF2E0B32-5AC4-4692-839D-9A4923E76737}" destId="{A2402E86-5FEE-4513-9366-9828D12DCBFF}" srcOrd="1" destOrd="0" presId="urn:microsoft.com/office/officeart/2009/3/layout/HorizontalOrganizationChart"/>
    <dgm:cxn modelId="{FDB9255A-EA8B-4782-AC24-A0B3B209F306}" type="presParOf" srcId="{3ECEC53C-F4D7-4E84-B7D7-1CA8B87A2F35}" destId="{2E867407-6E29-4414-9A73-42DFCCB84467}" srcOrd="1" destOrd="0" presId="urn:microsoft.com/office/officeart/2009/3/layout/HorizontalOrganizationChart"/>
    <dgm:cxn modelId="{74C66792-3F2A-4E99-A07B-AC472C8C552E}" type="presParOf" srcId="{3ECEC53C-F4D7-4E84-B7D7-1CA8B87A2F35}" destId="{C09A9358-106E-4C3C-8A72-62712C44923D}" srcOrd="2" destOrd="0" presId="urn:microsoft.com/office/officeart/2009/3/layout/HorizontalOrganizationChart"/>
    <dgm:cxn modelId="{47DBEDD6-FD02-497A-A5F0-1AF6CD638535}" type="presParOf" srcId="{5F2822DC-3563-496E-B500-2055DEDFD634}" destId="{C002E6EB-6E95-431D-A84C-5D68CE80100B}" srcOrd="2" destOrd="0" presId="urn:microsoft.com/office/officeart/2009/3/layout/HorizontalOrganizationChart"/>
    <dgm:cxn modelId="{B4F17A0A-0B9D-4526-BC4C-F82B37F15356}" type="presParOf" srcId="{32EA89D0-A924-4367-98CB-A2E5E942A49F}" destId="{F7BB3831-7081-4EB1-8381-813FAB082418}" srcOrd="2" destOrd="0" presId="urn:microsoft.com/office/officeart/2009/3/layout/HorizontalOrganizationChar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301B9CD-E1CB-41B0-B1E6-032FD81AB2F5}">
      <dsp:nvSpPr>
        <dsp:cNvPr id="0" name=""/>
        <dsp:cNvSpPr/>
      </dsp:nvSpPr>
      <dsp:spPr>
        <a:xfrm>
          <a:off x="5340507" y="3015873"/>
          <a:ext cx="48520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85202" y="45720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2B94F42-0E29-495C-B365-1185F55F702C}">
      <dsp:nvSpPr>
        <dsp:cNvPr id="0" name=""/>
        <dsp:cNvSpPr/>
      </dsp:nvSpPr>
      <dsp:spPr>
        <a:xfrm>
          <a:off x="2429289" y="2540000"/>
          <a:ext cx="485202" cy="52159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42601" y="0"/>
              </a:lnTo>
              <a:lnTo>
                <a:pt x="242601" y="521593"/>
              </a:lnTo>
              <a:lnTo>
                <a:pt x="485202" y="521593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383D284-CB1C-48D5-845F-24F1524FC52F}">
      <dsp:nvSpPr>
        <dsp:cNvPr id="0" name=""/>
        <dsp:cNvSpPr/>
      </dsp:nvSpPr>
      <dsp:spPr>
        <a:xfrm>
          <a:off x="5340507" y="1972686"/>
          <a:ext cx="48520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85202" y="45720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3B883EB-FB98-4E94-A9E9-BA583D975C37}">
      <dsp:nvSpPr>
        <dsp:cNvPr id="0" name=""/>
        <dsp:cNvSpPr/>
      </dsp:nvSpPr>
      <dsp:spPr>
        <a:xfrm>
          <a:off x="2429289" y="2018406"/>
          <a:ext cx="485202" cy="521593"/>
        </a:xfrm>
        <a:custGeom>
          <a:avLst/>
          <a:gdLst/>
          <a:ahLst/>
          <a:cxnLst/>
          <a:rect l="0" t="0" r="0" b="0"/>
          <a:pathLst>
            <a:path>
              <a:moveTo>
                <a:pt x="0" y="521593"/>
              </a:moveTo>
              <a:lnTo>
                <a:pt x="242601" y="521593"/>
              </a:lnTo>
              <a:lnTo>
                <a:pt x="242601" y="0"/>
              </a:lnTo>
              <a:lnTo>
                <a:pt x="485202" y="0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8E656D8-5116-4382-87D4-8FE30DBD3F66}">
      <dsp:nvSpPr>
        <dsp:cNvPr id="0" name=""/>
        <dsp:cNvSpPr/>
      </dsp:nvSpPr>
      <dsp:spPr>
        <a:xfrm>
          <a:off x="3274" y="2170032"/>
          <a:ext cx="2426014" cy="73993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875" tIns="15875" rIns="15875" bIns="1587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Node One</a:t>
          </a:r>
        </a:p>
      </dsp:txBody>
      <dsp:txXfrm>
        <a:off x="3274" y="2170032"/>
        <a:ext cx="2426014" cy="739934"/>
      </dsp:txXfrm>
    </dsp:sp>
    <dsp:sp modelId="{D3868C91-AE33-4731-A55E-2E7618C6B40F}">
      <dsp:nvSpPr>
        <dsp:cNvPr id="0" name=""/>
        <dsp:cNvSpPr/>
      </dsp:nvSpPr>
      <dsp:spPr>
        <a:xfrm>
          <a:off x="2914492" y="1648439"/>
          <a:ext cx="2426014" cy="73993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875" tIns="15875" rIns="15875" bIns="1587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Node Two has a longer label</a:t>
          </a:r>
        </a:p>
      </dsp:txBody>
      <dsp:txXfrm>
        <a:off x="2914492" y="1648439"/>
        <a:ext cx="2426014" cy="739934"/>
      </dsp:txXfrm>
    </dsp:sp>
    <dsp:sp modelId="{6CE8D00B-CC69-4C5B-B843-7EEFE48A8B20}">
      <dsp:nvSpPr>
        <dsp:cNvPr id="0" name=""/>
        <dsp:cNvSpPr/>
      </dsp:nvSpPr>
      <dsp:spPr>
        <a:xfrm>
          <a:off x="5825710" y="1648439"/>
          <a:ext cx="2426014" cy="73993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875" tIns="15875" rIns="15875" bIns="1587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Node Five</a:t>
          </a:r>
        </a:p>
      </dsp:txBody>
      <dsp:txXfrm>
        <a:off x="5825710" y="1648439"/>
        <a:ext cx="2426014" cy="739934"/>
      </dsp:txXfrm>
    </dsp:sp>
    <dsp:sp modelId="{DBC00B3F-5511-447E-B8BB-8296769E3400}">
      <dsp:nvSpPr>
        <dsp:cNvPr id="0" name=""/>
        <dsp:cNvSpPr/>
      </dsp:nvSpPr>
      <dsp:spPr>
        <a:xfrm>
          <a:off x="2914492" y="2691625"/>
          <a:ext cx="2426014" cy="73993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875" tIns="15875" rIns="15875" bIns="1587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Node Three</a:t>
          </a:r>
        </a:p>
      </dsp:txBody>
      <dsp:txXfrm>
        <a:off x="2914492" y="2691625"/>
        <a:ext cx="2426014" cy="739934"/>
      </dsp:txXfrm>
    </dsp:sp>
    <dsp:sp modelId="{4AA94FDD-9676-46B5-8B67-4527881ABAA1}">
      <dsp:nvSpPr>
        <dsp:cNvPr id="0" name=""/>
        <dsp:cNvSpPr/>
      </dsp:nvSpPr>
      <dsp:spPr>
        <a:xfrm>
          <a:off x="5825710" y="2691625"/>
          <a:ext cx="2426014" cy="73993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875" tIns="15875" rIns="15875" bIns="1587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Node Four</a:t>
          </a:r>
        </a:p>
      </dsp:txBody>
      <dsp:txXfrm>
        <a:off x="5825710" y="2691625"/>
        <a:ext cx="2426014" cy="73993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9/3/layout/HorizontalOrganizationChart">
  <dgm:title val=""/>
  <dgm:desc val=""/>
  <dgm:catLst>
    <dgm:cat type="hierarchy" pri="43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305"/>
      <dgm:constr type="w" for="des" forName="rootComposite" refType="w" fact="10"/>
      <dgm:constr type="h" for="des" forName="rootComposite" refType="w" refFor="des" refForName="rootComposite1" fact="0.305"/>
      <dgm:constr type="w" for="des" forName="rootComposite3" refType="w" fact="10"/>
      <dgm:constr type="h" for="des" forName="rootComposite3" refType="w" refFor="des" refForName="rootComposite1" fact="0.305"/>
      <dgm:constr type="primFontSz" for="des" ptType="node" op="equ"/>
      <dgm:constr type="sp" for="des" op="equ"/>
      <dgm:constr type="sp" for="des" forName="hierRoot1" refType="w" refFor="des" refForName="rootComposite1" fact="0.2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125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125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func="var" arg="dir" op="equ" val="norm">
                  <dgm:alg type="hierRoot">
                    <dgm:param type="hierAlign" val="lT"/>
                  </dgm:alg>
                  <dgm:constrLst>
                    <dgm:constr type="alignOff" val="0.75"/>
                  </dgm:constrLst>
                </dgm:if>
                <dgm:else name="Name9">
                  <dgm:alg type="hierRoot">
                    <dgm:param type="hierAlign" val="rT"/>
                  </dgm:alg>
                  <dgm:constrLst>
                    <dgm:constr type="alignOff" val="0.75"/>
                  </dgm:constrLst>
                </dgm:else>
              </dgm:choose>
            </dgm:if>
            <dgm:if name="Name10" func="var" arg="hierBranch" op="equ" val="r">
              <dgm:choose name="Name11">
                <dgm:if name="Name12" func="var" arg="dir" op="equ" val="norm">
                  <dgm:alg type="hierRoot">
                    <dgm:param type="hierAlign" val="lB"/>
                  </dgm:alg>
                  <dgm:constrLst>
                    <dgm:constr type="alignOff" val="0.75"/>
                  </dgm:constrLst>
                </dgm:if>
                <dgm:else name="Name13">
                  <dgm:alg type="hierRoot">
                    <dgm:param type="hierAlign" val="rB"/>
                  </dgm:alg>
                  <dgm:constrLst>
                    <dgm:constr type="alignOff" val="0.75"/>
                  </dgm:constrLst>
                </dgm:else>
              </dgm:choose>
            </dgm:if>
            <dgm:if name="Name14" func="var" arg="hierBranch" op="equ" val="hang">
              <dgm:choose name="Name15">
                <dgm:if name="Name16" func="var" arg="dir" op="equ" val="norm">
                  <dgm:alg type="hierRoot">
                    <dgm:param type="hierAlign" val="lCtrCh"/>
                  </dgm:alg>
                  <dgm:constrLst>
                    <dgm:constr type="alignOff" val="0.65"/>
                  </dgm:constrLst>
                </dgm:if>
                <dgm:else name="Name17">
                  <dgm:alg type="hierRoot">
                    <dgm:param type="hierAlign" val="rCtrCh"/>
                  </dgm:alg>
                  <dgm:constrLst>
                    <dgm:constr type="alignOff" val="0.65"/>
                  </dgm:constrLst>
                </dgm:else>
              </dgm:choose>
            </dgm:if>
            <dgm:else name="Name18">
              <dgm:choose name="Name19">
                <dgm:if name="Name20" func="var" arg="dir" op="equ" val="norm">
                  <dgm:alg type="hierRoot">
                    <dgm:param type="hierAlign" val="l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if>
                <dgm:else name="Name21">
                  <dgm:alg type="hierRoot">
                    <dgm:param type="hierAlign" val="r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else>
              </dgm:choose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22">
              <dgm:if name="Name23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4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5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6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7">
              <dgm:if name="Name28" func="var" arg="hierBranch" op="equ" val="l">
                <dgm:choose name="Name29">
                  <dgm:if name="Name30" func="var" arg="dir" op="equ" val="norm">
                    <dgm:alg type="hierChild">
                      <dgm:param type="chAlign" val="t"/>
                      <dgm:param type="linDir" val="fromL"/>
                    </dgm:alg>
                  </dgm:if>
                  <dgm:else name="Name31">
                    <dgm:alg type="hierChild">
                      <dgm:param type="chAlign" val="t"/>
                      <dgm:param type="linDir" val="fromR"/>
                    </dgm:alg>
                  </dgm:else>
                </dgm:choose>
              </dgm:if>
              <dgm:if name="Name32" func="var" arg="hierBranch" op="equ" val="r">
                <dgm:choose name="Name33">
                  <dgm:if name="Name34" func="var" arg="dir" op="equ" val="norm">
                    <dgm:alg type="hierChild">
                      <dgm:param type="chAlign" val="b"/>
                      <dgm:param type="linDir" val="fromL"/>
                    </dgm:alg>
                  </dgm:if>
                  <dgm:else name="Name35">
                    <dgm:alg type="hierChild">
                      <dgm:param type="chAlign" val="b"/>
                      <dgm:param type="linDir" val="fromR"/>
                    </dgm:alg>
                  </dgm:else>
                </dgm:choose>
              </dgm:if>
              <dgm:if name="Name36" func="var" arg="hierBranch" op="equ" val="hang">
                <dgm:choose name="Name37">
                  <dgm:if name="Name38" func="var" arg="dir" op="equ" val="norm">
                    <dgm:alg type="hierChild">
                      <dgm:param type="chAlign" val="l"/>
                      <dgm:param type="linDir" val="fromT"/>
                      <dgm:param type="secChAlign" val="t"/>
                      <dgm:param type="secLinDir" val="fromL"/>
                    </dgm:alg>
                  </dgm:if>
                  <dgm:else name="Name39">
                    <dgm:alg type="hierChild">
                      <dgm:param type="chAlign" val="r"/>
                      <dgm:param type="linDir" val="fromT"/>
                      <dgm:param type="secChAlign" val="t"/>
                      <dgm:param type="secLinDir" val="fromR"/>
                    </dgm:alg>
                  </dgm:else>
                </dgm:choose>
              </dgm:if>
              <dgm:else name="Name40">
                <dgm:choose name="Name41">
                  <dgm:if name="Name42" func="var" arg="dir" op="equ" val="norm">
                    <dgm:alg type="hierChild">
                      <dgm:param type="linDir" val="fromT"/>
                      <dgm:param type="chAlign" val="l"/>
                    </dgm:alg>
                  </dgm:if>
                  <dgm:else name="Name43">
                    <dgm:alg type="hierChild">
                      <dgm:param type="linDir" val="fromT"/>
                      <dgm:param type="chAlign" val="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44" axis="precedSib" ptType="parTrans" st="-1" cnt="1">
                <dgm:choose name="Name45">
                  <dgm:if name="Name46" func="var" arg="hierBranch" op="equ" val="hang">
                    <dgm:layoutNode name="Name47">
                      <dgm:choose name="Name48">
                        <dgm:if name="Name4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 tCtr"/>
                          </dgm:alg>
                        </dgm:if>
                        <dgm:else name="Name5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 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1" func="var" arg="hierBranch" op="equ" val="l">
                    <dgm:layoutNode name="Name52">
                      <dgm:choose name="Name53">
                        <dgm:if name="Name54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tCtr"/>
                          </dgm:alg>
                        </dgm:if>
                        <dgm:else name="Name55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6" func="var" arg="hierBranch" op="equ" val="r">
                    <dgm:layoutNode name="Name57">
                      <dgm:choose name="Name58">
                        <dgm:if name="Name5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"/>
                          </dgm:alg>
                        </dgm:if>
                        <dgm:else name="Name6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61">
                    <dgm:choose name="Name62">
                      <dgm:if name="Name63" func="var" arg="dir" op="equ" val="norm">
                        <dgm:layoutNode name="Name64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midL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if>
                      <dgm:else name="Name65">
                        <dgm:layoutNode name="Name66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midR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else>
                    </dgm:choos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7">
                  <dgm:if name="Name68" func="var" arg="hierBranch" op="equ" val="l">
                    <dgm:choose name="Name69">
                      <dgm:if name="Name70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71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2" func="var" arg="hierBranch" op="equ" val="r">
                    <dgm:choose name="Name73">
                      <dgm:if name="Name74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75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6" func="var" arg="hierBranch" op="equ" val="hang">
                    <dgm:choose name="Name77">
                      <dgm:if name="Name78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79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80">
                    <dgm:choose name="Name81">
                      <dgm:if name="Name82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83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84">
                    <dgm:if name="Name85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6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7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8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9">
                    <dgm:if name="Name90" func="var" arg="hierBranch" op="equ" val="l">
                      <dgm:choose name="Name91">
                        <dgm:if name="Name92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93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r">
                      <dgm:choose name="Name95">
                        <dgm:if name="Name96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97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98" func="var" arg="hierBranch" op="equ" val="hang">
                      <dgm:choose name="Name99">
                        <dgm:if name="Name100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01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05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a"/>
                </dgm:layoutNode>
                <dgm:layoutNode name="hierChild5">
                  <dgm:choose name="Name107">
                    <dgm:if name="Name108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09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10" ref="rep2b"/>
                </dgm:layoutNode>
              </dgm:layoutNode>
            </dgm:forEach>
          </dgm:layoutNode>
          <dgm:layoutNode name="hierChild3">
            <dgm:choose name="Name111">
              <dgm:if name="Name112" func="var" arg="dir" op="equ" val="norm">
                <dgm:alg type="hierChild">
                  <dgm:param type="chAlign" val="l"/>
                  <dgm:param type="linDir" val="fromT"/>
                  <dgm:param type="secChAlign" val="t"/>
                  <dgm:param type="secLinDir" val="fromL"/>
                </dgm:alg>
              </dgm:if>
              <dgm:else name="Name113">
                <dgm:alg type="hierChild">
                  <dgm:param type="chAlign" val="r"/>
                  <dgm:param type="linDir" val="fromT"/>
                  <dgm:param type="secChAlign" val="t"/>
                  <dgm:param type="sec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4" axis="precedSib" ptType="parTrans" st="-1" cnt="1">
                <dgm:layoutNode name="Name115">
                  <dgm:choose name="Name116">
                    <dgm:if name="Name117" func="var" arg="dir" op="equ" val="norm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R"/>
                        <dgm:param type="endPts" val="bCtr tCtr"/>
                      </dgm:alg>
                    </dgm:if>
                    <dgm:else name="Name11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L"/>
                        <dgm:param type="endPts" val="bCtr tCtr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9">
                  <dgm:if name="Name120" func="var" arg="hierBranch" op="equ" val="l">
                    <dgm:choose name="Name121">
                      <dgm:if name="Name122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123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4" func="var" arg="hierBranch" op="equ" val="r">
                    <dgm:choose name="Name125">
                      <dgm:if name="Name126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127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8" func="var" arg="hierBranch" op="equ" val="hang">
                    <dgm:choose name="Name129">
                      <dgm:if name="Name130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131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132">
                    <dgm:choose name="Name133">
                      <dgm:if name="Name134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135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36">
                    <dgm:if name="Name137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8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9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40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41">
                    <dgm:if name="Name142" func="var" arg="hierBranch" op="equ" val="l">
                      <dgm:choose name="Name143">
                        <dgm:if name="Name144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145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146" func="var" arg="hierBranch" op="equ" val="r">
                      <dgm:choose name="Name147">
                        <dgm:if name="Name148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149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150" func="var" arg="hierBranch" op="equ" val="hang">
                      <dgm:choose name="Name151">
                        <dgm:if name="Name152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53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54">
                      <dgm:choose name="Name155">
                        <dgm:if name="Name156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57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58" ref="rep2a"/>
                </dgm:layoutNode>
                <dgm:layoutNode name="hierChild7">
                  <dgm:choose name="Name159">
                    <dgm:if name="Name160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61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62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FC9BB0-06D9-DC8C-6D3D-FD9D6969A3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B76FC4-DC5C-01FE-997B-C89F5D61A7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AFCD5C-117F-1A0B-5717-AACA3178C4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4D156-1EAC-4A64-9B9F-D2D82296B58E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A21B4F-E066-0B5D-F41E-92A4E90B9F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AADF91-48C1-7309-DAE0-AE9532A1C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E3FC86-E419-4232-96E5-FBC208FE7D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05376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3DBCC7-B2F3-4E4D-8E58-D8A108886E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1815AE-055D-E84E-7DE3-57E9CFA303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208519-2FC2-5D17-EEE9-938BFAF707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4D156-1EAC-4A64-9B9F-D2D82296B58E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BE4FCA-6CB2-B8BF-517E-E2701A13C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3D5C1D-5779-9BC0-2325-982E9FD70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E3FC86-E419-4232-96E5-FBC208FE7D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23974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5B1E1B-A171-9CF4-8AC5-BF9B6079B6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ADEC09-0B82-0316-1360-A62573F1EC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1FA568-BCFA-1DA7-D755-A375EC55BA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4D156-1EAC-4A64-9B9F-D2D82296B58E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1BDC7F-3D7A-4C84-1FDF-0E0DAC7A8C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76D751-5074-486D-A58D-BEE444B96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E3FC86-E419-4232-96E5-FBC208FE7D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98010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CC77D6-CE77-5C5A-AB3A-331CBB69F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0DD188-6801-ADBD-149E-2BFB4F70A1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8CEB9E-0494-3227-4C03-4B9C955B0A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C52730-0CF1-AB40-0B5E-C546F1D861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4D156-1EAC-4A64-9B9F-D2D82296B58E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E48CE5-3795-9AC8-3B4C-C61ABE7AB8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715047-CBCD-25F8-2FD4-36EA1718A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E3FC86-E419-4232-96E5-FBC208FE7D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90303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37938F-F517-2101-1359-D5EAF7ABB0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7652CE-B5D4-13E1-CF40-48D5D3EEDF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868567-D395-735C-4024-891F4EBE9E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CE0BC3E-6969-6717-7827-F9AC5D049A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F910170-09B7-92F7-EEB6-165C443125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725D471-6D6D-4960-AA82-737A53BDE5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4D156-1EAC-4A64-9B9F-D2D82296B58E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8FB0F00-FABD-C002-7636-EF1A55A903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DF7C092-9F81-41E8-84B2-ED030819B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E3FC86-E419-4232-96E5-FBC208FE7D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2660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86EF75-CADC-6661-E500-641203FFD9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B5755DD-2289-CDC7-124D-E1031BB0A4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4D156-1EAC-4A64-9B9F-D2D82296B58E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A27262-E0FE-BBB4-84A7-314CDE837E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E89DB3-AFE2-B371-B96A-482290C979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E3FC86-E419-4232-96E5-FBC208FE7D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0936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3746BB-3588-7C89-39C5-50229C5E66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4D156-1EAC-4A64-9B9F-D2D82296B58E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82A763A-1D7C-6868-777F-2CCBBF18AD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9075AB-2E8F-B26B-EFF7-D4DF8445E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E3FC86-E419-4232-96E5-FBC208FE7D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868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BF6C4B-F04B-43B5-F84B-63AB5FEB74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9540EE-A9ED-E59C-A8B7-3A2B53AA57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956DC9-0FF5-1942-6001-752735EDB2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63B48C-B520-89A0-1C73-9C36025B64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4D156-1EAC-4A64-9B9F-D2D82296B58E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7A7D8C-3303-0F46-B00B-797FF199EE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C1BCD1-C1E2-0936-04AE-26D8D137B5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E3FC86-E419-4232-96E5-FBC208FE7D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62640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BD4CF7-856F-B07C-6BBF-A2BBDEDA0F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A1404E3-FD42-CE5E-F020-CEEBAA108E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1B9092-4B7B-E97C-D11E-4904A197C9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CDE48A-F0D8-A68A-2151-5A2F7F928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4D156-1EAC-4A64-9B9F-D2D82296B58E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E3A7AB-6465-04EF-53CB-8F3362F8F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D124B0-C840-57B3-6415-CDB84B6827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E3FC86-E419-4232-96E5-FBC208FE7D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05276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FDC18-21D3-C287-0968-AE645BCA07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2807A9-0CA2-876B-631D-DCB9D90A0D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8DB504-DD18-80AD-B6DF-BAA8ED0AA9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4D156-1EAC-4A64-9B9F-D2D82296B58E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C02EDC-3F79-446A-1FCB-3DC538005E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442B40-7288-59ED-8812-ACCB000624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E3FC86-E419-4232-96E5-FBC208FE7D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63030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36A4820-E642-EC99-8D12-47FD3D52A29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A73D00-B8F0-3DFE-681E-6E9D26BD19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A2914B-EB75-9F52-1DB4-52659B36B3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4D156-1EAC-4A64-9B9F-D2D82296B58E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397CD2-87A2-D2BE-E69A-F8F47BD641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C32380-0E51-E4CE-FD52-D1049FBD9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E3FC86-E419-4232-96E5-FBC208FE7D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48508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4929512-5797-0437-D94F-80E34393D9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E97CA7-5486-E378-7584-6C07604B06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0A9940-7CF5-A625-C956-3DBD61F0CB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54D156-1EAC-4A64-9B9F-D2D82296B58E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11D389-8A54-D4D2-1B87-47EBBF87AA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59136A-7E39-1300-814C-39A638279E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FE3FC86-E419-4232-96E5-FBC208FE7D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5416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5B25749A-EA9D-E287-4301-9A793E68A0D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28223721"/>
              </p:ext>
            </p:extLst>
          </p:nvPr>
        </p:nvGraphicFramePr>
        <p:xfrm>
          <a:off x="508000" y="1143000"/>
          <a:ext cx="8255000" cy="508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612151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</Words>
  <Application>Microsoft Office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van Rooyen</dc:creator>
  <cp:lastModifiedBy>Christopher van Rooyen</cp:lastModifiedBy>
  <cp:revision>1</cp:revision>
  <dcterms:created xsi:type="dcterms:W3CDTF">2026-09-06T08:14:28Z</dcterms:created>
  <dcterms:modified xsi:type="dcterms:W3CDTF">2026-09-06T08:14:28Z</dcterms:modified>
</cp:coreProperties>
</file>