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87A7D7-5A1F-4108-BAC7-2840DD81BD68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F3C9877-B6CA-4285-ADFA-BF67A5505C8F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C0F91DCB-29C5-4075-831A-91EB57637C2E}" type="parTrans" cxnId="{73CCE174-05EB-4955-9A5F-1CC23DA2E303}">
      <dgm:prSet/>
      <dgm:spPr/>
    </dgm:pt>
    <dgm:pt modelId="{97E7BCA6-551F-4D15-8EE6-ED4BBB37B99E}" type="sibTrans" cxnId="{73CCE174-05EB-4955-9A5F-1CC23DA2E303}">
      <dgm:prSet/>
      <dgm:spPr/>
    </dgm:pt>
    <dgm:pt modelId="{27E0795A-4B4E-48D9-A287-13D959684A82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27024129-0F8E-40BA-8405-EFB4BDB811E9}" type="parTrans" cxnId="{9C435AFE-2FE7-4C6D-B02F-C2B0103DA8AE}">
      <dgm:prSet/>
      <dgm:spPr/>
    </dgm:pt>
    <dgm:pt modelId="{39CA84C3-46A7-45EA-835B-8C2D98D4B302}" type="sibTrans" cxnId="{9C435AFE-2FE7-4C6D-B02F-C2B0103DA8AE}">
      <dgm:prSet/>
      <dgm:spPr/>
    </dgm:pt>
    <dgm:pt modelId="{309A3155-0A12-4503-824E-D4B7EEFA7366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23A9B7DE-A9E1-407A-912B-B5DB471B099D}" type="parTrans" cxnId="{FB609069-CDF7-4AD7-B864-3953EACF30ED}">
      <dgm:prSet/>
      <dgm:spPr/>
    </dgm:pt>
    <dgm:pt modelId="{A79E002D-1EFB-4F8F-9CEE-761205F7BF5E}" type="sibTrans" cxnId="{FB609069-CDF7-4AD7-B864-3953EACF30ED}">
      <dgm:prSet/>
      <dgm:spPr/>
    </dgm:pt>
    <dgm:pt modelId="{DD3D5FAE-8928-4273-B4C3-AFA6F6E0CB63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77D62245-D603-4C6A-A129-A775A21160A1}" type="parTrans" cxnId="{8C2BECD7-58A4-4459-9800-2815065670C9}">
      <dgm:prSet/>
      <dgm:spPr/>
    </dgm:pt>
    <dgm:pt modelId="{EAFA36D0-81D3-416A-B3A6-776AEE0274D0}" type="sibTrans" cxnId="{8C2BECD7-58A4-4459-9800-2815065670C9}">
      <dgm:prSet/>
      <dgm:spPr/>
    </dgm:pt>
    <dgm:pt modelId="{B1116C97-0740-4A37-8BBD-18888A2F9B1E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98FF1FB6-6D73-4375-80B4-BEDAAA18029C}" type="parTrans" cxnId="{ABDD041C-5D77-4593-8ACD-372DC6D57C93}">
      <dgm:prSet/>
      <dgm:spPr/>
    </dgm:pt>
    <dgm:pt modelId="{0B338DE5-5799-420F-8B67-0692265240DA}" type="sibTrans" cxnId="{ABDD041C-5D77-4593-8ACD-372DC6D57C93}">
      <dgm:prSet/>
      <dgm:spPr/>
    </dgm:pt>
    <dgm:pt modelId="{B8DE9818-16C4-45A7-8362-E1091749A1C6}" type="pres">
      <dgm:prSet presAssocID="{D487A7D7-5A1F-4108-BAC7-2840DD81BD68}" presName="cycle" presStyleCnt="0">
        <dgm:presLayoutVars>
          <dgm:dir/>
          <dgm:resizeHandles val="exact"/>
        </dgm:presLayoutVars>
      </dgm:prSet>
      <dgm:spPr/>
    </dgm:pt>
    <dgm:pt modelId="{A879BE57-9347-4521-9823-1D961C2EC282}" type="pres">
      <dgm:prSet presAssocID="{CF3C9877-B6CA-4285-ADFA-BF67A5505C8F}" presName="node" presStyleLbl="node1" presStyleIdx="0" presStyleCnt="3">
        <dgm:presLayoutVars>
          <dgm:bulletEnabled val="1"/>
        </dgm:presLayoutVars>
      </dgm:prSet>
      <dgm:spPr/>
    </dgm:pt>
    <dgm:pt modelId="{2C7D4391-B8A4-430F-8C6B-34EBDB24DAA7}" type="pres">
      <dgm:prSet presAssocID="{CF3C9877-B6CA-4285-ADFA-BF67A5505C8F}" presName="spNode" presStyleCnt="0"/>
      <dgm:spPr/>
    </dgm:pt>
    <dgm:pt modelId="{952EC57D-7EAC-4CB1-9788-1186325A6E94}" type="pres">
      <dgm:prSet presAssocID="{97E7BCA6-551F-4D15-8EE6-ED4BBB37B99E}" presName="sibTrans" presStyleLbl="sibTrans1D1" presStyleIdx="0" presStyleCnt="3"/>
      <dgm:spPr/>
    </dgm:pt>
    <dgm:pt modelId="{D41719EC-5DD8-4040-8969-2B9D7C1B6D91}" type="pres">
      <dgm:prSet presAssocID="{309A3155-0A12-4503-824E-D4B7EEFA7366}" presName="node" presStyleLbl="node1" presStyleIdx="1" presStyleCnt="3">
        <dgm:presLayoutVars>
          <dgm:bulletEnabled val="1"/>
        </dgm:presLayoutVars>
      </dgm:prSet>
      <dgm:spPr/>
    </dgm:pt>
    <dgm:pt modelId="{302D93B7-C10E-4F3C-BD07-EF74881AB307}" type="pres">
      <dgm:prSet presAssocID="{309A3155-0A12-4503-824E-D4B7EEFA7366}" presName="spNode" presStyleCnt="0"/>
      <dgm:spPr/>
    </dgm:pt>
    <dgm:pt modelId="{D46E273E-E3D1-4DF3-AC4D-1CCBBF4C335D}" type="pres">
      <dgm:prSet presAssocID="{A79E002D-1EFB-4F8F-9CEE-761205F7BF5E}" presName="sibTrans" presStyleLbl="sibTrans1D1" presStyleIdx="1" presStyleCnt="3"/>
      <dgm:spPr/>
    </dgm:pt>
    <dgm:pt modelId="{7099005A-1FD3-458B-A436-A714C2A5DFDA}" type="pres">
      <dgm:prSet presAssocID="{DD3D5FAE-8928-4273-B4C3-AFA6F6E0CB63}" presName="node" presStyleLbl="node1" presStyleIdx="2" presStyleCnt="3">
        <dgm:presLayoutVars>
          <dgm:bulletEnabled val="1"/>
        </dgm:presLayoutVars>
      </dgm:prSet>
      <dgm:spPr/>
    </dgm:pt>
    <dgm:pt modelId="{C2C4F26C-4ED9-4B93-B2DE-C03628C947A0}" type="pres">
      <dgm:prSet presAssocID="{DD3D5FAE-8928-4273-B4C3-AFA6F6E0CB63}" presName="spNode" presStyleCnt="0"/>
      <dgm:spPr/>
    </dgm:pt>
    <dgm:pt modelId="{619A88DC-4D85-4047-BA2C-F046CC46F579}" type="pres">
      <dgm:prSet presAssocID="{EAFA36D0-81D3-416A-B3A6-776AEE0274D0}" presName="sibTrans" presStyleLbl="sibTrans1D1" presStyleIdx="2" presStyleCnt="3"/>
      <dgm:spPr/>
    </dgm:pt>
  </dgm:ptLst>
  <dgm:cxnLst>
    <dgm:cxn modelId="{ABDD041C-5D77-4593-8ACD-372DC6D57C93}" srcId="{DD3D5FAE-8928-4273-B4C3-AFA6F6E0CB63}" destId="{B1116C97-0740-4A37-8BBD-18888A2F9B1E}" srcOrd="0" destOrd="0" parTransId="{98FF1FB6-6D73-4375-80B4-BEDAAA18029C}" sibTransId="{0B338DE5-5799-420F-8B67-0692265240DA}"/>
    <dgm:cxn modelId="{28A7FD30-74D0-4D13-992B-74E7740E60BF}" type="presOf" srcId="{B1116C97-0740-4A37-8BBD-18888A2F9B1E}" destId="{7099005A-1FD3-458B-A436-A714C2A5DFDA}" srcOrd="0" destOrd="1" presId="urn:microsoft.com/office/officeart/2005/8/layout/cycle6"/>
    <dgm:cxn modelId="{FB609069-CDF7-4AD7-B864-3953EACF30ED}" srcId="{D487A7D7-5A1F-4108-BAC7-2840DD81BD68}" destId="{309A3155-0A12-4503-824E-D4B7EEFA7366}" srcOrd="1" destOrd="0" parTransId="{23A9B7DE-A9E1-407A-912B-B5DB471B099D}" sibTransId="{A79E002D-1EFB-4F8F-9CEE-761205F7BF5E}"/>
    <dgm:cxn modelId="{0508614F-2DFC-4844-BCD0-EB606B219279}" type="presOf" srcId="{97E7BCA6-551F-4D15-8EE6-ED4BBB37B99E}" destId="{952EC57D-7EAC-4CB1-9788-1186325A6E94}" srcOrd="0" destOrd="0" presId="urn:microsoft.com/office/officeart/2005/8/layout/cycle6"/>
    <dgm:cxn modelId="{73CCE174-05EB-4955-9A5F-1CC23DA2E303}" srcId="{D487A7D7-5A1F-4108-BAC7-2840DD81BD68}" destId="{CF3C9877-B6CA-4285-ADFA-BF67A5505C8F}" srcOrd="0" destOrd="0" parTransId="{C0F91DCB-29C5-4075-831A-91EB57637C2E}" sibTransId="{97E7BCA6-551F-4D15-8EE6-ED4BBB37B99E}"/>
    <dgm:cxn modelId="{D5900F84-DF61-4261-A479-3434D974C7CE}" type="presOf" srcId="{D487A7D7-5A1F-4108-BAC7-2840DD81BD68}" destId="{B8DE9818-16C4-45A7-8362-E1091749A1C6}" srcOrd="0" destOrd="0" presId="urn:microsoft.com/office/officeart/2005/8/layout/cycle6"/>
    <dgm:cxn modelId="{72D5889C-A09A-436B-AFAE-8CCC45D5A7A1}" type="presOf" srcId="{DD3D5FAE-8928-4273-B4C3-AFA6F6E0CB63}" destId="{7099005A-1FD3-458B-A436-A714C2A5DFDA}" srcOrd="0" destOrd="0" presId="urn:microsoft.com/office/officeart/2005/8/layout/cycle6"/>
    <dgm:cxn modelId="{4B52DBCA-6862-4117-9B46-923657EACAA0}" type="presOf" srcId="{EAFA36D0-81D3-416A-B3A6-776AEE0274D0}" destId="{619A88DC-4D85-4047-BA2C-F046CC46F579}" srcOrd="0" destOrd="0" presId="urn:microsoft.com/office/officeart/2005/8/layout/cycle6"/>
    <dgm:cxn modelId="{AE9DD8CF-82CE-48F1-8103-9164FFD8BFA2}" type="presOf" srcId="{309A3155-0A12-4503-824E-D4B7EEFA7366}" destId="{D41719EC-5DD8-4040-8969-2B9D7C1B6D91}" srcOrd="0" destOrd="0" presId="urn:microsoft.com/office/officeart/2005/8/layout/cycle6"/>
    <dgm:cxn modelId="{588B9AD1-64AD-4C72-A8E1-E8CAA546C1D4}" type="presOf" srcId="{27E0795A-4B4E-48D9-A287-13D959684A82}" destId="{A879BE57-9347-4521-9823-1D961C2EC282}" srcOrd="0" destOrd="1" presId="urn:microsoft.com/office/officeart/2005/8/layout/cycle6"/>
    <dgm:cxn modelId="{8C2BECD7-58A4-4459-9800-2815065670C9}" srcId="{D487A7D7-5A1F-4108-BAC7-2840DD81BD68}" destId="{DD3D5FAE-8928-4273-B4C3-AFA6F6E0CB63}" srcOrd="2" destOrd="0" parTransId="{77D62245-D603-4C6A-A129-A775A21160A1}" sibTransId="{EAFA36D0-81D3-416A-B3A6-776AEE0274D0}"/>
    <dgm:cxn modelId="{7406AEDA-838D-472F-BDB9-C7AEB0DB2678}" type="presOf" srcId="{A79E002D-1EFB-4F8F-9CEE-761205F7BF5E}" destId="{D46E273E-E3D1-4DF3-AC4D-1CCBBF4C335D}" srcOrd="0" destOrd="0" presId="urn:microsoft.com/office/officeart/2005/8/layout/cycle6"/>
    <dgm:cxn modelId="{A8954AE5-9B32-4CB6-99F2-A8145603304B}" type="presOf" srcId="{CF3C9877-B6CA-4285-ADFA-BF67A5505C8F}" destId="{A879BE57-9347-4521-9823-1D961C2EC282}" srcOrd="0" destOrd="0" presId="urn:microsoft.com/office/officeart/2005/8/layout/cycle6"/>
    <dgm:cxn modelId="{9C435AFE-2FE7-4C6D-B02F-C2B0103DA8AE}" srcId="{CF3C9877-B6CA-4285-ADFA-BF67A5505C8F}" destId="{27E0795A-4B4E-48D9-A287-13D959684A82}" srcOrd="0" destOrd="0" parTransId="{27024129-0F8E-40BA-8405-EFB4BDB811E9}" sibTransId="{39CA84C3-46A7-45EA-835B-8C2D98D4B302}"/>
    <dgm:cxn modelId="{82838C87-3C6E-4CAF-B925-82298AE6BB15}" type="presParOf" srcId="{B8DE9818-16C4-45A7-8362-E1091749A1C6}" destId="{A879BE57-9347-4521-9823-1D961C2EC282}" srcOrd="0" destOrd="0" presId="urn:microsoft.com/office/officeart/2005/8/layout/cycle6"/>
    <dgm:cxn modelId="{7135AF05-EA03-4739-9016-BE413D708644}" type="presParOf" srcId="{B8DE9818-16C4-45A7-8362-E1091749A1C6}" destId="{2C7D4391-B8A4-430F-8C6B-34EBDB24DAA7}" srcOrd="1" destOrd="0" presId="urn:microsoft.com/office/officeart/2005/8/layout/cycle6"/>
    <dgm:cxn modelId="{3C2C5AFB-580D-4C29-B1D7-8BCB3AACF3CB}" type="presParOf" srcId="{B8DE9818-16C4-45A7-8362-E1091749A1C6}" destId="{952EC57D-7EAC-4CB1-9788-1186325A6E94}" srcOrd="2" destOrd="0" presId="urn:microsoft.com/office/officeart/2005/8/layout/cycle6"/>
    <dgm:cxn modelId="{69EE242A-971B-42F8-A9E2-2D500F68D327}" type="presParOf" srcId="{B8DE9818-16C4-45A7-8362-E1091749A1C6}" destId="{D41719EC-5DD8-4040-8969-2B9D7C1B6D91}" srcOrd="3" destOrd="0" presId="urn:microsoft.com/office/officeart/2005/8/layout/cycle6"/>
    <dgm:cxn modelId="{2853A523-63B9-40BB-8954-88E65C633772}" type="presParOf" srcId="{B8DE9818-16C4-45A7-8362-E1091749A1C6}" destId="{302D93B7-C10E-4F3C-BD07-EF74881AB307}" srcOrd="4" destOrd="0" presId="urn:microsoft.com/office/officeart/2005/8/layout/cycle6"/>
    <dgm:cxn modelId="{4DF82A22-8615-4991-A349-8DA10ECE9280}" type="presParOf" srcId="{B8DE9818-16C4-45A7-8362-E1091749A1C6}" destId="{D46E273E-E3D1-4DF3-AC4D-1CCBBF4C335D}" srcOrd="5" destOrd="0" presId="urn:microsoft.com/office/officeart/2005/8/layout/cycle6"/>
    <dgm:cxn modelId="{216701A3-0520-485A-94D7-D19137E98532}" type="presParOf" srcId="{B8DE9818-16C4-45A7-8362-E1091749A1C6}" destId="{7099005A-1FD3-458B-A436-A714C2A5DFDA}" srcOrd="6" destOrd="0" presId="urn:microsoft.com/office/officeart/2005/8/layout/cycle6"/>
    <dgm:cxn modelId="{48786C6E-FEA2-41E4-9755-711136614818}" type="presParOf" srcId="{B8DE9818-16C4-45A7-8362-E1091749A1C6}" destId="{C2C4F26C-4ED9-4B93-B2DE-C03628C947A0}" srcOrd="7" destOrd="0" presId="urn:microsoft.com/office/officeart/2005/8/layout/cycle6"/>
    <dgm:cxn modelId="{460698CA-C20E-4855-B091-EFA161F70EED}" type="presParOf" srcId="{B8DE9818-16C4-45A7-8362-E1091749A1C6}" destId="{619A88DC-4D85-4047-BA2C-F046CC46F579}" srcOrd="8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79BE57-9347-4521-9823-1D961C2EC282}">
      <dsp:nvSpPr>
        <dsp:cNvPr id="0" name=""/>
        <dsp:cNvSpPr/>
      </dsp:nvSpPr>
      <dsp:spPr>
        <a:xfrm>
          <a:off x="2962609" y="1803"/>
          <a:ext cx="2329780" cy="15143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One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Node Two has a longer label</a:t>
          </a:r>
        </a:p>
      </dsp:txBody>
      <dsp:txXfrm>
        <a:off x="3036534" y="75728"/>
        <a:ext cx="2181930" cy="1366507"/>
      </dsp:txXfrm>
    </dsp:sp>
    <dsp:sp modelId="{952EC57D-7EAC-4CB1-9788-1186325A6E94}">
      <dsp:nvSpPr>
        <dsp:cNvPr id="0" name=""/>
        <dsp:cNvSpPr/>
      </dsp:nvSpPr>
      <dsp:spPr>
        <a:xfrm>
          <a:off x="2107679" y="758981"/>
          <a:ext cx="4039641" cy="4039641"/>
        </a:xfrm>
        <a:custGeom>
          <a:avLst/>
          <a:gdLst/>
          <a:ahLst/>
          <a:cxnLst/>
          <a:rect l="0" t="0" r="0" b="0"/>
          <a:pathLst>
            <a:path>
              <a:moveTo>
                <a:pt x="3201637" y="381838"/>
              </a:moveTo>
              <a:arcTo wR="2019820" hR="2019820" stAng="18348645" swAng="3647242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1719EC-5DD8-4040-8969-2B9D7C1B6D91}">
      <dsp:nvSpPr>
        <dsp:cNvPr id="0" name=""/>
        <dsp:cNvSpPr/>
      </dsp:nvSpPr>
      <dsp:spPr>
        <a:xfrm>
          <a:off x="4711825" y="3031534"/>
          <a:ext cx="2329780" cy="15143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Three</a:t>
          </a:r>
        </a:p>
      </dsp:txBody>
      <dsp:txXfrm>
        <a:off x="4785750" y="3105459"/>
        <a:ext cx="2181930" cy="1366507"/>
      </dsp:txXfrm>
    </dsp:sp>
    <dsp:sp modelId="{D46E273E-E3D1-4DF3-AC4D-1CCBBF4C335D}">
      <dsp:nvSpPr>
        <dsp:cNvPr id="0" name=""/>
        <dsp:cNvSpPr/>
      </dsp:nvSpPr>
      <dsp:spPr>
        <a:xfrm>
          <a:off x="2107679" y="758981"/>
          <a:ext cx="4039641" cy="4039641"/>
        </a:xfrm>
        <a:custGeom>
          <a:avLst/>
          <a:gdLst/>
          <a:ahLst/>
          <a:cxnLst/>
          <a:rect l="0" t="0" r="0" b="0"/>
          <a:pathLst>
            <a:path>
              <a:moveTo>
                <a:pt x="2980958" y="3796303"/>
              </a:moveTo>
              <a:arcTo wR="2019820" hR="2019820" stAng="3695107" swAng="3409787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99005A-1FD3-458B-A436-A714C2A5DFDA}">
      <dsp:nvSpPr>
        <dsp:cNvPr id="0" name=""/>
        <dsp:cNvSpPr/>
      </dsp:nvSpPr>
      <dsp:spPr>
        <a:xfrm>
          <a:off x="1213393" y="3031534"/>
          <a:ext cx="2329780" cy="15143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Four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Node Five</a:t>
          </a:r>
        </a:p>
      </dsp:txBody>
      <dsp:txXfrm>
        <a:off x="1287318" y="3105459"/>
        <a:ext cx="2181930" cy="1366507"/>
      </dsp:txXfrm>
    </dsp:sp>
    <dsp:sp modelId="{619A88DC-4D85-4047-BA2C-F046CC46F579}">
      <dsp:nvSpPr>
        <dsp:cNvPr id="0" name=""/>
        <dsp:cNvSpPr/>
      </dsp:nvSpPr>
      <dsp:spPr>
        <a:xfrm>
          <a:off x="2107679" y="758981"/>
          <a:ext cx="4039641" cy="4039641"/>
        </a:xfrm>
        <a:custGeom>
          <a:avLst/>
          <a:gdLst/>
          <a:ahLst/>
          <a:cxnLst/>
          <a:rect l="0" t="0" r="0" b="0"/>
          <a:pathLst>
            <a:path>
              <a:moveTo>
                <a:pt x="13378" y="2251907"/>
              </a:moveTo>
              <a:arcTo wR="2019820" hR="2019820" stAng="10404113" swAng="3647242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5669B-8471-1BB4-A4BC-2083F13371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37E558-4C3F-4CEC-9DAF-0400B1F50D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AB693-F297-125F-8AF4-C0AFDEEDE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F7A1D-1C47-47E1-A37B-7EBDDF699A6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4D71A-012A-8514-D684-9AA8A6831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6022D-7EC6-5F5F-3B85-C47F986B2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D7F31-9508-4A65-BF79-1748046E1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534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3A181-BF29-A75A-3ACC-7223EBA28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D94E4-9FF4-D4E8-1C2A-F29657FEF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5B10E-B0D7-3EDB-D5D5-4ECB3141D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F7A1D-1C47-47E1-A37B-7EBDDF699A6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611C9-4EB0-18BC-997E-175F0B6C7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A9E7B-AEC2-55F9-031F-5859BE3C1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D7F31-9508-4A65-BF79-1748046E1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553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4194E-11CF-4B8D-4BC0-C73D7A911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129A1-93F9-5E94-278E-A404930EE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65658-C9A1-1C82-2218-7471433F4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F7A1D-1C47-47E1-A37B-7EBDDF699A6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C1DB0-83AF-DADC-644B-51EFDBD2E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5C538-35E0-5362-BBFA-5AE771487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D7F31-9508-4A65-BF79-1748046E1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405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E1E53-C216-1F07-A35B-370D3A1B6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8BCEA-8FB0-11A7-6B8A-2BED5C44D4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983CD7-40F5-96B7-014A-2F35475F1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A08D4-86E4-66F3-579B-22A87EB2A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F7A1D-1C47-47E1-A37B-7EBDDF699A6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8B76FD-52EF-6DA5-11D9-E36F21474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8A1CB-651C-5B8E-30FF-31F10C12F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D7F31-9508-4A65-BF79-1748046E1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259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17457-AD5C-7A2B-EB78-A9D24AE80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B4A30-03A6-9E00-E89C-A546BD7B8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BE3622-3190-A5A5-10F0-D32ACED207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05A6C4-1A7C-6248-E3BB-366A52FAB1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F906C1-6E69-C9F1-F019-71F2617AB9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810ED9-DA3D-5BDE-C3A6-171A300F4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F7A1D-1C47-47E1-A37B-7EBDDF699A6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1AB118-2CF2-3039-30C2-F9C3F856B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6274DB-13D6-5CDD-9D04-42747AB20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D7F31-9508-4A65-BF79-1748046E1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062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D0793-0B2C-3B3F-ADA5-1B2EEFA7C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9EE3D7-2953-12A7-E405-8D3A281B3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F7A1D-1C47-47E1-A37B-7EBDDF699A6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92FF9-5AAE-8C80-5B45-41BBAC750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6A3B41-21BD-833A-DB53-7F58FCA8C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D7F31-9508-4A65-BF79-1748046E1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711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C4743C-5856-0212-C151-16B0BAD86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F7A1D-1C47-47E1-A37B-7EBDDF699A6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62E19B-FB6E-25F5-3FE6-034AA3B73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1FE3C-F156-19AC-D875-26295DB5B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D7F31-9508-4A65-BF79-1748046E1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297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4EC11-50C8-18A6-A540-9D655C3D4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F859C-F9FD-E0F0-EDBC-4287E0D7A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18EF3F-75E8-A876-1B8B-5E3B7CBFC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BA258-4082-F480-2302-51A1707C7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F7A1D-1C47-47E1-A37B-7EBDDF699A6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1BCDD3-438C-50FB-3B3B-7AC0B3707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7C3F2-BA1C-19EB-7187-F3665C273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D7F31-9508-4A65-BF79-1748046E1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517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89005-CFE8-FF8B-40DE-456DA2149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CE3C25-C53E-79E9-4156-E5568E9AFC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A7861A-97A8-411D-809A-C879C4219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D850B0-80DD-2B56-0A24-41D4AF39A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F7A1D-1C47-47E1-A37B-7EBDDF699A6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F2E2A-C3B0-6DFC-6A4A-AA7F9A944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C69F56-DF31-F536-D0D1-FA561AB9F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D7F31-9508-4A65-BF79-1748046E1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799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B365B-2454-8965-3F72-A69E8B3EA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FA6091-F928-7B65-5F12-2824685AD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0378C-CDFD-08D8-37BB-297768139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F7A1D-1C47-47E1-A37B-7EBDDF699A6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B16F3-F2F9-A69E-6A7B-2EB3FC50C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BB11E-462A-0126-EABC-8D1ABD665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D7F31-9508-4A65-BF79-1748046E1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23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3D1D90-D0B3-ADAE-AE9A-2F9C220143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B3380D-1BD2-E479-6B0D-857EF7A24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66C72-D775-AAFA-6D12-E555661A7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F7A1D-1C47-47E1-A37B-7EBDDF699A6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8449E-E997-7731-A847-E1C729750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2F27E-0043-BA23-3FB8-0EEE67202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D7F31-9508-4A65-BF79-1748046E1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8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BC4086-D652-948F-433B-2239E27CA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E9FDB-7B9B-C8C0-5072-971492370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27A01-D97D-305C-3EC8-F8B419E2F2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1F7A1D-1C47-47E1-A37B-7EBDDF699A6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66746-9B8B-BDB5-CEE2-4A6BACB96C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27EC8-50A7-589E-304B-02CCCB58C4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5D7F31-9508-4A65-BF79-1748046E1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527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0B314B4-4F22-5014-C928-69E809ABA8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2222177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4859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2026-09-06T08:14:07Z</dcterms:created>
  <dcterms:modified xsi:type="dcterms:W3CDTF">2026-09-06T08:14:08Z</dcterms:modified>
</cp:coreProperties>
</file>