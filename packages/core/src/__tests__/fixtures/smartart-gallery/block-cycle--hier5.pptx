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152A5D-7ABC-4EBD-B87A-6DD7DF095E02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B391DC-DACA-4799-88F6-0E0730CADB7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1AC26BF-CCFA-4AD1-A08C-9981E70FFEAC}" type="parTrans" cxnId="{211A979D-B471-49CA-8129-C2921B1A9DD5}">
      <dgm:prSet/>
      <dgm:spPr/>
    </dgm:pt>
    <dgm:pt modelId="{737B27CE-E830-4EA8-9C7B-79241DCC8ED6}" type="sibTrans" cxnId="{211A979D-B471-49CA-8129-C2921B1A9DD5}">
      <dgm:prSet/>
      <dgm:spPr/>
    </dgm:pt>
    <dgm:pt modelId="{22FA1A16-D49E-479B-A0C4-C5B18238F05E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FE0C540-ECC6-44A8-BACE-704AB95CE3C9}" type="parTrans" cxnId="{A7857E84-44DA-451A-BE57-12E58C1B279E}">
      <dgm:prSet/>
      <dgm:spPr/>
    </dgm:pt>
    <dgm:pt modelId="{00C64EDE-EE8B-47EF-8C09-19DBC7237AF8}" type="sibTrans" cxnId="{A7857E84-44DA-451A-BE57-12E58C1B279E}">
      <dgm:prSet/>
      <dgm:spPr/>
    </dgm:pt>
    <dgm:pt modelId="{BF003440-1860-40A4-AE38-718808ADF0C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2A8D97F-8532-4694-B8E3-9E3AB709D9DC}" type="parTrans" cxnId="{C434A0B3-9836-4E54-8515-E980E7639D8C}">
      <dgm:prSet/>
      <dgm:spPr/>
    </dgm:pt>
    <dgm:pt modelId="{D8517CBD-0D3B-494A-A3B0-CFF3E093856F}" type="sibTrans" cxnId="{C434A0B3-9836-4E54-8515-E980E7639D8C}">
      <dgm:prSet/>
      <dgm:spPr/>
    </dgm:pt>
    <dgm:pt modelId="{7DC4E934-245A-4607-8075-0F58425BCF9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46BA80E-A6BD-4B8F-A199-DD0C7E93F34F}" type="parTrans" cxnId="{23CE3D73-54A8-4C6E-A7CE-116918D0C0C7}">
      <dgm:prSet/>
      <dgm:spPr/>
    </dgm:pt>
    <dgm:pt modelId="{A3BE8864-8838-4DB4-955E-13FC13DA21F4}" type="sibTrans" cxnId="{23CE3D73-54A8-4C6E-A7CE-116918D0C0C7}">
      <dgm:prSet/>
      <dgm:spPr/>
    </dgm:pt>
    <dgm:pt modelId="{B65F0F03-7ECE-41BF-A6A3-502404D15D5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9296BFC9-648D-481D-A71C-CA2C43E0296A}" type="parTrans" cxnId="{C0B52B5A-D4A5-4AFB-9979-9CBEB3835B85}">
      <dgm:prSet/>
      <dgm:spPr/>
    </dgm:pt>
    <dgm:pt modelId="{DC7EB293-974C-4185-839C-B026500508ED}" type="sibTrans" cxnId="{C0B52B5A-D4A5-4AFB-9979-9CBEB3835B85}">
      <dgm:prSet/>
      <dgm:spPr/>
    </dgm:pt>
    <dgm:pt modelId="{D8134913-CA87-4D92-BEF1-FC60397A5434}" type="pres">
      <dgm:prSet presAssocID="{C7152A5D-7ABC-4EBD-B87A-6DD7DF095E02}" presName="cycle" presStyleCnt="0">
        <dgm:presLayoutVars>
          <dgm:dir/>
          <dgm:resizeHandles val="exact"/>
        </dgm:presLayoutVars>
      </dgm:prSet>
      <dgm:spPr/>
    </dgm:pt>
    <dgm:pt modelId="{5B0B9F0A-10D6-4741-A25C-4F92B67E96A5}" type="pres">
      <dgm:prSet presAssocID="{40B391DC-DACA-4799-88F6-0E0730CADB70}" presName="node" presStyleLbl="node1" presStyleIdx="0" presStyleCnt="3">
        <dgm:presLayoutVars>
          <dgm:bulletEnabled val="1"/>
        </dgm:presLayoutVars>
      </dgm:prSet>
      <dgm:spPr/>
    </dgm:pt>
    <dgm:pt modelId="{D6B8E0BD-24A9-4D8E-9DE1-8A7E4826BA79}" type="pres">
      <dgm:prSet presAssocID="{40B391DC-DACA-4799-88F6-0E0730CADB70}" presName="spNode" presStyleCnt="0"/>
      <dgm:spPr/>
    </dgm:pt>
    <dgm:pt modelId="{4B954E22-DCD5-4298-863E-F9332889299D}" type="pres">
      <dgm:prSet presAssocID="{737B27CE-E830-4EA8-9C7B-79241DCC8ED6}" presName="sibTrans" presStyleLbl="sibTrans1D1" presStyleIdx="0" presStyleCnt="3"/>
      <dgm:spPr/>
    </dgm:pt>
    <dgm:pt modelId="{27B836FF-C42F-4255-88D8-B0FD6743D50A}" type="pres">
      <dgm:prSet presAssocID="{BF003440-1860-40A4-AE38-718808ADF0CD}" presName="node" presStyleLbl="node1" presStyleIdx="1" presStyleCnt="3">
        <dgm:presLayoutVars>
          <dgm:bulletEnabled val="1"/>
        </dgm:presLayoutVars>
      </dgm:prSet>
      <dgm:spPr/>
    </dgm:pt>
    <dgm:pt modelId="{AFEA9C70-422B-4F3A-8245-8B877DE0FB01}" type="pres">
      <dgm:prSet presAssocID="{BF003440-1860-40A4-AE38-718808ADF0CD}" presName="spNode" presStyleCnt="0"/>
      <dgm:spPr/>
    </dgm:pt>
    <dgm:pt modelId="{B7FFF3F7-4AF9-44BA-BB25-7B527FFA9B1E}" type="pres">
      <dgm:prSet presAssocID="{D8517CBD-0D3B-494A-A3B0-CFF3E093856F}" presName="sibTrans" presStyleLbl="sibTrans1D1" presStyleIdx="1" presStyleCnt="3"/>
      <dgm:spPr/>
    </dgm:pt>
    <dgm:pt modelId="{80D947AF-1C6B-4F65-AA96-7B9B07C5BCE7}" type="pres">
      <dgm:prSet presAssocID="{7DC4E934-245A-4607-8075-0F58425BCF92}" presName="node" presStyleLbl="node1" presStyleIdx="2" presStyleCnt="3">
        <dgm:presLayoutVars>
          <dgm:bulletEnabled val="1"/>
        </dgm:presLayoutVars>
      </dgm:prSet>
      <dgm:spPr/>
    </dgm:pt>
    <dgm:pt modelId="{0D461A3A-403A-4644-A85A-9C3D5D8BCA8B}" type="pres">
      <dgm:prSet presAssocID="{7DC4E934-245A-4607-8075-0F58425BCF92}" presName="spNode" presStyleCnt="0"/>
      <dgm:spPr/>
    </dgm:pt>
    <dgm:pt modelId="{F503F7DB-2AAC-41B0-A216-FCF2DCE235C3}" type="pres">
      <dgm:prSet presAssocID="{A3BE8864-8838-4DB4-955E-13FC13DA21F4}" presName="sibTrans" presStyleLbl="sibTrans1D1" presStyleIdx="2" presStyleCnt="3"/>
      <dgm:spPr/>
    </dgm:pt>
  </dgm:ptLst>
  <dgm:cxnLst>
    <dgm:cxn modelId="{8F93E714-8B56-4FFE-A1CD-85416A9BB6B3}" type="presOf" srcId="{40B391DC-DACA-4799-88F6-0E0730CADB70}" destId="{5B0B9F0A-10D6-4741-A25C-4F92B67E96A5}" srcOrd="0" destOrd="0" presId="urn:microsoft.com/office/officeart/2005/8/layout/cycle5"/>
    <dgm:cxn modelId="{751E122D-FA4D-4CE6-A30D-0FE4411CD44D}" type="presOf" srcId="{B65F0F03-7ECE-41BF-A6A3-502404D15D53}" destId="{80D947AF-1C6B-4F65-AA96-7B9B07C5BCE7}" srcOrd="0" destOrd="1" presId="urn:microsoft.com/office/officeart/2005/8/layout/cycle5"/>
    <dgm:cxn modelId="{8A30E44B-2B46-4115-81E3-3BCC4AE1824F}" type="presOf" srcId="{BF003440-1860-40A4-AE38-718808ADF0CD}" destId="{27B836FF-C42F-4255-88D8-B0FD6743D50A}" srcOrd="0" destOrd="0" presId="urn:microsoft.com/office/officeart/2005/8/layout/cycle5"/>
    <dgm:cxn modelId="{B1E1AD52-B7A9-4879-ADD1-EF61ED11F85C}" type="presOf" srcId="{C7152A5D-7ABC-4EBD-B87A-6DD7DF095E02}" destId="{D8134913-CA87-4D92-BEF1-FC60397A5434}" srcOrd="0" destOrd="0" presId="urn:microsoft.com/office/officeart/2005/8/layout/cycle5"/>
    <dgm:cxn modelId="{23CE3D73-54A8-4C6E-A7CE-116918D0C0C7}" srcId="{C7152A5D-7ABC-4EBD-B87A-6DD7DF095E02}" destId="{7DC4E934-245A-4607-8075-0F58425BCF92}" srcOrd="2" destOrd="0" parTransId="{446BA80E-A6BD-4B8F-A199-DD0C7E93F34F}" sibTransId="{A3BE8864-8838-4DB4-955E-13FC13DA21F4}"/>
    <dgm:cxn modelId="{593B7673-FC04-4B8C-B178-F0F8C9E47FDB}" type="presOf" srcId="{D8517CBD-0D3B-494A-A3B0-CFF3E093856F}" destId="{B7FFF3F7-4AF9-44BA-BB25-7B527FFA9B1E}" srcOrd="0" destOrd="0" presId="urn:microsoft.com/office/officeart/2005/8/layout/cycle5"/>
    <dgm:cxn modelId="{F979F777-94B1-4126-AE38-2D0A4B8CFC6A}" type="presOf" srcId="{A3BE8864-8838-4DB4-955E-13FC13DA21F4}" destId="{F503F7DB-2AAC-41B0-A216-FCF2DCE235C3}" srcOrd="0" destOrd="0" presId="urn:microsoft.com/office/officeart/2005/8/layout/cycle5"/>
    <dgm:cxn modelId="{46DAF559-587F-4B91-B23F-588A324FBFD0}" type="presOf" srcId="{7DC4E934-245A-4607-8075-0F58425BCF92}" destId="{80D947AF-1C6B-4F65-AA96-7B9B07C5BCE7}" srcOrd="0" destOrd="0" presId="urn:microsoft.com/office/officeart/2005/8/layout/cycle5"/>
    <dgm:cxn modelId="{C0B52B5A-D4A5-4AFB-9979-9CBEB3835B85}" srcId="{7DC4E934-245A-4607-8075-0F58425BCF92}" destId="{B65F0F03-7ECE-41BF-A6A3-502404D15D53}" srcOrd="0" destOrd="0" parTransId="{9296BFC9-648D-481D-A71C-CA2C43E0296A}" sibTransId="{DC7EB293-974C-4185-839C-B026500508ED}"/>
    <dgm:cxn modelId="{A7857E84-44DA-451A-BE57-12E58C1B279E}" srcId="{40B391DC-DACA-4799-88F6-0E0730CADB70}" destId="{22FA1A16-D49E-479B-A0C4-C5B18238F05E}" srcOrd="0" destOrd="0" parTransId="{AFE0C540-ECC6-44A8-BACE-704AB95CE3C9}" sibTransId="{00C64EDE-EE8B-47EF-8C09-19DBC7237AF8}"/>
    <dgm:cxn modelId="{7A0FE484-D150-452E-B753-73B241E18246}" type="presOf" srcId="{737B27CE-E830-4EA8-9C7B-79241DCC8ED6}" destId="{4B954E22-DCD5-4298-863E-F9332889299D}" srcOrd="0" destOrd="0" presId="urn:microsoft.com/office/officeart/2005/8/layout/cycle5"/>
    <dgm:cxn modelId="{211A979D-B471-49CA-8129-C2921B1A9DD5}" srcId="{C7152A5D-7ABC-4EBD-B87A-6DD7DF095E02}" destId="{40B391DC-DACA-4799-88F6-0E0730CADB70}" srcOrd="0" destOrd="0" parTransId="{51AC26BF-CCFA-4AD1-A08C-9981E70FFEAC}" sibTransId="{737B27CE-E830-4EA8-9C7B-79241DCC8ED6}"/>
    <dgm:cxn modelId="{C434A0B3-9836-4E54-8515-E980E7639D8C}" srcId="{C7152A5D-7ABC-4EBD-B87A-6DD7DF095E02}" destId="{BF003440-1860-40A4-AE38-718808ADF0CD}" srcOrd="1" destOrd="0" parTransId="{12A8D97F-8532-4694-B8E3-9E3AB709D9DC}" sibTransId="{D8517CBD-0D3B-494A-A3B0-CFF3E093856F}"/>
    <dgm:cxn modelId="{06B3B5C1-7DCC-4615-912D-FA688A17D496}" type="presOf" srcId="{22FA1A16-D49E-479B-A0C4-C5B18238F05E}" destId="{5B0B9F0A-10D6-4741-A25C-4F92B67E96A5}" srcOrd="0" destOrd="1" presId="urn:microsoft.com/office/officeart/2005/8/layout/cycle5"/>
    <dgm:cxn modelId="{3E9D4455-438B-4DD0-A3AD-DB391A9299FC}" type="presParOf" srcId="{D8134913-CA87-4D92-BEF1-FC60397A5434}" destId="{5B0B9F0A-10D6-4741-A25C-4F92B67E96A5}" srcOrd="0" destOrd="0" presId="urn:microsoft.com/office/officeart/2005/8/layout/cycle5"/>
    <dgm:cxn modelId="{AF48EA2E-5DA6-40D8-B449-7FAC800C752B}" type="presParOf" srcId="{D8134913-CA87-4D92-BEF1-FC60397A5434}" destId="{D6B8E0BD-24A9-4D8E-9DE1-8A7E4826BA79}" srcOrd="1" destOrd="0" presId="urn:microsoft.com/office/officeart/2005/8/layout/cycle5"/>
    <dgm:cxn modelId="{3E41AF21-D86F-4067-8008-B04F2B1BA80F}" type="presParOf" srcId="{D8134913-CA87-4D92-BEF1-FC60397A5434}" destId="{4B954E22-DCD5-4298-863E-F9332889299D}" srcOrd="2" destOrd="0" presId="urn:microsoft.com/office/officeart/2005/8/layout/cycle5"/>
    <dgm:cxn modelId="{D9071385-94E3-41F0-9FB2-24BC0F240EE6}" type="presParOf" srcId="{D8134913-CA87-4D92-BEF1-FC60397A5434}" destId="{27B836FF-C42F-4255-88D8-B0FD6743D50A}" srcOrd="3" destOrd="0" presId="urn:microsoft.com/office/officeart/2005/8/layout/cycle5"/>
    <dgm:cxn modelId="{AA0408B4-23CF-4DD7-9D4E-460BC7246B1D}" type="presParOf" srcId="{D8134913-CA87-4D92-BEF1-FC60397A5434}" destId="{AFEA9C70-422B-4F3A-8245-8B877DE0FB01}" srcOrd="4" destOrd="0" presId="urn:microsoft.com/office/officeart/2005/8/layout/cycle5"/>
    <dgm:cxn modelId="{11351947-7F90-45B8-86B3-30C5B2983A3F}" type="presParOf" srcId="{D8134913-CA87-4D92-BEF1-FC60397A5434}" destId="{B7FFF3F7-4AF9-44BA-BB25-7B527FFA9B1E}" srcOrd="5" destOrd="0" presId="urn:microsoft.com/office/officeart/2005/8/layout/cycle5"/>
    <dgm:cxn modelId="{442CFD76-4C30-4553-BC7E-76EABFBFCDED}" type="presParOf" srcId="{D8134913-CA87-4D92-BEF1-FC60397A5434}" destId="{80D947AF-1C6B-4F65-AA96-7B9B07C5BCE7}" srcOrd="6" destOrd="0" presId="urn:microsoft.com/office/officeart/2005/8/layout/cycle5"/>
    <dgm:cxn modelId="{B7E3C59E-6B19-4371-84B4-479A377137BB}" type="presParOf" srcId="{D8134913-CA87-4D92-BEF1-FC60397A5434}" destId="{0D461A3A-403A-4644-A85A-9C3D5D8BCA8B}" srcOrd="7" destOrd="0" presId="urn:microsoft.com/office/officeart/2005/8/layout/cycle5"/>
    <dgm:cxn modelId="{A98DB8A4-B239-4CF8-AEAA-77E43AA12B57}" type="presParOf" srcId="{D8134913-CA87-4D92-BEF1-FC60397A5434}" destId="{F503F7DB-2AAC-41B0-A216-FCF2DCE235C3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B9F0A-10D6-4741-A25C-4F92B67E96A5}">
      <dsp:nvSpPr>
        <dsp:cNvPr id="0" name=""/>
        <dsp:cNvSpPr/>
      </dsp:nvSpPr>
      <dsp:spPr>
        <a:xfrm>
          <a:off x="2962609" y="1803"/>
          <a:ext cx="2329780" cy="151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Two has a longer label</a:t>
          </a:r>
        </a:p>
      </dsp:txBody>
      <dsp:txXfrm>
        <a:off x="3036534" y="75728"/>
        <a:ext cx="2181930" cy="1366507"/>
      </dsp:txXfrm>
    </dsp:sp>
    <dsp:sp modelId="{4B954E22-DCD5-4298-863E-F9332889299D}">
      <dsp:nvSpPr>
        <dsp:cNvPr id="0" name=""/>
        <dsp:cNvSpPr/>
      </dsp:nvSpPr>
      <dsp:spPr>
        <a:xfrm>
          <a:off x="2107679" y="758981"/>
          <a:ext cx="4039641" cy="4039641"/>
        </a:xfrm>
        <a:custGeom>
          <a:avLst/>
          <a:gdLst/>
          <a:ahLst/>
          <a:cxnLst/>
          <a:rect l="0" t="0" r="0" b="0"/>
          <a:pathLst>
            <a:path>
              <a:moveTo>
                <a:pt x="3497481" y="642796"/>
              </a:moveTo>
              <a:arcTo wR="2019820" hR="2019820" stAng="19021141" swAng="230225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B836FF-C42F-4255-88D8-B0FD6743D50A}">
      <dsp:nvSpPr>
        <dsp:cNvPr id="0" name=""/>
        <dsp:cNvSpPr/>
      </dsp:nvSpPr>
      <dsp:spPr>
        <a:xfrm>
          <a:off x="4711825" y="3031534"/>
          <a:ext cx="2329780" cy="151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4785750" y="3105459"/>
        <a:ext cx="2181930" cy="1366507"/>
      </dsp:txXfrm>
    </dsp:sp>
    <dsp:sp modelId="{B7FFF3F7-4AF9-44BA-BB25-7B527FFA9B1E}">
      <dsp:nvSpPr>
        <dsp:cNvPr id="0" name=""/>
        <dsp:cNvSpPr/>
      </dsp:nvSpPr>
      <dsp:spPr>
        <a:xfrm>
          <a:off x="2107679" y="758981"/>
          <a:ext cx="4039641" cy="4039641"/>
        </a:xfrm>
        <a:custGeom>
          <a:avLst/>
          <a:gdLst/>
          <a:ahLst/>
          <a:cxnLst/>
          <a:rect l="0" t="0" r="0" b="0"/>
          <a:pathLst>
            <a:path>
              <a:moveTo>
                <a:pt x="2639600" y="3942201"/>
              </a:moveTo>
              <a:arcTo wR="2019820" hR="2019820" stAng="4327835" swAng="214433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947AF-1C6B-4F65-AA96-7B9B07C5BCE7}">
      <dsp:nvSpPr>
        <dsp:cNvPr id="0" name=""/>
        <dsp:cNvSpPr/>
      </dsp:nvSpPr>
      <dsp:spPr>
        <a:xfrm>
          <a:off x="1213393" y="3031534"/>
          <a:ext cx="2329780" cy="151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Five</a:t>
          </a:r>
        </a:p>
      </dsp:txBody>
      <dsp:txXfrm>
        <a:off x="1287318" y="3105459"/>
        <a:ext cx="2181930" cy="1366507"/>
      </dsp:txXfrm>
    </dsp:sp>
    <dsp:sp modelId="{F503F7DB-2AAC-41B0-A216-FCF2DCE235C3}">
      <dsp:nvSpPr>
        <dsp:cNvPr id="0" name=""/>
        <dsp:cNvSpPr/>
      </dsp:nvSpPr>
      <dsp:spPr>
        <a:xfrm>
          <a:off x="2107679" y="758981"/>
          <a:ext cx="4039641" cy="4039641"/>
        </a:xfrm>
        <a:custGeom>
          <a:avLst/>
          <a:gdLst/>
          <a:ahLst/>
          <a:cxnLst/>
          <a:rect l="0" t="0" r="0" b="0"/>
          <a:pathLst>
            <a:path>
              <a:moveTo>
                <a:pt x="6534" y="1857476"/>
              </a:moveTo>
              <a:arcTo wR="2019820" hR="2019820" stAng="11076609" swAng="230225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1FD1-2158-E291-39C3-ADBFFA5F1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8B908-CBA9-08C9-CF6C-5D6740AA7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3A2AA-14EF-D981-B45B-BA5F4380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BDDE-AB9F-CEB2-4BA4-7C18C107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91C61-F651-945E-94FF-1D02042C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6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E208D-A825-01FA-513E-BD5E004F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6144F-33E7-F889-A8B4-FCFD77BC3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C6F6-892B-3C28-D3F7-D78E22D4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B1D30-06F9-878F-F714-F5B83BBA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7CEC7-4D15-D203-A5D7-DB8F4B9C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0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6440-6CAC-69CE-A468-0A6E5A38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1D690-EBC2-6810-F405-C949BFD75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3FF64-6B9F-4082-7A8F-C5FDE371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17562-3BB6-C854-3BAD-E9604236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EC62F-93DA-093A-E419-1343F141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9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8011-23C1-33B2-53C8-E86FAD78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C0367-361D-ABAE-51B6-078550BCA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DB600-2A3E-C14C-963C-0520D22CF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49E8A-F936-9668-704A-C2D3C58E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D0040-5385-378C-7F21-B6958215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039B1-ACC9-B72F-4B0A-EE0C9BF5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96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114F-0A78-E32A-EC84-534789ED4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F511-7F90-5702-B084-B2F6A74EE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3719F-35B3-BC7D-05FC-47D2CD7EE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34624-B818-3D5D-E412-DB36E2A4A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271E1-B5AE-9BBC-01E5-FC61977C5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80B959-334B-E722-1A2B-A18E4854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A2582-E110-FB90-71C6-4BB5ACE3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0F6E3-384B-001A-04DB-7D921E76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4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4811-0B95-29AD-5AD4-53AAF2CC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D033A-15CE-FE13-3939-CB377226A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4E0C0-9B6D-46C5-D853-986A259C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6612B-98E5-D9FF-DD05-F36D7711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4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7C0FE-EF7D-DB91-C059-D41EFD42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B11FD-E016-AA1E-5D67-7FF4657B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8452-48D0-D47D-AA7F-C044E613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7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FAD2-B60E-6B7F-88A3-77AC39B7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62D7-6882-4428-A2B5-644309456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D2D15-978A-6954-320A-6D4C2A8FF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67FA3-CAD2-F284-95B0-C6CA0A32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0602C-ABCA-D2D3-D82A-14672C75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A3B1D-04FA-4BF7-B822-720AB2A8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BD98-7F51-7A7E-1FA6-5D8B0760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731ED-5D62-E6CA-40E2-E81CBD925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ED2A1-90A1-BA44-CDD6-575D5AAD6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5782B-627C-062F-D33A-5FB04F89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A7BA4-FF4F-155A-5956-A77E2CEA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99C7A-DDBB-4848-4E65-23888E2B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22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1747-4DBB-C82D-655B-FCA14056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6B173-F952-6561-9527-607FE4A49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2062-3982-3921-6363-65115501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1487D-DAE7-669F-642B-E7BC1DE6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1029F-BE44-2C0A-BF23-8F9B9B2E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C81C7F-EB93-7F90-9411-05DF8D7EC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3EE7E-72FF-98AC-2461-C3777AEF8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BD7F5-281B-7001-8F33-3AFC9CBB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BD4B6-DAE9-85E4-A78E-38191DC5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54858-AEF4-0F75-2BAA-B4CDE87F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5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62258-961D-6952-072F-5FFA7C64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385DE-F664-C969-95CF-E451918CD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6A66D-2A98-8598-B92B-B8150A76A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9F6F2-CC8A-4932-A686-CF9B8976E84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5FF28-C33A-4D4E-BFB1-5C663147F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70AE4-B84C-D638-6649-5F6692675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F24F1-FD2C-48D7-83BC-99D6F8DF4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6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F92C53B-0623-6431-BCA4-E004DE3BE7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44910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24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2026-09-06T08:14:07Z</dcterms:created>
  <dcterms:modified xsi:type="dcterms:W3CDTF">2026-09-06T08:14:07Z</dcterms:modified>
</cp:coreProperties>
</file>