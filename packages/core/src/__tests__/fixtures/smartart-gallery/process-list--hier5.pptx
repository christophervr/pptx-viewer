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F2DE820-1D38-4A34-8E0D-B60084C087ED}" type="doc">
      <dgm:prSet loTypeId="urn:microsoft.com/office/officeart/2005/8/layout/l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C51A94D-9F90-49B0-BBED-C1173155753E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9FA9A986-10CF-49A9-872A-58A7B1921BB0}" type="parTrans" cxnId="{725817EF-4AE0-4C7F-A68F-4D423F4AEB4B}">
      <dgm:prSet/>
      <dgm:spPr/>
    </dgm:pt>
    <dgm:pt modelId="{2618291A-D61B-4784-89A1-B0C0237780F2}" type="sibTrans" cxnId="{725817EF-4AE0-4C7F-A68F-4D423F4AEB4B}">
      <dgm:prSet/>
      <dgm:spPr/>
    </dgm:pt>
    <dgm:pt modelId="{D783B35F-DD1C-4AA7-8FB7-FE191988928D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BDD33F53-A456-4283-8E2A-7C8DDB50E072}" type="parTrans" cxnId="{59E9AC68-EF5D-4624-BA83-37390DC64312}">
      <dgm:prSet/>
      <dgm:spPr/>
    </dgm:pt>
    <dgm:pt modelId="{180E4573-546B-4CB5-B02C-FF6420425B9F}" type="sibTrans" cxnId="{59E9AC68-EF5D-4624-BA83-37390DC64312}">
      <dgm:prSet/>
      <dgm:spPr/>
    </dgm:pt>
    <dgm:pt modelId="{7CC84BB9-070F-4B2F-BB56-3ED4D86DC66F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3DFA9802-F9C6-4EC1-AC37-30432931B5DF}" type="parTrans" cxnId="{9E3B391A-9F1B-47E2-A7DC-9F2206DE9BD6}">
      <dgm:prSet/>
      <dgm:spPr/>
    </dgm:pt>
    <dgm:pt modelId="{5FBC9558-106D-4F7D-8B5D-A60C4E57D137}" type="sibTrans" cxnId="{9E3B391A-9F1B-47E2-A7DC-9F2206DE9BD6}">
      <dgm:prSet/>
      <dgm:spPr/>
    </dgm:pt>
    <dgm:pt modelId="{DB0BC8D2-5A9D-4398-B099-5AFF161110B7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3A839A98-2818-4CB0-AEDF-8A06072A5A26}" type="parTrans" cxnId="{F21003E8-17A0-45E2-B960-1A8CB53BFD3B}">
      <dgm:prSet/>
      <dgm:spPr/>
    </dgm:pt>
    <dgm:pt modelId="{36DF22CD-487C-4F1D-94C6-928ECEEDB7A9}" type="sibTrans" cxnId="{F21003E8-17A0-45E2-B960-1A8CB53BFD3B}">
      <dgm:prSet/>
      <dgm:spPr/>
    </dgm:pt>
    <dgm:pt modelId="{7DD06E82-6116-4966-9714-30B84718AE0D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D66BA9B0-4BEC-4181-9A9B-44FE4E2CC70E}" type="parTrans" cxnId="{69A2F76A-C408-4982-90BC-DD055D12DF49}">
      <dgm:prSet/>
      <dgm:spPr/>
    </dgm:pt>
    <dgm:pt modelId="{4F2DAED3-DD9C-4C88-94DF-C4C47DF8C783}" type="sibTrans" cxnId="{69A2F76A-C408-4982-90BC-DD055D12DF49}">
      <dgm:prSet/>
      <dgm:spPr/>
    </dgm:pt>
    <dgm:pt modelId="{83AB0684-0454-457B-B4B7-2743C610F4B6}" type="pres">
      <dgm:prSet presAssocID="{1F2DE820-1D38-4A34-8E0D-B60084C087ED}" presName="Name0" presStyleCnt="0">
        <dgm:presLayoutVars>
          <dgm:dir/>
          <dgm:animLvl val="lvl"/>
          <dgm:resizeHandles val="exact"/>
        </dgm:presLayoutVars>
      </dgm:prSet>
      <dgm:spPr/>
    </dgm:pt>
    <dgm:pt modelId="{7A27CF77-7F72-4D2D-8A93-3348D999B39F}" type="pres">
      <dgm:prSet presAssocID="{7C51A94D-9F90-49B0-BBED-C1173155753E}" presName="vertFlow" presStyleCnt="0"/>
      <dgm:spPr/>
    </dgm:pt>
    <dgm:pt modelId="{1FE28438-4674-4BCE-B25F-4A5E739138E4}" type="pres">
      <dgm:prSet presAssocID="{7C51A94D-9F90-49B0-BBED-C1173155753E}" presName="header" presStyleLbl="node1" presStyleIdx="0" presStyleCnt="3"/>
      <dgm:spPr/>
    </dgm:pt>
    <dgm:pt modelId="{7952DAEC-F860-4CFE-9645-691822072E03}" type="pres">
      <dgm:prSet presAssocID="{BDD33F53-A456-4283-8E2A-7C8DDB50E072}" presName="parTrans" presStyleLbl="sibTrans2D1" presStyleIdx="0" presStyleCnt="2"/>
      <dgm:spPr/>
    </dgm:pt>
    <dgm:pt modelId="{FE19AA84-150E-4E8F-ADCA-BEA387B965FA}" type="pres">
      <dgm:prSet presAssocID="{D783B35F-DD1C-4AA7-8FB7-FE191988928D}" presName="child" presStyleLbl="alignAccFollowNode1" presStyleIdx="0" presStyleCnt="2">
        <dgm:presLayoutVars>
          <dgm:chMax val="0"/>
          <dgm:bulletEnabled val="1"/>
        </dgm:presLayoutVars>
      </dgm:prSet>
      <dgm:spPr/>
    </dgm:pt>
    <dgm:pt modelId="{FC69807E-FD82-4737-B495-1DEA07531234}" type="pres">
      <dgm:prSet presAssocID="{7C51A94D-9F90-49B0-BBED-C1173155753E}" presName="hSp" presStyleCnt="0"/>
      <dgm:spPr/>
    </dgm:pt>
    <dgm:pt modelId="{F7E6FFDD-EE1A-44AB-B457-9C1890D664C3}" type="pres">
      <dgm:prSet presAssocID="{7CC84BB9-070F-4B2F-BB56-3ED4D86DC66F}" presName="vertFlow" presStyleCnt="0"/>
      <dgm:spPr/>
    </dgm:pt>
    <dgm:pt modelId="{207DEDC3-D4B8-49AB-94C6-0D0D5C2C384A}" type="pres">
      <dgm:prSet presAssocID="{7CC84BB9-070F-4B2F-BB56-3ED4D86DC66F}" presName="header" presStyleLbl="node1" presStyleIdx="1" presStyleCnt="3"/>
      <dgm:spPr/>
    </dgm:pt>
    <dgm:pt modelId="{54158E3E-399A-44A2-8806-777CF122BCAD}" type="pres">
      <dgm:prSet presAssocID="{7CC84BB9-070F-4B2F-BB56-3ED4D86DC66F}" presName="hSp" presStyleCnt="0"/>
      <dgm:spPr/>
    </dgm:pt>
    <dgm:pt modelId="{67FA3856-776D-4860-9568-C95AF775E456}" type="pres">
      <dgm:prSet presAssocID="{DB0BC8D2-5A9D-4398-B099-5AFF161110B7}" presName="vertFlow" presStyleCnt="0"/>
      <dgm:spPr/>
    </dgm:pt>
    <dgm:pt modelId="{644573C3-9F74-4237-A586-FDEB6FE8386D}" type="pres">
      <dgm:prSet presAssocID="{DB0BC8D2-5A9D-4398-B099-5AFF161110B7}" presName="header" presStyleLbl="node1" presStyleIdx="2" presStyleCnt="3"/>
      <dgm:spPr/>
    </dgm:pt>
    <dgm:pt modelId="{8567634E-FF37-45E2-A5E4-430B258AC6C5}" type="pres">
      <dgm:prSet presAssocID="{D66BA9B0-4BEC-4181-9A9B-44FE4E2CC70E}" presName="parTrans" presStyleLbl="sibTrans2D1" presStyleIdx="1" presStyleCnt="2"/>
      <dgm:spPr/>
    </dgm:pt>
    <dgm:pt modelId="{21AFA820-BB11-454D-A364-B2A6B2CB7AD8}" type="pres">
      <dgm:prSet presAssocID="{7DD06E82-6116-4966-9714-30B84718AE0D}" presName="child" presStyleLbl="alignAccFollowNode1" presStyleIdx="1" presStyleCnt="2">
        <dgm:presLayoutVars>
          <dgm:chMax val="0"/>
          <dgm:bulletEnabled val="1"/>
        </dgm:presLayoutVars>
      </dgm:prSet>
      <dgm:spPr/>
    </dgm:pt>
  </dgm:ptLst>
  <dgm:cxnLst>
    <dgm:cxn modelId="{70906D05-7EAD-4BDD-AC14-58BCAAECC824}" type="presOf" srcId="{7CC84BB9-070F-4B2F-BB56-3ED4D86DC66F}" destId="{207DEDC3-D4B8-49AB-94C6-0D0D5C2C384A}" srcOrd="0" destOrd="0" presId="urn:microsoft.com/office/officeart/2005/8/layout/lProcess1"/>
    <dgm:cxn modelId="{7571CA0A-CD08-4781-9FF0-B802EA78950B}" type="presOf" srcId="{D783B35F-DD1C-4AA7-8FB7-FE191988928D}" destId="{FE19AA84-150E-4E8F-ADCA-BEA387B965FA}" srcOrd="0" destOrd="0" presId="urn:microsoft.com/office/officeart/2005/8/layout/lProcess1"/>
    <dgm:cxn modelId="{9E3B391A-9F1B-47E2-A7DC-9F2206DE9BD6}" srcId="{1F2DE820-1D38-4A34-8E0D-B60084C087ED}" destId="{7CC84BB9-070F-4B2F-BB56-3ED4D86DC66F}" srcOrd="1" destOrd="0" parTransId="{3DFA9802-F9C6-4EC1-AC37-30432931B5DF}" sibTransId="{5FBC9558-106D-4F7D-8B5D-A60C4E57D137}"/>
    <dgm:cxn modelId="{BD5F2634-5C9B-4786-A606-655F0212159E}" type="presOf" srcId="{DB0BC8D2-5A9D-4398-B099-5AFF161110B7}" destId="{644573C3-9F74-4237-A586-FDEB6FE8386D}" srcOrd="0" destOrd="0" presId="urn:microsoft.com/office/officeart/2005/8/layout/lProcess1"/>
    <dgm:cxn modelId="{553C2B5E-0EFE-4FB6-9134-C4C49B036891}" type="presOf" srcId="{D66BA9B0-4BEC-4181-9A9B-44FE4E2CC70E}" destId="{8567634E-FF37-45E2-A5E4-430B258AC6C5}" srcOrd="0" destOrd="0" presId="urn:microsoft.com/office/officeart/2005/8/layout/lProcess1"/>
    <dgm:cxn modelId="{59E9AC68-EF5D-4624-BA83-37390DC64312}" srcId="{7C51A94D-9F90-49B0-BBED-C1173155753E}" destId="{D783B35F-DD1C-4AA7-8FB7-FE191988928D}" srcOrd="0" destOrd="0" parTransId="{BDD33F53-A456-4283-8E2A-7C8DDB50E072}" sibTransId="{180E4573-546B-4CB5-B02C-FF6420425B9F}"/>
    <dgm:cxn modelId="{69A2F76A-C408-4982-90BC-DD055D12DF49}" srcId="{DB0BC8D2-5A9D-4398-B099-5AFF161110B7}" destId="{7DD06E82-6116-4966-9714-30B84718AE0D}" srcOrd="0" destOrd="0" parTransId="{D66BA9B0-4BEC-4181-9A9B-44FE4E2CC70E}" sibTransId="{4F2DAED3-DD9C-4C88-94DF-C4C47DF8C783}"/>
    <dgm:cxn modelId="{FA80584F-FFD6-4A9B-B5FE-43A78F94CE67}" type="presOf" srcId="{7C51A94D-9F90-49B0-BBED-C1173155753E}" destId="{1FE28438-4674-4BCE-B25F-4A5E739138E4}" srcOrd="0" destOrd="0" presId="urn:microsoft.com/office/officeart/2005/8/layout/lProcess1"/>
    <dgm:cxn modelId="{F8DC9BA2-D92A-4147-9B62-5C44DA2A785B}" type="presOf" srcId="{BDD33F53-A456-4283-8E2A-7C8DDB50E072}" destId="{7952DAEC-F860-4CFE-9645-691822072E03}" srcOrd="0" destOrd="0" presId="urn:microsoft.com/office/officeart/2005/8/layout/lProcess1"/>
    <dgm:cxn modelId="{2E61FFA7-F255-4B3E-B5FC-27DB10228235}" type="presOf" srcId="{7DD06E82-6116-4966-9714-30B84718AE0D}" destId="{21AFA820-BB11-454D-A364-B2A6B2CB7AD8}" srcOrd="0" destOrd="0" presId="urn:microsoft.com/office/officeart/2005/8/layout/lProcess1"/>
    <dgm:cxn modelId="{B42580AD-A154-4133-B0C2-1471BC9A1853}" type="presOf" srcId="{1F2DE820-1D38-4A34-8E0D-B60084C087ED}" destId="{83AB0684-0454-457B-B4B7-2743C610F4B6}" srcOrd="0" destOrd="0" presId="urn:microsoft.com/office/officeart/2005/8/layout/lProcess1"/>
    <dgm:cxn modelId="{F21003E8-17A0-45E2-B960-1A8CB53BFD3B}" srcId="{1F2DE820-1D38-4A34-8E0D-B60084C087ED}" destId="{DB0BC8D2-5A9D-4398-B099-5AFF161110B7}" srcOrd="2" destOrd="0" parTransId="{3A839A98-2818-4CB0-AEDF-8A06072A5A26}" sibTransId="{36DF22CD-487C-4F1D-94C6-928ECEEDB7A9}"/>
    <dgm:cxn modelId="{725817EF-4AE0-4C7F-A68F-4D423F4AEB4B}" srcId="{1F2DE820-1D38-4A34-8E0D-B60084C087ED}" destId="{7C51A94D-9F90-49B0-BBED-C1173155753E}" srcOrd="0" destOrd="0" parTransId="{9FA9A986-10CF-49A9-872A-58A7B1921BB0}" sibTransId="{2618291A-D61B-4784-89A1-B0C0237780F2}"/>
    <dgm:cxn modelId="{9DFDED07-2142-426D-8084-7F767D603FE3}" type="presParOf" srcId="{83AB0684-0454-457B-B4B7-2743C610F4B6}" destId="{7A27CF77-7F72-4D2D-8A93-3348D999B39F}" srcOrd="0" destOrd="0" presId="urn:microsoft.com/office/officeart/2005/8/layout/lProcess1"/>
    <dgm:cxn modelId="{C9CC5546-88F5-47E5-9178-F50955DB635B}" type="presParOf" srcId="{7A27CF77-7F72-4D2D-8A93-3348D999B39F}" destId="{1FE28438-4674-4BCE-B25F-4A5E739138E4}" srcOrd="0" destOrd="0" presId="urn:microsoft.com/office/officeart/2005/8/layout/lProcess1"/>
    <dgm:cxn modelId="{134C0EE4-2D5F-4CE2-A34E-FE8F81ED886F}" type="presParOf" srcId="{7A27CF77-7F72-4D2D-8A93-3348D999B39F}" destId="{7952DAEC-F860-4CFE-9645-691822072E03}" srcOrd="1" destOrd="0" presId="urn:microsoft.com/office/officeart/2005/8/layout/lProcess1"/>
    <dgm:cxn modelId="{C7F18F1E-E617-4668-BC98-171BFC8BE632}" type="presParOf" srcId="{7A27CF77-7F72-4D2D-8A93-3348D999B39F}" destId="{FE19AA84-150E-4E8F-ADCA-BEA387B965FA}" srcOrd="2" destOrd="0" presId="urn:microsoft.com/office/officeart/2005/8/layout/lProcess1"/>
    <dgm:cxn modelId="{5052016F-2254-4D55-8403-5750818B6B02}" type="presParOf" srcId="{83AB0684-0454-457B-B4B7-2743C610F4B6}" destId="{FC69807E-FD82-4737-B495-1DEA07531234}" srcOrd="1" destOrd="0" presId="urn:microsoft.com/office/officeart/2005/8/layout/lProcess1"/>
    <dgm:cxn modelId="{67868EDA-06B9-492C-A1A9-B06ACD4EFE6D}" type="presParOf" srcId="{83AB0684-0454-457B-B4B7-2743C610F4B6}" destId="{F7E6FFDD-EE1A-44AB-B457-9C1890D664C3}" srcOrd="2" destOrd="0" presId="urn:microsoft.com/office/officeart/2005/8/layout/lProcess1"/>
    <dgm:cxn modelId="{BB01CA7A-8D7E-4B6B-B22C-0171C9C109AD}" type="presParOf" srcId="{F7E6FFDD-EE1A-44AB-B457-9C1890D664C3}" destId="{207DEDC3-D4B8-49AB-94C6-0D0D5C2C384A}" srcOrd="0" destOrd="0" presId="urn:microsoft.com/office/officeart/2005/8/layout/lProcess1"/>
    <dgm:cxn modelId="{848A9A8C-EBA7-4E00-B807-514564B73618}" type="presParOf" srcId="{83AB0684-0454-457B-B4B7-2743C610F4B6}" destId="{54158E3E-399A-44A2-8806-777CF122BCAD}" srcOrd="3" destOrd="0" presId="urn:microsoft.com/office/officeart/2005/8/layout/lProcess1"/>
    <dgm:cxn modelId="{3B91332A-2109-4FA7-AD98-DE90431F993B}" type="presParOf" srcId="{83AB0684-0454-457B-B4B7-2743C610F4B6}" destId="{67FA3856-776D-4860-9568-C95AF775E456}" srcOrd="4" destOrd="0" presId="urn:microsoft.com/office/officeart/2005/8/layout/lProcess1"/>
    <dgm:cxn modelId="{354C6E86-11D6-4D62-9F5D-9E9F54D70C63}" type="presParOf" srcId="{67FA3856-776D-4860-9568-C95AF775E456}" destId="{644573C3-9F74-4237-A586-FDEB6FE8386D}" srcOrd="0" destOrd="0" presId="urn:microsoft.com/office/officeart/2005/8/layout/lProcess1"/>
    <dgm:cxn modelId="{8698A043-25FD-4BC3-AF21-A22B90BE6878}" type="presParOf" srcId="{67FA3856-776D-4860-9568-C95AF775E456}" destId="{8567634E-FF37-45E2-A5E4-430B258AC6C5}" srcOrd="1" destOrd="0" presId="urn:microsoft.com/office/officeart/2005/8/layout/lProcess1"/>
    <dgm:cxn modelId="{0C09E222-6F10-4A85-B4C0-BE35A734034A}" type="presParOf" srcId="{67FA3856-776D-4860-9568-C95AF775E456}" destId="{21AFA820-BB11-454D-A364-B2A6B2CB7AD8}" srcOrd="2" destOrd="0" presId="urn:microsoft.com/office/officeart/2005/8/layout/l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E28438-4674-4BCE-B25F-4A5E739138E4}">
      <dsp:nvSpPr>
        <dsp:cNvPr id="0" name=""/>
        <dsp:cNvSpPr/>
      </dsp:nvSpPr>
      <dsp:spPr>
        <a:xfrm>
          <a:off x="2579" y="1801161"/>
          <a:ext cx="2515195" cy="6287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Node One</a:t>
          </a:r>
        </a:p>
      </dsp:txBody>
      <dsp:txXfrm>
        <a:off x="20996" y="1819578"/>
        <a:ext cx="2478361" cy="591964"/>
      </dsp:txXfrm>
    </dsp:sp>
    <dsp:sp modelId="{7952DAEC-F860-4CFE-9645-691822072E03}">
      <dsp:nvSpPr>
        <dsp:cNvPr id="0" name=""/>
        <dsp:cNvSpPr/>
      </dsp:nvSpPr>
      <dsp:spPr>
        <a:xfrm rot="5400000">
          <a:off x="1205157" y="2484980"/>
          <a:ext cx="110039" cy="110039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19AA84-150E-4E8F-ADCA-BEA387B965FA}">
      <dsp:nvSpPr>
        <dsp:cNvPr id="0" name=""/>
        <dsp:cNvSpPr/>
      </dsp:nvSpPr>
      <dsp:spPr>
        <a:xfrm>
          <a:off x="2579" y="2650039"/>
          <a:ext cx="2515195" cy="628798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Node Two has a longer label</a:t>
          </a:r>
        </a:p>
      </dsp:txBody>
      <dsp:txXfrm>
        <a:off x="20996" y="2668456"/>
        <a:ext cx="2478361" cy="591964"/>
      </dsp:txXfrm>
    </dsp:sp>
    <dsp:sp modelId="{207DEDC3-D4B8-49AB-94C6-0D0D5C2C384A}">
      <dsp:nvSpPr>
        <dsp:cNvPr id="0" name=""/>
        <dsp:cNvSpPr/>
      </dsp:nvSpPr>
      <dsp:spPr>
        <a:xfrm>
          <a:off x="2869902" y="1801161"/>
          <a:ext cx="2515195" cy="6287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Node Three</a:t>
          </a:r>
        </a:p>
      </dsp:txBody>
      <dsp:txXfrm>
        <a:off x="2888319" y="1819578"/>
        <a:ext cx="2478361" cy="591964"/>
      </dsp:txXfrm>
    </dsp:sp>
    <dsp:sp modelId="{644573C3-9F74-4237-A586-FDEB6FE8386D}">
      <dsp:nvSpPr>
        <dsp:cNvPr id="0" name=""/>
        <dsp:cNvSpPr/>
      </dsp:nvSpPr>
      <dsp:spPr>
        <a:xfrm>
          <a:off x="5737224" y="1801161"/>
          <a:ext cx="2515195" cy="6287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Node Four</a:t>
          </a:r>
        </a:p>
      </dsp:txBody>
      <dsp:txXfrm>
        <a:off x="5755641" y="1819578"/>
        <a:ext cx="2478361" cy="591964"/>
      </dsp:txXfrm>
    </dsp:sp>
    <dsp:sp modelId="{8567634E-FF37-45E2-A5E4-430B258AC6C5}">
      <dsp:nvSpPr>
        <dsp:cNvPr id="0" name=""/>
        <dsp:cNvSpPr/>
      </dsp:nvSpPr>
      <dsp:spPr>
        <a:xfrm rot="5400000">
          <a:off x="6939802" y="2484980"/>
          <a:ext cx="110039" cy="110039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AFA820-BB11-454D-A364-B2A6B2CB7AD8}">
      <dsp:nvSpPr>
        <dsp:cNvPr id="0" name=""/>
        <dsp:cNvSpPr/>
      </dsp:nvSpPr>
      <dsp:spPr>
        <a:xfrm>
          <a:off x="5737224" y="2650039"/>
          <a:ext cx="2515195" cy="628798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Node Five</a:t>
          </a:r>
        </a:p>
      </dsp:txBody>
      <dsp:txXfrm>
        <a:off x="5755641" y="2668456"/>
        <a:ext cx="2478361" cy="5919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1">
  <dgm:title val=""/>
  <dgm:desc val=""/>
  <dgm:catLst>
    <dgm:cat type="process" pri="1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1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2"/>
      </dgm:ptLst>
      <dgm:cxnLst>
        <dgm:cxn modelId="3" srcId="0" destId="1" srcOrd="0" destOrd="0"/>
        <dgm:cxn modelId="4" srcId="0" destId="2" srcOrd="0" destOrd="0"/>
        <dgm:cxn modelId="5" srcId="1" destId="11" srcOrd="0" destOrd="0"/>
        <dgm:cxn modelId="6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R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header" refType="h"/>
      <dgm:constr type="w" for="des" forName="header" refType="h" refFor="des" refForName="header" op="equ" fact="4"/>
      <dgm:constr type="h" for="des" forName="child" refType="h" refFor="des" refForName="header" op="equ"/>
      <dgm:constr type="w" for="des" forName="child" refType="w" refFor="des" refForName="header" op="equ"/>
      <dgm:constr type="w" for="ch" forName="hSp" refType="w" refFor="des" refForName="header" op="equ" fact="0.14"/>
      <dgm:constr type="h" for="des" forName="parTrans" refType="h" refFor="des" refForName="header" op="equ" fact="0.35"/>
      <dgm:constr type="h" for="des" forName="sibTrans" refType="h" refFor="des" refForName="parTrans" op="equ"/>
      <dgm:constr type="primFontSz" for="des" forName="child" op="equ" val="65"/>
      <dgm:constr type="primFontSz" for="des" forName="header" op="equ" val="65"/>
    </dgm:constrLst>
    <dgm:ruleLst/>
    <dgm:forEach name="Name4" axis="ch" ptType="node">
      <dgm:layoutNode name="vertFlow">
        <dgm:choose name="Name5">
          <dgm:if name="Name6" func="var" arg="dir" op="equ" val="norm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if>
          <dgm:else name="Name7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header" styleLbl="node1"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8" axis="ch" ptType="parTrans" cnt="1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w" refType="h"/>
              <dgm:constr type="connDist"/>
              <dgm:constr type="wArH" refType="h" fact="0.25"/>
              <dgm:constr type="hArH" refType="wArH" fact="2"/>
              <dgm:constr type="stemThick" refType="hArH" fact="0.667"/>
              <dgm:constr type="begPad" refType="connDist" fact="0.25"/>
              <dgm:constr type="endPad" refType="connDist" fact="0.25"/>
            </dgm:constrLst>
            <dgm:ruleLst/>
          </dgm:layoutNode>
        </dgm:forEach>
        <dgm:forEach name="Name9" axis="ch" ptType="node">
          <dgm:layoutNode name="child" styleLbl="alignAccFollowNode1">
            <dgm:varLst>
              <dgm:chMax val="0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  <dgm:forEach name="Name10" axis="followSib" ptType="sibTrans" cnt="1">
            <dgm:layoutNode name="sibTrans" styleLbl="sibTrans2D1">
              <dgm:alg type="conn">
                <dgm:param type="begPts" val="auto"/>
                <dgm:param type="endPts" val="auto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w" refType="h"/>
                <dgm:constr type="connDist"/>
                <dgm:constr type="wArH" refType="h" fact="0.25"/>
                <dgm:constr type="hArH" refType="wArH" fact="2"/>
                <dgm:constr type="stemThick" refType="hArH" fact="0.667"/>
                <dgm:constr type="begPad" refType="w" fact="0.25"/>
                <dgm:constr type="endPad" refType="w" fact="0.25"/>
              </dgm:constrLst>
              <dgm:ruleLst/>
            </dgm:layoutNode>
          </dgm:forEach>
        </dgm:forEach>
      </dgm:layoutNode>
      <dgm:choose name="Name11">
        <dgm:if name="Name12" axis="self" ptType="node" func="revPos" op="gte" val="2">
          <dgm:layoutNode name="h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3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AE0F3-0BE2-396D-7348-721D908858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6A2964-0E8D-204E-EA9D-C0086EC6E1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0D003E-9813-38B4-F853-704790FC3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B37A7-7967-4C09-8FAA-4CC1B5FE8FA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B2DC45-3D97-9A5F-1E63-43D20DA91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AEBA8C-C1C3-B9AE-622C-12C2473A6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09405-DAC2-4386-AD63-CD8AFD390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806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D38BD-280A-4719-7A6D-260F83BE1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26216C-4ECB-C987-A669-7D91B013CC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A75451-EF1D-96BA-52F9-F176B498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B37A7-7967-4C09-8FAA-4CC1B5FE8FA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6B835-C2E0-8B2D-4C53-61F97AF6E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B5913C-2F43-72ED-DBD9-90903DA94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09405-DAC2-4386-AD63-CD8AFD390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115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48BF1-5F1F-C641-66A3-F13714046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B9C47C-87CC-71AF-F254-2E4960AD27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91DBBE-E2A7-5CEB-C8AC-B29CC6061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B37A7-7967-4C09-8FAA-4CC1B5FE8FA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174A88-997F-88A9-B204-859BC53FB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0EEDF1-F4FE-81BE-5452-D97EA12D0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09405-DAC2-4386-AD63-CD8AFD390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096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F5C1C-837F-DB92-D4DB-811F6153C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5A605-8B89-4314-B2A1-3498C75E02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A741AC-7274-16CA-BE8C-0947433DFB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772538-2534-6BFB-F3CB-557A8F02E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B37A7-7967-4C09-8FAA-4CC1B5FE8FA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334686-C480-37EC-307F-1AACE642C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136CCC-8A31-4ED7-2D38-D53FC1F1A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09405-DAC2-4386-AD63-CD8AFD390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83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337B8-A35A-87FF-60E5-BD2407B43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4CD864-3A2B-61F1-E183-2993431EBE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B6472C-E182-A388-90D8-1C6F140F3D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829530-7132-8D4C-9B02-2BFD223DF8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474BD4-A6C6-6F23-058D-C006E5B554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6B41C8-D310-7466-75B3-FC2E4AF77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B37A7-7967-4C09-8FAA-4CC1B5FE8FA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7A4E9D-2F0D-26AB-1E6C-9A0F91228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887F52-8CB3-43E0-75A4-B6DD3BF19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09405-DAC2-4386-AD63-CD8AFD390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098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39A00-CA1D-D70E-2E89-11C075F74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3FD38D-1DF4-B0B3-F91A-2E34AADCC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B37A7-7967-4C09-8FAA-4CC1B5FE8FA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72A8AF-9375-2F12-28D7-0D3903D09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0C7DA1-1A57-F6D5-646A-066E3A5BB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09405-DAC2-4386-AD63-CD8AFD390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954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9161AE-0DC0-3E8B-C433-0A9792DD5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B37A7-7967-4C09-8FAA-4CC1B5FE8FA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79828D-09A8-8062-1CEF-D9C9A8E68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D4143A-1067-FE8A-FC01-2B09F0F04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09405-DAC2-4386-AD63-CD8AFD390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02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80C67-C998-DC09-4137-84F766720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79D6BB-A525-3795-FE9B-D1EB38F044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8835A3-9EEF-20E1-28F4-C3FC1E0888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AAD180-4585-9D65-015B-C201CC0CA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B37A7-7967-4C09-8FAA-4CC1B5FE8FA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F1AFC0-9920-05EA-83D6-A503FA83C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F6C26A-78E9-8DE1-272F-E5BFF23EA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09405-DAC2-4386-AD63-CD8AFD390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175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340B7-1F82-98E9-36BF-A6414F1CF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743667-6DC4-F2FE-32EF-384B36FF4E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390471-5F6E-DD10-BBA7-D554E11CDB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376973-54C3-883C-61BE-5D2AE97FF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B37A7-7967-4C09-8FAA-4CC1B5FE8FA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FB2BAC-069B-DF8A-A0E7-AF5EB9BCD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DACF04-D721-1084-950B-B1A095861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09405-DAC2-4386-AD63-CD8AFD390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198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8B9D5-05FC-47C2-CB86-2467BCA25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BE4A8F-FA8E-6CFE-0F15-34E76D26D3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11ADA6-9A6E-4850-B310-707684E2D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B37A7-7967-4C09-8FAA-4CC1B5FE8FA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20E421-4B4C-EA05-E459-0FA022198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FA068B-8B0A-74E4-117B-4D5C5D213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09405-DAC2-4386-AD63-CD8AFD390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992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AE52CB-AC8E-526F-0889-1B81F83A93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05836F-A151-506D-B6CB-365FE06B6F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A6AF46-610F-9F47-3710-49293114E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B37A7-7967-4C09-8FAA-4CC1B5FE8FA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AB3A6-B7EA-D82F-C9FF-3D04F680E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31BA68-864B-3D7E-969E-28346DEF8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09405-DAC2-4386-AD63-CD8AFD390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90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120969-BBEC-D558-1040-99F92B614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030F4-0E57-0752-FC5A-0F181C0D4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43BC9D-57E4-9579-B563-0313F21741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DB37A7-7967-4C09-8FAA-4CC1B5FE8FA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C8F466-DC2A-10C7-8945-F7AC6CE103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9D0F91-E2B2-B2EA-FEE1-073285F125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D09405-DAC2-4386-AD63-CD8AFD390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494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D06CE1EA-3301-1F20-04E2-1E7949AA17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45802424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793140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2026-09-06T08:13:44Z</dcterms:created>
  <dcterms:modified xsi:type="dcterms:W3CDTF">2026-09-06T08:13:45Z</dcterms:modified>
</cp:coreProperties>
</file>