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981C7ED-D6C4-4846-90CB-FA4FCA9A06FD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</dgm:pt>
    <dgm:pt modelId="{B37D5A03-006A-45FE-886B-B8A1C5C5C302}">
      <dgm:prSet phldrT="[Text]"/>
      <dgm:spPr/>
      <dgm:t>
        <a:bodyPr/>
        <a:lstStyle/>
        <a:p>
          <a:r>
            <a:rPr lang="en-US"/>
            <a:t>Node One</a:t>
          </a:r>
        </a:p>
      </dgm:t>
    </dgm:pt>
    <dgm:pt modelId="{FEBC01D2-A2BF-4320-90F3-7282C16C2E4A}" type="parTrans" cxnId="{7288F8AE-DE2C-47C0-9F53-4D10019ED542}">
      <dgm:prSet/>
      <dgm:spPr/>
    </dgm:pt>
    <dgm:pt modelId="{995185D8-BD10-4B61-A1D2-F0F2DDA6902A}" type="sibTrans" cxnId="{7288F8AE-DE2C-47C0-9F53-4D10019ED542}">
      <dgm:prSet/>
      <dgm:spPr/>
    </dgm:pt>
    <dgm:pt modelId="{A3E81206-FCB7-45F7-83DD-A935EB0DC974}">
      <dgm:prSet phldrT="[Text]"/>
      <dgm:spPr/>
      <dgm:t>
        <a:bodyPr/>
        <a:lstStyle/>
        <a:p>
          <a:r>
            <a:rPr lang="en-US"/>
            <a:t>Node Two has a longer label</a:t>
          </a:r>
        </a:p>
      </dgm:t>
    </dgm:pt>
    <dgm:pt modelId="{BAAAB860-C9E6-4932-A055-18A5F775D33F}" type="parTrans" cxnId="{43123BA9-009F-499A-8109-0E0E334D06A7}">
      <dgm:prSet/>
      <dgm:spPr/>
    </dgm:pt>
    <dgm:pt modelId="{C9E567F5-219F-4372-B0A8-88D318480ED3}" type="sibTrans" cxnId="{43123BA9-009F-499A-8109-0E0E334D06A7}">
      <dgm:prSet/>
      <dgm:spPr/>
    </dgm:pt>
    <dgm:pt modelId="{78041DA0-CC7A-4556-922E-A2C0BAD993BA}">
      <dgm:prSet phldrT="[Text]"/>
      <dgm:spPr/>
      <dgm:t>
        <a:bodyPr/>
        <a:lstStyle/>
        <a:p>
          <a:r>
            <a:rPr lang="en-US"/>
            <a:t>Node Three</a:t>
          </a:r>
        </a:p>
      </dgm:t>
    </dgm:pt>
    <dgm:pt modelId="{5CD26151-6CCC-4E7B-945D-551B3464A801}" type="parTrans" cxnId="{6A249B79-B5E3-4988-85A5-48C552BA2C1A}">
      <dgm:prSet/>
      <dgm:spPr/>
    </dgm:pt>
    <dgm:pt modelId="{FFEAF4ED-C868-47C7-9556-81169A15F317}" type="sibTrans" cxnId="{6A249B79-B5E3-4988-85A5-48C552BA2C1A}">
      <dgm:prSet/>
      <dgm:spPr/>
    </dgm:pt>
    <dgm:pt modelId="{03B0D937-F769-4B04-BA91-B1BD3DAC273F}">
      <dgm:prSet phldrT="[Text]"/>
      <dgm:spPr/>
      <dgm:t>
        <a:bodyPr/>
        <a:lstStyle/>
        <a:p>
          <a:r>
            <a:rPr lang="en-US"/>
            <a:t>Node Four</a:t>
          </a:r>
        </a:p>
      </dgm:t>
    </dgm:pt>
    <dgm:pt modelId="{03D393DE-F929-4B51-97F9-AA3F77CB927A}" type="parTrans" cxnId="{F8382509-ED85-4E4F-BEAF-E93D48F2F533}">
      <dgm:prSet/>
      <dgm:spPr/>
    </dgm:pt>
    <dgm:pt modelId="{D526CF0E-8D13-4707-92FA-EDA441F95E37}" type="sibTrans" cxnId="{F8382509-ED85-4E4F-BEAF-E93D48F2F533}">
      <dgm:prSet/>
      <dgm:spPr/>
    </dgm:pt>
    <dgm:pt modelId="{D8D28BE5-DE3A-440A-9706-CBED50FC33F3}">
      <dgm:prSet phldrT="[Text]"/>
      <dgm:spPr/>
      <dgm:t>
        <a:bodyPr/>
        <a:lstStyle/>
        <a:p>
          <a:r>
            <a:rPr lang="en-US"/>
            <a:t>Node Five</a:t>
          </a:r>
        </a:p>
      </dgm:t>
    </dgm:pt>
    <dgm:pt modelId="{60ED5036-5999-41A3-AC7C-62F491477C67}" type="parTrans" cxnId="{5D0A1622-4B25-4B29-8781-CDE7C506B003}">
      <dgm:prSet/>
      <dgm:spPr/>
    </dgm:pt>
    <dgm:pt modelId="{643E399A-B592-4DF5-B75F-0E8EF3942E95}" type="sibTrans" cxnId="{5D0A1622-4B25-4B29-8781-CDE7C506B003}">
      <dgm:prSet/>
      <dgm:spPr/>
    </dgm:pt>
    <dgm:pt modelId="{C70A98DD-C2F2-4056-AD74-71E262EB4864}" type="pres">
      <dgm:prSet presAssocID="{3981C7ED-D6C4-4846-90CB-FA4FCA9A06FD}" presName="CompostProcess" presStyleCnt="0">
        <dgm:presLayoutVars>
          <dgm:dir/>
          <dgm:resizeHandles val="exact"/>
        </dgm:presLayoutVars>
      </dgm:prSet>
      <dgm:spPr/>
    </dgm:pt>
    <dgm:pt modelId="{7A1863F9-0125-451F-A774-D48EA2146750}" type="pres">
      <dgm:prSet presAssocID="{3981C7ED-D6C4-4846-90CB-FA4FCA9A06FD}" presName="arrow" presStyleLbl="bgShp" presStyleIdx="0" presStyleCnt="1"/>
      <dgm:spPr/>
    </dgm:pt>
    <dgm:pt modelId="{6FBBE02C-2713-478A-AA7B-70FBD1B5978E}" type="pres">
      <dgm:prSet presAssocID="{3981C7ED-D6C4-4846-90CB-FA4FCA9A06FD}" presName="linearProcess" presStyleCnt="0"/>
      <dgm:spPr/>
    </dgm:pt>
    <dgm:pt modelId="{02F889DF-4444-4E36-AB02-27D12633F85C}" type="pres">
      <dgm:prSet presAssocID="{B37D5A03-006A-45FE-886B-B8A1C5C5C302}" presName="textNode" presStyleLbl="node1" presStyleIdx="0" presStyleCnt="3">
        <dgm:presLayoutVars>
          <dgm:bulletEnabled val="1"/>
        </dgm:presLayoutVars>
      </dgm:prSet>
      <dgm:spPr/>
    </dgm:pt>
    <dgm:pt modelId="{9323E96E-E66A-4273-8C6D-7EC5FB7BEAE2}" type="pres">
      <dgm:prSet presAssocID="{995185D8-BD10-4B61-A1D2-F0F2DDA6902A}" presName="sibTrans" presStyleCnt="0"/>
      <dgm:spPr/>
    </dgm:pt>
    <dgm:pt modelId="{BDC92BED-92A8-467C-B492-BAEBB2B7858F}" type="pres">
      <dgm:prSet presAssocID="{78041DA0-CC7A-4556-922E-A2C0BAD993BA}" presName="textNode" presStyleLbl="node1" presStyleIdx="1" presStyleCnt="3">
        <dgm:presLayoutVars>
          <dgm:bulletEnabled val="1"/>
        </dgm:presLayoutVars>
      </dgm:prSet>
      <dgm:spPr/>
    </dgm:pt>
    <dgm:pt modelId="{DF7576FD-0F15-45C1-8DCB-6B4D119EB255}" type="pres">
      <dgm:prSet presAssocID="{FFEAF4ED-C868-47C7-9556-81169A15F317}" presName="sibTrans" presStyleCnt="0"/>
      <dgm:spPr/>
    </dgm:pt>
    <dgm:pt modelId="{72D40476-7234-4EB2-9BCB-48DC2D8BB255}" type="pres">
      <dgm:prSet presAssocID="{03B0D937-F769-4B04-BA91-B1BD3DAC273F}" presName="textNode" presStyleLbl="node1" presStyleIdx="2" presStyleCnt="3">
        <dgm:presLayoutVars>
          <dgm:bulletEnabled val="1"/>
        </dgm:presLayoutVars>
      </dgm:prSet>
      <dgm:spPr/>
    </dgm:pt>
  </dgm:ptLst>
  <dgm:cxnLst>
    <dgm:cxn modelId="{F8382509-ED85-4E4F-BEAF-E93D48F2F533}" srcId="{3981C7ED-D6C4-4846-90CB-FA4FCA9A06FD}" destId="{03B0D937-F769-4B04-BA91-B1BD3DAC273F}" srcOrd="2" destOrd="0" parTransId="{03D393DE-F929-4B51-97F9-AA3F77CB927A}" sibTransId="{D526CF0E-8D13-4707-92FA-EDA441F95E37}"/>
    <dgm:cxn modelId="{1587EF1C-ACDE-4F42-87FA-DEED709F29BF}" type="presOf" srcId="{D8D28BE5-DE3A-440A-9706-CBED50FC33F3}" destId="{72D40476-7234-4EB2-9BCB-48DC2D8BB255}" srcOrd="0" destOrd="1" presId="urn:microsoft.com/office/officeart/2005/8/layout/hProcess9"/>
    <dgm:cxn modelId="{5D0A1622-4B25-4B29-8781-CDE7C506B003}" srcId="{03B0D937-F769-4B04-BA91-B1BD3DAC273F}" destId="{D8D28BE5-DE3A-440A-9706-CBED50FC33F3}" srcOrd="0" destOrd="0" parTransId="{60ED5036-5999-41A3-AC7C-62F491477C67}" sibTransId="{643E399A-B592-4DF5-B75F-0E8EF3942E95}"/>
    <dgm:cxn modelId="{B3612427-7F83-4BAA-98F3-D5CEA0834639}" type="presOf" srcId="{B37D5A03-006A-45FE-886B-B8A1C5C5C302}" destId="{02F889DF-4444-4E36-AB02-27D12633F85C}" srcOrd="0" destOrd="0" presId="urn:microsoft.com/office/officeart/2005/8/layout/hProcess9"/>
    <dgm:cxn modelId="{E0EA2529-DBED-4018-86A9-84E9E38434BC}" type="presOf" srcId="{03B0D937-F769-4B04-BA91-B1BD3DAC273F}" destId="{72D40476-7234-4EB2-9BCB-48DC2D8BB255}" srcOrd="0" destOrd="0" presId="urn:microsoft.com/office/officeart/2005/8/layout/hProcess9"/>
    <dgm:cxn modelId="{6A249B79-B5E3-4988-85A5-48C552BA2C1A}" srcId="{3981C7ED-D6C4-4846-90CB-FA4FCA9A06FD}" destId="{78041DA0-CC7A-4556-922E-A2C0BAD993BA}" srcOrd="1" destOrd="0" parTransId="{5CD26151-6CCC-4E7B-945D-551B3464A801}" sibTransId="{FFEAF4ED-C868-47C7-9556-81169A15F317}"/>
    <dgm:cxn modelId="{87A7AD59-E52C-4F51-B403-015A815A8C82}" type="presOf" srcId="{A3E81206-FCB7-45F7-83DD-A935EB0DC974}" destId="{02F889DF-4444-4E36-AB02-27D12633F85C}" srcOrd="0" destOrd="1" presId="urn:microsoft.com/office/officeart/2005/8/layout/hProcess9"/>
    <dgm:cxn modelId="{1BD16492-C908-4C04-9E1E-B42CF52A4576}" type="presOf" srcId="{3981C7ED-D6C4-4846-90CB-FA4FCA9A06FD}" destId="{C70A98DD-C2F2-4056-AD74-71E262EB4864}" srcOrd="0" destOrd="0" presId="urn:microsoft.com/office/officeart/2005/8/layout/hProcess9"/>
    <dgm:cxn modelId="{43123BA9-009F-499A-8109-0E0E334D06A7}" srcId="{B37D5A03-006A-45FE-886B-B8A1C5C5C302}" destId="{A3E81206-FCB7-45F7-83DD-A935EB0DC974}" srcOrd="0" destOrd="0" parTransId="{BAAAB860-C9E6-4932-A055-18A5F775D33F}" sibTransId="{C9E567F5-219F-4372-B0A8-88D318480ED3}"/>
    <dgm:cxn modelId="{7288F8AE-DE2C-47C0-9F53-4D10019ED542}" srcId="{3981C7ED-D6C4-4846-90CB-FA4FCA9A06FD}" destId="{B37D5A03-006A-45FE-886B-B8A1C5C5C302}" srcOrd="0" destOrd="0" parTransId="{FEBC01D2-A2BF-4320-90F3-7282C16C2E4A}" sibTransId="{995185D8-BD10-4B61-A1D2-F0F2DDA6902A}"/>
    <dgm:cxn modelId="{CA322CC2-0F8A-46E8-BCF2-43C6C73ADBE1}" type="presOf" srcId="{78041DA0-CC7A-4556-922E-A2C0BAD993BA}" destId="{BDC92BED-92A8-467C-B492-BAEBB2B7858F}" srcOrd="0" destOrd="0" presId="urn:microsoft.com/office/officeart/2005/8/layout/hProcess9"/>
    <dgm:cxn modelId="{A3F2F8F0-3CC0-4C4B-BF83-08B40A8A92BF}" type="presParOf" srcId="{C70A98DD-C2F2-4056-AD74-71E262EB4864}" destId="{7A1863F9-0125-451F-A774-D48EA2146750}" srcOrd="0" destOrd="0" presId="urn:microsoft.com/office/officeart/2005/8/layout/hProcess9"/>
    <dgm:cxn modelId="{B73A3366-6F00-4AFB-97E2-6BF2F0AD041E}" type="presParOf" srcId="{C70A98DD-C2F2-4056-AD74-71E262EB4864}" destId="{6FBBE02C-2713-478A-AA7B-70FBD1B5978E}" srcOrd="1" destOrd="0" presId="urn:microsoft.com/office/officeart/2005/8/layout/hProcess9"/>
    <dgm:cxn modelId="{172A04E8-0C08-4EFD-BE09-88AAB684F57E}" type="presParOf" srcId="{6FBBE02C-2713-478A-AA7B-70FBD1B5978E}" destId="{02F889DF-4444-4E36-AB02-27D12633F85C}" srcOrd="0" destOrd="0" presId="urn:microsoft.com/office/officeart/2005/8/layout/hProcess9"/>
    <dgm:cxn modelId="{60D21FF0-2917-48BF-B00D-E38C27338C88}" type="presParOf" srcId="{6FBBE02C-2713-478A-AA7B-70FBD1B5978E}" destId="{9323E96E-E66A-4273-8C6D-7EC5FB7BEAE2}" srcOrd="1" destOrd="0" presId="urn:microsoft.com/office/officeart/2005/8/layout/hProcess9"/>
    <dgm:cxn modelId="{58E4C0CA-EAA8-4DCF-848D-2691354F4145}" type="presParOf" srcId="{6FBBE02C-2713-478A-AA7B-70FBD1B5978E}" destId="{BDC92BED-92A8-467C-B492-BAEBB2B7858F}" srcOrd="2" destOrd="0" presId="urn:microsoft.com/office/officeart/2005/8/layout/hProcess9"/>
    <dgm:cxn modelId="{3E8AA9A4-1E8F-4E10-B9DD-58E23180B9B3}" type="presParOf" srcId="{6FBBE02C-2713-478A-AA7B-70FBD1B5978E}" destId="{DF7576FD-0F15-45C1-8DCB-6B4D119EB255}" srcOrd="3" destOrd="0" presId="urn:microsoft.com/office/officeart/2005/8/layout/hProcess9"/>
    <dgm:cxn modelId="{DF9D4E96-2ACC-458B-BE42-D0B4F29C214B}" type="presParOf" srcId="{6FBBE02C-2713-478A-AA7B-70FBD1B5978E}" destId="{72D40476-7234-4EB2-9BCB-48DC2D8BB255}" srcOrd="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1863F9-0125-451F-A774-D48EA2146750}">
      <dsp:nvSpPr>
        <dsp:cNvPr id="0" name=""/>
        <dsp:cNvSpPr/>
      </dsp:nvSpPr>
      <dsp:spPr>
        <a:xfrm>
          <a:off x="619124" y="0"/>
          <a:ext cx="7016750" cy="5080000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F889DF-4444-4E36-AB02-27D12633F85C}">
      <dsp:nvSpPr>
        <dsp:cNvPr id="0" name=""/>
        <dsp:cNvSpPr/>
      </dsp:nvSpPr>
      <dsp:spPr>
        <a:xfrm>
          <a:off x="8867" y="1523999"/>
          <a:ext cx="2657078" cy="2032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Node One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/>
            <a:t>Node Two has a longer label</a:t>
          </a:r>
        </a:p>
      </dsp:txBody>
      <dsp:txXfrm>
        <a:off x="108061" y="1623193"/>
        <a:ext cx="2458690" cy="1833612"/>
      </dsp:txXfrm>
    </dsp:sp>
    <dsp:sp modelId="{BDC92BED-92A8-467C-B492-BAEBB2B7858F}">
      <dsp:nvSpPr>
        <dsp:cNvPr id="0" name=""/>
        <dsp:cNvSpPr/>
      </dsp:nvSpPr>
      <dsp:spPr>
        <a:xfrm>
          <a:off x="2798960" y="1523999"/>
          <a:ext cx="2657078" cy="2032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Node Three</a:t>
          </a:r>
        </a:p>
      </dsp:txBody>
      <dsp:txXfrm>
        <a:off x="2898154" y="1623193"/>
        <a:ext cx="2458690" cy="1833612"/>
      </dsp:txXfrm>
    </dsp:sp>
    <dsp:sp modelId="{72D40476-7234-4EB2-9BCB-48DC2D8BB255}">
      <dsp:nvSpPr>
        <dsp:cNvPr id="0" name=""/>
        <dsp:cNvSpPr/>
      </dsp:nvSpPr>
      <dsp:spPr>
        <a:xfrm>
          <a:off x="5589054" y="1523999"/>
          <a:ext cx="2657078" cy="2032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Node Four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/>
            <a:t>Node Five</a:t>
          </a:r>
        </a:p>
      </dsp:txBody>
      <dsp:txXfrm>
        <a:off x="5688248" y="1623193"/>
        <a:ext cx="2458690" cy="183361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F50F2-B9B4-7DF9-E856-352839FA62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945BB0-5086-7A0C-7FE0-26E27A9282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EBECB7-262D-F477-7A78-A0E4FBD67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49512-C151-4C2E-99CE-EFD8AA1F1CC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1E79D9-6859-63C6-8A9C-21B48602A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04E27D-CD7B-0979-ED33-1925EDECC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7764F-4622-405F-9D47-16BC406C3E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130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A3D63-4B77-D357-8011-3C4DA2E73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C5E07D-A58A-4990-E62C-E9E3CD6B68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31BAB0-E1DF-E8B2-EB17-6A90CF5C1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49512-C151-4C2E-99CE-EFD8AA1F1CC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4E0682-3FB8-17B2-998B-CAE91FCC1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18F9A2-3B97-6464-4273-87838B2C1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7764F-4622-405F-9D47-16BC406C3E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2412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24B5F-B1FE-DF58-9136-1C707B7C2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978E17-302D-AF1A-8B01-05906D8E81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675E8A-7610-0481-994F-A34003F19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49512-C151-4C2E-99CE-EFD8AA1F1CC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565C68-4AF3-F5AD-781F-824110F30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3951C5-2B90-94E5-AF0F-266099253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7764F-4622-405F-9D47-16BC406C3E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7550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0CB56-1385-C903-E1CD-927671154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69B310-CCF3-93C9-A1FD-E9E6408C1F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2F41BE-BC2E-9FF1-BC25-E90874D7BD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077F8B-35BA-2485-C081-B0082EE13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49512-C151-4C2E-99CE-EFD8AA1F1CC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CEAC96-B46C-D012-AF14-0DD6DCC83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27729A-B831-7818-1E18-3B037DE80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7764F-4622-405F-9D47-16BC406C3E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2111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1EB07-1066-7EE7-1890-3DC79723D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E231B0-1A3D-683A-1CB8-2A999BF9F3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AA51C0-9590-97E6-28BE-6C7EC518CA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8B6471-8DE7-B9A9-2223-3A19F6B5D6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7328A5-F416-6091-621D-8B662CE28F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0A97DC-70DE-BC25-1644-D88D8D444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49512-C151-4C2E-99CE-EFD8AA1F1CC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B7C45D-8EA2-D02C-A2CF-4F2DE8655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7A61A2-B267-511A-CFA3-214D575A2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7764F-4622-405F-9D47-16BC406C3E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0184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B2E5B-AD2D-1D1A-6A54-754791DC7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05B885-98A6-FFC9-10E9-B47EC0087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49512-C151-4C2E-99CE-EFD8AA1F1CC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752DC1-9755-C3F4-A6B1-0D1020FEF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18D1A9-6946-7B70-29AD-14ACA08BD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7764F-4622-405F-9D47-16BC406C3E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1799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965E05-57F5-9B58-F196-9F12F6209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49512-C151-4C2E-99CE-EFD8AA1F1CC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F92095-565C-5AFB-12B5-681776F68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663179-38E2-AE1B-1F36-24651B419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7764F-4622-405F-9D47-16BC406C3E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301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C985C-0F27-8CE9-84D3-BC3266D37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C3CA6E-6D1D-2852-5E54-CB60545CFD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388B13-3541-6371-397C-239D571C16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FC7DCD-BAC2-3A02-51A8-4E57E2F21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49512-C151-4C2E-99CE-EFD8AA1F1CC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29465D-C56B-24FF-18E8-53A9D2578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A0719A-334B-060D-F468-87F0462DD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7764F-4622-405F-9D47-16BC406C3E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3223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454A9-E685-D55E-6595-844A89F99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A6B3F7-4705-8C08-7563-2F10C282D4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1A88F7-F8D0-1272-A670-2D9E82F24A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F0410F-1BEE-FA9E-D9D4-B5036AA8C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49512-C151-4C2E-99CE-EFD8AA1F1CC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991782-3160-9AD9-47D7-703588D12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82E578-B3B2-1545-52B7-61F61E153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7764F-4622-405F-9D47-16BC406C3E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5555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5B427-EACF-0CEB-99F1-21676C71D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87B8B1-340F-8644-70F3-B68952ECE2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EAD81C-3209-0AA6-674B-1A6634A16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49512-C151-4C2E-99CE-EFD8AA1F1CC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D79498-AD31-BD69-EC42-860667966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FB9434-6068-C10A-6318-C40E1F619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7764F-4622-405F-9D47-16BC406C3E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7413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7AE8084-643B-2CF1-8F6B-57FD7E6567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A58F1A-5C22-9A87-D7E8-C88C2D69FA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13F476-6294-6727-6490-64790C367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49512-C151-4C2E-99CE-EFD8AA1F1CC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CB9214-35F5-6E0E-6821-7345F870A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F898F7-819B-A423-FBAC-8968BF9EF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7764F-4622-405F-9D47-16BC406C3E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5813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B55A61-42C7-700F-0932-2F64E5BA8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989224-712E-3023-2678-F29120D978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C11D0-1807-B245-8ED8-FE853CD666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649512-C151-4C2E-99CE-EFD8AA1F1CC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615338-BF9A-E648-CF14-97BDFA88D2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E6621-F501-282C-E722-286F6F2A0D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67764F-4622-405F-9D47-16BC406C3E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5415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3B3C9624-4888-6827-5041-189A4DD0B7C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80129995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423029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2026-09-06T08:13:24Z</dcterms:created>
  <dcterms:modified xsi:type="dcterms:W3CDTF">2026-09-06T08:13:25Z</dcterms:modified>
</cp:coreProperties>
</file>