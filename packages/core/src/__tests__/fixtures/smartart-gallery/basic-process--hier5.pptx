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8AB218-57DC-486C-8BA4-FF5A4D3E5E8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206E115-EEAD-43B5-AFCB-5891F26D5D9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9A7DC0D-2DEA-4D5D-8277-3EC482027602}" type="parTrans" cxnId="{CFEF1C26-D9A5-4ACF-BD77-E342408F4E5F}">
      <dgm:prSet/>
      <dgm:spPr/>
    </dgm:pt>
    <dgm:pt modelId="{9C1171BD-861B-4BC0-BDCD-C54541C40510}" type="sibTrans" cxnId="{CFEF1C26-D9A5-4ACF-BD77-E342408F4E5F}">
      <dgm:prSet/>
      <dgm:spPr/>
      <dgm:t>
        <a:bodyPr/>
        <a:lstStyle/>
        <a:p>
          <a:endParaRPr lang="en-US"/>
        </a:p>
      </dgm:t>
    </dgm:pt>
    <dgm:pt modelId="{EBCDA5AD-ABD7-41E6-9D06-859CFD40566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C4C4513-5A02-48E4-AFC5-1B34C5AB79DA}" type="parTrans" cxnId="{7678E845-02FD-457E-9ECD-97B86AABEB29}">
      <dgm:prSet/>
      <dgm:spPr/>
    </dgm:pt>
    <dgm:pt modelId="{4556CF3A-B8FC-4873-9C34-9A4F24C980A1}" type="sibTrans" cxnId="{7678E845-02FD-457E-9ECD-97B86AABEB29}">
      <dgm:prSet/>
      <dgm:spPr/>
      <dgm:t>
        <a:bodyPr/>
        <a:lstStyle/>
        <a:p>
          <a:endParaRPr lang="en-US"/>
        </a:p>
      </dgm:t>
    </dgm:pt>
    <dgm:pt modelId="{7CC25CFA-8BB7-421F-8AE7-D594C0CF2AB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D337ECD-7F20-4C6D-A494-4A57343A5905}" type="parTrans" cxnId="{D049D3F4-D3D5-422E-8A76-B13FDE908236}">
      <dgm:prSet/>
      <dgm:spPr/>
    </dgm:pt>
    <dgm:pt modelId="{9797B101-68DF-400E-B9B3-B5E78C77B20A}" type="sibTrans" cxnId="{D049D3F4-D3D5-422E-8A76-B13FDE908236}">
      <dgm:prSet/>
      <dgm:spPr/>
      <dgm:t>
        <a:bodyPr/>
        <a:lstStyle/>
        <a:p>
          <a:endParaRPr lang="en-US"/>
        </a:p>
      </dgm:t>
    </dgm:pt>
    <dgm:pt modelId="{42DD4E0A-126C-4FB4-B90A-A0CA61E77AC6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314012D-A024-4FF6-B4C1-D92C8D94AF75}" type="parTrans" cxnId="{77D0257B-DDE1-4BE4-91AB-3E63F61BE482}">
      <dgm:prSet/>
      <dgm:spPr/>
    </dgm:pt>
    <dgm:pt modelId="{3924C94F-5511-4F7D-882E-3445603C9526}" type="sibTrans" cxnId="{77D0257B-DDE1-4BE4-91AB-3E63F61BE482}">
      <dgm:prSet/>
      <dgm:spPr/>
      <dgm:t>
        <a:bodyPr/>
        <a:lstStyle/>
        <a:p>
          <a:endParaRPr lang="en-US"/>
        </a:p>
      </dgm:t>
    </dgm:pt>
    <dgm:pt modelId="{00D21D68-3582-4CBA-B963-F9B8302DA5D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874CD8B-C4E9-4BE4-B7BA-CEEFE44BAE28}" type="parTrans" cxnId="{D8A9898F-7D1B-44CD-A3FB-3438ED589E39}">
      <dgm:prSet/>
      <dgm:spPr/>
    </dgm:pt>
    <dgm:pt modelId="{B609ED41-D63B-43A7-84BC-96707306284B}" type="sibTrans" cxnId="{D8A9898F-7D1B-44CD-A3FB-3438ED589E39}">
      <dgm:prSet/>
      <dgm:spPr/>
    </dgm:pt>
    <dgm:pt modelId="{795D8D42-69F6-488B-9A13-DE8E4DA9606D}" type="pres">
      <dgm:prSet presAssocID="{068AB218-57DC-486C-8BA4-FF5A4D3E5E8D}" presName="Name0" presStyleCnt="0">
        <dgm:presLayoutVars>
          <dgm:dir/>
          <dgm:resizeHandles val="exact"/>
        </dgm:presLayoutVars>
      </dgm:prSet>
      <dgm:spPr/>
    </dgm:pt>
    <dgm:pt modelId="{41F4F35D-8165-4117-B406-C2BC4FAD1238}" type="pres">
      <dgm:prSet presAssocID="{2206E115-EEAD-43B5-AFCB-5891F26D5D92}" presName="node" presStyleLbl="node1" presStyleIdx="0" presStyleCnt="3">
        <dgm:presLayoutVars>
          <dgm:bulletEnabled val="1"/>
        </dgm:presLayoutVars>
      </dgm:prSet>
      <dgm:spPr/>
    </dgm:pt>
    <dgm:pt modelId="{FC561860-5449-4000-9BB8-69918DAE2EC4}" type="pres">
      <dgm:prSet presAssocID="{9C1171BD-861B-4BC0-BDCD-C54541C40510}" presName="sibTrans" presStyleLbl="sibTrans2D1" presStyleIdx="0" presStyleCnt="2"/>
      <dgm:spPr/>
    </dgm:pt>
    <dgm:pt modelId="{1CB74C47-678E-4617-B0BD-C93AB2A5948D}" type="pres">
      <dgm:prSet presAssocID="{9C1171BD-861B-4BC0-BDCD-C54541C40510}" presName="connectorText" presStyleLbl="sibTrans2D1" presStyleIdx="0" presStyleCnt="2"/>
      <dgm:spPr/>
    </dgm:pt>
    <dgm:pt modelId="{354BEF40-3F2A-43BB-BABA-2573A96A3E16}" type="pres">
      <dgm:prSet presAssocID="{7CC25CFA-8BB7-421F-8AE7-D594C0CF2AB5}" presName="node" presStyleLbl="node1" presStyleIdx="1" presStyleCnt="3">
        <dgm:presLayoutVars>
          <dgm:bulletEnabled val="1"/>
        </dgm:presLayoutVars>
      </dgm:prSet>
      <dgm:spPr/>
    </dgm:pt>
    <dgm:pt modelId="{C7B35B48-E85A-4B3C-94B3-AE5DF4673032}" type="pres">
      <dgm:prSet presAssocID="{9797B101-68DF-400E-B9B3-B5E78C77B20A}" presName="sibTrans" presStyleLbl="sibTrans2D1" presStyleIdx="1" presStyleCnt="2"/>
      <dgm:spPr/>
    </dgm:pt>
    <dgm:pt modelId="{3234AF1F-5729-4E3F-8E19-118E3FC227D2}" type="pres">
      <dgm:prSet presAssocID="{9797B101-68DF-400E-B9B3-B5E78C77B20A}" presName="connectorText" presStyleLbl="sibTrans2D1" presStyleIdx="1" presStyleCnt="2"/>
      <dgm:spPr/>
    </dgm:pt>
    <dgm:pt modelId="{E12BF338-33B5-4406-BE2B-850108D3DC54}" type="pres">
      <dgm:prSet presAssocID="{42DD4E0A-126C-4FB4-B90A-A0CA61E77AC6}" presName="node" presStyleLbl="node1" presStyleIdx="2" presStyleCnt="3">
        <dgm:presLayoutVars>
          <dgm:bulletEnabled val="1"/>
        </dgm:presLayoutVars>
      </dgm:prSet>
      <dgm:spPr/>
    </dgm:pt>
  </dgm:ptLst>
  <dgm:cxnLst>
    <dgm:cxn modelId="{C29E0902-A0A9-4E5F-B3FB-0BFE1D4891DE}" type="presOf" srcId="{2206E115-EEAD-43B5-AFCB-5891F26D5D92}" destId="{41F4F35D-8165-4117-B406-C2BC4FAD1238}" srcOrd="0" destOrd="0" presId="urn:microsoft.com/office/officeart/2005/8/layout/process1"/>
    <dgm:cxn modelId="{EF48B40D-EB49-4FB5-9729-84883EFED7E0}" type="presOf" srcId="{9797B101-68DF-400E-B9B3-B5E78C77B20A}" destId="{C7B35B48-E85A-4B3C-94B3-AE5DF4673032}" srcOrd="0" destOrd="0" presId="urn:microsoft.com/office/officeart/2005/8/layout/process1"/>
    <dgm:cxn modelId="{CFEF1C26-D9A5-4ACF-BD77-E342408F4E5F}" srcId="{068AB218-57DC-486C-8BA4-FF5A4D3E5E8D}" destId="{2206E115-EEAD-43B5-AFCB-5891F26D5D92}" srcOrd="0" destOrd="0" parTransId="{19A7DC0D-2DEA-4D5D-8277-3EC482027602}" sibTransId="{9C1171BD-861B-4BC0-BDCD-C54541C40510}"/>
    <dgm:cxn modelId="{4BCEC526-DFA4-4CF0-B5A6-B50E6C803AF4}" type="presOf" srcId="{EBCDA5AD-ABD7-41E6-9D06-859CFD405660}" destId="{41F4F35D-8165-4117-B406-C2BC4FAD1238}" srcOrd="0" destOrd="1" presId="urn:microsoft.com/office/officeart/2005/8/layout/process1"/>
    <dgm:cxn modelId="{A24BDA44-4F1D-4F7F-95C2-04D1F9BA3D7E}" type="presOf" srcId="{7CC25CFA-8BB7-421F-8AE7-D594C0CF2AB5}" destId="{354BEF40-3F2A-43BB-BABA-2573A96A3E16}" srcOrd="0" destOrd="0" presId="urn:microsoft.com/office/officeart/2005/8/layout/process1"/>
    <dgm:cxn modelId="{7678E845-02FD-457E-9ECD-97B86AABEB29}" srcId="{2206E115-EEAD-43B5-AFCB-5891F26D5D92}" destId="{EBCDA5AD-ABD7-41E6-9D06-859CFD405660}" srcOrd="0" destOrd="0" parTransId="{5C4C4513-5A02-48E4-AFC5-1B34C5AB79DA}" sibTransId="{4556CF3A-B8FC-4873-9C34-9A4F24C980A1}"/>
    <dgm:cxn modelId="{F1F3E574-EF6C-4203-90C4-60A0F41ED7AE}" type="presOf" srcId="{00D21D68-3582-4CBA-B963-F9B8302DA5D3}" destId="{E12BF338-33B5-4406-BE2B-850108D3DC54}" srcOrd="0" destOrd="1" presId="urn:microsoft.com/office/officeart/2005/8/layout/process1"/>
    <dgm:cxn modelId="{77D0257B-DDE1-4BE4-91AB-3E63F61BE482}" srcId="{068AB218-57DC-486C-8BA4-FF5A4D3E5E8D}" destId="{42DD4E0A-126C-4FB4-B90A-A0CA61E77AC6}" srcOrd="2" destOrd="0" parTransId="{7314012D-A024-4FF6-B4C1-D92C8D94AF75}" sibTransId="{3924C94F-5511-4F7D-882E-3445603C9526}"/>
    <dgm:cxn modelId="{93ED7A88-9E63-411C-A242-106AE719C56A}" type="presOf" srcId="{42DD4E0A-126C-4FB4-B90A-A0CA61E77AC6}" destId="{E12BF338-33B5-4406-BE2B-850108D3DC54}" srcOrd="0" destOrd="0" presId="urn:microsoft.com/office/officeart/2005/8/layout/process1"/>
    <dgm:cxn modelId="{D8A9898F-7D1B-44CD-A3FB-3438ED589E39}" srcId="{42DD4E0A-126C-4FB4-B90A-A0CA61E77AC6}" destId="{00D21D68-3582-4CBA-B963-F9B8302DA5D3}" srcOrd="0" destOrd="0" parTransId="{5874CD8B-C4E9-4BE4-B7BA-CEEFE44BAE28}" sibTransId="{B609ED41-D63B-43A7-84BC-96707306284B}"/>
    <dgm:cxn modelId="{91EAEFB8-0C5E-4786-B78C-AAB78848D2BF}" type="presOf" srcId="{068AB218-57DC-486C-8BA4-FF5A4D3E5E8D}" destId="{795D8D42-69F6-488B-9A13-DE8E4DA9606D}" srcOrd="0" destOrd="0" presId="urn:microsoft.com/office/officeart/2005/8/layout/process1"/>
    <dgm:cxn modelId="{E32233CA-F41C-49F3-BD76-8D360FB79F71}" type="presOf" srcId="{9C1171BD-861B-4BC0-BDCD-C54541C40510}" destId="{1CB74C47-678E-4617-B0BD-C93AB2A5948D}" srcOrd="1" destOrd="0" presId="urn:microsoft.com/office/officeart/2005/8/layout/process1"/>
    <dgm:cxn modelId="{1FC074EC-3317-4BD6-B36B-2C42B984DA3E}" type="presOf" srcId="{9797B101-68DF-400E-B9B3-B5E78C77B20A}" destId="{3234AF1F-5729-4E3F-8E19-118E3FC227D2}" srcOrd="1" destOrd="0" presId="urn:microsoft.com/office/officeart/2005/8/layout/process1"/>
    <dgm:cxn modelId="{D049D3F4-D3D5-422E-8A76-B13FDE908236}" srcId="{068AB218-57DC-486C-8BA4-FF5A4D3E5E8D}" destId="{7CC25CFA-8BB7-421F-8AE7-D594C0CF2AB5}" srcOrd="1" destOrd="0" parTransId="{6D337ECD-7F20-4C6D-A494-4A57343A5905}" sibTransId="{9797B101-68DF-400E-B9B3-B5E78C77B20A}"/>
    <dgm:cxn modelId="{6D0241FB-6456-4C17-965E-5EA66F4F5BEE}" type="presOf" srcId="{9C1171BD-861B-4BC0-BDCD-C54541C40510}" destId="{FC561860-5449-4000-9BB8-69918DAE2EC4}" srcOrd="0" destOrd="0" presId="urn:microsoft.com/office/officeart/2005/8/layout/process1"/>
    <dgm:cxn modelId="{13CAB95F-0283-4D74-93C9-51DD9E46B6B9}" type="presParOf" srcId="{795D8D42-69F6-488B-9A13-DE8E4DA9606D}" destId="{41F4F35D-8165-4117-B406-C2BC4FAD1238}" srcOrd="0" destOrd="0" presId="urn:microsoft.com/office/officeart/2005/8/layout/process1"/>
    <dgm:cxn modelId="{F75EB04C-3D8A-4D1E-860C-175907BC6941}" type="presParOf" srcId="{795D8D42-69F6-488B-9A13-DE8E4DA9606D}" destId="{FC561860-5449-4000-9BB8-69918DAE2EC4}" srcOrd="1" destOrd="0" presId="urn:microsoft.com/office/officeart/2005/8/layout/process1"/>
    <dgm:cxn modelId="{C07E0AB6-0E0C-4CC4-A2CD-B204DB8CD531}" type="presParOf" srcId="{FC561860-5449-4000-9BB8-69918DAE2EC4}" destId="{1CB74C47-678E-4617-B0BD-C93AB2A5948D}" srcOrd="0" destOrd="0" presId="urn:microsoft.com/office/officeart/2005/8/layout/process1"/>
    <dgm:cxn modelId="{EDC21770-037C-418A-A9A6-A916DF86ED74}" type="presParOf" srcId="{795D8D42-69F6-488B-9A13-DE8E4DA9606D}" destId="{354BEF40-3F2A-43BB-BABA-2573A96A3E16}" srcOrd="2" destOrd="0" presId="urn:microsoft.com/office/officeart/2005/8/layout/process1"/>
    <dgm:cxn modelId="{21E26172-5C2F-4ABE-9E9C-6C1C7B6E6B65}" type="presParOf" srcId="{795D8D42-69F6-488B-9A13-DE8E4DA9606D}" destId="{C7B35B48-E85A-4B3C-94B3-AE5DF4673032}" srcOrd="3" destOrd="0" presId="urn:microsoft.com/office/officeart/2005/8/layout/process1"/>
    <dgm:cxn modelId="{1E7A6F0B-BDB1-4062-BCAA-930382DC5335}" type="presParOf" srcId="{C7B35B48-E85A-4B3C-94B3-AE5DF4673032}" destId="{3234AF1F-5729-4E3F-8E19-118E3FC227D2}" srcOrd="0" destOrd="0" presId="urn:microsoft.com/office/officeart/2005/8/layout/process1"/>
    <dgm:cxn modelId="{4CDAF291-099E-4908-A9A4-6311B204C6F7}" type="presParOf" srcId="{795D8D42-69F6-488B-9A13-DE8E4DA9606D}" destId="{E12BF338-33B5-4406-BE2B-850108D3DC5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4F35D-8165-4117-B406-C2BC4FAD1238}">
      <dsp:nvSpPr>
        <dsp:cNvPr id="0" name=""/>
        <dsp:cNvSpPr/>
      </dsp:nvSpPr>
      <dsp:spPr>
        <a:xfrm>
          <a:off x="7255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45364" y="1927544"/>
        <a:ext cx="2092331" cy="1224911"/>
      </dsp:txXfrm>
    </dsp:sp>
    <dsp:sp modelId="{FC561860-5449-4000-9BB8-69918DAE2EC4}">
      <dsp:nvSpPr>
        <dsp:cNvPr id="0" name=""/>
        <dsp:cNvSpPr/>
      </dsp:nvSpPr>
      <dsp:spPr>
        <a:xfrm>
          <a:off x="2392660" y="2271099"/>
          <a:ext cx="459732" cy="5378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392660" y="2378659"/>
        <a:ext cx="321812" cy="322680"/>
      </dsp:txXfrm>
    </dsp:sp>
    <dsp:sp modelId="{354BEF40-3F2A-43BB-BABA-2573A96A3E16}">
      <dsp:nvSpPr>
        <dsp:cNvPr id="0" name=""/>
        <dsp:cNvSpPr/>
      </dsp:nvSpPr>
      <dsp:spPr>
        <a:xfrm>
          <a:off x="3043225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3081334" y="1927544"/>
        <a:ext cx="2092331" cy="1224911"/>
      </dsp:txXfrm>
    </dsp:sp>
    <dsp:sp modelId="{C7B35B48-E85A-4B3C-94B3-AE5DF4673032}">
      <dsp:nvSpPr>
        <dsp:cNvPr id="0" name=""/>
        <dsp:cNvSpPr/>
      </dsp:nvSpPr>
      <dsp:spPr>
        <a:xfrm>
          <a:off x="5428629" y="2271099"/>
          <a:ext cx="459732" cy="5378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428629" y="2378659"/>
        <a:ext cx="321812" cy="322680"/>
      </dsp:txXfrm>
    </dsp:sp>
    <dsp:sp modelId="{E12BF338-33B5-4406-BE2B-850108D3DC54}">
      <dsp:nvSpPr>
        <dsp:cNvPr id="0" name=""/>
        <dsp:cNvSpPr/>
      </dsp:nvSpPr>
      <dsp:spPr>
        <a:xfrm>
          <a:off x="6079194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Five</a:t>
          </a:r>
        </a:p>
      </dsp:txBody>
      <dsp:txXfrm>
        <a:off x="6117303" y="1927544"/>
        <a:ext cx="2092331" cy="1224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CC8E-076C-AB56-7545-2357E4A1A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B949B-6FC0-9B9D-3A05-233B6D9ED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B4DEE-0673-4ED6-860A-0E459748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E2A6-90B7-7C58-7455-C1840625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26FF-9C78-09F0-7B47-B39666A7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32BB-FFC9-B7DB-3FD7-ED73561B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D481F-C5C5-DA56-D462-0651AB361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7B806-D085-30EB-E34D-4202A5DA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11FA8-53AA-D629-1AB0-0E5D1AAE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E0B20-63E8-2617-C983-516AD6C2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D9F8-E7E2-099B-D63A-D6417A57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1C558-B9DB-1BA1-988B-C3ADF2650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9071A-BD21-60FC-3DFE-9E036568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E49B9-A99B-7D27-127C-9C0E250E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7F061-5AD9-699D-3AD5-3EF4178B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95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14CC-A027-BEDD-6516-A2F89972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3C4A-193D-763A-396C-0145872B3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8B20F-A99D-3E5C-5D46-4F48B1629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7B133-6D4F-5DFB-E7EF-14DD4B2F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C09C6-DF25-3EEA-4FE7-8FEB4BF1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EDAD1-C9A3-AF53-089C-5B833185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3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06AA-929E-B912-F608-47B2DBD2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94CDD-8D4E-6E02-C063-D8B405C2D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AC3B8-24D5-57BD-1D84-0C4D15C9D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04E4E-A948-4A6C-48FD-BAF6BC67E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78F6BA-063F-A2C9-278A-B0F0A6A5D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8DF808-C0C5-DFDD-0B20-709ECC1D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6F7420-174A-0E87-69FB-050AD80B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66372-9694-A29E-0B08-794F0D76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2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4B48-2FA2-1D54-98B5-EC597224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FD6DF-FC1C-44ED-C2F1-E80A0323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79C4E-2C16-D0DE-BF76-31BDEF9A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7DFAD-F0D6-9B1E-8C65-6E252584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0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2DFEE-A3A5-A79E-58BE-63F9BC69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47664-40C7-E48E-CB5C-75C94F83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79EC0-80A2-ECDE-4BE1-06BE49FE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8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550D-A907-3402-95C1-98373966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DE79-279C-FA17-1FB4-D03612D50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5C2CC-8278-B204-2CB9-2316BC2BC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BBF89-7811-9BD5-3205-8AD21A60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C09C8-C9CF-012B-15D0-CA7C6795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D7C7E-295C-0CC4-E099-E30C848C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E52B-4A9B-C7E8-383A-86BEFDA34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C754FC-DE16-FC2C-C00D-E983ED486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70CC9-C60A-6232-E23E-C05490D93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F8453-CF95-3439-F1B5-80522DE9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7EB26-68AD-A435-7CC6-07346C18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59A02-6158-0CCE-E741-DCB104E8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1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6A7C-1DA6-3F17-1C14-8E043FAD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97F66-5CE9-3CA1-6BDD-7DC98388C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793A4-520B-63F8-7F73-DF4DB5D5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947AF-A579-3742-5FC3-0454FC3C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751-75DD-B3BC-1ADE-4923144C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0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B44894-3DF3-C27F-2C80-3E7986A2A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CD6B6-3921-F13E-6A3A-BB6D9E827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7A967-729E-17E0-C68F-63E2A1FA9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224D3-3BB8-C798-FE14-575AB827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D9B3E-7342-9F81-61C8-FD3354462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9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5EB51-4B80-CB3B-1F93-1F27DC23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405DE-A8C8-BAC2-9566-C819913F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24C1C-3925-2900-986B-8507DD9E8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A3064-A7D3-482E-8D27-742E4F83B85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62CAC-4A39-36CF-636C-EC164DDD8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6F7F3-B635-FC37-F6DB-A12B3017B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33FF7-3F48-4A12-8608-4E6B31074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0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3E580E-5D31-B81A-4EAD-99F7A3C84B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01404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456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2026-09-06T08:13:16Z</dcterms:created>
  <dcterms:modified xsi:type="dcterms:W3CDTF">2026-09-06T08:13:16Z</dcterms:modified>
</cp:coreProperties>
</file>