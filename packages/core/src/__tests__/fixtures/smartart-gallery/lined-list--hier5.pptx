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F942F-7ACB-4079-8B8A-802212957D7C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3597F7-1940-486F-9514-880E51E198FF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4BA953B1-C4C4-47C1-9B48-3794DCE7DA19}" type="parTrans" cxnId="{0D876204-9EB4-4D7C-BA6F-59F1AD99C2CB}">
      <dgm:prSet/>
      <dgm:spPr/>
    </dgm:pt>
    <dgm:pt modelId="{5F55E88C-AF63-43E0-AB1C-960D3232237B}" type="sibTrans" cxnId="{0D876204-9EB4-4D7C-BA6F-59F1AD99C2CB}">
      <dgm:prSet/>
      <dgm:spPr/>
    </dgm:pt>
    <dgm:pt modelId="{FED9FA6B-EC10-4E01-9923-7FE93A37AA8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088ABC0-D6BF-442F-AB41-F45CD9D72C4B}" type="parTrans" cxnId="{F6029EAA-80F3-4F52-B22E-7C751E5D1986}">
      <dgm:prSet/>
      <dgm:spPr/>
    </dgm:pt>
    <dgm:pt modelId="{D60E495A-5D1F-4D47-A8F6-1F2AD034E983}" type="sibTrans" cxnId="{F6029EAA-80F3-4F52-B22E-7C751E5D1986}">
      <dgm:prSet/>
      <dgm:spPr/>
    </dgm:pt>
    <dgm:pt modelId="{8BB4D666-D7F4-4E66-BFC7-DE9D97B2D112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4960BDD-9629-429D-9D7D-EDC5FD988628}" type="parTrans" cxnId="{355C8629-FFC8-432D-A38B-A7CF1F6053F0}">
      <dgm:prSet/>
      <dgm:spPr/>
    </dgm:pt>
    <dgm:pt modelId="{719C33CC-9EC3-4CCF-B75C-DE188DEC7C90}" type="sibTrans" cxnId="{355C8629-FFC8-432D-A38B-A7CF1F6053F0}">
      <dgm:prSet/>
      <dgm:spPr/>
    </dgm:pt>
    <dgm:pt modelId="{D4FC5219-A11D-4778-BECF-BD66F7BECF7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578FB43-C961-4BB4-9770-FE7E0D5858AD}" type="parTrans" cxnId="{C050C201-883D-4E4F-BAFB-5D171A8B0293}">
      <dgm:prSet/>
      <dgm:spPr/>
    </dgm:pt>
    <dgm:pt modelId="{1245A6E4-E17E-4A79-A396-7115CF8DF4EA}" type="sibTrans" cxnId="{C050C201-883D-4E4F-BAFB-5D171A8B0293}">
      <dgm:prSet/>
      <dgm:spPr/>
    </dgm:pt>
    <dgm:pt modelId="{C4AB553C-F676-42B0-BD14-9A18BA84FEE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45A8401-57B0-4399-B4FA-E9B06203821C}" type="parTrans" cxnId="{14174829-AF35-4A66-9CD3-41772B1D60D2}">
      <dgm:prSet/>
      <dgm:spPr/>
    </dgm:pt>
    <dgm:pt modelId="{BEDD186F-414F-461E-B245-A0EE418A7254}" type="sibTrans" cxnId="{14174829-AF35-4A66-9CD3-41772B1D60D2}">
      <dgm:prSet/>
      <dgm:spPr/>
    </dgm:pt>
    <dgm:pt modelId="{869AF37C-4340-425F-8095-4F8EA4797228}" type="pres">
      <dgm:prSet presAssocID="{18EF942F-7ACB-4079-8B8A-802212957D7C}" presName="vert0" presStyleCnt="0">
        <dgm:presLayoutVars>
          <dgm:dir/>
          <dgm:animOne val="branch"/>
          <dgm:animLvl val="lvl"/>
        </dgm:presLayoutVars>
      </dgm:prSet>
      <dgm:spPr/>
    </dgm:pt>
    <dgm:pt modelId="{CB74023A-DF55-40DC-B8D6-D028370EFA05}" type="pres">
      <dgm:prSet presAssocID="{3A3597F7-1940-486F-9514-880E51E198FF}" presName="thickLine" presStyleLbl="alignNode1" presStyleIdx="0" presStyleCnt="3"/>
      <dgm:spPr/>
    </dgm:pt>
    <dgm:pt modelId="{9B9C546D-4CFA-40CE-8E9E-F154679B332B}" type="pres">
      <dgm:prSet presAssocID="{3A3597F7-1940-486F-9514-880E51E198FF}" presName="horz1" presStyleCnt="0"/>
      <dgm:spPr/>
    </dgm:pt>
    <dgm:pt modelId="{AC959E08-3367-4F4B-9527-79F0283D51F2}" type="pres">
      <dgm:prSet presAssocID="{3A3597F7-1940-486F-9514-880E51E198FF}" presName="tx1" presStyleLbl="revTx" presStyleIdx="0" presStyleCnt="5"/>
      <dgm:spPr/>
    </dgm:pt>
    <dgm:pt modelId="{DEC1F630-68DC-497B-A77F-189094D74450}" type="pres">
      <dgm:prSet presAssocID="{3A3597F7-1940-486F-9514-880E51E198FF}" presName="vert1" presStyleCnt="0"/>
      <dgm:spPr/>
    </dgm:pt>
    <dgm:pt modelId="{7F401A34-AE4E-4CF4-93E6-67D4A98A98DC}" type="pres">
      <dgm:prSet presAssocID="{FED9FA6B-EC10-4E01-9923-7FE93A37AA8D}" presName="vertSpace2a" presStyleCnt="0"/>
      <dgm:spPr/>
    </dgm:pt>
    <dgm:pt modelId="{7FB35D9A-5E39-4825-AD32-40929B08FD2D}" type="pres">
      <dgm:prSet presAssocID="{FED9FA6B-EC10-4E01-9923-7FE93A37AA8D}" presName="horz2" presStyleCnt="0"/>
      <dgm:spPr/>
    </dgm:pt>
    <dgm:pt modelId="{F00AB094-C350-4EE4-BDC4-2285C6453A8D}" type="pres">
      <dgm:prSet presAssocID="{FED9FA6B-EC10-4E01-9923-7FE93A37AA8D}" presName="horzSpace2" presStyleCnt="0"/>
      <dgm:spPr/>
    </dgm:pt>
    <dgm:pt modelId="{261C1CA0-E0C4-4865-99B4-5B9D7FA3FA69}" type="pres">
      <dgm:prSet presAssocID="{FED9FA6B-EC10-4E01-9923-7FE93A37AA8D}" presName="tx2" presStyleLbl="revTx" presStyleIdx="1" presStyleCnt="5"/>
      <dgm:spPr/>
    </dgm:pt>
    <dgm:pt modelId="{F3CBBB15-334E-4EFC-BAE5-5A24000C9ED3}" type="pres">
      <dgm:prSet presAssocID="{FED9FA6B-EC10-4E01-9923-7FE93A37AA8D}" presName="vert2" presStyleCnt="0"/>
      <dgm:spPr/>
    </dgm:pt>
    <dgm:pt modelId="{324A4AC5-EE0E-4A77-B073-A8BAC11A8F0F}" type="pres">
      <dgm:prSet presAssocID="{FED9FA6B-EC10-4E01-9923-7FE93A37AA8D}" presName="thinLine2b" presStyleLbl="callout" presStyleIdx="0" presStyleCnt="2"/>
      <dgm:spPr/>
    </dgm:pt>
    <dgm:pt modelId="{7140EDCD-4497-4D58-9BD6-84B893C14BAA}" type="pres">
      <dgm:prSet presAssocID="{FED9FA6B-EC10-4E01-9923-7FE93A37AA8D}" presName="vertSpace2b" presStyleCnt="0"/>
      <dgm:spPr/>
    </dgm:pt>
    <dgm:pt modelId="{80C435CB-55A2-41E4-86E1-1658ADB27A7B}" type="pres">
      <dgm:prSet presAssocID="{8BB4D666-D7F4-4E66-BFC7-DE9D97B2D112}" presName="thickLine" presStyleLbl="alignNode1" presStyleIdx="1" presStyleCnt="3"/>
      <dgm:spPr/>
    </dgm:pt>
    <dgm:pt modelId="{A41EB526-3B4F-403B-8B87-54A3BF69905E}" type="pres">
      <dgm:prSet presAssocID="{8BB4D666-D7F4-4E66-BFC7-DE9D97B2D112}" presName="horz1" presStyleCnt="0"/>
      <dgm:spPr/>
    </dgm:pt>
    <dgm:pt modelId="{5A75F1B6-EA8E-44F0-BDC6-2D7C4684F155}" type="pres">
      <dgm:prSet presAssocID="{8BB4D666-D7F4-4E66-BFC7-DE9D97B2D112}" presName="tx1" presStyleLbl="revTx" presStyleIdx="2" presStyleCnt="5"/>
      <dgm:spPr/>
    </dgm:pt>
    <dgm:pt modelId="{CFA03006-04A3-4FBC-8D2F-DFF4370B8C34}" type="pres">
      <dgm:prSet presAssocID="{8BB4D666-D7F4-4E66-BFC7-DE9D97B2D112}" presName="vert1" presStyleCnt="0"/>
      <dgm:spPr/>
    </dgm:pt>
    <dgm:pt modelId="{309D3AD1-5351-4FB2-8A81-555CC8F5D280}" type="pres">
      <dgm:prSet presAssocID="{D4FC5219-A11D-4778-BECF-BD66F7BECF71}" presName="thickLine" presStyleLbl="alignNode1" presStyleIdx="2" presStyleCnt="3"/>
      <dgm:spPr/>
    </dgm:pt>
    <dgm:pt modelId="{9FF90CCC-F5D7-4507-91D2-06DBC712F0BD}" type="pres">
      <dgm:prSet presAssocID="{D4FC5219-A11D-4778-BECF-BD66F7BECF71}" presName="horz1" presStyleCnt="0"/>
      <dgm:spPr/>
    </dgm:pt>
    <dgm:pt modelId="{4ACA44A5-2816-40F8-B212-35EF2BAFD26D}" type="pres">
      <dgm:prSet presAssocID="{D4FC5219-A11D-4778-BECF-BD66F7BECF71}" presName="tx1" presStyleLbl="revTx" presStyleIdx="3" presStyleCnt="5"/>
      <dgm:spPr/>
    </dgm:pt>
    <dgm:pt modelId="{00AEC023-A77E-415B-835A-2EEBE13DD84F}" type="pres">
      <dgm:prSet presAssocID="{D4FC5219-A11D-4778-BECF-BD66F7BECF71}" presName="vert1" presStyleCnt="0"/>
      <dgm:spPr/>
    </dgm:pt>
    <dgm:pt modelId="{6F003B8A-9800-48C2-AD16-17F0DA1FB97D}" type="pres">
      <dgm:prSet presAssocID="{C4AB553C-F676-42B0-BD14-9A18BA84FEEE}" presName="vertSpace2a" presStyleCnt="0"/>
      <dgm:spPr/>
    </dgm:pt>
    <dgm:pt modelId="{F6D75E2D-BFD0-47F4-AA53-437C1C3BB1DD}" type="pres">
      <dgm:prSet presAssocID="{C4AB553C-F676-42B0-BD14-9A18BA84FEEE}" presName="horz2" presStyleCnt="0"/>
      <dgm:spPr/>
    </dgm:pt>
    <dgm:pt modelId="{9DE06A33-459A-475A-B492-B64023D026BA}" type="pres">
      <dgm:prSet presAssocID="{C4AB553C-F676-42B0-BD14-9A18BA84FEEE}" presName="horzSpace2" presStyleCnt="0"/>
      <dgm:spPr/>
    </dgm:pt>
    <dgm:pt modelId="{EDC65293-9590-429F-9CD5-65874740B0A6}" type="pres">
      <dgm:prSet presAssocID="{C4AB553C-F676-42B0-BD14-9A18BA84FEEE}" presName="tx2" presStyleLbl="revTx" presStyleIdx="4" presStyleCnt="5"/>
      <dgm:spPr/>
    </dgm:pt>
    <dgm:pt modelId="{2A931636-0272-4340-B87A-4F6904B64B5D}" type="pres">
      <dgm:prSet presAssocID="{C4AB553C-F676-42B0-BD14-9A18BA84FEEE}" presName="vert2" presStyleCnt="0"/>
      <dgm:spPr/>
    </dgm:pt>
    <dgm:pt modelId="{B8A23F09-94B8-4B50-ADB7-E636B5B36EE7}" type="pres">
      <dgm:prSet presAssocID="{C4AB553C-F676-42B0-BD14-9A18BA84FEEE}" presName="thinLine2b" presStyleLbl="callout" presStyleIdx="1" presStyleCnt="2"/>
      <dgm:spPr/>
    </dgm:pt>
    <dgm:pt modelId="{4032770F-0402-4122-ACDF-90A4D9F2963D}" type="pres">
      <dgm:prSet presAssocID="{C4AB553C-F676-42B0-BD14-9A18BA84FEEE}" presName="vertSpace2b" presStyleCnt="0"/>
      <dgm:spPr/>
    </dgm:pt>
  </dgm:ptLst>
  <dgm:cxnLst>
    <dgm:cxn modelId="{C050C201-883D-4E4F-BAFB-5D171A8B0293}" srcId="{18EF942F-7ACB-4079-8B8A-802212957D7C}" destId="{D4FC5219-A11D-4778-BECF-BD66F7BECF71}" srcOrd="2" destOrd="0" parTransId="{F578FB43-C961-4BB4-9770-FE7E0D5858AD}" sibTransId="{1245A6E4-E17E-4A79-A396-7115CF8DF4EA}"/>
    <dgm:cxn modelId="{0D876204-9EB4-4D7C-BA6F-59F1AD99C2CB}" srcId="{18EF942F-7ACB-4079-8B8A-802212957D7C}" destId="{3A3597F7-1940-486F-9514-880E51E198FF}" srcOrd="0" destOrd="0" parTransId="{4BA953B1-C4C4-47C1-9B48-3794DCE7DA19}" sibTransId="{5F55E88C-AF63-43E0-AB1C-960D3232237B}"/>
    <dgm:cxn modelId="{14174829-AF35-4A66-9CD3-41772B1D60D2}" srcId="{D4FC5219-A11D-4778-BECF-BD66F7BECF71}" destId="{C4AB553C-F676-42B0-BD14-9A18BA84FEEE}" srcOrd="0" destOrd="0" parTransId="{845A8401-57B0-4399-B4FA-E9B06203821C}" sibTransId="{BEDD186F-414F-461E-B245-A0EE418A7254}"/>
    <dgm:cxn modelId="{355C8629-FFC8-432D-A38B-A7CF1F6053F0}" srcId="{18EF942F-7ACB-4079-8B8A-802212957D7C}" destId="{8BB4D666-D7F4-4E66-BFC7-DE9D97B2D112}" srcOrd="1" destOrd="0" parTransId="{D4960BDD-9629-429D-9D7D-EDC5FD988628}" sibTransId="{719C33CC-9EC3-4CCF-B75C-DE188DEC7C90}"/>
    <dgm:cxn modelId="{34FF0A5F-0917-49CD-A870-B1BEBFD746BA}" type="presOf" srcId="{18EF942F-7ACB-4079-8B8A-802212957D7C}" destId="{869AF37C-4340-425F-8095-4F8EA4797228}" srcOrd="0" destOrd="0" presId="urn:microsoft.com/office/officeart/2008/layout/LinedList"/>
    <dgm:cxn modelId="{721D1465-E2C4-4B14-A659-5E23C4EB7752}" type="presOf" srcId="{C4AB553C-F676-42B0-BD14-9A18BA84FEEE}" destId="{EDC65293-9590-429F-9CD5-65874740B0A6}" srcOrd="0" destOrd="0" presId="urn:microsoft.com/office/officeart/2008/layout/LinedList"/>
    <dgm:cxn modelId="{E93E2585-8B10-4704-BC2F-8303DFC557D2}" type="presOf" srcId="{D4FC5219-A11D-4778-BECF-BD66F7BECF71}" destId="{4ACA44A5-2816-40F8-B212-35EF2BAFD26D}" srcOrd="0" destOrd="0" presId="urn:microsoft.com/office/officeart/2008/layout/LinedList"/>
    <dgm:cxn modelId="{F6029EAA-80F3-4F52-B22E-7C751E5D1986}" srcId="{3A3597F7-1940-486F-9514-880E51E198FF}" destId="{FED9FA6B-EC10-4E01-9923-7FE93A37AA8D}" srcOrd="0" destOrd="0" parTransId="{0088ABC0-D6BF-442F-AB41-F45CD9D72C4B}" sibTransId="{D60E495A-5D1F-4D47-A8F6-1F2AD034E983}"/>
    <dgm:cxn modelId="{10B416B6-0707-49D9-ADF9-8D1038C51D4B}" type="presOf" srcId="{FED9FA6B-EC10-4E01-9923-7FE93A37AA8D}" destId="{261C1CA0-E0C4-4865-99B4-5B9D7FA3FA69}" srcOrd="0" destOrd="0" presId="urn:microsoft.com/office/officeart/2008/layout/LinedList"/>
    <dgm:cxn modelId="{F0CDD6BE-38E1-4C98-866F-A2C5486CF30D}" type="presOf" srcId="{3A3597F7-1940-486F-9514-880E51E198FF}" destId="{AC959E08-3367-4F4B-9527-79F0283D51F2}" srcOrd="0" destOrd="0" presId="urn:microsoft.com/office/officeart/2008/layout/LinedList"/>
    <dgm:cxn modelId="{2CF021FC-054F-4A20-BAFD-DEDAAB18E3ED}" type="presOf" srcId="{8BB4D666-D7F4-4E66-BFC7-DE9D97B2D112}" destId="{5A75F1B6-EA8E-44F0-BDC6-2D7C4684F155}" srcOrd="0" destOrd="0" presId="urn:microsoft.com/office/officeart/2008/layout/LinedList"/>
    <dgm:cxn modelId="{79E3D187-FC65-4B24-BFF6-DE37BDF581F6}" type="presParOf" srcId="{869AF37C-4340-425F-8095-4F8EA4797228}" destId="{CB74023A-DF55-40DC-B8D6-D028370EFA05}" srcOrd="0" destOrd="0" presId="urn:microsoft.com/office/officeart/2008/layout/LinedList"/>
    <dgm:cxn modelId="{CFFDCB25-C2A1-4514-9FD6-2C6664E0777E}" type="presParOf" srcId="{869AF37C-4340-425F-8095-4F8EA4797228}" destId="{9B9C546D-4CFA-40CE-8E9E-F154679B332B}" srcOrd="1" destOrd="0" presId="urn:microsoft.com/office/officeart/2008/layout/LinedList"/>
    <dgm:cxn modelId="{5CCA8F8F-C830-4922-B38C-1C36A2F73B08}" type="presParOf" srcId="{9B9C546D-4CFA-40CE-8E9E-F154679B332B}" destId="{AC959E08-3367-4F4B-9527-79F0283D51F2}" srcOrd="0" destOrd="0" presId="urn:microsoft.com/office/officeart/2008/layout/LinedList"/>
    <dgm:cxn modelId="{52FB0558-BE36-4DF2-AFCC-2FDF844458EF}" type="presParOf" srcId="{9B9C546D-4CFA-40CE-8E9E-F154679B332B}" destId="{DEC1F630-68DC-497B-A77F-189094D74450}" srcOrd="1" destOrd="0" presId="urn:microsoft.com/office/officeart/2008/layout/LinedList"/>
    <dgm:cxn modelId="{1405D7AF-F744-4458-AF64-0B4DB8CD5CF5}" type="presParOf" srcId="{DEC1F630-68DC-497B-A77F-189094D74450}" destId="{7F401A34-AE4E-4CF4-93E6-67D4A98A98DC}" srcOrd="0" destOrd="0" presId="urn:microsoft.com/office/officeart/2008/layout/LinedList"/>
    <dgm:cxn modelId="{1B659233-55F2-46A7-B628-4F56DFF59039}" type="presParOf" srcId="{DEC1F630-68DC-497B-A77F-189094D74450}" destId="{7FB35D9A-5E39-4825-AD32-40929B08FD2D}" srcOrd="1" destOrd="0" presId="urn:microsoft.com/office/officeart/2008/layout/LinedList"/>
    <dgm:cxn modelId="{BD94F61E-E755-4F20-81C5-5CD725D38D56}" type="presParOf" srcId="{7FB35D9A-5E39-4825-AD32-40929B08FD2D}" destId="{F00AB094-C350-4EE4-BDC4-2285C6453A8D}" srcOrd="0" destOrd="0" presId="urn:microsoft.com/office/officeart/2008/layout/LinedList"/>
    <dgm:cxn modelId="{F4A56E0B-463F-4C7A-9D09-F91AF3C278A2}" type="presParOf" srcId="{7FB35D9A-5E39-4825-AD32-40929B08FD2D}" destId="{261C1CA0-E0C4-4865-99B4-5B9D7FA3FA69}" srcOrd="1" destOrd="0" presId="urn:microsoft.com/office/officeart/2008/layout/LinedList"/>
    <dgm:cxn modelId="{BF09ED6E-3CCC-46D8-8CF0-F612EEE11E0A}" type="presParOf" srcId="{7FB35D9A-5E39-4825-AD32-40929B08FD2D}" destId="{F3CBBB15-334E-4EFC-BAE5-5A24000C9ED3}" srcOrd="2" destOrd="0" presId="urn:microsoft.com/office/officeart/2008/layout/LinedList"/>
    <dgm:cxn modelId="{2DFA6679-AB30-40B2-A3AD-3203E00AB9CC}" type="presParOf" srcId="{DEC1F630-68DC-497B-A77F-189094D74450}" destId="{324A4AC5-EE0E-4A77-B073-A8BAC11A8F0F}" srcOrd="2" destOrd="0" presId="urn:microsoft.com/office/officeart/2008/layout/LinedList"/>
    <dgm:cxn modelId="{29A00541-054A-4281-89E0-F7ECEB7113D8}" type="presParOf" srcId="{DEC1F630-68DC-497B-A77F-189094D74450}" destId="{7140EDCD-4497-4D58-9BD6-84B893C14BAA}" srcOrd="3" destOrd="0" presId="urn:microsoft.com/office/officeart/2008/layout/LinedList"/>
    <dgm:cxn modelId="{D846ACDD-3615-4E51-B268-E179DA374502}" type="presParOf" srcId="{869AF37C-4340-425F-8095-4F8EA4797228}" destId="{80C435CB-55A2-41E4-86E1-1658ADB27A7B}" srcOrd="2" destOrd="0" presId="urn:microsoft.com/office/officeart/2008/layout/LinedList"/>
    <dgm:cxn modelId="{3AA10434-BA88-418B-BA10-C8E2BB160909}" type="presParOf" srcId="{869AF37C-4340-425F-8095-4F8EA4797228}" destId="{A41EB526-3B4F-403B-8B87-54A3BF69905E}" srcOrd="3" destOrd="0" presId="urn:microsoft.com/office/officeart/2008/layout/LinedList"/>
    <dgm:cxn modelId="{4DFDF397-BCBE-4CAC-928B-68899CD223E3}" type="presParOf" srcId="{A41EB526-3B4F-403B-8B87-54A3BF69905E}" destId="{5A75F1B6-EA8E-44F0-BDC6-2D7C4684F155}" srcOrd="0" destOrd="0" presId="urn:microsoft.com/office/officeart/2008/layout/LinedList"/>
    <dgm:cxn modelId="{7E075E65-C803-40D2-A6AD-C631C323BF03}" type="presParOf" srcId="{A41EB526-3B4F-403B-8B87-54A3BF69905E}" destId="{CFA03006-04A3-4FBC-8D2F-DFF4370B8C34}" srcOrd="1" destOrd="0" presId="urn:microsoft.com/office/officeart/2008/layout/LinedList"/>
    <dgm:cxn modelId="{CBFF2B43-F11C-4FD8-88E5-D2642966BEB5}" type="presParOf" srcId="{869AF37C-4340-425F-8095-4F8EA4797228}" destId="{309D3AD1-5351-4FB2-8A81-555CC8F5D280}" srcOrd="4" destOrd="0" presId="urn:microsoft.com/office/officeart/2008/layout/LinedList"/>
    <dgm:cxn modelId="{8008A2E0-E49D-4F9D-B932-F56F44D5BE56}" type="presParOf" srcId="{869AF37C-4340-425F-8095-4F8EA4797228}" destId="{9FF90CCC-F5D7-4507-91D2-06DBC712F0BD}" srcOrd="5" destOrd="0" presId="urn:microsoft.com/office/officeart/2008/layout/LinedList"/>
    <dgm:cxn modelId="{0D182413-4B24-4A58-B649-80580FC98250}" type="presParOf" srcId="{9FF90CCC-F5D7-4507-91D2-06DBC712F0BD}" destId="{4ACA44A5-2816-40F8-B212-35EF2BAFD26D}" srcOrd="0" destOrd="0" presId="urn:microsoft.com/office/officeart/2008/layout/LinedList"/>
    <dgm:cxn modelId="{D3E067CD-13D3-44A9-BBF1-CD7911E80D98}" type="presParOf" srcId="{9FF90CCC-F5D7-4507-91D2-06DBC712F0BD}" destId="{00AEC023-A77E-415B-835A-2EEBE13DD84F}" srcOrd="1" destOrd="0" presId="urn:microsoft.com/office/officeart/2008/layout/LinedList"/>
    <dgm:cxn modelId="{FE646807-7275-4DD7-9780-BBE757C744FD}" type="presParOf" srcId="{00AEC023-A77E-415B-835A-2EEBE13DD84F}" destId="{6F003B8A-9800-48C2-AD16-17F0DA1FB97D}" srcOrd="0" destOrd="0" presId="urn:microsoft.com/office/officeart/2008/layout/LinedList"/>
    <dgm:cxn modelId="{5EE071F2-64FA-4FB5-A7EC-C65639D32B1C}" type="presParOf" srcId="{00AEC023-A77E-415B-835A-2EEBE13DD84F}" destId="{F6D75E2D-BFD0-47F4-AA53-437C1C3BB1DD}" srcOrd="1" destOrd="0" presId="urn:microsoft.com/office/officeart/2008/layout/LinedList"/>
    <dgm:cxn modelId="{F2FDDEF0-ECA2-4126-8E32-E29745BB0287}" type="presParOf" srcId="{F6D75E2D-BFD0-47F4-AA53-437C1C3BB1DD}" destId="{9DE06A33-459A-475A-B492-B64023D026BA}" srcOrd="0" destOrd="0" presId="urn:microsoft.com/office/officeart/2008/layout/LinedList"/>
    <dgm:cxn modelId="{50D6B907-3831-4AC4-A3CF-81F394926F24}" type="presParOf" srcId="{F6D75E2D-BFD0-47F4-AA53-437C1C3BB1DD}" destId="{EDC65293-9590-429F-9CD5-65874740B0A6}" srcOrd="1" destOrd="0" presId="urn:microsoft.com/office/officeart/2008/layout/LinedList"/>
    <dgm:cxn modelId="{6AD9C879-7881-459C-A19F-CF7B94A26499}" type="presParOf" srcId="{F6D75E2D-BFD0-47F4-AA53-437C1C3BB1DD}" destId="{2A931636-0272-4340-B87A-4F6904B64B5D}" srcOrd="2" destOrd="0" presId="urn:microsoft.com/office/officeart/2008/layout/LinedList"/>
    <dgm:cxn modelId="{23809BA5-F40C-4863-AE60-A3CB8F4A8B48}" type="presParOf" srcId="{00AEC023-A77E-415B-835A-2EEBE13DD84F}" destId="{B8A23F09-94B8-4B50-ADB7-E636B5B36EE7}" srcOrd="2" destOrd="0" presId="urn:microsoft.com/office/officeart/2008/layout/LinedList"/>
    <dgm:cxn modelId="{9AA54FEF-F082-45F7-935E-68C53D708A2E}" type="presParOf" srcId="{00AEC023-A77E-415B-835A-2EEBE13DD84F}" destId="{4032770F-0402-4122-ACDF-90A4D9F2963D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4023A-DF55-40DC-B8D6-D028370EFA05}">
      <dsp:nvSpPr>
        <dsp:cNvPr id="0" name=""/>
        <dsp:cNvSpPr/>
      </dsp:nvSpPr>
      <dsp:spPr>
        <a:xfrm>
          <a:off x="0" y="2480"/>
          <a:ext cx="8255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59E08-3367-4F4B-9527-79F0283D51F2}">
      <dsp:nvSpPr>
        <dsp:cNvPr id="0" name=""/>
        <dsp:cNvSpPr/>
      </dsp:nvSpPr>
      <dsp:spPr>
        <a:xfrm>
          <a:off x="0" y="2480"/>
          <a:ext cx="1651000" cy="169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One</a:t>
          </a:r>
        </a:p>
      </dsp:txBody>
      <dsp:txXfrm>
        <a:off x="0" y="2480"/>
        <a:ext cx="1651000" cy="1691679"/>
      </dsp:txXfrm>
    </dsp:sp>
    <dsp:sp modelId="{261C1CA0-E0C4-4865-99B4-5B9D7FA3FA69}">
      <dsp:nvSpPr>
        <dsp:cNvPr id="0" name=""/>
        <dsp:cNvSpPr/>
      </dsp:nvSpPr>
      <dsp:spPr>
        <a:xfrm>
          <a:off x="1774824" y="79299"/>
          <a:ext cx="6480174" cy="1536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Two has a longer label</a:t>
          </a:r>
        </a:p>
      </dsp:txBody>
      <dsp:txXfrm>
        <a:off x="1774824" y="79299"/>
        <a:ext cx="6480174" cy="1536388"/>
      </dsp:txXfrm>
    </dsp:sp>
    <dsp:sp modelId="{324A4AC5-EE0E-4A77-B073-A8BAC11A8F0F}">
      <dsp:nvSpPr>
        <dsp:cNvPr id="0" name=""/>
        <dsp:cNvSpPr/>
      </dsp:nvSpPr>
      <dsp:spPr>
        <a:xfrm>
          <a:off x="1650999" y="1615688"/>
          <a:ext cx="6604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435CB-55A2-41E4-86E1-1658ADB27A7B}">
      <dsp:nvSpPr>
        <dsp:cNvPr id="0" name=""/>
        <dsp:cNvSpPr/>
      </dsp:nvSpPr>
      <dsp:spPr>
        <a:xfrm>
          <a:off x="0" y="1694160"/>
          <a:ext cx="8255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5F1B6-EA8E-44F0-BDC6-2D7C4684F155}">
      <dsp:nvSpPr>
        <dsp:cNvPr id="0" name=""/>
        <dsp:cNvSpPr/>
      </dsp:nvSpPr>
      <dsp:spPr>
        <a:xfrm>
          <a:off x="0" y="1694160"/>
          <a:ext cx="1651000" cy="169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Three</a:t>
          </a:r>
        </a:p>
      </dsp:txBody>
      <dsp:txXfrm>
        <a:off x="0" y="1694160"/>
        <a:ext cx="1651000" cy="1691679"/>
      </dsp:txXfrm>
    </dsp:sp>
    <dsp:sp modelId="{309D3AD1-5351-4FB2-8A81-555CC8F5D280}">
      <dsp:nvSpPr>
        <dsp:cNvPr id="0" name=""/>
        <dsp:cNvSpPr/>
      </dsp:nvSpPr>
      <dsp:spPr>
        <a:xfrm>
          <a:off x="0" y="3385839"/>
          <a:ext cx="8255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A44A5-2816-40F8-B212-35EF2BAFD26D}">
      <dsp:nvSpPr>
        <dsp:cNvPr id="0" name=""/>
        <dsp:cNvSpPr/>
      </dsp:nvSpPr>
      <dsp:spPr>
        <a:xfrm>
          <a:off x="0" y="3385839"/>
          <a:ext cx="1651000" cy="169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Four</a:t>
          </a:r>
        </a:p>
      </dsp:txBody>
      <dsp:txXfrm>
        <a:off x="0" y="3385839"/>
        <a:ext cx="1651000" cy="1691679"/>
      </dsp:txXfrm>
    </dsp:sp>
    <dsp:sp modelId="{EDC65293-9590-429F-9CD5-65874740B0A6}">
      <dsp:nvSpPr>
        <dsp:cNvPr id="0" name=""/>
        <dsp:cNvSpPr/>
      </dsp:nvSpPr>
      <dsp:spPr>
        <a:xfrm>
          <a:off x="1774824" y="3462659"/>
          <a:ext cx="6480174" cy="1536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Five</a:t>
          </a:r>
        </a:p>
      </dsp:txBody>
      <dsp:txXfrm>
        <a:off x="1774824" y="3462659"/>
        <a:ext cx="6480174" cy="1536388"/>
      </dsp:txXfrm>
    </dsp:sp>
    <dsp:sp modelId="{B8A23F09-94B8-4B50-ADB7-E636B5B36EE7}">
      <dsp:nvSpPr>
        <dsp:cNvPr id="0" name=""/>
        <dsp:cNvSpPr/>
      </dsp:nvSpPr>
      <dsp:spPr>
        <a:xfrm>
          <a:off x="1650999" y="4999048"/>
          <a:ext cx="6604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4614-4EAF-4B92-558E-23A82C0BD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8610A-1D03-C485-CCD1-0847D7A97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5BB5-D64A-9A76-0296-E3752466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C31D-CE6B-6622-B830-39CB11B2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9BF2-A9CB-02D0-86B0-26E34198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5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D5D6D-35D1-1883-651A-F8D79713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ED89-2F95-B777-6F6A-1354BDDBC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E55DB-F356-ED4A-2FA8-C33D38EF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72CD5-CFC1-EFD8-47EF-7D70FE5D7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E6C9C-AB53-1BF7-68ED-AF8312E6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0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0216-F8D3-30AF-2B25-994238B91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74525-1D61-D33A-FF21-6437B0FFE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B12FF-A808-18C2-4297-99D779D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1064E-35C4-64E3-AE8F-A9E6A60E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F3E80-8F19-A682-59C7-46543B6B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C1A8-9A53-FA90-C1F6-3215EAA8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F674C-9788-F59C-CFC1-114B6791E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B976-3848-B3E9-8358-39C29926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608E6-2151-4F17-C31B-0EEAA66C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78329-EF4A-F707-2929-5C47D5AF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7D9B5-B6D3-0EAF-0927-D0DC103F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7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D662-5A86-AA0F-06EB-7089F704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59B38-EE34-C993-F741-73FC8BFD0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DC50F-B698-8649-26AB-5DA9CC23E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B0155-3D38-3AEB-95C7-2EA1FF48EC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F90DA-9525-43D0-5D48-B0A8849CF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2FAAA-6178-127D-E3DB-17591FE1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2F4D2-9F85-7512-C58C-70459258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ABE8B-D370-8A81-ED1E-3DFBF94C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7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AE595-C54E-A256-D27A-79654485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11294-574E-DF9B-A587-B89141E3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E80CA-551C-4FCD-F73F-3B072731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2A8B5-BB29-0A64-9311-B6C9C41B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1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45FB2-D55F-561B-0675-2408ED3C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56E51-821A-3E78-8FAE-B1801E79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23193-B147-7F08-4DD7-1D3E6820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2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9A5A-774F-7713-B112-F8E7B9DB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DBF6-8C92-C34B-AC44-71D44C6B0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9802C-3730-1899-F175-FDDBB10EF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A518A-D685-D49A-E61C-A88B3465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DCB6-FD23-06C7-31D6-8B5C2425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AEC39-2184-5896-6192-94CAB012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9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EB96-6540-6E56-C55C-4F00318E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B3209-6D0F-3EEE-3448-697A42747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9D842-BBFE-98AD-2022-CAC118842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E79B9-E8ED-E3B9-505B-25924650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B0012-2F60-03B7-66AC-B95FE74B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D0635-59ED-8795-12EB-FCE92B47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4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EADE-7935-D733-6ABB-AA06D76D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A2FAE-F4E0-5A6F-DF1E-B5A6151C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EE89C-EBC1-7951-001B-4D018B02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C21F5-DFEC-4CC7-A5A2-FF9C5940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9E178-5623-BD43-2904-DC24ACB0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5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61E77-FA89-C3BC-FF8F-DD1F1D781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79640-D44F-6E69-988E-30DD1A1EE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6FD8D-901B-3FFF-5548-806EE47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6A36D-4BF7-996C-3869-342D8D165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E37B-0E6D-B188-8EF4-2149238F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8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04857-CE10-B106-2C87-7D509264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87471-48A0-C5AE-AC88-C17347537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FD4A0-293B-7EE0-8645-2AF1B6276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1324D-1E4C-40E4-822A-81F30A10200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92180-EA6F-69DA-9966-37308D910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E755E-27D5-32B7-805B-1381349BB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FA130-C3BB-4380-B181-A5383F9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6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8D8EB85-BCC1-6C9C-F2E0-C5A4B1247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5303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861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2026-09-06T08:12:34Z</dcterms:created>
  <dcterms:modified xsi:type="dcterms:W3CDTF">2026-09-06T08:12:35Z</dcterms:modified>
</cp:coreProperties>
</file>