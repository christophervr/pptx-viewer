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1E2CC7-A79E-4C33-87A1-A6DAC41B5FE7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A8307B33-8251-4EC9-8F16-6D7DEBEACBD7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D4697DD8-B820-4BA7-B197-3D00BBD258CB}" type="parTrans" cxnId="{4EFD009B-99B7-4841-8384-2434F3E96BEA}">
      <dgm:prSet/>
      <dgm:spPr/>
    </dgm:pt>
    <dgm:pt modelId="{C8CBFAF4-FB0C-4DF7-A47B-ECB1114EEB5D}" type="sibTrans" cxnId="{4EFD009B-99B7-4841-8384-2434F3E96BEA}">
      <dgm:prSet/>
      <dgm:spPr/>
    </dgm:pt>
    <dgm:pt modelId="{224B7F59-4A41-470A-9C08-7732EDE1FBD6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C7ACD5B2-AB8B-42A0-B9DC-8B4343F6AE90}" type="parTrans" cxnId="{6FB5D50C-DB8B-4011-AA8B-8260B08917C8}">
      <dgm:prSet/>
      <dgm:spPr/>
    </dgm:pt>
    <dgm:pt modelId="{8474120B-8B6A-4668-A6BB-3E6C6EBC6834}" type="sibTrans" cxnId="{6FB5D50C-DB8B-4011-AA8B-8260B08917C8}">
      <dgm:prSet/>
      <dgm:spPr/>
    </dgm:pt>
    <dgm:pt modelId="{0812FDB9-F26F-4880-9CA4-A96CD9252F0A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3287613C-89A6-49E5-B9D3-861452DBD851}" type="parTrans" cxnId="{50FEB99A-6AF4-4F9F-871B-B93EC7D0DBEB}">
      <dgm:prSet/>
      <dgm:spPr/>
    </dgm:pt>
    <dgm:pt modelId="{050D013F-31F0-40DA-B63B-82868F45F33C}" type="sibTrans" cxnId="{50FEB99A-6AF4-4F9F-871B-B93EC7D0DBEB}">
      <dgm:prSet/>
      <dgm:spPr/>
    </dgm:pt>
    <dgm:pt modelId="{FD3BC89E-6EA2-4DA7-9846-F8A558DF725C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F6A1480B-A0A2-4674-9EB5-00E2D9ED29D1}" type="parTrans" cxnId="{1B64C085-18DB-487D-9F09-876D5EB6B00D}">
      <dgm:prSet/>
      <dgm:spPr/>
    </dgm:pt>
    <dgm:pt modelId="{95381ED7-328F-458E-9EDD-91C302666B28}" type="sibTrans" cxnId="{1B64C085-18DB-487D-9F09-876D5EB6B00D}">
      <dgm:prSet/>
      <dgm:spPr/>
    </dgm:pt>
    <dgm:pt modelId="{7AEAA366-E01C-4115-A5B3-758877D0DE3D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80756862-8ABC-4F09-AF87-8DBB50006191}" type="parTrans" cxnId="{C461D23F-C556-4FF6-BF5F-578F7A10582F}">
      <dgm:prSet/>
      <dgm:spPr/>
    </dgm:pt>
    <dgm:pt modelId="{C3FD6B29-FC36-455A-AC56-F9A870CBC6E2}" type="sibTrans" cxnId="{C461D23F-C556-4FF6-BF5F-578F7A10582F}">
      <dgm:prSet/>
      <dgm:spPr/>
    </dgm:pt>
    <dgm:pt modelId="{517FE419-4BB4-4F3C-9F50-54F6F51B0788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2C2D2293-9B36-464F-94BF-832683F7A45E}" type="parTrans" cxnId="{A2594F88-7DD8-4C0A-9B9D-951955ECC1C8}">
      <dgm:prSet/>
      <dgm:spPr/>
    </dgm:pt>
    <dgm:pt modelId="{AC6C588E-8841-4D89-905B-F8B415ECDF15}" type="sibTrans" cxnId="{A2594F88-7DD8-4C0A-9B9D-951955ECC1C8}">
      <dgm:prSet/>
      <dgm:spPr/>
    </dgm:pt>
    <dgm:pt modelId="{C276FCD6-3A1C-4965-9AAD-88E0452747A9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79F2D32E-82FB-43BC-A9EA-D3207DD2B61E}" type="parTrans" cxnId="{1E08E3A6-A0EB-45E0-958C-661E63BBFA0E}">
      <dgm:prSet/>
      <dgm:spPr/>
    </dgm:pt>
    <dgm:pt modelId="{48EA5AC2-8F6F-4996-9D2E-81620C9BB30F}" type="sibTrans" cxnId="{1E08E3A6-A0EB-45E0-958C-661E63BBFA0E}">
      <dgm:prSet/>
      <dgm:spPr/>
    </dgm:pt>
    <dgm:pt modelId="{6CF9F653-BA32-4261-B2C0-44A3E0ECE545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ED929FAE-CC71-4B34-BB61-3570311242CA}" type="parTrans" cxnId="{2C8416A8-5D31-4C6F-A2A4-70B50C1D47F2}">
      <dgm:prSet/>
      <dgm:spPr/>
    </dgm:pt>
    <dgm:pt modelId="{06F23484-24E5-4FC6-8F37-976F9E4C30DE}" type="sibTrans" cxnId="{2C8416A8-5D31-4C6F-A2A4-70B50C1D47F2}">
      <dgm:prSet/>
      <dgm:spPr/>
    </dgm:pt>
    <dgm:pt modelId="{2BA1DEE8-C7B1-4924-B055-12B84724B25C}" type="pres">
      <dgm:prSet presAssocID="{1F1E2CC7-A79E-4C33-87A1-A6DAC41B5FE7}" presName="diagram" presStyleCnt="0">
        <dgm:presLayoutVars>
          <dgm:dir/>
          <dgm:animLvl val="lvl"/>
          <dgm:resizeHandles val="exact"/>
        </dgm:presLayoutVars>
      </dgm:prSet>
      <dgm:spPr/>
    </dgm:pt>
    <dgm:pt modelId="{CD213E9B-1DBE-4B32-924C-A509D8687691}" type="pres">
      <dgm:prSet presAssocID="{A8307B33-8251-4EC9-8F16-6D7DEBEACBD7}" presName="compNode" presStyleCnt="0"/>
      <dgm:spPr/>
    </dgm:pt>
    <dgm:pt modelId="{8F48D37D-D40A-47D2-B5A9-299BF551AAE8}" type="pres">
      <dgm:prSet presAssocID="{A8307B33-8251-4EC9-8F16-6D7DEBEACBD7}" presName="childRect" presStyleLbl="bgAcc1" presStyleIdx="0" presStyleCnt="3">
        <dgm:presLayoutVars>
          <dgm:bulletEnabled val="1"/>
        </dgm:presLayoutVars>
      </dgm:prSet>
      <dgm:spPr/>
    </dgm:pt>
    <dgm:pt modelId="{9044841A-3C7E-4875-9404-C781D9DF179F}" type="pres">
      <dgm:prSet presAssocID="{A8307B33-8251-4EC9-8F16-6D7DEBEACBD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672156A2-ED73-4B8D-8ED3-996B8CE5CAFD}" type="pres">
      <dgm:prSet presAssocID="{A8307B33-8251-4EC9-8F16-6D7DEBEACBD7}" presName="parentRect" presStyleLbl="alignNode1" presStyleIdx="0" presStyleCnt="3"/>
      <dgm:spPr/>
    </dgm:pt>
    <dgm:pt modelId="{62867207-DD6E-4855-B227-995B2BE78E66}" type="pres">
      <dgm:prSet presAssocID="{A8307B33-8251-4EC9-8F16-6D7DEBEACBD7}" presName="adorn" presStyleLbl="fgAccFollowNode1" presStyleIdx="0" presStyleCnt="3"/>
      <dgm:spPr/>
    </dgm:pt>
    <dgm:pt modelId="{072196AD-4663-40CF-9D0B-8E5E3ACC06C2}" type="pres">
      <dgm:prSet presAssocID="{C8CBFAF4-FB0C-4DF7-A47B-ECB1114EEB5D}" presName="sibTrans" presStyleLbl="sibTrans2D1" presStyleIdx="0" presStyleCnt="0"/>
      <dgm:spPr/>
    </dgm:pt>
    <dgm:pt modelId="{C2557DEE-9B93-4CF8-8CA4-1874D2FD15A4}" type="pres">
      <dgm:prSet presAssocID="{FD3BC89E-6EA2-4DA7-9846-F8A558DF725C}" presName="compNode" presStyleCnt="0"/>
      <dgm:spPr/>
    </dgm:pt>
    <dgm:pt modelId="{5B45DC69-A932-4E9D-9C51-668F7C027A37}" type="pres">
      <dgm:prSet presAssocID="{FD3BC89E-6EA2-4DA7-9846-F8A558DF725C}" presName="childRect" presStyleLbl="bgAcc1" presStyleIdx="1" presStyleCnt="3">
        <dgm:presLayoutVars>
          <dgm:bulletEnabled val="1"/>
        </dgm:presLayoutVars>
      </dgm:prSet>
      <dgm:spPr/>
    </dgm:pt>
    <dgm:pt modelId="{5C76272B-498B-4E16-8070-8FE734B628FD}" type="pres">
      <dgm:prSet presAssocID="{FD3BC89E-6EA2-4DA7-9846-F8A558DF725C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9799CE87-FA8B-4D50-A5AD-78C2DF482CB6}" type="pres">
      <dgm:prSet presAssocID="{FD3BC89E-6EA2-4DA7-9846-F8A558DF725C}" presName="parentRect" presStyleLbl="alignNode1" presStyleIdx="1" presStyleCnt="3"/>
      <dgm:spPr/>
    </dgm:pt>
    <dgm:pt modelId="{CCB7555B-D30D-4C0D-9AF5-47BDC9346AC3}" type="pres">
      <dgm:prSet presAssocID="{FD3BC89E-6EA2-4DA7-9846-F8A558DF725C}" presName="adorn" presStyleLbl="fgAccFollowNode1" presStyleIdx="1" presStyleCnt="3"/>
      <dgm:spPr/>
    </dgm:pt>
    <dgm:pt modelId="{BB622CAF-B434-4968-9C89-BA0BBCE4A2DE}" type="pres">
      <dgm:prSet presAssocID="{95381ED7-328F-458E-9EDD-91C302666B28}" presName="sibTrans" presStyleLbl="sibTrans2D1" presStyleIdx="0" presStyleCnt="0"/>
      <dgm:spPr/>
    </dgm:pt>
    <dgm:pt modelId="{1EFCC9CF-8134-48CB-838D-EE320C98D4BA}" type="pres">
      <dgm:prSet presAssocID="{C276FCD6-3A1C-4965-9AAD-88E0452747A9}" presName="compNode" presStyleCnt="0"/>
      <dgm:spPr/>
    </dgm:pt>
    <dgm:pt modelId="{25F148CE-68A2-4D94-AFC1-BE989B40D487}" type="pres">
      <dgm:prSet presAssocID="{C276FCD6-3A1C-4965-9AAD-88E0452747A9}" presName="childRect" presStyleLbl="bgAcc1" presStyleIdx="2" presStyleCnt="3">
        <dgm:presLayoutVars>
          <dgm:bulletEnabled val="1"/>
        </dgm:presLayoutVars>
      </dgm:prSet>
      <dgm:spPr/>
    </dgm:pt>
    <dgm:pt modelId="{49F16C90-BE17-4510-8F18-ABF64368D540}" type="pres">
      <dgm:prSet presAssocID="{C276FCD6-3A1C-4965-9AAD-88E0452747A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8B436B49-7084-4C57-8762-1065505B07CC}" type="pres">
      <dgm:prSet presAssocID="{C276FCD6-3A1C-4965-9AAD-88E0452747A9}" presName="parentRect" presStyleLbl="alignNode1" presStyleIdx="2" presStyleCnt="3"/>
      <dgm:spPr/>
    </dgm:pt>
    <dgm:pt modelId="{23F9E610-9247-4B50-A1F3-D3D518E28B0A}" type="pres">
      <dgm:prSet presAssocID="{C276FCD6-3A1C-4965-9AAD-88E0452747A9}" presName="adorn" presStyleLbl="fgAccFollowNode1" presStyleIdx="2" presStyleCnt="3"/>
      <dgm:spPr/>
    </dgm:pt>
  </dgm:ptLst>
  <dgm:cxnLst>
    <dgm:cxn modelId="{63139B03-1ABE-4DD8-BB10-B83760B277BE}" type="presOf" srcId="{517FE419-4BB4-4F3C-9F50-54F6F51B0788}" destId="{5B45DC69-A932-4E9D-9C51-668F7C027A37}" srcOrd="0" destOrd="1" presId="urn:microsoft.com/office/officeart/2005/8/layout/bList2"/>
    <dgm:cxn modelId="{FC26D709-5BF4-4750-BD11-6354EF756773}" type="presOf" srcId="{6CF9F653-BA32-4261-B2C0-44A3E0ECE545}" destId="{25F148CE-68A2-4D94-AFC1-BE989B40D487}" srcOrd="0" destOrd="0" presId="urn:microsoft.com/office/officeart/2005/8/layout/bList2"/>
    <dgm:cxn modelId="{6FB5D50C-DB8B-4011-AA8B-8260B08917C8}" srcId="{A8307B33-8251-4EC9-8F16-6D7DEBEACBD7}" destId="{224B7F59-4A41-470A-9C08-7732EDE1FBD6}" srcOrd="0" destOrd="0" parTransId="{C7ACD5B2-AB8B-42A0-B9DC-8B4343F6AE90}" sibTransId="{8474120B-8B6A-4668-A6BB-3E6C6EBC6834}"/>
    <dgm:cxn modelId="{662B2C1B-0AC4-45D5-AAA9-1AE3F673DCD6}" type="presOf" srcId="{A8307B33-8251-4EC9-8F16-6D7DEBEACBD7}" destId="{9044841A-3C7E-4875-9404-C781D9DF179F}" srcOrd="0" destOrd="0" presId="urn:microsoft.com/office/officeart/2005/8/layout/bList2"/>
    <dgm:cxn modelId="{EB7B561B-EB65-44C8-BDC8-CA2466B88409}" type="presOf" srcId="{A8307B33-8251-4EC9-8F16-6D7DEBEACBD7}" destId="{672156A2-ED73-4B8D-8ED3-996B8CE5CAFD}" srcOrd="1" destOrd="0" presId="urn:microsoft.com/office/officeart/2005/8/layout/bList2"/>
    <dgm:cxn modelId="{18D03038-968E-4A4E-9EBE-399237F1F90A}" type="presOf" srcId="{FD3BC89E-6EA2-4DA7-9846-F8A558DF725C}" destId="{9799CE87-FA8B-4D50-A5AD-78C2DF482CB6}" srcOrd="1" destOrd="0" presId="urn:microsoft.com/office/officeart/2005/8/layout/bList2"/>
    <dgm:cxn modelId="{C461D23F-C556-4FF6-BF5F-578F7A10582F}" srcId="{FD3BC89E-6EA2-4DA7-9846-F8A558DF725C}" destId="{7AEAA366-E01C-4115-A5B3-758877D0DE3D}" srcOrd="0" destOrd="0" parTransId="{80756862-8ABC-4F09-AF87-8DBB50006191}" sibTransId="{C3FD6B29-FC36-455A-AC56-F9A870CBC6E2}"/>
    <dgm:cxn modelId="{654D4040-8176-4BBE-97A7-4FD421D41C1F}" type="presOf" srcId="{FD3BC89E-6EA2-4DA7-9846-F8A558DF725C}" destId="{5C76272B-498B-4E16-8070-8FE734B628FD}" srcOrd="0" destOrd="0" presId="urn:microsoft.com/office/officeart/2005/8/layout/bList2"/>
    <dgm:cxn modelId="{A3EE7341-0189-452E-8A34-ECEADAEF6DCB}" type="presOf" srcId="{0812FDB9-F26F-4880-9CA4-A96CD9252F0A}" destId="{8F48D37D-D40A-47D2-B5A9-299BF551AAE8}" srcOrd="0" destOrd="1" presId="urn:microsoft.com/office/officeart/2005/8/layout/bList2"/>
    <dgm:cxn modelId="{4D955142-7991-4B01-ADE6-60D4238ECB35}" type="presOf" srcId="{224B7F59-4A41-470A-9C08-7732EDE1FBD6}" destId="{8F48D37D-D40A-47D2-B5A9-299BF551AAE8}" srcOrd="0" destOrd="0" presId="urn:microsoft.com/office/officeart/2005/8/layout/bList2"/>
    <dgm:cxn modelId="{945C806D-5EA3-43CC-8651-829B8D037BD0}" type="presOf" srcId="{1F1E2CC7-A79E-4C33-87A1-A6DAC41B5FE7}" destId="{2BA1DEE8-C7B1-4924-B055-12B84724B25C}" srcOrd="0" destOrd="0" presId="urn:microsoft.com/office/officeart/2005/8/layout/bList2"/>
    <dgm:cxn modelId="{1B64C085-18DB-487D-9F09-876D5EB6B00D}" srcId="{1F1E2CC7-A79E-4C33-87A1-A6DAC41B5FE7}" destId="{FD3BC89E-6EA2-4DA7-9846-F8A558DF725C}" srcOrd="1" destOrd="0" parTransId="{F6A1480B-A0A2-4674-9EB5-00E2D9ED29D1}" sibTransId="{95381ED7-328F-458E-9EDD-91C302666B28}"/>
    <dgm:cxn modelId="{A2594F88-7DD8-4C0A-9B9D-951955ECC1C8}" srcId="{FD3BC89E-6EA2-4DA7-9846-F8A558DF725C}" destId="{517FE419-4BB4-4F3C-9F50-54F6F51B0788}" srcOrd="1" destOrd="0" parTransId="{2C2D2293-9B36-464F-94BF-832683F7A45E}" sibTransId="{AC6C588E-8841-4D89-905B-F8B415ECDF15}"/>
    <dgm:cxn modelId="{BC5F0692-22D8-400C-97F4-E90532C71609}" type="presOf" srcId="{C276FCD6-3A1C-4965-9AAD-88E0452747A9}" destId="{49F16C90-BE17-4510-8F18-ABF64368D540}" srcOrd="0" destOrd="0" presId="urn:microsoft.com/office/officeart/2005/8/layout/bList2"/>
    <dgm:cxn modelId="{B40E2398-5B62-4DF6-B2C1-FFA02D7D6A3C}" type="presOf" srcId="{C8CBFAF4-FB0C-4DF7-A47B-ECB1114EEB5D}" destId="{072196AD-4663-40CF-9D0B-8E5E3ACC06C2}" srcOrd="0" destOrd="0" presId="urn:microsoft.com/office/officeart/2005/8/layout/bList2"/>
    <dgm:cxn modelId="{50FEB99A-6AF4-4F9F-871B-B93EC7D0DBEB}" srcId="{A8307B33-8251-4EC9-8F16-6D7DEBEACBD7}" destId="{0812FDB9-F26F-4880-9CA4-A96CD9252F0A}" srcOrd="1" destOrd="0" parTransId="{3287613C-89A6-49E5-B9D3-861452DBD851}" sibTransId="{050D013F-31F0-40DA-B63B-82868F45F33C}"/>
    <dgm:cxn modelId="{4EFD009B-99B7-4841-8384-2434F3E96BEA}" srcId="{1F1E2CC7-A79E-4C33-87A1-A6DAC41B5FE7}" destId="{A8307B33-8251-4EC9-8F16-6D7DEBEACBD7}" srcOrd="0" destOrd="0" parTransId="{D4697DD8-B820-4BA7-B197-3D00BBD258CB}" sibTransId="{C8CBFAF4-FB0C-4DF7-A47B-ECB1114EEB5D}"/>
    <dgm:cxn modelId="{E74A76A5-8192-4F28-B57E-0757D310DEE7}" type="presOf" srcId="{C276FCD6-3A1C-4965-9AAD-88E0452747A9}" destId="{8B436B49-7084-4C57-8762-1065505B07CC}" srcOrd="1" destOrd="0" presId="urn:microsoft.com/office/officeart/2005/8/layout/bList2"/>
    <dgm:cxn modelId="{1E08E3A6-A0EB-45E0-958C-661E63BBFA0E}" srcId="{1F1E2CC7-A79E-4C33-87A1-A6DAC41B5FE7}" destId="{C276FCD6-3A1C-4965-9AAD-88E0452747A9}" srcOrd="2" destOrd="0" parTransId="{79F2D32E-82FB-43BC-A9EA-D3207DD2B61E}" sibTransId="{48EA5AC2-8F6F-4996-9D2E-81620C9BB30F}"/>
    <dgm:cxn modelId="{2C8416A8-5D31-4C6F-A2A4-70B50C1D47F2}" srcId="{C276FCD6-3A1C-4965-9AAD-88E0452747A9}" destId="{6CF9F653-BA32-4261-B2C0-44A3E0ECE545}" srcOrd="0" destOrd="0" parTransId="{ED929FAE-CC71-4B34-BB61-3570311242CA}" sibTransId="{06F23484-24E5-4FC6-8F37-976F9E4C30DE}"/>
    <dgm:cxn modelId="{4DCF35B4-667B-431A-90EC-9628B3F7AAE7}" type="presOf" srcId="{7AEAA366-E01C-4115-A5B3-758877D0DE3D}" destId="{5B45DC69-A932-4E9D-9C51-668F7C027A37}" srcOrd="0" destOrd="0" presId="urn:microsoft.com/office/officeart/2005/8/layout/bList2"/>
    <dgm:cxn modelId="{2135C0BC-CCEE-4F69-A812-0F794392DE5E}" type="presOf" srcId="{95381ED7-328F-458E-9EDD-91C302666B28}" destId="{BB622CAF-B434-4968-9C89-BA0BBCE4A2DE}" srcOrd="0" destOrd="0" presId="urn:microsoft.com/office/officeart/2005/8/layout/bList2"/>
    <dgm:cxn modelId="{40DA87AE-CFB1-431F-A7F8-6286AFE258D3}" type="presParOf" srcId="{2BA1DEE8-C7B1-4924-B055-12B84724B25C}" destId="{CD213E9B-1DBE-4B32-924C-A509D8687691}" srcOrd="0" destOrd="0" presId="urn:microsoft.com/office/officeart/2005/8/layout/bList2"/>
    <dgm:cxn modelId="{50600DF5-4B06-4E05-A93A-7F31E053D36F}" type="presParOf" srcId="{CD213E9B-1DBE-4B32-924C-A509D8687691}" destId="{8F48D37D-D40A-47D2-B5A9-299BF551AAE8}" srcOrd="0" destOrd="0" presId="urn:microsoft.com/office/officeart/2005/8/layout/bList2"/>
    <dgm:cxn modelId="{B348505F-F3CC-42CC-8F99-47ACA15D8672}" type="presParOf" srcId="{CD213E9B-1DBE-4B32-924C-A509D8687691}" destId="{9044841A-3C7E-4875-9404-C781D9DF179F}" srcOrd="1" destOrd="0" presId="urn:microsoft.com/office/officeart/2005/8/layout/bList2"/>
    <dgm:cxn modelId="{7ABBB9C8-4D63-42B9-BCEB-3F7E2C41FC6B}" type="presParOf" srcId="{CD213E9B-1DBE-4B32-924C-A509D8687691}" destId="{672156A2-ED73-4B8D-8ED3-996B8CE5CAFD}" srcOrd="2" destOrd="0" presId="urn:microsoft.com/office/officeart/2005/8/layout/bList2"/>
    <dgm:cxn modelId="{89CCEF8E-32C5-47CB-BAEC-8027276E245C}" type="presParOf" srcId="{CD213E9B-1DBE-4B32-924C-A509D8687691}" destId="{62867207-DD6E-4855-B227-995B2BE78E66}" srcOrd="3" destOrd="0" presId="urn:microsoft.com/office/officeart/2005/8/layout/bList2"/>
    <dgm:cxn modelId="{ABC50513-39BA-4E81-996E-79B247C47F51}" type="presParOf" srcId="{2BA1DEE8-C7B1-4924-B055-12B84724B25C}" destId="{072196AD-4663-40CF-9D0B-8E5E3ACC06C2}" srcOrd="1" destOrd="0" presId="urn:microsoft.com/office/officeart/2005/8/layout/bList2"/>
    <dgm:cxn modelId="{92357C4F-CF3F-47C4-AD69-E958560387CB}" type="presParOf" srcId="{2BA1DEE8-C7B1-4924-B055-12B84724B25C}" destId="{C2557DEE-9B93-4CF8-8CA4-1874D2FD15A4}" srcOrd="2" destOrd="0" presId="urn:microsoft.com/office/officeart/2005/8/layout/bList2"/>
    <dgm:cxn modelId="{0745A9F3-9E9C-4FB3-A2EF-2444F9B6315D}" type="presParOf" srcId="{C2557DEE-9B93-4CF8-8CA4-1874D2FD15A4}" destId="{5B45DC69-A932-4E9D-9C51-668F7C027A37}" srcOrd="0" destOrd="0" presId="urn:microsoft.com/office/officeart/2005/8/layout/bList2"/>
    <dgm:cxn modelId="{8229416B-19AE-477F-8E4E-80336FCE794D}" type="presParOf" srcId="{C2557DEE-9B93-4CF8-8CA4-1874D2FD15A4}" destId="{5C76272B-498B-4E16-8070-8FE734B628FD}" srcOrd="1" destOrd="0" presId="urn:microsoft.com/office/officeart/2005/8/layout/bList2"/>
    <dgm:cxn modelId="{84D2EFE0-3CBE-4A2D-95EB-92D8DF0C599E}" type="presParOf" srcId="{C2557DEE-9B93-4CF8-8CA4-1874D2FD15A4}" destId="{9799CE87-FA8B-4D50-A5AD-78C2DF482CB6}" srcOrd="2" destOrd="0" presId="urn:microsoft.com/office/officeart/2005/8/layout/bList2"/>
    <dgm:cxn modelId="{E93B65E7-F434-439D-8E0B-2146AC800A96}" type="presParOf" srcId="{C2557DEE-9B93-4CF8-8CA4-1874D2FD15A4}" destId="{CCB7555B-D30D-4C0D-9AF5-47BDC9346AC3}" srcOrd="3" destOrd="0" presId="urn:microsoft.com/office/officeart/2005/8/layout/bList2"/>
    <dgm:cxn modelId="{2D63948D-B732-447E-A5E1-12923551AB5F}" type="presParOf" srcId="{2BA1DEE8-C7B1-4924-B055-12B84724B25C}" destId="{BB622CAF-B434-4968-9C89-BA0BBCE4A2DE}" srcOrd="3" destOrd="0" presId="urn:microsoft.com/office/officeart/2005/8/layout/bList2"/>
    <dgm:cxn modelId="{E6ECA811-4827-433C-863E-7F05DDEB3886}" type="presParOf" srcId="{2BA1DEE8-C7B1-4924-B055-12B84724B25C}" destId="{1EFCC9CF-8134-48CB-838D-EE320C98D4BA}" srcOrd="4" destOrd="0" presId="urn:microsoft.com/office/officeart/2005/8/layout/bList2"/>
    <dgm:cxn modelId="{CA56F6AB-64D3-4FE7-BA48-6D7A6386E1C9}" type="presParOf" srcId="{1EFCC9CF-8134-48CB-838D-EE320C98D4BA}" destId="{25F148CE-68A2-4D94-AFC1-BE989B40D487}" srcOrd="0" destOrd="0" presId="urn:microsoft.com/office/officeart/2005/8/layout/bList2"/>
    <dgm:cxn modelId="{915C0509-CCF4-4F96-8452-6771E0BF604A}" type="presParOf" srcId="{1EFCC9CF-8134-48CB-838D-EE320C98D4BA}" destId="{49F16C90-BE17-4510-8F18-ABF64368D540}" srcOrd="1" destOrd="0" presId="urn:microsoft.com/office/officeart/2005/8/layout/bList2"/>
    <dgm:cxn modelId="{D6DCC103-8361-4713-B0F3-228DE1D1611F}" type="presParOf" srcId="{1EFCC9CF-8134-48CB-838D-EE320C98D4BA}" destId="{8B436B49-7084-4C57-8762-1065505B07CC}" srcOrd="2" destOrd="0" presId="urn:microsoft.com/office/officeart/2005/8/layout/bList2"/>
    <dgm:cxn modelId="{6DC4A946-D88E-4E64-82A5-B1C7CADF4725}" type="presParOf" srcId="{1EFCC9CF-8134-48CB-838D-EE320C98D4BA}" destId="{23F9E610-9247-4B50-A1F3-D3D518E28B0A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8D37D-D40A-47D2-B5A9-299BF551AAE8}">
      <dsp:nvSpPr>
        <dsp:cNvPr id="0" name=""/>
        <dsp:cNvSpPr/>
      </dsp:nvSpPr>
      <dsp:spPr>
        <a:xfrm>
          <a:off x="5579" y="1157418"/>
          <a:ext cx="2409802" cy="179886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95250" rIns="31750" bIns="3175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Branch A Child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Branch A Grandchild with long text</a:t>
          </a:r>
        </a:p>
      </dsp:txBody>
      <dsp:txXfrm>
        <a:off x="47729" y="1199568"/>
        <a:ext cx="2325502" cy="1756716"/>
      </dsp:txXfrm>
    </dsp:sp>
    <dsp:sp modelId="{672156A2-ED73-4B8D-8ED3-996B8CE5CAFD}">
      <dsp:nvSpPr>
        <dsp:cNvPr id="0" name=""/>
        <dsp:cNvSpPr/>
      </dsp:nvSpPr>
      <dsp:spPr>
        <a:xfrm>
          <a:off x="5579" y="2956285"/>
          <a:ext cx="2409802" cy="773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3429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Branch A Root</a:t>
          </a:r>
        </a:p>
      </dsp:txBody>
      <dsp:txXfrm>
        <a:off x="5579" y="2956285"/>
        <a:ext cx="1697043" cy="773512"/>
      </dsp:txXfrm>
    </dsp:sp>
    <dsp:sp modelId="{62867207-DD6E-4855-B227-995B2BE78E66}">
      <dsp:nvSpPr>
        <dsp:cNvPr id="0" name=""/>
        <dsp:cNvSpPr/>
      </dsp:nvSpPr>
      <dsp:spPr>
        <a:xfrm>
          <a:off x="1770792" y="3079150"/>
          <a:ext cx="843430" cy="84343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45DC69-A932-4E9D-9C51-668F7C027A37}">
      <dsp:nvSpPr>
        <dsp:cNvPr id="0" name=""/>
        <dsp:cNvSpPr/>
      </dsp:nvSpPr>
      <dsp:spPr>
        <a:xfrm>
          <a:off x="2823178" y="1157418"/>
          <a:ext cx="2409802" cy="179886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95250" rIns="31750" bIns="3175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Branch B Child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Branch B Grandchild</a:t>
          </a:r>
        </a:p>
      </dsp:txBody>
      <dsp:txXfrm>
        <a:off x="2865328" y="1199568"/>
        <a:ext cx="2325502" cy="1756716"/>
      </dsp:txXfrm>
    </dsp:sp>
    <dsp:sp modelId="{9799CE87-FA8B-4D50-A5AD-78C2DF482CB6}">
      <dsp:nvSpPr>
        <dsp:cNvPr id="0" name=""/>
        <dsp:cNvSpPr/>
      </dsp:nvSpPr>
      <dsp:spPr>
        <a:xfrm>
          <a:off x="2823178" y="2956285"/>
          <a:ext cx="2409802" cy="773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3429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Branch B Root</a:t>
          </a:r>
        </a:p>
      </dsp:txBody>
      <dsp:txXfrm>
        <a:off x="2823178" y="2956285"/>
        <a:ext cx="1697043" cy="773512"/>
      </dsp:txXfrm>
    </dsp:sp>
    <dsp:sp modelId="{CCB7555B-D30D-4C0D-9AF5-47BDC9346AC3}">
      <dsp:nvSpPr>
        <dsp:cNvPr id="0" name=""/>
        <dsp:cNvSpPr/>
      </dsp:nvSpPr>
      <dsp:spPr>
        <a:xfrm>
          <a:off x="4588391" y="3079150"/>
          <a:ext cx="843430" cy="84343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F148CE-68A2-4D94-AFC1-BE989B40D487}">
      <dsp:nvSpPr>
        <dsp:cNvPr id="0" name=""/>
        <dsp:cNvSpPr/>
      </dsp:nvSpPr>
      <dsp:spPr>
        <a:xfrm>
          <a:off x="5640776" y="1157418"/>
          <a:ext cx="2409802" cy="179886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95250" rIns="31750" bIns="3175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Branch C Child</a:t>
          </a:r>
        </a:p>
      </dsp:txBody>
      <dsp:txXfrm>
        <a:off x="5682926" y="1199568"/>
        <a:ext cx="2325502" cy="1756716"/>
      </dsp:txXfrm>
    </dsp:sp>
    <dsp:sp modelId="{8B436B49-7084-4C57-8762-1065505B07CC}">
      <dsp:nvSpPr>
        <dsp:cNvPr id="0" name=""/>
        <dsp:cNvSpPr/>
      </dsp:nvSpPr>
      <dsp:spPr>
        <a:xfrm>
          <a:off x="5640776" y="2956285"/>
          <a:ext cx="2409802" cy="773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3429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Branch C Root</a:t>
          </a:r>
        </a:p>
      </dsp:txBody>
      <dsp:txXfrm>
        <a:off x="5640776" y="2956285"/>
        <a:ext cx="1697043" cy="773512"/>
      </dsp:txXfrm>
    </dsp:sp>
    <dsp:sp modelId="{23F9E610-9247-4B50-A1F3-D3D518E28B0A}">
      <dsp:nvSpPr>
        <dsp:cNvPr id="0" name=""/>
        <dsp:cNvSpPr/>
      </dsp:nvSpPr>
      <dsp:spPr>
        <a:xfrm>
          <a:off x="7405989" y="3079150"/>
          <a:ext cx="843430" cy="84343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39EA-FB76-F126-83D7-F10985839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08D6A-4CBF-42AB-C8AD-50E74D4B1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7394D-3E90-C370-D24B-195B673AD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66A1-B7FA-4CAC-93DA-8A2D5413FA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7C3A8-FCFC-1F24-391A-7AFAFDB1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F11B4-64F0-1761-988F-C4C4FF4F5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4F85B-3082-454D-A84C-8D392089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31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5227-763F-7AD1-6E6A-A41EE868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9379E-DA76-8D5F-BF6C-7B0199F16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647D9-57CE-A0FA-BE22-329A26AF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66A1-B7FA-4CAC-93DA-8A2D5413FA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57D0D-4BA5-FD22-35C0-BBEB7047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995D3-F9A6-429C-A223-F9ED2E01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4F85B-3082-454D-A84C-8D392089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1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FA9B4-00B2-063B-92C9-60B546B2E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5AC1D-36CC-EDAA-1432-81B1610A2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5AB45-A75C-52FA-2470-D0D6DAFCC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66A1-B7FA-4CAC-93DA-8A2D5413FA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7310D-F49C-4DCB-12D9-211EEA5C9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293CD-DE59-7BE4-2254-2024C8FA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4F85B-3082-454D-A84C-8D392089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73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1643-AE79-0957-E1DD-C6D7757E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F55D4-5C40-77D1-43A3-E908B9B68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AF036-E833-8EC1-F146-4C726A99C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55758-812E-0A4B-6284-B537D4D01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66A1-B7FA-4CAC-93DA-8A2D5413FA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0F33F-F01F-5D81-DC79-A6280A23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7BF6E-7ACA-F949-9A23-11542035D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4F85B-3082-454D-A84C-8D392089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1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7721-8E86-7F26-A12D-14F8B9AEB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A4F99-5222-E28D-F101-7BC67B0AB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F3132-F5BF-CA7A-4EDE-00A389394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6D19C-9B8B-6907-34E5-F32283B42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D412B-5A8D-7463-8A88-A2CA934277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6464F8-A339-4013-F4E1-9CBA35C1B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66A1-B7FA-4CAC-93DA-8A2D5413FA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5E4A5-F39B-56E6-A895-3A6B64C99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A6839E-3155-5587-2799-1FB85502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4F85B-3082-454D-A84C-8D392089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68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CAA27-1282-12C9-94D5-2BC4E3346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798843-E0DA-C69F-5C0E-29EEE0DC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66A1-B7FA-4CAC-93DA-8A2D5413FA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2A439-6B7E-6184-F6F4-51B650AC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1022A-0B27-C5CF-DDF6-956E8E6C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4F85B-3082-454D-A84C-8D392089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01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2DBEE-B0B8-1CC7-4F01-EE3A2B9A1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66A1-B7FA-4CAC-93DA-8A2D5413FA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38284-0499-C364-00FB-3BA0B72F5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90C99-7E66-20D8-B5E8-A62CE701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4F85B-3082-454D-A84C-8D392089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1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9464-7A4E-E4A1-7428-2772FB047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5E8E0-17A5-FF93-FB2D-251F777DE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FD7D6-1755-B3A9-0BBA-B7A25A18A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9209D-092D-6495-0CAE-6AF432A6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66A1-B7FA-4CAC-93DA-8A2D5413FA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77FD1-8F16-1348-44DD-E1447EC84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CE5B3-0048-4056-1B05-63F956F2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4F85B-3082-454D-A84C-8D392089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5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08DE3-C249-3BDC-7F59-7B1A96FFE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E66DD8-37F8-31CC-F107-C4F078AED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4C601-DC6C-B840-EF92-FF2D24C1E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39D96-3EE5-CF64-F70F-71C7BB101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66A1-B7FA-4CAC-93DA-8A2D5413FA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B161B-8AA6-40FC-2D0D-D462A4DB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EA013-5667-CDA1-3073-01899CD1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4F85B-3082-454D-A84C-8D392089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91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4DCB5-98BA-3826-4B9B-F3E1D40F5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272EB-AC82-CC99-5103-BDC8391AA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27092-53F5-91E1-A902-80AC78723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66A1-B7FA-4CAC-93DA-8A2D5413FA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04F00-9F6E-6CFF-3722-537E69EC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EC259-108E-BC09-5ECE-A05DF129D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4F85B-3082-454D-A84C-8D392089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61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FDC077-C910-A212-B1E7-20D2BD2EE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7540F-6F5B-53C2-48CB-7F46BFA50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BA763-1C75-7C63-F9D8-558763FD1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166A1-B7FA-4CAC-93DA-8A2D5413FA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66EEB-A61F-7802-9582-B9C72D0D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C08C3-D798-3BBD-89BA-E4C3E6B6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4F85B-3082-454D-A84C-8D392089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69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1ACC9-B6F0-EF9A-9456-593D9A50B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06B21-DA45-76C7-5BAB-44D8DAA27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439F2-DF94-BADF-2A9D-ADDD0019D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166A1-B7FA-4CAC-93DA-8A2D5413FAB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8DAD7-8ADE-8BF4-BFB2-304B2386A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4B19C-DB1D-8436-3CE0-993B624A3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4F85B-3082-454D-A84C-8D392089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2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8382447-63E4-4C2D-1FF9-3B38FFC84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610135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6185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2026-09-06T08:12:48Z</dcterms:created>
  <dcterms:modified xsi:type="dcterms:W3CDTF">2026-09-06T08:12:49Z</dcterms:modified>
</cp:coreProperties>
</file>