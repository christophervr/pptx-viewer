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73EAD6-77E8-4AC5-A12A-F8CC8B182D17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6C5771EF-B512-4BC2-99E7-978D0AFE7CDD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0F38AE9-09EE-4CC2-BFD1-7D22B86D93B0}" type="parTrans" cxnId="{C1C10C9A-C1D4-48E5-A7DF-FFA0C9B95AFA}">
      <dgm:prSet/>
      <dgm:spPr/>
    </dgm:pt>
    <dgm:pt modelId="{9AEE2855-33A8-4003-ADC2-7DFE1909EC7D}" type="sibTrans" cxnId="{C1C10C9A-C1D4-48E5-A7DF-FFA0C9B95AFA}">
      <dgm:prSet/>
      <dgm:spPr/>
    </dgm:pt>
    <dgm:pt modelId="{A67A6C45-327D-4AFB-888F-619873F19305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72FADF8C-778A-4035-8138-FB7731E26036}" type="parTrans" cxnId="{6F42527C-E76D-41DF-B10A-6F51C0BEE012}">
      <dgm:prSet/>
      <dgm:spPr/>
    </dgm:pt>
    <dgm:pt modelId="{0D5C94CF-3F94-4273-A6FD-695D3F5D30FE}" type="sibTrans" cxnId="{6F42527C-E76D-41DF-B10A-6F51C0BEE012}">
      <dgm:prSet/>
      <dgm:spPr/>
    </dgm:pt>
    <dgm:pt modelId="{486A711C-EBF1-4B2B-9308-EAEB77D6A7B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23FCEBD-9A78-4EF9-B5F8-74B8CBEC0147}" type="parTrans" cxnId="{2E2D180D-1D53-45A5-9CE9-E227606CB32E}">
      <dgm:prSet/>
      <dgm:spPr/>
    </dgm:pt>
    <dgm:pt modelId="{B16BE211-ED54-47E9-B006-C3FDA7E821F8}" type="sibTrans" cxnId="{2E2D180D-1D53-45A5-9CE9-E227606CB32E}">
      <dgm:prSet/>
      <dgm:spPr/>
    </dgm:pt>
    <dgm:pt modelId="{FCE8A2D7-A754-4C95-B552-F4049D7018FB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67FB910F-0273-4D58-AB4E-BDB501265564}" type="parTrans" cxnId="{724AE352-97FE-4969-AEE0-BE213BA5F2AB}">
      <dgm:prSet/>
      <dgm:spPr/>
    </dgm:pt>
    <dgm:pt modelId="{8CDEAFF9-56A3-4FB9-B53E-42993315BAF9}" type="sibTrans" cxnId="{724AE352-97FE-4969-AEE0-BE213BA5F2AB}">
      <dgm:prSet/>
      <dgm:spPr/>
    </dgm:pt>
    <dgm:pt modelId="{77757A5B-71CC-4083-BA46-12660F6C5E85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8EA3AD0-6213-4814-92BA-8B7609632F1F}" type="parTrans" cxnId="{AAB914EB-DA77-4F7D-8A8A-7EFB6BA08B6E}">
      <dgm:prSet/>
      <dgm:spPr/>
    </dgm:pt>
    <dgm:pt modelId="{27BABCAF-75C6-4F2C-9882-20D672402D0B}" type="sibTrans" cxnId="{AAB914EB-DA77-4F7D-8A8A-7EFB6BA08B6E}">
      <dgm:prSet/>
      <dgm:spPr/>
    </dgm:pt>
    <dgm:pt modelId="{96C5D06E-B406-4F49-963F-46A15A4D944D}" type="pres">
      <dgm:prSet presAssocID="{FD73EAD6-77E8-4AC5-A12A-F8CC8B182D17}" presName="compositeShape" presStyleCnt="0">
        <dgm:presLayoutVars>
          <dgm:dir/>
          <dgm:resizeHandles/>
        </dgm:presLayoutVars>
      </dgm:prSet>
      <dgm:spPr/>
    </dgm:pt>
    <dgm:pt modelId="{816ADA17-5177-4B71-BA97-DFD8274960AD}" type="pres">
      <dgm:prSet presAssocID="{FD73EAD6-77E8-4AC5-A12A-F8CC8B182D17}" presName="pyramid" presStyleLbl="node1" presStyleIdx="0" presStyleCnt="1"/>
      <dgm:spPr/>
    </dgm:pt>
    <dgm:pt modelId="{F57001A9-7753-4F9B-9DF7-B5AE37C0630F}" type="pres">
      <dgm:prSet presAssocID="{FD73EAD6-77E8-4AC5-A12A-F8CC8B182D17}" presName="theList" presStyleCnt="0"/>
      <dgm:spPr/>
    </dgm:pt>
    <dgm:pt modelId="{5C5951CD-BCBF-4AD4-BE3B-47AEA663C9EA}" type="pres">
      <dgm:prSet presAssocID="{6C5771EF-B512-4BC2-99E7-978D0AFE7CDD}" presName="aNode" presStyleLbl="fgAcc1" presStyleIdx="0" presStyleCnt="3">
        <dgm:presLayoutVars>
          <dgm:bulletEnabled val="1"/>
        </dgm:presLayoutVars>
      </dgm:prSet>
      <dgm:spPr/>
    </dgm:pt>
    <dgm:pt modelId="{0A62915F-6797-4686-8D0E-055D6D0D1DB3}" type="pres">
      <dgm:prSet presAssocID="{6C5771EF-B512-4BC2-99E7-978D0AFE7CDD}" presName="aSpace" presStyleCnt="0"/>
      <dgm:spPr/>
    </dgm:pt>
    <dgm:pt modelId="{A2D7B8A5-FED3-40F1-98D7-461D4C24E49B}" type="pres">
      <dgm:prSet presAssocID="{486A711C-EBF1-4B2B-9308-EAEB77D6A7B5}" presName="aNode" presStyleLbl="fgAcc1" presStyleIdx="1" presStyleCnt="3">
        <dgm:presLayoutVars>
          <dgm:bulletEnabled val="1"/>
        </dgm:presLayoutVars>
      </dgm:prSet>
      <dgm:spPr/>
    </dgm:pt>
    <dgm:pt modelId="{3A938340-AC5C-4D14-AD43-CE92500E6C97}" type="pres">
      <dgm:prSet presAssocID="{486A711C-EBF1-4B2B-9308-EAEB77D6A7B5}" presName="aSpace" presStyleCnt="0"/>
      <dgm:spPr/>
    </dgm:pt>
    <dgm:pt modelId="{AFDA8DE4-92CD-4681-B353-5F79AA6BFE04}" type="pres">
      <dgm:prSet presAssocID="{FCE8A2D7-A754-4C95-B552-F4049D7018FB}" presName="aNode" presStyleLbl="fgAcc1" presStyleIdx="2" presStyleCnt="3">
        <dgm:presLayoutVars>
          <dgm:bulletEnabled val="1"/>
        </dgm:presLayoutVars>
      </dgm:prSet>
      <dgm:spPr/>
    </dgm:pt>
    <dgm:pt modelId="{0F836FA4-8EE5-4A92-ACC0-A1E85989D2FA}" type="pres">
      <dgm:prSet presAssocID="{FCE8A2D7-A754-4C95-B552-F4049D7018FB}" presName="aSpace" presStyleCnt="0"/>
      <dgm:spPr/>
    </dgm:pt>
  </dgm:ptLst>
  <dgm:cxnLst>
    <dgm:cxn modelId="{99921001-E2EE-4523-8FF6-2F8806549A17}" type="presOf" srcId="{77757A5B-71CC-4083-BA46-12660F6C5E85}" destId="{AFDA8DE4-92CD-4681-B353-5F79AA6BFE04}" srcOrd="0" destOrd="1" presId="urn:microsoft.com/office/officeart/2005/8/layout/pyramid2"/>
    <dgm:cxn modelId="{27C15107-E0BC-477F-9A60-4AD8A4C2B700}" type="presOf" srcId="{A67A6C45-327D-4AFB-888F-619873F19305}" destId="{5C5951CD-BCBF-4AD4-BE3B-47AEA663C9EA}" srcOrd="0" destOrd="1" presId="urn:microsoft.com/office/officeart/2005/8/layout/pyramid2"/>
    <dgm:cxn modelId="{1033560B-DFBA-4F02-BB8F-1CD092742098}" type="presOf" srcId="{486A711C-EBF1-4B2B-9308-EAEB77D6A7B5}" destId="{A2D7B8A5-FED3-40F1-98D7-461D4C24E49B}" srcOrd="0" destOrd="0" presId="urn:microsoft.com/office/officeart/2005/8/layout/pyramid2"/>
    <dgm:cxn modelId="{2E2D180D-1D53-45A5-9CE9-E227606CB32E}" srcId="{FD73EAD6-77E8-4AC5-A12A-F8CC8B182D17}" destId="{486A711C-EBF1-4B2B-9308-EAEB77D6A7B5}" srcOrd="1" destOrd="0" parTransId="{E23FCEBD-9A78-4EF9-B5F8-74B8CBEC0147}" sibTransId="{B16BE211-ED54-47E9-B006-C3FDA7E821F8}"/>
    <dgm:cxn modelId="{FB296A24-B747-4AF9-924F-A4957D64ED0A}" type="presOf" srcId="{FD73EAD6-77E8-4AC5-A12A-F8CC8B182D17}" destId="{96C5D06E-B406-4F49-963F-46A15A4D944D}" srcOrd="0" destOrd="0" presId="urn:microsoft.com/office/officeart/2005/8/layout/pyramid2"/>
    <dgm:cxn modelId="{CAE1056A-6E52-4E1D-A8BB-697DCC42FF3C}" type="presOf" srcId="{FCE8A2D7-A754-4C95-B552-F4049D7018FB}" destId="{AFDA8DE4-92CD-4681-B353-5F79AA6BFE04}" srcOrd="0" destOrd="0" presId="urn:microsoft.com/office/officeart/2005/8/layout/pyramid2"/>
    <dgm:cxn modelId="{2A18574D-D4AC-4FD8-A778-9B2C18292A90}" type="presOf" srcId="{6C5771EF-B512-4BC2-99E7-978D0AFE7CDD}" destId="{5C5951CD-BCBF-4AD4-BE3B-47AEA663C9EA}" srcOrd="0" destOrd="0" presId="urn:microsoft.com/office/officeart/2005/8/layout/pyramid2"/>
    <dgm:cxn modelId="{724AE352-97FE-4969-AEE0-BE213BA5F2AB}" srcId="{FD73EAD6-77E8-4AC5-A12A-F8CC8B182D17}" destId="{FCE8A2D7-A754-4C95-B552-F4049D7018FB}" srcOrd="2" destOrd="0" parTransId="{67FB910F-0273-4D58-AB4E-BDB501265564}" sibTransId="{8CDEAFF9-56A3-4FB9-B53E-42993315BAF9}"/>
    <dgm:cxn modelId="{6F42527C-E76D-41DF-B10A-6F51C0BEE012}" srcId="{6C5771EF-B512-4BC2-99E7-978D0AFE7CDD}" destId="{A67A6C45-327D-4AFB-888F-619873F19305}" srcOrd="0" destOrd="0" parTransId="{72FADF8C-778A-4035-8138-FB7731E26036}" sibTransId="{0D5C94CF-3F94-4273-A6FD-695D3F5D30FE}"/>
    <dgm:cxn modelId="{C1C10C9A-C1D4-48E5-A7DF-FFA0C9B95AFA}" srcId="{FD73EAD6-77E8-4AC5-A12A-F8CC8B182D17}" destId="{6C5771EF-B512-4BC2-99E7-978D0AFE7CDD}" srcOrd="0" destOrd="0" parTransId="{60F38AE9-09EE-4CC2-BFD1-7D22B86D93B0}" sibTransId="{9AEE2855-33A8-4003-ADC2-7DFE1909EC7D}"/>
    <dgm:cxn modelId="{AAB914EB-DA77-4F7D-8A8A-7EFB6BA08B6E}" srcId="{FCE8A2D7-A754-4C95-B552-F4049D7018FB}" destId="{77757A5B-71CC-4083-BA46-12660F6C5E85}" srcOrd="0" destOrd="0" parTransId="{78EA3AD0-6213-4814-92BA-8B7609632F1F}" sibTransId="{27BABCAF-75C6-4F2C-9882-20D672402D0B}"/>
    <dgm:cxn modelId="{7C2E1D8D-4DEE-43DC-97A7-5CED903F6588}" type="presParOf" srcId="{96C5D06E-B406-4F49-963F-46A15A4D944D}" destId="{816ADA17-5177-4B71-BA97-DFD8274960AD}" srcOrd="0" destOrd="0" presId="urn:microsoft.com/office/officeart/2005/8/layout/pyramid2"/>
    <dgm:cxn modelId="{078235E8-3C57-448C-9D00-8BAD2F83A8D5}" type="presParOf" srcId="{96C5D06E-B406-4F49-963F-46A15A4D944D}" destId="{F57001A9-7753-4F9B-9DF7-B5AE37C0630F}" srcOrd="1" destOrd="0" presId="urn:microsoft.com/office/officeart/2005/8/layout/pyramid2"/>
    <dgm:cxn modelId="{984AADBC-7500-458C-B968-B7BED55F9437}" type="presParOf" srcId="{F57001A9-7753-4F9B-9DF7-B5AE37C0630F}" destId="{5C5951CD-BCBF-4AD4-BE3B-47AEA663C9EA}" srcOrd="0" destOrd="0" presId="urn:microsoft.com/office/officeart/2005/8/layout/pyramid2"/>
    <dgm:cxn modelId="{0F9BB601-ED7B-4CF0-B5DE-236B113F1B57}" type="presParOf" srcId="{F57001A9-7753-4F9B-9DF7-B5AE37C0630F}" destId="{0A62915F-6797-4686-8D0E-055D6D0D1DB3}" srcOrd="1" destOrd="0" presId="urn:microsoft.com/office/officeart/2005/8/layout/pyramid2"/>
    <dgm:cxn modelId="{E5B8CE1C-F422-456A-AFE5-98B0CD69BC37}" type="presParOf" srcId="{F57001A9-7753-4F9B-9DF7-B5AE37C0630F}" destId="{A2D7B8A5-FED3-40F1-98D7-461D4C24E49B}" srcOrd="2" destOrd="0" presId="urn:microsoft.com/office/officeart/2005/8/layout/pyramid2"/>
    <dgm:cxn modelId="{AFD98DF9-A870-478B-8399-C32C3DF11D6E}" type="presParOf" srcId="{F57001A9-7753-4F9B-9DF7-B5AE37C0630F}" destId="{3A938340-AC5C-4D14-AD43-CE92500E6C97}" srcOrd="3" destOrd="0" presId="urn:microsoft.com/office/officeart/2005/8/layout/pyramid2"/>
    <dgm:cxn modelId="{2F08784D-43F7-4170-9472-2F46A1506585}" type="presParOf" srcId="{F57001A9-7753-4F9B-9DF7-B5AE37C0630F}" destId="{AFDA8DE4-92CD-4681-B353-5F79AA6BFE04}" srcOrd="4" destOrd="0" presId="urn:microsoft.com/office/officeart/2005/8/layout/pyramid2"/>
    <dgm:cxn modelId="{D7DDCDE1-21CD-455C-B381-0FBD993713D2}" type="presParOf" srcId="{F57001A9-7753-4F9B-9DF7-B5AE37C0630F}" destId="{0F836FA4-8EE5-4A92-ACC0-A1E85989D2FA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6ADA17-5177-4B71-BA97-DFD8274960AD}">
      <dsp:nvSpPr>
        <dsp:cNvPr id="0" name=""/>
        <dsp:cNvSpPr/>
      </dsp:nvSpPr>
      <dsp:spPr>
        <a:xfrm>
          <a:off x="1206499" y="0"/>
          <a:ext cx="5080000" cy="508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951CD-BCBF-4AD4-BE3B-47AEA663C9EA}">
      <dsp:nvSpPr>
        <dsp:cNvPr id="0" name=""/>
        <dsp:cNvSpPr/>
      </dsp:nvSpPr>
      <dsp:spPr>
        <a:xfrm>
          <a:off x="3746499" y="510728"/>
          <a:ext cx="3302000" cy="1202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One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Node Two has a longer label</a:t>
          </a:r>
        </a:p>
      </dsp:txBody>
      <dsp:txXfrm>
        <a:off x="3805202" y="569431"/>
        <a:ext cx="3184594" cy="1085125"/>
      </dsp:txXfrm>
    </dsp:sp>
    <dsp:sp modelId="{A2D7B8A5-FED3-40F1-98D7-461D4C24E49B}">
      <dsp:nvSpPr>
        <dsp:cNvPr id="0" name=""/>
        <dsp:cNvSpPr/>
      </dsp:nvSpPr>
      <dsp:spPr>
        <a:xfrm>
          <a:off x="3746499" y="1863576"/>
          <a:ext cx="3302000" cy="1202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Three</a:t>
          </a:r>
        </a:p>
      </dsp:txBody>
      <dsp:txXfrm>
        <a:off x="3805202" y="1922279"/>
        <a:ext cx="3184594" cy="1085125"/>
      </dsp:txXfrm>
    </dsp:sp>
    <dsp:sp modelId="{AFDA8DE4-92CD-4681-B353-5F79AA6BFE04}">
      <dsp:nvSpPr>
        <dsp:cNvPr id="0" name=""/>
        <dsp:cNvSpPr/>
      </dsp:nvSpPr>
      <dsp:spPr>
        <a:xfrm>
          <a:off x="3746499" y="3216423"/>
          <a:ext cx="3302000" cy="1202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Four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Node Five</a:t>
          </a:r>
        </a:p>
      </dsp:txBody>
      <dsp:txXfrm>
        <a:off x="3805202" y="3275126"/>
        <a:ext cx="3184594" cy="1085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C7FA-5BEC-1DA9-C2EA-1662C4CB9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DD3D5-51C0-A47A-D93E-5C2E93835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2C0A0-61C6-BC9C-861B-65B1C9E9D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7068-2832-9B87-502E-AC19A5644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FBFA2-A1F7-E9EE-B7F9-D83BF111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92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8D418-6E82-16AF-6CC5-B2C742C1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CB05D-A294-6491-2B24-CD4F6CE47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0B4F4-218B-2C1C-E07B-A7E42DCE3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CB176-3CB6-D943-B71C-65AC3831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A4F1-A416-C12F-375A-3D5F7974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2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2B2BB-00C8-2CB5-E072-11486622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A05E4-5E83-4937-D06B-E182241B1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434D6-4074-B84B-9500-A9727F6A6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07797-8A51-2603-FD47-41DC171EA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F7813-18C9-A285-13B0-59E96AF8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1B49-5232-4E98-EBCF-185C1A31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36B0E-6B6F-705A-8980-B44225430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50C23-16F7-931D-93B7-E35898EC1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72C92-D195-2CCA-DB2C-6C06BDCB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A581F-1727-AAE7-48B4-7EFFD0E2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5AAAF-FA11-2A79-08DF-4F2113BC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09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BE2E-BFC1-2198-6762-F4B99571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EA030-3E07-61F3-9F3B-67B8E716A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BFB2D-2283-4456-5226-F9A5A5BAC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863CC-7DA3-3D6C-ACD2-EFA24B85D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7EC23-5C7C-FC12-017C-4C8FFC006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9CE63-7139-912F-BF71-D83C664B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C093DC-727E-DA5C-939D-6545A276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87247-22B1-2F11-292C-748C0B62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2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CD63-92CE-18BD-8FB1-7D9BA5C2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490271-7087-1AFA-233F-733681F4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10B97-9A3F-8DD8-8848-72406674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9C641-7DBC-E9F6-3E66-73C88785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75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F146A-E908-5178-3B45-49AD9DF1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E4F4D-42E2-A694-8991-AC971F40B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4A1F8-6F33-130E-5F60-97C39EF6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8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AA67-FEDD-ED23-F5F2-175BB7B7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A2F3B-5FF0-86FD-EEF4-193E3BA01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0DFC5-B112-4813-B694-7838A071B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B635B-77D5-99E7-E586-3B5BECC1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478A5-0863-EA9A-7314-D025BC86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DA37E-8E9B-00CB-4619-9127DD45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3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0451-0FFF-80AB-B5A0-0C9789AC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BDF55C-E846-8E7F-D4FB-D2A0A3234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8D62F-6D1E-EFF2-0820-3EBE4C0F1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988CC-4924-C486-CDCA-145200368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2BBF4-32B6-8E46-40DF-FB3DDB3A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FAED4-E6D0-3C57-C1EF-AAAD1374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9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130D-80A4-9E46-7456-7A668226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EDA04-CDD4-9F75-EF05-F9D544937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8611F-3707-892A-6961-9729E6ED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2F455-660F-5585-D33F-3A2C143F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1F44A-4AFE-0440-7F9C-44D1B085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2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E02625-4CA9-2532-C20B-5F8810D50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CA99F-6C21-D9DA-476D-69C603E07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85839-A5DE-4E31-2068-7889AFF0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57826-FB68-094A-EF65-79FBDDCE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10F88-DB49-C8E3-F942-39D939FA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6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0FF8D2-6534-6E80-91D2-1D006037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CFC44-4BEE-93E9-6C97-EE56C883A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833F1-103D-7BFB-6120-FD4A58697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1057E-802C-4D88-A3E6-343B0D8AD70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A92B2-57E6-38F1-E88B-FC12E8587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30567-D68B-17F1-CEE3-2CB6297DF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312B7-CFD6-4DDD-98CD-767F6E55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6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FD29592-522F-43CA-8A22-8864719840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254688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3567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2026-09-06T08:13:07Z</dcterms:created>
  <dcterms:modified xsi:type="dcterms:W3CDTF">2026-09-06T08:13:08Z</dcterms:modified>
</cp:coreProperties>
</file>