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21C235-A053-4CFA-85E5-39FCCA240299}" type="doc">
      <dgm:prSet loTypeId="urn:diagrams.loki3.com/VaryingWidthList" loCatId="list" qsTypeId="urn:microsoft.com/office/officeart/2005/8/quickstyle/simple1" qsCatId="simple" csTypeId="urn:microsoft.com/office/officeart/2005/8/colors/accent1_2" csCatId="accent1" phldr="1"/>
      <dgm:spPr/>
    </dgm:pt>
    <dgm:pt modelId="{EBE0B0D1-3592-4C4B-B9BF-495DE9DCD38D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04C88B28-E6F8-4291-BC6C-F25C4B562152}" type="parTrans" cxnId="{4B3E77F9-4A83-453B-8D1F-7BAD13A1B10D}">
      <dgm:prSet/>
      <dgm:spPr/>
    </dgm:pt>
    <dgm:pt modelId="{E713E455-052F-45C6-9DC5-206928C50A68}" type="sibTrans" cxnId="{4B3E77F9-4A83-453B-8D1F-7BAD13A1B10D}">
      <dgm:prSet/>
      <dgm:spPr/>
    </dgm:pt>
    <dgm:pt modelId="{E5CBD4F3-82F0-4896-9879-DB2503FC3A98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633ECEC3-6364-4D0A-8E0B-C50D18B23385}" type="parTrans" cxnId="{68F68092-60C3-410E-A927-02410040368A}">
      <dgm:prSet/>
      <dgm:spPr/>
    </dgm:pt>
    <dgm:pt modelId="{C78C055B-0C89-4DA6-A4D0-A972A44FD3C4}" type="sibTrans" cxnId="{68F68092-60C3-410E-A927-02410040368A}">
      <dgm:prSet/>
      <dgm:spPr/>
    </dgm:pt>
    <dgm:pt modelId="{ADBC9176-F33C-403B-9A9D-3CC07AC115FB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269CFF10-C8C4-473E-8E4A-42A2420E05C3}" type="parTrans" cxnId="{2157E1F6-F9AE-4C8A-A803-6837463CCB05}">
      <dgm:prSet/>
      <dgm:spPr/>
    </dgm:pt>
    <dgm:pt modelId="{C11BA390-FBFC-4FD9-B019-88E8CC72F592}" type="sibTrans" cxnId="{2157E1F6-F9AE-4C8A-A803-6837463CCB05}">
      <dgm:prSet/>
      <dgm:spPr/>
    </dgm:pt>
    <dgm:pt modelId="{9139EC2D-C014-48A3-99E7-534C357F6C31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70BD5F2B-BADD-4C4D-9A67-8FA9629A5B12}" type="parTrans" cxnId="{8B5C7124-71E4-451F-B232-AD5898021EDC}">
      <dgm:prSet/>
      <dgm:spPr/>
    </dgm:pt>
    <dgm:pt modelId="{B0EB3B14-2DD7-4174-87B0-2579D640B804}" type="sibTrans" cxnId="{8B5C7124-71E4-451F-B232-AD5898021EDC}">
      <dgm:prSet/>
      <dgm:spPr/>
    </dgm:pt>
    <dgm:pt modelId="{D134BA15-5E1C-429E-B039-0C078233A551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2AD7AA54-FA7D-4C76-B5D9-3F33B8218F0B}" type="parTrans" cxnId="{37F4FB81-9868-4E17-9F1D-C919EE7D22BA}">
      <dgm:prSet/>
      <dgm:spPr/>
    </dgm:pt>
    <dgm:pt modelId="{08BB7CD8-23BC-4A78-829D-1F577E953C12}" type="sibTrans" cxnId="{37F4FB81-9868-4E17-9F1D-C919EE7D22BA}">
      <dgm:prSet/>
      <dgm:spPr/>
    </dgm:pt>
    <dgm:pt modelId="{07CC821E-54AF-4EE7-846C-ADF49474FD07}" type="pres">
      <dgm:prSet presAssocID="{3021C235-A053-4CFA-85E5-39FCCA240299}" presName="Name0" presStyleCnt="0">
        <dgm:presLayoutVars>
          <dgm:resizeHandles/>
        </dgm:presLayoutVars>
      </dgm:prSet>
      <dgm:spPr/>
    </dgm:pt>
    <dgm:pt modelId="{CB779BAB-D7E2-4A97-80A3-791FF1C88FA5}" type="pres">
      <dgm:prSet presAssocID="{EBE0B0D1-3592-4C4B-B9BF-495DE9DCD38D}" presName="text" presStyleLbl="node1" presStyleIdx="0" presStyleCnt="3">
        <dgm:presLayoutVars>
          <dgm:bulletEnabled val="1"/>
        </dgm:presLayoutVars>
      </dgm:prSet>
      <dgm:spPr/>
    </dgm:pt>
    <dgm:pt modelId="{6011FD80-D6A1-4752-9B24-4C340D6486BB}" type="pres">
      <dgm:prSet presAssocID="{E713E455-052F-45C6-9DC5-206928C50A68}" presName="space" presStyleCnt="0"/>
      <dgm:spPr/>
    </dgm:pt>
    <dgm:pt modelId="{92B5AFF5-4190-44B8-A100-E2AFC7BB2100}" type="pres">
      <dgm:prSet presAssocID="{ADBC9176-F33C-403B-9A9D-3CC07AC115FB}" presName="text" presStyleLbl="node1" presStyleIdx="1" presStyleCnt="3">
        <dgm:presLayoutVars>
          <dgm:bulletEnabled val="1"/>
        </dgm:presLayoutVars>
      </dgm:prSet>
      <dgm:spPr/>
    </dgm:pt>
    <dgm:pt modelId="{67900829-2A51-4CFC-9DAD-A9E84A41000B}" type="pres">
      <dgm:prSet presAssocID="{C11BA390-FBFC-4FD9-B019-88E8CC72F592}" presName="space" presStyleCnt="0"/>
      <dgm:spPr/>
    </dgm:pt>
    <dgm:pt modelId="{A8AD992A-6D84-4E59-8235-753B5C306154}" type="pres">
      <dgm:prSet presAssocID="{9139EC2D-C014-48A3-99E7-534C357F6C31}" presName="text" presStyleLbl="node1" presStyleIdx="2" presStyleCnt="3">
        <dgm:presLayoutVars>
          <dgm:bulletEnabled val="1"/>
        </dgm:presLayoutVars>
      </dgm:prSet>
      <dgm:spPr/>
    </dgm:pt>
  </dgm:ptLst>
  <dgm:cxnLst>
    <dgm:cxn modelId="{8B5C7124-71E4-451F-B232-AD5898021EDC}" srcId="{3021C235-A053-4CFA-85E5-39FCCA240299}" destId="{9139EC2D-C014-48A3-99E7-534C357F6C31}" srcOrd="2" destOrd="0" parTransId="{70BD5F2B-BADD-4C4D-9A67-8FA9629A5B12}" sibTransId="{B0EB3B14-2DD7-4174-87B0-2579D640B804}"/>
    <dgm:cxn modelId="{74DC905F-FD94-4C7A-A481-2FD777580C79}" type="presOf" srcId="{D134BA15-5E1C-429E-B039-0C078233A551}" destId="{A8AD992A-6D84-4E59-8235-753B5C306154}" srcOrd="0" destOrd="1" presId="urn:diagrams.loki3.com/VaryingWidthList"/>
    <dgm:cxn modelId="{EA1B6E6A-15F3-40E7-88DD-9E6FFE1BA67B}" type="presOf" srcId="{9139EC2D-C014-48A3-99E7-534C357F6C31}" destId="{A8AD992A-6D84-4E59-8235-753B5C306154}" srcOrd="0" destOrd="0" presId="urn:diagrams.loki3.com/VaryingWidthList"/>
    <dgm:cxn modelId="{AAFC886B-C695-43A2-83F6-8F6305FAA933}" type="presOf" srcId="{3021C235-A053-4CFA-85E5-39FCCA240299}" destId="{07CC821E-54AF-4EE7-846C-ADF49474FD07}" srcOrd="0" destOrd="0" presId="urn:diagrams.loki3.com/VaryingWidthList"/>
    <dgm:cxn modelId="{320C0781-D0A0-490A-9A77-06C9115F3284}" type="presOf" srcId="{ADBC9176-F33C-403B-9A9D-3CC07AC115FB}" destId="{92B5AFF5-4190-44B8-A100-E2AFC7BB2100}" srcOrd="0" destOrd="0" presId="urn:diagrams.loki3.com/VaryingWidthList"/>
    <dgm:cxn modelId="{37F4FB81-9868-4E17-9F1D-C919EE7D22BA}" srcId="{9139EC2D-C014-48A3-99E7-534C357F6C31}" destId="{D134BA15-5E1C-429E-B039-0C078233A551}" srcOrd="0" destOrd="0" parTransId="{2AD7AA54-FA7D-4C76-B5D9-3F33B8218F0B}" sibTransId="{08BB7CD8-23BC-4A78-829D-1F577E953C12}"/>
    <dgm:cxn modelId="{68F68092-60C3-410E-A927-02410040368A}" srcId="{EBE0B0D1-3592-4C4B-B9BF-495DE9DCD38D}" destId="{E5CBD4F3-82F0-4896-9879-DB2503FC3A98}" srcOrd="0" destOrd="0" parTransId="{633ECEC3-6364-4D0A-8E0B-C50D18B23385}" sibTransId="{C78C055B-0C89-4DA6-A4D0-A972A44FD3C4}"/>
    <dgm:cxn modelId="{22203BD3-F02E-4CE7-9098-721E58711C04}" type="presOf" srcId="{E5CBD4F3-82F0-4896-9879-DB2503FC3A98}" destId="{CB779BAB-D7E2-4A97-80A3-791FF1C88FA5}" srcOrd="0" destOrd="1" presId="urn:diagrams.loki3.com/VaryingWidthList"/>
    <dgm:cxn modelId="{2157E1F6-F9AE-4C8A-A803-6837463CCB05}" srcId="{3021C235-A053-4CFA-85E5-39FCCA240299}" destId="{ADBC9176-F33C-403B-9A9D-3CC07AC115FB}" srcOrd="1" destOrd="0" parTransId="{269CFF10-C8C4-473E-8E4A-42A2420E05C3}" sibTransId="{C11BA390-FBFC-4FD9-B019-88E8CC72F592}"/>
    <dgm:cxn modelId="{4B3E77F9-4A83-453B-8D1F-7BAD13A1B10D}" srcId="{3021C235-A053-4CFA-85E5-39FCCA240299}" destId="{EBE0B0D1-3592-4C4B-B9BF-495DE9DCD38D}" srcOrd="0" destOrd="0" parTransId="{04C88B28-E6F8-4291-BC6C-F25C4B562152}" sibTransId="{E713E455-052F-45C6-9DC5-206928C50A68}"/>
    <dgm:cxn modelId="{3A3770FA-8EE8-419D-82D0-B5E041F45353}" type="presOf" srcId="{EBE0B0D1-3592-4C4B-B9BF-495DE9DCD38D}" destId="{CB779BAB-D7E2-4A97-80A3-791FF1C88FA5}" srcOrd="0" destOrd="0" presId="urn:diagrams.loki3.com/VaryingWidthList"/>
    <dgm:cxn modelId="{664E9A17-50B0-4DFC-B0DD-90CA63899C82}" type="presParOf" srcId="{07CC821E-54AF-4EE7-846C-ADF49474FD07}" destId="{CB779BAB-D7E2-4A97-80A3-791FF1C88FA5}" srcOrd="0" destOrd="0" presId="urn:diagrams.loki3.com/VaryingWidthList"/>
    <dgm:cxn modelId="{0A3AF3D8-B1A1-4813-A877-34FF4020E98D}" type="presParOf" srcId="{07CC821E-54AF-4EE7-846C-ADF49474FD07}" destId="{6011FD80-D6A1-4752-9B24-4C340D6486BB}" srcOrd="1" destOrd="0" presId="urn:diagrams.loki3.com/VaryingWidthList"/>
    <dgm:cxn modelId="{3A40C634-4F33-474F-A207-505D6F04C43E}" type="presParOf" srcId="{07CC821E-54AF-4EE7-846C-ADF49474FD07}" destId="{92B5AFF5-4190-44B8-A100-E2AFC7BB2100}" srcOrd="2" destOrd="0" presId="urn:diagrams.loki3.com/VaryingWidthList"/>
    <dgm:cxn modelId="{C6312E1A-6540-44B8-9147-B8C343AA05CB}" type="presParOf" srcId="{07CC821E-54AF-4EE7-846C-ADF49474FD07}" destId="{67900829-2A51-4CFC-9DAD-A9E84A41000B}" srcOrd="3" destOrd="0" presId="urn:diagrams.loki3.com/VaryingWidthList"/>
    <dgm:cxn modelId="{5C7F0661-08EA-4032-9F2D-F62A70FB8FB2}" type="presParOf" srcId="{07CC821E-54AF-4EE7-846C-ADF49474FD07}" destId="{A8AD992A-6D84-4E59-8235-753B5C306154}" srcOrd="4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779BAB-D7E2-4A97-80A3-791FF1C88FA5}">
      <dsp:nvSpPr>
        <dsp:cNvPr id="0" name=""/>
        <dsp:cNvSpPr/>
      </dsp:nvSpPr>
      <dsp:spPr>
        <a:xfrm>
          <a:off x="1067499" y="2480"/>
          <a:ext cx="6120000" cy="16371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840" tIns="116840" rIns="116840" bIns="116840" numCol="1" spcCol="1270" anchor="t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Node One</a:t>
          </a:r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600" kern="1200"/>
            <a:t>Node Two has a longer label</a:t>
          </a:r>
        </a:p>
      </dsp:txBody>
      <dsp:txXfrm>
        <a:off x="1067499" y="2480"/>
        <a:ext cx="6120000" cy="1637109"/>
      </dsp:txXfrm>
    </dsp:sp>
    <dsp:sp modelId="{92B5AFF5-4190-44B8-A100-E2AFC7BB2100}">
      <dsp:nvSpPr>
        <dsp:cNvPr id="0" name=""/>
        <dsp:cNvSpPr/>
      </dsp:nvSpPr>
      <dsp:spPr>
        <a:xfrm>
          <a:off x="3294999" y="1721445"/>
          <a:ext cx="1665000" cy="16371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840" tIns="116840" rIns="116840" bIns="11684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Node Three</a:t>
          </a:r>
        </a:p>
      </dsp:txBody>
      <dsp:txXfrm>
        <a:off x="3294999" y="1721445"/>
        <a:ext cx="1665000" cy="1637109"/>
      </dsp:txXfrm>
    </dsp:sp>
    <dsp:sp modelId="{A8AD992A-6D84-4E59-8235-753B5C306154}">
      <dsp:nvSpPr>
        <dsp:cNvPr id="0" name=""/>
        <dsp:cNvSpPr/>
      </dsp:nvSpPr>
      <dsp:spPr>
        <a:xfrm>
          <a:off x="2687499" y="3440410"/>
          <a:ext cx="2880000" cy="16371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840" tIns="116840" rIns="116840" bIns="116840" numCol="1" spcCol="1270" anchor="t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Node Four</a:t>
          </a:r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600" kern="1200"/>
            <a:t>Node Five</a:t>
          </a:r>
        </a:p>
      </dsp:txBody>
      <dsp:txXfrm>
        <a:off x="2687499" y="3440410"/>
        <a:ext cx="2880000" cy="16371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AA40D-5DAB-125E-EA34-5F5584F15B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B4091D-6522-F748-13C4-D915D4653D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76D19-5DEE-54C5-3875-4B5C33280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9E535-8A51-4C37-9EC2-BD3931FACBE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57AFF-9CF8-FDF9-F178-110381190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FB436-2F7B-C12B-9955-0C7082DCF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9D475-3AB8-448B-B971-E7CB7DD0F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1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F498B-2DC2-5041-1000-3130FD274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239D4-ABB8-B6AC-C167-296ECC3E4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25546-F050-267D-608B-8B6DB7B27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9E535-8A51-4C37-9EC2-BD3931FACBE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5F98D-0154-DB7F-C02C-84DE54E69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549B4-BCF1-39D4-CC35-B40F45067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9D475-3AB8-448B-B971-E7CB7DD0F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183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075A2-917A-428E-C8C7-262DE9BAE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D0EEBA-8D95-6595-8245-F428C84471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22A87C-17E0-3B5C-065C-6CEB90ED2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9E535-8A51-4C37-9EC2-BD3931FACBE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F537CA-3651-8479-C048-26F3A79E8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403218-4BF8-31AF-38D0-F369D343B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9D475-3AB8-448B-B971-E7CB7DD0F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227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4353B-B762-232D-3CF7-FBE00727B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C262F-02F8-3719-6F22-44F92A4597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7D1D0E-D499-3AD9-40BB-43E37E3C40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1E50AD-22CF-B1E9-5075-91275EF3C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9E535-8A51-4C37-9EC2-BD3931FACBE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D17C3F-B5E0-66EF-BDBC-C4F8B4E2F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9EC59-F778-343A-DCA2-55617DC74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9D475-3AB8-448B-B971-E7CB7DD0F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209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8D32E-6E49-60ED-28B9-47153E024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7DE3B4-B712-DD57-D500-919B9417A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6B8068-CC38-FFFF-AAAB-0429692A43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CF8F53-3047-C1DC-BFDF-9C4CA9C94F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A58D98-E566-97BD-DAA7-06E1D3212C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365017-3D3E-9AE7-3C5A-7E5507FEE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9E535-8A51-4C37-9EC2-BD3931FACBE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7620D3-D182-F1B9-02A3-107144FCA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604111-3670-1EB5-E88F-E0AF46729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9D475-3AB8-448B-B971-E7CB7DD0F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388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D73C8-18CA-16FC-437A-F2D4E7F67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9D97B3-4471-904F-5667-3E4B10FA1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9E535-8A51-4C37-9EC2-BD3931FACBE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BB7FB8-F6DB-0BDF-6AE2-B8A67AC72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AD4B5A-1E79-DCBD-0C45-EC344A3B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9D475-3AB8-448B-B971-E7CB7DD0F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07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B22F79-D647-A9F7-3D36-5FBF62B3A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9E535-8A51-4C37-9EC2-BD3931FACBE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E1647E-AB54-42B3-66FF-5BCC4D9F2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1CA8F8-8D86-A53A-F391-B1CD7C307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9D475-3AB8-448B-B971-E7CB7DD0F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24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5E1B6-E860-D1B3-4B85-B7AE812CF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0D71D-7D59-7F7E-8ACB-4F611A886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902157-DD2A-DEB2-C64A-F52AE3DC74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1545BC-B19A-7122-6289-2EBDAE8A1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9E535-8A51-4C37-9EC2-BD3931FACBE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56209E-BD35-66B2-7B7B-F7752CF92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0618F0-8E47-091C-2854-6D205B063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9D475-3AB8-448B-B971-E7CB7DD0F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8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39C4B-C384-8FEC-C7C4-70603FFE9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1D943E-11CD-1536-F507-99DC80090B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39C278-F352-B7FF-D724-53D76000AB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3B12A6-6136-15F1-6A5D-ED84CFECD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9E535-8A51-4C37-9EC2-BD3931FACBE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A60CD5-61F7-6269-BE12-AA0E36C8B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49936C-4926-D40D-90C9-850C64730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9D475-3AB8-448B-B971-E7CB7DD0F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363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935F9-7432-5875-6750-9335F7E18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455814-097D-5165-133A-17CB29119A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42BEC-F5CA-DD07-9E5E-69B3AFC73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9E535-8A51-4C37-9EC2-BD3931FACBE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34FD0-6426-919D-95E6-8DBFFAFF4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EAC92-1742-7834-6B46-456391D51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9D475-3AB8-448B-B971-E7CB7DD0F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091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497CAF-6127-8DB9-7E4B-A1E4418653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57F453-3175-BF4E-906B-55638ABC46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F5A7A-3D51-AB33-B625-00517E74D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9E535-8A51-4C37-9EC2-BD3931FACBE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5D65E-5115-CC04-24DD-90602E4E1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E878F-1194-DEF1-E374-5C04E2D5D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9D475-3AB8-448B-B971-E7CB7DD0F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775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AA95B9-74D9-6922-BCCA-7454A67FC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854978-6E8E-B062-26C3-62CB4AA871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5AF3EF-2CFA-00A3-DF41-6387B3F4FC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39E535-8A51-4C37-9EC2-BD3931FACBE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50738E-3876-AC2F-3981-90D5D483B9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01D69-B5A6-D578-1E8F-899616F012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79D475-3AB8-448B-B971-E7CB7DD0F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603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0DE0DA2-0242-42C8-8638-6339D1E02F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1650849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60663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2026-09-06T08:12:39Z</dcterms:created>
  <dcterms:modified xsi:type="dcterms:W3CDTF">2026-09-06T08:12:39Z</dcterms:modified>
</cp:coreProperties>
</file>