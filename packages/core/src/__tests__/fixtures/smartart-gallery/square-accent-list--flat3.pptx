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8AACD1-7A20-495F-B747-EE8865E317AE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7BBB2A-C1C0-45B0-B755-DEDC0C9B3D5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8FB92EF-3F5B-4F5B-BF46-ACC983C12F6D}" type="parTrans" cxnId="{F677CF3E-B0E2-4523-840E-5144B0EDEBE3}">
      <dgm:prSet/>
      <dgm:spPr/>
    </dgm:pt>
    <dgm:pt modelId="{1CA24070-14E5-4628-8981-D0BDE4AE842B}" type="sibTrans" cxnId="{F677CF3E-B0E2-4523-840E-5144B0EDEBE3}">
      <dgm:prSet/>
      <dgm:spPr/>
    </dgm:pt>
    <dgm:pt modelId="{F3CD4AF7-DAB9-4360-BF5F-8A777799E40F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9F8321BB-67DC-4348-ABEA-DA08B4CC00E2}" type="parTrans" cxnId="{FE4FFF32-3B8C-4FD9-92FC-2AB1BA55D52B}">
      <dgm:prSet/>
      <dgm:spPr/>
    </dgm:pt>
    <dgm:pt modelId="{D21C3B70-978C-4E3B-889B-5C5E4CB98B43}" type="sibTrans" cxnId="{FE4FFF32-3B8C-4FD9-92FC-2AB1BA55D52B}">
      <dgm:prSet/>
      <dgm:spPr/>
    </dgm:pt>
    <dgm:pt modelId="{24ACCB38-D183-4209-A066-A10F7929658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B6B6D229-E655-4A96-92DD-7FF5154AA848}" type="parTrans" cxnId="{53AFF0EE-88A7-4698-86FE-4F304707BAF5}">
      <dgm:prSet/>
      <dgm:spPr/>
    </dgm:pt>
    <dgm:pt modelId="{92D52671-AD15-4F84-9A69-8FB97E6C6F8E}" type="sibTrans" cxnId="{53AFF0EE-88A7-4698-86FE-4F304707BAF5}">
      <dgm:prSet/>
      <dgm:spPr/>
    </dgm:pt>
    <dgm:pt modelId="{30B0215F-9628-465B-8737-80D92C5FE0AF}" type="pres">
      <dgm:prSet presAssocID="{4B8AACD1-7A20-495F-B747-EE8865E317AE}" presName="layout" presStyleCnt="0">
        <dgm:presLayoutVars>
          <dgm:chMax/>
          <dgm:chPref/>
          <dgm:dir/>
          <dgm:resizeHandles/>
        </dgm:presLayoutVars>
      </dgm:prSet>
      <dgm:spPr/>
    </dgm:pt>
    <dgm:pt modelId="{CF8A6648-005D-44E9-BB8A-977F36DA89DA}" type="pres">
      <dgm:prSet presAssocID="{147BBB2A-C1C0-45B0-B755-DEDC0C9B3D53}" presName="root" presStyleCnt="0">
        <dgm:presLayoutVars>
          <dgm:chMax/>
          <dgm:chPref/>
        </dgm:presLayoutVars>
      </dgm:prSet>
      <dgm:spPr/>
    </dgm:pt>
    <dgm:pt modelId="{508368D7-232A-4793-A2AC-B8A54245E03C}" type="pres">
      <dgm:prSet presAssocID="{147BBB2A-C1C0-45B0-B755-DEDC0C9B3D53}" presName="rootComposite" presStyleCnt="0">
        <dgm:presLayoutVars/>
      </dgm:prSet>
      <dgm:spPr/>
    </dgm:pt>
    <dgm:pt modelId="{6C22AA67-EA33-4432-B1BC-CE8F290341AE}" type="pres">
      <dgm:prSet presAssocID="{147BBB2A-C1C0-45B0-B755-DEDC0C9B3D53}" presName="ParentAccent" presStyleLbl="alignNode1" presStyleIdx="0" presStyleCnt="3"/>
      <dgm:spPr/>
    </dgm:pt>
    <dgm:pt modelId="{1337D4D6-987C-448C-B354-2BF93EA3D5A1}" type="pres">
      <dgm:prSet presAssocID="{147BBB2A-C1C0-45B0-B755-DEDC0C9B3D53}" presName="ParentSmallAccent" presStyleLbl="fgAcc1" presStyleIdx="0" presStyleCnt="3"/>
      <dgm:spPr/>
    </dgm:pt>
    <dgm:pt modelId="{8A73FA6D-C1E2-4158-9053-B2227E24DEC9}" type="pres">
      <dgm:prSet presAssocID="{147BBB2A-C1C0-45B0-B755-DEDC0C9B3D53}" presName="Parent" presStyleLbl="revTx" presStyleIdx="0" presStyleCnt="3">
        <dgm:presLayoutVars>
          <dgm:chMax/>
          <dgm:chPref val="4"/>
          <dgm:bulletEnabled val="1"/>
        </dgm:presLayoutVars>
      </dgm:prSet>
      <dgm:spPr/>
    </dgm:pt>
    <dgm:pt modelId="{AB792B94-906B-4334-A47D-8531231D5566}" type="pres">
      <dgm:prSet presAssocID="{147BBB2A-C1C0-45B0-B755-DEDC0C9B3D53}" presName="childShape" presStyleCnt="0">
        <dgm:presLayoutVars>
          <dgm:chMax val="0"/>
          <dgm:chPref val="0"/>
        </dgm:presLayoutVars>
      </dgm:prSet>
      <dgm:spPr/>
    </dgm:pt>
    <dgm:pt modelId="{9971E911-2449-4B1C-BC3F-06BF7F375DBC}" type="pres">
      <dgm:prSet presAssocID="{F3CD4AF7-DAB9-4360-BF5F-8A777799E40F}" presName="root" presStyleCnt="0">
        <dgm:presLayoutVars>
          <dgm:chMax/>
          <dgm:chPref/>
        </dgm:presLayoutVars>
      </dgm:prSet>
      <dgm:spPr/>
    </dgm:pt>
    <dgm:pt modelId="{C51903B8-012B-41C0-8815-27499EA28B3A}" type="pres">
      <dgm:prSet presAssocID="{F3CD4AF7-DAB9-4360-BF5F-8A777799E40F}" presName="rootComposite" presStyleCnt="0">
        <dgm:presLayoutVars/>
      </dgm:prSet>
      <dgm:spPr/>
    </dgm:pt>
    <dgm:pt modelId="{0A7F10E5-3EE6-4E26-A024-0484FF662306}" type="pres">
      <dgm:prSet presAssocID="{F3CD4AF7-DAB9-4360-BF5F-8A777799E40F}" presName="ParentAccent" presStyleLbl="alignNode1" presStyleIdx="1" presStyleCnt="3"/>
      <dgm:spPr/>
    </dgm:pt>
    <dgm:pt modelId="{188F20B3-E967-4D83-9CA4-A9978F59E2BD}" type="pres">
      <dgm:prSet presAssocID="{F3CD4AF7-DAB9-4360-BF5F-8A777799E40F}" presName="ParentSmallAccent" presStyleLbl="fgAcc1" presStyleIdx="1" presStyleCnt="3"/>
      <dgm:spPr/>
    </dgm:pt>
    <dgm:pt modelId="{8C8357F9-D0EB-460C-94C6-6BBD359EFBFE}" type="pres">
      <dgm:prSet presAssocID="{F3CD4AF7-DAB9-4360-BF5F-8A777799E40F}" presName="Parent" presStyleLbl="revTx" presStyleIdx="1" presStyleCnt="3">
        <dgm:presLayoutVars>
          <dgm:chMax/>
          <dgm:chPref val="4"/>
          <dgm:bulletEnabled val="1"/>
        </dgm:presLayoutVars>
      </dgm:prSet>
      <dgm:spPr/>
    </dgm:pt>
    <dgm:pt modelId="{4B54A1BC-DBE5-4B16-847B-3D1968B2B1C8}" type="pres">
      <dgm:prSet presAssocID="{F3CD4AF7-DAB9-4360-BF5F-8A777799E40F}" presName="childShape" presStyleCnt="0">
        <dgm:presLayoutVars>
          <dgm:chMax val="0"/>
          <dgm:chPref val="0"/>
        </dgm:presLayoutVars>
      </dgm:prSet>
      <dgm:spPr/>
    </dgm:pt>
    <dgm:pt modelId="{C238301A-5695-4BF3-951D-2208EF845243}" type="pres">
      <dgm:prSet presAssocID="{24ACCB38-D183-4209-A066-A10F7929658B}" presName="root" presStyleCnt="0">
        <dgm:presLayoutVars>
          <dgm:chMax/>
          <dgm:chPref/>
        </dgm:presLayoutVars>
      </dgm:prSet>
      <dgm:spPr/>
    </dgm:pt>
    <dgm:pt modelId="{9B212848-C5F9-4998-BC0D-666A9E7A22C4}" type="pres">
      <dgm:prSet presAssocID="{24ACCB38-D183-4209-A066-A10F7929658B}" presName="rootComposite" presStyleCnt="0">
        <dgm:presLayoutVars/>
      </dgm:prSet>
      <dgm:spPr/>
    </dgm:pt>
    <dgm:pt modelId="{DECA562F-3B4E-4C81-AB78-BDE3E5D71304}" type="pres">
      <dgm:prSet presAssocID="{24ACCB38-D183-4209-A066-A10F7929658B}" presName="ParentAccent" presStyleLbl="alignNode1" presStyleIdx="2" presStyleCnt="3"/>
      <dgm:spPr/>
    </dgm:pt>
    <dgm:pt modelId="{DF4B694B-495B-4698-990F-289E025ACF6A}" type="pres">
      <dgm:prSet presAssocID="{24ACCB38-D183-4209-A066-A10F7929658B}" presName="ParentSmallAccent" presStyleLbl="fgAcc1" presStyleIdx="2" presStyleCnt="3"/>
      <dgm:spPr/>
    </dgm:pt>
    <dgm:pt modelId="{EF648000-2550-4ED1-BC30-62E5A2CD0577}" type="pres">
      <dgm:prSet presAssocID="{24ACCB38-D183-4209-A066-A10F7929658B}" presName="Parent" presStyleLbl="revTx" presStyleIdx="2" presStyleCnt="3">
        <dgm:presLayoutVars>
          <dgm:chMax/>
          <dgm:chPref val="4"/>
          <dgm:bulletEnabled val="1"/>
        </dgm:presLayoutVars>
      </dgm:prSet>
      <dgm:spPr/>
    </dgm:pt>
    <dgm:pt modelId="{15F9D204-4813-4322-8009-8C0C7510A542}" type="pres">
      <dgm:prSet presAssocID="{24ACCB38-D183-4209-A066-A10F7929658B}" presName="childShape" presStyleCnt="0">
        <dgm:presLayoutVars>
          <dgm:chMax val="0"/>
          <dgm:chPref val="0"/>
        </dgm:presLayoutVars>
      </dgm:prSet>
      <dgm:spPr/>
    </dgm:pt>
  </dgm:ptLst>
  <dgm:cxnLst>
    <dgm:cxn modelId="{FE4FFF32-3B8C-4FD9-92FC-2AB1BA55D52B}" srcId="{4B8AACD1-7A20-495F-B747-EE8865E317AE}" destId="{F3CD4AF7-DAB9-4360-BF5F-8A777799E40F}" srcOrd="1" destOrd="0" parTransId="{9F8321BB-67DC-4348-ABEA-DA08B4CC00E2}" sibTransId="{D21C3B70-978C-4E3B-889B-5C5E4CB98B43}"/>
    <dgm:cxn modelId="{2EE4493E-5E0A-44F0-B969-70DD5A39767A}" type="presOf" srcId="{4B8AACD1-7A20-495F-B747-EE8865E317AE}" destId="{30B0215F-9628-465B-8737-80D92C5FE0AF}" srcOrd="0" destOrd="0" presId="urn:microsoft.com/office/officeart/2008/layout/SquareAccentList"/>
    <dgm:cxn modelId="{F677CF3E-B0E2-4523-840E-5144B0EDEBE3}" srcId="{4B8AACD1-7A20-495F-B747-EE8865E317AE}" destId="{147BBB2A-C1C0-45B0-B755-DEDC0C9B3D53}" srcOrd="0" destOrd="0" parTransId="{E8FB92EF-3F5B-4F5B-BF46-ACC983C12F6D}" sibTransId="{1CA24070-14E5-4628-8981-D0BDE4AE842B}"/>
    <dgm:cxn modelId="{80980563-8769-4B00-974C-A6A717982CF5}" type="presOf" srcId="{24ACCB38-D183-4209-A066-A10F7929658B}" destId="{EF648000-2550-4ED1-BC30-62E5A2CD0577}" srcOrd="0" destOrd="0" presId="urn:microsoft.com/office/officeart/2008/layout/SquareAccentList"/>
    <dgm:cxn modelId="{83B9FDC9-15AC-4FC2-8167-410714A05BED}" type="presOf" srcId="{147BBB2A-C1C0-45B0-B755-DEDC0C9B3D53}" destId="{8A73FA6D-C1E2-4158-9053-B2227E24DEC9}" srcOrd="0" destOrd="0" presId="urn:microsoft.com/office/officeart/2008/layout/SquareAccentList"/>
    <dgm:cxn modelId="{44AE6CDF-682F-4EF3-9EBA-E58DCC1B3356}" type="presOf" srcId="{F3CD4AF7-DAB9-4360-BF5F-8A777799E40F}" destId="{8C8357F9-D0EB-460C-94C6-6BBD359EFBFE}" srcOrd="0" destOrd="0" presId="urn:microsoft.com/office/officeart/2008/layout/SquareAccentList"/>
    <dgm:cxn modelId="{53AFF0EE-88A7-4698-86FE-4F304707BAF5}" srcId="{4B8AACD1-7A20-495F-B747-EE8865E317AE}" destId="{24ACCB38-D183-4209-A066-A10F7929658B}" srcOrd="2" destOrd="0" parTransId="{B6B6D229-E655-4A96-92DD-7FF5154AA848}" sibTransId="{92D52671-AD15-4F84-9A69-8FB97E6C6F8E}"/>
    <dgm:cxn modelId="{9F0E45E2-6785-4C18-907B-43C854ECB092}" type="presParOf" srcId="{30B0215F-9628-465B-8737-80D92C5FE0AF}" destId="{CF8A6648-005D-44E9-BB8A-977F36DA89DA}" srcOrd="0" destOrd="0" presId="urn:microsoft.com/office/officeart/2008/layout/SquareAccentList"/>
    <dgm:cxn modelId="{8CDBBB29-6C11-4558-86AD-8BC368EC7131}" type="presParOf" srcId="{CF8A6648-005D-44E9-BB8A-977F36DA89DA}" destId="{508368D7-232A-4793-A2AC-B8A54245E03C}" srcOrd="0" destOrd="0" presId="urn:microsoft.com/office/officeart/2008/layout/SquareAccentList"/>
    <dgm:cxn modelId="{2BFC48AD-656D-4AC9-B335-CA35ADD304E1}" type="presParOf" srcId="{508368D7-232A-4793-A2AC-B8A54245E03C}" destId="{6C22AA67-EA33-4432-B1BC-CE8F290341AE}" srcOrd="0" destOrd="0" presId="urn:microsoft.com/office/officeart/2008/layout/SquareAccentList"/>
    <dgm:cxn modelId="{8CE3F02D-E97F-4B69-939F-2FEB84FA7550}" type="presParOf" srcId="{508368D7-232A-4793-A2AC-B8A54245E03C}" destId="{1337D4D6-987C-448C-B354-2BF93EA3D5A1}" srcOrd="1" destOrd="0" presId="urn:microsoft.com/office/officeart/2008/layout/SquareAccentList"/>
    <dgm:cxn modelId="{418DD51E-500D-4868-8A97-E3AC5066E8B0}" type="presParOf" srcId="{508368D7-232A-4793-A2AC-B8A54245E03C}" destId="{8A73FA6D-C1E2-4158-9053-B2227E24DEC9}" srcOrd="2" destOrd="0" presId="urn:microsoft.com/office/officeart/2008/layout/SquareAccentList"/>
    <dgm:cxn modelId="{3400664B-B23A-44EA-9833-0B02E299C362}" type="presParOf" srcId="{CF8A6648-005D-44E9-BB8A-977F36DA89DA}" destId="{AB792B94-906B-4334-A47D-8531231D5566}" srcOrd="1" destOrd="0" presId="urn:microsoft.com/office/officeart/2008/layout/SquareAccentList"/>
    <dgm:cxn modelId="{76CE50FC-7DCC-4F69-90A1-A129C8241FEB}" type="presParOf" srcId="{30B0215F-9628-465B-8737-80D92C5FE0AF}" destId="{9971E911-2449-4B1C-BC3F-06BF7F375DBC}" srcOrd="1" destOrd="0" presId="urn:microsoft.com/office/officeart/2008/layout/SquareAccentList"/>
    <dgm:cxn modelId="{918531AA-8A6E-42EC-AE6C-A9C9F4A19127}" type="presParOf" srcId="{9971E911-2449-4B1C-BC3F-06BF7F375DBC}" destId="{C51903B8-012B-41C0-8815-27499EA28B3A}" srcOrd="0" destOrd="0" presId="urn:microsoft.com/office/officeart/2008/layout/SquareAccentList"/>
    <dgm:cxn modelId="{1C654FDD-54E3-438D-A9D7-71E45B026F5A}" type="presParOf" srcId="{C51903B8-012B-41C0-8815-27499EA28B3A}" destId="{0A7F10E5-3EE6-4E26-A024-0484FF662306}" srcOrd="0" destOrd="0" presId="urn:microsoft.com/office/officeart/2008/layout/SquareAccentList"/>
    <dgm:cxn modelId="{079D8D6F-811D-4391-8F76-4CAB1B406233}" type="presParOf" srcId="{C51903B8-012B-41C0-8815-27499EA28B3A}" destId="{188F20B3-E967-4D83-9CA4-A9978F59E2BD}" srcOrd="1" destOrd="0" presId="urn:microsoft.com/office/officeart/2008/layout/SquareAccentList"/>
    <dgm:cxn modelId="{CE13BA5F-DFA8-41D6-9248-AF6CA14B6A3C}" type="presParOf" srcId="{C51903B8-012B-41C0-8815-27499EA28B3A}" destId="{8C8357F9-D0EB-460C-94C6-6BBD359EFBFE}" srcOrd="2" destOrd="0" presId="urn:microsoft.com/office/officeart/2008/layout/SquareAccentList"/>
    <dgm:cxn modelId="{621F572D-5D54-402D-BFED-1A95663F02F2}" type="presParOf" srcId="{9971E911-2449-4B1C-BC3F-06BF7F375DBC}" destId="{4B54A1BC-DBE5-4B16-847B-3D1968B2B1C8}" srcOrd="1" destOrd="0" presId="urn:microsoft.com/office/officeart/2008/layout/SquareAccentList"/>
    <dgm:cxn modelId="{CD2BCFE1-426D-43BC-BCE4-C5C1B57F3D52}" type="presParOf" srcId="{30B0215F-9628-465B-8737-80D92C5FE0AF}" destId="{C238301A-5695-4BF3-951D-2208EF845243}" srcOrd="2" destOrd="0" presId="urn:microsoft.com/office/officeart/2008/layout/SquareAccentList"/>
    <dgm:cxn modelId="{558D844D-2DFC-4EB9-8889-D21C8D320A0B}" type="presParOf" srcId="{C238301A-5695-4BF3-951D-2208EF845243}" destId="{9B212848-C5F9-4998-BC0D-666A9E7A22C4}" srcOrd="0" destOrd="0" presId="urn:microsoft.com/office/officeart/2008/layout/SquareAccentList"/>
    <dgm:cxn modelId="{939855A1-1EBF-4B9E-847F-0A87E5064CC4}" type="presParOf" srcId="{9B212848-C5F9-4998-BC0D-666A9E7A22C4}" destId="{DECA562F-3B4E-4C81-AB78-BDE3E5D71304}" srcOrd="0" destOrd="0" presId="urn:microsoft.com/office/officeart/2008/layout/SquareAccentList"/>
    <dgm:cxn modelId="{21C8EEA7-0406-4523-8E4B-E96107FD54C5}" type="presParOf" srcId="{9B212848-C5F9-4998-BC0D-666A9E7A22C4}" destId="{DF4B694B-495B-4698-990F-289E025ACF6A}" srcOrd="1" destOrd="0" presId="urn:microsoft.com/office/officeart/2008/layout/SquareAccentList"/>
    <dgm:cxn modelId="{A6D5D82D-D5BD-4535-9551-B5165DDF5D86}" type="presParOf" srcId="{9B212848-C5F9-4998-BC0D-666A9E7A22C4}" destId="{EF648000-2550-4ED1-BC30-62E5A2CD0577}" srcOrd="2" destOrd="0" presId="urn:microsoft.com/office/officeart/2008/layout/SquareAccentList"/>
    <dgm:cxn modelId="{806FE794-F86D-44B6-9CE4-0D0B4061C4CE}" type="presParOf" srcId="{C238301A-5695-4BF3-951D-2208EF845243}" destId="{15F9D204-4813-4322-8009-8C0C7510A542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2AA67-EA33-4432-B1BC-CE8F290341AE}">
      <dsp:nvSpPr>
        <dsp:cNvPr id="0" name=""/>
        <dsp:cNvSpPr/>
      </dsp:nvSpPr>
      <dsp:spPr>
        <a:xfrm>
          <a:off x="2189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7D4D6-987C-448C-B354-2BF93EA3D5A1}">
      <dsp:nvSpPr>
        <dsp:cNvPr id="0" name=""/>
        <dsp:cNvSpPr/>
      </dsp:nvSpPr>
      <dsp:spPr>
        <a:xfrm>
          <a:off x="2189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3FA6D-C1E2-4158-9053-B2227E24DEC9}">
      <dsp:nvSpPr>
        <dsp:cNvPr id="0" name=""/>
        <dsp:cNvSpPr/>
      </dsp:nvSpPr>
      <dsp:spPr>
        <a:xfrm>
          <a:off x="2189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Alpha</a:t>
          </a:r>
        </a:p>
      </dsp:txBody>
      <dsp:txXfrm>
        <a:off x="2189" y="0"/>
        <a:ext cx="2661490" cy="562488"/>
      </dsp:txXfrm>
    </dsp:sp>
    <dsp:sp modelId="{0A7F10E5-3EE6-4E26-A024-0484FF662306}">
      <dsp:nvSpPr>
        <dsp:cNvPr id="0" name=""/>
        <dsp:cNvSpPr/>
      </dsp:nvSpPr>
      <dsp:spPr>
        <a:xfrm>
          <a:off x="2796754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F20B3-E967-4D83-9CA4-A9978F59E2BD}">
      <dsp:nvSpPr>
        <dsp:cNvPr id="0" name=""/>
        <dsp:cNvSpPr/>
      </dsp:nvSpPr>
      <dsp:spPr>
        <a:xfrm>
          <a:off x="2796754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357F9-D0EB-460C-94C6-6BBD359EFBFE}">
      <dsp:nvSpPr>
        <dsp:cNvPr id="0" name=""/>
        <dsp:cNvSpPr/>
      </dsp:nvSpPr>
      <dsp:spPr>
        <a:xfrm>
          <a:off x="2796754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Beta has a noticeably longer label than the others</a:t>
          </a:r>
        </a:p>
      </dsp:txBody>
      <dsp:txXfrm>
        <a:off x="2796754" y="0"/>
        <a:ext cx="2661490" cy="562488"/>
      </dsp:txXfrm>
    </dsp:sp>
    <dsp:sp modelId="{DECA562F-3B4E-4C81-AB78-BDE3E5D71304}">
      <dsp:nvSpPr>
        <dsp:cNvPr id="0" name=""/>
        <dsp:cNvSpPr/>
      </dsp:nvSpPr>
      <dsp:spPr>
        <a:xfrm>
          <a:off x="5591319" y="562488"/>
          <a:ext cx="2661490" cy="3131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B694B-495B-4698-990F-289E025ACF6A}">
      <dsp:nvSpPr>
        <dsp:cNvPr id="0" name=""/>
        <dsp:cNvSpPr/>
      </dsp:nvSpPr>
      <dsp:spPr>
        <a:xfrm>
          <a:off x="5591319" y="680082"/>
          <a:ext cx="195522" cy="1955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48000-2550-4ED1-BC30-62E5A2CD0577}">
      <dsp:nvSpPr>
        <dsp:cNvPr id="0" name=""/>
        <dsp:cNvSpPr/>
      </dsp:nvSpPr>
      <dsp:spPr>
        <a:xfrm>
          <a:off x="5591319" y="0"/>
          <a:ext cx="2661490" cy="562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Gamma</a:t>
          </a:r>
        </a:p>
      </dsp:txBody>
      <dsp:txXfrm>
        <a:off x="5591319" y="0"/>
        <a:ext cx="2661490" cy="562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DBEC-2030-0448-C56B-C7B2FC36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9011B-B23E-54A0-D947-C71CF7375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B4EB5-1317-BAC9-A91D-6F62B012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2A8EC-AB79-696C-5CFE-C1942A17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A9F90-97A3-6D0E-97B8-0D83F29B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9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C812-1A8F-EE41-B2E0-990CCDBE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EEDD-D9DE-91C9-A285-488548523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0321F-A021-9C48-6290-4E69C144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7FDE9-1518-A4B4-72B6-1B8419C2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084D3-5913-A874-EF51-5D51CA27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9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4304-10DC-B8BA-FC9C-314CFD85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305EC-07B6-95A9-FE29-C25B3CEC0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28838-5484-30CD-2306-3B626EF5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7D870-4974-666E-CF8E-A1B3CD9A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07699-53F0-DA4C-5C37-5DE5DED4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8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3154-FB6B-A993-A650-123FDE8E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9FBCF-3E7F-E01F-330A-638E53AAE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B77A4-3331-3CB0-8B7C-1CBB84766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A85FB-22E9-F0C3-982D-CE94EA79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60A7F-33F3-0376-5FA6-D133597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8B452-9D8A-3B28-B46E-D480EED2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9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B8FD-0C42-AC27-9FC4-8AEFEF009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2EEF9-C013-77E7-1F12-26DAA158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FF3C8-3590-5403-15C9-BBF7FDD6F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8BAF4-019A-3091-2AF9-9B86DE50D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21E6A-8072-2B47-919D-F710E3358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8949F0-08B6-EE72-98D9-7B80385F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679976-49CA-0832-22B8-59A42D1D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646E8-2804-06A8-A3CD-0A908D3D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3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D13A-F6B3-58E3-12A0-3F9F3176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36126-B84D-F239-CFEF-912F04371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470A3-E73B-BA4B-DC0B-84647E0B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94768-9A3C-931A-D06D-EF9695C4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3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94BD5-C642-CA77-35A4-FA70CA155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9ABAD-5406-A528-52BD-D6A8BA3E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8ACE8-009B-A5C8-9119-3BDD5624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1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ADC7-F35F-4F67-48BE-5BEF354F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9562F-0C39-48D6-A5BC-357586E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BC6E8-3F49-153A-5EAB-950B93F0D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7F50A-D22F-7528-C2D6-CC93D03C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C3A66-86C3-FC95-1FF5-FF533F0E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EC727-7718-0D23-ACD6-876B4FB4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2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65D5-FF1A-7EE6-48CD-BD50BA60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9B723-1D86-FFD7-C055-CD4A735C1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063C0-E252-D3FA-DD67-4505AB73C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36AF1-D3A8-FD5D-5400-83B816AD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3A651-3374-5D05-03D5-FC6B06F6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F57C2-6130-3ABA-1813-DC906131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81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324B-6772-0ECF-D122-F7C18B04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1095D-7E12-94C6-BAF2-EA43A3DEA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89F5-E198-6AE2-FF39-6CFCE182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71CD1-64EA-C16F-2E6F-5B0FD8FF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A3DC2-8335-4B1D-6716-64B1AA85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2024E-BB61-A4DA-C249-C8215075B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CE818-FD57-8376-82B7-695958113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8B9F-9EE6-EB1A-3ACF-6A653A45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27A0F-B6D5-4935-A187-0BFE6863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BC4EF-FEDD-C9D7-E3D1-49E7A91F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7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39272-8F64-5A5B-A3B5-5FA35973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28646-0E27-45B3-8002-4399FB0D4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8D09E-EFD2-1EA8-03A1-E756F41A0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D65FF-DDAF-4D57-819F-A70FC403286E}" type="datetimeFigureOut">
              <a:rPr lang="en-US" smtClean="0"/>
              <a:t>2026-09-11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B6D6-459A-5552-750F-548508FD4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ABF3F-3833-8685-9AE1-5516B0BEE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495EC-375C-4AF9-B7A6-8A9C88BB6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0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AE89F31-5C43-8DBF-1026-A1D3757A15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35605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5103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2026-09-10T19:03:44Z</dcterms:created>
  <dcterms:modified xsi:type="dcterms:W3CDTF">2026-09-10T19:03:45Z</dcterms:modified>
</cp:coreProperties>
</file>