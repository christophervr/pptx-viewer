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8B1D05-1674-435B-8FA4-CC663FD2A2AF}" type="doc">
      <dgm:prSet loTypeId="urn:microsoft.com/office/officeart/2005/8/layout/bList2" loCatId="list" qsTypeId="urn:microsoft.com/office/officeart/2005/8/quickstyle/simple1" qsCatId="simple" csTypeId="urn:microsoft.com/office/officeart/2005/8/colors/accent1_2" csCatId="accent1" phldr="1"/>
      <dgm:spPr/>
    </dgm:pt>
    <dgm:pt modelId="{06384803-92E4-4D05-9714-39153C5025D3}">
      <dgm:prSet phldrT="[Text]"/>
      <dgm:spPr/>
      <dgm:t>
        <a:bodyPr/>
        <a:lstStyle/>
        <a:p>
          <a:r>
            <a:rPr lang="en-US"/>
            <a:t>Node One</a:t>
          </a:r>
        </a:p>
      </dgm:t>
    </dgm:pt>
    <dgm:pt modelId="{23879F3D-F039-41AB-9EBF-38F1F7C8A958}" type="parTrans" cxnId="{B5BCCCA8-9CE9-418E-B62E-86D14298D107}">
      <dgm:prSet/>
      <dgm:spPr/>
    </dgm:pt>
    <dgm:pt modelId="{6C7C3B60-747E-402A-9F69-FDE3F1B62D5E}" type="sibTrans" cxnId="{B5BCCCA8-9CE9-418E-B62E-86D14298D107}">
      <dgm:prSet/>
      <dgm:spPr/>
    </dgm:pt>
    <dgm:pt modelId="{10EA8843-456A-4BDF-B424-00768620DF15}">
      <dgm:prSet phldrT="[Text]"/>
      <dgm:spPr/>
      <dgm:t>
        <a:bodyPr/>
        <a:lstStyle/>
        <a:p>
          <a:r>
            <a:rPr lang="en-US"/>
            <a:t>Node Two has a longer label</a:t>
          </a:r>
        </a:p>
      </dgm:t>
    </dgm:pt>
    <dgm:pt modelId="{2D7714F4-2198-4BEF-B181-7CE3D2E001BB}" type="parTrans" cxnId="{463B48D3-6F0E-483B-879A-88ACA5D92B66}">
      <dgm:prSet/>
      <dgm:spPr/>
    </dgm:pt>
    <dgm:pt modelId="{112EF2A4-88BA-4701-B439-6E901389CCFF}" type="sibTrans" cxnId="{463B48D3-6F0E-483B-879A-88ACA5D92B66}">
      <dgm:prSet/>
      <dgm:spPr/>
    </dgm:pt>
    <dgm:pt modelId="{033DEED0-CB35-4397-86D3-BD87D46BF028}">
      <dgm:prSet phldrT="[Text]"/>
      <dgm:spPr/>
      <dgm:t>
        <a:bodyPr/>
        <a:lstStyle/>
        <a:p>
          <a:r>
            <a:rPr lang="en-US"/>
            <a:t>Node Three</a:t>
          </a:r>
        </a:p>
      </dgm:t>
    </dgm:pt>
    <dgm:pt modelId="{345C3E33-FB26-4291-B9AD-0D807AB227B0}" type="parTrans" cxnId="{BC8AF320-4EFC-494F-BB5F-4E87534D1696}">
      <dgm:prSet/>
      <dgm:spPr/>
    </dgm:pt>
    <dgm:pt modelId="{EF80258E-0C33-4CB3-9AB7-186719917E80}" type="sibTrans" cxnId="{BC8AF320-4EFC-494F-BB5F-4E87534D1696}">
      <dgm:prSet/>
      <dgm:spPr/>
    </dgm:pt>
    <dgm:pt modelId="{5AA28488-01AD-45B1-A974-3A0E510F9FF3}">
      <dgm:prSet phldrT="[Text]"/>
      <dgm:spPr/>
      <dgm:t>
        <a:bodyPr/>
        <a:lstStyle/>
        <a:p>
          <a:r>
            <a:rPr lang="en-US"/>
            <a:t>Node Four</a:t>
          </a:r>
        </a:p>
      </dgm:t>
    </dgm:pt>
    <dgm:pt modelId="{3180159E-8A02-4504-B7EB-45DFDC4C3515}" type="parTrans" cxnId="{D3AEFB81-7159-4CE8-842E-7F62088FD995}">
      <dgm:prSet/>
      <dgm:spPr/>
    </dgm:pt>
    <dgm:pt modelId="{B0DFB020-B4DC-4609-A351-AF32463FEE72}" type="sibTrans" cxnId="{D3AEFB81-7159-4CE8-842E-7F62088FD995}">
      <dgm:prSet/>
      <dgm:spPr/>
    </dgm:pt>
    <dgm:pt modelId="{F4339CF5-C3AA-441D-BDDE-67C902A356AA}">
      <dgm:prSet phldrT="[Text]"/>
      <dgm:spPr/>
      <dgm:t>
        <a:bodyPr/>
        <a:lstStyle/>
        <a:p>
          <a:r>
            <a:rPr lang="en-US"/>
            <a:t>Node Five</a:t>
          </a:r>
        </a:p>
      </dgm:t>
    </dgm:pt>
    <dgm:pt modelId="{22A1BE2E-F21E-47D9-8EC7-F112B21AB5C9}" type="parTrans" cxnId="{EFBD7BE4-D9E1-4DBF-8FE1-8166DEEE9D69}">
      <dgm:prSet/>
      <dgm:spPr/>
    </dgm:pt>
    <dgm:pt modelId="{1BE679A0-EBFD-463F-95A4-B0D3C59D7DA3}" type="sibTrans" cxnId="{EFBD7BE4-D9E1-4DBF-8FE1-8166DEEE9D69}">
      <dgm:prSet/>
      <dgm:spPr/>
    </dgm:pt>
    <dgm:pt modelId="{8EB3C1B5-0B05-4AB9-9186-2AC97BA2F293}" type="pres">
      <dgm:prSet presAssocID="{A08B1D05-1674-435B-8FA4-CC663FD2A2AF}" presName="diagram" presStyleCnt="0">
        <dgm:presLayoutVars>
          <dgm:dir/>
          <dgm:animLvl val="lvl"/>
          <dgm:resizeHandles val="exact"/>
        </dgm:presLayoutVars>
      </dgm:prSet>
      <dgm:spPr/>
    </dgm:pt>
    <dgm:pt modelId="{0AAB4E25-3D30-40D1-84AE-CF768740B898}" type="pres">
      <dgm:prSet presAssocID="{06384803-92E4-4D05-9714-39153C5025D3}" presName="compNode" presStyleCnt="0"/>
      <dgm:spPr/>
    </dgm:pt>
    <dgm:pt modelId="{31CABA83-8203-4AAA-AA19-593973A27E4E}" type="pres">
      <dgm:prSet presAssocID="{06384803-92E4-4D05-9714-39153C5025D3}" presName="childRect" presStyleLbl="bgAcc1" presStyleIdx="0" presStyleCnt="3">
        <dgm:presLayoutVars>
          <dgm:bulletEnabled val="1"/>
        </dgm:presLayoutVars>
      </dgm:prSet>
      <dgm:spPr/>
    </dgm:pt>
    <dgm:pt modelId="{DF37C688-F146-40B0-A858-51DDD40FE9D9}" type="pres">
      <dgm:prSet presAssocID="{06384803-92E4-4D05-9714-39153C5025D3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AA56B77-8EC0-4C94-915E-0FD017B5F7D1}" type="pres">
      <dgm:prSet presAssocID="{06384803-92E4-4D05-9714-39153C5025D3}" presName="parentRect" presStyleLbl="alignNode1" presStyleIdx="0" presStyleCnt="3"/>
      <dgm:spPr/>
    </dgm:pt>
    <dgm:pt modelId="{4A83A813-11E8-4223-B28F-45AAC2389F25}" type="pres">
      <dgm:prSet presAssocID="{06384803-92E4-4D05-9714-39153C5025D3}" presName="adorn" presStyleLbl="fgAccFollowNode1" presStyleIdx="0" presStyleCnt="3"/>
      <dgm:spPr/>
    </dgm:pt>
    <dgm:pt modelId="{15651DB9-3B1B-4B36-B926-770A0280D276}" type="pres">
      <dgm:prSet presAssocID="{6C7C3B60-747E-402A-9F69-FDE3F1B62D5E}" presName="sibTrans" presStyleLbl="sibTrans2D1" presStyleIdx="0" presStyleCnt="0"/>
      <dgm:spPr/>
    </dgm:pt>
    <dgm:pt modelId="{1F8A4656-4B07-4D20-A2D4-CC9725767FE5}" type="pres">
      <dgm:prSet presAssocID="{033DEED0-CB35-4397-86D3-BD87D46BF028}" presName="compNode" presStyleCnt="0"/>
      <dgm:spPr/>
    </dgm:pt>
    <dgm:pt modelId="{998078E5-8B79-4A9A-9CD7-BB5558895F13}" type="pres">
      <dgm:prSet presAssocID="{033DEED0-CB35-4397-86D3-BD87D46BF028}" presName="childRect" presStyleLbl="bgAcc1" presStyleIdx="1" presStyleCnt="3">
        <dgm:presLayoutVars>
          <dgm:bulletEnabled val="1"/>
        </dgm:presLayoutVars>
      </dgm:prSet>
      <dgm:spPr/>
    </dgm:pt>
    <dgm:pt modelId="{63295BFF-524C-4DBF-A676-FC382F56704C}" type="pres">
      <dgm:prSet presAssocID="{033DEED0-CB35-4397-86D3-BD87D46BF028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5D8C4400-685E-42FD-ADE0-1AF4C3C3E778}" type="pres">
      <dgm:prSet presAssocID="{033DEED0-CB35-4397-86D3-BD87D46BF028}" presName="parentRect" presStyleLbl="alignNode1" presStyleIdx="1" presStyleCnt="3"/>
      <dgm:spPr/>
    </dgm:pt>
    <dgm:pt modelId="{26ADF2DB-CA99-4FAF-B2D7-5D97D78D2BC6}" type="pres">
      <dgm:prSet presAssocID="{033DEED0-CB35-4397-86D3-BD87D46BF028}" presName="adorn" presStyleLbl="fgAccFollowNode1" presStyleIdx="1" presStyleCnt="3"/>
      <dgm:spPr/>
    </dgm:pt>
    <dgm:pt modelId="{92B397FD-9C59-4AB2-927A-90B04F45B6E8}" type="pres">
      <dgm:prSet presAssocID="{EF80258E-0C33-4CB3-9AB7-186719917E80}" presName="sibTrans" presStyleLbl="sibTrans2D1" presStyleIdx="0" presStyleCnt="0"/>
      <dgm:spPr/>
    </dgm:pt>
    <dgm:pt modelId="{3956C7A8-C073-4F94-8AC4-0EA1ED1BFA57}" type="pres">
      <dgm:prSet presAssocID="{5AA28488-01AD-45B1-A974-3A0E510F9FF3}" presName="compNode" presStyleCnt="0"/>
      <dgm:spPr/>
    </dgm:pt>
    <dgm:pt modelId="{4C60CCDF-BDC8-4E8C-B828-23D621D9CD65}" type="pres">
      <dgm:prSet presAssocID="{5AA28488-01AD-45B1-A974-3A0E510F9FF3}" presName="childRect" presStyleLbl="bgAcc1" presStyleIdx="2" presStyleCnt="3">
        <dgm:presLayoutVars>
          <dgm:bulletEnabled val="1"/>
        </dgm:presLayoutVars>
      </dgm:prSet>
      <dgm:spPr/>
    </dgm:pt>
    <dgm:pt modelId="{F051E22E-66D4-4B16-8611-50F7B3E5EE40}" type="pres">
      <dgm:prSet presAssocID="{5AA28488-01AD-45B1-A974-3A0E510F9FF3}" presName="parentText" presStyleLbl="node1" presStyleIdx="0" presStyleCnt="0">
        <dgm:presLayoutVars>
          <dgm:chMax val="0"/>
          <dgm:bulletEnabled val="1"/>
        </dgm:presLayoutVars>
      </dgm:prSet>
      <dgm:spPr/>
    </dgm:pt>
    <dgm:pt modelId="{21B01514-EFD0-4370-843E-BB4C8808DF72}" type="pres">
      <dgm:prSet presAssocID="{5AA28488-01AD-45B1-A974-3A0E510F9FF3}" presName="parentRect" presStyleLbl="alignNode1" presStyleIdx="2" presStyleCnt="3"/>
      <dgm:spPr/>
    </dgm:pt>
    <dgm:pt modelId="{6306AF55-9BE5-4B61-B80C-9D84F54AF0B3}" type="pres">
      <dgm:prSet presAssocID="{5AA28488-01AD-45B1-A974-3A0E510F9FF3}" presName="adorn" presStyleLbl="fgAccFollowNode1" presStyleIdx="2" presStyleCnt="3"/>
      <dgm:spPr/>
    </dgm:pt>
  </dgm:ptLst>
  <dgm:cxnLst>
    <dgm:cxn modelId="{108ED41A-9802-420B-88A9-A89904804A76}" type="presOf" srcId="{033DEED0-CB35-4397-86D3-BD87D46BF028}" destId="{5D8C4400-685E-42FD-ADE0-1AF4C3C3E778}" srcOrd="1" destOrd="0" presId="urn:microsoft.com/office/officeart/2005/8/layout/bList2"/>
    <dgm:cxn modelId="{410BDE1D-F07D-43BC-8624-E73DF36EE302}" type="presOf" srcId="{06384803-92E4-4D05-9714-39153C5025D3}" destId="{DF37C688-F146-40B0-A858-51DDD40FE9D9}" srcOrd="0" destOrd="0" presId="urn:microsoft.com/office/officeart/2005/8/layout/bList2"/>
    <dgm:cxn modelId="{BC8AF320-4EFC-494F-BB5F-4E87534D1696}" srcId="{A08B1D05-1674-435B-8FA4-CC663FD2A2AF}" destId="{033DEED0-CB35-4397-86D3-BD87D46BF028}" srcOrd="1" destOrd="0" parTransId="{345C3E33-FB26-4291-B9AD-0D807AB227B0}" sibTransId="{EF80258E-0C33-4CB3-9AB7-186719917E80}"/>
    <dgm:cxn modelId="{D676382D-3E89-430E-B884-A7BEF773B856}" type="presOf" srcId="{10EA8843-456A-4BDF-B424-00768620DF15}" destId="{31CABA83-8203-4AAA-AA19-593973A27E4E}" srcOrd="0" destOrd="0" presId="urn:microsoft.com/office/officeart/2005/8/layout/bList2"/>
    <dgm:cxn modelId="{1CB63F56-B560-4AEA-9842-8E4543C63DFF}" type="presOf" srcId="{EF80258E-0C33-4CB3-9AB7-186719917E80}" destId="{92B397FD-9C59-4AB2-927A-90B04F45B6E8}" srcOrd="0" destOrd="0" presId="urn:microsoft.com/office/officeart/2005/8/layout/bList2"/>
    <dgm:cxn modelId="{D3AEFB81-7159-4CE8-842E-7F62088FD995}" srcId="{A08B1D05-1674-435B-8FA4-CC663FD2A2AF}" destId="{5AA28488-01AD-45B1-A974-3A0E510F9FF3}" srcOrd="2" destOrd="0" parTransId="{3180159E-8A02-4504-B7EB-45DFDC4C3515}" sibTransId="{B0DFB020-B4DC-4609-A351-AF32463FEE72}"/>
    <dgm:cxn modelId="{B430758A-0937-4E95-AA58-57028FC55636}" type="presOf" srcId="{F4339CF5-C3AA-441D-BDDE-67C902A356AA}" destId="{4C60CCDF-BDC8-4E8C-B828-23D621D9CD65}" srcOrd="0" destOrd="0" presId="urn:microsoft.com/office/officeart/2005/8/layout/bList2"/>
    <dgm:cxn modelId="{285F4B97-337E-4E1B-8678-16286C0A67DE}" type="presOf" srcId="{A08B1D05-1674-435B-8FA4-CC663FD2A2AF}" destId="{8EB3C1B5-0B05-4AB9-9186-2AC97BA2F293}" srcOrd="0" destOrd="0" presId="urn:microsoft.com/office/officeart/2005/8/layout/bList2"/>
    <dgm:cxn modelId="{79C4F3A4-E7BB-45F1-91D6-DA06CC479CEE}" type="presOf" srcId="{06384803-92E4-4D05-9714-39153C5025D3}" destId="{5AA56B77-8EC0-4C94-915E-0FD017B5F7D1}" srcOrd="1" destOrd="0" presId="urn:microsoft.com/office/officeart/2005/8/layout/bList2"/>
    <dgm:cxn modelId="{B5BCCCA8-9CE9-418E-B62E-86D14298D107}" srcId="{A08B1D05-1674-435B-8FA4-CC663FD2A2AF}" destId="{06384803-92E4-4D05-9714-39153C5025D3}" srcOrd="0" destOrd="0" parTransId="{23879F3D-F039-41AB-9EBF-38F1F7C8A958}" sibTransId="{6C7C3B60-747E-402A-9F69-FDE3F1B62D5E}"/>
    <dgm:cxn modelId="{1B107BB7-94FE-4639-A08E-37CBF3D5398C}" type="presOf" srcId="{5AA28488-01AD-45B1-A974-3A0E510F9FF3}" destId="{21B01514-EFD0-4370-843E-BB4C8808DF72}" srcOrd="1" destOrd="0" presId="urn:microsoft.com/office/officeart/2005/8/layout/bList2"/>
    <dgm:cxn modelId="{95E5C2BD-AAB5-42C4-A006-886CF93BE5E3}" type="presOf" srcId="{033DEED0-CB35-4397-86D3-BD87D46BF028}" destId="{63295BFF-524C-4DBF-A676-FC382F56704C}" srcOrd="0" destOrd="0" presId="urn:microsoft.com/office/officeart/2005/8/layout/bList2"/>
    <dgm:cxn modelId="{7C7974D1-E442-4948-BB08-C9016B4BA834}" type="presOf" srcId="{5AA28488-01AD-45B1-A974-3A0E510F9FF3}" destId="{F051E22E-66D4-4B16-8611-50F7B3E5EE40}" srcOrd="0" destOrd="0" presId="urn:microsoft.com/office/officeart/2005/8/layout/bList2"/>
    <dgm:cxn modelId="{463B48D3-6F0E-483B-879A-88ACA5D92B66}" srcId="{06384803-92E4-4D05-9714-39153C5025D3}" destId="{10EA8843-456A-4BDF-B424-00768620DF15}" srcOrd="0" destOrd="0" parTransId="{2D7714F4-2198-4BEF-B181-7CE3D2E001BB}" sibTransId="{112EF2A4-88BA-4701-B439-6E901389CCFF}"/>
    <dgm:cxn modelId="{18D94DD4-5F4D-41EB-A8D4-928F3F1F90F9}" type="presOf" srcId="{6C7C3B60-747E-402A-9F69-FDE3F1B62D5E}" destId="{15651DB9-3B1B-4B36-B926-770A0280D276}" srcOrd="0" destOrd="0" presId="urn:microsoft.com/office/officeart/2005/8/layout/bList2"/>
    <dgm:cxn modelId="{EFBD7BE4-D9E1-4DBF-8FE1-8166DEEE9D69}" srcId="{5AA28488-01AD-45B1-A974-3A0E510F9FF3}" destId="{F4339CF5-C3AA-441D-BDDE-67C902A356AA}" srcOrd="0" destOrd="0" parTransId="{22A1BE2E-F21E-47D9-8EC7-F112B21AB5C9}" sibTransId="{1BE679A0-EBFD-463F-95A4-B0D3C59D7DA3}"/>
    <dgm:cxn modelId="{3971B6BB-C0EC-4A07-A45F-267D0601487E}" type="presParOf" srcId="{8EB3C1B5-0B05-4AB9-9186-2AC97BA2F293}" destId="{0AAB4E25-3D30-40D1-84AE-CF768740B898}" srcOrd="0" destOrd="0" presId="urn:microsoft.com/office/officeart/2005/8/layout/bList2"/>
    <dgm:cxn modelId="{CB269B24-3BDE-402B-84A0-E6F1B8FE4C94}" type="presParOf" srcId="{0AAB4E25-3D30-40D1-84AE-CF768740B898}" destId="{31CABA83-8203-4AAA-AA19-593973A27E4E}" srcOrd="0" destOrd="0" presId="urn:microsoft.com/office/officeart/2005/8/layout/bList2"/>
    <dgm:cxn modelId="{B55D04A2-C448-4A28-8757-7A3AAF5EC5B8}" type="presParOf" srcId="{0AAB4E25-3D30-40D1-84AE-CF768740B898}" destId="{DF37C688-F146-40B0-A858-51DDD40FE9D9}" srcOrd="1" destOrd="0" presId="urn:microsoft.com/office/officeart/2005/8/layout/bList2"/>
    <dgm:cxn modelId="{7A7CCF69-7396-459B-98E7-796560E8C556}" type="presParOf" srcId="{0AAB4E25-3D30-40D1-84AE-CF768740B898}" destId="{5AA56B77-8EC0-4C94-915E-0FD017B5F7D1}" srcOrd="2" destOrd="0" presId="urn:microsoft.com/office/officeart/2005/8/layout/bList2"/>
    <dgm:cxn modelId="{35596D1A-1A5C-4B6F-AC95-2C7DBF6EEB58}" type="presParOf" srcId="{0AAB4E25-3D30-40D1-84AE-CF768740B898}" destId="{4A83A813-11E8-4223-B28F-45AAC2389F25}" srcOrd="3" destOrd="0" presId="urn:microsoft.com/office/officeart/2005/8/layout/bList2"/>
    <dgm:cxn modelId="{0BD80A39-CE1E-4F71-A832-D0A981FC7030}" type="presParOf" srcId="{8EB3C1B5-0B05-4AB9-9186-2AC97BA2F293}" destId="{15651DB9-3B1B-4B36-B926-770A0280D276}" srcOrd="1" destOrd="0" presId="urn:microsoft.com/office/officeart/2005/8/layout/bList2"/>
    <dgm:cxn modelId="{15783A8E-B7E6-4D92-8BFE-7BDD6A02C175}" type="presParOf" srcId="{8EB3C1B5-0B05-4AB9-9186-2AC97BA2F293}" destId="{1F8A4656-4B07-4D20-A2D4-CC9725767FE5}" srcOrd="2" destOrd="0" presId="urn:microsoft.com/office/officeart/2005/8/layout/bList2"/>
    <dgm:cxn modelId="{F0FED541-693E-41C7-A585-F407696AD86F}" type="presParOf" srcId="{1F8A4656-4B07-4D20-A2D4-CC9725767FE5}" destId="{998078E5-8B79-4A9A-9CD7-BB5558895F13}" srcOrd="0" destOrd="0" presId="urn:microsoft.com/office/officeart/2005/8/layout/bList2"/>
    <dgm:cxn modelId="{F46D3278-D903-429A-B421-3F3AA41520C7}" type="presParOf" srcId="{1F8A4656-4B07-4D20-A2D4-CC9725767FE5}" destId="{63295BFF-524C-4DBF-A676-FC382F56704C}" srcOrd="1" destOrd="0" presId="urn:microsoft.com/office/officeart/2005/8/layout/bList2"/>
    <dgm:cxn modelId="{E8D94F00-522E-4302-A1B5-4726269FEC0D}" type="presParOf" srcId="{1F8A4656-4B07-4D20-A2D4-CC9725767FE5}" destId="{5D8C4400-685E-42FD-ADE0-1AF4C3C3E778}" srcOrd="2" destOrd="0" presId="urn:microsoft.com/office/officeart/2005/8/layout/bList2"/>
    <dgm:cxn modelId="{E54C54C3-A0BC-4EF7-AA0D-08F596AC209A}" type="presParOf" srcId="{1F8A4656-4B07-4D20-A2D4-CC9725767FE5}" destId="{26ADF2DB-CA99-4FAF-B2D7-5D97D78D2BC6}" srcOrd="3" destOrd="0" presId="urn:microsoft.com/office/officeart/2005/8/layout/bList2"/>
    <dgm:cxn modelId="{29CF5004-5522-4590-804A-5BFDA08A3517}" type="presParOf" srcId="{8EB3C1B5-0B05-4AB9-9186-2AC97BA2F293}" destId="{92B397FD-9C59-4AB2-927A-90B04F45B6E8}" srcOrd="3" destOrd="0" presId="urn:microsoft.com/office/officeart/2005/8/layout/bList2"/>
    <dgm:cxn modelId="{290A1EDE-81A0-4B56-B618-7F9A87BE8DF4}" type="presParOf" srcId="{8EB3C1B5-0B05-4AB9-9186-2AC97BA2F293}" destId="{3956C7A8-C073-4F94-8AC4-0EA1ED1BFA57}" srcOrd="4" destOrd="0" presId="urn:microsoft.com/office/officeart/2005/8/layout/bList2"/>
    <dgm:cxn modelId="{BFD28D01-61E3-41B6-BA77-1AF6FA69FEDD}" type="presParOf" srcId="{3956C7A8-C073-4F94-8AC4-0EA1ED1BFA57}" destId="{4C60CCDF-BDC8-4E8C-B828-23D621D9CD65}" srcOrd="0" destOrd="0" presId="urn:microsoft.com/office/officeart/2005/8/layout/bList2"/>
    <dgm:cxn modelId="{82EB54B0-F936-41E1-B109-B93366615710}" type="presParOf" srcId="{3956C7A8-C073-4F94-8AC4-0EA1ED1BFA57}" destId="{F051E22E-66D4-4B16-8611-50F7B3E5EE40}" srcOrd="1" destOrd="0" presId="urn:microsoft.com/office/officeart/2005/8/layout/bList2"/>
    <dgm:cxn modelId="{96D22544-F3A0-4D92-92A5-0C02B478F71C}" type="presParOf" srcId="{3956C7A8-C073-4F94-8AC4-0EA1ED1BFA57}" destId="{21B01514-EFD0-4370-843E-BB4C8808DF72}" srcOrd="2" destOrd="0" presId="urn:microsoft.com/office/officeart/2005/8/layout/bList2"/>
    <dgm:cxn modelId="{9FA16226-0440-406B-8551-FEB523E8CA28}" type="presParOf" srcId="{3956C7A8-C073-4F94-8AC4-0EA1ED1BFA57}" destId="{6306AF55-9BE5-4B61-B80C-9D84F54AF0B3}" srcOrd="3" destOrd="0" presId="urn:microsoft.com/office/officeart/2005/8/layout/b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CABA83-8203-4AAA-AA19-593973A27E4E}">
      <dsp:nvSpPr>
        <dsp:cNvPr id="0" name=""/>
        <dsp:cNvSpPr/>
      </dsp:nvSpPr>
      <dsp:spPr>
        <a:xfrm>
          <a:off x="5579" y="1157418"/>
          <a:ext cx="2409802" cy="179886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14300" rIns="38100" bIns="3810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Two has a longer label</a:t>
          </a:r>
        </a:p>
      </dsp:txBody>
      <dsp:txXfrm>
        <a:off x="47729" y="1199568"/>
        <a:ext cx="2325502" cy="1756716"/>
      </dsp:txXfrm>
    </dsp:sp>
    <dsp:sp modelId="{5AA56B77-8EC0-4C94-915E-0FD017B5F7D1}">
      <dsp:nvSpPr>
        <dsp:cNvPr id="0" name=""/>
        <dsp:cNvSpPr/>
      </dsp:nvSpPr>
      <dsp:spPr>
        <a:xfrm>
          <a:off x="5579" y="2956285"/>
          <a:ext cx="2409802" cy="773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3429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One</a:t>
          </a:r>
        </a:p>
      </dsp:txBody>
      <dsp:txXfrm>
        <a:off x="5579" y="2956285"/>
        <a:ext cx="1697043" cy="773512"/>
      </dsp:txXfrm>
    </dsp:sp>
    <dsp:sp modelId="{4A83A813-11E8-4223-B28F-45AAC2389F25}">
      <dsp:nvSpPr>
        <dsp:cNvPr id="0" name=""/>
        <dsp:cNvSpPr/>
      </dsp:nvSpPr>
      <dsp:spPr>
        <a:xfrm>
          <a:off x="1770792" y="3079150"/>
          <a:ext cx="843430" cy="84343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8078E5-8B79-4A9A-9CD7-BB5558895F13}">
      <dsp:nvSpPr>
        <dsp:cNvPr id="0" name=""/>
        <dsp:cNvSpPr/>
      </dsp:nvSpPr>
      <dsp:spPr>
        <a:xfrm>
          <a:off x="2823178" y="1157418"/>
          <a:ext cx="2409802" cy="179886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C4400-685E-42FD-ADE0-1AF4C3C3E778}">
      <dsp:nvSpPr>
        <dsp:cNvPr id="0" name=""/>
        <dsp:cNvSpPr/>
      </dsp:nvSpPr>
      <dsp:spPr>
        <a:xfrm>
          <a:off x="2823178" y="2956285"/>
          <a:ext cx="2409802" cy="773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3429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Three</a:t>
          </a:r>
        </a:p>
      </dsp:txBody>
      <dsp:txXfrm>
        <a:off x="2823178" y="2956285"/>
        <a:ext cx="1697043" cy="773512"/>
      </dsp:txXfrm>
    </dsp:sp>
    <dsp:sp modelId="{26ADF2DB-CA99-4FAF-B2D7-5D97D78D2BC6}">
      <dsp:nvSpPr>
        <dsp:cNvPr id="0" name=""/>
        <dsp:cNvSpPr/>
      </dsp:nvSpPr>
      <dsp:spPr>
        <a:xfrm>
          <a:off x="4588391" y="3079150"/>
          <a:ext cx="843430" cy="84343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60CCDF-BDC8-4E8C-B828-23D621D9CD65}">
      <dsp:nvSpPr>
        <dsp:cNvPr id="0" name=""/>
        <dsp:cNvSpPr/>
      </dsp:nvSpPr>
      <dsp:spPr>
        <a:xfrm>
          <a:off x="5640776" y="1157418"/>
          <a:ext cx="2409802" cy="1798866"/>
        </a:xfrm>
        <a:prstGeom prst="round2SameRect">
          <a:avLst>
            <a:gd name="adj1" fmla="val 8000"/>
            <a:gd name="adj2" fmla="val 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114300" rIns="38100" bIns="38100" numCol="1" spcCol="1270" anchor="t" anchorCtr="0">
          <a:noAutofit/>
        </a:bodyPr>
        <a:lstStyle/>
        <a:p>
          <a:pPr marL="285750" lvl="1" indent="-285750" algn="l" defTabSz="1333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000" kern="1200"/>
            <a:t>Node Five</a:t>
          </a:r>
        </a:p>
      </dsp:txBody>
      <dsp:txXfrm>
        <a:off x="5682926" y="1199568"/>
        <a:ext cx="2325502" cy="1756716"/>
      </dsp:txXfrm>
    </dsp:sp>
    <dsp:sp modelId="{21B01514-EFD0-4370-843E-BB4C8808DF72}">
      <dsp:nvSpPr>
        <dsp:cNvPr id="0" name=""/>
        <dsp:cNvSpPr/>
      </dsp:nvSpPr>
      <dsp:spPr>
        <a:xfrm>
          <a:off x="5640776" y="2956285"/>
          <a:ext cx="2409802" cy="77351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0" rIns="34290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Node Four</a:t>
          </a:r>
        </a:p>
      </dsp:txBody>
      <dsp:txXfrm>
        <a:off x="5640776" y="2956285"/>
        <a:ext cx="1697043" cy="773512"/>
      </dsp:txXfrm>
    </dsp:sp>
    <dsp:sp modelId="{6306AF55-9BE5-4B61-B80C-9D84F54AF0B3}">
      <dsp:nvSpPr>
        <dsp:cNvPr id="0" name=""/>
        <dsp:cNvSpPr/>
      </dsp:nvSpPr>
      <dsp:spPr>
        <a:xfrm>
          <a:off x="7405989" y="3079150"/>
          <a:ext cx="843430" cy="843430"/>
        </a:xfrm>
        <a:prstGeom prst="ellipse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List2">
  <dgm:title val=""/>
  <dgm:desc val=""/>
  <dgm:catLst>
    <dgm:cat type="list" pri="7000"/>
    <dgm:cat type="convert" pri="16000"/>
    <dgm:cat type="picture" pri="28000"/>
    <dgm:cat type="pictureconvert" pri="28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dir/>
      <dgm:animLvl val="lvl"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08"/>
      <dgm:constr type="sp" refType="w" refFor="ch" refForName="compNode" op="equ" fact="0.16"/>
      <dgm:constr type="primFontSz" for="des" forName="parentText" op="equ" val="65"/>
      <dgm:constr type="primFontSz" for="des" forName="childRect" op="equ" val="65"/>
    </dgm:constrLst>
    <dgm:ruleLst/>
    <dgm:forEach name="nodesForEach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/>
        <dgm:choose name="Name3">
          <dgm:if name="Name4" axis="self" func="var" arg="dir" op="equ" val="norm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l" for="ch" forName="childRect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l" for="ch" forName="parentText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l" for="ch" forName="parentRect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r" for="ch" forName="adorn" refType="w"/>
            </dgm:constrLst>
          </dgm:if>
          <dgm:else name="Name5">
            <dgm:constrLst>
              <dgm:constr type="w" val="1"/>
              <dgm:constr type="h" refType="w" fact="1.06"/>
              <dgm:constr type="h" for="ch" forName="childRect" refType="h" fact="0.65"/>
              <dgm:constr type="w" for="ch" forName="childRect" refType="w" fact="0.923"/>
              <dgm:constr type="r" for="ch" forName="childRect" refType="w"/>
              <dgm:constr type="t" for="ch" forName="childRect"/>
              <dgm:constr type="w" for="ch" forName="parentText" refType="w" fact="0.65"/>
              <dgm:constr type="h" for="ch" forName="parentText" refType="h" refFor="ch" refForName="childRect" fact="0.43"/>
              <dgm:constr type="r" for="ch" forName="parentText" refType="w"/>
              <dgm:constr type="t" for="ch" forName="parentText" refType="h" refFor="ch" refForName="childRect"/>
              <dgm:constr type="w" for="ch" forName="parentRect" refType="w" fact="0.923"/>
              <dgm:constr type="h" for="ch" forName="parentRect" refType="h" refFor="ch" refForName="parentText"/>
              <dgm:constr type="r" for="ch" forName="parentRect" refType="w"/>
              <dgm:constr type="t" for="ch" forName="parentRect" refType="t" refFor="ch" refForName="parentText"/>
              <dgm:constr type="w" for="ch" forName="adorn" refType="w" refFor="ch" refForName="parentRect" fact="0.35"/>
              <dgm:constr type="h" for="ch" forName="adorn" refType="w" refFor="ch" refForName="parentRect" fact="0.35"/>
              <dgm:constr type="b" for="ch" forName="adorn" refType="h"/>
              <dgm:constr type="l" for="ch" forName="adorn"/>
            </dgm:constrLst>
          </dgm:else>
        </dgm:choose>
        <dgm:ruleLst/>
        <dgm:layoutNode name="childRect" styleLbl="b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2SameRect" r:blip="">
            <dgm:adjLst>
              <dgm:adj idx="1" val="0.08"/>
            </dgm:adjLst>
          </dgm:shape>
          <dgm:presOf axis="des" ptType="node"/>
          <dgm:constrLst>
            <dgm:constr type="secFontSz" refType="primFontSz"/>
            <dgm:constr type="tMarg" refType="primFontSz" fact="0.3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Text">
          <dgm:varLst>
            <dgm:chMax val="0"/>
            <dgm:bulletEnabled val="1"/>
          </dgm:varLst>
          <dgm:choose name="Name6">
            <dgm:if name="Name7" func="var" arg="dir" op="equ" val="norm">
              <dgm:alg type="tx">
                <dgm:param type="parTxLTRAlign" val="l"/>
                <dgm:param type="parTxRTLAlign" val="l"/>
              </dgm:alg>
            </dgm:if>
            <dgm:else name="Name8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ect" r:blip="" zOrderOff="1" hideGeom="1">
            <dgm:adjLst/>
          </dgm:shape>
          <dgm:presOf axis="self" ptType="node"/>
          <dgm:constrLst>
            <dgm:constr type="tMarg"/>
            <dgm:constr type="bMarg"/>
            <dgm:constr type="lMarg" refType="primFontSz" fact="0.3"/>
            <dgm:constr type="rMarg" refType="primFontSz" fact="0.1"/>
          </dgm:constrLst>
          <dgm:ruleLst>
            <dgm:rule type="primFontSz" val="5" fact="NaN" max="NaN"/>
          </dgm:ruleLst>
        </dgm:layoutNode>
        <dgm:layoutNode name="parentRect" styleLbl="alignNode1">
          <dgm:alg type="sp"/>
          <dgm:shape xmlns:r="http://schemas.openxmlformats.org/officeDocument/2006/relationships" type="rect" r:blip="">
            <dgm:adjLst/>
          </dgm:shape>
          <dgm:presOf axis="self" ptType="node"/>
          <dgm:constrLst/>
          <dgm:ruleLst/>
        </dgm:layoutNode>
        <dgm:layoutNode name="adorn" styleLbl="fgAccFollowNod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w" val="1"/>
            <dgm:constr type="h" refType="w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2A60-C69C-38A4-FAB2-E6E40B915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520DC9-1E3C-9E0C-1AFC-9F73AB3A8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417FFD-921B-9C8E-6A9B-13A49B92A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1F179-5E95-F55C-01E2-538DA8AAB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FBCA0-1FBD-51F9-887C-A60A11D8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04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A4993-9EA5-099A-C7A2-F0D461C5B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C3D50-F488-FDAD-21BF-A101CE34E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3B722-C3ED-B3BF-0C27-DE22321D4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C6051-4454-08C0-9F61-7CB992AC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DFF1A-B4E9-8E8B-76DF-0173E68E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492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B66DF-6255-AB0A-F955-0112B7C23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D64E21-60ED-B8D6-7DD8-741430543D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BB0EC-AF00-485F-818A-1BEEB58716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927C6-C779-CC65-FFAA-CD9FD679F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E8977-5F57-AB1E-FDAB-F64F7694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378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7DCD7-5876-878B-D40E-735359068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B949-8BA9-F6E7-468D-A7BE2EFC1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95CF20-643D-DA3B-E706-FBE8D5606A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2D398A-8F93-9F23-1089-90D852AD7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AA5FB-B6C4-2423-40FD-F0FF2B20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CFB54C-698E-FA0A-E38D-8AB748CD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9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9611B-DBE6-622A-B97D-80C766F99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7A0C5-7F71-AC21-1C1C-38622CEB0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7A3957-CF08-5492-FF24-DC5FBC003D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598BAB-5A6A-9D0D-F2C6-EC4D6F0F6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657C3E-E15B-41C0-FC55-B7B9A3A231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D3657F-9C99-57FF-3D53-972365F0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D32569-FD7A-190F-9B05-552FAFEFD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C77E5-A8BA-CB5A-D082-B6826D3B5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56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8D663-AE47-A638-2DC9-05C801D7A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106561-9459-70F7-2A06-3229F7819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C8120B-9325-7154-6D56-FF5A25A0E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181D9-0D6A-32FD-6C89-5CBC971D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01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7E8BC3-8DE3-1A41-9CD5-31053E3B6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4DF8F7-2DFE-34FF-B9B7-9168B441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4EFF64-434B-7A0F-4983-6F4EB0A1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1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5973-E3F1-3F44-1804-E671659A6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5B704-3EF0-71E1-C902-5DBAC1F85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80BEBF-FFA3-EBE3-FA77-D1804F921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7355F-5955-359C-5562-18D106C40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0CC63C-A088-F1BC-9D57-D0B64C0F3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609457-78F5-4DCB-3210-ADCB92E3B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91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F1BCC-F1FD-E124-AE57-E3B31D2C4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B3B9AB-A665-139A-9A19-2D17D16A63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2AF0DF-225D-6850-DFDE-E8801B8682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DBE92E-55E2-E40E-B417-1A4D6DF86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A5CAE-CD55-CCBF-C589-D8397E457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87D2A-25ED-82C1-8197-E533772A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954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D0B7-192A-DA13-39FE-C1F7461DF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9D18A-6A2C-9E23-95AA-ACE9272A6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61031-4459-F6A4-522E-8FF94C345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DAAB1-28F6-95C9-0B0D-54994993D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E478C-B86F-4612-1CF1-754CAE54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62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86CF2B-D2E1-31F9-84FF-E3356CD3B5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52B60F-70FA-02E2-57A6-6FEB5F1522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A3523-DCD8-CF98-1CC7-155AB8972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97CD2-E6E3-FBC3-AA6C-4927A1A1E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733AA-14C7-91D5-93D8-42B3DE963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74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27E17-0B99-9252-B6E6-608D48639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6A857-C758-4777-012F-805424783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E4648E-4946-789C-08C7-828DBB5E94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E692F-0327-49F3-9D7C-FD3A9F8AE8F3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E7DBD-4E3B-96E8-7A51-DB1DE8EE2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44671-D297-979C-2DD9-74B252CC8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352A3F-FBF5-4D49-8251-A7D74ABE9C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81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2ED8398-CEA9-E495-EA8C-6C91F7B658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266160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033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2026-09-06T08:12:47Z</dcterms:created>
  <dcterms:modified xsi:type="dcterms:W3CDTF">2026-09-06T08:12:48Z</dcterms:modified>
</cp:coreProperties>
</file>