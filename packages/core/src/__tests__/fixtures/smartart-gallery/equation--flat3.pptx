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D80661-2758-41E1-97F6-FAE44DABCE5D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96965643-9870-4ADF-B7AA-C63E978EC9A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A55BA69-D59F-4563-8424-6D17102DA24F}" type="parTrans" cxnId="{CBB08BD8-8EF5-4850-94AF-7FFE92525462}">
      <dgm:prSet/>
      <dgm:spPr/>
    </dgm:pt>
    <dgm:pt modelId="{63EFE4B4-9AD0-4FDB-8CE0-3C9527DA0714}" type="sibTrans" cxnId="{CBB08BD8-8EF5-4850-94AF-7FFE92525462}">
      <dgm:prSet/>
      <dgm:spPr/>
      <dgm:t>
        <a:bodyPr/>
        <a:lstStyle/>
        <a:p>
          <a:endParaRPr lang="en-US"/>
        </a:p>
      </dgm:t>
    </dgm:pt>
    <dgm:pt modelId="{B52FDF12-D954-420E-83FC-5AFAD62A3E83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B0CA2D13-D4F6-4ECF-BA0C-F4E419CB1D90}" type="parTrans" cxnId="{E2B183BF-72A1-47AE-8EE7-5AC7AF2A84FA}">
      <dgm:prSet/>
      <dgm:spPr/>
    </dgm:pt>
    <dgm:pt modelId="{FC6AE08E-CA70-42A6-86B5-FDCAD23BC331}" type="sibTrans" cxnId="{E2B183BF-72A1-47AE-8EE7-5AC7AF2A84FA}">
      <dgm:prSet/>
      <dgm:spPr/>
      <dgm:t>
        <a:bodyPr/>
        <a:lstStyle/>
        <a:p>
          <a:endParaRPr lang="en-US"/>
        </a:p>
      </dgm:t>
    </dgm:pt>
    <dgm:pt modelId="{2D222D1C-D9BA-44CB-80DA-EAE1EA29D72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F63D6D6-F6BB-409D-9E82-693F69A80D5E}" type="parTrans" cxnId="{B840C774-3FC9-477B-AA16-EAC78D7BE2CF}">
      <dgm:prSet/>
      <dgm:spPr/>
    </dgm:pt>
    <dgm:pt modelId="{1B0F13F9-11CA-4FF4-B038-339E4A224604}" type="sibTrans" cxnId="{B840C774-3FC9-477B-AA16-EAC78D7BE2CF}">
      <dgm:prSet/>
      <dgm:spPr/>
    </dgm:pt>
    <dgm:pt modelId="{2E0B1277-7027-4CBE-9E75-3640997DFA7D}" type="pres">
      <dgm:prSet presAssocID="{38D80661-2758-41E1-97F6-FAE44DABCE5D}" presName="linearFlow" presStyleCnt="0">
        <dgm:presLayoutVars>
          <dgm:dir/>
          <dgm:resizeHandles val="exact"/>
        </dgm:presLayoutVars>
      </dgm:prSet>
      <dgm:spPr/>
    </dgm:pt>
    <dgm:pt modelId="{664229B1-452D-4AD4-9501-A63B53A8EC98}" type="pres">
      <dgm:prSet presAssocID="{96965643-9870-4ADF-B7AA-C63E978EC9A1}" presName="node" presStyleLbl="node1" presStyleIdx="0" presStyleCnt="3">
        <dgm:presLayoutVars>
          <dgm:bulletEnabled val="1"/>
        </dgm:presLayoutVars>
      </dgm:prSet>
      <dgm:spPr/>
    </dgm:pt>
    <dgm:pt modelId="{B2C3A0AF-B782-402B-AE30-62E0B83124A9}" type="pres">
      <dgm:prSet presAssocID="{63EFE4B4-9AD0-4FDB-8CE0-3C9527DA0714}" presName="spacerL" presStyleCnt="0"/>
      <dgm:spPr/>
    </dgm:pt>
    <dgm:pt modelId="{F229968A-4F50-450D-AB34-970CAF1F76C8}" type="pres">
      <dgm:prSet presAssocID="{63EFE4B4-9AD0-4FDB-8CE0-3C9527DA0714}" presName="sibTrans" presStyleLbl="sibTrans2D1" presStyleIdx="0" presStyleCnt="2"/>
      <dgm:spPr/>
    </dgm:pt>
    <dgm:pt modelId="{D38ED474-7C3C-4766-8C41-4A93CED9437C}" type="pres">
      <dgm:prSet presAssocID="{63EFE4B4-9AD0-4FDB-8CE0-3C9527DA0714}" presName="spacerR" presStyleCnt="0"/>
      <dgm:spPr/>
    </dgm:pt>
    <dgm:pt modelId="{E8A3BDDC-B66E-4119-A51C-8100EDF190B2}" type="pres">
      <dgm:prSet presAssocID="{B52FDF12-D954-420E-83FC-5AFAD62A3E83}" presName="node" presStyleLbl="node1" presStyleIdx="1" presStyleCnt="3">
        <dgm:presLayoutVars>
          <dgm:bulletEnabled val="1"/>
        </dgm:presLayoutVars>
      </dgm:prSet>
      <dgm:spPr/>
    </dgm:pt>
    <dgm:pt modelId="{14FBC81A-1E0A-40A3-A86A-A8F19DEE06BD}" type="pres">
      <dgm:prSet presAssocID="{FC6AE08E-CA70-42A6-86B5-FDCAD23BC331}" presName="spacerL" presStyleCnt="0"/>
      <dgm:spPr/>
    </dgm:pt>
    <dgm:pt modelId="{8AA95676-FFCA-45CF-B583-EE1586A7EF70}" type="pres">
      <dgm:prSet presAssocID="{FC6AE08E-CA70-42A6-86B5-FDCAD23BC331}" presName="sibTrans" presStyleLbl="sibTrans2D1" presStyleIdx="1" presStyleCnt="2"/>
      <dgm:spPr/>
    </dgm:pt>
    <dgm:pt modelId="{7489760E-3033-49E5-AFD7-A7D1F967FB4B}" type="pres">
      <dgm:prSet presAssocID="{FC6AE08E-CA70-42A6-86B5-FDCAD23BC331}" presName="spacerR" presStyleCnt="0"/>
      <dgm:spPr/>
    </dgm:pt>
    <dgm:pt modelId="{9AA79A36-DCC0-4B13-8260-5CE6CEB2D316}" type="pres">
      <dgm:prSet presAssocID="{2D222D1C-D9BA-44CB-80DA-EAE1EA29D726}" presName="node" presStyleLbl="node1" presStyleIdx="2" presStyleCnt="3">
        <dgm:presLayoutVars>
          <dgm:bulletEnabled val="1"/>
        </dgm:presLayoutVars>
      </dgm:prSet>
      <dgm:spPr/>
    </dgm:pt>
  </dgm:ptLst>
  <dgm:cxnLst>
    <dgm:cxn modelId="{F86D7029-1EE1-4F6E-863D-AD2309040BA1}" type="presOf" srcId="{63EFE4B4-9AD0-4FDB-8CE0-3C9527DA0714}" destId="{F229968A-4F50-450D-AB34-970CAF1F76C8}" srcOrd="0" destOrd="0" presId="urn:microsoft.com/office/officeart/2005/8/layout/equation1"/>
    <dgm:cxn modelId="{F2236340-F8B1-409F-AE77-7718AAA764A2}" type="presOf" srcId="{2D222D1C-D9BA-44CB-80DA-EAE1EA29D726}" destId="{9AA79A36-DCC0-4B13-8260-5CE6CEB2D316}" srcOrd="0" destOrd="0" presId="urn:microsoft.com/office/officeart/2005/8/layout/equation1"/>
    <dgm:cxn modelId="{B840C774-3FC9-477B-AA16-EAC78D7BE2CF}" srcId="{38D80661-2758-41E1-97F6-FAE44DABCE5D}" destId="{2D222D1C-D9BA-44CB-80DA-EAE1EA29D726}" srcOrd="2" destOrd="0" parTransId="{8F63D6D6-F6BB-409D-9E82-693F69A80D5E}" sibTransId="{1B0F13F9-11CA-4FF4-B038-339E4A224604}"/>
    <dgm:cxn modelId="{1BF4B483-7980-4A84-A018-AC64A78A5B2C}" type="presOf" srcId="{96965643-9870-4ADF-B7AA-C63E978EC9A1}" destId="{664229B1-452D-4AD4-9501-A63B53A8EC98}" srcOrd="0" destOrd="0" presId="urn:microsoft.com/office/officeart/2005/8/layout/equation1"/>
    <dgm:cxn modelId="{8883698F-DCBC-4E3A-92E4-48084BBA8952}" type="presOf" srcId="{FC6AE08E-CA70-42A6-86B5-FDCAD23BC331}" destId="{8AA95676-FFCA-45CF-B583-EE1586A7EF70}" srcOrd="0" destOrd="0" presId="urn:microsoft.com/office/officeart/2005/8/layout/equation1"/>
    <dgm:cxn modelId="{9F1F1EB6-2427-405F-A075-2B3EC8B844A1}" type="presOf" srcId="{38D80661-2758-41E1-97F6-FAE44DABCE5D}" destId="{2E0B1277-7027-4CBE-9E75-3640997DFA7D}" srcOrd="0" destOrd="0" presId="urn:microsoft.com/office/officeart/2005/8/layout/equation1"/>
    <dgm:cxn modelId="{E2B183BF-72A1-47AE-8EE7-5AC7AF2A84FA}" srcId="{38D80661-2758-41E1-97F6-FAE44DABCE5D}" destId="{B52FDF12-D954-420E-83FC-5AFAD62A3E83}" srcOrd="1" destOrd="0" parTransId="{B0CA2D13-D4F6-4ECF-BA0C-F4E419CB1D90}" sibTransId="{FC6AE08E-CA70-42A6-86B5-FDCAD23BC331}"/>
    <dgm:cxn modelId="{B1BBB3C6-3F75-4CAC-B43C-BB374F3FAFB0}" type="presOf" srcId="{B52FDF12-D954-420E-83FC-5AFAD62A3E83}" destId="{E8A3BDDC-B66E-4119-A51C-8100EDF190B2}" srcOrd="0" destOrd="0" presId="urn:microsoft.com/office/officeart/2005/8/layout/equation1"/>
    <dgm:cxn modelId="{CBB08BD8-8EF5-4850-94AF-7FFE92525462}" srcId="{38D80661-2758-41E1-97F6-FAE44DABCE5D}" destId="{96965643-9870-4ADF-B7AA-C63E978EC9A1}" srcOrd="0" destOrd="0" parTransId="{1A55BA69-D59F-4563-8424-6D17102DA24F}" sibTransId="{63EFE4B4-9AD0-4FDB-8CE0-3C9527DA0714}"/>
    <dgm:cxn modelId="{40D4E188-C991-48DC-8D6B-F74C3B869EFA}" type="presParOf" srcId="{2E0B1277-7027-4CBE-9E75-3640997DFA7D}" destId="{664229B1-452D-4AD4-9501-A63B53A8EC98}" srcOrd="0" destOrd="0" presId="urn:microsoft.com/office/officeart/2005/8/layout/equation1"/>
    <dgm:cxn modelId="{8A094864-01DA-486A-AD1A-B86543AC785C}" type="presParOf" srcId="{2E0B1277-7027-4CBE-9E75-3640997DFA7D}" destId="{B2C3A0AF-B782-402B-AE30-62E0B83124A9}" srcOrd="1" destOrd="0" presId="urn:microsoft.com/office/officeart/2005/8/layout/equation1"/>
    <dgm:cxn modelId="{C4331436-4633-44DD-ADC2-A42F5E04B874}" type="presParOf" srcId="{2E0B1277-7027-4CBE-9E75-3640997DFA7D}" destId="{F229968A-4F50-450D-AB34-970CAF1F76C8}" srcOrd="2" destOrd="0" presId="urn:microsoft.com/office/officeart/2005/8/layout/equation1"/>
    <dgm:cxn modelId="{1B90B04C-6425-4C37-B19E-94596418BB06}" type="presParOf" srcId="{2E0B1277-7027-4CBE-9E75-3640997DFA7D}" destId="{D38ED474-7C3C-4766-8C41-4A93CED9437C}" srcOrd="3" destOrd="0" presId="urn:microsoft.com/office/officeart/2005/8/layout/equation1"/>
    <dgm:cxn modelId="{4E981701-CE19-4A4E-8C51-50A708891768}" type="presParOf" srcId="{2E0B1277-7027-4CBE-9E75-3640997DFA7D}" destId="{E8A3BDDC-B66E-4119-A51C-8100EDF190B2}" srcOrd="4" destOrd="0" presId="urn:microsoft.com/office/officeart/2005/8/layout/equation1"/>
    <dgm:cxn modelId="{10CACE2D-4FA2-47F3-9E73-B1F1361B22EF}" type="presParOf" srcId="{2E0B1277-7027-4CBE-9E75-3640997DFA7D}" destId="{14FBC81A-1E0A-40A3-A86A-A8F19DEE06BD}" srcOrd="5" destOrd="0" presId="urn:microsoft.com/office/officeart/2005/8/layout/equation1"/>
    <dgm:cxn modelId="{AD3CDFF1-4614-48BD-873A-275C1307973D}" type="presParOf" srcId="{2E0B1277-7027-4CBE-9E75-3640997DFA7D}" destId="{8AA95676-FFCA-45CF-B583-EE1586A7EF70}" srcOrd="6" destOrd="0" presId="urn:microsoft.com/office/officeart/2005/8/layout/equation1"/>
    <dgm:cxn modelId="{C931F7D0-E7E7-4920-A20A-E98686C16CE7}" type="presParOf" srcId="{2E0B1277-7027-4CBE-9E75-3640997DFA7D}" destId="{7489760E-3033-49E5-AFD7-A7D1F967FB4B}" srcOrd="7" destOrd="0" presId="urn:microsoft.com/office/officeart/2005/8/layout/equation1"/>
    <dgm:cxn modelId="{83A03729-B772-4AE5-BB2A-74605465AB60}" type="presParOf" srcId="{2E0B1277-7027-4CBE-9E75-3640997DFA7D}" destId="{9AA79A36-DCC0-4B13-8260-5CE6CEB2D316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29B1-452D-4AD4-9501-A63B53A8EC98}">
      <dsp:nvSpPr>
        <dsp:cNvPr id="0" name=""/>
        <dsp:cNvSpPr/>
      </dsp:nvSpPr>
      <dsp:spPr>
        <a:xfrm>
          <a:off x="138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Alpha</a:t>
          </a:r>
        </a:p>
      </dsp:txBody>
      <dsp:txXfrm>
        <a:off x="270856" y="1889446"/>
        <a:ext cx="1301106" cy="1301106"/>
      </dsp:txXfrm>
    </dsp:sp>
    <dsp:sp modelId="{F229968A-4F50-450D-AB34-970CAF1F76C8}">
      <dsp:nvSpPr>
        <dsp:cNvPr id="0" name=""/>
        <dsp:cNvSpPr/>
      </dsp:nvSpPr>
      <dsp:spPr>
        <a:xfrm>
          <a:off x="1990842" y="2006387"/>
          <a:ext cx="1067224" cy="106722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32303" y="2414493"/>
        <a:ext cx="784302" cy="251012"/>
      </dsp:txXfrm>
    </dsp:sp>
    <dsp:sp modelId="{E8A3BDDC-B66E-4119-A51C-8100EDF190B2}">
      <dsp:nvSpPr>
        <dsp:cNvPr id="0" name=""/>
        <dsp:cNvSpPr/>
      </dsp:nvSpPr>
      <dsp:spPr>
        <a:xfrm>
          <a:off x="320747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Beta has a noticeably longer label than the others</a:t>
          </a:r>
        </a:p>
      </dsp:txBody>
      <dsp:txXfrm>
        <a:off x="3476946" y="1889446"/>
        <a:ext cx="1301106" cy="1301106"/>
      </dsp:txXfrm>
    </dsp:sp>
    <dsp:sp modelId="{8AA95676-FFCA-45CF-B583-EE1586A7EF70}">
      <dsp:nvSpPr>
        <dsp:cNvPr id="0" name=""/>
        <dsp:cNvSpPr/>
      </dsp:nvSpPr>
      <dsp:spPr>
        <a:xfrm>
          <a:off x="5196932" y="2006387"/>
          <a:ext cx="1067224" cy="106722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38393" y="2226235"/>
        <a:ext cx="784302" cy="627528"/>
      </dsp:txXfrm>
    </dsp:sp>
    <dsp:sp modelId="{9AA79A36-DCC0-4B13-8260-5CE6CEB2D316}">
      <dsp:nvSpPr>
        <dsp:cNvPr id="0" name=""/>
        <dsp:cNvSpPr/>
      </dsp:nvSpPr>
      <dsp:spPr>
        <a:xfrm>
          <a:off x="6413569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Gamma</a:t>
          </a:r>
        </a:p>
      </dsp:txBody>
      <dsp:txXfrm>
        <a:off x="6683037" y="1889446"/>
        <a:ext cx="1301106" cy="1301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609F-14C6-BA6C-B7B4-AF712EB8E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4D4BE-DC92-BBD6-060A-03E368F2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240F-6983-FD14-FC62-99413600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260B-04B8-FC4F-8D75-CF4FAEF8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C8D55-B976-3959-F57E-74B79E53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4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AC76-21A6-B1BA-BA39-87E1E084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943-DE18-8D8F-5277-E6D2D0DAC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B79A6-5ED0-3F84-0209-3162F31A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80FE2-28C9-3A9B-AE48-820A6429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DE7BB-1B7F-4EC2-A3D3-92BC69DA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4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128B-BE33-1F8F-F671-64784157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A9FD5-4D75-0595-FDBD-1504BA702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AA40E-CCEA-B5D4-697C-E1CB7E88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0C8CE-A800-21C7-173D-15A765AA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91FBC-43FB-4AD4-C16D-FD560F55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9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0C1E-4A03-F274-8D05-9ED7F04B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C9AE-92D9-36F7-01B9-49C019CE5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767D4-0374-5E55-39FA-676E1DBA6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19655-68C7-AA3F-1140-C53F3BD3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597AE-9FD4-96DA-4DEF-BE7831F3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14FC-604E-BF6F-1B2D-5C8B1A31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4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2134-A20F-22E1-2B94-BC7CBF35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64FA-58F0-00FC-CE60-D9D488F80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2A9D0-DABA-4D2F-C64E-3ECEA82C8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11333-A550-0CCB-EB1C-004DA98F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A4713-8BF8-1877-161A-E51F9DE0E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B5972-EA4D-DC49-E485-FC85B0AC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EE2AD-90A5-4A7D-240F-50685179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6C1B9-FDB7-4FE9-79CF-2512A4B5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927F-C9FC-54A4-4F8C-FBEEEA13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941E2-57B5-7CCA-2277-AC7F1B58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C7760-46C2-92F4-94BB-A45978C5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E8FC3-BC46-4285-2E40-34EAB77C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38BBA-5EF2-F1CA-2946-DA32B3E4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8C79E-4781-7102-F88D-F3AB3DC0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68B9-A978-1C11-99A7-18C728CE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3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56EC-338D-A225-42E1-82D5D119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2A40-F213-8280-30A9-85EDFF699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C6239-67D6-92AC-DB2A-C5103FCF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46D6-81CA-A1CB-FA6D-9360BDC8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AC944-13D7-DAB4-D9E1-62431702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48DCD-88FE-C817-DAE5-6555455B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2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67B4-55D6-E851-8AE3-F74902C3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E2FD8-569C-FA89-3DFC-D6E7AF3D3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2A8A7-1547-ACEB-9EE2-33449AAC5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98CB0-C420-4211-9D3B-539D6D03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32361-E8F8-AACF-B604-343593E5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3BAD8-11E6-0A5D-9A36-656219D5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5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43E6-8D2A-F168-EBA8-8FFE6D52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D6098-F5CE-D772-9C99-B893CFD44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61B1-7ECB-4105-8783-22A8C358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8FD67-2C68-7A89-9240-305205EC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9B379-9FEB-748B-5E16-CB777D9A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6410C-36E5-3263-185D-C397C83E9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3FA46-7D88-5FC1-D942-7EE9A813B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3D610-32EB-B6FE-E0E2-4BB9B633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C8978-CA86-8950-9AFA-8E66E2C2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BE142-A618-9336-EE1A-2E315063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6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38022-9806-F6F3-7364-4DFB55E7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33B35-3DFC-5EED-DA4D-3C90B9DA1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78A67-E1EE-8F8F-1D38-F691F4E24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A3693-F156-4649-B75F-715C698644D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3CC7-C182-F646-9EBF-4F911284B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224F7-EA24-4107-0BDC-BDBDC9901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16813-E5E3-449E-923F-5389FFF2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6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8863545-3A09-BC14-B9B5-C89503E27C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09117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182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2026-09-06T08:13:52Z</dcterms:created>
  <dcterms:modified xsi:type="dcterms:W3CDTF">2026-09-06T08:13:52Z</dcterms:modified>
</cp:coreProperties>
</file>