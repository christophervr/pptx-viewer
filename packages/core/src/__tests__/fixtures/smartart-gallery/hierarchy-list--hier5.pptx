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B06F01-22CF-4E0B-B094-3FCA6A64609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D2DBB9-EDA8-4552-A043-F6EC400833F9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C2FE313-7E21-4B88-BAD0-6BDA2C566DBE}" type="parTrans" cxnId="{5C28E196-3F89-405A-9A63-7DA517D5CBA4}">
      <dgm:prSet/>
      <dgm:spPr/>
    </dgm:pt>
    <dgm:pt modelId="{9000886E-9269-4DB2-83C0-2BF8842BCBFB}" type="sibTrans" cxnId="{5C28E196-3F89-405A-9A63-7DA517D5CBA4}">
      <dgm:prSet/>
      <dgm:spPr/>
    </dgm:pt>
    <dgm:pt modelId="{B3AA4D07-03BD-4DE1-9AEA-16AA998FA1E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2694572-049F-44DE-BA5D-EA2EE608AEC6}" type="parTrans" cxnId="{5CC7A123-6B48-48EF-8811-BF3B0294559B}">
      <dgm:prSet/>
      <dgm:spPr/>
    </dgm:pt>
    <dgm:pt modelId="{03A77D31-271E-434D-BE61-3037A8268DF5}" type="sibTrans" cxnId="{5CC7A123-6B48-48EF-8811-BF3B0294559B}">
      <dgm:prSet/>
      <dgm:spPr/>
    </dgm:pt>
    <dgm:pt modelId="{56769C40-3810-4F18-96A7-5DA15E74E7D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67B27A4-178E-4E8C-A8EA-AC692DAA4FF4}" type="parTrans" cxnId="{62CC91C0-DF28-42BF-92D8-F14D1EA8C10F}">
      <dgm:prSet/>
      <dgm:spPr/>
    </dgm:pt>
    <dgm:pt modelId="{EB51EB66-B254-4161-A709-D819390D91FE}" type="sibTrans" cxnId="{62CC91C0-DF28-42BF-92D8-F14D1EA8C10F}">
      <dgm:prSet/>
      <dgm:spPr/>
    </dgm:pt>
    <dgm:pt modelId="{9023AE43-9646-436A-9457-3AE6CEEDC91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7B424EE-88EC-4638-A0CC-C8878BC5DA8B}" type="parTrans" cxnId="{801A6BA9-F966-4720-AF3A-F5990F824FA1}">
      <dgm:prSet/>
      <dgm:spPr/>
    </dgm:pt>
    <dgm:pt modelId="{8800BBDF-3F35-4457-912A-B2C5F5802F32}" type="sibTrans" cxnId="{801A6BA9-F966-4720-AF3A-F5990F824FA1}">
      <dgm:prSet/>
      <dgm:spPr/>
    </dgm:pt>
    <dgm:pt modelId="{F7CBD3C4-0842-40E6-8F4D-8A9A056AA6F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F2FE215-6FB5-476D-B1CA-5B2EDD8094DB}" type="parTrans" cxnId="{24CB0D53-5B62-4F93-A53C-0A3765AD8565}">
      <dgm:prSet/>
      <dgm:spPr/>
    </dgm:pt>
    <dgm:pt modelId="{04BBF125-5E05-494E-8ECE-49B5CB1624E7}" type="sibTrans" cxnId="{24CB0D53-5B62-4F93-A53C-0A3765AD8565}">
      <dgm:prSet/>
      <dgm:spPr/>
    </dgm:pt>
    <dgm:pt modelId="{5BBC6C6C-AF6F-49E0-91A3-21C3F19E922E}" type="pres">
      <dgm:prSet presAssocID="{5BB06F01-22CF-4E0B-B094-3FCA6A64609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CDFDC9-B580-4A04-9996-3DA531C9C826}" type="pres">
      <dgm:prSet presAssocID="{7FD2DBB9-EDA8-4552-A043-F6EC400833F9}" presName="root" presStyleCnt="0"/>
      <dgm:spPr/>
    </dgm:pt>
    <dgm:pt modelId="{3508DFBC-E6BF-4315-B60C-133D625E848B}" type="pres">
      <dgm:prSet presAssocID="{7FD2DBB9-EDA8-4552-A043-F6EC400833F9}" presName="rootComposite" presStyleCnt="0"/>
      <dgm:spPr/>
    </dgm:pt>
    <dgm:pt modelId="{E1E8917E-C4D6-419A-97A0-1F52A67D2A3C}" type="pres">
      <dgm:prSet presAssocID="{7FD2DBB9-EDA8-4552-A043-F6EC400833F9}" presName="rootText" presStyleLbl="node1" presStyleIdx="0" presStyleCnt="1"/>
      <dgm:spPr/>
    </dgm:pt>
    <dgm:pt modelId="{4610F8BD-F371-4FAD-8752-05D7A6D5D101}" type="pres">
      <dgm:prSet presAssocID="{7FD2DBB9-EDA8-4552-A043-F6EC400833F9}" presName="rootConnector" presStyleLbl="node1" presStyleIdx="0" presStyleCnt="1"/>
      <dgm:spPr/>
    </dgm:pt>
    <dgm:pt modelId="{7190279E-723C-4CF3-8CC0-E301989E15B7}" type="pres">
      <dgm:prSet presAssocID="{7FD2DBB9-EDA8-4552-A043-F6EC400833F9}" presName="childShape" presStyleCnt="0"/>
      <dgm:spPr/>
    </dgm:pt>
    <dgm:pt modelId="{268FBBD9-AA27-4A92-B6A0-49A546037339}" type="pres">
      <dgm:prSet presAssocID="{A2694572-049F-44DE-BA5D-EA2EE608AEC6}" presName="Name13" presStyleLbl="parChTrans1D2" presStyleIdx="0" presStyleCnt="3"/>
      <dgm:spPr/>
    </dgm:pt>
    <dgm:pt modelId="{7565A173-1FDB-45E6-90AC-EFE7EF45E7B7}" type="pres">
      <dgm:prSet presAssocID="{B3AA4D07-03BD-4DE1-9AEA-16AA998FA1E5}" presName="childText" presStyleLbl="bgAcc1" presStyleIdx="0" presStyleCnt="3">
        <dgm:presLayoutVars>
          <dgm:bulletEnabled val="1"/>
        </dgm:presLayoutVars>
      </dgm:prSet>
      <dgm:spPr/>
    </dgm:pt>
    <dgm:pt modelId="{68BF47C3-F3A0-4657-A53B-E74E8C61C5B4}" type="pres">
      <dgm:prSet presAssocID="{067B27A4-178E-4E8C-A8EA-AC692DAA4FF4}" presName="Name13" presStyleLbl="parChTrans1D2" presStyleIdx="1" presStyleCnt="3"/>
      <dgm:spPr/>
    </dgm:pt>
    <dgm:pt modelId="{52EB4B74-B3F7-441B-84FF-DFFA45F2A6B8}" type="pres">
      <dgm:prSet presAssocID="{56769C40-3810-4F18-96A7-5DA15E74E7D6}" presName="childText" presStyleLbl="bgAcc1" presStyleIdx="1" presStyleCnt="3">
        <dgm:presLayoutVars>
          <dgm:bulletEnabled val="1"/>
        </dgm:presLayoutVars>
      </dgm:prSet>
      <dgm:spPr/>
    </dgm:pt>
    <dgm:pt modelId="{AE62BACD-FA64-442A-9161-530E734A0622}" type="pres">
      <dgm:prSet presAssocID="{37B424EE-88EC-4638-A0CC-C8878BC5DA8B}" presName="Name13" presStyleLbl="parChTrans1D2" presStyleIdx="2" presStyleCnt="3"/>
      <dgm:spPr/>
    </dgm:pt>
    <dgm:pt modelId="{11F31D72-1C09-4C1D-96FA-619FF2762053}" type="pres">
      <dgm:prSet presAssocID="{9023AE43-9646-436A-9457-3AE6CEEDC915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B8F15312-50A9-4C7E-AA84-89FF56376C6F}" type="presOf" srcId="{9023AE43-9646-436A-9457-3AE6CEEDC915}" destId="{11F31D72-1C09-4C1D-96FA-619FF2762053}" srcOrd="0" destOrd="0" presId="urn:microsoft.com/office/officeart/2005/8/layout/hierarchy3"/>
    <dgm:cxn modelId="{359A991B-7BB6-43FA-965A-B50B162BBA21}" type="presOf" srcId="{A2694572-049F-44DE-BA5D-EA2EE608AEC6}" destId="{268FBBD9-AA27-4A92-B6A0-49A546037339}" srcOrd="0" destOrd="0" presId="urn:microsoft.com/office/officeart/2005/8/layout/hierarchy3"/>
    <dgm:cxn modelId="{5CC7A123-6B48-48EF-8811-BF3B0294559B}" srcId="{7FD2DBB9-EDA8-4552-A043-F6EC400833F9}" destId="{B3AA4D07-03BD-4DE1-9AEA-16AA998FA1E5}" srcOrd="0" destOrd="0" parTransId="{A2694572-049F-44DE-BA5D-EA2EE608AEC6}" sibTransId="{03A77D31-271E-434D-BE61-3037A8268DF5}"/>
    <dgm:cxn modelId="{7322FC36-9FEE-469B-9C0F-ACF1615DB843}" type="presOf" srcId="{7FD2DBB9-EDA8-4552-A043-F6EC400833F9}" destId="{4610F8BD-F371-4FAD-8752-05D7A6D5D101}" srcOrd="1" destOrd="0" presId="urn:microsoft.com/office/officeart/2005/8/layout/hierarchy3"/>
    <dgm:cxn modelId="{16808544-77D5-4AC6-A440-95E80440CA26}" type="presOf" srcId="{7FD2DBB9-EDA8-4552-A043-F6EC400833F9}" destId="{E1E8917E-C4D6-419A-97A0-1F52A67D2A3C}" srcOrd="0" destOrd="0" presId="urn:microsoft.com/office/officeart/2005/8/layout/hierarchy3"/>
    <dgm:cxn modelId="{542B886E-3378-477F-B4BA-FBC292E0554B}" type="presOf" srcId="{B3AA4D07-03BD-4DE1-9AEA-16AA998FA1E5}" destId="{7565A173-1FDB-45E6-90AC-EFE7EF45E7B7}" srcOrd="0" destOrd="0" presId="urn:microsoft.com/office/officeart/2005/8/layout/hierarchy3"/>
    <dgm:cxn modelId="{870F6050-CAF2-41DA-8C0E-E73684DCA21D}" type="presOf" srcId="{37B424EE-88EC-4638-A0CC-C8878BC5DA8B}" destId="{AE62BACD-FA64-442A-9161-530E734A0622}" srcOrd="0" destOrd="0" presId="urn:microsoft.com/office/officeart/2005/8/layout/hierarchy3"/>
    <dgm:cxn modelId="{20A75051-A35A-4C75-8EB3-666126F29006}" type="presOf" srcId="{067B27A4-178E-4E8C-A8EA-AC692DAA4FF4}" destId="{68BF47C3-F3A0-4657-A53B-E74E8C61C5B4}" srcOrd="0" destOrd="0" presId="urn:microsoft.com/office/officeart/2005/8/layout/hierarchy3"/>
    <dgm:cxn modelId="{24CB0D53-5B62-4F93-A53C-0A3765AD8565}" srcId="{9023AE43-9646-436A-9457-3AE6CEEDC915}" destId="{F7CBD3C4-0842-40E6-8F4D-8A9A056AA6FE}" srcOrd="0" destOrd="0" parTransId="{4F2FE215-6FB5-476D-B1CA-5B2EDD8094DB}" sibTransId="{04BBF125-5E05-494E-8ECE-49B5CB1624E7}"/>
    <dgm:cxn modelId="{5C28E196-3F89-405A-9A63-7DA517D5CBA4}" srcId="{5BB06F01-22CF-4E0B-B094-3FCA6A646097}" destId="{7FD2DBB9-EDA8-4552-A043-F6EC400833F9}" srcOrd="0" destOrd="0" parTransId="{CC2FE313-7E21-4B88-BAD0-6BDA2C566DBE}" sibTransId="{9000886E-9269-4DB2-83C0-2BF8842BCBFB}"/>
    <dgm:cxn modelId="{D8CA1F97-8793-4F0C-AC6D-9E2FC50F2A6F}" type="presOf" srcId="{5BB06F01-22CF-4E0B-B094-3FCA6A646097}" destId="{5BBC6C6C-AF6F-49E0-91A3-21C3F19E922E}" srcOrd="0" destOrd="0" presId="urn:microsoft.com/office/officeart/2005/8/layout/hierarchy3"/>
    <dgm:cxn modelId="{801A6BA9-F966-4720-AF3A-F5990F824FA1}" srcId="{7FD2DBB9-EDA8-4552-A043-F6EC400833F9}" destId="{9023AE43-9646-436A-9457-3AE6CEEDC915}" srcOrd="2" destOrd="0" parTransId="{37B424EE-88EC-4638-A0CC-C8878BC5DA8B}" sibTransId="{8800BBDF-3F35-4457-912A-B2C5F5802F32}"/>
    <dgm:cxn modelId="{62CC91C0-DF28-42BF-92D8-F14D1EA8C10F}" srcId="{7FD2DBB9-EDA8-4552-A043-F6EC400833F9}" destId="{56769C40-3810-4F18-96A7-5DA15E74E7D6}" srcOrd="1" destOrd="0" parTransId="{067B27A4-178E-4E8C-A8EA-AC692DAA4FF4}" sibTransId="{EB51EB66-B254-4161-A709-D819390D91FE}"/>
    <dgm:cxn modelId="{8D706FC5-FA3A-4170-8C1A-041AEC3C7520}" type="presOf" srcId="{F7CBD3C4-0842-40E6-8F4D-8A9A056AA6FE}" destId="{11F31D72-1C09-4C1D-96FA-619FF2762053}" srcOrd="0" destOrd="1" presId="urn:microsoft.com/office/officeart/2005/8/layout/hierarchy3"/>
    <dgm:cxn modelId="{0493F3E5-2653-4755-9887-B48A6F01DDDA}" type="presOf" srcId="{56769C40-3810-4F18-96A7-5DA15E74E7D6}" destId="{52EB4B74-B3F7-441B-84FF-DFFA45F2A6B8}" srcOrd="0" destOrd="0" presId="urn:microsoft.com/office/officeart/2005/8/layout/hierarchy3"/>
    <dgm:cxn modelId="{0FD87506-E626-4EEF-86BB-2543E64E6C58}" type="presParOf" srcId="{5BBC6C6C-AF6F-49E0-91A3-21C3F19E922E}" destId="{C8CDFDC9-B580-4A04-9996-3DA531C9C826}" srcOrd="0" destOrd="0" presId="urn:microsoft.com/office/officeart/2005/8/layout/hierarchy3"/>
    <dgm:cxn modelId="{FA576B46-0637-49C1-B307-295E35F6F80B}" type="presParOf" srcId="{C8CDFDC9-B580-4A04-9996-3DA531C9C826}" destId="{3508DFBC-E6BF-4315-B60C-133D625E848B}" srcOrd="0" destOrd="0" presId="urn:microsoft.com/office/officeart/2005/8/layout/hierarchy3"/>
    <dgm:cxn modelId="{5D024C2C-973B-4547-93C4-5EF5BA236BED}" type="presParOf" srcId="{3508DFBC-E6BF-4315-B60C-133D625E848B}" destId="{E1E8917E-C4D6-419A-97A0-1F52A67D2A3C}" srcOrd="0" destOrd="0" presId="urn:microsoft.com/office/officeart/2005/8/layout/hierarchy3"/>
    <dgm:cxn modelId="{9A1B4784-F504-4EED-A1E7-01D6AB95CBAB}" type="presParOf" srcId="{3508DFBC-E6BF-4315-B60C-133D625E848B}" destId="{4610F8BD-F371-4FAD-8752-05D7A6D5D101}" srcOrd="1" destOrd="0" presId="urn:microsoft.com/office/officeart/2005/8/layout/hierarchy3"/>
    <dgm:cxn modelId="{26CD32CA-6934-4B95-846A-DE4490D6EC25}" type="presParOf" srcId="{C8CDFDC9-B580-4A04-9996-3DA531C9C826}" destId="{7190279E-723C-4CF3-8CC0-E301989E15B7}" srcOrd="1" destOrd="0" presId="urn:microsoft.com/office/officeart/2005/8/layout/hierarchy3"/>
    <dgm:cxn modelId="{822CA107-F79F-4575-9B84-7D1EC31A9B2A}" type="presParOf" srcId="{7190279E-723C-4CF3-8CC0-E301989E15B7}" destId="{268FBBD9-AA27-4A92-B6A0-49A546037339}" srcOrd="0" destOrd="0" presId="urn:microsoft.com/office/officeart/2005/8/layout/hierarchy3"/>
    <dgm:cxn modelId="{8017EE24-7580-428D-B28F-96B4AAC87F6A}" type="presParOf" srcId="{7190279E-723C-4CF3-8CC0-E301989E15B7}" destId="{7565A173-1FDB-45E6-90AC-EFE7EF45E7B7}" srcOrd="1" destOrd="0" presId="urn:microsoft.com/office/officeart/2005/8/layout/hierarchy3"/>
    <dgm:cxn modelId="{2270C8E6-FDC4-4021-95C1-4B5ED9A7D30E}" type="presParOf" srcId="{7190279E-723C-4CF3-8CC0-E301989E15B7}" destId="{68BF47C3-F3A0-4657-A53B-E74E8C61C5B4}" srcOrd="2" destOrd="0" presId="urn:microsoft.com/office/officeart/2005/8/layout/hierarchy3"/>
    <dgm:cxn modelId="{052467F4-596D-46B3-8995-F72C20EB974B}" type="presParOf" srcId="{7190279E-723C-4CF3-8CC0-E301989E15B7}" destId="{52EB4B74-B3F7-441B-84FF-DFFA45F2A6B8}" srcOrd="3" destOrd="0" presId="urn:microsoft.com/office/officeart/2005/8/layout/hierarchy3"/>
    <dgm:cxn modelId="{6AF3FCCB-7F0E-4A48-AB4B-C091CEDCCF89}" type="presParOf" srcId="{7190279E-723C-4CF3-8CC0-E301989E15B7}" destId="{AE62BACD-FA64-442A-9161-530E734A0622}" srcOrd="4" destOrd="0" presId="urn:microsoft.com/office/officeart/2005/8/layout/hierarchy3"/>
    <dgm:cxn modelId="{37336782-606E-4C72-8CFA-0B0083388BBE}" type="presParOf" srcId="{7190279E-723C-4CF3-8CC0-E301989E15B7}" destId="{11F31D72-1C09-4C1D-96FA-619FF2762053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8917E-C4D6-419A-97A0-1F52A67D2A3C}">
      <dsp:nvSpPr>
        <dsp:cNvPr id="0" name=""/>
        <dsp:cNvSpPr/>
      </dsp:nvSpPr>
      <dsp:spPr>
        <a:xfrm>
          <a:off x="3059348" y="3139"/>
          <a:ext cx="2136303" cy="10681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One</a:t>
          </a:r>
        </a:p>
      </dsp:txBody>
      <dsp:txXfrm>
        <a:off x="3090633" y="34424"/>
        <a:ext cx="2073733" cy="1005581"/>
      </dsp:txXfrm>
    </dsp:sp>
    <dsp:sp modelId="{268FBBD9-AA27-4A92-B6A0-49A546037339}">
      <dsp:nvSpPr>
        <dsp:cNvPr id="0" name=""/>
        <dsp:cNvSpPr/>
      </dsp:nvSpPr>
      <dsp:spPr>
        <a:xfrm>
          <a:off x="3272978" y="1071291"/>
          <a:ext cx="213630" cy="801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1113"/>
              </a:lnTo>
              <a:lnTo>
                <a:pt x="213630" y="80111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5A173-1FDB-45E6-90AC-EFE7EF45E7B7}">
      <dsp:nvSpPr>
        <dsp:cNvPr id="0" name=""/>
        <dsp:cNvSpPr/>
      </dsp:nvSpPr>
      <dsp:spPr>
        <a:xfrm>
          <a:off x="3486608" y="1338329"/>
          <a:ext cx="1709042" cy="1068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Two has a longer label</a:t>
          </a:r>
        </a:p>
      </dsp:txBody>
      <dsp:txXfrm>
        <a:off x="3517893" y="1369614"/>
        <a:ext cx="1646472" cy="1005581"/>
      </dsp:txXfrm>
    </dsp:sp>
    <dsp:sp modelId="{68BF47C3-F3A0-4657-A53B-E74E8C61C5B4}">
      <dsp:nvSpPr>
        <dsp:cNvPr id="0" name=""/>
        <dsp:cNvSpPr/>
      </dsp:nvSpPr>
      <dsp:spPr>
        <a:xfrm>
          <a:off x="3272978" y="1071291"/>
          <a:ext cx="213630" cy="2136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303"/>
              </a:lnTo>
              <a:lnTo>
                <a:pt x="213630" y="213630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EB4B74-B3F7-441B-84FF-DFFA45F2A6B8}">
      <dsp:nvSpPr>
        <dsp:cNvPr id="0" name=""/>
        <dsp:cNvSpPr/>
      </dsp:nvSpPr>
      <dsp:spPr>
        <a:xfrm>
          <a:off x="3486608" y="2673518"/>
          <a:ext cx="1709042" cy="1068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>
        <a:off x="3517893" y="2704803"/>
        <a:ext cx="1646472" cy="1005581"/>
      </dsp:txXfrm>
    </dsp:sp>
    <dsp:sp modelId="{AE62BACD-FA64-442A-9161-530E734A0622}">
      <dsp:nvSpPr>
        <dsp:cNvPr id="0" name=""/>
        <dsp:cNvSpPr/>
      </dsp:nvSpPr>
      <dsp:spPr>
        <a:xfrm>
          <a:off x="3272978" y="1071291"/>
          <a:ext cx="213630" cy="34714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71493"/>
              </a:lnTo>
              <a:lnTo>
                <a:pt x="213630" y="34714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F31D72-1C09-4C1D-96FA-619FF2762053}">
      <dsp:nvSpPr>
        <dsp:cNvPr id="0" name=""/>
        <dsp:cNvSpPr/>
      </dsp:nvSpPr>
      <dsp:spPr>
        <a:xfrm>
          <a:off x="3486608" y="4008708"/>
          <a:ext cx="1709042" cy="1068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Node Five</a:t>
          </a:r>
        </a:p>
      </dsp:txBody>
      <dsp:txXfrm>
        <a:off x="3517893" y="4039993"/>
        <a:ext cx="1646472" cy="1005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71C8-C16C-4884-1334-B902FF6E2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77C75-6780-7612-0BBF-168F5CFC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60BBC-02D6-3B73-6F27-0B54EE2E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BD8E-FC83-69EE-F892-79E4DB00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AE852-5E18-0158-962C-31FBE8558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92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845E-78D2-E518-115E-D99848F8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09A9A-AF41-8996-CDBA-182E6C4C0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3A563-CDA3-5EA6-73CA-250D7B1D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6C20B-E788-3D31-9B0D-185AF339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7A2CC-24B4-8C27-E676-60593688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2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8265-34C9-66F4-BDBC-9BC2AC85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ED89-8C88-ADF5-06CF-FBE9191F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12FD-C123-D63F-6880-4AD1B75C0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D92F7-57E0-86E5-6A59-A292B9CBD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C008-8BBF-89F7-47B4-7DDA66F6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DB9B-DAF4-290E-5F3E-990B2F7B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379B8-05B6-6FDF-4760-A045DD90D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2D959-B172-8C54-DE25-34FF25D5E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517C-1F5A-1445-A390-495A40B4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F63BB-33D0-9281-1C42-6AC1B4F5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9CBB6-B1B4-FEC9-D862-578FC09A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3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B7E11-BE55-408F-54D8-468ADF06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BAE02-49C0-D810-C7CC-4FA99E2F1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09020-64FF-30B8-D6A8-E3B747C4A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7F2ED-BA09-80A1-0654-734C5BA92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1B9F8-CE12-2EEF-4A52-30CCD0B74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5607E-724E-1BA7-7AF1-CE3DA4F0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1098AD-31AB-8B2C-A3E1-315E8F5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C7BF3-C2DA-FF20-C9B9-92B9316A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6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149A-E729-94FD-C2C1-5B4F66F5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BDB47-E471-525F-095E-9A139E71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697D3-FFBB-5E65-C18A-BE247981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439AE-14D9-A9BC-F53A-4C5B068D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3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9DADAA-B70B-309D-D0C3-05FA9035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19BE8-5BD8-A930-FDB6-87A319EA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CD2AA-0DD1-7863-3E30-291433055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1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393-3388-888B-C88D-0284FD65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B985-6764-B28E-81CE-3A32FEC59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A475B-9B92-3B86-B837-2CFD559F4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E8ECC-E127-93DB-F4E5-A9308E13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D2FE8-C44D-06E5-1417-AD443E55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CEA7E-65B8-3597-2C8F-9AA45F54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6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AEF7-3A9A-884C-68A1-3DCF8625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5DDAE-85BA-34E3-1EAB-8EED33B96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FC04C-0A50-F166-ABE9-D79AE66F4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572F5-FEFC-13B5-8EE3-599DE737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4D9BC-304D-5B02-4063-9CBFF954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CF548-F52B-11F9-5160-9DA7CF1D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9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9AA2-0570-8588-2A22-0452983D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CDA84-4C69-A9B4-AC19-EE86E96F0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6AF4-630A-1661-BEAB-FD9442E7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9D8A8-D520-F2D9-45FD-3799FB7D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5858-808F-DAD5-2423-028816E0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63EFC-9CA1-DF06-5F09-7F783DF06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751F4-6005-5179-C327-906045875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8CDC-981B-5E15-0CCE-8D8AFEBC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FFFAF-F2BF-83BC-6D33-811C6537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ED6D-AD91-BF7F-AFA0-C0F08BC3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8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DF879F-2500-8EC9-DB0E-D7DA2864B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6EB54-EF28-C60C-971E-91D41887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4152C-86A6-92F6-1701-272F140FA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CEF72-0F30-4679-96D3-16343012CA8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E50F5-AC69-8905-D870-5B96F52ED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506DA-276F-6117-F58C-3974B37BB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02056-96F8-43AB-9F80-F060A6649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20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A9D742-5310-7202-1464-246C4B3C53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86113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114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2026-09-06T08:13:10Z</dcterms:created>
  <dcterms:modified xsi:type="dcterms:W3CDTF">2026-09-06T08:13:11Z</dcterms:modified>
</cp:coreProperties>
</file>