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8FDBA8-6A53-458E-8168-AEC8B8393170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0F1478-8408-49BD-AA81-01BD32B04F5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71C3D09-FB9B-45B3-BD60-FBF5427D35D6}" type="parTrans" cxnId="{33605872-B384-4AEC-B2BB-3C059F1E329D}">
      <dgm:prSet/>
      <dgm:spPr/>
    </dgm:pt>
    <dgm:pt modelId="{E3F57811-1838-43BD-A58F-0F054F4A39C5}" type="sibTrans" cxnId="{33605872-B384-4AEC-B2BB-3C059F1E329D}">
      <dgm:prSet/>
      <dgm:spPr/>
    </dgm:pt>
    <dgm:pt modelId="{EFA25DF2-BD01-4FCC-A342-89F0777401AA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7997A19-F3A6-4FE9-98E0-9F78311FE2ED}" type="parTrans" cxnId="{501C8315-6D27-4FBB-9210-426C21FD2B38}">
      <dgm:prSet/>
      <dgm:spPr/>
    </dgm:pt>
    <dgm:pt modelId="{3DBCA89A-6609-44C4-B39A-46ED057DC03A}" type="sibTrans" cxnId="{501C8315-6D27-4FBB-9210-426C21FD2B38}">
      <dgm:prSet/>
      <dgm:spPr/>
    </dgm:pt>
    <dgm:pt modelId="{CA8E7E6E-1F96-4D12-B9DE-7603B575A16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FF92A48-17A1-43BD-8571-5603A6930A6B}" type="parTrans" cxnId="{ADF64E3C-5DA8-43D7-9DD5-65F6E96ED9BA}">
      <dgm:prSet/>
      <dgm:spPr/>
    </dgm:pt>
    <dgm:pt modelId="{E2547EFE-51B4-4042-A21B-E4763CF236D9}" type="sibTrans" cxnId="{ADF64E3C-5DA8-43D7-9DD5-65F6E96ED9BA}">
      <dgm:prSet/>
      <dgm:spPr/>
    </dgm:pt>
    <dgm:pt modelId="{D63ACD19-51F7-41EA-AD88-654AF3F3246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A852A81-F15D-46BF-941B-C93EED438A83}" type="parTrans" cxnId="{663D87FD-35A1-4BED-BD69-9E4B5A366F6E}">
      <dgm:prSet/>
      <dgm:spPr/>
    </dgm:pt>
    <dgm:pt modelId="{491A310D-3263-4CE7-87C9-E4AE059173E3}" type="sibTrans" cxnId="{663D87FD-35A1-4BED-BD69-9E4B5A366F6E}">
      <dgm:prSet/>
      <dgm:spPr/>
    </dgm:pt>
    <dgm:pt modelId="{8A46A4C9-849B-4D90-9F6E-F555E89F488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A9689C7F-667C-4DBB-A2E7-096A9AA4AC60}" type="parTrans" cxnId="{2C5F42A9-9AD4-4F2B-B569-C5974119C609}">
      <dgm:prSet/>
      <dgm:spPr/>
    </dgm:pt>
    <dgm:pt modelId="{35BECE00-370E-4DC2-B247-E463B574A01A}" type="sibTrans" cxnId="{2C5F42A9-9AD4-4F2B-B569-C5974119C609}">
      <dgm:prSet/>
      <dgm:spPr/>
    </dgm:pt>
    <dgm:pt modelId="{239FE101-4695-4030-9115-A0D0680E7BE8}" type="pres">
      <dgm:prSet presAssocID="{CD8FDBA8-6A53-458E-8168-AEC8B8393170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C298CD4-B7EE-4344-AA99-CF27EEA02673}" type="pres">
      <dgm:prSet presAssocID="{0B0F1478-8408-49BD-AA81-01BD32B04F56}" presName="centerShape" presStyleLbl="node0" presStyleIdx="0" presStyleCnt="1"/>
      <dgm:spPr/>
    </dgm:pt>
    <dgm:pt modelId="{59912E65-B9A5-4359-8B19-C31D0469E6C6}" type="pres">
      <dgm:prSet presAssocID="{EFA25DF2-BD01-4FCC-A342-89F0777401AA}" presName="node" presStyleLbl="node1" presStyleIdx="0" presStyleCnt="3">
        <dgm:presLayoutVars>
          <dgm:bulletEnabled val="1"/>
        </dgm:presLayoutVars>
      </dgm:prSet>
      <dgm:spPr/>
    </dgm:pt>
    <dgm:pt modelId="{3F9F462E-2DAA-4FC8-85B3-D1BEE340F6E7}" type="pres">
      <dgm:prSet presAssocID="{EFA25DF2-BD01-4FCC-A342-89F0777401AA}" presName="dummy" presStyleCnt="0"/>
      <dgm:spPr/>
    </dgm:pt>
    <dgm:pt modelId="{769CB85C-EFF5-428B-BBE3-9F365254B415}" type="pres">
      <dgm:prSet presAssocID="{3DBCA89A-6609-44C4-B39A-46ED057DC03A}" presName="sibTrans" presStyleLbl="sibTrans2D1" presStyleIdx="0" presStyleCnt="3"/>
      <dgm:spPr/>
    </dgm:pt>
    <dgm:pt modelId="{CE89B8D9-92EF-48DD-8CDC-9B108E7B4A03}" type="pres">
      <dgm:prSet presAssocID="{CA8E7E6E-1F96-4D12-B9DE-7603B575A164}" presName="node" presStyleLbl="node1" presStyleIdx="1" presStyleCnt="3">
        <dgm:presLayoutVars>
          <dgm:bulletEnabled val="1"/>
        </dgm:presLayoutVars>
      </dgm:prSet>
      <dgm:spPr/>
    </dgm:pt>
    <dgm:pt modelId="{FC77720D-218A-41C3-9FD9-89452B01EB08}" type="pres">
      <dgm:prSet presAssocID="{CA8E7E6E-1F96-4D12-B9DE-7603B575A164}" presName="dummy" presStyleCnt="0"/>
      <dgm:spPr/>
    </dgm:pt>
    <dgm:pt modelId="{92921233-F5F1-4DE7-90F8-0CEEB1488258}" type="pres">
      <dgm:prSet presAssocID="{E2547EFE-51B4-4042-A21B-E4763CF236D9}" presName="sibTrans" presStyleLbl="sibTrans2D1" presStyleIdx="1" presStyleCnt="3"/>
      <dgm:spPr/>
    </dgm:pt>
    <dgm:pt modelId="{17C92E88-F182-4C7A-8365-FF5CB4DF8F90}" type="pres">
      <dgm:prSet presAssocID="{D63ACD19-51F7-41EA-AD88-654AF3F3246B}" presName="node" presStyleLbl="node1" presStyleIdx="2" presStyleCnt="3">
        <dgm:presLayoutVars>
          <dgm:bulletEnabled val="1"/>
        </dgm:presLayoutVars>
      </dgm:prSet>
      <dgm:spPr/>
    </dgm:pt>
    <dgm:pt modelId="{0AD0D157-8F79-473B-8A07-A867C6D6EB3B}" type="pres">
      <dgm:prSet presAssocID="{D63ACD19-51F7-41EA-AD88-654AF3F3246B}" presName="dummy" presStyleCnt="0"/>
      <dgm:spPr/>
    </dgm:pt>
    <dgm:pt modelId="{D0D2B8C8-7DDB-4149-B06F-8C93219FD286}" type="pres">
      <dgm:prSet presAssocID="{491A310D-3263-4CE7-87C9-E4AE059173E3}" presName="sibTrans" presStyleLbl="sibTrans2D1" presStyleIdx="2" presStyleCnt="3"/>
      <dgm:spPr/>
    </dgm:pt>
  </dgm:ptLst>
  <dgm:cxnLst>
    <dgm:cxn modelId="{501C8315-6D27-4FBB-9210-426C21FD2B38}" srcId="{0B0F1478-8408-49BD-AA81-01BD32B04F56}" destId="{EFA25DF2-BD01-4FCC-A342-89F0777401AA}" srcOrd="0" destOrd="0" parTransId="{67997A19-F3A6-4FE9-98E0-9F78311FE2ED}" sibTransId="{3DBCA89A-6609-44C4-B39A-46ED057DC03A}"/>
    <dgm:cxn modelId="{4EDDD42F-298B-4499-B358-6D8E1DD376EA}" type="presOf" srcId="{CA8E7E6E-1F96-4D12-B9DE-7603B575A164}" destId="{CE89B8D9-92EF-48DD-8CDC-9B108E7B4A03}" srcOrd="0" destOrd="0" presId="urn:microsoft.com/office/officeart/2005/8/layout/radial6"/>
    <dgm:cxn modelId="{51D73A37-4C78-4665-A8D0-8F669DB148D0}" type="presOf" srcId="{EFA25DF2-BD01-4FCC-A342-89F0777401AA}" destId="{59912E65-B9A5-4359-8B19-C31D0469E6C6}" srcOrd="0" destOrd="0" presId="urn:microsoft.com/office/officeart/2005/8/layout/radial6"/>
    <dgm:cxn modelId="{ADF64E3C-5DA8-43D7-9DD5-65F6E96ED9BA}" srcId="{0B0F1478-8408-49BD-AA81-01BD32B04F56}" destId="{CA8E7E6E-1F96-4D12-B9DE-7603B575A164}" srcOrd="1" destOrd="0" parTransId="{7FF92A48-17A1-43BD-8571-5603A6930A6B}" sibTransId="{E2547EFE-51B4-4042-A21B-E4763CF236D9}"/>
    <dgm:cxn modelId="{80696F71-4B1F-4850-9B38-FD183D2BAAA3}" type="presOf" srcId="{E2547EFE-51B4-4042-A21B-E4763CF236D9}" destId="{92921233-F5F1-4DE7-90F8-0CEEB1488258}" srcOrd="0" destOrd="0" presId="urn:microsoft.com/office/officeart/2005/8/layout/radial6"/>
    <dgm:cxn modelId="{419AE151-BE56-4A7B-83BD-7DA33554573D}" type="presOf" srcId="{3DBCA89A-6609-44C4-B39A-46ED057DC03A}" destId="{769CB85C-EFF5-428B-BBE3-9F365254B415}" srcOrd="0" destOrd="0" presId="urn:microsoft.com/office/officeart/2005/8/layout/radial6"/>
    <dgm:cxn modelId="{33605872-B384-4AEC-B2BB-3C059F1E329D}" srcId="{CD8FDBA8-6A53-458E-8168-AEC8B8393170}" destId="{0B0F1478-8408-49BD-AA81-01BD32B04F56}" srcOrd="0" destOrd="0" parTransId="{971C3D09-FB9B-45B3-BD60-FBF5427D35D6}" sibTransId="{E3F57811-1838-43BD-A58F-0F054F4A39C5}"/>
    <dgm:cxn modelId="{6841CE85-6D7E-44BB-814C-6A3A0D0B35DD}" type="presOf" srcId="{8A46A4C9-849B-4D90-9F6E-F555E89F4881}" destId="{17C92E88-F182-4C7A-8365-FF5CB4DF8F90}" srcOrd="0" destOrd="1" presId="urn:microsoft.com/office/officeart/2005/8/layout/radial6"/>
    <dgm:cxn modelId="{2C5F42A9-9AD4-4F2B-B569-C5974119C609}" srcId="{D63ACD19-51F7-41EA-AD88-654AF3F3246B}" destId="{8A46A4C9-849B-4D90-9F6E-F555E89F4881}" srcOrd="0" destOrd="0" parTransId="{A9689C7F-667C-4DBB-A2E7-096A9AA4AC60}" sibTransId="{35BECE00-370E-4DC2-B247-E463B574A01A}"/>
    <dgm:cxn modelId="{A4132CB4-5AD6-4ECC-A1C5-03844AC8AB44}" type="presOf" srcId="{CD8FDBA8-6A53-458E-8168-AEC8B8393170}" destId="{239FE101-4695-4030-9115-A0D0680E7BE8}" srcOrd="0" destOrd="0" presId="urn:microsoft.com/office/officeart/2005/8/layout/radial6"/>
    <dgm:cxn modelId="{213D46C4-8017-4057-8A15-220AEEDBD35E}" type="presOf" srcId="{491A310D-3263-4CE7-87C9-E4AE059173E3}" destId="{D0D2B8C8-7DDB-4149-B06F-8C93219FD286}" srcOrd="0" destOrd="0" presId="urn:microsoft.com/office/officeart/2005/8/layout/radial6"/>
    <dgm:cxn modelId="{ABDD46C6-AD1B-4B11-9ABD-C8A93C4AB61B}" type="presOf" srcId="{0B0F1478-8408-49BD-AA81-01BD32B04F56}" destId="{CC298CD4-B7EE-4344-AA99-CF27EEA02673}" srcOrd="0" destOrd="0" presId="urn:microsoft.com/office/officeart/2005/8/layout/radial6"/>
    <dgm:cxn modelId="{C9855ECB-DC3E-4662-AFEC-5699CF1EB7F5}" type="presOf" srcId="{D63ACD19-51F7-41EA-AD88-654AF3F3246B}" destId="{17C92E88-F182-4C7A-8365-FF5CB4DF8F90}" srcOrd="0" destOrd="0" presId="urn:microsoft.com/office/officeart/2005/8/layout/radial6"/>
    <dgm:cxn modelId="{663D87FD-35A1-4BED-BD69-9E4B5A366F6E}" srcId="{0B0F1478-8408-49BD-AA81-01BD32B04F56}" destId="{D63ACD19-51F7-41EA-AD88-654AF3F3246B}" srcOrd="2" destOrd="0" parTransId="{6A852A81-F15D-46BF-941B-C93EED438A83}" sibTransId="{491A310D-3263-4CE7-87C9-E4AE059173E3}"/>
    <dgm:cxn modelId="{FB3363EB-64A3-410C-9BCB-BE5D8D58CDAB}" type="presParOf" srcId="{239FE101-4695-4030-9115-A0D0680E7BE8}" destId="{CC298CD4-B7EE-4344-AA99-CF27EEA02673}" srcOrd="0" destOrd="0" presId="urn:microsoft.com/office/officeart/2005/8/layout/radial6"/>
    <dgm:cxn modelId="{58BAF165-C686-4389-B160-E741DF46F9F1}" type="presParOf" srcId="{239FE101-4695-4030-9115-A0D0680E7BE8}" destId="{59912E65-B9A5-4359-8B19-C31D0469E6C6}" srcOrd="1" destOrd="0" presId="urn:microsoft.com/office/officeart/2005/8/layout/radial6"/>
    <dgm:cxn modelId="{C7F2559F-44B8-4788-98B4-CEB8FFD889FF}" type="presParOf" srcId="{239FE101-4695-4030-9115-A0D0680E7BE8}" destId="{3F9F462E-2DAA-4FC8-85B3-D1BEE340F6E7}" srcOrd="2" destOrd="0" presId="urn:microsoft.com/office/officeart/2005/8/layout/radial6"/>
    <dgm:cxn modelId="{09CCFE9D-9267-4CD3-B7FD-9BDA01DE1BFF}" type="presParOf" srcId="{239FE101-4695-4030-9115-A0D0680E7BE8}" destId="{769CB85C-EFF5-428B-BBE3-9F365254B415}" srcOrd="3" destOrd="0" presId="urn:microsoft.com/office/officeart/2005/8/layout/radial6"/>
    <dgm:cxn modelId="{C0579C74-6640-4CC0-838C-7F0BB1CE7672}" type="presParOf" srcId="{239FE101-4695-4030-9115-A0D0680E7BE8}" destId="{CE89B8D9-92EF-48DD-8CDC-9B108E7B4A03}" srcOrd="4" destOrd="0" presId="urn:microsoft.com/office/officeart/2005/8/layout/radial6"/>
    <dgm:cxn modelId="{0EDBF509-4DC3-4616-81D3-BB4CF9A70C3D}" type="presParOf" srcId="{239FE101-4695-4030-9115-A0D0680E7BE8}" destId="{FC77720D-218A-41C3-9FD9-89452B01EB08}" srcOrd="5" destOrd="0" presId="urn:microsoft.com/office/officeart/2005/8/layout/radial6"/>
    <dgm:cxn modelId="{390180AB-F939-45D3-87D8-DBC6ACDDAE5E}" type="presParOf" srcId="{239FE101-4695-4030-9115-A0D0680E7BE8}" destId="{92921233-F5F1-4DE7-90F8-0CEEB1488258}" srcOrd="6" destOrd="0" presId="urn:microsoft.com/office/officeart/2005/8/layout/radial6"/>
    <dgm:cxn modelId="{57291B0A-397C-49B8-97EF-1DB5394798BD}" type="presParOf" srcId="{239FE101-4695-4030-9115-A0D0680E7BE8}" destId="{17C92E88-F182-4C7A-8365-FF5CB4DF8F90}" srcOrd="7" destOrd="0" presId="urn:microsoft.com/office/officeart/2005/8/layout/radial6"/>
    <dgm:cxn modelId="{87F60031-09D1-4DD7-BE25-916BF2339133}" type="presParOf" srcId="{239FE101-4695-4030-9115-A0D0680E7BE8}" destId="{0AD0D157-8F79-473B-8A07-A867C6D6EB3B}" srcOrd="8" destOrd="0" presId="urn:microsoft.com/office/officeart/2005/8/layout/radial6"/>
    <dgm:cxn modelId="{B1A9F5EB-323D-4F39-9F73-FAE8E1F1D872}" type="presParOf" srcId="{239FE101-4695-4030-9115-A0D0680E7BE8}" destId="{D0D2B8C8-7DDB-4149-B06F-8C93219FD286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D2B8C8-7DDB-4149-B06F-8C93219FD286}">
      <dsp:nvSpPr>
        <dsp:cNvPr id="0" name=""/>
        <dsp:cNvSpPr/>
      </dsp:nvSpPr>
      <dsp:spPr>
        <a:xfrm>
          <a:off x="2037082" y="626642"/>
          <a:ext cx="4180834" cy="4180834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21233-F5F1-4DE7-90F8-0CEEB1488258}">
      <dsp:nvSpPr>
        <dsp:cNvPr id="0" name=""/>
        <dsp:cNvSpPr/>
      </dsp:nvSpPr>
      <dsp:spPr>
        <a:xfrm>
          <a:off x="2037082" y="626642"/>
          <a:ext cx="4180834" cy="4180834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CB85C-EFF5-428B-BBE3-9F365254B415}">
      <dsp:nvSpPr>
        <dsp:cNvPr id="0" name=""/>
        <dsp:cNvSpPr/>
      </dsp:nvSpPr>
      <dsp:spPr>
        <a:xfrm>
          <a:off x="2037082" y="626642"/>
          <a:ext cx="4180834" cy="4180834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98CD4-B7EE-4344-AA99-CF27EEA02673}">
      <dsp:nvSpPr>
        <dsp:cNvPr id="0" name=""/>
        <dsp:cNvSpPr/>
      </dsp:nvSpPr>
      <dsp:spPr>
        <a:xfrm>
          <a:off x="3166163" y="1755722"/>
          <a:ext cx="1922673" cy="19226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One</a:t>
          </a:r>
        </a:p>
      </dsp:txBody>
      <dsp:txXfrm>
        <a:off x="3447732" y="2037291"/>
        <a:ext cx="1359535" cy="1359535"/>
      </dsp:txXfrm>
    </dsp:sp>
    <dsp:sp modelId="{59912E65-B9A5-4359-8B19-C31D0469E6C6}">
      <dsp:nvSpPr>
        <dsp:cNvPr id="0" name=""/>
        <dsp:cNvSpPr/>
      </dsp:nvSpPr>
      <dsp:spPr>
        <a:xfrm>
          <a:off x="3454564" y="2157"/>
          <a:ext cx="1345871" cy="13458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Two has a longer label</a:t>
          </a:r>
        </a:p>
      </dsp:txBody>
      <dsp:txXfrm>
        <a:off x="3651662" y="199255"/>
        <a:ext cx="951675" cy="951675"/>
      </dsp:txXfrm>
    </dsp:sp>
    <dsp:sp modelId="{CE89B8D9-92EF-48DD-8CDC-9B108E7B4A03}">
      <dsp:nvSpPr>
        <dsp:cNvPr id="0" name=""/>
        <dsp:cNvSpPr/>
      </dsp:nvSpPr>
      <dsp:spPr>
        <a:xfrm>
          <a:off x="5222958" y="3065106"/>
          <a:ext cx="1345871" cy="13458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Three</a:t>
          </a:r>
        </a:p>
      </dsp:txBody>
      <dsp:txXfrm>
        <a:off x="5420056" y="3262204"/>
        <a:ext cx="951675" cy="951675"/>
      </dsp:txXfrm>
    </dsp:sp>
    <dsp:sp modelId="{17C92E88-F182-4C7A-8365-FF5CB4DF8F90}">
      <dsp:nvSpPr>
        <dsp:cNvPr id="0" name=""/>
        <dsp:cNvSpPr/>
      </dsp:nvSpPr>
      <dsp:spPr>
        <a:xfrm>
          <a:off x="1686169" y="3065106"/>
          <a:ext cx="1345871" cy="13458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Node Four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Node Five</a:t>
          </a:r>
        </a:p>
      </dsp:txBody>
      <dsp:txXfrm>
        <a:off x="1883267" y="3262204"/>
        <a:ext cx="951675" cy="95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6C9B-5736-4B8D-7A94-DE4C9539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974EF-F7D4-2C49-EA74-DFEA1E9FB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E7A64-1715-9C64-4227-1F778EFF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15BB4-C979-D516-506B-BCD2FE8C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A6B21-3262-9F0C-9CFF-5254EA38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8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CD61-F4BB-8EB3-0DBB-FFBE3862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F5ED-81DA-A8CA-7C73-4AACCD05A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ACEC6-4B1B-388C-2CE7-21C9BF29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30B49-8EA2-E0E2-56F2-6715382E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DE740-9539-5F66-867F-670FD2A1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50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BB45-99EC-9D12-3472-5619CDC5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72C74-1937-EE4E-B638-9A696D788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07FC-CEB4-567F-577D-C503CE7A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38641-3116-53F3-9F00-045D498E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DEB3D-EAA5-1593-0B84-70D3091D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4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5CF4-0014-1D92-1974-790339C3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142A0-0736-A365-CBD0-3F6EBDA63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E93B2-2E91-05CC-9E2D-ECCF58B61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1C6AC-D974-6CD3-05B3-0384BA6B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BC2F0-C893-DB9C-FC09-ED56BC94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871EC-C533-8DD8-AE14-B90B0C3C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41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8EDC-821E-30DD-1361-0D282D676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BC5F7-EE1D-34E4-EA37-55079A772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373D6-9275-32BC-DDB3-EA467ABCC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7C9AA-2751-0B9D-4FE5-A3FBD3DCE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2A144-3EC6-D69B-E79B-080E3A4CB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BEB05-728D-506E-97F5-4EEAA221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86723-7FB5-CE0F-107B-6F3EA8F5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6E7CE-DBAE-2523-EA89-B2E3873B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3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6C5C-87A4-1830-A911-71F380AC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857C8-5E5D-7E0E-CA65-55D6DE93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5F40F-C6CA-EFD6-5099-CEB2BC52C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BE065-F14D-D220-02CE-EAA2E4F3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801D-3BF8-3239-3957-4E81890E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9067D-A2F8-0A92-2526-8B354422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73F24-1811-8763-2D49-B95609E4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77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2E5D1-C912-444B-6956-F7050465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0980-D9A2-A7AF-DFB7-76850866B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2AFDF-C89D-C664-233A-17A70DE89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B7DC3-BD7D-CEC8-90B9-D43FC987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D062C-6671-6D4B-9431-F69AB654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5DC2D-1587-A550-2508-85A24EA9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2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3388-3323-DE9F-C130-52F790C2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F52EE-1267-909B-ECCB-B931B7A87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A4E67-3841-A563-7212-A466D8EF3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B66E5-5812-16B8-1123-01DA77DE5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B8E29-45B0-4D33-7862-5D0017BE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CE8EA-B77E-BC05-2958-DF4882D0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9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D249-9E2B-958D-ACDF-ED1B5813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336FA-F57A-E16F-42E7-E9F43CD04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0D21B-B57F-EDB9-C8D4-787139E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D886-62EB-B551-6B2B-3CA8230B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77A46-C28E-0995-581F-7B8DA9D6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5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4E457-D71A-A8D7-B8B1-D04A30F29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71E04-D39F-BAA1-A86F-6B4FA3C8E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2DBAD-1BB5-7E69-6A08-A12BD7A0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4BC3E-CA30-4BFC-0726-680546EB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3FE87-3EBF-5377-74DA-ADD9F459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5E019-8439-8887-0A3A-E0F5FFB54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463C8-E0F1-E981-AD55-344A914B5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380AB-A289-821B-2F22-E11D3B2CA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ACD6C-F986-44C2-93AF-84AF91B3531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834E-793F-EEA8-58E0-4C0587C17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94432-CDAA-13B0-AC43-EC36B28D1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27858-4E78-4403-B004-4A8D46D5F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8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E19D63A-446C-43AE-7D47-6E1BBE217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406643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774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2026-09-06T08:14:13Z</dcterms:created>
  <dcterms:modified xsi:type="dcterms:W3CDTF">2026-09-06T08:14:14Z</dcterms:modified>
</cp:coreProperties>
</file>