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3D62E9-2000-466C-9BC8-2EF861ACC706}" type="doc">
      <dgm:prSet loTypeId="urn:microsoft.com/office/officeart/2024/layout/Vertic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388AA5-DCBB-4484-A096-4EAE4FDF2406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D35BE78-BF42-4475-8422-18E46B8DBEF3}" type="parTrans" cxnId="{994842BB-BE86-4A82-AD0C-F74630DB19EC}">
      <dgm:prSet/>
      <dgm:spPr/>
    </dgm:pt>
    <dgm:pt modelId="{3445A1CA-F7CC-430C-A9B2-5E380A387C13}" type="sibTrans" cxnId="{994842BB-BE86-4A82-AD0C-F74630DB19EC}">
      <dgm:prSet/>
      <dgm:spPr/>
    </dgm:pt>
    <dgm:pt modelId="{5125BC8F-E5A8-44F4-9DD2-F9D26DC75A0E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C39192F9-D26B-4B29-8BCB-DE1AF6A787CB}" type="parTrans" cxnId="{2D1DDBCB-5941-4182-A2DE-35AA6191BE18}">
      <dgm:prSet/>
      <dgm:spPr/>
    </dgm:pt>
    <dgm:pt modelId="{C4665330-4DAB-4497-9744-89F18A96EEB7}" type="sibTrans" cxnId="{2D1DDBCB-5941-4182-A2DE-35AA6191BE18}">
      <dgm:prSet/>
      <dgm:spPr/>
    </dgm:pt>
    <dgm:pt modelId="{9232AA30-A044-419E-8A2F-332AF72116C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E2B3C995-A7D3-418E-9956-1E142E925BBE}" type="parTrans" cxnId="{937ADD58-B81F-4D3E-8AE5-C6A88F180F1B}">
      <dgm:prSet/>
      <dgm:spPr/>
    </dgm:pt>
    <dgm:pt modelId="{32A89E81-BF4E-4B67-9D5C-287972C1E59D}" type="sibTrans" cxnId="{937ADD58-B81F-4D3E-8AE5-C6A88F180F1B}">
      <dgm:prSet/>
      <dgm:spPr/>
    </dgm:pt>
    <dgm:pt modelId="{1949E563-5CD5-4FE9-A65F-122A7F09DF83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20C3053-22EF-4D73-AB53-119E3B511D44}" type="parTrans" cxnId="{7D234A25-54D3-42F8-9F23-6C364616B26D}">
      <dgm:prSet/>
      <dgm:spPr/>
    </dgm:pt>
    <dgm:pt modelId="{E1891ED6-537A-4687-9BD9-C88CB0B4C742}" type="sibTrans" cxnId="{7D234A25-54D3-42F8-9F23-6C364616B26D}">
      <dgm:prSet/>
      <dgm:spPr/>
    </dgm:pt>
    <dgm:pt modelId="{E8F9681E-87E3-4B15-8B95-E6D7329B5A2A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1F41228-2F58-4102-AFBE-339DD93171F6}" type="parTrans" cxnId="{E82C2E90-2517-4383-804C-4902914887F7}">
      <dgm:prSet/>
      <dgm:spPr/>
    </dgm:pt>
    <dgm:pt modelId="{C570B835-361E-48D3-A520-5B57EC6E090A}" type="sibTrans" cxnId="{E82C2E90-2517-4383-804C-4902914887F7}">
      <dgm:prSet/>
      <dgm:spPr/>
    </dgm:pt>
    <dgm:pt modelId="{5FBC14E2-C72D-4B7C-B48F-E215128D3E80}" type="pres">
      <dgm:prSet presAssocID="{EB3D62E9-2000-466C-9BC8-2EF861ACC706}" presName="Name0" presStyleCnt="0">
        <dgm:presLayoutVars>
          <dgm:dir/>
          <dgm:animLvl val="lvl"/>
          <dgm:resizeHandles val="exact"/>
        </dgm:presLayoutVars>
      </dgm:prSet>
      <dgm:spPr/>
    </dgm:pt>
    <dgm:pt modelId="{78C5D743-CBBE-480E-9BA0-697A6AB48E9A}" type="pres">
      <dgm:prSet presAssocID="{A3388AA5-DCBB-4484-A096-4EAE4FDF2406}" presName="linNode" presStyleCnt="0"/>
      <dgm:spPr/>
    </dgm:pt>
    <dgm:pt modelId="{989879EB-9688-46EE-A8CF-7BFD17B3C454}" type="pres">
      <dgm:prSet presAssocID="{A3388AA5-DCBB-4484-A096-4EAE4FDF2406}" presName="bgOutline" presStyleLbl="fgAcc1" presStyleIdx="0" presStyleCnt="3"/>
      <dgm:spPr/>
    </dgm:pt>
    <dgm:pt modelId="{72C303DA-3B3D-445D-8606-47BC083292C7}" type="pres">
      <dgm:prSet presAssocID="{A3388AA5-DCBB-4484-A096-4EAE4FDF2406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ABF1B64D-7FA2-49A7-BB1B-A8AE2480BE98}" type="pres">
      <dgm:prSet presAssocID="{A3388AA5-DCBB-4484-A096-4EAE4FDF2406}" presName="descendantText" presStyleLbl="revTx" presStyleIdx="0" presStyleCnt="0">
        <dgm:presLayoutVars>
          <dgm:bulletEnabled/>
        </dgm:presLayoutVars>
      </dgm:prSet>
      <dgm:spPr/>
    </dgm:pt>
    <dgm:pt modelId="{32A2038C-920E-48FF-9DCF-42677FFB3ADC}" type="pres">
      <dgm:prSet presAssocID="{3445A1CA-F7CC-430C-A9B2-5E380A387C13}" presName="sp" presStyleCnt="0"/>
      <dgm:spPr/>
    </dgm:pt>
    <dgm:pt modelId="{50852775-632F-4378-8E90-9037EA97848E}" type="pres">
      <dgm:prSet presAssocID="{9232AA30-A044-419E-8A2F-332AF72116C1}" presName="linNode" presStyleCnt="0"/>
      <dgm:spPr/>
    </dgm:pt>
    <dgm:pt modelId="{30843FA9-B429-4CD3-AA1C-7C4012C610BF}" type="pres">
      <dgm:prSet presAssocID="{9232AA30-A044-419E-8A2F-332AF72116C1}" presName="bgOutline" presStyleLbl="fgAcc1" presStyleIdx="1" presStyleCnt="3"/>
      <dgm:spPr/>
    </dgm:pt>
    <dgm:pt modelId="{624F6665-D65E-4528-9ECC-4A6BBE12622A}" type="pres">
      <dgm:prSet presAssocID="{9232AA30-A044-419E-8A2F-332AF72116C1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C40E5C77-7164-4CDD-97EB-B89969CB82BE}" type="pres">
      <dgm:prSet presAssocID="{9232AA30-A044-419E-8A2F-332AF72116C1}" presName="descendantText" presStyleLbl="revTx" presStyleIdx="0" presStyleCnt="0">
        <dgm:presLayoutVars>
          <dgm:bulletEnabled/>
        </dgm:presLayoutVars>
      </dgm:prSet>
      <dgm:spPr/>
    </dgm:pt>
    <dgm:pt modelId="{03F65C1F-E5E7-4AE8-A43C-6EB948004853}" type="pres">
      <dgm:prSet presAssocID="{32A89E81-BF4E-4B67-9D5C-287972C1E59D}" presName="sp" presStyleCnt="0"/>
      <dgm:spPr/>
    </dgm:pt>
    <dgm:pt modelId="{5D1DD69A-F14D-4918-82E5-98124931F7E7}" type="pres">
      <dgm:prSet presAssocID="{1949E563-5CD5-4FE9-A65F-122A7F09DF83}" presName="linNode" presStyleCnt="0"/>
      <dgm:spPr/>
    </dgm:pt>
    <dgm:pt modelId="{1EB9E427-7355-4C6F-B3DB-8E268930891C}" type="pres">
      <dgm:prSet presAssocID="{1949E563-5CD5-4FE9-A65F-122A7F09DF83}" presName="bgOutline" presStyleLbl="fgAcc1" presStyleIdx="2" presStyleCnt="3"/>
      <dgm:spPr/>
    </dgm:pt>
    <dgm:pt modelId="{F7717507-57F4-4888-9C8E-BA2DBE79111B}" type="pres">
      <dgm:prSet presAssocID="{1949E563-5CD5-4FE9-A65F-122A7F09DF83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504108E2-CC6B-47A8-A3EE-5F50DCA0E827}" type="pres">
      <dgm:prSet presAssocID="{1949E563-5CD5-4FE9-A65F-122A7F09DF83}" presName="descendantText" presStyleLbl="revTx" presStyleIdx="0" presStyleCnt="0">
        <dgm:presLayoutVars>
          <dgm:bulletEnabled/>
        </dgm:presLayoutVars>
      </dgm:prSet>
      <dgm:spPr/>
    </dgm:pt>
  </dgm:ptLst>
  <dgm:cxnLst>
    <dgm:cxn modelId="{0D750016-E47A-42B1-972A-750D7EA7ABBA}" type="presOf" srcId="{9232AA30-A044-419E-8A2F-332AF72116C1}" destId="{30843FA9-B429-4CD3-AA1C-7C4012C610BF}" srcOrd="0" destOrd="0" presId="urn:microsoft.com/office/officeart/2024/layout/VerticalActionList"/>
    <dgm:cxn modelId="{7D234A25-54D3-42F8-9F23-6C364616B26D}" srcId="{EB3D62E9-2000-466C-9BC8-2EF861ACC706}" destId="{1949E563-5CD5-4FE9-A65F-122A7F09DF83}" srcOrd="2" destOrd="0" parTransId="{920C3053-22EF-4D73-AB53-119E3B511D44}" sibTransId="{E1891ED6-537A-4687-9BD9-C88CB0B4C742}"/>
    <dgm:cxn modelId="{4588CC2D-70CB-4895-ACF7-0AD22E445A18}" type="presOf" srcId="{9232AA30-A044-419E-8A2F-332AF72116C1}" destId="{624F6665-D65E-4528-9ECC-4A6BBE12622A}" srcOrd="1" destOrd="0" presId="urn:microsoft.com/office/officeart/2024/layout/VerticalActionList"/>
    <dgm:cxn modelId="{F8A44B63-FD94-4C36-9A7C-FE4B68B8193F}" type="presOf" srcId="{E8F9681E-87E3-4B15-8B95-E6D7329B5A2A}" destId="{504108E2-CC6B-47A8-A3EE-5F50DCA0E827}" srcOrd="0" destOrd="0" presId="urn:microsoft.com/office/officeart/2024/layout/VerticalActionList"/>
    <dgm:cxn modelId="{A70C7B49-85BA-44AB-B93A-D1CAB5A64A7D}" type="presOf" srcId="{A3388AA5-DCBB-4484-A096-4EAE4FDF2406}" destId="{72C303DA-3B3D-445D-8606-47BC083292C7}" srcOrd="1" destOrd="0" presId="urn:microsoft.com/office/officeart/2024/layout/VerticalActionList"/>
    <dgm:cxn modelId="{FD04EC6D-E589-4B12-AAE6-2F326948D647}" type="presOf" srcId="{5125BC8F-E5A8-44F4-9DD2-F9D26DC75A0E}" destId="{ABF1B64D-7FA2-49A7-BB1B-A8AE2480BE98}" srcOrd="0" destOrd="0" presId="urn:microsoft.com/office/officeart/2024/layout/VerticalActionList"/>
    <dgm:cxn modelId="{937ADD58-B81F-4D3E-8AE5-C6A88F180F1B}" srcId="{EB3D62E9-2000-466C-9BC8-2EF861ACC706}" destId="{9232AA30-A044-419E-8A2F-332AF72116C1}" srcOrd="1" destOrd="0" parTransId="{E2B3C995-A7D3-418E-9956-1E142E925BBE}" sibTransId="{32A89E81-BF4E-4B67-9D5C-287972C1E59D}"/>
    <dgm:cxn modelId="{35806E7E-7DAD-4608-9556-3126A03A0F07}" type="presOf" srcId="{EB3D62E9-2000-466C-9BC8-2EF861ACC706}" destId="{5FBC14E2-C72D-4B7C-B48F-E215128D3E80}" srcOrd="0" destOrd="0" presId="urn:microsoft.com/office/officeart/2024/layout/VerticalActionList"/>
    <dgm:cxn modelId="{E82C2E90-2517-4383-804C-4902914887F7}" srcId="{1949E563-5CD5-4FE9-A65F-122A7F09DF83}" destId="{E8F9681E-87E3-4B15-8B95-E6D7329B5A2A}" srcOrd="0" destOrd="0" parTransId="{51F41228-2F58-4102-AFBE-339DD93171F6}" sibTransId="{C570B835-361E-48D3-A520-5B57EC6E090A}"/>
    <dgm:cxn modelId="{30AD439E-065B-4F80-81A9-A7AF9C0C0EA7}" type="presOf" srcId="{A3388AA5-DCBB-4484-A096-4EAE4FDF2406}" destId="{989879EB-9688-46EE-A8CF-7BFD17B3C454}" srcOrd="0" destOrd="0" presId="urn:microsoft.com/office/officeart/2024/layout/VerticalActionList"/>
    <dgm:cxn modelId="{64B04EA2-4450-42B9-9BD8-69779A79EFEB}" type="presOf" srcId="{1949E563-5CD5-4FE9-A65F-122A7F09DF83}" destId="{1EB9E427-7355-4C6F-B3DB-8E268930891C}" srcOrd="0" destOrd="0" presId="urn:microsoft.com/office/officeart/2024/layout/VerticalActionList"/>
    <dgm:cxn modelId="{CBFA0FAA-5C2C-41C1-A62C-94C911B0FB21}" type="presOf" srcId="{1949E563-5CD5-4FE9-A65F-122A7F09DF83}" destId="{F7717507-57F4-4888-9C8E-BA2DBE79111B}" srcOrd="1" destOrd="0" presId="urn:microsoft.com/office/officeart/2024/layout/VerticalActionList"/>
    <dgm:cxn modelId="{994842BB-BE86-4A82-AD0C-F74630DB19EC}" srcId="{EB3D62E9-2000-466C-9BC8-2EF861ACC706}" destId="{A3388AA5-DCBB-4484-A096-4EAE4FDF2406}" srcOrd="0" destOrd="0" parTransId="{BD35BE78-BF42-4475-8422-18E46B8DBEF3}" sibTransId="{3445A1CA-F7CC-430C-A9B2-5E380A387C13}"/>
    <dgm:cxn modelId="{2D1DDBCB-5941-4182-A2DE-35AA6191BE18}" srcId="{A3388AA5-DCBB-4484-A096-4EAE4FDF2406}" destId="{5125BC8F-E5A8-44F4-9DD2-F9D26DC75A0E}" srcOrd="0" destOrd="0" parTransId="{C39192F9-D26B-4B29-8BCB-DE1AF6A787CB}" sibTransId="{C4665330-4DAB-4497-9744-89F18A96EEB7}"/>
    <dgm:cxn modelId="{399F4566-E35F-4A50-B794-4635B56BE4E8}" type="presParOf" srcId="{5FBC14E2-C72D-4B7C-B48F-E215128D3E80}" destId="{78C5D743-CBBE-480E-9BA0-697A6AB48E9A}" srcOrd="0" destOrd="0" presId="urn:microsoft.com/office/officeart/2024/layout/VerticalActionList"/>
    <dgm:cxn modelId="{C78659D5-9579-4493-B480-D573F29B37FA}" type="presParOf" srcId="{78C5D743-CBBE-480E-9BA0-697A6AB48E9A}" destId="{989879EB-9688-46EE-A8CF-7BFD17B3C454}" srcOrd="0" destOrd="0" presId="urn:microsoft.com/office/officeart/2024/layout/VerticalActionList"/>
    <dgm:cxn modelId="{239A7A7E-D4A0-4209-8E7C-BC8CBE4949E3}" type="presParOf" srcId="{78C5D743-CBBE-480E-9BA0-697A6AB48E9A}" destId="{72C303DA-3B3D-445D-8606-47BC083292C7}" srcOrd="1" destOrd="0" presId="urn:microsoft.com/office/officeart/2024/layout/VerticalActionList"/>
    <dgm:cxn modelId="{40FCF4FA-2246-4E50-8219-D436116717A4}" type="presParOf" srcId="{78C5D743-CBBE-480E-9BA0-697A6AB48E9A}" destId="{ABF1B64D-7FA2-49A7-BB1B-A8AE2480BE98}" srcOrd="2" destOrd="0" presId="urn:microsoft.com/office/officeart/2024/layout/VerticalActionList"/>
    <dgm:cxn modelId="{83CEA4AB-92E2-4BC6-8616-38F18ECA2E61}" type="presParOf" srcId="{5FBC14E2-C72D-4B7C-B48F-E215128D3E80}" destId="{32A2038C-920E-48FF-9DCF-42677FFB3ADC}" srcOrd="1" destOrd="0" presId="urn:microsoft.com/office/officeart/2024/layout/VerticalActionList"/>
    <dgm:cxn modelId="{2E4BD5C2-F394-483D-8804-5487D7C763B6}" type="presParOf" srcId="{5FBC14E2-C72D-4B7C-B48F-E215128D3E80}" destId="{50852775-632F-4378-8E90-9037EA97848E}" srcOrd="2" destOrd="0" presId="urn:microsoft.com/office/officeart/2024/layout/VerticalActionList"/>
    <dgm:cxn modelId="{AA70E372-5D73-4782-83B0-F183F34E1BAC}" type="presParOf" srcId="{50852775-632F-4378-8E90-9037EA97848E}" destId="{30843FA9-B429-4CD3-AA1C-7C4012C610BF}" srcOrd="0" destOrd="0" presId="urn:microsoft.com/office/officeart/2024/layout/VerticalActionList"/>
    <dgm:cxn modelId="{171F3EBE-FD36-441B-9D4E-45EA576CE702}" type="presParOf" srcId="{50852775-632F-4378-8E90-9037EA97848E}" destId="{624F6665-D65E-4528-9ECC-4A6BBE12622A}" srcOrd="1" destOrd="0" presId="urn:microsoft.com/office/officeart/2024/layout/VerticalActionList"/>
    <dgm:cxn modelId="{BE587731-2EC3-4C6D-BE78-662AC95E960D}" type="presParOf" srcId="{50852775-632F-4378-8E90-9037EA97848E}" destId="{C40E5C77-7164-4CDD-97EB-B89969CB82BE}" srcOrd="2" destOrd="0" presId="urn:microsoft.com/office/officeart/2024/layout/VerticalActionList"/>
    <dgm:cxn modelId="{08232176-590B-46C7-9263-8F4F40DAA97E}" type="presParOf" srcId="{5FBC14E2-C72D-4B7C-B48F-E215128D3E80}" destId="{03F65C1F-E5E7-4AE8-A43C-6EB948004853}" srcOrd="3" destOrd="0" presId="urn:microsoft.com/office/officeart/2024/layout/VerticalActionList"/>
    <dgm:cxn modelId="{82653D0E-F555-4ECB-BFB0-8D16E2F3835A}" type="presParOf" srcId="{5FBC14E2-C72D-4B7C-B48F-E215128D3E80}" destId="{5D1DD69A-F14D-4918-82E5-98124931F7E7}" srcOrd="4" destOrd="0" presId="urn:microsoft.com/office/officeart/2024/layout/VerticalActionList"/>
    <dgm:cxn modelId="{542ECBFF-315D-40A4-B267-DD80FB3550AE}" type="presParOf" srcId="{5D1DD69A-F14D-4918-82E5-98124931F7E7}" destId="{1EB9E427-7355-4C6F-B3DB-8E268930891C}" srcOrd="0" destOrd="0" presId="urn:microsoft.com/office/officeart/2024/layout/VerticalActionList"/>
    <dgm:cxn modelId="{3C104FBC-EFA4-4A80-AD2C-D8858AF8510A}" type="presParOf" srcId="{5D1DD69A-F14D-4918-82E5-98124931F7E7}" destId="{F7717507-57F4-4888-9C8E-BA2DBE79111B}" srcOrd="1" destOrd="0" presId="urn:microsoft.com/office/officeart/2024/layout/VerticalActionList"/>
    <dgm:cxn modelId="{0CBC23EB-7AED-4E4E-BE80-DC18452DD0DA}" type="presParOf" srcId="{5D1DD69A-F14D-4918-82E5-98124931F7E7}" destId="{504108E2-CC6B-47A8-A3EE-5F50DCA0E827}" srcOrd="2" destOrd="0" presId="urn:microsoft.com/office/officeart/2024/layout/Vertic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879EB-9688-46EE-A8CF-7BFD17B3C454}">
      <dsp:nvSpPr>
        <dsp:cNvPr id="0" name=""/>
        <dsp:cNvSpPr/>
      </dsp:nvSpPr>
      <dsp:spPr>
        <a:xfrm rot="5400000">
          <a:off x="4098131" y="-2528093"/>
          <a:ext cx="1627187" cy="668655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365" tIns="160730" rIns="87365" bIns="16073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One</a:t>
          </a:r>
        </a:p>
      </dsp:txBody>
      <dsp:txXfrm rot="16200000">
        <a:off x="47659" y="49247"/>
        <a:ext cx="1603341" cy="1531869"/>
      </dsp:txXfrm>
    </dsp:sp>
    <dsp:sp modelId="{ABF1B64D-7FA2-49A7-BB1B-A8AE2480BE98}">
      <dsp:nvSpPr>
        <dsp:cNvPr id="0" name=""/>
        <dsp:cNvSpPr/>
      </dsp:nvSpPr>
      <dsp:spPr>
        <a:xfrm>
          <a:off x="1650999" y="1587"/>
          <a:ext cx="6604000" cy="16271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85" tIns="160730" rIns="139785" bIns="16073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Two has a longer label</a:t>
          </a:r>
        </a:p>
      </dsp:txBody>
      <dsp:txXfrm>
        <a:off x="1650999" y="1587"/>
        <a:ext cx="6604000" cy="1627187"/>
      </dsp:txXfrm>
    </dsp:sp>
    <dsp:sp modelId="{72C303DA-3B3D-445D-8606-47BC083292C7}">
      <dsp:nvSpPr>
        <dsp:cNvPr id="0" name=""/>
        <dsp:cNvSpPr/>
      </dsp:nvSpPr>
      <dsp:spPr>
        <a:xfrm rot="16200000">
          <a:off x="11906" y="-10318"/>
          <a:ext cx="1627187" cy="1651000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365" tIns="160730" rIns="87365" bIns="16073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One</a:t>
          </a:r>
        </a:p>
      </dsp:txBody>
      <dsp:txXfrm rot="5400000">
        <a:off x="47659" y="49247"/>
        <a:ext cx="1603341" cy="1531869"/>
      </dsp:txXfrm>
    </dsp:sp>
    <dsp:sp modelId="{30843FA9-B429-4CD3-AA1C-7C4012C610BF}">
      <dsp:nvSpPr>
        <dsp:cNvPr id="0" name=""/>
        <dsp:cNvSpPr/>
      </dsp:nvSpPr>
      <dsp:spPr>
        <a:xfrm rot="5400000">
          <a:off x="4098131" y="-803275"/>
          <a:ext cx="1627187" cy="668655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365" tIns="160730" rIns="87365" bIns="16073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Three</a:t>
          </a:r>
        </a:p>
      </dsp:txBody>
      <dsp:txXfrm rot="16200000">
        <a:off x="47659" y="1774066"/>
        <a:ext cx="1603341" cy="1531869"/>
      </dsp:txXfrm>
    </dsp:sp>
    <dsp:sp modelId="{624F6665-D65E-4528-9ECC-4A6BBE12622A}">
      <dsp:nvSpPr>
        <dsp:cNvPr id="0" name=""/>
        <dsp:cNvSpPr/>
      </dsp:nvSpPr>
      <dsp:spPr>
        <a:xfrm rot="16200000">
          <a:off x="11906" y="1714500"/>
          <a:ext cx="1627187" cy="1651000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365" tIns="160730" rIns="87365" bIns="16073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Three</a:t>
          </a:r>
        </a:p>
      </dsp:txBody>
      <dsp:txXfrm rot="5400000">
        <a:off x="47659" y="1774066"/>
        <a:ext cx="1603341" cy="1531869"/>
      </dsp:txXfrm>
    </dsp:sp>
    <dsp:sp modelId="{1EB9E427-7355-4C6F-B3DB-8E268930891C}">
      <dsp:nvSpPr>
        <dsp:cNvPr id="0" name=""/>
        <dsp:cNvSpPr/>
      </dsp:nvSpPr>
      <dsp:spPr>
        <a:xfrm rot="5400000">
          <a:off x="4098131" y="921543"/>
          <a:ext cx="1627187" cy="668655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365" tIns="160730" rIns="87365" bIns="16073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Four</a:t>
          </a:r>
        </a:p>
      </dsp:txBody>
      <dsp:txXfrm rot="16200000">
        <a:off x="47659" y="3498884"/>
        <a:ext cx="1603341" cy="1531869"/>
      </dsp:txXfrm>
    </dsp:sp>
    <dsp:sp modelId="{504108E2-CC6B-47A8-A3EE-5F50DCA0E827}">
      <dsp:nvSpPr>
        <dsp:cNvPr id="0" name=""/>
        <dsp:cNvSpPr/>
      </dsp:nvSpPr>
      <dsp:spPr>
        <a:xfrm>
          <a:off x="1650999" y="3451225"/>
          <a:ext cx="6604000" cy="16271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85" tIns="160730" rIns="139785" bIns="16073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Five</a:t>
          </a:r>
        </a:p>
      </dsp:txBody>
      <dsp:txXfrm>
        <a:off x="1650999" y="3451225"/>
        <a:ext cx="6604000" cy="1627187"/>
      </dsp:txXfrm>
    </dsp:sp>
    <dsp:sp modelId="{F7717507-57F4-4888-9C8E-BA2DBE79111B}">
      <dsp:nvSpPr>
        <dsp:cNvPr id="0" name=""/>
        <dsp:cNvSpPr/>
      </dsp:nvSpPr>
      <dsp:spPr>
        <a:xfrm rot="16200000">
          <a:off x="11906" y="3439318"/>
          <a:ext cx="1627187" cy="1651000"/>
        </a:xfrm>
        <a:prstGeom prst="round2SameRect">
          <a:avLst>
            <a:gd name="adj1" fmla="val 1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365" tIns="160730" rIns="87365" bIns="16073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Four</a:t>
          </a:r>
        </a:p>
      </dsp:txBody>
      <dsp:txXfrm rot="5400000">
        <a:off x="47659" y="3498884"/>
        <a:ext cx="1603341" cy="15318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VerticalActionList">
  <dgm:title val=""/>
  <dgm:desc val=""/>
  <dgm:catLst>
    <dgm:cat type="list" pri="8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T"/>
          <dgm:param type="nodeHorzAlign" val="l"/>
        </dgm:alg>
      </dgm:if>
      <dgm:else name="dirRev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alg type="composite"/>
        <dgm:shape xmlns:r="http://schemas.openxmlformats.org/officeDocument/2006/relationships" r:blip="">
          <dgm:adjLst/>
        </dgm:shape>
        <dgm:presOf/>
        <dgm:choose name="compositeDir">
          <dgm:if name="compositeNorm" func="var" arg="dir" op="equ" val="norm">
            <dgm:constrLst>
              <dgm:constr type="l" for="ch" forName="bgOutline" refType="w" fact="0.19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 refType="w" fact="0.2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if>
          <dgm:else name="compositeRev">
            <dgm:constrLst>
              <dgm:constr type="l" for="ch" forName="bgOutline"/>
              <dgm:constr type="t" for="ch" forName="bgOutline"/>
              <dgm:constr type="w" for="ch" forName="bgOutline" refType="w" fact="0.81"/>
              <dgm:constr type="h" for="ch" forName="bgOutline" refType="h"/>
              <dgm:constr type="l" for="ch" forName="parentText" refType="w" fact="0.8"/>
              <dgm:constr type="t" for="ch" forName="parentText"/>
              <dgm:constr type="w" for="ch" forName="parentText" refType="w" fact="0.2"/>
              <dgm:constr type="h" for="ch" forName="parentText" refType="h"/>
              <dgm:constr type="l" for="ch" forName="descendantText"/>
              <dgm:constr type="t" for="ch" forName="descendantText"/>
              <dgm:constr type="w" for="ch" forName="descendantText" refType="w" fact="0.8"/>
              <dgm:constr type="h" for="ch" forName="descendantText" refType="h"/>
            </dgm:constrLst>
          </dgm:else>
        </dgm:choose>
        <dgm:ruleLst/>
        <dgm:layoutNode name="bgOutline" styleLbl="fgAcc1">
          <dgm:alg type="sp"/>
          <dgm:choose name="bgOutlineDir">
            <dgm:if name="bgOutlineNorm" func="var" arg="dir" op="equ" val="norm">
              <dgm:shape xmlns:r="http://schemas.openxmlformats.org/officeDocument/2006/relationships" rot="90" type="round2SameRect" r:blip="">
                <dgm:adjLst>
                  <dgm:adj idx="1" val="0.15"/>
                  <dgm:adj idx="2" val="0"/>
                </dgm:adjLst>
              </dgm:shape>
            </dgm:if>
            <dgm:else name="bgOutlineRev">
              <dgm:shape xmlns:r="http://schemas.openxmlformats.org/officeDocument/2006/relationships" rot="-90" type="round2SameRect" r:blip="">
                <dgm:adjLst>
                  <dgm:adj idx="1" val="0.15"/>
                  <dgm:adj idx="2" val="0"/>
                </dgm:adjLst>
              </dgm:shape>
            </dgm:else>
          </dgm:choose>
          <dgm:presOf axis="self"/>
          <dgm:constrLst/>
          <dgm:ruleLst/>
        </dgm:layoutNode>
        <dgm:layoutNode name="parentText" styleLbl="alignNode1">
          <dgm:varLst>
            <dgm:chMax val="1"/>
            <dgm:bulletEnabled/>
          </dgm:varLst>
          <dgm:alg type="tx">
            <dgm:param type="parTxLTRAlign" val="l"/>
            <dgm:param type="parTxRTLAlign" val="r"/>
          </dgm:alg>
          <dgm:choose name="parentShapeDir">
            <dgm:if name="parentShapeNorm" func="var" arg="dir" op="equ" val="norm">
              <dgm:shape xmlns:r="http://schemas.openxmlformats.org/officeDocument/2006/relationships" rot="-90" type="round2SameRect" r:blip="" zOrderOff="3">
                <dgm:adjLst>
                  <dgm:adj idx="1" val="0.1"/>
                </dgm:adjLst>
              </dgm:shape>
            </dgm:if>
            <dgm:else name="parentShapeRev">
              <dgm:shape xmlns:r="http://schemas.openxmlformats.org/officeDocument/2006/relationships" rot="90" type="round2SameRect" r:blip="" zOrderOff="3">
                <dgm:adjLst>
                  <dgm:adj idx="1" val="0.1"/>
                </dgm:adjLst>
              </dgm:shape>
            </dgm:else>
          </dgm:choos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8" fact="NaN" max="NaN"/>
          </dgm:ruleLst>
        </dgm:layoutNode>
        <dgm:layoutNode name="descendantText" styleLbl="revTx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" ptType="node"/>
          <dgm:constrLst>
            <dgm:constr type="primFontSz" val="24"/>
            <dgm:constr type="lMarg" refType="w" fact="0.06"/>
            <dgm:constr type="rMarg" refType="w" fact="0.06"/>
            <dgm:constr type="tMarg" refType="h" fact="0.28"/>
            <dgm:constr type="bMarg" refType="h" fact="0.28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C40F-3048-F202-CC7A-D49F7D570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08D41-D76A-A5BC-F304-7F80A6EB0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87318-4654-A50E-C003-8C10AA128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0EE3-076D-4AA2-9B32-38F9F70C9C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85FAF-C447-6F8E-5255-C13879CE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DB2A3-691A-625E-43AD-8947C63E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7745-9AB7-4343-AE57-A87C577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47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319AF-C74C-52F2-45A5-A3711588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8365C-E187-E0FE-7902-BCC4D010B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1A32C-A0BA-7C29-44EB-D0319BF6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0EE3-076D-4AA2-9B32-38F9F70C9C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0EB28-8072-3EC9-D859-B49C3C6BB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AC423-0A3B-6EF3-FDA7-D207E5A6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7745-9AB7-4343-AE57-A87C577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85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0FA2-A956-CF11-DFA3-C0D506082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D184D-1CE1-2618-F57A-10217E581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E5061-E4B1-E24E-D3B9-C23A2598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0EE3-076D-4AA2-9B32-38F9F70C9C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F4334-943D-74F1-0C89-A6F03A2D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61169-0D09-0289-3DB9-0EB26595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7745-9AB7-4343-AE57-A87C577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14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1C07-53DE-EC20-2E31-8532FAFAB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D9C24-93AB-9383-87D2-C8DCEF6B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EB620-4AE5-69E9-4C40-F024A4D64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EDCAC-956A-1AED-2D79-C99FDDC3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0EE3-076D-4AA2-9B32-38F9F70C9C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D6E7F-7F41-67C7-96C2-D148FB5E3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97E70-68A8-34D6-5AEC-9911BFED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7745-9AB7-4343-AE57-A87C577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1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3B23A-20AD-6474-47C3-44700FA49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62877-D335-3024-DB80-1C7C74C16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9A66C-2918-E50D-61DE-255222E52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A15744-334C-5B2F-5088-8F2A1C07D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B44E17-7A8C-1F7D-92B4-0DCFEE060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F01D52-C1F4-FDE5-B57E-4CF10838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0EE3-076D-4AA2-9B32-38F9F70C9C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406179-FF58-7196-9FCC-95CD9CF4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E58F5-6D1C-DDEE-6802-6075ADACC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7745-9AB7-4343-AE57-A87C577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0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099C-196D-9FD2-C83F-FCA8015DB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178D7C-C449-AFF0-AFBA-69CB8D6A9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0EE3-076D-4AA2-9B32-38F9F70C9C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D31C4-C922-7C79-5D6B-4107F3142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C5714-90B5-2DA2-BD70-4C67D2885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7745-9AB7-4343-AE57-A87C577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6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52E625-8569-976F-C3EA-5C2D2437A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0EE3-076D-4AA2-9B32-38F9F70C9C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86E06-0693-8F9D-F63C-E01F2052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C245E-0246-A158-81D7-EE2C6B25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7745-9AB7-4343-AE57-A87C577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84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2307-2CEF-91A0-04F7-879BF51D3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C0800-FC34-2663-D171-1EC0C6120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7C7B0-600A-123D-A734-0EA5A8FAB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CF83D-C9C5-AA39-AEBC-3D900B8C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0EE3-076D-4AA2-9B32-38F9F70C9C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A4578-AD6B-A1F1-69A3-D341323F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26014-A892-D935-B1EC-5A380557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7745-9AB7-4343-AE57-A87C577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9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F7A4D-2EA1-2E43-A52E-9CAF86B68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3A23B2-46F7-6897-E25F-57997CB58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50EDC-72A5-CA83-06EE-0031EAFD4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6C6CB-07D3-182C-2D14-960EFCE1C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0EE3-076D-4AA2-9B32-38F9F70C9C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0F529-1206-6DBC-9387-FD99F059E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82F98-93C7-DB7C-2FC7-F0118C9C4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7745-9AB7-4343-AE57-A87C577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8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4B3A8-7CED-E825-A5AB-1AB7E1256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4E839-02FE-1950-410B-AB73A1882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89C6F-4E6B-C1CB-1CEB-800C41042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0EE3-076D-4AA2-9B32-38F9F70C9C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F6AB3-E8FB-CCA0-4E90-9B06FF3E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8E05F-3996-B9AF-9B89-602B9AF8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7745-9AB7-4343-AE57-A87C577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0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4C6E27-1CB7-CC8B-AF02-E086C2CC7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CA203-4E7E-2B05-B588-AD479DB81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FD6E5-F0E6-4861-0211-D87D713C6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0EE3-076D-4AA2-9B32-38F9F70C9C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0442C-31CD-981F-F0EB-F6F6735F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F268E-27CF-AC8E-4F9D-29362952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7745-9AB7-4343-AE57-A87C577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3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A4AAFB-A184-E852-A1A2-D4FD7D7C4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C0F7F-C615-2183-A07F-8178FE52F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CD16E-F71D-544A-D97A-2DFCE2E47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70EE3-076D-4AA2-9B32-38F9F70C9C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D4AFD-166D-61B6-2F83-5DBC8C7B4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18EDC-F8FC-DEB6-7794-D32DEEEAA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97745-9AB7-4343-AE57-A87C57770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21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6A8327B-CBE1-9A1D-A012-E9E091CF95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897402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6245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2026-09-06T08:12:50Z</dcterms:created>
  <dcterms:modified xsi:type="dcterms:W3CDTF">2026-09-06T08:12:51Z</dcterms:modified>
</cp:coreProperties>
</file>