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53FB12-6FAC-4917-A292-0AB9A57364C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368060-E418-4597-B020-4D692EDC4868}">
      <dgm:prSet phldrT="[Text]"/>
      <dgm:spPr/>
      <dgm:t>
        <a:bodyPr/>
        <a:lstStyle/>
        <a:p>
          <a:r>
            <a:rPr lang="en-US"/>
            <a:t>Branch A Root</a:t>
          </a:r>
        </a:p>
      </dgm:t>
    </dgm:pt>
    <dgm:pt modelId="{7EB1916E-F2DA-443C-9A30-D0A3F3250B1D}" type="parTrans" cxnId="{10A28EBC-9C6B-4AA8-8ABA-146CD6D63478}">
      <dgm:prSet/>
      <dgm:spPr/>
    </dgm:pt>
    <dgm:pt modelId="{371D64A1-55B5-489E-AC55-031A505B2865}" type="sibTrans" cxnId="{10A28EBC-9C6B-4AA8-8ABA-146CD6D63478}">
      <dgm:prSet/>
      <dgm:spPr/>
    </dgm:pt>
    <dgm:pt modelId="{6D3BADDF-158C-4951-9C18-FE783FBA20A5}">
      <dgm:prSet phldrT="[Text]"/>
      <dgm:spPr/>
      <dgm:t>
        <a:bodyPr/>
        <a:lstStyle/>
        <a:p>
          <a:r>
            <a:rPr lang="en-US"/>
            <a:t>Branch A Child</a:t>
          </a:r>
        </a:p>
      </dgm:t>
    </dgm:pt>
    <dgm:pt modelId="{878CAB33-3CE3-434F-95DF-9E3A834E711F}" type="parTrans" cxnId="{43FC9C6C-5E7C-4AA0-897D-3BB79102F8FC}">
      <dgm:prSet/>
      <dgm:spPr/>
    </dgm:pt>
    <dgm:pt modelId="{9FBF0A06-67F7-4760-AB04-C560DB58C6A0}" type="sibTrans" cxnId="{43FC9C6C-5E7C-4AA0-897D-3BB79102F8FC}">
      <dgm:prSet/>
      <dgm:spPr/>
    </dgm:pt>
    <dgm:pt modelId="{F357BA41-7BCD-42FA-8703-B4962A197089}">
      <dgm:prSet phldrT="[Text]"/>
      <dgm:spPr/>
      <dgm:t>
        <a:bodyPr/>
        <a:lstStyle/>
        <a:p>
          <a:r>
            <a:rPr lang="en-US"/>
            <a:t>Branch A Grandchild with long text</a:t>
          </a:r>
        </a:p>
      </dgm:t>
    </dgm:pt>
    <dgm:pt modelId="{F2F73EDE-2457-491D-8898-B81ACD10FD52}" type="parTrans" cxnId="{82F877DD-3159-40C8-9AC6-2478A599113A}">
      <dgm:prSet/>
      <dgm:spPr/>
    </dgm:pt>
    <dgm:pt modelId="{C53EE792-B44C-4FD5-ADC4-32A252BDFE4B}" type="sibTrans" cxnId="{82F877DD-3159-40C8-9AC6-2478A599113A}">
      <dgm:prSet/>
      <dgm:spPr/>
    </dgm:pt>
    <dgm:pt modelId="{F66E6494-E6B7-4A83-AAB0-EB05CFC777F9}">
      <dgm:prSet phldrT="[Text]"/>
      <dgm:spPr/>
      <dgm:t>
        <a:bodyPr/>
        <a:lstStyle/>
        <a:p>
          <a:r>
            <a:rPr lang="en-US"/>
            <a:t>Branch B Root</a:t>
          </a:r>
        </a:p>
      </dgm:t>
    </dgm:pt>
    <dgm:pt modelId="{76259701-B5EF-4B97-9A68-99BFECE714F7}" type="parTrans" cxnId="{9DCA1049-5B12-4F35-82A1-84DF91155799}">
      <dgm:prSet/>
      <dgm:spPr/>
    </dgm:pt>
    <dgm:pt modelId="{005F042C-FBBE-4D65-B220-6297CA455406}" type="sibTrans" cxnId="{9DCA1049-5B12-4F35-82A1-84DF91155799}">
      <dgm:prSet/>
      <dgm:spPr/>
    </dgm:pt>
    <dgm:pt modelId="{E74798D3-3121-4300-B92A-C6E234494A98}">
      <dgm:prSet phldrT="[Text]"/>
      <dgm:spPr/>
      <dgm:t>
        <a:bodyPr/>
        <a:lstStyle/>
        <a:p>
          <a:r>
            <a:rPr lang="en-US"/>
            <a:t>Branch B Child</a:t>
          </a:r>
        </a:p>
      </dgm:t>
    </dgm:pt>
    <dgm:pt modelId="{17FD6CC4-9B23-4CC1-8ECB-A77A7579FC8F}" type="parTrans" cxnId="{F92D88C4-F0C7-4DB5-869E-979606B51C4F}">
      <dgm:prSet/>
      <dgm:spPr/>
    </dgm:pt>
    <dgm:pt modelId="{63E5D346-7D67-4A10-959F-D4DC18E39DC6}" type="sibTrans" cxnId="{F92D88C4-F0C7-4DB5-869E-979606B51C4F}">
      <dgm:prSet/>
      <dgm:spPr/>
    </dgm:pt>
    <dgm:pt modelId="{922CADC4-ED74-46A0-9DB4-6300074C9DE3}">
      <dgm:prSet phldrT="[Text]"/>
      <dgm:spPr/>
      <dgm:t>
        <a:bodyPr/>
        <a:lstStyle/>
        <a:p>
          <a:r>
            <a:rPr lang="en-US"/>
            <a:t>Branch B Grandchild</a:t>
          </a:r>
        </a:p>
      </dgm:t>
    </dgm:pt>
    <dgm:pt modelId="{18DFFA34-7662-40D3-986C-6B4F70DEBE9B}" type="parTrans" cxnId="{D4AA8215-0254-454A-B0F8-2448F9E8F0E7}">
      <dgm:prSet/>
      <dgm:spPr/>
    </dgm:pt>
    <dgm:pt modelId="{786A53CF-E4BB-4BFF-AD85-A4BB40FA9B7D}" type="sibTrans" cxnId="{D4AA8215-0254-454A-B0F8-2448F9E8F0E7}">
      <dgm:prSet/>
      <dgm:spPr/>
    </dgm:pt>
    <dgm:pt modelId="{0E5FE9EA-E415-4657-AB53-B9343017A9B5}">
      <dgm:prSet phldrT="[Text]"/>
      <dgm:spPr/>
      <dgm:t>
        <a:bodyPr/>
        <a:lstStyle/>
        <a:p>
          <a:r>
            <a:rPr lang="en-US"/>
            <a:t>Branch C Root</a:t>
          </a:r>
        </a:p>
      </dgm:t>
    </dgm:pt>
    <dgm:pt modelId="{AF8E7C6A-A072-4DB3-96BF-0DC28F3B5498}" type="parTrans" cxnId="{F2D8D90B-CBC5-4EF6-9C61-52C4652C5BAE}">
      <dgm:prSet/>
      <dgm:spPr/>
    </dgm:pt>
    <dgm:pt modelId="{EBD2023C-1C67-42CE-A681-B209B3774B80}" type="sibTrans" cxnId="{F2D8D90B-CBC5-4EF6-9C61-52C4652C5BAE}">
      <dgm:prSet/>
      <dgm:spPr/>
    </dgm:pt>
    <dgm:pt modelId="{FABF1B0F-B9B2-4F4C-97F5-556F3A731275}">
      <dgm:prSet phldrT="[Text]"/>
      <dgm:spPr/>
      <dgm:t>
        <a:bodyPr/>
        <a:lstStyle/>
        <a:p>
          <a:r>
            <a:rPr lang="en-US"/>
            <a:t>Branch C Child</a:t>
          </a:r>
        </a:p>
      </dgm:t>
    </dgm:pt>
    <dgm:pt modelId="{B3A1AF8D-E7AB-4934-91A7-64845C00D584}" type="parTrans" cxnId="{9157F963-A4F7-419A-B3B3-DB92010490ED}">
      <dgm:prSet/>
      <dgm:spPr/>
    </dgm:pt>
    <dgm:pt modelId="{C8389332-F5ED-411F-B4AD-91EF9ACDF3B3}" type="sibTrans" cxnId="{9157F963-A4F7-419A-B3B3-DB92010490ED}">
      <dgm:prSet/>
      <dgm:spPr/>
    </dgm:pt>
    <dgm:pt modelId="{8F334BBB-A3E4-41D2-A8EA-86981DE391D0}" type="pres">
      <dgm:prSet presAssocID="{D753FB12-6FAC-4917-A292-0AB9A57364C6}" presName="linear" presStyleCnt="0">
        <dgm:presLayoutVars>
          <dgm:animLvl val="lvl"/>
          <dgm:resizeHandles val="exact"/>
        </dgm:presLayoutVars>
      </dgm:prSet>
      <dgm:spPr/>
    </dgm:pt>
    <dgm:pt modelId="{623BBAD8-A65E-4EBF-80D6-F03C2D049EA3}" type="pres">
      <dgm:prSet presAssocID="{76368060-E418-4597-B020-4D692EDC486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178D50F-CD85-49FD-91D3-8BFC8AB68C18}" type="pres">
      <dgm:prSet presAssocID="{76368060-E418-4597-B020-4D692EDC4868}" presName="childText" presStyleLbl="revTx" presStyleIdx="0" presStyleCnt="3">
        <dgm:presLayoutVars>
          <dgm:bulletEnabled val="1"/>
        </dgm:presLayoutVars>
      </dgm:prSet>
      <dgm:spPr/>
    </dgm:pt>
    <dgm:pt modelId="{23C12FB5-2634-4B21-8A14-13F47D67A612}" type="pres">
      <dgm:prSet presAssocID="{F66E6494-E6B7-4A83-AAB0-EB05CFC777F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BB784C9-345A-4263-AC15-D6835CBC269B}" type="pres">
      <dgm:prSet presAssocID="{F66E6494-E6B7-4A83-AAB0-EB05CFC777F9}" presName="childText" presStyleLbl="revTx" presStyleIdx="1" presStyleCnt="3">
        <dgm:presLayoutVars>
          <dgm:bulletEnabled val="1"/>
        </dgm:presLayoutVars>
      </dgm:prSet>
      <dgm:spPr/>
    </dgm:pt>
    <dgm:pt modelId="{76010B8C-6CC1-40FB-8204-E02C5F74B206}" type="pres">
      <dgm:prSet presAssocID="{0E5FE9EA-E415-4657-AB53-B9343017A9B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5067C70-78CA-4E9B-BBCC-E4014653C46E}" type="pres">
      <dgm:prSet presAssocID="{0E5FE9EA-E415-4657-AB53-B9343017A9B5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F2D8D90B-CBC5-4EF6-9C61-52C4652C5BAE}" srcId="{D753FB12-6FAC-4917-A292-0AB9A57364C6}" destId="{0E5FE9EA-E415-4657-AB53-B9343017A9B5}" srcOrd="2" destOrd="0" parTransId="{AF8E7C6A-A072-4DB3-96BF-0DC28F3B5498}" sibTransId="{EBD2023C-1C67-42CE-A681-B209B3774B80}"/>
    <dgm:cxn modelId="{D4AA8215-0254-454A-B0F8-2448F9E8F0E7}" srcId="{F66E6494-E6B7-4A83-AAB0-EB05CFC777F9}" destId="{922CADC4-ED74-46A0-9DB4-6300074C9DE3}" srcOrd="1" destOrd="0" parTransId="{18DFFA34-7662-40D3-986C-6B4F70DEBE9B}" sibTransId="{786A53CF-E4BB-4BFF-AD85-A4BB40FA9B7D}"/>
    <dgm:cxn modelId="{2D991A2A-F304-41BF-802C-DD2F2ABC4502}" type="presOf" srcId="{E74798D3-3121-4300-B92A-C6E234494A98}" destId="{0BB784C9-345A-4263-AC15-D6835CBC269B}" srcOrd="0" destOrd="0" presId="urn:microsoft.com/office/officeart/2005/8/layout/vList2"/>
    <dgm:cxn modelId="{738D732D-3AA0-4244-B949-0EFB7840DF2F}" type="presOf" srcId="{922CADC4-ED74-46A0-9DB4-6300074C9DE3}" destId="{0BB784C9-345A-4263-AC15-D6835CBC269B}" srcOrd="0" destOrd="1" presId="urn:microsoft.com/office/officeart/2005/8/layout/vList2"/>
    <dgm:cxn modelId="{1DD9E32F-12B0-4536-9527-1B48FDE2B038}" type="presOf" srcId="{F357BA41-7BCD-42FA-8703-B4962A197089}" destId="{4178D50F-CD85-49FD-91D3-8BFC8AB68C18}" srcOrd="0" destOrd="1" presId="urn:microsoft.com/office/officeart/2005/8/layout/vList2"/>
    <dgm:cxn modelId="{FA706341-2533-4862-ACEB-07028263400C}" type="presOf" srcId="{6D3BADDF-158C-4951-9C18-FE783FBA20A5}" destId="{4178D50F-CD85-49FD-91D3-8BFC8AB68C18}" srcOrd="0" destOrd="0" presId="urn:microsoft.com/office/officeart/2005/8/layout/vList2"/>
    <dgm:cxn modelId="{9157F963-A4F7-419A-B3B3-DB92010490ED}" srcId="{0E5FE9EA-E415-4657-AB53-B9343017A9B5}" destId="{FABF1B0F-B9B2-4F4C-97F5-556F3A731275}" srcOrd="0" destOrd="0" parTransId="{B3A1AF8D-E7AB-4934-91A7-64845C00D584}" sibTransId="{C8389332-F5ED-411F-B4AD-91EF9ACDF3B3}"/>
    <dgm:cxn modelId="{9DCA1049-5B12-4F35-82A1-84DF91155799}" srcId="{D753FB12-6FAC-4917-A292-0AB9A57364C6}" destId="{F66E6494-E6B7-4A83-AAB0-EB05CFC777F9}" srcOrd="1" destOrd="0" parTransId="{76259701-B5EF-4B97-9A68-99BFECE714F7}" sibTransId="{005F042C-FBBE-4D65-B220-6297CA455406}"/>
    <dgm:cxn modelId="{43FC9C6C-5E7C-4AA0-897D-3BB79102F8FC}" srcId="{76368060-E418-4597-B020-4D692EDC4868}" destId="{6D3BADDF-158C-4951-9C18-FE783FBA20A5}" srcOrd="0" destOrd="0" parTransId="{878CAB33-3CE3-434F-95DF-9E3A834E711F}" sibTransId="{9FBF0A06-67F7-4760-AB04-C560DB58C6A0}"/>
    <dgm:cxn modelId="{00D4CE71-2C11-4B25-94CE-D978AD9960D3}" type="presOf" srcId="{76368060-E418-4597-B020-4D692EDC4868}" destId="{623BBAD8-A65E-4EBF-80D6-F03C2D049EA3}" srcOrd="0" destOrd="0" presId="urn:microsoft.com/office/officeart/2005/8/layout/vList2"/>
    <dgm:cxn modelId="{B3B97586-8C97-4C41-A1CD-B2F35ADAC49C}" type="presOf" srcId="{FABF1B0F-B9B2-4F4C-97F5-556F3A731275}" destId="{95067C70-78CA-4E9B-BBCC-E4014653C46E}" srcOrd="0" destOrd="0" presId="urn:microsoft.com/office/officeart/2005/8/layout/vList2"/>
    <dgm:cxn modelId="{73B5088B-F2CF-4AEB-B59F-234DDCB8F84E}" type="presOf" srcId="{0E5FE9EA-E415-4657-AB53-B9343017A9B5}" destId="{76010B8C-6CC1-40FB-8204-E02C5F74B206}" srcOrd="0" destOrd="0" presId="urn:microsoft.com/office/officeart/2005/8/layout/vList2"/>
    <dgm:cxn modelId="{9358CDA0-3AF6-4A91-A951-A2D32A84003D}" type="presOf" srcId="{D753FB12-6FAC-4917-A292-0AB9A57364C6}" destId="{8F334BBB-A3E4-41D2-A8EA-86981DE391D0}" srcOrd="0" destOrd="0" presId="urn:microsoft.com/office/officeart/2005/8/layout/vList2"/>
    <dgm:cxn modelId="{10A28EBC-9C6B-4AA8-8ABA-146CD6D63478}" srcId="{D753FB12-6FAC-4917-A292-0AB9A57364C6}" destId="{76368060-E418-4597-B020-4D692EDC4868}" srcOrd="0" destOrd="0" parTransId="{7EB1916E-F2DA-443C-9A30-D0A3F3250B1D}" sibTransId="{371D64A1-55B5-489E-AC55-031A505B2865}"/>
    <dgm:cxn modelId="{F92D88C4-F0C7-4DB5-869E-979606B51C4F}" srcId="{F66E6494-E6B7-4A83-AAB0-EB05CFC777F9}" destId="{E74798D3-3121-4300-B92A-C6E234494A98}" srcOrd="0" destOrd="0" parTransId="{17FD6CC4-9B23-4CC1-8ECB-A77A7579FC8F}" sibTransId="{63E5D346-7D67-4A10-959F-D4DC18E39DC6}"/>
    <dgm:cxn modelId="{82F877DD-3159-40C8-9AC6-2478A599113A}" srcId="{76368060-E418-4597-B020-4D692EDC4868}" destId="{F357BA41-7BCD-42FA-8703-B4962A197089}" srcOrd="1" destOrd="0" parTransId="{F2F73EDE-2457-491D-8898-B81ACD10FD52}" sibTransId="{C53EE792-B44C-4FD5-ADC4-32A252BDFE4B}"/>
    <dgm:cxn modelId="{298673E5-AB6A-4C2C-A33C-ACBAE48B6E18}" type="presOf" srcId="{F66E6494-E6B7-4A83-AAB0-EB05CFC777F9}" destId="{23C12FB5-2634-4B21-8A14-13F47D67A612}" srcOrd="0" destOrd="0" presId="urn:microsoft.com/office/officeart/2005/8/layout/vList2"/>
    <dgm:cxn modelId="{6BB87314-5DF7-41C5-8D9A-74A72DC1AAC6}" type="presParOf" srcId="{8F334BBB-A3E4-41D2-A8EA-86981DE391D0}" destId="{623BBAD8-A65E-4EBF-80D6-F03C2D049EA3}" srcOrd="0" destOrd="0" presId="urn:microsoft.com/office/officeart/2005/8/layout/vList2"/>
    <dgm:cxn modelId="{89B90913-40FF-4634-B01D-83CC346D174D}" type="presParOf" srcId="{8F334BBB-A3E4-41D2-A8EA-86981DE391D0}" destId="{4178D50F-CD85-49FD-91D3-8BFC8AB68C18}" srcOrd="1" destOrd="0" presId="urn:microsoft.com/office/officeart/2005/8/layout/vList2"/>
    <dgm:cxn modelId="{24C30F52-C3AF-4E92-A554-A94709CD6349}" type="presParOf" srcId="{8F334BBB-A3E4-41D2-A8EA-86981DE391D0}" destId="{23C12FB5-2634-4B21-8A14-13F47D67A612}" srcOrd="2" destOrd="0" presId="urn:microsoft.com/office/officeart/2005/8/layout/vList2"/>
    <dgm:cxn modelId="{2BE4FC25-29F2-4AFB-82B3-7A56FAAB97C0}" type="presParOf" srcId="{8F334BBB-A3E4-41D2-A8EA-86981DE391D0}" destId="{0BB784C9-345A-4263-AC15-D6835CBC269B}" srcOrd="3" destOrd="0" presId="urn:microsoft.com/office/officeart/2005/8/layout/vList2"/>
    <dgm:cxn modelId="{15A59D0D-43E2-4B1E-8DF5-805F1F04EC63}" type="presParOf" srcId="{8F334BBB-A3E4-41D2-A8EA-86981DE391D0}" destId="{76010B8C-6CC1-40FB-8204-E02C5F74B206}" srcOrd="4" destOrd="0" presId="urn:microsoft.com/office/officeart/2005/8/layout/vList2"/>
    <dgm:cxn modelId="{7795C14D-B46B-49E9-B189-54F4F96D0704}" type="presParOf" srcId="{8F334BBB-A3E4-41D2-A8EA-86981DE391D0}" destId="{95067C70-78CA-4E9B-BBCC-E4014653C46E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3BBAD8-A65E-4EBF-80D6-F03C2D049EA3}">
      <dsp:nvSpPr>
        <dsp:cNvPr id="0" name=""/>
        <dsp:cNvSpPr/>
      </dsp:nvSpPr>
      <dsp:spPr>
        <a:xfrm>
          <a:off x="0" y="18424"/>
          <a:ext cx="8255000" cy="859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Branch A Root</a:t>
          </a:r>
        </a:p>
      </dsp:txBody>
      <dsp:txXfrm>
        <a:off x="41979" y="60403"/>
        <a:ext cx="8171042" cy="775991"/>
      </dsp:txXfrm>
    </dsp:sp>
    <dsp:sp modelId="{4178D50F-CD85-49FD-91D3-8BFC8AB68C18}">
      <dsp:nvSpPr>
        <dsp:cNvPr id="0" name=""/>
        <dsp:cNvSpPr/>
      </dsp:nvSpPr>
      <dsp:spPr>
        <a:xfrm>
          <a:off x="0" y="878374"/>
          <a:ext cx="8255000" cy="941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2096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Branch A Child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Branch A Grandchild with long text</a:t>
          </a:r>
        </a:p>
      </dsp:txBody>
      <dsp:txXfrm>
        <a:off x="0" y="878374"/>
        <a:ext cx="8255000" cy="941850"/>
      </dsp:txXfrm>
    </dsp:sp>
    <dsp:sp modelId="{23C12FB5-2634-4B21-8A14-13F47D67A612}">
      <dsp:nvSpPr>
        <dsp:cNvPr id="0" name=""/>
        <dsp:cNvSpPr/>
      </dsp:nvSpPr>
      <dsp:spPr>
        <a:xfrm>
          <a:off x="0" y="1820225"/>
          <a:ext cx="8255000" cy="859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Branch B Root</a:t>
          </a:r>
        </a:p>
      </dsp:txBody>
      <dsp:txXfrm>
        <a:off x="41979" y="1862204"/>
        <a:ext cx="8171042" cy="775991"/>
      </dsp:txXfrm>
    </dsp:sp>
    <dsp:sp modelId="{0BB784C9-345A-4263-AC15-D6835CBC269B}">
      <dsp:nvSpPr>
        <dsp:cNvPr id="0" name=""/>
        <dsp:cNvSpPr/>
      </dsp:nvSpPr>
      <dsp:spPr>
        <a:xfrm>
          <a:off x="0" y="2680175"/>
          <a:ext cx="8255000" cy="941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2096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Branch B Child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Branch B Grandchild</a:t>
          </a:r>
        </a:p>
      </dsp:txBody>
      <dsp:txXfrm>
        <a:off x="0" y="2680175"/>
        <a:ext cx="8255000" cy="941850"/>
      </dsp:txXfrm>
    </dsp:sp>
    <dsp:sp modelId="{76010B8C-6CC1-40FB-8204-E02C5F74B206}">
      <dsp:nvSpPr>
        <dsp:cNvPr id="0" name=""/>
        <dsp:cNvSpPr/>
      </dsp:nvSpPr>
      <dsp:spPr>
        <a:xfrm>
          <a:off x="0" y="3622025"/>
          <a:ext cx="8255000" cy="859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Branch C Root</a:t>
          </a:r>
        </a:p>
      </dsp:txBody>
      <dsp:txXfrm>
        <a:off x="41979" y="3664004"/>
        <a:ext cx="8171042" cy="775991"/>
      </dsp:txXfrm>
    </dsp:sp>
    <dsp:sp modelId="{95067C70-78CA-4E9B-BBCC-E4014653C46E}">
      <dsp:nvSpPr>
        <dsp:cNvPr id="0" name=""/>
        <dsp:cNvSpPr/>
      </dsp:nvSpPr>
      <dsp:spPr>
        <a:xfrm>
          <a:off x="0" y="4481975"/>
          <a:ext cx="8255000" cy="579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2096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Branch C Child</a:t>
          </a:r>
        </a:p>
      </dsp:txBody>
      <dsp:txXfrm>
        <a:off x="0" y="4481975"/>
        <a:ext cx="8255000" cy="579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9346C-4EDB-4CEA-1655-D913A2F4A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AE63F-6FC3-448D-A6A0-E8A5A3DBDA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E6289-C5AC-3099-4D46-031F411BE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347F8-8F0B-4C13-9F2E-F5F3C972A3D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BC60F-7760-1168-AD5B-BC3968FDD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9D819-D0AB-CB14-B280-EC2B4BE6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734FF-9911-4454-BA10-F41DD715B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742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6C90C-D7CB-5498-8A10-95A380705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2754D-F723-C6DD-3727-54518A5D7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E2BE3-4F35-9D6D-03CF-62DC2DBBD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347F8-8F0B-4C13-9F2E-F5F3C972A3D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E41E0-BBDC-81B0-1828-84C19074D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B2ADF-EE73-71B8-2CFD-C06A45B8E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734FF-9911-4454-BA10-F41DD715B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156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04E07-470C-F534-4C20-4F2A72BCE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FE222-D082-6DD5-5F15-09D11D2DC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CD12C-48F4-11BD-505A-A5E1675D7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347F8-8F0B-4C13-9F2E-F5F3C972A3D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4E50C-E833-1099-C078-96C26E230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932A7-CA99-2C3F-66D7-A025DC7A9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734FF-9911-4454-BA10-F41DD715B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857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9E07B-54EC-C397-1319-696C853AA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8D136-B71F-4D2E-E702-77482F443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A0C7A2-523A-2E97-CDDC-E7B12A103C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64370-28B8-06CB-FDAF-DD8323227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347F8-8F0B-4C13-9F2E-F5F3C972A3D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90841-9910-B54B-5FE4-C4FE170B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978111-7F72-735D-13F6-5FB29E453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734FF-9911-4454-BA10-F41DD715B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578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DD7A7-AACF-55AD-83CB-AD9BCD71F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35409-3742-F0F2-801C-895AD1E8B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995BCA-64B8-1B6D-CF6D-D7B4234E5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3BC7EA-78B0-8A7E-6D4C-077B85106D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8501FB-7822-8A0B-A32D-6881A036B9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742606-7AD0-23B9-BEA9-5A20CDFEB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347F8-8F0B-4C13-9F2E-F5F3C972A3D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22C977-6AA4-995E-E7DF-CF31AD724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13B1F1-8B78-8BB5-316B-B6A491E1D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734FF-9911-4454-BA10-F41DD715B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773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D477F-E554-7EF4-0AA1-B172026A7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D3B348-9A72-E4C6-328F-715475F67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347F8-8F0B-4C13-9F2E-F5F3C972A3D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A67D5C-2456-9834-772C-E27175C35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13BF5B-1E60-CE5C-1281-739192C23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734FF-9911-4454-BA10-F41DD715B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63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B2073C-1D47-3925-E584-A3E4DED07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347F8-8F0B-4C13-9F2E-F5F3C972A3D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80FD56-0363-C9BF-B4F1-9BFF43DAD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89EB5-791F-F601-4370-59C39B332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734FF-9911-4454-BA10-F41DD715B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337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EE091-A235-5367-6608-901AEDC23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1F5E8-F8D0-CA7B-66EE-303F83FBD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EAB22-82C9-725B-E745-79CC270B63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FE98FF-B09C-6A01-E867-1945BB089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347F8-8F0B-4C13-9F2E-F5F3C972A3D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A4C0DA-8B2C-E432-81B1-01DCBB61A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1C0472-2FB2-C596-87F0-3CEE7FCC3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734FF-9911-4454-BA10-F41DD715B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568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AEDFC-23DA-E9F6-C50B-04BE1F446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4EE991-4829-DF6F-D557-174392846E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B724B5-D736-053E-7055-1CAD7E861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6C7320-34A2-758E-1093-161FDF2B3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347F8-8F0B-4C13-9F2E-F5F3C972A3D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DFB759-F042-F6CB-802D-B6D959E74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09CE4-39E3-2964-CA5A-3F52A22FE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734FF-9911-4454-BA10-F41DD715B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841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BB1A8-2A89-5DEB-938C-FBD9B9663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01DB2-BB21-9556-0965-86ACE6B556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43296-5A75-6584-C9CA-3F50946A3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347F8-8F0B-4C13-9F2E-F5F3C972A3D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6DF9C-3FD2-5481-5E6F-641F38675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23972-1F84-83C5-366C-B9D2ECC34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734FF-9911-4454-BA10-F41DD715B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288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C78DC2-A402-C7B2-BF05-BA3DBBF8BA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D1D0D8-3D20-24CD-2958-F098720B1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B2821-FB92-4BB9-6DA1-E15E8B3CE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347F8-8F0B-4C13-9F2E-F5F3C972A3D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8A68B-CC7F-AAB4-0411-802459CAD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05C96-A0A2-9E1E-FC88-1B324AAE1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734FF-9911-4454-BA10-F41DD715B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812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57C1DB-0415-C5D9-F86B-26C7FB659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611F3-6CAA-C2F7-DB11-B92099A7D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E7754-57A3-59B2-5F13-B1A31DE008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1347F8-8F0B-4C13-9F2E-F5F3C972A3D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24197-090E-7135-E3F7-9149AF21B1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53FC5-02A8-B06F-29E8-4069B154BB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4734FF-9911-4454-BA10-F41DD715B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24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14690D1-D481-0DD0-5741-468CC64752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8367498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7090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2026-09-06T08:12:36Z</dcterms:created>
  <dcterms:modified xsi:type="dcterms:W3CDTF">2026-09-06T08:12:37Z</dcterms:modified>
</cp:coreProperties>
</file>