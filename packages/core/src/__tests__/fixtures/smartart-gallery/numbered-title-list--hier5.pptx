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8A29FC-5DA9-4E7B-95B5-05ED6413E414}" type="doc">
      <dgm:prSet loTypeId="urn:microsoft.com/office/officeart/2024/layout/NumberedTitleList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7BBED6-269D-49AC-B02D-D294CE21548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284849C-0944-4A23-BB79-60FC3E24D310}" type="parTrans" cxnId="{B4D0E528-EF72-414E-A006-AB8CF7A9C9B4}">
      <dgm:prSet/>
      <dgm:spPr/>
    </dgm:pt>
    <dgm:pt modelId="{C014137D-2431-4DA2-B82F-87215FB8169A}" type="sibTrans" cxnId="{B4D0E528-EF72-414E-A006-AB8CF7A9C9B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CDB0535-D6EB-4BC9-B699-BF09D82A41B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3F5FA1B5-6EA5-4485-ADEE-B7D91E9D8A1A}" type="parTrans" cxnId="{F369D2F3-DD25-4E6B-8FEE-A2603FC5000B}">
      <dgm:prSet/>
      <dgm:spPr/>
    </dgm:pt>
    <dgm:pt modelId="{B5F8D10F-4F7D-4D13-878A-D847996A294C}" type="sibTrans" cxnId="{F369D2F3-DD25-4E6B-8FEE-A2603FC5000B}">
      <dgm:prSet phldrT="2" phldr="0"/>
      <dgm:spPr/>
    </dgm:pt>
    <dgm:pt modelId="{6C74FF7E-8104-4AD0-9F5E-0FA0E7448CC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9A00EAA-5C2A-4A1A-9D35-AA78D325D6C1}" type="parTrans" cxnId="{73DA5613-887B-432A-9D15-EB56F61E5D40}">
      <dgm:prSet/>
      <dgm:spPr/>
    </dgm:pt>
    <dgm:pt modelId="{09BB3255-2189-4917-8E52-18B224EC5811}" type="sibTrans" cxnId="{73DA5613-887B-432A-9D15-EB56F61E5D4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E0489ED-B997-475D-A3C6-6A2D36EF764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60BD464-6D64-45A0-BF3E-9B8E0129708E}" type="parTrans" cxnId="{B28C3932-9DF7-4661-9880-7FCB21298244}">
      <dgm:prSet/>
      <dgm:spPr/>
    </dgm:pt>
    <dgm:pt modelId="{F119F76C-7527-42F8-A3E0-A4FEA383DE78}" type="sibTrans" cxnId="{B28C3932-9DF7-4661-9880-7FCB2129824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19B0335-29E5-4BAB-9B00-F9C537D6154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1A30FEE-700D-4116-A3E4-DBBF9C18EB5B}" type="parTrans" cxnId="{C69AD951-F524-4ADE-B217-FFC059282E3C}">
      <dgm:prSet/>
      <dgm:spPr/>
    </dgm:pt>
    <dgm:pt modelId="{AD25197B-FB89-4B05-BBEF-35C996A7BFA5}" type="sibTrans" cxnId="{C69AD951-F524-4ADE-B217-FFC059282E3C}">
      <dgm:prSet phldrT="4" phldr="0"/>
      <dgm:spPr/>
    </dgm:pt>
    <dgm:pt modelId="{BEE955A8-7C6C-4854-B197-2D1EA1BCC62A}" type="pres">
      <dgm:prSet presAssocID="{0D8A29FC-5DA9-4E7B-95B5-05ED6413E414}" presName="Name0" presStyleCnt="0">
        <dgm:presLayoutVars>
          <dgm:dir/>
          <dgm:animLvl val="lvl"/>
          <dgm:resizeHandles val="exact"/>
        </dgm:presLayoutVars>
      </dgm:prSet>
      <dgm:spPr/>
    </dgm:pt>
    <dgm:pt modelId="{1A82DCA2-5727-48A0-BF26-D86E6766997F}" type="pres">
      <dgm:prSet presAssocID="{397BBED6-269D-49AC-B02D-D294CE215488}" presName="compositeNode" presStyleCnt="0">
        <dgm:presLayoutVars>
          <dgm:bulletEnabled val="1"/>
        </dgm:presLayoutVars>
      </dgm:prSet>
      <dgm:spPr/>
    </dgm:pt>
    <dgm:pt modelId="{2F6E5AB0-AE8E-4884-839C-B4B1CCC66991}" type="pres">
      <dgm:prSet presAssocID="{397BBED6-269D-49AC-B02D-D294CE215488}" presName="bgRect" presStyleLbl="fgAcc1" presStyleIdx="0" presStyleCnt="3"/>
      <dgm:spPr/>
    </dgm:pt>
    <dgm:pt modelId="{D1AFEAFD-0143-4BA4-A44A-15F267949D17}" type="pres">
      <dgm:prSet presAssocID="{C014137D-2431-4DA2-B82F-87215FB8169A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E3CEB267-BAAA-4309-83FD-4B56F9E44924}" type="pres">
      <dgm:prSet presAssocID="{397BBED6-269D-49AC-B02D-D294CE215488}" presName="nodeText" presStyleLbl="bgAccFollowNode1" presStyleIdx="0" presStyleCnt="0">
        <dgm:presLayoutVars>
          <dgm:bulletEnabled val="1"/>
        </dgm:presLayoutVars>
      </dgm:prSet>
      <dgm:spPr/>
    </dgm:pt>
    <dgm:pt modelId="{212D8DF1-78F3-456D-A76F-13C4BFB45FFC}" type="pres">
      <dgm:prSet presAssocID="{C014137D-2431-4DA2-B82F-87215FB8169A}" presName="sibTrans" presStyleCnt="0"/>
      <dgm:spPr/>
    </dgm:pt>
    <dgm:pt modelId="{9DE16E13-235E-4DB9-ACCF-38665F50F048}" type="pres">
      <dgm:prSet presAssocID="{6C74FF7E-8104-4AD0-9F5E-0FA0E7448CCD}" presName="compositeNode" presStyleCnt="0">
        <dgm:presLayoutVars>
          <dgm:bulletEnabled val="1"/>
        </dgm:presLayoutVars>
      </dgm:prSet>
      <dgm:spPr/>
    </dgm:pt>
    <dgm:pt modelId="{8537E935-BF83-4185-B6D7-BC8B7370C4CF}" type="pres">
      <dgm:prSet presAssocID="{6C74FF7E-8104-4AD0-9F5E-0FA0E7448CCD}" presName="bgRect" presStyleLbl="fgAcc1" presStyleIdx="1" presStyleCnt="3"/>
      <dgm:spPr/>
    </dgm:pt>
    <dgm:pt modelId="{EC9D382C-1FCC-412D-BBC8-8B93680CAE84}" type="pres">
      <dgm:prSet presAssocID="{09BB3255-2189-4917-8E52-18B224EC5811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8E35EC7E-26E0-488B-89AC-95C3CA46818C}" type="pres">
      <dgm:prSet presAssocID="{6C74FF7E-8104-4AD0-9F5E-0FA0E7448CCD}" presName="nodeText" presStyleLbl="bgAccFollowNode1" presStyleIdx="0" presStyleCnt="0">
        <dgm:presLayoutVars>
          <dgm:bulletEnabled val="1"/>
        </dgm:presLayoutVars>
      </dgm:prSet>
      <dgm:spPr/>
    </dgm:pt>
    <dgm:pt modelId="{1CDF0467-6564-40DC-A535-6CC3DDE2A60E}" type="pres">
      <dgm:prSet presAssocID="{09BB3255-2189-4917-8E52-18B224EC5811}" presName="sibTrans" presStyleCnt="0"/>
      <dgm:spPr/>
    </dgm:pt>
    <dgm:pt modelId="{F9CA1C7D-A11B-481C-B401-B52308BDAF85}" type="pres">
      <dgm:prSet presAssocID="{5E0489ED-B997-475D-A3C6-6A2D36EF7647}" presName="compositeNode" presStyleCnt="0">
        <dgm:presLayoutVars>
          <dgm:bulletEnabled val="1"/>
        </dgm:presLayoutVars>
      </dgm:prSet>
      <dgm:spPr/>
    </dgm:pt>
    <dgm:pt modelId="{140948D5-AAA1-4005-BAEE-EEF930CA935D}" type="pres">
      <dgm:prSet presAssocID="{5E0489ED-B997-475D-A3C6-6A2D36EF7647}" presName="bgRect" presStyleLbl="fgAcc1" presStyleIdx="2" presStyleCnt="3"/>
      <dgm:spPr/>
    </dgm:pt>
    <dgm:pt modelId="{9107670E-3E1A-45FC-BBFF-F0E9BC7C0344}" type="pres">
      <dgm:prSet presAssocID="{F119F76C-7527-42F8-A3E0-A4FEA383DE78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DBB85814-9828-482D-BA4E-FCC6C0C60EB6}" type="pres">
      <dgm:prSet presAssocID="{5E0489ED-B997-475D-A3C6-6A2D36EF7647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73DA5613-887B-432A-9D15-EB56F61E5D40}" srcId="{0D8A29FC-5DA9-4E7B-95B5-05ED6413E414}" destId="{6C74FF7E-8104-4AD0-9F5E-0FA0E7448CCD}" srcOrd="1" destOrd="0" parTransId="{69A00EAA-5C2A-4A1A-9D35-AA78D325D6C1}" sibTransId="{09BB3255-2189-4917-8E52-18B224EC5811}"/>
    <dgm:cxn modelId="{B4D0E528-EF72-414E-A006-AB8CF7A9C9B4}" srcId="{0D8A29FC-5DA9-4E7B-95B5-05ED6413E414}" destId="{397BBED6-269D-49AC-B02D-D294CE215488}" srcOrd="0" destOrd="0" parTransId="{F284849C-0944-4A23-BB79-60FC3E24D310}" sibTransId="{C014137D-2431-4DA2-B82F-87215FB8169A}"/>
    <dgm:cxn modelId="{F68F7E2D-18A2-4066-95FC-43A598693813}" type="presOf" srcId="{3CDB0535-D6EB-4BC9-B699-BF09D82A41B4}" destId="{E3CEB267-BAAA-4309-83FD-4B56F9E44924}" srcOrd="0" destOrd="1" presId="urn:microsoft.com/office/officeart/2024/layout/NumberedTitleList"/>
    <dgm:cxn modelId="{B28C3932-9DF7-4661-9880-7FCB21298244}" srcId="{0D8A29FC-5DA9-4E7B-95B5-05ED6413E414}" destId="{5E0489ED-B997-475D-A3C6-6A2D36EF7647}" srcOrd="2" destOrd="0" parTransId="{860BD464-6D64-45A0-BF3E-9B8E0129708E}" sibTransId="{F119F76C-7527-42F8-A3E0-A4FEA383DE78}"/>
    <dgm:cxn modelId="{EDC95F33-D6A5-436D-A2F4-0397A65DAAF4}" type="presOf" srcId="{6C74FF7E-8104-4AD0-9F5E-0FA0E7448CCD}" destId="{8537E935-BF83-4185-B6D7-BC8B7370C4CF}" srcOrd="0" destOrd="0" presId="urn:microsoft.com/office/officeart/2024/layout/NumberedTitleList"/>
    <dgm:cxn modelId="{0E5A9E35-2389-418B-AD04-1A46E7C4548F}" type="presOf" srcId="{6C74FF7E-8104-4AD0-9F5E-0FA0E7448CCD}" destId="{8E35EC7E-26E0-488B-89AC-95C3CA46818C}" srcOrd="1" destOrd="0" presId="urn:microsoft.com/office/officeart/2024/layout/NumberedTitleList"/>
    <dgm:cxn modelId="{6B6A465E-3B21-492A-904A-B0488AC607BB}" type="presOf" srcId="{397BBED6-269D-49AC-B02D-D294CE215488}" destId="{E3CEB267-BAAA-4309-83FD-4B56F9E44924}" srcOrd="1" destOrd="0" presId="urn:microsoft.com/office/officeart/2024/layout/NumberedTitleList"/>
    <dgm:cxn modelId="{5322446E-493E-4D63-9FC4-E041423D10B0}" type="presOf" srcId="{C014137D-2431-4DA2-B82F-87215FB8169A}" destId="{D1AFEAFD-0143-4BA4-A44A-15F267949D17}" srcOrd="0" destOrd="0" presId="urn:microsoft.com/office/officeart/2024/layout/NumberedTitleList"/>
    <dgm:cxn modelId="{C69AD951-F524-4ADE-B217-FFC059282E3C}" srcId="{5E0489ED-B997-475D-A3C6-6A2D36EF7647}" destId="{419B0335-29E5-4BAB-9B00-F9C537D61541}" srcOrd="0" destOrd="0" parTransId="{B1A30FEE-700D-4116-A3E4-DBBF9C18EB5B}" sibTransId="{AD25197B-FB89-4B05-BBEF-35C996A7BFA5}"/>
    <dgm:cxn modelId="{6CD86852-F79C-4675-A2E8-497F1971929A}" type="presOf" srcId="{397BBED6-269D-49AC-B02D-D294CE215488}" destId="{2F6E5AB0-AE8E-4884-839C-B4B1CCC66991}" srcOrd="0" destOrd="0" presId="urn:microsoft.com/office/officeart/2024/layout/NumberedTitleList"/>
    <dgm:cxn modelId="{6EF67D98-FF81-40BD-9B37-47FE6796F259}" type="presOf" srcId="{419B0335-29E5-4BAB-9B00-F9C537D61541}" destId="{DBB85814-9828-482D-BA4E-FCC6C0C60EB6}" srcOrd="0" destOrd="1" presId="urn:microsoft.com/office/officeart/2024/layout/NumberedTitleList"/>
    <dgm:cxn modelId="{972AE3A6-F7D8-49A2-B0A7-6E400E9D839D}" type="presOf" srcId="{0D8A29FC-5DA9-4E7B-95B5-05ED6413E414}" destId="{BEE955A8-7C6C-4854-B197-2D1EA1BCC62A}" srcOrd="0" destOrd="0" presId="urn:microsoft.com/office/officeart/2024/layout/NumberedTitleList"/>
    <dgm:cxn modelId="{F1742ED3-958E-407A-AEB1-8F40F072B95D}" type="presOf" srcId="{F119F76C-7527-42F8-A3E0-A4FEA383DE78}" destId="{9107670E-3E1A-45FC-BBFF-F0E9BC7C0344}" srcOrd="0" destOrd="0" presId="urn:microsoft.com/office/officeart/2024/layout/NumberedTitleList"/>
    <dgm:cxn modelId="{1A5495F2-4B3A-4034-BEF3-C05D7858DD50}" type="presOf" srcId="{5E0489ED-B997-475D-A3C6-6A2D36EF7647}" destId="{DBB85814-9828-482D-BA4E-FCC6C0C60EB6}" srcOrd="1" destOrd="0" presId="urn:microsoft.com/office/officeart/2024/layout/NumberedTitleList"/>
    <dgm:cxn modelId="{F369D2F3-DD25-4E6B-8FEE-A2603FC5000B}" srcId="{397BBED6-269D-49AC-B02D-D294CE215488}" destId="{3CDB0535-D6EB-4BC9-B699-BF09D82A41B4}" srcOrd="0" destOrd="0" parTransId="{3F5FA1B5-6EA5-4485-ADEE-B7D91E9D8A1A}" sibTransId="{B5F8D10F-4F7D-4D13-878A-D847996A294C}"/>
    <dgm:cxn modelId="{F3B151F6-C03F-450D-8B60-41D5749E6DD0}" type="presOf" srcId="{09BB3255-2189-4917-8E52-18B224EC5811}" destId="{EC9D382C-1FCC-412D-BBC8-8B93680CAE84}" srcOrd="0" destOrd="0" presId="urn:microsoft.com/office/officeart/2024/layout/NumberedTitleList"/>
    <dgm:cxn modelId="{6DB172F9-DD79-4837-BA17-F8435697E7E2}" type="presOf" srcId="{5E0489ED-B997-475D-A3C6-6A2D36EF7647}" destId="{140948D5-AAA1-4005-BAEE-EEF930CA935D}" srcOrd="0" destOrd="0" presId="urn:microsoft.com/office/officeart/2024/layout/NumberedTitleList"/>
    <dgm:cxn modelId="{9626D34E-40BD-4C12-9BC6-6A50B79D49FB}" type="presParOf" srcId="{BEE955A8-7C6C-4854-B197-2D1EA1BCC62A}" destId="{1A82DCA2-5727-48A0-BF26-D86E6766997F}" srcOrd="0" destOrd="0" presId="urn:microsoft.com/office/officeart/2024/layout/NumberedTitleList"/>
    <dgm:cxn modelId="{89717DD0-B544-487F-AD84-64CE68E1233E}" type="presParOf" srcId="{1A82DCA2-5727-48A0-BF26-D86E6766997F}" destId="{2F6E5AB0-AE8E-4884-839C-B4B1CCC66991}" srcOrd="0" destOrd="0" presId="urn:microsoft.com/office/officeart/2024/layout/NumberedTitleList"/>
    <dgm:cxn modelId="{7F970F56-45CB-4AEF-A998-1CA670F89188}" type="presParOf" srcId="{1A82DCA2-5727-48A0-BF26-D86E6766997F}" destId="{D1AFEAFD-0143-4BA4-A44A-15F267949D17}" srcOrd="1" destOrd="0" presId="urn:microsoft.com/office/officeart/2024/layout/NumberedTitleList"/>
    <dgm:cxn modelId="{19CEC450-9E94-4B81-955C-43D43CEF0548}" type="presParOf" srcId="{1A82DCA2-5727-48A0-BF26-D86E6766997F}" destId="{E3CEB267-BAAA-4309-83FD-4B56F9E44924}" srcOrd="2" destOrd="0" presId="urn:microsoft.com/office/officeart/2024/layout/NumberedTitleList"/>
    <dgm:cxn modelId="{2398F8D5-DB24-4560-B376-AE00A1C9C435}" type="presParOf" srcId="{BEE955A8-7C6C-4854-B197-2D1EA1BCC62A}" destId="{212D8DF1-78F3-456D-A76F-13C4BFB45FFC}" srcOrd="1" destOrd="0" presId="urn:microsoft.com/office/officeart/2024/layout/NumberedTitleList"/>
    <dgm:cxn modelId="{4E46E314-8EE1-4DA1-A0B6-0B190D064B42}" type="presParOf" srcId="{BEE955A8-7C6C-4854-B197-2D1EA1BCC62A}" destId="{9DE16E13-235E-4DB9-ACCF-38665F50F048}" srcOrd="2" destOrd="0" presId="urn:microsoft.com/office/officeart/2024/layout/NumberedTitleList"/>
    <dgm:cxn modelId="{692087EE-935D-4282-B0D7-8FB4545D20CB}" type="presParOf" srcId="{9DE16E13-235E-4DB9-ACCF-38665F50F048}" destId="{8537E935-BF83-4185-B6D7-BC8B7370C4CF}" srcOrd="0" destOrd="0" presId="urn:microsoft.com/office/officeart/2024/layout/NumberedTitleList"/>
    <dgm:cxn modelId="{71536C6D-0E9D-4A9D-802E-657F867F552F}" type="presParOf" srcId="{9DE16E13-235E-4DB9-ACCF-38665F50F048}" destId="{EC9D382C-1FCC-412D-BBC8-8B93680CAE84}" srcOrd="1" destOrd="0" presId="urn:microsoft.com/office/officeart/2024/layout/NumberedTitleList"/>
    <dgm:cxn modelId="{A00D696A-6511-467B-AB7A-6613F7547AEA}" type="presParOf" srcId="{9DE16E13-235E-4DB9-ACCF-38665F50F048}" destId="{8E35EC7E-26E0-488B-89AC-95C3CA46818C}" srcOrd="2" destOrd="0" presId="urn:microsoft.com/office/officeart/2024/layout/NumberedTitleList"/>
    <dgm:cxn modelId="{EE84BAE6-CA7F-45D5-AEDA-577BA1A8A4EB}" type="presParOf" srcId="{BEE955A8-7C6C-4854-B197-2D1EA1BCC62A}" destId="{1CDF0467-6564-40DC-A535-6CC3DDE2A60E}" srcOrd="3" destOrd="0" presId="urn:microsoft.com/office/officeart/2024/layout/NumberedTitleList"/>
    <dgm:cxn modelId="{DCD59F50-9944-430D-92D9-798CCA68D531}" type="presParOf" srcId="{BEE955A8-7C6C-4854-B197-2D1EA1BCC62A}" destId="{F9CA1C7D-A11B-481C-B401-B52308BDAF85}" srcOrd="4" destOrd="0" presId="urn:microsoft.com/office/officeart/2024/layout/NumberedTitleList"/>
    <dgm:cxn modelId="{02F8CDB5-B109-4746-8C85-E68D38B48837}" type="presParOf" srcId="{F9CA1C7D-A11B-481C-B401-B52308BDAF85}" destId="{140948D5-AAA1-4005-BAEE-EEF930CA935D}" srcOrd="0" destOrd="0" presId="urn:microsoft.com/office/officeart/2024/layout/NumberedTitleList"/>
    <dgm:cxn modelId="{70205FC5-8AA3-4728-ABB6-C470418EE7C5}" type="presParOf" srcId="{F9CA1C7D-A11B-481C-B401-B52308BDAF85}" destId="{9107670E-3E1A-45FC-BBFF-F0E9BC7C0344}" srcOrd="1" destOrd="0" presId="urn:microsoft.com/office/officeart/2024/layout/NumberedTitleList"/>
    <dgm:cxn modelId="{54AB859F-1467-4EAD-ACC8-5ECF59E4FB0B}" type="presParOf" srcId="{F9CA1C7D-A11B-481C-B401-B52308BDAF85}" destId="{DBB85814-9828-482D-BA4E-FCC6C0C60EB6}" srcOrd="2" destOrd="0" presId="urn:microsoft.com/office/officeart/2024/layout/NumberedTit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E5AB0-AE8E-4884-839C-B4B1CCC66991}">
      <dsp:nvSpPr>
        <dsp:cNvPr id="0" name=""/>
        <dsp:cNvSpPr/>
      </dsp:nvSpPr>
      <dsp:spPr>
        <a:xfrm>
          <a:off x="0" y="734218"/>
          <a:ext cx="2579687" cy="3611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8" tIns="330200" rIns="136508" bIns="33020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One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Two has a longer label</a:t>
          </a:r>
        </a:p>
      </dsp:txBody>
      <dsp:txXfrm>
        <a:off x="0" y="2467768"/>
        <a:ext cx="2579687" cy="1878012"/>
      </dsp:txXfrm>
    </dsp:sp>
    <dsp:sp modelId="{D1AFEAFD-0143-4BA4-A44A-15F267949D17}">
      <dsp:nvSpPr>
        <dsp:cNvPr id="0" name=""/>
        <dsp:cNvSpPr/>
      </dsp:nvSpPr>
      <dsp:spPr>
        <a:xfrm>
          <a:off x="567531" y="1005085"/>
          <a:ext cx="1444625" cy="144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445" tIns="12700" rIns="7644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779091" y="1216645"/>
        <a:ext cx="1021505" cy="1021505"/>
      </dsp:txXfrm>
    </dsp:sp>
    <dsp:sp modelId="{8537E935-BF83-4185-B6D7-BC8B7370C4CF}">
      <dsp:nvSpPr>
        <dsp:cNvPr id="0" name=""/>
        <dsp:cNvSpPr/>
      </dsp:nvSpPr>
      <dsp:spPr>
        <a:xfrm>
          <a:off x="2837656" y="734218"/>
          <a:ext cx="2579687" cy="3611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8" tIns="330200" rIns="136508" bIns="33020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Three</a:t>
          </a:r>
        </a:p>
      </dsp:txBody>
      <dsp:txXfrm>
        <a:off x="2837656" y="2467768"/>
        <a:ext cx="2579687" cy="1878012"/>
      </dsp:txXfrm>
    </dsp:sp>
    <dsp:sp modelId="{EC9D382C-1FCC-412D-BBC8-8B93680CAE84}">
      <dsp:nvSpPr>
        <dsp:cNvPr id="0" name=""/>
        <dsp:cNvSpPr/>
      </dsp:nvSpPr>
      <dsp:spPr>
        <a:xfrm>
          <a:off x="3405187" y="1005085"/>
          <a:ext cx="1444625" cy="144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445" tIns="12700" rIns="7644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16747" y="1216645"/>
        <a:ext cx="1021505" cy="1021505"/>
      </dsp:txXfrm>
    </dsp:sp>
    <dsp:sp modelId="{140948D5-AAA1-4005-BAEE-EEF930CA935D}">
      <dsp:nvSpPr>
        <dsp:cNvPr id="0" name=""/>
        <dsp:cNvSpPr/>
      </dsp:nvSpPr>
      <dsp:spPr>
        <a:xfrm>
          <a:off x="5675312" y="734218"/>
          <a:ext cx="2579687" cy="36115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508" tIns="330200" rIns="136508" bIns="33020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Four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Node Five</a:t>
          </a:r>
        </a:p>
      </dsp:txBody>
      <dsp:txXfrm>
        <a:off x="5675312" y="2467768"/>
        <a:ext cx="2579687" cy="1878012"/>
      </dsp:txXfrm>
    </dsp:sp>
    <dsp:sp modelId="{9107670E-3E1A-45FC-BBFF-F0E9BC7C0344}">
      <dsp:nvSpPr>
        <dsp:cNvPr id="0" name=""/>
        <dsp:cNvSpPr/>
      </dsp:nvSpPr>
      <dsp:spPr>
        <a:xfrm>
          <a:off x="6242843" y="1005085"/>
          <a:ext cx="1444625" cy="14446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445" tIns="12700" rIns="7644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54403" y="1216645"/>
        <a:ext cx="1021505" cy="1021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List">
  <dgm:title val=""/>
  <dgm:desc val=""/>
  <dgm:catLst>
    <dgm:cat type="textcard" pri="202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CBC7ADB9-B402-4DEB-9901-7FD170ED33DE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124EDAE7-F725-4660-8ED8-51EA86D15473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9316E258-B871-425C-8172-0E6FE20B994D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4795-8392-C3A1-73F1-2A57887D9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C6F2F-5EE8-E4CA-2829-5EB1DCED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9F9AC-381D-54BD-CB32-3886DC71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45081-7281-D020-AEB2-37249025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1BCE4-0F84-603C-F18F-2C74FB24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1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0FE5-D79C-6E7B-AD54-EEF0CE45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8CEA-5F29-B466-8AC6-EF49DBB77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4089E-231E-A271-1914-808231D8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6461A-0B61-B738-ED32-A58B0231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B9BD7-4724-07CC-DCA7-53423C0AA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5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67CA-FC2D-0B10-3892-012B26E94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ED36-7051-E301-A49E-2EACAFCA1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BDBCE-21A7-271F-9DB9-CB5A48D3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E6110-CF2C-FFC6-FB82-AB76EAD6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457C-4B2A-C4F0-EE93-D584B56A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1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9684-B872-649A-97F5-07B36454D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10505-D622-2CB4-3694-6DDC02851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2D415-D1ED-424E-1AEB-86936967A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EA88F-314A-EF61-DFB6-BDABC759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8B788-F729-79EB-741A-5D336E92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8C385-7730-BCC3-975B-56A48F53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1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1D0C-C3B5-5B1D-DB60-5841B2D4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07670-E583-72C6-4FC7-7B5B6D12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0C4AC-24B2-F1EA-4A39-3B32C102F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0DF0E2-05DB-49C7-B321-41AFAE5A0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CE328-6413-1D90-96A7-7CB11F5A77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C37D65-6B8A-0BF7-F44D-59B1B076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06CD01-0BDD-716C-49D2-3373A01D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3204B-FA25-E997-14E0-A8366A79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8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FA26-676D-CED5-0DA2-B825B975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CA671-34C9-BADA-4C0D-7871874C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1CE62-20CA-6456-BB3A-005BA14F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C02D1-3E6B-0706-87F5-C48675CE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8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DEA46-134B-E5C7-07AF-FDC19DBA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32F04-9085-BA37-86A7-1E9BDE51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A84AD-06B2-51DC-012A-87B1B2B2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E085-BCA8-3740-CCD8-84432A40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4A601-0EF9-7314-3C1B-83A01968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EF8BC-27AE-B82E-33CC-B9EE1950F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0C65C-DA89-8B20-D364-68116D6B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2F7A3-F37D-7B09-4DDF-F133201D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78639-B3D6-9771-9D87-93AABC91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5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24CE-FC27-A84C-A439-9B1B5CE6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DF1597-4E0F-E38D-82FE-FA9D202D5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91425-3E8E-0099-B1CF-1A0DC88B5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2E680-0490-6EEC-A79B-4B764D75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CE252-0AF8-1177-0DC8-8829579C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D4BB3-401D-AE97-187B-2FA7C7CC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9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13C5-3BAB-D77E-8B5C-C7C5DCD3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1B30D-DD0F-8669-B3E5-92430CCA3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78161-C12A-4DAA-19CF-B193F490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843CA-5D29-DFFF-1142-B57868B2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7EA32-C6D4-5DD3-38D4-F4A924B3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07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BA325-8B23-3872-9A57-F6EE5C920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15044-C073-17B6-CCB8-9FC78E988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F54E-7FB7-DD63-2AF6-9343E4E1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DEDC5-5A11-D2E1-DCC3-640FD156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42AF4-698A-6FB5-FE27-8011D2B79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2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FFEAF0-C6AF-892F-F99A-FDCA9DA2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FD46-975C-8FE1-B625-2F7C6C9A4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D6F1-76AD-A897-3DB4-4CF240592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DD990-0284-48CC-8D77-FAE21490E6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E7CE-B810-E79D-EC3A-2287EC3E4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68A5E-9131-8938-B880-E39A2FAAC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0BE01-2673-417C-A144-9D1561DDF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11B93D-5965-3624-7577-C1935E1BA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471939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287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2026-09-06T08:15:25Z</dcterms:created>
  <dcterms:modified xsi:type="dcterms:W3CDTF">2026-09-06T08:15:25Z</dcterms:modified>
</cp:coreProperties>
</file>