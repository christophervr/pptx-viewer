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3A2EC6-B7D2-41DB-9089-FCA2144E5295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BCDBE4-2D0A-40C9-8BE1-BE2CA98F0B29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A44BCD6-882E-4DB1-989D-4B427A068B12}" type="parTrans" cxnId="{BB2F9167-991D-48B6-8C67-61A47D1072EF}">
      <dgm:prSet/>
      <dgm:spPr/>
    </dgm:pt>
    <dgm:pt modelId="{BE3493D8-E63C-47C3-8734-CA940D362DA3}" type="sibTrans" cxnId="{BB2F9167-991D-48B6-8C67-61A47D1072EF}">
      <dgm:prSet/>
      <dgm:spPr/>
      <dgm:t>
        <a:bodyPr/>
        <a:lstStyle/>
        <a:p>
          <a:endParaRPr lang="en-US"/>
        </a:p>
      </dgm:t>
    </dgm:pt>
    <dgm:pt modelId="{A7297BFB-1DEA-4CC2-BCC6-CCE69C0F45D6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062BE6E-B6B1-487F-A86D-B7BAEB1B21BE}" type="parTrans" cxnId="{B7C89875-4706-4816-AA0C-2F11E5B998C5}">
      <dgm:prSet/>
      <dgm:spPr/>
    </dgm:pt>
    <dgm:pt modelId="{042297F7-ECD1-4B6B-A29B-9278B278C137}" type="sibTrans" cxnId="{B7C89875-4706-4816-AA0C-2F11E5B998C5}">
      <dgm:prSet/>
      <dgm:spPr/>
      <dgm:t>
        <a:bodyPr/>
        <a:lstStyle/>
        <a:p>
          <a:endParaRPr lang="en-US"/>
        </a:p>
      </dgm:t>
    </dgm:pt>
    <dgm:pt modelId="{E5F7F646-52F3-41AD-A41A-4C153748CF7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631C9C5B-6DF0-4AD8-858C-FDCC5FFEBCBB}" type="parTrans" cxnId="{99818691-4586-4F9C-AA37-C9F8707907C1}">
      <dgm:prSet/>
      <dgm:spPr/>
    </dgm:pt>
    <dgm:pt modelId="{B1031615-A11D-40CF-95BB-1EB347F12187}" type="sibTrans" cxnId="{99818691-4586-4F9C-AA37-C9F8707907C1}">
      <dgm:prSet/>
      <dgm:spPr/>
      <dgm:t>
        <a:bodyPr/>
        <a:lstStyle/>
        <a:p>
          <a:endParaRPr lang="en-US"/>
        </a:p>
      </dgm:t>
    </dgm:pt>
    <dgm:pt modelId="{C558BF7F-3019-4BEC-A86F-A4D52488305B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7862F1E1-8BA4-42C6-8DD7-76703034128A}" type="parTrans" cxnId="{A3B96BBC-9E7A-428B-8BD7-5B298B95AE73}">
      <dgm:prSet/>
      <dgm:spPr/>
    </dgm:pt>
    <dgm:pt modelId="{692CFAA0-2FD9-4DC7-8ED4-C15DAD7E275A}" type="sibTrans" cxnId="{A3B96BBC-9E7A-428B-8BD7-5B298B95AE73}">
      <dgm:prSet/>
      <dgm:spPr/>
      <dgm:t>
        <a:bodyPr/>
        <a:lstStyle/>
        <a:p>
          <a:endParaRPr lang="en-US"/>
        </a:p>
      </dgm:t>
    </dgm:pt>
    <dgm:pt modelId="{84E4FE92-92F7-4278-A6DD-9C41777DD51F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3FF1C1D6-BEEC-4979-AD83-4AFFD6CE06AB}" type="parTrans" cxnId="{AA7541AC-31EE-40D9-87A4-462F71E225D1}">
      <dgm:prSet/>
      <dgm:spPr/>
    </dgm:pt>
    <dgm:pt modelId="{FA04AE5F-5C92-40CF-B2F3-CC82BFB21B90}" type="sibTrans" cxnId="{AA7541AC-31EE-40D9-87A4-462F71E225D1}">
      <dgm:prSet/>
      <dgm:spPr/>
      <dgm:t>
        <a:bodyPr/>
        <a:lstStyle/>
        <a:p>
          <a:endParaRPr lang="en-US"/>
        </a:p>
      </dgm:t>
    </dgm:pt>
    <dgm:pt modelId="{7948BFB0-6336-4B3C-8813-EF0FB29B2933}" type="pres">
      <dgm:prSet presAssocID="{873A2EC6-B7D2-41DB-9089-FCA2144E529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E0D9099-1103-4BEF-AE17-074FF9343D54}" type="pres">
      <dgm:prSet presAssocID="{E1BCDBE4-2D0A-40C9-8BE1-BE2CA98F0B29}" presName="hierRoot1" presStyleCnt="0">
        <dgm:presLayoutVars>
          <dgm:hierBranch val="init"/>
        </dgm:presLayoutVars>
      </dgm:prSet>
      <dgm:spPr/>
    </dgm:pt>
    <dgm:pt modelId="{20B2EA38-0640-4E6B-AE7E-343BC09C83B3}" type="pres">
      <dgm:prSet presAssocID="{E1BCDBE4-2D0A-40C9-8BE1-BE2CA98F0B29}" presName="rootComposite1" presStyleCnt="0"/>
      <dgm:spPr/>
    </dgm:pt>
    <dgm:pt modelId="{71B5B643-B95A-4C05-B57A-84BA9301BA0B}" type="pres">
      <dgm:prSet presAssocID="{E1BCDBE4-2D0A-40C9-8BE1-BE2CA98F0B29}" presName="rootText1" presStyleLbl="node0" presStyleIdx="0" presStyleCnt="1">
        <dgm:presLayoutVars>
          <dgm:chMax/>
          <dgm:chPref val="3"/>
        </dgm:presLayoutVars>
      </dgm:prSet>
      <dgm:spPr/>
    </dgm:pt>
    <dgm:pt modelId="{813D301D-1487-4A9B-B23F-724F3EB02EA4}" type="pres">
      <dgm:prSet presAssocID="{E1BCDBE4-2D0A-40C9-8BE1-BE2CA98F0B29}" presName="titleText1" presStyleLbl="fgAcc0" presStyleIdx="0" presStyleCnt="1">
        <dgm:presLayoutVars>
          <dgm:chMax val="0"/>
          <dgm:chPref val="0"/>
        </dgm:presLayoutVars>
      </dgm:prSet>
      <dgm:spPr/>
    </dgm:pt>
    <dgm:pt modelId="{C6CFE190-1236-431D-BE47-4315DAE5CEF5}" type="pres">
      <dgm:prSet presAssocID="{E1BCDBE4-2D0A-40C9-8BE1-BE2CA98F0B29}" presName="rootConnector1" presStyleLbl="node1" presStyleIdx="0" presStyleCnt="4"/>
      <dgm:spPr/>
    </dgm:pt>
    <dgm:pt modelId="{F718210E-D1AD-4C7B-AA73-B7D09E43818B}" type="pres">
      <dgm:prSet presAssocID="{E1BCDBE4-2D0A-40C9-8BE1-BE2CA98F0B29}" presName="hierChild2" presStyleCnt="0"/>
      <dgm:spPr/>
    </dgm:pt>
    <dgm:pt modelId="{AA42C0D2-D51C-4AE7-8026-37073F4C8542}" type="pres">
      <dgm:prSet presAssocID="{F062BE6E-B6B1-487F-A86D-B7BAEB1B21BE}" presName="Name37" presStyleLbl="parChTrans1D2" presStyleIdx="0" presStyleCnt="2"/>
      <dgm:spPr/>
    </dgm:pt>
    <dgm:pt modelId="{93AC0D90-3820-4022-824C-3FC2095E9A66}" type="pres">
      <dgm:prSet presAssocID="{A7297BFB-1DEA-4CC2-BCC6-CCE69C0F45D6}" presName="hierRoot2" presStyleCnt="0">
        <dgm:presLayoutVars>
          <dgm:hierBranch val="init"/>
        </dgm:presLayoutVars>
      </dgm:prSet>
      <dgm:spPr/>
    </dgm:pt>
    <dgm:pt modelId="{2043506A-616E-45BB-8E96-8F6B815BC805}" type="pres">
      <dgm:prSet presAssocID="{A7297BFB-1DEA-4CC2-BCC6-CCE69C0F45D6}" presName="rootComposite" presStyleCnt="0"/>
      <dgm:spPr/>
    </dgm:pt>
    <dgm:pt modelId="{C8CD2FD1-2253-446F-B912-48A0FFE7A97E}" type="pres">
      <dgm:prSet presAssocID="{A7297BFB-1DEA-4CC2-BCC6-CCE69C0F45D6}" presName="rootText" presStyleLbl="node1" presStyleIdx="0" presStyleCnt="4">
        <dgm:presLayoutVars>
          <dgm:chMax/>
          <dgm:chPref val="3"/>
        </dgm:presLayoutVars>
      </dgm:prSet>
      <dgm:spPr/>
    </dgm:pt>
    <dgm:pt modelId="{F1866B24-0AF0-4B31-926C-EB2ED31C2729}" type="pres">
      <dgm:prSet presAssocID="{A7297BFB-1DEA-4CC2-BCC6-CCE69C0F45D6}" presName="titleText2" presStyleLbl="fgAcc1" presStyleIdx="0" presStyleCnt="4">
        <dgm:presLayoutVars>
          <dgm:chMax val="0"/>
          <dgm:chPref val="0"/>
        </dgm:presLayoutVars>
      </dgm:prSet>
      <dgm:spPr/>
    </dgm:pt>
    <dgm:pt modelId="{FEA593A2-B006-49CF-A616-FFE156E7065B}" type="pres">
      <dgm:prSet presAssocID="{A7297BFB-1DEA-4CC2-BCC6-CCE69C0F45D6}" presName="rootConnector" presStyleLbl="node2" presStyleIdx="0" presStyleCnt="0"/>
      <dgm:spPr/>
    </dgm:pt>
    <dgm:pt modelId="{21E7F67F-A57A-4555-84A5-2EE4A0E0F6A9}" type="pres">
      <dgm:prSet presAssocID="{A7297BFB-1DEA-4CC2-BCC6-CCE69C0F45D6}" presName="hierChild4" presStyleCnt="0"/>
      <dgm:spPr/>
    </dgm:pt>
    <dgm:pt modelId="{D00C5D68-56DF-4722-9B42-B7AFD9963616}" type="pres">
      <dgm:prSet presAssocID="{3FF1C1D6-BEEC-4979-AD83-4AFFD6CE06AB}" presName="Name37" presStyleLbl="parChTrans1D3" presStyleIdx="0" presStyleCnt="2"/>
      <dgm:spPr/>
    </dgm:pt>
    <dgm:pt modelId="{F5BFD0E1-C3C9-4E3F-B7DD-5DAF96358886}" type="pres">
      <dgm:prSet presAssocID="{84E4FE92-92F7-4278-A6DD-9C41777DD51F}" presName="hierRoot2" presStyleCnt="0">
        <dgm:presLayoutVars>
          <dgm:hierBranch val="init"/>
        </dgm:presLayoutVars>
      </dgm:prSet>
      <dgm:spPr/>
    </dgm:pt>
    <dgm:pt modelId="{C3862F68-8558-4D34-BF2D-4C9878B241EB}" type="pres">
      <dgm:prSet presAssocID="{84E4FE92-92F7-4278-A6DD-9C41777DD51F}" presName="rootComposite" presStyleCnt="0"/>
      <dgm:spPr/>
    </dgm:pt>
    <dgm:pt modelId="{77848DA8-4860-4C36-A726-3283C62B1E25}" type="pres">
      <dgm:prSet presAssocID="{84E4FE92-92F7-4278-A6DD-9C41777DD51F}" presName="rootText" presStyleLbl="node1" presStyleIdx="1" presStyleCnt="4">
        <dgm:presLayoutVars>
          <dgm:chMax/>
          <dgm:chPref val="3"/>
        </dgm:presLayoutVars>
      </dgm:prSet>
      <dgm:spPr/>
    </dgm:pt>
    <dgm:pt modelId="{1283DB99-6C67-4133-94C4-F551D7065B33}" type="pres">
      <dgm:prSet presAssocID="{84E4FE92-92F7-4278-A6DD-9C41777DD51F}" presName="titleText2" presStyleLbl="fgAcc1" presStyleIdx="1" presStyleCnt="4">
        <dgm:presLayoutVars>
          <dgm:chMax val="0"/>
          <dgm:chPref val="0"/>
        </dgm:presLayoutVars>
      </dgm:prSet>
      <dgm:spPr/>
    </dgm:pt>
    <dgm:pt modelId="{841D178E-B1A9-4ED7-BEC3-313A4F072ABF}" type="pres">
      <dgm:prSet presAssocID="{84E4FE92-92F7-4278-A6DD-9C41777DD51F}" presName="rootConnector" presStyleLbl="node3" presStyleIdx="0" presStyleCnt="0"/>
      <dgm:spPr/>
    </dgm:pt>
    <dgm:pt modelId="{FD6CA0D7-C751-4776-A2C0-80054E4B1A99}" type="pres">
      <dgm:prSet presAssocID="{84E4FE92-92F7-4278-A6DD-9C41777DD51F}" presName="hierChild4" presStyleCnt="0"/>
      <dgm:spPr/>
    </dgm:pt>
    <dgm:pt modelId="{35383E73-F449-476E-BB90-92C440A5D4FC}" type="pres">
      <dgm:prSet presAssocID="{84E4FE92-92F7-4278-A6DD-9C41777DD51F}" presName="hierChild5" presStyleCnt="0"/>
      <dgm:spPr/>
    </dgm:pt>
    <dgm:pt modelId="{90D0983F-A874-44BE-A219-31574F19ABFC}" type="pres">
      <dgm:prSet presAssocID="{A7297BFB-1DEA-4CC2-BCC6-CCE69C0F45D6}" presName="hierChild5" presStyleCnt="0"/>
      <dgm:spPr/>
    </dgm:pt>
    <dgm:pt modelId="{3AB2702B-2FC2-45E5-B03D-7E9078A22F67}" type="pres">
      <dgm:prSet presAssocID="{631C9C5B-6DF0-4AD8-858C-FDCC5FFEBCBB}" presName="Name37" presStyleLbl="parChTrans1D2" presStyleIdx="1" presStyleCnt="2"/>
      <dgm:spPr/>
    </dgm:pt>
    <dgm:pt modelId="{EFAE8557-7B13-4521-B58E-77606A9C5BB4}" type="pres">
      <dgm:prSet presAssocID="{E5F7F646-52F3-41AD-A41A-4C153748CF79}" presName="hierRoot2" presStyleCnt="0">
        <dgm:presLayoutVars>
          <dgm:hierBranch val="init"/>
        </dgm:presLayoutVars>
      </dgm:prSet>
      <dgm:spPr/>
    </dgm:pt>
    <dgm:pt modelId="{B7E3813E-3595-4B66-8ECC-A63DA43C7BB1}" type="pres">
      <dgm:prSet presAssocID="{E5F7F646-52F3-41AD-A41A-4C153748CF79}" presName="rootComposite" presStyleCnt="0"/>
      <dgm:spPr/>
    </dgm:pt>
    <dgm:pt modelId="{84352ADD-F0C2-451F-A752-EC4EFE2FEFC8}" type="pres">
      <dgm:prSet presAssocID="{E5F7F646-52F3-41AD-A41A-4C153748CF79}" presName="rootText" presStyleLbl="node1" presStyleIdx="2" presStyleCnt="4">
        <dgm:presLayoutVars>
          <dgm:chMax/>
          <dgm:chPref val="3"/>
        </dgm:presLayoutVars>
      </dgm:prSet>
      <dgm:spPr/>
    </dgm:pt>
    <dgm:pt modelId="{CB566822-6B8D-4E96-8122-AF1F134A826E}" type="pres">
      <dgm:prSet presAssocID="{E5F7F646-52F3-41AD-A41A-4C153748CF79}" presName="titleText2" presStyleLbl="fgAcc1" presStyleIdx="2" presStyleCnt="4">
        <dgm:presLayoutVars>
          <dgm:chMax val="0"/>
          <dgm:chPref val="0"/>
        </dgm:presLayoutVars>
      </dgm:prSet>
      <dgm:spPr/>
    </dgm:pt>
    <dgm:pt modelId="{0472AD35-E98E-49F1-B64A-4DE49C04FFAF}" type="pres">
      <dgm:prSet presAssocID="{E5F7F646-52F3-41AD-A41A-4C153748CF79}" presName="rootConnector" presStyleLbl="node2" presStyleIdx="0" presStyleCnt="0"/>
      <dgm:spPr/>
    </dgm:pt>
    <dgm:pt modelId="{BB8161BB-4E3C-4424-9FEA-A9F45D0D2CAC}" type="pres">
      <dgm:prSet presAssocID="{E5F7F646-52F3-41AD-A41A-4C153748CF79}" presName="hierChild4" presStyleCnt="0"/>
      <dgm:spPr/>
    </dgm:pt>
    <dgm:pt modelId="{DAB39FC2-D207-48C7-87DE-4382A5754074}" type="pres">
      <dgm:prSet presAssocID="{7862F1E1-8BA4-42C6-8DD7-76703034128A}" presName="Name37" presStyleLbl="parChTrans1D3" presStyleIdx="1" presStyleCnt="2"/>
      <dgm:spPr/>
    </dgm:pt>
    <dgm:pt modelId="{768FCB6C-29BE-4BE0-9D49-96B27B585F9A}" type="pres">
      <dgm:prSet presAssocID="{C558BF7F-3019-4BEC-A86F-A4D52488305B}" presName="hierRoot2" presStyleCnt="0">
        <dgm:presLayoutVars>
          <dgm:hierBranch val="init"/>
        </dgm:presLayoutVars>
      </dgm:prSet>
      <dgm:spPr/>
    </dgm:pt>
    <dgm:pt modelId="{EFBBB32B-0744-4FB5-9BFE-792C78097BB0}" type="pres">
      <dgm:prSet presAssocID="{C558BF7F-3019-4BEC-A86F-A4D52488305B}" presName="rootComposite" presStyleCnt="0"/>
      <dgm:spPr/>
    </dgm:pt>
    <dgm:pt modelId="{D673149F-082C-4668-A024-C81A02EE96D2}" type="pres">
      <dgm:prSet presAssocID="{C558BF7F-3019-4BEC-A86F-A4D52488305B}" presName="rootText" presStyleLbl="node1" presStyleIdx="3" presStyleCnt="4">
        <dgm:presLayoutVars>
          <dgm:chMax/>
          <dgm:chPref val="3"/>
        </dgm:presLayoutVars>
      </dgm:prSet>
      <dgm:spPr/>
    </dgm:pt>
    <dgm:pt modelId="{53D0B44C-78A9-447C-BC77-62349B66A5E4}" type="pres">
      <dgm:prSet presAssocID="{C558BF7F-3019-4BEC-A86F-A4D52488305B}" presName="titleText2" presStyleLbl="fgAcc1" presStyleIdx="3" presStyleCnt="4">
        <dgm:presLayoutVars>
          <dgm:chMax val="0"/>
          <dgm:chPref val="0"/>
        </dgm:presLayoutVars>
      </dgm:prSet>
      <dgm:spPr/>
    </dgm:pt>
    <dgm:pt modelId="{8E01F937-DB3C-4925-A4BA-EC6B5449B745}" type="pres">
      <dgm:prSet presAssocID="{C558BF7F-3019-4BEC-A86F-A4D52488305B}" presName="rootConnector" presStyleLbl="node3" presStyleIdx="0" presStyleCnt="0"/>
      <dgm:spPr/>
    </dgm:pt>
    <dgm:pt modelId="{A12E0A2E-E454-4265-B6FE-9EFEFD0EF305}" type="pres">
      <dgm:prSet presAssocID="{C558BF7F-3019-4BEC-A86F-A4D52488305B}" presName="hierChild4" presStyleCnt="0"/>
      <dgm:spPr/>
    </dgm:pt>
    <dgm:pt modelId="{E241BAEF-F2AF-4733-BC85-011263EF8CD6}" type="pres">
      <dgm:prSet presAssocID="{C558BF7F-3019-4BEC-A86F-A4D52488305B}" presName="hierChild5" presStyleCnt="0"/>
      <dgm:spPr/>
    </dgm:pt>
    <dgm:pt modelId="{5607E82D-602F-4A81-B630-1346FD1DD5F1}" type="pres">
      <dgm:prSet presAssocID="{E5F7F646-52F3-41AD-A41A-4C153748CF79}" presName="hierChild5" presStyleCnt="0"/>
      <dgm:spPr/>
    </dgm:pt>
    <dgm:pt modelId="{AB2A6948-15B6-4C14-B9AC-3C424B7CD79B}" type="pres">
      <dgm:prSet presAssocID="{E1BCDBE4-2D0A-40C9-8BE1-BE2CA98F0B29}" presName="hierChild3" presStyleCnt="0"/>
      <dgm:spPr/>
    </dgm:pt>
  </dgm:ptLst>
  <dgm:cxnLst>
    <dgm:cxn modelId="{4B6D7C00-9CE2-49D0-839D-5BC1F1B61D88}" type="presOf" srcId="{7862F1E1-8BA4-42C6-8DD7-76703034128A}" destId="{DAB39FC2-D207-48C7-87DE-4382A5754074}" srcOrd="0" destOrd="0" presId="urn:microsoft.com/office/officeart/2008/layout/NameandTitleOrganizationalChart"/>
    <dgm:cxn modelId="{C01CBC17-EF86-4038-9E81-E94BA5F6656A}" type="presOf" srcId="{C558BF7F-3019-4BEC-A86F-A4D52488305B}" destId="{D673149F-082C-4668-A024-C81A02EE96D2}" srcOrd="0" destOrd="0" presId="urn:microsoft.com/office/officeart/2008/layout/NameandTitleOrganizationalChart"/>
    <dgm:cxn modelId="{2CDF802F-A753-48E6-8D00-9533D47D549A}" type="presOf" srcId="{BE3493D8-E63C-47C3-8734-CA940D362DA3}" destId="{813D301D-1487-4A9B-B23F-724F3EB02EA4}" srcOrd="0" destOrd="0" presId="urn:microsoft.com/office/officeart/2008/layout/NameandTitleOrganizationalChart"/>
    <dgm:cxn modelId="{E3175035-78E6-49F1-B8A6-DF67C44DCBE4}" type="presOf" srcId="{F062BE6E-B6B1-487F-A86D-B7BAEB1B21BE}" destId="{AA42C0D2-D51C-4AE7-8026-37073F4C8542}" srcOrd="0" destOrd="0" presId="urn:microsoft.com/office/officeart/2008/layout/NameandTitleOrganizationalChart"/>
    <dgm:cxn modelId="{F6CC9461-5F35-4013-835A-59DD5916D66D}" type="presOf" srcId="{E1BCDBE4-2D0A-40C9-8BE1-BE2CA98F0B29}" destId="{C6CFE190-1236-431D-BE47-4315DAE5CEF5}" srcOrd="1" destOrd="0" presId="urn:microsoft.com/office/officeart/2008/layout/NameandTitleOrganizationalChart"/>
    <dgm:cxn modelId="{BB2F9167-991D-48B6-8C67-61A47D1072EF}" srcId="{873A2EC6-B7D2-41DB-9089-FCA2144E5295}" destId="{E1BCDBE4-2D0A-40C9-8BE1-BE2CA98F0B29}" srcOrd="0" destOrd="0" parTransId="{1A44BCD6-882E-4DB1-989D-4B427A068B12}" sibTransId="{BE3493D8-E63C-47C3-8734-CA940D362DA3}"/>
    <dgm:cxn modelId="{74CA0D4C-EFF2-4A57-A763-C23A664A64E4}" type="presOf" srcId="{873A2EC6-B7D2-41DB-9089-FCA2144E5295}" destId="{7948BFB0-6336-4B3C-8813-EF0FB29B2933}" srcOrd="0" destOrd="0" presId="urn:microsoft.com/office/officeart/2008/layout/NameandTitleOrganizationalChart"/>
    <dgm:cxn modelId="{B7C89875-4706-4816-AA0C-2F11E5B998C5}" srcId="{E1BCDBE4-2D0A-40C9-8BE1-BE2CA98F0B29}" destId="{A7297BFB-1DEA-4CC2-BCC6-CCE69C0F45D6}" srcOrd="0" destOrd="0" parTransId="{F062BE6E-B6B1-487F-A86D-B7BAEB1B21BE}" sibTransId="{042297F7-ECD1-4B6B-A29B-9278B278C137}"/>
    <dgm:cxn modelId="{7E87DB58-E22B-417E-94D8-B69AA3E5692D}" type="presOf" srcId="{84E4FE92-92F7-4278-A6DD-9C41777DD51F}" destId="{77848DA8-4860-4C36-A726-3283C62B1E25}" srcOrd="0" destOrd="0" presId="urn:microsoft.com/office/officeart/2008/layout/NameandTitleOrganizationalChart"/>
    <dgm:cxn modelId="{AAE32483-1D7D-45FA-9EA6-AB6CF561879D}" type="presOf" srcId="{B1031615-A11D-40CF-95BB-1EB347F12187}" destId="{CB566822-6B8D-4E96-8122-AF1F134A826E}" srcOrd="0" destOrd="0" presId="urn:microsoft.com/office/officeart/2008/layout/NameandTitleOrganizationalChart"/>
    <dgm:cxn modelId="{F10DD98C-E8B5-44D0-B56D-F52B57AF4BC9}" type="presOf" srcId="{A7297BFB-1DEA-4CC2-BCC6-CCE69C0F45D6}" destId="{FEA593A2-B006-49CF-A616-FFE156E7065B}" srcOrd="1" destOrd="0" presId="urn:microsoft.com/office/officeart/2008/layout/NameandTitleOrganizationalChart"/>
    <dgm:cxn modelId="{99818691-4586-4F9C-AA37-C9F8707907C1}" srcId="{E1BCDBE4-2D0A-40C9-8BE1-BE2CA98F0B29}" destId="{E5F7F646-52F3-41AD-A41A-4C153748CF79}" srcOrd="1" destOrd="0" parTransId="{631C9C5B-6DF0-4AD8-858C-FDCC5FFEBCBB}" sibTransId="{B1031615-A11D-40CF-95BB-1EB347F12187}"/>
    <dgm:cxn modelId="{157AFDA1-327A-4D71-91AD-2A74BB4E55A3}" type="presOf" srcId="{631C9C5B-6DF0-4AD8-858C-FDCC5FFEBCBB}" destId="{3AB2702B-2FC2-45E5-B03D-7E9078A22F67}" srcOrd="0" destOrd="0" presId="urn:microsoft.com/office/officeart/2008/layout/NameandTitleOrganizationalChart"/>
    <dgm:cxn modelId="{840792A2-04E0-4FB1-8B73-30EF51BB4A37}" type="presOf" srcId="{E5F7F646-52F3-41AD-A41A-4C153748CF79}" destId="{0472AD35-E98E-49F1-B64A-4DE49C04FFAF}" srcOrd="1" destOrd="0" presId="urn:microsoft.com/office/officeart/2008/layout/NameandTitleOrganizationalChart"/>
    <dgm:cxn modelId="{AA7541AC-31EE-40D9-87A4-462F71E225D1}" srcId="{A7297BFB-1DEA-4CC2-BCC6-CCE69C0F45D6}" destId="{84E4FE92-92F7-4278-A6DD-9C41777DD51F}" srcOrd="0" destOrd="0" parTransId="{3FF1C1D6-BEEC-4979-AD83-4AFFD6CE06AB}" sibTransId="{FA04AE5F-5C92-40CF-B2F3-CC82BFB21B90}"/>
    <dgm:cxn modelId="{D31E04BA-252F-4E42-AF55-0732EDCCBD13}" type="presOf" srcId="{C558BF7F-3019-4BEC-A86F-A4D52488305B}" destId="{8E01F937-DB3C-4925-A4BA-EC6B5449B745}" srcOrd="1" destOrd="0" presId="urn:microsoft.com/office/officeart/2008/layout/NameandTitleOrganizationalChart"/>
    <dgm:cxn modelId="{3753BCBA-D4D7-41EA-A077-B8D378ABC4D0}" type="presOf" srcId="{A7297BFB-1DEA-4CC2-BCC6-CCE69C0F45D6}" destId="{C8CD2FD1-2253-446F-B912-48A0FFE7A97E}" srcOrd="0" destOrd="0" presId="urn:microsoft.com/office/officeart/2008/layout/NameandTitleOrganizationalChart"/>
    <dgm:cxn modelId="{A3B96BBC-9E7A-428B-8BD7-5B298B95AE73}" srcId="{E5F7F646-52F3-41AD-A41A-4C153748CF79}" destId="{C558BF7F-3019-4BEC-A86F-A4D52488305B}" srcOrd="0" destOrd="0" parTransId="{7862F1E1-8BA4-42C6-8DD7-76703034128A}" sibTransId="{692CFAA0-2FD9-4DC7-8ED4-C15DAD7E275A}"/>
    <dgm:cxn modelId="{B5C51DC2-D222-4742-B9A0-FFCA120BD661}" type="presOf" srcId="{84E4FE92-92F7-4278-A6DD-9C41777DD51F}" destId="{841D178E-B1A9-4ED7-BEC3-313A4F072ABF}" srcOrd="1" destOrd="0" presId="urn:microsoft.com/office/officeart/2008/layout/NameandTitleOrganizationalChart"/>
    <dgm:cxn modelId="{080008DA-A667-4FAB-826D-554145A3B91B}" type="presOf" srcId="{E1BCDBE4-2D0A-40C9-8BE1-BE2CA98F0B29}" destId="{71B5B643-B95A-4C05-B57A-84BA9301BA0B}" srcOrd="0" destOrd="0" presId="urn:microsoft.com/office/officeart/2008/layout/NameandTitleOrganizationalChart"/>
    <dgm:cxn modelId="{0E1EC8E6-A5CA-454A-BEA9-C30CA017319D}" type="presOf" srcId="{692CFAA0-2FD9-4DC7-8ED4-C15DAD7E275A}" destId="{53D0B44C-78A9-447C-BC77-62349B66A5E4}" srcOrd="0" destOrd="0" presId="urn:microsoft.com/office/officeart/2008/layout/NameandTitleOrganizationalChart"/>
    <dgm:cxn modelId="{6B735FE7-5DAB-40F7-9911-E13B2C5A0A1A}" type="presOf" srcId="{042297F7-ECD1-4B6B-A29B-9278B278C137}" destId="{F1866B24-0AF0-4B31-926C-EB2ED31C2729}" srcOrd="0" destOrd="0" presId="urn:microsoft.com/office/officeart/2008/layout/NameandTitleOrganizationalChart"/>
    <dgm:cxn modelId="{80A40BF5-901C-4F8D-802B-B78EC205E732}" type="presOf" srcId="{3FF1C1D6-BEEC-4979-AD83-4AFFD6CE06AB}" destId="{D00C5D68-56DF-4722-9B42-B7AFD9963616}" srcOrd="0" destOrd="0" presId="urn:microsoft.com/office/officeart/2008/layout/NameandTitleOrganizationalChart"/>
    <dgm:cxn modelId="{C56932F6-B257-48F3-8E19-17086B5FB654}" type="presOf" srcId="{FA04AE5F-5C92-40CF-B2F3-CC82BFB21B90}" destId="{1283DB99-6C67-4133-94C4-F551D7065B33}" srcOrd="0" destOrd="0" presId="urn:microsoft.com/office/officeart/2008/layout/NameandTitleOrganizationalChart"/>
    <dgm:cxn modelId="{867E4FF9-D5FE-4F09-A8E8-BD8976868CB2}" type="presOf" srcId="{E5F7F646-52F3-41AD-A41A-4C153748CF79}" destId="{84352ADD-F0C2-451F-A752-EC4EFE2FEFC8}" srcOrd="0" destOrd="0" presId="urn:microsoft.com/office/officeart/2008/layout/NameandTitleOrganizationalChart"/>
    <dgm:cxn modelId="{17A87EC3-54EA-4FEF-8773-D607CC1E18A1}" type="presParOf" srcId="{7948BFB0-6336-4B3C-8813-EF0FB29B2933}" destId="{5E0D9099-1103-4BEF-AE17-074FF9343D54}" srcOrd="0" destOrd="0" presId="urn:microsoft.com/office/officeart/2008/layout/NameandTitleOrganizationalChart"/>
    <dgm:cxn modelId="{2F9E966D-2FE6-4888-8A2F-E332A848D4CA}" type="presParOf" srcId="{5E0D9099-1103-4BEF-AE17-074FF9343D54}" destId="{20B2EA38-0640-4E6B-AE7E-343BC09C83B3}" srcOrd="0" destOrd="0" presId="urn:microsoft.com/office/officeart/2008/layout/NameandTitleOrganizationalChart"/>
    <dgm:cxn modelId="{65A334F9-FE3B-4F72-A72E-0DDEE4775542}" type="presParOf" srcId="{20B2EA38-0640-4E6B-AE7E-343BC09C83B3}" destId="{71B5B643-B95A-4C05-B57A-84BA9301BA0B}" srcOrd="0" destOrd="0" presId="urn:microsoft.com/office/officeart/2008/layout/NameandTitleOrganizationalChart"/>
    <dgm:cxn modelId="{D2725306-0C13-45E6-A636-84FAA4DF98AB}" type="presParOf" srcId="{20B2EA38-0640-4E6B-AE7E-343BC09C83B3}" destId="{813D301D-1487-4A9B-B23F-724F3EB02EA4}" srcOrd="1" destOrd="0" presId="urn:microsoft.com/office/officeart/2008/layout/NameandTitleOrganizationalChart"/>
    <dgm:cxn modelId="{F205512F-C2E9-4C8F-A8C4-2115B733FD44}" type="presParOf" srcId="{20B2EA38-0640-4E6B-AE7E-343BC09C83B3}" destId="{C6CFE190-1236-431D-BE47-4315DAE5CEF5}" srcOrd="2" destOrd="0" presId="urn:microsoft.com/office/officeart/2008/layout/NameandTitleOrganizationalChart"/>
    <dgm:cxn modelId="{3ABFFB37-15AB-4306-94E2-08BCE94A2B60}" type="presParOf" srcId="{5E0D9099-1103-4BEF-AE17-074FF9343D54}" destId="{F718210E-D1AD-4C7B-AA73-B7D09E43818B}" srcOrd="1" destOrd="0" presId="urn:microsoft.com/office/officeart/2008/layout/NameandTitleOrganizationalChart"/>
    <dgm:cxn modelId="{AD845C19-8F06-4F23-92B2-34AD162CE6AA}" type="presParOf" srcId="{F718210E-D1AD-4C7B-AA73-B7D09E43818B}" destId="{AA42C0D2-D51C-4AE7-8026-37073F4C8542}" srcOrd="0" destOrd="0" presId="urn:microsoft.com/office/officeart/2008/layout/NameandTitleOrganizationalChart"/>
    <dgm:cxn modelId="{FF6D89A9-F08C-4B89-A22A-7A9D313CC62A}" type="presParOf" srcId="{F718210E-D1AD-4C7B-AA73-B7D09E43818B}" destId="{93AC0D90-3820-4022-824C-3FC2095E9A66}" srcOrd="1" destOrd="0" presId="urn:microsoft.com/office/officeart/2008/layout/NameandTitleOrganizationalChart"/>
    <dgm:cxn modelId="{61F4B63A-FA3F-495F-8D3C-020FE3C0D12E}" type="presParOf" srcId="{93AC0D90-3820-4022-824C-3FC2095E9A66}" destId="{2043506A-616E-45BB-8E96-8F6B815BC805}" srcOrd="0" destOrd="0" presId="urn:microsoft.com/office/officeart/2008/layout/NameandTitleOrganizationalChart"/>
    <dgm:cxn modelId="{8DC110F6-5FC1-4E68-BEC5-84FB4049732C}" type="presParOf" srcId="{2043506A-616E-45BB-8E96-8F6B815BC805}" destId="{C8CD2FD1-2253-446F-B912-48A0FFE7A97E}" srcOrd="0" destOrd="0" presId="urn:microsoft.com/office/officeart/2008/layout/NameandTitleOrganizationalChart"/>
    <dgm:cxn modelId="{6B86064C-4DB3-41EC-8A1F-54E49C36FCCE}" type="presParOf" srcId="{2043506A-616E-45BB-8E96-8F6B815BC805}" destId="{F1866B24-0AF0-4B31-926C-EB2ED31C2729}" srcOrd="1" destOrd="0" presId="urn:microsoft.com/office/officeart/2008/layout/NameandTitleOrganizationalChart"/>
    <dgm:cxn modelId="{BE52CB46-4789-4780-A8DB-B6DEFB14D778}" type="presParOf" srcId="{2043506A-616E-45BB-8E96-8F6B815BC805}" destId="{FEA593A2-B006-49CF-A616-FFE156E7065B}" srcOrd="2" destOrd="0" presId="urn:microsoft.com/office/officeart/2008/layout/NameandTitleOrganizationalChart"/>
    <dgm:cxn modelId="{1924821F-6725-4AC4-9AF6-EB123515376B}" type="presParOf" srcId="{93AC0D90-3820-4022-824C-3FC2095E9A66}" destId="{21E7F67F-A57A-4555-84A5-2EE4A0E0F6A9}" srcOrd="1" destOrd="0" presId="urn:microsoft.com/office/officeart/2008/layout/NameandTitleOrganizationalChart"/>
    <dgm:cxn modelId="{F044479E-FEC8-4311-BBB6-BCCCFFE8155B}" type="presParOf" srcId="{21E7F67F-A57A-4555-84A5-2EE4A0E0F6A9}" destId="{D00C5D68-56DF-4722-9B42-B7AFD9963616}" srcOrd="0" destOrd="0" presId="urn:microsoft.com/office/officeart/2008/layout/NameandTitleOrganizationalChart"/>
    <dgm:cxn modelId="{BECB5AC2-8A8A-4423-9D0F-B70590BE6DD9}" type="presParOf" srcId="{21E7F67F-A57A-4555-84A5-2EE4A0E0F6A9}" destId="{F5BFD0E1-C3C9-4E3F-B7DD-5DAF96358886}" srcOrd="1" destOrd="0" presId="urn:microsoft.com/office/officeart/2008/layout/NameandTitleOrganizationalChart"/>
    <dgm:cxn modelId="{5784672D-8AA9-4770-A986-A5A5480BC052}" type="presParOf" srcId="{F5BFD0E1-C3C9-4E3F-B7DD-5DAF96358886}" destId="{C3862F68-8558-4D34-BF2D-4C9878B241EB}" srcOrd="0" destOrd="0" presId="urn:microsoft.com/office/officeart/2008/layout/NameandTitleOrganizationalChart"/>
    <dgm:cxn modelId="{905A266D-47AE-4EFB-897A-187B40FE5780}" type="presParOf" srcId="{C3862F68-8558-4D34-BF2D-4C9878B241EB}" destId="{77848DA8-4860-4C36-A726-3283C62B1E25}" srcOrd="0" destOrd="0" presId="urn:microsoft.com/office/officeart/2008/layout/NameandTitleOrganizationalChart"/>
    <dgm:cxn modelId="{31B15D06-206E-4412-90FF-88BF4A4B26A7}" type="presParOf" srcId="{C3862F68-8558-4D34-BF2D-4C9878B241EB}" destId="{1283DB99-6C67-4133-94C4-F551D7065B33}" srcOrd="1" destOrd="0" presId="urn:microsoft.com/office/officeart/2008/layout/NameandTitleOrganizationalChart"/>
    <dgm:cxn modelId="{FEAEFC0D-E35E-423F-BBBD-70BC47A9633D}" type="presParOf" srcId="{C3862F68-8558-4D34-BF2D-4C9878B241EB}" destId="{841D178E-B1A9-4ED7-BEC3-313A4F072ABF}" srcOrd="2" destOrd="0" presId="urn:microsoft.com/office/officeart/2008/layout/NameandTitleOrganizationalChart"/>
    <dgm:cxn modelId="{A1FE2C9E-09A9-42D1-9E2A-DBC6A98101E3}" type="presParOf" srcId="{F5BFD0E1-C3C9-4E3F-B7DD-5DAF96358886}" destId="{FD6CA0D7-C751-4776-A2C0-80054E4B1A99}" srcOrd="1" destOrd="0" presId="urn:microsoft.com/office/officeart/2008/layout/NameandTitleOrganizationalChart"/>
    <dgm:cxn modelId="{6BA5044C-2E97-4A87-AFBE-2AB233A196AE}" type="presParOf" srcId="{F5BFD0E1-C3C9-4E3F-B7DD-5DAF96358886}" destId="{35383E73-F449-476E-BB90-92C440A5D4FC}" srcOrd="2" destOrd="0" presId="urn:microsoft.com/office/officeart/2008/layout/NameandTitleOrganizationalChart"/>
    <dgm:cxn modelId="{46E17A27-FE63-4A06-B1B5-F3E6454FFF91}" type="presParOf" srcId="{93AC0D90-3820-4022-824C-3FC2095E9A66}" destId="{90D0983F-A874-44BE-A219-31574F19ABFC}" srcOrd="2" destOrd="0" presId="urn:microsoft.com/office/officeart/2008/layout/NameandTitleOrganizationalChart"/>
    <dgm:cxn modelId="{7DD0FB7B-5622-49C9-9163-B9F1F33DDB13}" type="presParOf" srcId="{F718210E-D1AD-4C7B-AA73-B7D09E43818B}" destId="{3AB2702B-2FC2-45E5-B03D-7E9078A22F67}" srcOrd="2" destOrd="0" presId="urn:microsoft.com/office/officeart/2008/layout/NameandTitleOrganizationalChart"/>
    <dgm:cxn modelId="{345B3D00-5A65-499A-AEB9-4197E5751A94}" type="presParOf" srcId="{F718210E-D1AD-4C7B-AA73-B7D09E43818B}" destId="{EFAE8557-7B13-4521-B58E-77606A9C5BB4}" srcOrd="3" destOrd="0" presId="urn:microsoft.com/office/officeart/2008/layout/NameandTitleOrganizationalChart"/>
    <dgm:cxn modelId="{BED2DFB7-B0BF-4A09-A158-926E62B401D8}" type="presParOf" srcId="{EFAE8557-7B13-4521-B58E-77606A9C5BB4}" destId="{B7E3813E-3595-4B66-8ECC-A63DA43C7BB1}" srcOrd="0" destOrd="0" presId="urn:microsoft.com/office/officeart/2008/layout/NameandTitleOrganizationalChart"/>
    <dgm:cxn modelId="{26751EDA-0DAC-4225-A7D1-53FCEECD3984}" type="presParOf" srcId="{B7E3813E-3595-4B66-8ECC-A63DA43C7BB1}" destId="{84352ADD-F0C2-451F-A752-EC4EFE2FEFC8}" srcOrd="0" destOrd="0" presId="urn:microsoft.com/office/officeart/2008/layout/NameandTitleOrganizationalChart"/>
    <dgm:cxn modelId="{C07F9085-7C0C-428E-8399-39DC802C8497}" type="presParOf" srcId="{B7E3813E-3595-4B66-8ECC-A63DA43C7BB1}" destId="{CB566822-6B8D-4E96-8122-AF1F134A826E}" srcOrd="1" destOrd="0" presId="urn:microsoft.com/office/officeart/2008/layout/NameandTitleOrganizationalChart"/>
    <dgm:cxn modelId="{A5B1288E-BC8B-4073-AD86-A67398B8728E}" type="presParOf" srcId="{B7E3813E-3595-4B66-8ECC-A63DA43C7BB1}" destId="{0472AD35-E98E-49F1-B64A-4DE49C04FFAF}" srcOrd="2" destOrd="0" presId="urn:microsoft.com/office/officeart/2008/layout/NameandTitleOrganizationalChart"/>
    <dgm:cxn modelId="{DCB108DD-A0C9-4B70-B871-63011103EDF0}" type="presParOf" srcId="{EFAE8557-7B13-4521-B58E-77606A9C5BB4}" destId="{BB8161BB-4E3C-4424-9FEA-A9F45D0D2CAC}" srcOrd="1" destOrd="0" presId="urn:microsoft.com/office/officeart/2008/layout/NameandTitleOrganizationalChart"/>
    <dgm:cxn modelId="{87F7B5CE-000A-43ED-B4E6-5048325957A6}" type="presParOf" srcId="{BB8161BB-4E3C-4424-9FEA-A9F45D0D2CAC}" destId="{DAB39FC2-D207-48C7-87DE-4382A5754074}" srcOrd="0" destOrd="0" presId="urn:microsoft.com/office/officeart/2008/layout/NameandTitleOrganizationalChart"/>
    <dgm:cxn modelId="{9C4BE0C8-99BD-4818-BC29-D1B9D89A3B00}" type="presParOf" srcId="{BB8161BB-4E3C-4424-9FEA-A9F45D0D2CAC}" destId="{768FCB6C-29BE-4BE0-9D49-96B27B585F9A}" srcOrd="1" destOrd="0" presId="urn:microsoft.com/office/officeart/2008/layout/NameandTitleOrganizationalChart"/>
    <dgm:cxn modelId="{EF224A4F-9B66-409E-BDD9-5D71CEA50C8D}" type="presParOf" srcId="{768FCB6C-29BE-4BE0-9D49-96B27B585F9A}" destId="{EFBBB32B-0744-4FB5-9BFE-792C78097BB0}" srcOrd="0" destOrd="0" presId="urn:microsoft.com/office/officeart/2008/layout/NameandTitleOrganizationalChart"/>
    <dgm:cxn modelId="{2ECDEE8B-0D8A-4846-BF38-F6E7F7F020A1}" type="presParOf" srcId="{EFBBB32B-0744-4FB5-9BFE-792C78097BB0}" destId="{D673149F-082C-4668-A024-C81A02EE96D2}" srcOrd="0" destOrd="0" presId="urn:microsoft.com/office/officeart/2008/layout/NameandTitleOrganizationalChart"/>
    <dgm:cxn modelId="{4083695E-1928-451B-9EE2-E0A4D60D8F1C}" type="presParOf" srcId="{EFBBB32B-0744-4FB5-9BFE-792C78097BB0}" destId="{53D0B44C-78A9-447C-BC77-62349B66A5E4}" srcOrd="1" destOrd="0" presId="urn:microsoft.com/office/officeart/2008/layout/NameandTitleOrganizationalChart"/>
    <dgm:cxn modelId="{2FE58BED-DB97-4089-BA09-7C6C90ABF115}" type="presParOf" srcId="{EFBBB32B-0744-4FB5-9BFE-792C78097BB0}" destId="{8E01F937-DB3C-4925-A4BA-EC6B5449B745}" srcOrd="2" destOrd="0" presId="urn:microsoft.com/office/officeart/2008/layout/NameandTitleOrganizationalChart"/>
    <dgm:cxn modelId="{05A13BA4-4E19-450C-8BD8-6C69EAC1E033}" type="presParOf" srcId="{768FCB6C-29BE-4BE0-9D49-96B27B585F9A}" destId="{A12E0A2E-E454-4265-B6FE-9EFEFD0EF305}" srcOrd="1" destOrd="0" presId="urn:microsoft.com/office/officeart/2008/layout/NameandTitleOrganizationalChart"/>
    <dgm:cxn modelId="{D7608776-213E-4B2E-B1BF-12C384179CDD}" type="presParOf" srcId="{768FCB6C-29BE-4BE0-9D49-96B27B585F9A}" destId="{E241BAEF-F2AF-4733-BC85-011263EF8CD6}" srcOrd="2" destOrd="0" presId="urn:microsoft.com/office/officeart/2008/layout/NameandTitleOrganizationalChart"/>
    <dgm:cxn modelId="{ADF62609-C32D-484A-86D7-CA2A57440ECD}" type="presParOf" srcId="{EFAE8557-7B13-4521-B58E-77606A9C5BB4}" destId="{5607E82D-602F-4A81-B630-1346FD1DD5F1}" srcOrd="2" destOrd="0" presId="urn:microsoft.com/office/officeart/2008/layout/NameandTitleOrganizationalChart"/>
    <dgm:cxn modelId="{7F16D3F9-23EC-410A-A7CD-44AA4A9F7C26}" type="presParOf" srcId="{5E0D9099-1103-4BEF-AE17-074FF9343D54}" destId="{AB2A6948-15B6-4C14-B9AC-3C424B7CD79B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B39FC2-D207-48C7-87DE-4382A5754074}">
      <dsp:nvSpPr>
        <dsp:cNvPr id="0" name=""/>
        <dsp:cNvSpPr/>
      </dsp:nvSpPr>
      <dsp:spPr>
        <a:xfrm>
          <a:off x="5509038" y="3069037"/>
          <a:ext cx="91440" cy="68774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8774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B2702B-2FC2-45E5-B03D-7E9078A22F67}">
      <dsp:nvSpPr>
        <dsp:cNvPr id="0" name=""/>
        <dsp:cNvSpPr/>
      </dsp:nvSpPr>
      <dsp:spPr>
        <a:xfrm>
          <a:off x="4012548" y="1190954"/>
          <a:ext cx="1542209" cy="6877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0004"/>
              </a:lnTo>
              <a:lnTo>
                <a:pt x="1542209" y="410004"/>
              </a:lnTo>
              <a:lnTo>
                <a:pt x="1542209" y="68774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0C5D68-56DF-4722-9B42-B7AFD9963616}">
      <dsp:nvSpPr>
        <dsp:cNvPr id="0" name=""/>
        <dsp:cNvSpPr/>
      </dsp:nvSpPr>
      <dsp:spPr>
        <a:xfrm>
          <a:off x="2424619" y="3069037"/>
          <a:ext cx="91440" cy="68774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8774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42C0D2-D51C-4AE7-8026-37073F4C8542}">
      <dsp:nvSpPr>
        <dsp:cNvPr id="0" name=""/>
        <dsp:cNvSpPr/>
      </dsp:nvSpPr>
      <dsp:spPr>
        <a:xfrm>
          <a:off x="2470339" y="1190954"/>
          <a:ext cx="1542209" cy="687748"/>
        </a:xfrm>
        <a:custGeom>
          <a:avLst/>
          <a:gdLst/>
          <a:ahLst/>
          <a:cxnLst/>
          <a:rect l="0" t="0" r="0" b="0"/>
          <a:pathLst>
            <a:path>
              <a:moveTo>
                <a:pt x="1542209" y="0"/>
              </a:moveTo>
              <a:lnTo>
                <a:pt x="1542209" y="410004"/>
              </a:lnTo>
              <a:lnTo>
                <a:pt x="0" y="410004"/>
              </a:lnTo>
              <a:lnTo>
                <a:pt x="0" y="68774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B5B643-B95A-4C05-B57A-84BA9301BA0B}">
      <dsp:nvSpPr>
        <dsp:cNvPr id="0" name=""/>
        <dsp:cNvSpPr/>
      </dsp:nvSpPr>
      <dsp:spPr>
        <a:xfrm>
          <a:off x="2863035" y="620"/>
          <a:ext cx="2299027" cy="11903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6796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One</a:t>
          </a:r>
        </a:p>
      </dsp:txBody>
      <dsp:txXfrm>
        <a:off x="2863035" y="620"/>
        <a:ext cx="2299027" cy="1190334"/>
      </dsp:txXfrm>
    </dsp:sp>
    <dsp:sp modelId="{813D301D-1487-4A9B-B23F-724F3EB02EA4}">
      <dsp:nvSpPr>
        <dsp:cNvPr id="0" name=""/>
        <dsp:cNvSpPr/>
      </dsp:nvSpPr>
      <dsp:spPr>
        <a:xfrm>
          <a:off x="3322840" y="926435"/>
          <a:ext cx="2069124" cy="39677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15875" rIns="63500" bIns="15875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3322840" y="926435"/>
        <a:ext cx="2069124" cy="396778"/>
      </dsp:txXfrm>
    </dsp:sp>
    <dsp:sp modelId="{C8CD2FD1-2253-446F-B912-48A0FFE7A97E}">
      <dsp:nvSpPr>
        <dsp:cNvPr id="0" name=""/>
        <dsp:cNvSpPr/>
      </dsp:nvSpPr>
      <dsp:spPr>
        <a:xfrm>
          <a:off x="1320825" y="1878703"/>
          <a:ext cx="2299027" cy="11903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6796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Two has a longer label</a:t>
          </a:r>
        </a:p>
      </dsp:txBody>
      <dsp:txXfrm>
        <a:off x="1320825" y="1878703"/>
        <a:ext cx="2299027" cy="1190334"/>
      </dsp:txXfrm>
    </dsp:sp>
    <dsp:sp modelId="{F1866B24-0AF0-4B31-926C-EB2ED31C2729}">
      <dsp:nvSpPr>
        <dsp:cNvPr id="0" name=""/>
        <dsp:cNvSpPr/>
      </dsp:nvSpPr>
      <dsp:spPr>
        <a:xfrm>
          <a:off x="1780630" y="2804518"/>
          <a:ext cx="2069124" cy="39677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15875" rIns="63500" bIns="15875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1780630" y="2804518"/>
        <a:ext cx="2069124" cy="396778"/>
      </dsp:txXfrm>
    </dsp:sp>
    <dsp:sp modelId="{77848DA8-4860-4C36-A726-3283C62B1E25}">
      <dsp:nvSpPr>
        <dsp:cNvPr id="0" name=""/>
        <dsp:cNvSpPr/>
      </dsp:nvSpPr>
      <dsp:spPr>
        <a:xfrm>
          <a:off x="1320825" y="3756786"/>
          <a:ext cx="2299027" cy="11903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6796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Five</a:t>
          </a:r>
        </a:p>
      </dsp:txBody>
      <dsp:txXfrm>
        <a:off x="1320825" y="3756786"/>
        <a:ext cx="2299027" cy="1190334"/>
      </dsp:txXfrm>
    </dsp:sp>
    <dsp:sp modelId="{1283DB99-6C67-4133-94C4-F551D7065B33}">
      <dsp:nvSpPr>
        <dsp:cNvPr id="0" name=""/>
        <dsp:cNvSpPr/>
      </dsp:nvSpPr>
      <dsp:spPr>
        <a:xfrm>
          <a:off x="1780630" y="4682601"/>
          <a:ext cx="2069124" cy="39677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15875" rIns="63500" bIns="15875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1780630" y="4682601"/>
        <a:ext cx="2069124" cy="396778"/>
      </dsp:txXfrm>
    </dsp:sp>
    <dsp:sp modelId="{84352ADD-F0C2-451F-A752-EC4EFE2FEFC8}">
      <dsp:nvSpPr>
        <dsp:cNvPr id="0" name=""/>
        <dsp:cNvSpPr/>
      </dsp:nvSpPr>
      <dsp:spPr>
        <a:xfrm>
          <a:off x="4405244" y="1878703"/>
          <a:ext cx="2299027" cy="11903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6796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Three</a:t>
          </a:r>
        </a:p>
      </dsp:txBody>
      <dsp:txXfrm>
        <a:off x="4405244" y="1878703"/>
        <a:ext cx="2299027" cy="1190334"/>
      </dsp:txXfrm>
    </dsp:sp>
    <dsp:sp modelId="{CB566822-6B8D-4E96-8122-AF1F134A826E}">
      <dsp:nvSpPr>
        <dsp:cNvPr id="0" name=""/>
        <dsp:cNvSpPr/>
      </dsp:nvSpPr>
      <dsp:spPr>
        <a:xfrm>
          <a:off x="4865050" y="2804518"/>
          <a:ext cx="2069124" cy="39677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15875" rIns="63500" bIns="15875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4865050" y="2804518"/>
        <a:ext cx="2069124" cy="396778"/>
      </dsp:txXfrm>
    </dsp:sp>
    <dsp:sp modelId="{D673149F-082C-4668-A024-C81A02EE96D2}">
      <dsp:nvSpPr>
        <dsp:cNvPr id="0" name=""/>
        <dsp:cNvSpPr/>
      </dsp:nvSpPr>
      <dsp:spPr>
        <a:xfrm>
          <a:off x="4405244" y="3756786"/>
          <a:ext cx="2299027" cy="11903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6796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Four</a:t>
          </a:r>
        </a:p>
      </dsp:txBody>
      <dsp:txXfrm>
        <a:off x="4405244" y="3756786"/>
        <a:ext cx="2299027" cy="1190334"/>
      </dsp:txXfrm>
    </dsp:sp>
    <dsp:sp modelId="{53D0B44C-78A9-447C-BC77-62349B66A5E4}">
      <dsp:nvSpPr>
        <dsp:cNvPr id="0" name=""/>
        <dsp:cNvSpPr/>
      </dsp:nvSpPr>
      <dsp:spPr>
        <a:xfrm>
          <a:off x="4865050" y="4682601"/>
          <a:ext cx="2069124" cy="39677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15875" rIns="63500" bIns="15875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4865050" y="4682601"/>
        <a:ext cx="2069124" cy="3967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7AD2A-A16A-B807-F55B-73DFD6311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D3378-6882-80E4-16AD-A6D0305F1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77EC6-4FF7-773F-1F58-7A4C9063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0123-A3C3-43A5-833C-9A904544F4F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13D15-5C9A-2558-1BE5-C5ABF9D2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815D8-C3F9-FA92-E08C-582B3DAA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63B-3624-4398-8B82-D584E34C3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6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0242B-5C56-5B96-2C3E-05DF4D146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05AE8-F688-D197-761D-50015BB3F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558F1-0AF2-B2D1-0375-778BD2DD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0123-A3C3-43A5-833C-9A904544F4F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33A80-5F2E-C711-1C89-E5CF334FD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1FF1C-DBB8-1271-E03D-BD8687AB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63B-3624-4398-8B82-D584E34C3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40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AF76B-8E9A-214C-1E65-AF2D95412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CB4E2-84A7-1558-4B92-8247CC9E1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2C865-3168-FB68-0556-EECA1C0BA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0123-A3C3-43A5-833C-9A904544F4F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E4057-8A02-14FE-2F99-9F09B3DD4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01F94-78E4-0FBF-57B4-01FCAEA1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63B-3624-4398-8B82-D584E34C3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98536-2378-F934-DB67-DC8EA994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FF644-20BA-E0C1-6A08-90D0C397B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F6093-DC07-7A41-0837-8BCF7C90A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6454A-4642-3AB4-4BB5-69A14B0B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0123-A3C3-43A5-833C-9A904544F4F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0E3F1-A9C4-2E2E-3EFE-93975553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31AF4-BB81-F223-5FD0-8ABE9B83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63B-3624-4398-8B82-D584E34C3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19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2FD05-C73E-EA0E-66A3-B325AB6F1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301D8-E96F-3F14-1E06-81FBBE653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90052-619A-158C-C94B-2D1FA2C68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2105B-3144-13EB-F36C-068B51040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0AD05-83FE-B61F-14DF-4ABEB6EFA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754865-30A3-6D56-B95A-34A92D5B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0123-A3C3-43A5-833C-9A904544F4F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65AAD3-7645-9A6B-BFE4-A158D792D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A6F643-81DA-ADA1-FC3A-8EA17274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63B-3624-4398-8B82-D584E34C3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DEDE-4833-CE01-88EA-AA53F318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52781-F68D-45FE-F375-47731CA8A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0123-A3C3-43A5-833C-9A904544F4F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25B21-B41F-923A-2762-E69536173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F05781-2D29-4B54-0214-CEDCA2A3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63B-3624-4398-8B82-D584E34C3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3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C9D71E-D796-8FB7-6E8A-8BCC1E03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0123-A3C3-43A5-833C-9A904544F4F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5097F-8C36-6E38-A32F-918400429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B5D8B-01E1-8857-797C-E16F820DE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63B-3624-4398-8B82-D584E34C3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7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80DA3-6D93-7B2E-82B6-5FCA4EF5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1C8B0-4946-04DB-9BF8-5DBA4EB86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3027F-600F-B668-9063-A83B236EA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74D05-29DA-AC02-6634-7EA786640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0123-A3C3-43A5-833C-9A904544F4F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E11FF-1378-A085-01BD-CB8A73DC4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935B1-0B56-0589-AD15-39732C601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63B-3624-4398-8B82-D584E34C3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3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B614C-D041-3B77-C219-4C7359C8A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83BF5B-9CA1-64E2-5BAB-64E895391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B1039-D37C-AB53-D2EB-55B9E2318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7E739-FD76-7F7D-F8C4-609457B9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0123-A3C3-43A5-833C-9A904544F4F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E6247-5F85-8EE7-AF60-98138CC39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BEAE7-2D97-F80F-B643-EE248B8C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63B-3624-4398-8B82-D584E34C3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C8C10-9BC6-528E-48EF-9AD603190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7AC79-99A2-F1CC-CA88-F0BE15B1E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028F5-31DC-8F10-9CE4-166F63FF0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0123-A3C3-43A5-833C-9A904544F4F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2E5C3-0878-4BD4-9FB8-188575AD7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03760-59D3-4356-145D-15FECB11D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63B-3624-4398-8B82-D584E34C3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09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C694B0-16C8-4D76-2431-A6D1C3038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35403-24B7-B036-CE60-156A65D09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74760-0296-928A-2A8A-3E8164350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0123-A3C3-43A5-833C-9A904544F4F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6D11A-E9DB-6462-ABFA-B79000238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E8280-2E8F-A033-5917-EAF5F74A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63B-3624-4398-8B82-D584E34C3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0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B09F0-7E86-635A-B655-33D963CB8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0E3D7-7157-39E7-481D-C56676669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01766-D42C-8315-4968-8CABADCABE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B0123-A3C3-43A5-833C-9A904544F4F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D4273-0884-AD16-BC12-278699F80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7ED83-60AC-D3C5-D7ED-27B1BB690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0963B-3624-4398-8B82-D584E34C3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3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8E129B8-56FC-B617-FEFD-A10DC69687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477015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2598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2026-09-06T08:14:24Z</dcterms:created>
  <dcterms:modified xsi:type="dcterms:W3CDTF">2026-09-06T08:14:25Z</dcterms:modified>
</cp:coreProperties>
</file>