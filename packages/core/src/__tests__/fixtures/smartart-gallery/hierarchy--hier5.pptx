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CD2214-0A91-438F-B44B-932D7B6B735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675234-6628-408B-9CAF-76835AF57D9C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FD2690A-C619-45F7-9705-B3EE86D9B3D2}" type="parTrans" cxnId="{8AAE1DDA-65ED-434A-8D58-F351F0AA4894}">
      <dgm:prSet/>
      <dgm:spPr/>
    </dgm:pt>
    <dgm:pt modelId="{674B0E7B-2659-4518-A444-315090A706B6}" type="sibTrans" cxnId="{8AAE1DDA-65ED-434A-8D58-F351F0AA4894}">
      <dgm:prSet/>
      <dgm:spPr/>
    </dgm:pt>
    <dgm:pt modelId="{69A72884-E527-4E55-8255-3218235D67E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DF41A74E-43B8-4623-AA04-9524AD9AF377}" type="parTrans" cxnId="{E6938CAC-FEA9-4528-BF49-D7A320D517B4}">
      <dgm:prSet/>
      <dgm:spPr/>
    </dgm:pt>
    <dgm:pt modelId="{6D403768-25EC-473C-A760-FF03F64B7996}" type="sibTrans" cxnId="{E6938CAC-FEA9-4528-BF49-D7A320D517B4}">
      <dgm:prSet/>
      <dgm:spPr/>
    </dgm:pt>
    <dgm:pt modelId="{606D3538-62A3-4A48-92B1-BCF9E113490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C62D4DDA-34CD-453C-8348-4881B03D6929}" type="parTrans" cxnId="{D9B91C7C-E193-4458-8B2B-27C8D2123C7D}">
      <dgm:prSet/>
      <dgm:spPr/>
    </dgm:pt>
    <dgm:pt modelId="{515A58FA-3B49-4BEC-9D73-3B9E4A8C8B93}" type="sibTrans" cxnId="{D9B91C7C-E193-4458-8B2B-27C8D2123C7D}">
      <dgm:prSet/>
      <dgm:spPr/>
    </dgm:pt>
    <dgm:pt modelId="{E40C7BFE-C75B-4A0B-B901-13384DFC42D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A879561D-911C-4D50-9072-101CB8A0E3AB}" type="parTrans" cxnId="{3800428C-853F-4504-B391-F81D84E48E4C}">
      <dgm:prSet/>
      <dgm:spPr/>
    </dgm:pt>
    <dgm:pt modelId="{14D317A1-6773-418F-8A0D-245862828A32}" type="sibTrans" cxnId="{3800428C-853F-4504-B391-F81D84E48E4C}">
      <dgm:prSet/>
      <dgm:spPr/>
    </dgm:pt>
    <dgm:pt modelId="{BE6E7884-486E-4F51-974B-20ABBA1BE8B7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D3C29C8-B81A-4206-B334-ED1EDC0C5B82}" type="parTrans" cxnId="{21CA0262-592E-4C91-8372-ACBB2E7A7DB0}">
      <dgm:prSet/>
      <dgm:spPr/>
    </dgm:pt>
    <dgm:pt modelId="{5EF8EAD7-E3E2-444A-81E9-3E48751BA75D}" type="sibTrans" cxnId="{21CA0262-592E-4C91-8372-ACBB2E7A7DB0}">
      <dgm:prSet/>
      <dgm:spPr/>
    </dgm:pt>
    <dgm:pt modelId="{32FD3AA9-CAF2-497A-8DA3-7A6D15056861}" type="pres">
      <dgm:prSet presAssocID="{56CD2214-0A91-438F-B44B-932D7B6B73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8874603-B1E6-43BE-A6A7-63419D8A6B42}" type="pres">
      <dgm:prSet presAssocID="{48675234-6628-408B-9CAF-76835AF57D9C}" presName="hierRoot1" presStyleCnt="0"/>
      <dgm:spPr/>
    </dgm:pt>
    <dgm:pt modelId="{AB07546D-E32E-4CB1-BFF7-608F539693F6}" type="pres">
      <dgm:prSet presAssocID="{48675234-6628-408B-9CAF-76835AF57D9C}" presName="composite" presStyleCnt="0"/>
      <dgm:spPr/>
    </dgm:pt>
    <dgm:pt modelId="{D2E6083A-E44A-4545-A4D6-2F0936B41168}" type="pres">
      <dgm:prSet presAssocID="{48675234-6628-408B-9CAF-76835AF57D9C}" presName="background" presStyleLbl="node0" presStyleIdx="0" presStyleCnt="1"/>
      <dgm:spPr/>
    </dgm:pt>
    <dgm:pt modelId="{AD0D84D9-0B80-4C64-9838-4381D8BCA754}" type="pres">
      <dgm:prSet presAssocID="{48675234-6628-408B-9CAF-76835AF57D9C}" presName="text" presStyleLbl="fgAcc0" presStyleIdx="0" presStyleCnt="1">
        <dgm:presLayoutVars>
          <dgm:chPref val="3"/>
        </dgm:presLayoutVars>
      </dgm:prSet>
      <dgm:spPr/>
    </dgm:pt>
    <dgm:pt modelId="{E2E7F647-1810-4860-806A-64198448A924}" type="pres">
      <dgm:prSet presAssocID="{48675234-6628-408B-9CAF-76835AF57D9C}" presName="hierChild2" presStyleCnt="0"/>
      <dgm:spPr/>
    </dgm:pt>
    <dgm:pt modelId="{9D031314-9E82-4282-B01F-F99522598872}" type="pres">
      <dgm:prSet presAssocID="{DF41A74E-43B8-4623-AA04-9524AD9AF377}" presName="Name10" presStyleLbl="parChTrans1D2" presStyleIdx="0" presStyleCnt="2"/>
      <dgm:spPr/>
    </dgm:pt>
    <dgm:pt modelId="{9A7CD959-0DBE-4168-A4B2-59ED25671850}" type="pres">
      <dgm:prSet presAssocID="{69A72884-E527-4E55-8255-3218235D67E4}" presName="hierRoot2" presStyleCnt="0"/>
      <dgm:spPr/>
    </dgm:pt>
    <dgm:pt modelId="{27877364-854C-4FDD-81BF-4CEE420C4738}" type="pres">
      <dgm:prSet presAssocID="{69A72884-E527-4E55-8255-3218235D67E4}" presName="composite2" presStyleCnt="0"/>
      <dgm:spPr/>
    </dgm:pt>
    <dgm:pt modelId="{594595BD-74B3-431C-9DCF-2C90412C039E}" type="pres">
      <dgm:prSet presAssocID="{69A72884-E527-4E55-8255-3218235D67E4}" presName="background2" presStyleLbl="node2" presStyleIdx="0" presStyleCnt="2"/>
      <dgm:spPr/>
    </dgm:pt>
    <dgm:pt modelId="{E4444A42-710C-45B4-9334-C0D04EA5CB83}" type="pres">
      <dgm:prSet presAssocID="{69A72884-E527-4E55-8255-3218235D67E4}" presName="text2" presStyleLbl="fgAcc2" presStyleIdx="0" presStyleCnt="2">
        <dgm:presLayoutVars>
          <dgm:chPref val="3"/>
        </dgm:presLayoutVars>
      </dgm:prSet>
      <dgm:spPr/>
    </dgm:pt>
    <dgm:pt modelId="{25A84EF3-7A5A-4832-9F31-75D3863A1F80}" type="pres">
      <dgm:prSet presAssocID="{69A72884-E527-4E55-8255-3218235D67E4}" presName="hierChild3" presStyleCnt="0"/>
      <dgm:spPr/>
    </dgm:pt>
    <dgm:pt modelId="{96CCDEE7-01C7-4678-9C3D-E74041895009}" type="pres">
      <dgm:prSet presAssocID="{DD3C29C8-B81A-4206-B334-ED1EDC0C5B82}" presName="Name17" presStyleLbl="parChTrans1D3" presStyleIdx="0" presStyleCnt="2"/>
      <dgm:spPr/>
    </dgm:pt>
    <dgm:pt modelId="{635247E7-3307-4925-9053-85872C91560C}" type="pres">
      <dgm:prSet presAssocID="{BE6E7884-486E-4F51-974B-20ABBA1BE8B7}" presName="hierRoot3" presStyleCnt="0"/>
      <dgm:spPr/>
    </dgm:pt>
    <dgm:pt modelId="{457DDD99-57A6-420F-A47D-5AFF82A49504}" type="pres">
      <dgm:prSet presAssocID="{BE6E7884-486E-4F51-974B-20ABBA1BE8B7}" presName="composite3" presStyleCnt="0"/>
      <dgm:spPr/>
    </dgm:pt>
    <dgm:pt modelId="{E4C2ED31-82C3-4EB5-A91F-9F88F24D6DAE}" type="pres">
      <dgm:prSet presAssocID="{BE6E7884-486E-4F51-974B-20ABBA1BE8B7}" presName="background3" presStyleLbl="node3" presStyleIdx="0" presStyleCnt="2"/>
      <dgm:spPr/>
    </dgm:pt>
    <dgm:pt modelId="{B4544187-DF2C-4633-B618-CA30056CE807}" type="pres">
      <dgm:prSet presAssocID="{BE6E7884-486E-4F51-974B-20ABBA1BE8B7}" presName="text3" presStyleLbl="fgAcc3" presStyleIdx="0" presStyleCnt="2">
        <dgm:presLayoutVars>
          <dgm:chPref val="3"/>
        </dgm:presLayoutVars>
      </dgm:prSet>
      <dgm:spPr/>
    </dgm:pt>
    <dgm:pt modelId="{2DCD897D-A742-4C35-80FD-6CC369CC1FE0}" type="pres">
      <dgm:prSet presAssocID="{BE6E7884-486E-4F51-974B-20ABBA1BE8B7}" presName="hierChild4" presStyleCnt="0"/>
      <dgm:spPr/>
    </dgm:pt>
    <dgm:pt modelId="{423976FF-D0A4-4CE2-A223-59AA1FE987A3}" type="pres">
      <dgm:prSet presAssocID="{C62D4DDA-34CD-453C-8348-4881B03D6929}" presName="Name10" presStyleLbl="parChTrans1D2" presStyleIdx="1" presStyleCnt="2"/>
      <dgm:spPr/>
    </dgm:pt>
    <dgm:pt modelId="{F08FFEB3-29F4-4C15-80AC-7F2E9D4F176F}" type="pres">
      <dgm:prSet presAssocID="{606D3538-62A3-4A48-92B1-BCF9E1134901}" presName="hierRoot2" presStyleCnt="0"/>
      <dgm:spPr/>
    </dgm:pt>
    <dgm:pt modelId="{4765D728-80E6-433A-BE6C-CDA2FE28A30B}" type="pres">
      <dgm:prSet presAssocID="{606D3538-62A3-4A48-92B1-BCF9E1134901}" presName="composite2" presStyleCnt="0"/>
      <dgm:spPr/>
    </dgm:pt>
    <dgm:pt modelId="{27E00665-83A4-4239-9A90-EA0A2ACDCECA}" type="pres">
      <dgm:prSet presAssocID="{606D3538-62A3-4A48-92B1-BCF9E1134901}" presName="background2" presStyleLbl="node2" presStyleIdx="1" presStyleCnt="2"/>
      <dgm:spPr/>
    </dgm:pt>
    <dgm:pt modelId="{D2D0B4DC-D4C9-452E-942E-9018766B569E}" type="pres">
      <dgm:prSet presAssocID="{606D3538-62A3-4A48-92B1-BCF9E1134901}" presName="text2" presStyleLbl="fgAcc2" presStyleIdx="1" presStyleCnt="2">
        <dgm:presLayoutVars>
          <dgm:chPref val="3"/>
        </dgm:presLayoutVars>
      </dgm:prSet>
      <dgm:spPr/>
    </dgm:pt>
    <dgm:pt modelId="{0AA21311-5413-43E3-9BF1-39D50F6C1D95}" type="pres">
      <dgm:prSet presAssocID="{606D3538-62A3-4A48-92B1-BCF9E1134901}" presName="hierChild3" presStyleCnt="0"/>
      <dgm:spPr/>
    </dgm:pt>
    <dgm:pt modelId="{7DBE6A30-7EF9-4B11-8986-A3B65B1CD2F9}" type="pres">
      <dgm:prSet presAssocID="{A879561D-911C-4D50-9072-101CB8A0E3AB}" presName="Name17" presStyleLbl="parChTrans1D3" presStyleIdx="1" presStyleCnt="2"/>
      <dgm:spPr/>
    </dgm:pt>
    <dgm:pt modelId="{D4D9A252-A01E-4A48-B8E4-2365F3F00143}" type="pres">
      <dgm:prSet presAssocID="{E40C7BFE-C75B-4A0B-B901-13384DFC42D5}" presName="hierRoot3" presStyleCnt="0"/>
      <dgm:spPr/>
    </dgm:pt>
    <dgm:pt modelId="{DA001DDB-4041-41ED-A8F2-C90EF75EA63A}" type="pres">
      <dgm:prSet presAssocID="{E40C7BFE-C75B-4A0B-B901-13384DFC42D5}" presName="composite3" presStyleCnt="0"/>
      <dgm:spPr/>
    </dgm:pt>
    <dgm:pt modelId="{23F6FB2F-70C5-4ACF-A5B6-D076FBE1BBF8}" type="pres">
      <dgm:prSet presAssocID="{E40C7BFE-C75B-4A0B-B901-13384DFC42D5}" presName="background3" presStyleLbl="node3" presStyleIdx="1" presStyleCnt="2"/>
      <dgm:spPr/>
    </dgm:pt>
    <dgm:pt modelId="{44549060-C07F-4792-9A4A-F582769EFDAD}" type="pres">
      <dgm:prSet presAssocID="{E40C7BFE-C75B-4A0B-B901-13384DFC42D5}" presName="text3" presStyleLbl="fgAcc3" presStyleIdx="1" presStyleCnt="2">
        <dgm:presLayoutVars>
          <dgm:chPref val="3"/>
        </dgm:presLayoutVars>
      </dgm:prSet>
      <dgm:spPr/>
    </dgm:pt>
    <dgm:pt modelId="{20570383-2DFB-411F-BD01-1DCBF9F47C45}" type="pres">
      <dgm:prSet presAssocID="{E40C7BFE-C75B-4A0B-B901-13384DFC42D5}" presName="hierChild4" presStyleCnt="0"/>
      <dgm:spPr/>
    </dgm:pt>
  </dgm:ptLst>
  <dgm:cxnLst>
    <dgm:cxn modelId="{A06B2812-66B4-44E2-9816-8152D2C93147}" type="presOf" srcId="{DD3C29C8-B81A-4206-B334-ED1EDC0C5B82}" destId="{96CCDEE7-01C7-4678-9C3D-E74041895009}" srcOrd="0" destOrd="0" presId="urn:microsoft.com/office/officeart/2005/8/layout/hierarchy1"/>
    <dgm:cxn modelId="{7DA88C1E-10E6-4DF2-8401-35282BD95265}" type="presOf" srcId="{606D3538-62A3-4A48-92B1-BCF9E1134901}" destId="{D2D0B4DC-D4C9-452E-942E-9018766B569E}" srcOrd="0" destOrd="0" presId="urn:microsoft.com/office/officeart/2005/8/layout/hierarchy1"/>
    <dgm:cxn modelId="{C1CF7B2C-8008-47CD-AAC3-3F3653792193}" type="presOf" srcId="{56CD2214-0A91-438F-B44B-932D7B6B735A}" destId="{32FD3AA9-CAF2-497A-8DA3-7A6D15056861}" srcOrd="0" destOrd="0" presId="urn:microsoft.com/office/officeart/2005/8/layout/hierarchy1"/>
    <dgm:cxn modelId="{9F0B1B3D-EDBF-49E6-94EE-297848AAF669}" type="presOf" srcId="{69A72884-E527-4E55-8255-3218235D67E4}" destId="{E4444A42-710C-45B4-9334-C0D04EA5CB83}" srcOrd="0" destOrd="0" presId="urn:microsoft.com/office/officeart/2005/8/layout/hierarchy1"/>
    <dgm:cxn modelId="{21CA0262-592E-4C91-8372-ACBB2E7A7DB0}" srcId="{69A72884-E527-4E55-8255-3218235D67E4}" destId="{BE6E7884-486E-4F51-974B-20ABBA1BE8B7}" srcOrd="0" destOrd="0" parTransId="{DD3C29C8-B81A-4206-B334-ED1EDC0C5B82}" sibTransId="{5EF8EAD7-E3E2-444A-81E9-3E48751BA75D}"/>
    <dgm:cxn modelId="{9B994256-8EBD-4D0B-905F-69BF30883CCA}" type="presOf" srcId="{DF41A74E-43B8-4623-AA04-9524AD9AF377}" destId="{9D031314-9E82-4282-B01F-F99522598872}" srcOrd="0" destOrd="0" presId="urn:microsoft.com/office/officeart/2005/8/layout/hierarchy1"/>
    <dgm:cxn modelId="{D9B91C7C-E193-4458-8B2B-27C8D2123C7D}" srcId="{48675234-6628-408B-9CAF-76835AF57D9C}" destId="{606D3538-62A3-4A48-92B1-BCF9E1134901}" srcOrd="1" destOrd="0" parTransId="{C62D4DDA-34CD-453C-8348-4881B03D6929}" sibTransId="{515A58FA-3B49-4BEC-9D73-3B9E4A8C8B93}"/>
    <dgm:cxn modelId="{AB68527E-D7E1-46EF-B06C-B37985FCA9B1}" type="presOf" srcId="{A879561D-911C-4D50-9072-101CB8A0E3AB}" destId="{7DBE6A30-7EF9-4B11-8986-A3B65B1CD2F9}" srcOrd="0" destOrd="0" presId="urn:microsoft.com/office/officeart/2005/8/layout/hierarchy1"/>
    <dgm:cxn modelId="{3800428C-853F-4504-B391-F81D84E48E4C}" srcId="{606D3538-62A3-4A48-92B1-BCF9E1134901}" destId="{E40C7BFE-C75B-4A0B-B901-13384DFC42D5}" srcOrd="0" destOrd="0" parTransId="{A879561D-911C-4D50-9072-101CB8A0E3AB}" sibTransId="{14D317A1-6773-418F-8A0D-245862828A32}"/>
    <dgm:cxn modelId="{31A58D9A-2DF4-4F25-8BDF-22FABB86260D}" type="presOf" srcId="{E40C7BFE-C75B-4A0B-B901-13384DFC42D5}" destId="{44549060-C07F-4792-9A4A-F582769EFDAD}" srcOrd="0" destOrd="0" presId="urn:microsoft.com/office/officeart/2005/8/layout/hierarchy1"/>
    <dgm:cxn modelId="{E6938CAC-FEA9-4528-BF49-D7A320D517B4}" srcId="{48675234-6628-408B-9CAF-76835AF57D9C}" destId="{69A72884-E527-4E55-8255-3218235D67E4}" srcOrd="0" destOrd="0" parTransId="{DF41A74E-43B8-4623-AA04-9524AD9AF377}" sibTransId="{6D403768-25EC-473C-A760-FF03F64B7996}"/>
    <dgm:cxn modelId="{D4FCB9AF-1668-4D8C-BDF5-65A0FC972DD3}" type="presOf" srcId="{BE6E7884-486E-4F51-974B-20ABBA1BE8B7}" destId="{B4544187-DF2C-4633-B618-CA30056CE807}" srcOrd="0" destOrd="0" presId="urn:microsoft.com/office/officeart/2005/8/layout/hierarchy1"/>
    <dgm:cxn modelId="{A909CDD2-D013-43E9-8663-70B5849728BF}" type="presOf" srcId="{C62D4DDA-34CD-453C-8348-4881B03D6929}" destId="{423976FF-D0A4-4CE2-A223-59AA1FE987A3}" srcOrd="0" destOrd="0" presId="urn:microsoft.com/office/officeart/2005/8/layout/hierarchy1"/>
    <dgm:cxn modelId="{8AAE1DDA-65ED-434A-8D58-F351F0AA4894}" srcId="{56CD2214-0A91-438F-B44B-932D7B6B735A}" destId="{48675234-6628-408B-9CAF-76835AF57D9C}" srcOrd="0" destOrd="0" parTransId="{1FD2690A-C619-45F7-9705-B3EE86D9B3D2}" sibTransId="{674B0E7B-2659-4518-A444-315090A706B6}"/>
    <dgm:cxn modelId="{8DE72CE4-33D8-4CBD-BCB3-4C18DA0F142A}" type="presOf" srcId="{48675234-6628-408B-9CAF-76835AF57D9C}" destId="{AD0D84D9-0B80-4C64-9838-4381D8BCA754}" srcOrd="0" destOrd="0" presId="urn:microsoft.com/office/officeart/2005/8/layout/hierarchy1"/>
    <dgm:cxn modelId="{7BEF8C27-57BA-4D6D-87B5-A86DF1326C80}" type="presParOf" srcId="{32FD3AA9-CAF2-497A-8DA3-7A6D15056861}" destId="{18874603-B1E6-43BE-A6A7-63419D8A6B42}" srcOrd="0" destOrd="0" presId="urn:microsoft.com/office/officeart/2005/8/layout/hierarchy1"/>
    <dgm:cxn modelId="{317D994C-D8F9-4D42-B7CE-658AB16E95F4}" type="presParOf" srcId="{18874603-B1E6-43BE-A6A7-63419D8A6B42}" destId="{AB07546D-E32E-4CB1-BFF7-608F539693F6}" srcOrd="0" destOrd="0" presId="urn:microsoft.com/office/officeart/2005/8/layout/hierarchy1"/>
    <dgm:cxn modelId="{B2BDEBF2-A043-402C-9CAB-99C3B6DB7E87}" type="presParOf" srcId="{AB07546D-E32E-4CB1-BFF7-608F539693F6}" destId="{D2E6083A-E44A-4545-A4D6-2F0936B41168}" srcOrd="0" destOrd="0" presId="urn:microsoft.com/office/officeart/2005/8/layout/hierarchy1"/>
    <dgm:cxn modelId="{A8DFB82B-2C92-41D4-9701-3444B026EABB}" type="presParOf" srcId="{AB07546D-E32E-4CB1-BFF7-608F539693F6}" destId="{AD0D84D9-0B80-4C64-9838-4381D8BCA754}" srcOrd="1" destOrd="0" presId="urn:microsoft.com/office/officeart/2005/8/layout/hierarchy1"/>
    <dgm:cxn modelId="{FA8684EE-4CA8-4697-BDB9-EB69E10CF34A}" type="presParOf" srcId="{18874603-B1E6-43BE-A6A7-63419D8A6B42}" destId="{E2E7F647-1810-4860-806A-64198448A924}" srcOrd="1" destOrd="0" presId="urn:microsoft.com/office/officeart/2005/8/layout/hierarchy1"/>
    <dgm:cxn modelId="{2B5EF643-A1B4-49FE-8C66-0B283986FC0E}" type="presParOf" srcId="{E2E7F647-1810-4860-806A-64198448A924}" destId="{9D031314-9E82-4282-B01F-F99522598872}" srcOrd="0" destOrd="0" presId="urn:microsoft.com/office/officeart/2005/8/layout/hierarchy1"/>
    <dgm:cxn modelId="{117FE111-9AE8-4DA5-BF77-93F7390B4FF5}" type="presParOf" srcId="{E2E7F647-1810-4860-806A-64198448A924}" destId="{9A7CD959-0DBE-4168-A4B2-59ED25671850}" srcOrd="1" destOrd="0" presId="urn:microsoft.com/office/officeart/2005/8/layout/hierarchy1"/>
    <dgm:cxn modelId="{208C65FF-F62B-4096-B0AF-6A3E0E227599}" type="presParOf" srcId="{9A7CD959-0DBE-4168-A4B2-59ED25671850}" destId="{27877364-854C-4FDD-81BF-4CEE420C4738}" srcOrd="0" destOrd="0" presId="urn:microsoft.com/office/officeart/2005/8/layout/hierarchy1"/>
    <dgm:cxn modelId="{8A6FC652-C72F-47AE-BE98-AC01F97FB514}" type="presParOf" srcId="{27877364-854C-4FDD-81BF-4CEE420C4738}" destId="{594595BD-74B3-431C-9DCF-2C90412C039E}" srcOrd="0" destOrd="0" presId="urn:microsoft.com/office/officeart/2005/8/layout/hierarchy1"/>
    <dgm:cxn modelId="{EF8016A0-9FBA-4E8F-A153-89CD7B4C7CB8}" type="presParOf" srcId="{27877364-854C-4FDD-81BF-4CEE420C4738}" destId="{E4444A42-710C-45B4-9334-C0D04EA5CB83}" srcOrd="1" destOrd="0" presId="urn:microsoft.com/office/officeart/2005/8/layout/hierarchy1"/>
    <dgm:cxn modelId="{30072A46-610A-4C20-9331-201E4727A69F}" type="presParOf" srcId="{9A7CD959-0DBE-4168-A4B2-59ED25671850}" destId="{25A84EF3-7A5A-4832-9F31-75D3863A1F80}" srcOrd="1" destOrd="0" presId="urn:microsoft.com/office/officeart/2005/8/layout/hierarchy1"/>
    <dgm:cxn modelId="{D3273A5E-FC73-4A56-AAB1-BC06D0572342}" type="presParOf" srcId="{25A84EF3-7A5A-4832-9F31-75D3863A1F80}" destId="{96CCDEE7-01C7-4678-9C3D-E74041895009}" srcOrd="0" destOrd="0" presId="urn:microsoft.com/office/officeart/2005/8/layout/hierarchy1"/>
    <dgm:cxn modelId="{FEB76404-26C6-492E-B7BE-BA3E16EB27F6}" type="presParOf" srcId="{25A84EF3-7A5A-4832-9F31-75D3863A1F80}" destId="{635247E7-3307-4925-9053-85872C91560C}" srcOrd="1" destOrd="0" presId="urn:microsoft.com/office/officeart/2005/8/layout/hierarchy1"/>
    <dgm:cxn modelId="{0DD53B65-A100-47A3-A2F6-351B2701925D}" type="presParOf" srcId="{635247E7-3307-4925-9053-85872C91560C}" destId="{457DDD99-57A6-420F-A47D-5AFF82A49504}" srcOrd="0" destOrd="0" presId="urn:microsoft.com/office/officeart/2005/8/layout/hierarchy1"/>
    <dgm:cxn modelId="{BC2B9BA7-E5D4-4B3A-8FDB-33B5270DD4D2}" type="presParOf" srcId="{457DDD99-57A6-420F-A47D-5AFF82A49504}" destId="{E4C2ED31-82C3-4EB5-A91F-9F88F24D6DAE}" srcOrd="0" destOrd="0" presId="urn:microsoft.com/office/officeart/2005/8/layout/hierarchy1"/>
    <dgm:cxn modelId="{6EB2D6B9-F28C-4D7B-A62C-A4DC72673614}" type="presParOf" srcId="{457DDD99-57A6-420F-A47D-5AFF82A49504}" destId="{B4544187-DF2C-4633-B618-CA30056CE807}" srcOrd="1" destOrd="0" presId="urn:microsoft.com/office/officeart/2005/8/layout/hierarchy1"/>
    <dgm:cxn modelId="{46EB4FBC-D4F8-4D36-AFB3-8D5955B02E74}" type="presParOf" srcId="{635247E7-3307-4925-9053-85872C91560C}" destId="{2DCD897D-A742-4C35-80FD-6CC369CC1FE0}" srcOrd="1" destOrd="0" presId="urn:microsoft.com/office/officeart/2005/8/layout/hierarchy1"/>
    <dgm:cxn modelId="{05E1675E-F496-46B0-ACAD-127BEB0E8D55}" type="presParOf" srcId="{E2E7F647-1810-4860-806A-64198448A924}" destId="{423976FF-D0A4-4CE2-A223-59AA1FE987A3}" srcOrd="2" destOrd="0" presId="urn:microsoft.com/office/officeart/2005/8/layout/hierarchy1"/>
    <dgm:cxn modelId="{613D96A8-C997-4547-9F52-61F8C64539DE}" type="presParOf" srcId="{E2E7F647-1810-4860-806A-64198448A924}" destId="{F08FFEB3-29F4-4C15-80AC-7F2E9D4F176F}" srcOrd="3" destOrd="0" presId="urn:microsoft.com/office/officeart/2005/8/layout/hierarchy1"/>
    <dgm:cxn modelId="{2AC76E09-EEB2-44BA-8F17-43F1327C9803}" type="presParOf" srcId="{F08FFEB3-29F4-4C15-80AC-7F2E9D4F176F}" destId="{4765D728-80E6-433A-BE6C-CDA2FE28A30B}" srcOrd="0" destOrd="0" presId="urn:microsoft.com/office/officeart/2005/8/layout/hierarchy1"/>
    <dgm:cxn modelId="{EA352347-8672-44D2-A4A8-5735EBFAE07A}" type="presParOf" srcId="{4765D728-80E6-433A-BE6C-CDA2FE28A30B}" destId="{27E00665-83A4-4239-9A90-EA0A2ACDCECA}" srcOrd="0" destOrd="0" presId="urn:microsoft.com/office/officeart/2005/8/layout/hierarchy1"/>
    <dgm:cxn modelId="{2F733392-F958-4E36-8F42-85B15310BDBC}" type="presParOf" srcId="{4765D728-80E6-433A-BE6C-CDA2FE28A30B}" destId="{D2D0B4DC-D4C9-452E-942E-9018766B569E}" srcOrd="1" destOrd="0" presId="urn:microsoft.com/office/officeart/2005/8/layout/hierarchy1"/>
    <dgm:cxn modelId="{6F64072F-551E-4BFC-8506-5E44EFAEE9A1}" type="presParOf" srcId="{F08FFEB3-29F4-4C15-80AC-7F2E9D4F176F}" destId="{0AA21311-5413-43E3-9BF1-39D50F6C1D95}" srcOrd="1" destOrd="0" presId="urn:microsoft.com/office/officeart/2005/8/layout/hierarchy1"/>
    <dgm:cxn modelId="{A6CC05A1-EABF-4914-AB06-23D838521E2C}" type="presParOf" srcId="{0AA21311-5413-43E3-9BF1-39D50F6C1D95}" destId="{7DBE6A30-7EF9-4B11-8986-A3B65B1CD2F9}" srcOrd="0" destOrd="0" presId="urn:microsoft.com/office/officeart/2005/8/layout/hierarchy1"/>
    <dgm:cxn modelId="{C85A56FC-BCD0-4FA4-9258-172A5287E688}" type="presParOf" srcId="{0AA21311-5413-43E3-9BF1-39D50F6C1D95}" destId="{D4D9A252-A01E-4A48-B8E4-2365F3F00143}" srcOrd="1" destOrd="0" presId="urn:microsoft.com/office/officeart/2005/8/layout/hierarchy1"/>
    <dgm:cxn modelId="{70972663-0B10-4D07-8846-9FD7AE491008}" type="presParOf" srcId="{D4D9A252-A01E-4A48-B8E4-2365F3F00143}" destId="{DA001DDB-4041-41ED-A8F2-C90EF75EA63A}" srcOrd="0" destOrd="0" presId="urn:microsoft.com/office/officeart/2005/8/layout/hierarchy1"/>
    <dgm:cxn modelId="{7103C2BC-0B4D-40F9-BD88-90C44156C4A1}" type="presParOf" srcId="{DA001DDB-4041-41ED-A8F2-C90EF75EA63A}" destId="{23F6FB2F-70C5-4ACF-A5B6-D076FBE1BBF8}" srcOrd="0" destOrd="0" presId="urn:microsoft.com/office/officeart/2005/8/layout/hierarchy1"/>
    <dgm:cxn modelId="{6329D974-A20A-44B9-A391-05D5E5ACD61B}" type="presParOf" srcId="{DA001DDB-4041-41ED-A8F2-C90EF75EA63A}" destId="{44549060-C07F-4792-9A4A-F582769EFDAD}" srcOrd="1" destOrd="0" presId="urn:microsoft.com/office/officeart/2005/8/layout/hierarchy1"/>
    <dgm:cxn modelId="{51B1FDFE-7E9B-41F9-A029-0B4100DB7257}" type="presParOf" srcId="{D4D9A252-A01E-4A48-B8E4-2365F3F00143}" destId="{20570383-2DFB-411F-BD01-1DCBF9F47C4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BE6A30-7EF9-4B11-8986-A3B65B1CD2F9}">
      <dsp:nvSpPr>
        <dsp:cNvPr id="0" name=""/>
        <dsp:cNvSpPr/>
      </dsp:nvSpPr>
      <dsp:spPr>
        <a:xfrm>
          <a:off x="5170085" y="3058577"/>
          <a:ext cx="91440" cy="5697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697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3976FF-D0A4-4CE2-A223-59AA1FE987A3}">
      <dsp:nvSpPr>
        <dsp:cNvPr id="0" name=""/>
        <dsp:cNvSpPr/>
      </dsp:nvSpPr>
      <dsp:spPr>
        <a:xfrm>
          <a:off x="4018669" y="1244916"/>
          <a:ext cx="1197136" cy="5697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8253"/>
              </a:lnTo>
              <a:lnTo>
                <a:pt x="1197136" y="388253"/>
              </a:lnTo>
              <a:lnTo>
                <a:pt x="1197136" y="5697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CCDEE7-01C7-4678-9C3D-E74041895009}">
      <dsp:nvSpPr>
        <dsp:cNvPr id="0" name=""/>
        <dsp:cNvSpPr/>
      </dsp:nvSpPr>
      <dsp:spPr>
        <a:xfrm>
          <a:off x="2775813" y="3058577"/>
          <a:ext cx="91440" cy="5697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697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031314-9E82-4282-B01F-F99522598872}">
      <dsp:nvSpPr>
        <dsp:cNvPr id="0" name=""/>
        <dsp:cNvSpPr/>
      </dsp:nvSpPr>
      <dsp:spPr>
        <a:xfrm>
          <a:off x="2821533" y="1244916"/>
          <a:ext cx="1197136" cy="569728"/>
        </a:xfrm>
        <a:custGeom>
          <a:avLst/>
          <a:gdLst/>
          <a:ahLst/>
          <a:cxnLst/>
          <a:rect l="0" t="0" r="0" b="0"/>
          <a:pathLst>
            <a:path>
              <a:moveTo>
                <a:pt x="1197136" y="0"/>
              </a:moveTo>
              <a:lnTo>
                <a:pt x="1197136" y="388253"/>
              </a:lnTo>
              <a:lnTo>
                <a:pt x="0" y="388253"/>
              </a:lnTo>
              <a:lnTo>
                <a:pt x="0" y="56972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E6083A-E44A-4545-A4D6-2F0936B41168}">
      <dsp:nvSpPr>
        <dsp:cNvPr id="0" name=""/>
        <dsp:cNvSpPr/>
      </dsp:nvSpPr>
      <dsp:spPr>
        <a:xfrm>
          <a:off x="3039194" y="982"/>
          <a:ext cx="1958950" cy="1243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0D84D9-0B80-4C64-9838-4381D8BCA754}">
      <dsp:nvSpPr>
        <dsp:cNvPr id="0" name=""/>
        <dsp:cNvSpPr/>
      </dsp:nvSpPr>
      <dsp:spPr>
        <a:xfrm>
          <a:off x="3256855" y="207760"/>
          <a:ext cx="1958950" cy="1243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One</a:t>
          </a:r>
        </a:p>
      </dsp:txBody>
      <dsp:txXfrm>
        <a:off x="3293289" y="244194"/>
        <a:ext cx="1886082" cy="1171065"/>
      </dsp:txXfrm>
    </dsp:sp>
    <dsp:sp modelId="{594595BD-74B3-431C-9DCF-2C90412C039E}">
      <dsp:nvSpPr>
        <dsp:cNvPr id="0" name=""/>
        <dsp:cNvSpPr/>
      </dsp:nvSpPr>
      <dsp:spPr>
        <a:xfrm>
          <a:off x="1842058" y="1814644"/>
          <a:ext cx="1958950" cy="1243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444A42-710C-45B4-9334-C0D04EA5CB83}">
      <dsp:nvSpPr>
        <dsp:cNvPr id="0" name=""/>
        <dsp:cNvSpPr/>
      </dsp:nvSpPr>
      <dsp:spPr>
        <a:xfrm>
          <a:off x="2059719" y="2021422"/>
          <a:ext cx="1958950" cy="1243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Two has a longer label</a:t>
          </a:r>
        </a:p>
      </dsp:txBody>
      <dsp:txXfrm>
        <a:off x="2096153" y="2057856"/>
        <a:ext cx="1886082" cy="1171065"/>
      </dsp:txXfrm>
    </dsp:sp>
    <dsp:sp modelId="{E4C2ED31-82C3-4EB5-A91F-9F88F24D6DAE}">
      <dsp:nvSpPr>
        <dsp:cNvPr id="0" name=""/>
        <dsp:cNvSpPr/>
      </dsp:nvSpPr>
      <dsp:spPr>
        <a:xfrm>
          <a:off x="1842058" y="3628305"/>
          <a:ext cx="1958950" cy="1243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44187-DF2C-4633-B618-CA30056CE807}">
      <dsp:nvSpPr>
        <dsp:cNvPr id="0" name=""/>
        <dsp:cNvSpPr/>
      </dsp:nvSpPr>
      <dsp:spPr>
        <a:xfrm>
          <a:off x="2059719" y="3835083"/>
          <a:ext cx="1958950" cy="1243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Five</a:t>
          </a:r>
        </a:p>
      </dsp:txBody>
      <dsp:txXfrm>
        <a:off x="2096153" y="3871517"/>
        <a:ext cx="1886082" cy="1171065"/>
      </dsp:txXfrm>
    </dsp:sp>
    <dsp:sp modelId="{27E00665-83A4-4239-9A90-EA0A2ACDCECA}">
      <dsp:nvSpPr>
        <dsp:cNvPr id="0" name=""/>
        <dsp:cNvSpPr/>
      </dsp:nvSpPr>
      <dsp:spPr>
        <a:xfrm>
          <a:off x="4236330" y="1814644"/>
          <a:ext cx="1958950" cy="1243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0B4DC-D4C9-452E-942E-9018766B569E}">
      <dsp:nvSpPr>
        <dsp:cNvPr id="0" name=""/>
        <dsp:cNvSpPr/>
      </dsp:nvSpPr>
      <dsp:spPr>
        <a:xfrm>
          <a:off x="4453991" y="2021422"/>
          <a:ext cx="1958950" cy="1243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Three</a:t>
          </a:r>
        </a:p>
      </dsp:txBody>
      <dsp:txXfrm>
        <a:off x="4490425" y="2057856"/>
        <a:ext cx="1886082" cy="1171065"/>
      </dsp:txXfrm>
    </dsp:sp>
    <dsp:sp modelId="{23F6FB2F-70C5-4ACF-A5B6-D076FBE1BBF8}">
      <dsp:nvSpPr>
        <dsp:cNvPr id="0" name=""/>
        <dsp:cNvSpPr/>
      </dsp:nvSpPr>
      <dsp:spPr>
        <a:xfrm>
          <a:off x="4236330" y="3628305"/>
          <a:ext cx="1958950" cy="1243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49060-C07F-4792-9A4A-F582769EFDAD}">
      <dsp:nvSpPr>
        <dsp:cNvPr id="0" name=""/>
        <dsp:cNvSpPr/>
      </dsp:nvSpPr>
      <dsp:spPr>
        <a:xfrm>
          <a:off x="4453991" y="3835083"/>
          <a:ext cx="1958950" cy="1243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Four</a:t>
          </a:r>
        </a:p>
      </dsp:txBody>
      <dsp:txXfrm>
        <a:off x="4490425" y="3871517"/>
        <a:ext cx="1886082" cy="11710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E965-987B-6C77-ECBB-8F44ADA82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3F221-B2D3-A39A-CE1C-BE887DB90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F6203-FD57-A677-AD01-7F4A5E6E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67EAE-7956-3A5E-1569-FC4623E07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093F0-D0C8-6B03-365A-9D1DC94F2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7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A9D9-0E0F-9CC8-7DC9-9833A191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43234-4B94-323D-D72E-0A2BA99C8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E7471-A89C-3BCE-AAE4-CFB406F7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A2318-32F4-E0B2-565B-33CFE713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03284-19FE-1F0C-2B2E-19A9232E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8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A6D83-7BB7-FB4D-C0A5-27DDCCF94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95C62-B842-C40A-376F-73F4F2C69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7CC8A-3A1F-0BE0-54EC-BF445CDA2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5A52A-9F89-D39C-7788-E2BCC1962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B41E8-D3AB-E242-2194-6559FBE44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48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45BD-848E-A89A-EB68-EFA58F45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6DB88-80C3-3BF5-1A56-248447DC3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72459-9BC2-0628-DCB7-21D6898FE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DC32B-D9EB-292F-F8AD-27DAD08A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0053E-A871-6498-EA46-179485D6C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F582F-9066-AA0E-5144-55A50B8CC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7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5CA6-848F-7560-A624-8E03EE52A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66D13-70F9-CC24-C0E7-9DCEA4ACA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A4007-F176-61E9-2360-48E43398B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34942E-DA8E-CFFC-F510-9B8B32991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4DE49B-0464-5AD8-2ABC-42D86C42B3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3BF42-1D27-0E07-347B-A268C4806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9B51B9-DEB7-279D-C233-0C037E9DA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0C03C-38B9-5BD2-E91E-DF0164206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2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AA21-826A-B45F-C98A-9D8B78C1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6CD52-51A0-E917-43AE-5E9E89C70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9F6D2-1599-8DED-CD21-99ECA9F8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EED0E-4E27-58F1-0483-3E57E3FE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6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92AB4F-C53B-EA34-877C-8F27714E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8AF58-4191-C783-040E-DBAC32C1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148DE-D6A6-44FC-6EAB-3D0E62580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0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682D-DD7F-9EE7-AF91-F28903A26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E519D-1482-CC8D-F844-4BCA59723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F5DAF-FF62-A318-7AA6-5D2147F83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FF500-CB1A-1CF5-4D0B-0C9CFB9F7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2CCC9-3CD6-6DEF-9A00-3EA4F710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9D623-8FDC-2A52-F869-8EF9F7AF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9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BABA-ED20-115F-1C09-867CEB672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C18BDE-5EF5-7138-114B-E51A4152B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B6AFF-787B-967C-A806-3EC98E53B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6CED0-074C-42C0-D040-355DA32E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1510B-49BE-1FF6-5399-CB2CEF68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8694F-7961-EDFB-A714-763CE9417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73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13C0-D195-D3CF-509B-B47059432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35F74-81C2-BBCC-08DB-7DB4AABAE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DF2B-0842-B619-8210-BAA0F24A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7801F-4F36-6FA7-E9E0-3CCFC7E59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C10C6-956B-4F8D-CAE5-8F142059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38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F10C7C-A7E8-ED6C-D943-2DA3FA4FD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FABCC-96B4-835E-6704-EF0DF0544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6CBB9-D7A0-69AE-386B-85738965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896E4-4D2C-89DE-AEF0-D2CEF6D0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0AC78-D2A8-30D9-1218-E648C2B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7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B86B9F-C45C-0039-2D9D-C411009A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B7D33-1E38-B32B-0BE3-8765825BA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AC2DA-5175-46DE-6809-AB2EDCB3D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BF324-8F30-429E-B718-BB451657D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FA033-FB91-8503-16AD-CAD4AA45C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14042-8E52-7ED4-1FAA-FDF533EAA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179FF-BF17-41E0-8B71-E3DCE08EE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2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D86A2E7-90E4-F598-E5FF-02A220613C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20942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7045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2026-09-06T08:14:26Z</dcterms:created>
  <dcterms:modified xsi:type="dcterms:W3CDTF">2026-09-06T08:14:26Z</dcterms:modified>
</cp:coreProperties>
</file>