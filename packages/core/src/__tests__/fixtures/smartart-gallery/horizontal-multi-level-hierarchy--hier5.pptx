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C6E864-9656-4A7D-B5A2-8609A0C22B99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618EF8-CDB9-4B39-884B-29BBE502D688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FAEB7514-B6DE-4823-9A33-5040E36EB743}" type="parTrans" cxnId="{2A2084DE-1C04-4184-A52F-DCF673AA8CA6}">
      <dgm:prSet/>
      <dgm:spPr/>
    </dgm:pt>
    <dgm:pt modelId="{450808BB-12B0-46C5-8371-CD8A0566A8AA}" type="sibTrans" cxnId="{2A2084DE-1C04-4184-A52F-DCF673AA8CA6}">
      <dgm:prSet/>
      <dgm:spPr/>
    </dgm:pt>
    <dgm:pt modelId="{F404285F-49BB-4378-AFD1-04CA0F9AC3A1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48CDF56C-2D87-452A-AD1F-2F5F9F4B0DF9}" type="parTrans" cxnId="{FEC2EB84-CBC4-42C7-8E98-7961355C4970}">
      <dgm:prSet/>
      <dgm:spPr/>
      <dgm:t>
        <a:bodyPr/>
        <a:lstStyle/>
        <a:p>
          <a:endParaRPr lang="en-US"/>
        </a:p>
      </dgm:t>
    </dgm:pt>
    <dgm:pt modelId="{9C9BEFA9-5BDE-4373-8911-8E20A37A496E}" type="sibTrans" cxnId="{FEC2EB84-CBC4-42C7-8E98-7961355C4970}">
      <dgm:prSet/>
      <dgm:spPr/>
    </dgm:pt>
    <dgm:pt modelId="{E32229AF-610A-4FCD-942C-D93A1F9D7DF9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9E122487-E2B2-4B2A-A2E1-B22450711423}" type="parTrans" cxnId="{ABBCE248-DB57-45DB-81E2-C0F566289003}">
      <dgm:prSet/>
      <dgm:spPr/>
      <dgm:t>
        <a:bodyPr/>
        <a:lstStyle/>
        <a:p>
          <a:endParaRPr lang="en-US"/>
        </a:p>
      </dgm:t>
    </dgm:pt>
    <dgm:pt modelId="{2911C3D0-AE19-4F94-AE82-81E155885740}" type="sibTrans" cxnId="{ABBCE248-DB57-45DB-81E2-C0F566289003}">
      <dgm:prSet/>
      <dgm:spPr/>
    </dgm:pt>
    <dgm:pt modelId="{4775D700-E08E-433B-83C0-2088A283DABF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286337B1-F0B7-4E53-8A35-3F6572783098}" type="parTrans" cxnId="{967C57C6-DD78-4A69-9874-06D8E83FC640}">
      <dgm:prSet/>
      <dgm:spPr/>
      <dgm:t>
        <a:bodyPr/>
        <a:lstStyle/>
        <a:p>
          <a:endParaRPr lang="en-US"/>
        </a:p>
      </dgm:t>
    </dgm:pt>
    <dgm:pt modelId="{320F4E64-F4F5-4CC6-8AD8-A31FDA0B04EB}" type="sibTrans" cxnId="{967C57C6-DD78-4A69-9874-06D8E83FC640}">
      <dgm:prSet/>
      <dgm:spPr/>
    </dgm:pt>
    <dgm:pt modelId="{30A73A84-DF52-4E68-AD27-BA5794CF6987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42674EE6-9A66-4343-9B2F-2934F466EF9D}" type="parTrans" cxnId="{37F3D9D6-1574-41C5-84B8-0FEBA58759FB}">
      <dgm:prSet/>
      <dgm:spPr/>
      <dgm:t>
        <a:bodyPr/>
        <a:lstStyle/>
        <a:p>
          <a:endParaRPr lang="en-US"/>
        </a:p>
      </dgm:t>
    </dgm:pt>
    <dgm:pt modelId="{10755B65-17E1-4648-9B8C-BB1575160BDC}" type="sibTrans" cxnId="{37F3D9D6-1574-41C5-84B8-0FEBA58759FB}">
      <dgm:prSet/>
      <dgm:spPr/>
    </dgm:pt>
    <dgm:pt modelId="{F54B8942-BBAC-4922-BE81-56F357206B3B}" type="pres">
      <dgm:prSet presAssocID="{00C6E864-9656-4A7D-B5A2-8609A0C22B99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0803A9A-04B5-477F-BF5F-E9B6F8EC8A87}" type="pres">
      <dgm:prSet presAssocID="{CC618EF8-CDB9-4B39-884B-29BBE502D688}" presName="root1" presStyleCnt="0"/>
      <dgm:spPr/>
    </dgm:pt>
    <dgm:pt modelId="{2A5FF78A-C56D-463C-A25B-46FF23BAA0AF}" type="pres">
      <dgm:prSet presAssocID="{CC618EF8-CDB9-4B39-884B-29BBE502D688}" presName="LevelOneTextNode" presStyleLbl="node0" presStyleIdx="0" presStyleCnt="1">
        <dgm:presLayoutVars>
          <dgm:chPref val="3"/>
        </dgm:presLayoutVars>
      </dgm:prSet>
      <dgm:spPr/>
    </dgm:pt>
    <dgm:pt modelId="{01706ADF-24EA-460D-9B42-0A335D2CE807}" type="pres">
      <dgm:prSet presAssocID="{CC618EF8-CDB9-4B39-884B-29BBE502D688}" presName="level2hierChild" presStyleCnt="0"/>
      <dgm:spPr/>
    </dgm:pt>
    <dgm:pt modelId="{0F77FCA4-0B91-4502-B3CB-7E90EEEDBC63}" type="pres">
      <dgm:prSet presAssocID="{48CDF56C-2D87-452A-AD1F-2F5F9F4B0DF9}" presName="conn2-1" presStyleLbl="parChTrans1D2" presStyleIdx="0" presStyleCnt="2"/>
      <dgm:spPr/>
    </dgm:pt>
    <dgm:pt modelId="{43DD9DC3-215A-40FF-BC01-F39B599D8FA5}" type="pres">
      <dgm:prSet presAssocID="{48CDF56C-2D87-452A-AD1F-2F5F9F4B0DF9}" presName="connTx" presStyleLbl="parChTrans1D2" presStyleIdx="0" presStyleCnt="2"/>
      <dgm:spPr/>
    </dgm:pt>
    <dgm:pt modelId="{47BE965E-19E4-4174-8837-B27327E2CAFB}" type="pres">
      <dgm:prSet presAssocID="{F404285F-49BB-4378-AFD1-04CA0F9AC3A1}" presName="root2" presStyleCnt="0"/>
      <dgm:spPr/>
    </dgm:pt>
    <dgm:pt modelId="{012F8881-1A56-4F9D-8047-DA579CC2E93D}" type="pres">
      <dgm:prSet presAssocID="{F404285F-49BB-4378-AFD1-04CA0F9AC3A1}" presName="LevelTwoTextNode" presStyleLbl="node2" presStyleIdx="0" presStyleCnt="2">
        <dgm:presLayoutVars>
          <dgm:chPref val="3"/>
        </dgm:presLayoutVars>
      </dgm:prSet>
      <dgm:spPr/>
    </dgm:pt>
    <dgm:pt modelId="{F20E97DC-0585-4874-BF25-826CF0340161}" type="pres">
      <dgm:prSet presAssocID="{F404285F-49BB-4378-AFD1-04CA0F9AC3A1}" presName="level3hierChild" presStyleCnt="0"/>
      <dgm:spPr/>
    </dgm:pt>
    <dgm:pt modelId="{0FF1A7CD-504E-46E3-92C7-FCF16D95E65A}" type="pres">
      <dgm:prSet presAssocID="{42674EE6-9A66-4343-9B2F-2934F466EF9D}" presName="conn2-1" presStyleLbl="parChTrans1D3" presStyleIdx="0" presStyleCnt="2"/>
      <dgm:spPr/>
    </dgm:pt>
    <dgm:pt modelId="{07786D2A-9297-407E-9A92-9F49D4D9933F}" type="pres">
      <dgm:prSet presAssocID="{42674EE6-9A66-4343-9B2F-2934F466EF9D}" presName="connTx" presStyleLbl="parChTrans1D3" presStyleIdx="0" presStyleCnt="2"/>
      <dgm:spPr/>
    </dgm:pt>
    <dgm:pt modelId="{07B7CE7D-76CD-4D46-B2C2-C536189B4705}" type="pres">
      <dgm:prSet presAssocID="{30A73A84-DF52-4E68-AD27-BA5794CF6987}" presName="root2" presStyleCnt="0"/>
      <dgm:spPr/>
    </dgm:pt>
    <dgm:pt modelId="{703580D9-5345-40F7-A61A-495B3356B068}" type="pres">
      <dgm:prSet presAssocID="{30A73A84-DF52-4E68-AD27-BA5794CF6987}" presName="LevelTwoTextNode" presStyleLbl="node3" presStyleIdx="0" presStyleCnt="2">
        <dgm:presLayoutVars>
          <dgm:chPref val="3"/>
        </dgm:presLayoutVars>
      </dgm:prSet>
      <dgm:spPr/>
    </dgm:pt>
    <dgm:pt modelId="{C8F2F821-3130-4EA3-B40E-6BE8C1F36D46}" type="pres">
      <dgm:prSet presAssocID="{30A73A84-DF52-4E68-AD27-BA5794CF6987}" presName="level3hierChild" presStyleCnt="0"/>
      <dgm:spPr/>
    </dgm:pt>
    <dgm:pt modelId="{546D68EA-CEA9-4286-889A-24FA4EB7F1C2}" type="pres">
      <dgm:prSet presAssocID="{9E122487-E2B2-4B2A-A2E1-B22450711423}" presName="conn2-1" presStyleLbl="parChTrans1D2" presStyleIdx="1" presStyleCnt="2"/>
      <dgm:spPr/>
    </dgm:pt>
    <dgm:pt modelId="{6CF64DB8-30BD-4DA5-89D0-64B60B382EC5}" type="pres">
      <dgm:prSet presAssocID="{9E122487-E2B2-4B2A-A2E1-B22450711423}" presName="connTx" presStyleLbl="parChTrans1D2" presStyleIdx="1" presStyleCnt="2"/>
      <dgm:spPr/>
    </dgm:pt>
    <dgm:pt modelId="{49EDBB10-868A-4792-84E4-710730C24B7C}" type="pres">
      <dgm:prSet presAssocID="{E32229AF-610A-4FCD-942C-D93A1F9D7DF9}" presName="root2" presStyleCnt="0"/>
      <dgm:spPr/>
    </dgm:pt>
    <dgm:pt modelId="{7C1FE756-467F-48BC-9138-6BA8F2FFB8FE}" type="pres">
      <dgm:prSet presAssocID="{E32229AF-610A-4FCD-942C-D93A1F9D7DF9}" presName="LevelTwoTextNode" presStyleLbl="node2" presStyleIdx="1" presStyleCnt="2">
        <dgm:presLayoutVars>
          <dgm:chPref val="3"/>
        </dgm:presLayoutVars>
      </dgm:prSet>
      <dgm:spPr/>
    </dgm:pt>
    <dgm:pt modelId="{E9C546BB-B3E1-4492-B2FA-C8C9FFCE204E}" type="pres">
      <dgm:prSet presAssocID="{E32229AF-610A-4FCD-942C-D93A1F9D7DF9}" presName="level3hierChild" presStyleCnt="0"/>
      <dgm:spPr/>
    </dgm:pt>
    <dgm:pt modelId="{599E0A27-7CD8-45F6-807C-DD02921B32A8}" type="pres">
      <dgm:prSet presAssocID="{286337B1-F0B7-4E53-8A35-3F6572783098}" presName="conn2-1" presStyleLbl="parChTrans1D3" presStyleIdx="1" presStyleCnt="2"/>
      <dgm:spPr/>
    </dgm:pt>
    <dgm:pt modelId="{5D07836C-4B20-4BFB-9A9D-EB39B60056C6}" type="pres">
      <dgm:prSet presAssocID="{286337B1-F0B7-4E53-8A35-3F6572783098}" presName="connTx" presStyleLbl="parChTrans1D3" presStyleIdx="1" presStyleCnt="2"/>
      <dgm:spPr/>
    </dgm:pt>
    <dgm:pt modelId="{1BFEBA6B-7875-4BA7-B581-787E21AFA939}" type="pres">
      <dgm:prSet presAssocID="{4775D700-E08E-433B-83C0-2088A283DABF}" presName="root2" presStyleCnt="0"/>
      <dgm:spPr/>
    </dgm:pt>
    <dgm:pt modelId="{BE94935E-523E-486D-9FB4-799166F7D57F}" type="pres">
      <dgm:prSet presAssocID="{4775D700-E08E-433B-83C0-2088A283DABF}" presName="LevelTwoTextNode" presStyleLbl="node3" presStyleIdx="1" presStyleCnt="2">
        <dgm:presLayoutVars>
          <dgm:chPref val="3"/>
        </dgm:presLayoutVars>
      </dgm:prSet>
      <dgm:spPr/>
    </dgm:pt>
    <dgm:pt modelId="{50D3E1FC-5550-4914-BB28-E97FB904D753}" type="pres">
      <dgm:prSet presAssocID="{4775D700-E08E-433B-83C0-2088A283DABF}" presName="level3hierChild" presStyleCnt="0"/>
      <dgm:spPr/>
    </dgm:pt>
  </dgm:ptLst>
  <dgm:cxnLst>
    <dgm:cxn modelId="{ED137117-9013-4755-9162-3BD8CDDD14C8}" type="presOf" srcId="{E32229AF-610A-4FCD-942C-D93A1F9D7DF9}" destId="{7C1FE756-467F-48BC-9138-6BA8F2FFB8FE}" srcOrd="0" destOrd="0" presId="urn:microsoft.com/office/officeart/2008/layout/HorizontalMultiLevelHierarchy"/>
    <dgm:cxn modelId="{8D74C41F-DB9D-4844-84CA-7D177881908F}" type="presOf" srcId="{42674EE6-9A66-4343-9B2F-2934F466EF9D}" destId="{07786D2A-9297-407E-9A92-9F49D4D9933F}" srcOrd="1" destOrd="0" presId="urn:microsoft.com/office/officeart/2008/layout/HorizontalMultiLevelHierarchy"/>
    <dgm:cxn modelId="{4FF2A424-C7A5-4F80-8FB4-EFE4AE1D809F}" type="presOf" srcId="{9E122487-E2B2-4B2A-A2E1-B22450711423}" destId="{546D68EA-CEA9-4286-889A-24FA4EB7F1C2}" srcOrd="0" destOrd="0" presId="urn:microsoft.com/office/officeart/2008/layout/HorizontalMultiLevelHierarchy"/>
    <dgm:cxn modelId="{A1FEB82B-E305-4016-BAAB-960105F8F637}" type="presOf" srcId="{286337B1-F0B7-4E53-8A35-3F6572783098}" destId="{599E0A27-7CD8-45F6-807C-DD02921B32A8}" srcOrd="0" destOrd="0" presId="urn:microsoft.com/office/officeart/2008/layout/HorizontalMultiLevelHierarchy"/>
    <dgm:cxn modelId="{6E349633-4DB8-4F5A-96AF-9683A21F445A}" type="presOf" srcId="{00C6E864-9656-4A7D-B5A2-8609A0C22B99}" destId="{F54B8942-BBAC-4922-BE81-56F357206B3B}" srcOrd="0" destOrd="0" presId="urn:microsoft.com/office/officeart/2008/layout/HorizontalMultiLevelHierarchy"/>
    <dgm:cxn modelId="{515D3E35-7C62-4790-AD0E-CFB96CB53829}" type="presOf" srcId="{48CDF56C-2D87-452A-AD1F-2F5F9F4B0DF9}" destId="{43DD9DC3-215A-40FF-BC01-F39B599D8FA5}" srcOrd="1" destOrd="0" presId="urn:microsoft.com/office/officeart/2008/layout/HorizontalMultiLevelHierarchy"/>
    <dgm:cxn modelId="{BF5B1E3F-05B3-4A00-A4B2-592B3BE9F788}" type="presOf" srcId="{CC618EF8-CDB9-4B39-884B-29BBE502D688}" destId="{2A5FF78A-C56D-463C-A25B-46FF23BAA0AF}" srcOrd="0" destOrd="0" presId="urn:microsoft.com/office/officeart/2008/layout/HorizontalMultiLevelHierarchy"/>
    <dgm:cxn modelId="{ABBCE248-DB57-45DB-81E2-C0F566289003}" srcId="{CC618EF8-CDB9-4B39-884B-29BBE502D688}" destId="{E32229AF-610A-4FCD-942C-D93A1F9D7DF9}" srcOrd="1" destOrd="0" parTransId="{9E122487-E2B2-4B2A-A2E1-B22450711423}" sibTransId="{2911C3D0-AE19-4F94-AE82-81E155885740}"/>
    <dgm:cxn modelId="{1C3B7C69-8C1C-46C1-B638-21A146232AB6}" type="presOf" srcId="{4775D700-E08E-433B-83C0-2088A283DABF}" destId="{BE94935E-523E-486D-9FB4-799166F7D57F}" srcOrd="0" destOrd="0" presId="urn:microsoft.com/office/officeart/2008/layout/HorizontalMultiLevelHierarchy"/>
    <dgm:cxn modelId="{0D69FD49-C0FF-455D-B2ED-5B2C0CB4A666}" type="presOf" srcId="{30A73A84-DF52-4E68-AD27-BA5794CF6987}" destId="{703580D9-5345-40F7-A61A-495B3356B068}" srcOrd="0" destOrd="0" presId="urn:microsoft.com/office/officeart/2008/layout/HorizontalMultiLevelHierarchy"/>
    <dgm:cxn modelId="{D0C2BE79-AC61-4932-8876-BBBB528B9555}" type="presOf" srcId="{42674EE6-9A66-4343-9B2F-2934F466EF9D}" destId="{0FF1A7CD-504E-46E3-92C7-FCF16D95E65A}" srcOrd="0" destOrd="0" presId="urn:microsoft.com/office/officeart/2008/layout/HorizontalMultiLevelHierarchy"/>
    <dgm:cxn modelId="{1269C95A-D0E7-4233-9C13-C31FF68C54D1}" type="presOf" srcId="{9E122487-E2B2-4B2A-A2E1-B22450711423}" destId="{6CF64DB8-30BD-4DA5-89D0-64B60B382EC5}" srcOrd="1" destOrd="0" presId="urn:microsoft.com/office/officeart/2008/layout/HorizontalMultiLevelHierarchy"/>
    <dgm:cxn modelId="{FEC2EB84-CBC4-42C7-8E98-7961355C4970}" srcId="{CC618EF8-CDB9-4B39-884B-29BBE502D688}" destId="{F404285F-49BB-4378-AFD1-04CA0F9AC3A1}" srcOrd="0" destOrd="0" parTransId="{48CDF56C-2D87-452A-AD1F-2F5F9F4B0DF9}" sibTransId="{9C9BEFA9-5BDE-4373-8911-8E20A37A496E}"/>
    <dgm:cxn modelId="{70775A93-C4AB-4F70-8249-71F86215C1B0}" type="presOf" srcId="{F404285F-49BB-4378-AFD1-04CA0F9AC3A1}" destId="{012F8881-1A56-4F9D-8047-DA579CC2E93D}" srcOrd="0" destOrd="0" presId="urn:microsoft.com/office/officeart/2008/layout/HorizontalMultiLevelHierarchy"/>
    <dgm:cxn modelId="{22D802A3-E149-4455-B502-8D331266308F}" type="presOf" srcId="{48CDF56C-2D87-452A-AD1F-2F5F9F4B0DF9}" destId="{0F77FCA4-0B91-4502-B3CB-7E90EEEDBC63}" srcOrd="0" destOrd="0" presId="urn:microsoft.com/office/officeart/2008/layout/HorizontalMultiLevelHierarchy"/>
    <dgm:cxn modelId="{967C57C6-DD78-4A69-9874-06D8E83FC640}" srcId="{E32229AF-610A-4FCD-942C-D93A1F9D7DF9}" destId="{4775D700-E08E-433B-83C0-2088A283DABF}" srcOrd="0" destOrd="0" parTransId="{286337B1-F0B7-4E53-8A35-3F6572783098}" sibTransId="{320F4E64-F4F5-4CC6-8AD8-A31FDA0B04EB}"/>
    <dgm:cxn modelId="{37F3D9D6-1574-41C5-84B8-0FEBA58759FB}" srcId="{F404285F-49BB-4378-AFD1-04CA0F9AC3A1}" destId="{30A73A84-DF52-4E68-AD27-BA5794CF6987}" srcOrd="0" destOrd="0" parTransId="{42674EE6-9A66-4343-9B2F-2934F466EF9D}" sibTransId="{10755B65-17E1-4648-9B8C-BB1575160BDC}"/>
    <dgm:cxn modelId="{2A2084DE-1C04-4184-A52F-DCF673AA8CA6}" srcId="{00C6E864-9656-4A7D-B5A2-8609A0C22B99}" destId="{CC618EF8-CDB9-4B39-884B-29BBE502D688}" srcOrd="0" destOrd="0" parTransId="{FAEB7514-B6DE-4823-9A33-5040E36EB743}" sibTransId="{450808BB-12B0-46C5-8371-CD8A0566A8AA}"/>
    <dgm:cxn modelId="{8580F2DF-3CC8-44C3-A881-A7C5BF320211}" type="presOf" srcId="{286337B1-F0B7-4E53-8A35-3F6572783098}" destId="{5D07836C-4B20-4BFB-9A9D-EB39B60056C6}" srcOrd="1" destOrd="0" presId="urn:microsoft.com/office/officeart/2008/layout/HorizontalMultiLevelHierarchy"/>
    <dgm:cxn modelId="{A7EEFD2C-7A85-43CF-B493-AF3D8F8E2E5A}" type="presParOf" srcId="{F54B8942-BBAC-4922-BE81-56F357206B3B}" destId="{40803A9A-04B5-477F-BF5F-E9B6F8EC8A87}" srcOrd="0" destOrd="0" presId="urn:microsoft.com/office/officeart/2008/layout/HorizontalMultiLevelHierarchy"/>
    <dgm:cxn modelId="{C4B8E94C-407C-4FD6-94F8-E280FF72F5A0}" type="presParOf" srcId="{40803A9A-04B5-477F-BF5F-E9B6F8EC8A87}" destId="{2A5FF78A-C56D-463C-A25B-46FF23BAA0AF}" srcOrd="0" destOrd="0" presId="urn:microsoft.com/office/officeart/2008/layout/HorizontalMultiLevelHierarchy"/>
    <dgm:cxn modelId="{22B16F16-9727-4027-B004-7FBFE7C03350}" type="presParOf" srcId="{40803A9A-04B5-477F-BF5F-E9B6F8EC8A87}" destId="{01706ADF-24EA-460D-9B42-0A335D2CE807}" srcOrd="1" destOrd="0" presId="urn:microsoft.com/office/officeart/2008/layout/HorizontalMultiLevelHierarchy"/>
    <dgm:cxn modelId="{6C72F1AF-C335-41C5-A6BD-E1502A3B86C2}" type="presParOf" srcId="{01706ADF-24EA-460D-9B42-0A335D2CE807}" destId="{0F77FCA4-0B91-4502-B3CB-7E90EEEDBC63}" srcOrd="0" destOrd="0" presId="urn:microsoft.com/office/officeart/2008/layout/HorizontalMultiLevelHierarchy"/>
    <dgm:cxn modelId="{02EFC1AB-800C-4AA3-984F-284DA180DDC6}" type="presParOf" srcId="{0F77FCA4-0B91-4502-B3CB-7E90EEEDBC63}" destId="{43DD9DC3-215A-40FF-BC01-F39B599D8FA5}" srcOrd="0" destOrd="0" presId="urn:microsoft.com/office/officeart/2008/layout/HorizontalMultiLevelHierarchy"/>
    <dgm:cxn modelId="{52845280-978B-4310-844F-7FCDF9953F5B}" type="presParOf" srcId="{01706ADF-24EA-460D-9B42-0A335D2CE807}" destId="{47BE965E-19E4-4174-8837-B27327E2CAFB}" srcOrd="1" destOrd="0" presId="urn:microsoft.com/office/officeart/2008/layout/HorizontalMultiLevelHierarchy"/>
    <dgm:cxn modelId="{4004C74C-3B2C-49A2-B3A2-B2CBB893C014}" type="presParOf" srcId="{47BE965E-19E4-4174-8837-B27327E2CAFB}" destId="{012F8881-1A56-4F9D-8047-DA579CC2E93D}" srcOrd="0" destOrd="0" presId="urn:microsoft.com/office/officeart/2008/layout/HorizontalMultiLevelHierarchy"/>
    <dgm:cxn modelId="{32EC93A4-A03F-47B3-8AEE-8090792E0D78}" type="presParOf" srcId="{47BE965E-19E4-4174-8837-B27327E2CAFB}" destId="{F20E97DC-0585-4874-BF25-826CF0340161}" srcOrd="1" destOrd="0" presId="urn:microsoft.com/office/officeart/2008/layout/HorizontalMultiLevelHierarchy"/>
    <dgm:cxn modelId="{618EC6D3-29B2-445A-B9AD-F50C545AEE9D}" type="presParOf" srcId="{F20E97DC-0585-4874-BF25-826CF0340161}" destId="{0FF1A7CD-504E-46E3-92C7-FCF16D95E65A}" srcOrd="0" destOrd="0" presId="urn:microsoft.com/office/officeart/2008/layout/HorizontalMultiLevelHierarchy"/>
    <dgm:cxn modelId="{B6788BD3-5471-412D-A4A5-FA81C65A9A46}" type="presParOf" srcId="{0FF1A7CD-504E-46E3-92C7-FCF16D95E65A}" destId="{07786D2A-9297-407E-9A92-9F49D4D9933F}" srcOrd="0" destOrd="0" presId="urn:microsoft.com/office/officeart/2008/layout/HorizontalMultiLevelHierarchy"/>
    <dgm:cxn modelId="{37BE0CFA-F860-40CC-BF92-25896408DA81}" type="presParOf" srcId="{F20E97DC-0585-4874-BF25-826CF0340161}" destId="{07B7CE7D-76CD-4D46-B2C2-C536189B4705}" srcOrd="1" destOrd="0" presId="urn:microsoft.com/office/officeart/2008/layout/HorizontalMultiLevelHierarchy"/>
    <dgm:cxn modelId="{5F08439D-134C-47CB-AE37-ECE060BD489C}" type="presParOf" srcId="{07B7CE7D-76CD-4D46-B2C2-C536189B4705}" destId="{703580D9-5345-40F7-A61A-495B3356B068}" srcOrd="0" destOrd="0" presId="urn:microsoft.com/office/officeart/2008/layout/HorizontalMultiLevelHierarchy"/>
    <dgm:cxn modelId="{DE420E26-6965-4A82-B7E2-665F31ABD694}" type="presParOf" srcId="{07B7CE7D-76CD-4D46-B2C2-C536189B4705}" destId="{C8F2F821-3130-4EA3-B40E-6BE8C1F36D46}" srcOrd="1" destOrd="0" presId="urn:microsoft.com/office/officeart/2008/layout/HorizontalMultiLevelHierarchy"/>
    <dgm:cxn modelId="{E97396BC-E0BB-4DB0-AE25-E73517CECDC9}" type="presParOf" srcId="{01706ADF-24EA-460D-9B42-0A335D2CE807}" destId="{546D68EA-CEA9-4286-889A-24FA4EB7F1C2}" srcOrd="2" destOrd="0" presId="urn:microsoft.com/office/officeart/2008/layout/HorizontalMultiLevelHierarchy"/>
    <dgm:cxn modelId="{BC117B8E-D04A-48BD-B323-D56F0811C254}" type="presParOf" srcId="{546D68EA-CEA9-4286-889A-24FA4EB7F1C2}" destId="{6CF64DB8-30BD-4DA5-89D0-64B60B382EC5}" srcOrd="0" destOrd="0" presId="urn:microsoft.com/office/officeart/2008/layout/HorizontalMultiLevelHierarchy"/>
    <dgm:cxn modelId="{1B9B1664-EED9-403F-AD32-129AFA7A7739}" type="presParOf" srcId="{01706ADF-24EA-460D-9B42-0A335D2CE807}" destId="{49EDBB10-868A-4792-84E4-710730C24B7C}" srcOrd="3" destOrd="0" presId="urn:microsoft.com/office/officeart/2008/layout/HorizontalMultiLevelHierarchy"/>
    <dgm:cxn modelId="{DE41A47C-5CBF-40C3-9035-4A17ADD84547}" type="presParOf" srcId="{49EDBB10-868A-4792-84E4-710730C24B7C}" destId="{7C1FE756-467F-48BC-9138-6BA8F2FFB8FE}" srcOrd="0" destOrd="0" presId="urn:microsoft.com/office/officeart/2008/layout/HorizontalMultiLevelHierarchy"/>
    <dgm:cxn modelId="{DCF1DBB3-3F57-431D-8CF9-2CC4BD673842}" type="presParOf" srcId="{49EDBB10-868A-4792-84E4-710730C24B7C}" destId="{E9C546BB-B3E1-4492-B2FA-C8C9FFCE204E}" srcOrd="1" destOrd="0" presId="urn:microsoft.com/office/officeart/2008/layout/HorizontalMultiLevelHierarchy"/>
    <dgm:cxn modelId="{6E475816-5388-42DA-9992-59C954CD76CD}" type="presParOf" srcId="{E9C546BB-B3E1-4492-B2FA-C8C9FFCE204E}" destId="{599E0A27-7CD8-45F6-807C-DD02921B32A8}" srcOrd="0" destOrd="0" presId="urn:microsoft.com/office/officeart/2008/layout/HorizontalMultiLevelHierarchy"/>
    <dgm:cxn modelId="{82366FFC-BEB7-45D7-A738-A8DA3DA2BD48}" type="presParOf" srcId="{599E0A27-7CD8-45F6-807C-DD02921B32A8}" destId="{5D07836C-4B20-4BFB-9A9D-EB39B60056C6}" srcOrd="0" destOrd="0" presId="urn:microsoft.com/office/officeart/2008/layout/HorizontalMultiLevelHierarchy"/>
    <dgm:cxn modelId="{AAA5B7A4-DBF3-44A3-AE06-5BD86C7BF042}" type="presParOf" srcId="{E9C546BB-B3E1-4492-B2FA-C8C9FFCE204E}" destId="{1BFEBA6B-7875-4BA7-B581-787E21AFA939}" srcOrd="1" destOrd="0" presId="urn:microsoft.com/office/officeart/2008/layout/HorizontalMultiLevelHierarchy"/>
    <dgm:cxn modelId="{8846481C-6F63-44AE-AD34-B0DCBBA3DF7B}" type="presParOf" srcId="{1BFEBA6B-7875-4BA7-B581-787E21AFA939}" destId="{BE94935E-523E-486D-9FB4-799166F7D57F}" srcOrd="0" destOrd="0" presId="urn:microsoft.com/office/officeart/2008/layout/HorizontalMultiLevelHierarchy"/>
    <dgm:cxn modelId="{77AD8213-4E05-4C10-854E-E36C8FDBE0E8}" type="presParOf" srcId="{1BFEBA6B-7875-4BA7-B581-787E21AFA939}" destId="{50D3E1FC-5550-4914-BB28-E97FB904D753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9E0A27-7CD8-45F6-807C-DD02921B32A8}">
      <dsp:nvSpPr>
        <dsp:cNvPr id="0" name=""/>
        <dsp:cNvSpPr/>
      </dsp:nvSpPr>
      <dsp:spPr>
        <a:xfrm>
          <a:off x="4592662" y="3075732"/>
          <a:ext cx="61029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10292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82551" y="3106195"/>
        <a:ext cx="30514" cy="30514"/>
      </dsp:txXfrm>
    </dsp:sp>
    <dsp:sp modelId="{546D68EA-CEA9-4286-889A-24FA4EB7F1C2}">
      <dsp:nvSpPr>
        <dsp:cNvPr id="0" name=""/>
        <dsp:cNvSpPr/>
      </dsp:nvSpPr>
      <dsp:spPr>
        <a:xfrm>
          <a:off x="930904" y="2540000"/>
          <a:ext cx="610292" cy="5814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05146" y="0"/>
              </a:lnTo>
              <a:lnTo>
                <a:pt x="305146" y="581452"/>
              </a:lnTo>
              <a:lnTo>
                <a:pt x="610292" y="58145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214977" y="2809652"/>
        <a:ext cx="42146" cy="42146"/>
      </dsp:txXfrm>
    </dsp:sp>
    <dsp:sp modelId="{0FF1A7CD-504E-46E3-92C7-FCF16D95E65A}">
      <dsp:nvSpPr>
        <dsp:cNvPr id="0" name=""/>
        <dsp:cNvSpPr/>
      </dsp:nvSpPr>
      <dsp:spPr>
        <a:xfrm>
          <a:off x="4592662" y="1912827"/>
          <a:ext cx="61029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10292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82551" y="1943289"/>
        <a:ext cx="30514" cy="30514"/>
      </dsp:txXfrm>
    </dsp:sp>
    <dsp:sp modelId="{0F77FCA4-0B91-4502-B3CB-7E90EEEDBC63}">
      <dsp:nvSpPr>
        <dsp:cNvPr id="0" name=""/>
        <dsp:cNvSpPr/>
      </dsp:nvSpPr>
      <dsp:spPr>
        <a:xfrm>
          <a:off x="930904" y="1958547"/>
          <a:ext cx="610292" cy="581452"/>
        </a:xfrm>
        <a:custGeom>
          <a:avLst/>
          <a:gdLst/>
          <a:ahLst/>
          <a:cxnLst/>
          <a:rect l="0" t="0" r="0" b="0"/>
          <a:pathLst>
            <a:path>
              <a:moveTo>
                <a:pt x="0" y="581452"/>
              </a:moveTo>
              <a:lnTo>
                <a:pt x="305146" y="581452"/>
              </a:lnTo>
              <a:lnTo>
                <a:pt x="305146" y="0"/>
              </a:lnTo>
              <a:lnTo>
                <a:pt x="610292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214977" y="2228200"/>
        <a:ext cx="42146" cy="42146"/>
      </dsp:txXfrm>
    </dsp:sp>
    <dsp:sp modelId="{2A5FF78A-C56D-463C-A25B-46FF23BAA0AF}">
      <dsp:nvSpPr>
        <dsp:cNvPr id="0" name=""/>
        <dsp:cNvSpPr/>
      </dsp:nvSpPr>
      <dsp:spPr>
        <a:xfrm rot="16200000">
          <a:off x="-1982480" y="2074837"/>
          <a:ext cx="4896445" cy="9303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/>
            <a:t>Node One</a:t>
          </a:r>
        </a:p>
      </dsp:txBody>
      <dsp:txXfrm>
        <a:off x="-1982480" y="2074837"/>
        <a:ext cx="4896445" cy="930324"/>
      </dsp:txXfrm>
    </dsp:sp>
    <dsp:sp modelId="{012F8881-1A56-4F9D-8047-DA579CC2E93D}">
      <dsp:nvSpPr>
        <dsp:cNvPr id="0" name=""/>
        <dsp:cNvSpPr/>
      </dsp:nvSpPr>
      <dsp:spPr>
        <a:xfrm>
          <a:off x="1541197" y="1493384"/>
          <a:ext cx="3051464" cy="9303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Node Two has a longer label</a:t>
          </a:r>
        </a:p>
      </dsp:txBody>
      <dsp:txXfrm>
        <a:off x="1541197" y="1493384"/>
        <a:ext cx="3051464" cy="930324"/>
      </dsp:txXfrm>
    </dsp:sp>
    <dsp:sp modelId="{703580D9-5345-40F7-A61A-495B3356B068}">
      <dsp:nvSpPr>
        <dsp:cNvPr id="0" name=""/>
        <dsp:cNvSpPr/>
      </dsp:nvSpPr>
      <dsp:spPr>
        <a:xfrm>
          <a:off x="5202955" y="1493384"/>
          <a:ext cx="3051464" cy="9303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Node Five</a:t>
          </a:r>
        </a:p>
      </dsp:txBody>
      <dsp:txXfrm>
        <a:off x="5202955" y="1493384"/>
        <a:ext cx="3051464" cy="930324"/>
      </dsp:txXfrm>
    </dsp:sp>
    <dsp:sp modelId="{7C1FE756-467F-48BC-9138-6BA8F2FFB8FE}">
      <dsp:nvSpPr>
        <dsp:cNvPr id="0" name=""/>
        <dsp:cNvSpPr/>
      </dsp:nvSpPr>
      <dsp:spPr>
        <a:xfrm>
          <a:off x="1541197" y="2656290"/>
          <a:ext cx="3051464" cy="9303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Node Three</a:t>
          </a:r>
        </a:p>
      </dsp:txBody>
      <dsp:txXfrm>
        <a:off x="1541197" y="2656290"/>
        <a:ext cx="3051464" cy="930324"/>
      </dsp:txXfrm>
    </dsp:sp>
    <dsp:sp modelId="{BE94935E-523E-486D-9FB4-799166F7D57F}">
      <dsp:nvSpPr>
        <dsp:cNvPr id="0" name=""/>
        <dsp:cNvSpPr/>
      </dsp:nvSpPr>
      <dsp:spPr>
        <a:xfrm>
          <a:off x="5202955" y="2656290"/>
          <a:ext cx="3051464" cy="9303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Node Four</a:t>
          </a:r>
        </a:p>
      </dsp:txBody>
      <dsp:txXfrm>
        <a:off x="5202955" y="2656290"/>
        <a:ext cx="3051464" cy="9303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72D0C-2BD4-D4EE-CE09-606DE2996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8E5DA-FDF9-27EC-9629-F364F4AE3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84AA2-539D-DA1A-A721-E5E2580DB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88C3-B028-4592-B6FB-07FFB92300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CEEFA-E88D-8BEB-AA03-621DDDB6D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4E7FC-0238-DBFE-ABF5-39B872910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17AA-EE5D-49D3-9BED-31837052D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157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27598-BAD8-1749-2674-9808CAA21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814AA-CDBB-B68F-EB07-D0F4782D6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B8D9A-D012-FA8A-4F8A-7D885727A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88C3-B028-4592-B6FB-07FFB92300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7FBAC-F552-94E6-05AA-742954533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3E833-68F1-7FEF-90E2-FAF84C1EE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17AA-EE5D-49D3-9BED-31837052D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86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8DFE7-A2C1-247D-7413-3096EA8FF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5C4BD-3219-049A-4039-508FF8547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817EF-B7CC-3204-8A83-7616D4675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88C3-B028-4592-B6FB-07FFB92300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2F5AA-F827-8E03-CFAB-CD4B19E1F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26AC2-4A48-ED41-10FE-D16508C3D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17AA-EE5D-49D3-9BED-31837052D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553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CDAAE-2228-5CCB-BF79-F869BBD2E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C6BC4-F165-5CF4-A1DF-A107EB2916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EEA6A-5DC2-3684-58BB-7F9542A94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EFC52F-2C7B-9C17-93FD-D8F80ACEC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88C3-B028-4592-B6FB-07FFB92300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3B938-ECC5-2416-AA8F-89BC3A5F8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EAC2C-8B86-D9D9-BC4C-790CE171A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17AA-EE5D-49D3-9BED-31837052D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186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E9104-7026-95B7-5185-93CBED50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D2E4B-9F80-531E-76EC-2821B62EF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0B5BE8-122E-5447-1132-C4B6890A4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633172-5903-19F4-7BD2-8DA3CEA555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046B9D-6A8F-8505-455D-BC05DF9FDE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CB8868-7FBB-87E8-5825-823BE32D2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88C3-B028-4592-B6FB-07FFB92300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EAE2A7-53EE-C879-54D0-A6CD4D93B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190641-28D1-9B77-A155-015873471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17AA-EE5D-49D3-9BED-31837052D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680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46E8F-9840-F777-4474-B149D0E2F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550D24-8AF4-20B0-7104-69DE65360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88C3-B028-4592-B6FB-07FFB92300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9AFA5D-1283-D7CF-8FD8-18B054DD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FFCA17-E6AB-1AE8-003C-04C64C71D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17AA-EE5D-49D3-9BED-31837052D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260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FA8ACE-5C21-16A0-013D-F853E0D2D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88C3-B028-4592-B6FB-07FFB92300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534F21-354E-9158-D1C8-04AC1427C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2D5B7-2B93-FE77-E27D-17AE2B12C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17AA-EE5D-49D3-9BED-31837052D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041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42C34-A6CD-AEA9-1F8F-A1C830176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585CD-481D-7ED4-21ED-67118D2EF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95266-841F-9F59-0A67-D185891E1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A7AF3-27BE-CC1E-5A4C-CD05DDFE0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88C3-B028-4592-B6FB-07FFB92300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EC7F79-DC65-6267-7E46-32F20DF43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6BE83-C4F3-F072-889E-B11855675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17AA-EE5D-49D3-9BED-31837052D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732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A0A60-5D53-7C2D-DB1C-D1AE0DA00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9C5566-C072-BFCB-BA16-E20EFFB1EA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E15B33-1084-E1A4-DE9C-22537A9D4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CFEE0-FD83-D947-F55B-30537DA8F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88C3-B028-4592-B6FB-07FFB92300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D242C-D85D-864D-EEF9-168F5AF87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EE2E1-7CAF-5E63-6968-0FB490077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17AA-EE5D-49D3-9BED-31837052D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013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B8B18-460E-AB41-7141-6978DEAF3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2706D3-50D3-E882-E010-0ECAD41115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39353-2E43-0E78-B0DE-A1F6104A9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88C3-B028-4592-B6FB-07FFB92300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A988F-CA14-74EC-6CBB-36CD37F77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FB224-9ED3-04D6-7880-3728D3DC3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17AA-EE5D-49D3-9BED-31837052D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438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61B8FB-0260-FD8A-59C0-6952D239DC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CCBF6C-1CE1-39F1-EA2D-A1E8E1548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563AD-0B40-6933-7877-4975B0276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688C3-B028-4592-B6FB-07FFB92300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04504-E930-C9DB-C815-6FF36624C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8637B-C72C-500D-5D07-052D24311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17AA-EE5D-49D3-9BED-31837052D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153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C3DCE8-ADA6-ABE1-59F4-053C7DE73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AD40A-8C43-68D2-745E-1357A4E93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51D27-420A-6B43-9C1F-4348E976A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0688C3-B028-4592-B6FB-07FFB92300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D8381-ACDC-D6DA-4249-A09C08431D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83667-E9C5-A5E7-CC0E-191E78CCB3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7B17AA-EE5D-49D3-9BED-31837052D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154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CD40BE0-F585-4F55-2032-A82C886A7F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3360169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0158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2026-09-06T08:14:29Z</dcterms:created>
  <dcterms:modified xsi:type="dcterms:W3CDTF">2026-09-06T08:14:29Z</dcterms:modified>
</cp:coreProperties>
</file>