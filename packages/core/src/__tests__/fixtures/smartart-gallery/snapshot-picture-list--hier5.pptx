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2569B9-13E2-428C-88A2-4ECF532DE9E9}" type="doc">
      <dgm:prSet loTypeId="urn:microsoft.com/office/officeart/2009/3/layout/Snapshot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F1CDC2-300A-45A6-9F3F-AEE951C268D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342BAD48-BDA2-4857-9E30-7B1D1D326438}" type="parTrans" cxnId="{6532B429-7392-46D4-9444-A68403E17059}">
      <dgm:prSet/>
      <dgm:spPr/>
    </dgm:pt>
    <dgm:pt modelId="{FEEEDCDF-CA69-4586-A35F-E3223928542C}" type="sibTrans" cxnId="{6532B429-7392-46D4-9444-A68403E17059}">
      <dgm:prSet/>
      <dgm:spPr/>
    </dgm:pt>
    <dgm:pt modelId="{7088301F-FAAB-4964-8E81-C4E65D368718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0C5AE4CE-7416-4516-815E-C60915DF6949}" type="parTrans" cxnId="{2E491605-985D-4FA0-8C58-566F5A868EFE}">
      <dgm:prSet/>
      <dgm:spPr/>
    </dgm:pt>
    <dgm:pt modelId="{08337AA6-86F6-4A97-ACE6-38239CC69DE8}" type="sibTrans" cxnId="{2E491605-985D-4FA0-8C58-566F5A868EFE}">
      <dgm:prSet/>
      <dgm:spPr/>
    </dgm:pt>
    <dgm:pt modelId="{111960FC-FF6F-480B-B995-6621B6CC97C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189F5C0-0090-4A80-9E4D-815304D54EB2}" type="parTrans" cxnId="{A6FDFDFA-9E45-438A-8680-CE1739007C29}">
      <dgm:prSet/>
      <dgm:spPr/>
    </dgm:pt>
    <dgm:pt modelId="{28651EE4-1546-471A-85C1-122B18962EFA}" type="sibTrans" cxnId="{A6FDFDFA-9E45-438A-8680-CE1739007C29}">
      <dgm:prSet/>
      <dgm:spPr/>
    </dgm:pt>
    <dgm:pt modelId="{1992998F-F124-4A5B-BCD2-9992A0E50B3B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72954BC-8290-4A11-98D0-A400A2D5E826}" type="parTrans" cxnId="{7EBAEC43-E0C8-4AFF-868F-DB1508CF69DE}">
      <dgm:prSet/>
      <dgm:spPr/>
    </dgm:pt>
    <dgm:pt modelId="{97B43537-4E91-4D32-992B-98566D15559D}" type="sibTrans" cxnId="{7EBAEC43-E0C8-4AFF-868F-DB1508CF69DE}">
      <dgm:prSet/>
      <dgm:spPr/>
    </dgm:pt>
    <dgm:pt modelId="{6926BEC1-6FF2-47CF-A8D2-5B1226907DC0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62ACA22-8792-42D9-96C2-FF1875AC0507}" type="parTrans" cxnId="{5708822A-F593-489F-BE28-09FF9C045A73}">
      <dgm:prSet/>
      <dgm:spPr/>
    </dgm:pt>
    <dgm:pt modelId="{0E6BFF15-349D-43AA-A968-C318B03D97D9}" type="sibTrans" cxnId="{5708822A-F593-489F-BE28-09FF9C045A73}">
      <dgm:prSet/>
      <dgm:spPr/>
    </dgm:pt>
    <dgm:pt modelId="{54189B6A-C9E2-45E3-AD1C-42B202A9E744}" type="pres">
      <dgm:prSet presAssocID="{102569B9-13E2-428C-88A2-4ECF532DE9E9}" presName="Name0" presStyleCnt="0">
        <dgm:presLayoutVars>
          <dgm:chMax/>
          <dgm:chPref/>
          <dgm:dir/>
          <dgm:animLvl val="lvl"/>
        </dgm:presLayoutVars>
      </dgm:prSet>
      <dgm:spPr/>
    </dgm:pt>
    <dgm:pt modelId="{2C934DDF-E802-4A2B-B3BA-55EC599DD5C9}" type="pres">
      <dgm:prSet presAssocID="{81F1CDC2-300A-45A6-9F3F-AEE951C268D8}" presName="composite" presStyleCnt="0"/>
      <dgm:spPr/>
    </dgm:pt>
    <dgm:pt modelId="{6F95E9CA-683F-4B68-8249-33174E36FCD6}" type="pres">
      <dgm:prSet presAssocID="{81F1CDC2-300A-45A6-9F3F-AEE951C268D8}" presName="ParentAccentShape" presStyleLbl="trBgShp" presStyleIdx="0" presStyleCnt="5"/>
      <dgm:spPr/>
    </dgm:pt>
    <dgm:pt modelId="{F3433AB5-5744-4A00-AF21-62AD4A91215D}" type="pres">
      <dgm:prSet presAssocID="{81F1CDC2-300A-45A6-9F3F-AEE951C268D8}" presName="ParentText" presStyleLbl="revTx" presStyleIdx="0" presStyleCnt="6">
        <dgm:presLayoutVars>
          <dgm:chMax val="1"/>
          <dgm:chPref val="1"/>
          <dgm:bulletEnabled val="1"/>
        </dgm:presLayoutVars>
      </dgm:prSet>
      <dgm:spPr/>
    </dgm:pt>
    <dgm:pt modelId="{C5E9B975-19B5-4B25-81D7-B84E47F0B852}" type="pres">
      <dgm:prSet presAssocID="{81F1CDC2-300A-45A6-9F3F-AEE951C268D8}" presName="ChildText" presStyleLbl="revTx" presStyleIdx="1" presStyleCnt="6">
        <dgm:presLayoutVars>
          <dgm:chMax val="0"/>
          <dgm:chPref val="0"/>
        </dgm:presLayoutVars>
      </dgm:prSet>
      <dgm:spPr/>
    </dgm:pt>
    <dgm:pt modelId="{2FD6548D-37EF-4183-97FD-322E84797C67}" type="pres">
      <dgm:prSet presAssocID="{81F1CDC2-300A-45A6-9F3F-AEE951C268D8}" presName="ChildAccentShape" presStyleLbl="trBgShp" presStyleIdx="1" presStyleCnt="5"/>
      <dgm:spPr/>
    </dgm:pt>
    <dgm:pt modelId="{7B760C00-D554-4318-8764-A153FD9B0319}" type="pres">
      <dgm:prSet presAssocID="{81F1CDC2-300A-45A6-9F3F-AEE951C268D8}" presName="Image" presStyleLbl="alignImgPlace1" presStyleIdx="0" presStyleCnt="3"/>
      <dgm:spPr/>
    </dgm:pt>
    <dgm:pt modelId="{15A7A3AD-60DA-4EF0-B458-5E231A358185}" type="pres">
      <dgm:prSet presAssocID="{FEEEDCDF-CA69-4586-A35F-E3223928542C}" presName="sibTrans" presStyleCnt="0"/>
      <dgm:spPr/>
    </dgm:pt>
    <dgm:pt modelId="{D6BB06E4-9C7E-43E1-99B9-DD97F5919F52}" type="pres">
      <dgm:prSet presAssocID="{111960FC-FF6F-480B-B995-6621B6CC97CA}" presName="composite" presStyleCnt="0"/>
      <dgm:spPr/>
    </dgm:pt>
    <dgm:pt modelId="{2E3750B1-794F-4CBF-882A-BA997BF17169}" type="pres">
      <dgm:prSet presAssocID="{111960FC-FF6F-480B-B995-6621B6CC97CA}" presName="ParentAccentShape" presStyleLbl="trBgShp" presStyleIdx="2" presStyleCnt="5"/>
      <dgm:spPr/>
    </dgm:pt>
    <dgm:pt modelId="{1A18E0C2-75C0-4011-A41A-EFBAA840256C}" type="pres">
      <dgm:prSet presAssocID="{111960FC-FF6F-480B-B995-6621B6CC97CA}" presName="ParentText" presStyleLbl="revTx" presStyleIdx="2" presStyleCnt="6">
        <dgm:presLayoutVars>
          <dgm:chMax val="1"/>
          <dgm:chPref val="1"/>
          <dgm:bulletEnabled val="1"/>
        </dgm:presLayoutVars>
      </dgm:prSet>
      <dgm:spPr/>
    </dgm:pt>
    <dgm:pt modelId="{36341251-65D0-407E-8A46-738CD248F7B0}" type="pres">
      <dgm:prSet presAssocID="{111960FC-FF6F-480B-B995-6621B6CC97CA}" presName="ChildText" presStyleLbl="revTx" presStyleIdx="3" presStyleCnt="6">
        <dgm:presLayoutVars>
          <dgm:chMax val="0"/>
          <dgm:chPref val="0"/>
        </dgm:presLayoutVars>
      </dgm:prSet>
      <dgm:spPr/>
    </dgm:pt>
    <dgm:pt modelId="{46B80876-E298-428B-87DD-68776DFE9490}" type="pres">
      <dgm:prSet presAssocID="{111960FC-FF6F-480B-B995-6621B6CC97CA}" presName="ChildAccentShape" presStyleLbl="trBgShp" presStyleIdx="2" presStyleCnt="5"/>
      <dgm:spPr/>
    </dgm:pt>
    <dgm:pt modelId="{965288E7-E3BD-4D9E-90EE-66A1D4724338}" type="pres">
      <dgm:prSet presAssocID="{111960FC-FF6F-480B-B995-6621B6CC97CA}" presName="Image" presStyleLbl="alignImgPlace1" presStyleIdx="1" presStyleCnt="3"/>
      <dgm:spPr/>
    </dgm:pt>
    <dgm:pt modelId="{91D88A00-1543-4E03-B5B6-95CAC79DCDF0}" type="pres">
      <dgm:prSet presAssocID="{28651EE4-1546-471A-85C1-122B18962EFA}" presName="sibTrans" presStyleCnt="0"/>
      <dgm:spPr/>
    </dgm:pt>
    <dgm:pt modelId="{86CDD46D-023F-4F9A-B40B-426DD06A920F}" type="pres">
      <dgm:prSet presAssocID="{1992998F-F124-4A5B-BCD2-9992A0E50B3B}" presName="composite" presStyleCnt="0"/>
      <dgm:spPr/>
    </dgm:pt>
    <dgm:pt modelId="{8CBF6713-9237-4C0C-8948-A01D9E6678BC}" type="pres">
      <dgm:prSet presAssocID="{1992998F-F124-4A5B-BCD2-9992A0E50B3B}" presName="ParentAccentShape" presStyleLbl="trBgShp" presStyleIdx="3" presStyleCnt="5"/>
      <dgm:spPr/>
    </dgm:pt>
    <dgm:pt modelId="{1A57D137-8A88-4DC2-972C-F86341E9EAC6}" type="pres">
      <dgm:prSet presAssocID="{1992998F-F124-4A5B-BCD2-9992A0E50B3B}" presName="ParentText" presStyleLbl="revTx" presStyleIdx="4" presStyleCnt="6">
        <dgm:presLayoutVars>
          <dgm:chMax val="1"/>
          <dgm:chPref val="1"/>
          <dgm:bulletEnabled val="1"/>
        </dgm:presLayoutVars>
      </dgm:prSet>
      <dgm:spPr/>
    </dgm:pt>
    <dgm:pt modelId="{B55EE517-F7E8-47E0-B312-FBC9D8E52F8D}" type="pres">
      <dgm:prSet presAssocID="{1992998F-F124-4A5B-BCD2-9992A0E50B3B}" presName="ChildText" presStyleLbl="revTx" presStyleIdx="5" presStyleCnt="6">
        <dgm:presLayoutVars>
          <dgm:chMax val="0"/>
          <dgm:chPref val="0"/>
        </dgm:presLayoutVars>
      </dgm:prSet>
      <dgm:spPr/>
    </dgm:pt>
    <dgm:pt modelId="{07D449D9-C79A-44D9-B1BC-01DADDAF4C3E}" type="pres">
      <dgm:prSet presAssocID="{1992998F-F124-4A5B-BCD2-9992A0E50B3B}" presName="ChildAccentShape" presStyleLbl="trBgShp" presStyleIdx="4" presStyleCnt="5"/>
      <dgm:spPr/>
    </dgm:pt>
    <dgm:pt modelId="{DDB7ADFE-788A-4E93-922F-4E99C1094407}" type="pres">
      <dgm:prSet presAssocID="{1992998F-F124-4A5B-BCD2-9992A0E50B3B}" presName="Image" presStyleLbl="alignImgPlace1" presStyleIdx="2" presStyleCnt="3"/>
      <dgm:spPr/>
    </dgm:pt>
  </dgm:ptLst>
  <dgm:cxnLst>
    <dgm:cxn modelId="{2E491605-985D-4FA0-8C58-566F5A868EFE}" srcId="{81F1CDC2-300A-45A6-9F3F-AEE951C268D8}" destId="{7088301F-FAAB-4964-8E81-C4E65D368718}" srcOrd="0" destOrd="0" parTransId="{0C5AE4CE-7416-4516-815E-C60915DF6949}" sibTransId="{08337AA6-86F6-4A97-ACE6-38239CC69DE8}"/>
    <dgm:cxn modelId="{B9DABA0A-CABD-4983-AF48-9A40384B326C}" type="presOf" srcId="{111960FC-FF6F-480B-B995-6621B6CC97CA}" destId="{1A18E0C2-75C0-4011-A41A-EFBAA840256C}" srcOrd="0" destOrd="0" presId="urn:microsoft.com/office/officeart/2009/3/layout/SnapshotPictureList"/>
    <dgm:cxn modelId="{6532B429-7392-46D4-9444-A68403E17059}" srcId="{102569B9-13E2-428C-88A2-4ECF532DE9E9}" destId="{81F1CDC2-300A-45A6-9F3F-AEE951C268D8}" srcOrd="0" destOrd="0" parTransId="{342BAD48-BDA2-4857-9E30-7B1D1D326438}" sibTransId="{FEEEDCDF-CA69-4586-A35F-E3223928542C}"/>
    <dgm:cxn modelId="{5708822A-F593-489F-BE28-09FF9C045A73}" srcId="{1992998F-F124-4A5B-BCD2-9992A0E50B3B}" destId="{6926BEC1-6FF2-47CF-A8D2-5B1226907DC0}" srcOrd="0" destOrd="0" parTransId="{C62ACA22-8792-42D9-96C2-FF1875AC0507}" sibTransId="{0E6BFF15-349D-43AA-A968-C318B03D97D9}"/>
    <dgm:cxn modelId="{9BC60232-991D-4297-BEC6-ED875F62EBD4}" type="presOf" srcId="{102569B9-13E2-428C-88A2-4ECF532DE9E9}" destId="{54189B6A-C9E2-45E3-AD1C-42B202A9E744}" srcOrd="0" destOrd="0" presId="urn:microsoft.com/office/officeart/2009/3/layout/SnapshotPictureList"/>
    <dgm:cxn modelId="{7EBAEC43-E0C8-4AFF-868F-DB1508CF69DE}" srcId="{102569B9-13E2-428C-88A2-4ECF532DE9E9}" destId="{1992998F-F124-4A5B-BCD2-9992A0E50B3B}" srcOrd="2" destOrd="0" parTransId="{972954BC-8290-4A11-98D0-A400A2D5E826}" sibTransId="{97B43537-4E91-4D32-992B-98566D15559D}"/>
    <dgm:cxn modelId="{A912DC48-7A1D-4FB4-BE61-B092411385CD}" type="presOf" srcId="{6926BEC1-6FF2-47CF-A8D2-5B1226907DC0}" destId="{B55EE517-F7E8-47E0-B312-FBC9D8E52F8D}" srcOrd="0" destOrd="0" presId="urn:microsoft.com/office/officeart/2009/3/layout/SnapshotPictureList"/>
    <dgm:cxn modelId="{AB3EEB74-6E3F-4550-B4A6-75B975318A59}" type="presOf" srcId="{7088301F-FAAB-4964-8E81-C4E65D368718}" destId="{C5E9B975-19B5-4B25-81D7-B84E47F0B852}" srcOrd="0" destOrd="0" presId="urn:microsoft.com/office/officeart/2009/3/layout/SnapshotPictureList"/>
    <dgm:cxn modelId="{B66F1396-2835-4700-A95A-9B63106354FC}" type="presOf" srcId="{1992998F-F124-4A5B-BCD2-9992A0E50B3B}" destId="{1A57D137-8A88-4DC2-972C-F86341E9EAC6}" srcOrd="0" destOrd="0" presId="urn:microsoft.com/office/officeart/2009/3/layout/SnapshotPictureList"/>
    <dgm:cxn modelId="{07428FAC-7787-444E-9202-83E767A18115}" type="presOf" srcId="{81F1CDC2-300A-45A6-9F3F-AEE951C268D8}" destId="{F3433AB5-5744-4A00-AF21-62AD4A91215D}" srcOrd="0" destOrd="0" presId="urn:microsoft.com/office/officeart/2009/3/layout/SnapshotPictureList"/>
    <dgm:cxn modelId="{A6FDFDFA-9E45-438A-8680-CE1739007C29}" srcId="{102569B9-13E2-428C-88A2-4ECF532DE9E9}" destId="{111960FC-FF6F-480B-B995-6621B6CC97CA}" srcOrd="1" destOrd="0" parTransId="{A189F5C0-0090-4A80-9E4D-815304D54EB2}" sibTransId="{28651EE4-1546-471A-85C1-122B18962EFA}"/>
    <dgm:cxn modelId="{89135E2E-A2DE-4920-AED3-FD1986CDEFB4}" type="presParOf" srcId="{54189B6A-C9E2-45E3-AD1C-42B202A9E744}" destId="{2C934DDF-E802-4A2B-B3BA-55EC599DD5C9}" srcOrd="0" destOrd="0" presId="urn:microsoft.com/office/officeart/2009/3/layout/SnapshotPictureList"/>
    <dgm:cxn modelId="{65D64852-D79A-4AA6-977C-5EDF1A333765}" type="presParOf" srcId="{2C934DDF-E802-4A2B-B3BA-55EC599DD5C9}" destId="{6F95E9CA-683F-4B68-8249-33174E36FCD6}" srcOrd="0" destOrd="0" presId="urn:microsoft.com/office/officeart/2009/3/layout/SnapshotPictureList"/>
    <dgm:cxn modelId="{F2EE951C-D080-49A7-968D-B668A22FB9D0}" type="presParOf" srcId="{2C934DDF-E802-4A2B-B3BA-55EC599DD5C9}" destId="{F3433AB5-5744-4A00-AF21-62AD4A91215D}" srcOrd="1" destOrd="0" presId="urn:microsoft.com/office/officeart/2009/3/layout/SnapshotPictureList"/>
    <dgm:cxn modelId="{A3A74E4F-6B6F-4A93-9C44-524ADF0AFDBA}" type="presParOf" srcId="{2C934DDF-E802-4A2B-B3BA-55EC599DD5C9}" destId="{C5E9B975-19B5-4B25-81D7-B84E47F0B852}" srcOrd="2" destOrd="0" presId="urn:microsoft.com/office/officeart/2009/3/layout/SnapshotPictureList"/>
    <dgm:cxn modelId="{22FAE54A-852B-4856-83AD-50B27C75E86B}" type="presParOf" srcId="{2C934DDF-E802-4A2B-B3BA-55EC599DD5C9}" destId="{2FD6548D-37EF-4183-97FD-322E84797C67}" srcOrd="3" destOrd="0" presId="urn:microsoft.com/office/officeart/2009/3/layout/SnapshotPictureList"/>
    <dgm:cxn modelId="{878600C4-4436-43BF-AFF3-5F3544A543ED}" type="presParOf" srcId="{2C934DDF-E802-4A2B-B3BA-55EC599DD5C9}" destId="{7B760C00-D554-4318-8764-A153FD9B0319}" srcOrd="4" destOrd="0" presId="urn:microsoft.com/office/officeart/2009/3/layout/SnapshotPictureList"/>
    <dgm:cxn modelId="{80BAF45E-FA45-4C3E-A4E2-7AA5BBD747A7}" type="presParOf" srcId="{54189B6A-C9E2-45E3-AD1C-42B202A9E744}" destId="{15A7A3AD-60DA-4EF0-B458-5E231A358185}" srcOrd="1" destOrd="0" presId="urn:microsoft.com/office/officeart/2009/3/layout/SnapshotPictureList"/>
    <dgm:cxn modelId="{7486FF41-ADD8-45E4-B13A-49F9B1B5C3D0}" type="presParOf" srcId="{54189B6A-C9E2-45E3-AD1C-42B202A9E744}" destId="{D6BB06E4-9C7E-43E1-99B9-DD97F5919F52}" srcOrd="2" destOrd="0" presId="urn:microsoft.com/office/officeart/2009/3/layout/SnapshotPictureList"/>
    <dgm:cxn modelId="{497F82B0-9F5A-4D44-81A2-4336565FB6AC}" type="presParOf" srcId="{D6BB06E4-9C7E-43E1-99B9-DD97F5919F52}" destId="{2E3750B1-794F-4CBF-882A-BA997BF17169}" srcOrd="0" destOrd="0" presId="urn:microsoft.com/office/officeart/2009/3/layout/SnapshotPictureList"/>
    <dgm:cxn modelId="{940BA7C1-C274-4A9A-8A03-BBB8302A3A29}" type="presParOf" srcId="{D6BB06E4-9C7E-43E1-99B9-DD97F5919F52}" destId="{1A18E0C2-75C0-4011-A41A-EFBAA840256C}" srcOrd="1" destOrd="0" presId="urn:microsoft.com/office/officeart/2009/3/layout/SnapshotPictureList"/>
    <dgm:cxn modelId="{1157F3A8-5499-41A4-9836-C8F5AB58A377}" type="presParOf" srcId="{D6BB06E4-9C7E-43E1-99B9-DD97F5919F52}" destId="{36341251-65D0-407E-8A46-738CD248F7B0}" srcOrd="2" destOrd="0" presId="urn:microsoft.com/office/officeart/2009/3/layout/SnapshotPictureList"/>
    <dgm:cxn modelId="{3F53DA99-9C60-47C3-A53D-31ABA4AC2C47}" type="presParOf" srcId="{D6BB06E4-9C7E-43E1-99B9-DD97F5919F52}" destId="{46B80876-E298-428B-87DD-68776DFE9490}" srcOrd="3" destOrd="0" presId="urn:microsoft.com/office/officeart/2009/3/layout/SnapshotPictureList"/>
    <dgm:cxn modelId="{CC95CA91-6EAA-46FB-872F-BA3E8F06BCCB}" type="presParOf" srcId="{D6BB06E4-9C7E-43E1-99B9-DD97F5919F52}" destId="{965288E7-E3BD-4D9E-90EE-66A1D4724338}" srcOrd="4" destOrd="0" presId="urn:microsoft.com/office/officeart/2009/3/layout/SnapshotPictureList"/>
    <dgm:cxn modelId="{78F1ADA9-3FE3-4B61-81ED-21AA224B1A55}" type="presParOf" srcId="{54189B6A-C9E2-45E3-AD1C-42B202A9E744}" destId="{91D88A00-1543-4E03-B5B6-95CAC79DCDF0}" srcOrd="3" destOrd="0" presId="urn:microsoft.com/office/officeart/2009/3/layout/SnapshotPictureList"/>
    <dgm:cxn modelId="{BCE4274E-B4CC-4AFD-8524-9791337AE8EF}" type="presParOf" srcId="{54189B6A-C9E2-45E3-AD1C-42B202A9E744}" destId="{86CDD46D-023F-4F9A-B40B-426DD06A920F}" srcOrd="4" destOrd="0" presId="urn:microsoft.com/office/officeart/2009/3/layout/SnapshotPictureList"/>
    <dgm:cxn modelId="{4BED7EEF-441A-45FC-B2AF-8F14612B7F91}" type="presParOf" srcId="{86CDD46D-023F-4F9A-B40B-426DD06A920F}" destId="{8CBF6713-9237-4C0C-8948-A01D9E6678BC}" srcOrd="0" destOrd="0" presId="urn:microsoft.com/office/officeart/2009/3/layout/SnapshotPictureList"/>
    <dgm:cxn modelId="{A0AF049C-25C9-4EC5-A5C8-2504ADD3538A}" type="presParOf" srcId="{86CDD46D-023F-4F9A-B40B-426DD06A920F}" destId="{1A57D137-8A88-4DC2-972C-F86341E9EAC6}" srcOrd="1" destOrd="0" presId="urn:microsoft.com/office/officeart/2009/3/layout/SnapshotPictureList"/>
    <dgm:cxn modelId="{E2E31C3B-B8AC-4449-9B13-C7243BEAB5FE}" type="presParOf" srcId="{86CDD46D-023F-4F9A-B40B-426DD06A920F}" destId="{B55EE517-F7E8-47E0-B312-FBC9D8E52F8D}" srcOrd="2" destOrd="0" presId="urn:microsoft.com/office/officeart/2009/3/layout/SnapshotPictureList"/>
    <dgm:cxn modelId="{8FB288EE-5179-46DE-8DE4-4454592138BD}" type="presParOf" srcId="{86CDD46D-023F-4F9A-B40B-426DD06A920F}" destId="{07D449D9-C79A-44D9-B1BC-01DADDAF4C3E}" srcOrd="3" destOrd="0" presId="urn:microsoft.com/office/officeart/2009/3/layout/SnapshotPictureList"/>
    <dgm:cxn modelId="{C4B6C8BA-2D21-46CC-AC3C-65FC2A6CAE52}" type="presParOf" srcId="{86CDD46D-023F-4F9A-B40B-426DD06A920F}" destId="{DDB7ADFE-788A-4E93-922F-4E99C1094407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3750B1-794F-4CBF-882A-BA997BF17169}">
      <dsp:nvSpPr>
        <dsp:cNvPr id="0" name=""/>
        <dsp:cNvSpPr/>
      </dsp:nvSpPr>
      <dsp:spPr>
        <a:xfrm>
          <a:off x="121498" y="2874407"/>
          <a:ext cx="2477576" cy="1763071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5E9CA-683F-4B68-8249-33174E36FCD6}">
      <dsp:nvSpPr>
        <dsp:cNvPr id="0" name=""/>
        <dsp:cNvSpPr/>
      </dsp:nvSpPr>
      <dsp:spPr>
        <a:xfrm>
          <a:off x="121498" y="653773"/>
          <a:ext cx="2477576" cy="1763071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D6548D-37EF-4183-97FD-322E84797C67}">
      <dsp:nvSpPr>
        <dsp:cNvPr id="0" name=""/>
        <dsp:cNvSpPr/>
      </dsp:nvSpPr>
      <dsp:spPr>
        <a:xfrm>
          <a:off x="3933523" y="653773"/>
          <a:ext cx="95260" cy="176307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F6713-9237-4C0C-8948-A01D9E6678BC}">
      <dsp:nvSpPr>
        <dsp:cNvPr id="0" name=""/>
        <dsp:cNvSpPr/>
      </dsp:nvSpPr>
      <dsp:spPr>
        <a:xfrm>
          <a:off x="4321476" y="653773"/>
          <a:ext cx="2477576" cy="1763071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D449D9-C79A-44D9-B1BC-01DADDAF4C3E}">
      <dsp:nvSpPr>
        <dsp:cNvPr id="0" name=""/>
        <dsp:cNvSpPr/>
      </dsp:nvSpPr>
      <dsp:spPr>
        <a:xfrm>
          <a:off x="8133501" y="653773"/>
          <a:ext cx="95260" cy="1763071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60C00-D554-4318-8764-A153FD9B0319}">
      <dsp:nvSpPr>
        <dsp:cNvPr id="0" name=""/>
        <dsp:cNvSpPr/>
      </dsp:nvSpPr>
      <dsp:spPr>
        <a:xfrm>
          <a:off x="26237" y="442521"/>
          <a:ext cx="2382315" cy="16677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33AB5-5744-4A00-AF21-62AD4A91215D}">
      <dsp:nvSpPr>
        <dsp:cNvPr id="0" name=""/>
        <dsp:cNvSpPr/>
      </dsp:nvSpPr>
      <dsp:spPr>
        <a:xfrm>
          <a:off x="218359" y="2110824"/>
          <a:ext cx="2285453" cy="20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34290" rIns="9144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Node One</a:t>
          </a:r>
        </a:p>
      </dsp:txBody>
      <dsp:txXfrm>
        <a:off x="218359" y="2110824"/>
        <a:ext cx="2285453" cy="209278"/>
      </dsp:txXfrm>
    </dsp:sp>
    <dsp:sp modelId="{C5E9B975-19B5-4B25-81D7-B84E47F0B852}">
      <dsp:nvSpPr>
        <dsp:cNvPr id="0" name=""/>
        <dsp:cNvSpPr/>
      </dsp:nvSpPr>
      <dsp:spPr>
        <a:xfrm>
          <a:off x="2699938" y="653773"/>
          <a:ext cx="1132720" cy="176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Node Two has a longer label</a:t>
          </a:r>
        </a:p>
      </dsp:txBody>
      <dsp:txXfrm>
        <a:off x="2699938" y="653773"/>
        <a:ext cx="1132720" cy="1763071"/>
      </dsp:txXfrm>
    </dsp:sp>
    <dsp:sp modelId="{965288E7-E3BD-4D9E-90EE-66A1D4724338}">
      <dsp:nvSpPr>
        <dsp:cNvPr id="0" name=""/>
        <dsp:cNvSpPr/>
      </dsp:nvSpPr>
      <dsp:spPr>
        <a:xfrm>
          <a:off x="26237" y="2663155"/>
          <a:ext cx="2382315" cy="16677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8E0C2-75C0-4011-A41A-EFBAA840256C}">
      <dsp:nvSpPr>
        <dsp:cNvPr id="0" name=""/>
        <dsp:cNvSpPr/>
      </dsp:nvSpPr>
      <dsp:spPr>
        <a:xfrm>
          <a:off x="218359" y="4331458"/>
          <a:ext cx="2285453" cy="20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34290" rIns="9144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Node Three</a:t>
          </a:r>
        </a:p>
      </dsp:txBody>
      <dsp:txXfrm>
        <a:off x="218359" y="4331458"/>
        <a:ext cx="2285453" cy="209278"/>
      </dsp:txXfrm>
    </dsp:sp>
    <dsp:sp modelId="{36341251-65D0-407E-8A46-738CD248F7B0}">
      <dsp:nvSpPr>
        <dsp:cNvPr id="0" name=""/>
        <dsp:cNvSpPr/>
      </dsp:nvSpPr>
      <dsp:spPr>
        <a:xfrm>
          <a:off x="2699938" y="2874407"/>
          <a:ext cx="1132720" cy="176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B7ADFE-788A-4E93-922F-4E99C1094407}">
      <dsp:nvSpPr>
        <dsp:cNvPr id="0" name=""/>
        <dsp:cNvSpPr/>
      </dsp:nvSpPr>
      <dsp:spPr>
        <a:xfrm>
          <a:off x="4226216" y="442521"/>
          <a:ext cx="2382315" cy="1667711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57D137-8A88-4DC2-972C-F86341E9EAC6}">
      <dsp:nvSpPr>
        <dsp:cNvPr id="0" name=""/>
        <dsp:cNvSpPr/>
      </dsp:nvSpPr>
      <dsp:spPr>
        <a:xfrm>
          <a:off x="4418338" y="2110824"/>
          <a:ext cx="2285453" cy="2092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34290" rIns="9144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Node Four</a:t>
          </a:r>
        </a:p>
      </dsp:txBody>
      <dsp:txXfrm>
        <a:off x="4418338" y="2110824"/>
        <a:ext cx="2285453" cy="209278"/>
      </dsp:txXfrm>
    </dsp:sp>
    <dsp:sp modelId="{B55EE517-F7E8-47E0-B312-FBC9D8E52F8D}">
      <dsp:nvSpPr>
        <dsp:cNvPr id="0" name=""/>
        <dsp:cNvSpPr/>
      </dsp:nvSpPr>
      <dsp:spPr>
        <a:xfrm>
          <a:off x="6899917" y="653773"/>
          <a:ext cx="1132720" cy="17630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Node Five</a:t>
          </a:r>
        </a:p>
      </dsp:txBody>
      <dsp:txXfrm>
        <a:off x="6899917" y="653773"/>
        <a:ext cx="1132720" cy="17630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E654C-36DE-6293-5B5B-232613A5F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B6E27C-E49D-6F1A-C039-2B1EF6CF5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E046D-CFF9-06B2-33C0-62911623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71-A380-3118-11FF-2050BB63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9E4DB-37EF-54B9-FD6D-02D9A469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6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27D9-0874-A963-D473-0CE1D2F4B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7E8992-6F84-F858-B484-01976E7B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10F5A-E7E9-84CA-63B5-DC7091857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C7024-E20C-B4A1-3FF0-B670DCEB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7CE6E-D198-5242-9D75-6FF92A62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10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4A3B0-3F14-F1A9-D6C6-B40EE309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4B2D2-C58D-D2CA-7463-556ACB34F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3315A3-9F20-016D-F7B2-3BA434EB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02CC1-8FF1-786C-3DA3-3789D72C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EDAD8-985D-7BCD-214C-9A056E8A0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8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98FE3-5410-5931-39B3-01DD1D4A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80D2F-A2B6-718A-4094-BD6B275D3B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212B8-86F8-ACBB-021F-217114745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6572C-CB0E-DC68-829C-547B6291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4437C-EDEC-5DD1-BF14-AA2E6F3B3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1FC45-453B-A914-F600-8A51FFCC6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9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3376-7CF3-39F1-7A82-7FA810A0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DD66A-0140-BA91-38EF-12EF15618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0317C-13C7-2845-C951-F44732522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AB2F3-A3F2-4DE3-A002-A59373627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797E0-4E20-1A94-F5FF-42C187FF5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8FF263-03EC-5607-D889-B33483091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4EC68-C8C6-336C-46D7-8538128D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2DE1A-38CC-B9A5-15E9-E2867097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6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6E31-1D61-EB40-A3EC-F467D2FC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EEF94-9719-0ECB-9BE1-6CEFA6F2C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0EC8F-42F3-16CD-FB68-57DFB4BB1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5A2EE5-70C5-81AF-2286-B023EF49A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4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603003-2E27-9FCA-89FC-D5185FF5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422D7B-63C8-2CD6-E5CA-029BB17A1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8C6FE-5124-DD3D-FAAF-A778F0DA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3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3B12-C224-C8DB-2AAB-D54348500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1200B-09D8-2C22-D947-7071F248F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7275C-4026-6E27-AC53-99250718C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0529E-963C-94E3-1FB3-C83F878BB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85135D-4F19-7B3B-476A-A7078FC47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695A2-55B9-6FD8-9896-E7275AEF0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29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162B9-829D-F12A-2A47-5F114A69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AA9875-23EC-19E4-AECB-1171B13D9D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179FA-80DC-5F13-2A87-9FC46BAFD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84C56-1B69-1F79-7D0F-0B41009D9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D3A94-43E5-292B-8E10-E62D0BD7C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EFB97-0EE0-D6CE-D0ED-C0CA6ADE4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936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5C355-1EC2-ED26-F671-A7335BB25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DA3F0-1ACE-5BBE-743F-8C1C81956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5C46A-3FCB-597A-D49A-348840C75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D84BF-9A6A-9F94-236B-541D65335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9CF96-356C-778B-743C-38C25379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18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92FF50-358C-B41C-B40B-1154E67D2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61F19-9A32-61D5-B39D-9FC5D9ACB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4D405-9C42-71BB-38EF-EB7CE4F4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A99C1-8429-85FF-4504-68DB1741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A31D9-C784-D1F9-8FFB-08026729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7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5A356-BD8A-34E7-E739-D7DA20B7E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81AAA-6BC9-6BE5-75E3-87E39EF3E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D0076-2D92-6C17-43C2-279360C5F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CF572-282D-4EBD-87FF-9544038F190F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584E1-7999-44D3-29E4-F2FECC6A3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46602-7A35-7F99-A611-202A85899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21045-2267-473B-800A-17E23CA23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40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04269DD-08F3-BB2B-B013-62AB5DE4D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909130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108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2026-09-06T08:14:57Z</dcterms:created>
  <dcterms:modified xsi:type="dcterms:W3CDTF">2026-09-06T08:14:57Z</dcterms:modified>
</cp:coreProperties>
</file>