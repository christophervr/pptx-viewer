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63E3AAF-7E02-43BB-B5C0-6577E808C895}" type="doc">
      <dgm:prSet loTypeId="urn:microsoft.com/office/officeart/2005/8/layout/pyramid2" loCatId="pyramid" qsTypeId="urn:microsoft.com/office/officeart/2005/8/quickstyle/simple1" qsCatId="simple" csTypeId="urn:microsoft.com/office/officeart/2005/8/colors/accent1_2" csCatId="accent1" phldr="1"/>
      <dgm:spPr/>
    </dgm:pt>
    <dgm:pt modelId="{1733AF04-718D-4455-B2B2-90D44F662E5D}">
      <dgm:prSet phldrT="[Text]"/>
      <dgm:spPr/>
      <dgm:t>
        <a:bodyPr/>
        <a:lstStyle/>
        <a:p>
          <a:r>
            <a:rPr lang="en-US"/>
            <a:t>Branch A Root</a:t>
          </a:r>
        </a:p>
      </dgm:t>
    </dgm:pt>
    <dgm:pt modelId="{A17CC0FE-7CFE-4A06-9D75-C6645A596AF4}" type="parTrans" cxnId="{A306F3AE-3F38-4AF0-B9A7-3C4D23D68A1A}">
      <dgm:prSet/>
      <dgm:spPr/>
    </dgm:pt>
    <dgm:pt modelId="{01FDD896-B2FA-4525-B05F-207D14FED320}" type="sibTrans" cxnId="{A306F3AE-3F38-4AF0-B9A7-3C4D23D68A1A}">
      <dgm:prSet/>
      <dgm:spPr/>
    </dgm:pt>
    <dgm:pt modelId="{49A91B13-6AE1-4032-BCDF-F84AAE0B4CC8}">
      <dgm:prSet phldrT="[Text]"/>
      <dgm:spPr/>
      <dgm:t>
        <a:bodyPr/>
        <a:lstStyle/>
        <a:p>
          <a:r>
            <a:rPr lang="en-US"/>
            <a:t>Branch A Child</a:t>
          </a:r>
        </a:p>
      </dgm:t>
    </dgm:pt>
    <dgm:pt modelId="{B15FE750-85C8-4BE2-9EEA-508E972EBE67}" type="parTrans" cxnId="{019A5455-5EF7-47AB-A404-5CEE5B56A43A}">
      <dgm:prSet/>
      <dgm:spPr/>
    </dgm:pt>
    <dgm:pt modelId="{7918B316-F304-4FF4-B172-DE1DF8583FBE}" type="sibTrans" cxnId="{019A5455-5EF7-47AB-A404-5CEE5B56A43A}">
      <dgm:prSet/>
      <dgm:spPr/>
    </dgm:pt>
    <dgm:pt modelId="{DB52464C-A6FE-4BF7-B2EE-BA1B8A2A578D}">
      <dgm:prSet phldrT="[Text]"/>
      <dgm:spPr/>
      <dgm:t>
        <a:bodyPr/>
        <a:lstStyle/>
        <a:p>
          <a:r>
            <a:rPr lang="en-US"/>
            <a:t>Branch A Grandchild with long text</a:t>
          </a:r>
        </a:p>
      </dgm:t>
    </dgm:pt>
    <dgm:pt modelId="{BDA99926-6309-4046-B7FA-925259C83299}" type="parTrans" cxnId="{C2F3A40A-7DCB-46C4-AEBE-D5273EB5E252}">
      <dgm:prSet/>
      <dgm:spPr/>
    </dgm:pt>
    <dgm:pt modelId="{2873B341-09A1-4E89-ACE8-705257F3AE43}" type="sibTrans" cxnId="{C2F3A40A-7DCB-46C4-AEBE-D5273EB5E252}">
      <dgm:prSet/>
      <dgm:spPr/>
    </dgm:pt>
    <dgm:pt modelId="{35B8F73E-AC05-4AE6-BEF7-588EB2B68C47}">
      <dgm:prSet phldrT="[Text]"/>
      <dgm:spPr/>
      <dgm:t>
        <a:bodyPr/>
        <a:lstStyle/>
        <a:p>
          <a:r>
            <a:rPr lang="en-US"/>
            <a:t>Branch B Root</a:t>
          </a:r>
        </a:p>
      </dgm:t>
    </dgm:pt>
    <dgm:pt modelId="{D7A1E368-A08C-4DAF-99FA-FA08F2D610B8}" type="parTrans" cxnId="{E16B95AF-40DF-4392-97A7-C2DD2CBB515D}">
      <dgm:prSet/>
      <dgm:spPr/>
    </dgm:pt>
    <dgm:pt modelId="{7A9628AE-C1E3-4FA3-B2D5-3881E2F0BCBB}" type="sibTrans" cxnId="{E16B95AF-40DF-4392-97A7-C2DD2CBB515D}">
      <dgm:prSet/>
      <dgm:spPr/>
    </dgm:pt>
    <dgm:pt modelId="{B867538C-B63B-4C8B-AA45-A62F8DF9E911}">
      <dgm:prSet phldrT="[Text]"/>
      <dgm:spPr/>
      <dgm:t>
        <a:bodyPr/>
        <a:lstStyle/>
        <a:p>
          <a:r>
            <a:rPr lang="en-US"/>
            <a:t>Branch B Child</a:t>
          </a:r>
        </a:p>
      </dgm:t>
    </dgm:pt>
    <dgm:pt modelId="{06D555AB-9297-4098-B69E-D7520A97886B}" type="parTrans" cxnId="{1E5C75C9-2A49-44B1-9881-FC6FF27A6B8F}">
      <dgm:prSet/>
      <dgm:spPr/>
    </dgm:pt>
    <dgm:pt modelId="{9FEC8A5C-3AEA-4E1E-8A76-C12FDC9721DB}" type="sibTrans" cxnId="{1E5C75C9-2A49-44B1-9881-FC6FF27A6B8F}">
      <dgm:prSet/>
      <dgm:spPr/>
    </dgm:pt>
    <dgm:pt modelId="{DDF83D25-D106-48A1-8ADA-4B41C1760995}">
      <dgm:prSet phldrT="[Text]"/>
      <dgm:spPr/>
      <dgm:t>
        <a:bodyPr/>
        <a:lstStyle/>
        <a:p>
          <a:r>
            <a:rPr lang="en-US"/>
            <a:t>Branch B Grandchild</a:t>
          </a:r>
        </a:p>
      </dgm:t>
    </dgm:pt>
    <dgm:pt modelId="{F30F1272-1C2F-43FD-A345-931011DB2B04}" type="parTrans" cxnId="{23F3A011-4549-45E0-A063-C30EE135EEDE}">
      <dgm:prSet/>
      <dgm:spPr/>
    </dgm:pt>
    <dgm:pt modelId="{716F3663-139E-4F99-9FE4-761F411F095B}" type="sibTrans" cxnId="{23F3A011-4549-45E0-A063-C30EE135EEDE}">
      <dgm:prSet/>
      <dgm:spPr/>
    </dgm:pt>
    <dgm:pt modelId="{63703A67-B0D3-4B3F-8B8D-247256B6F581}">
      <dgm:prSet phldrT="[Text]"/>
      <dgm:spPr/>
      <dgm:t>
        <a:bodyPr/>
        <a:lstStyle/>
        <a:p>
          <a:r>
            <a:rPr lang="en-US"/>
            <a:t>Branch C Root</a:t>
          </a:r>
        </a:p>
      </dgm:t>
    </dgm:pt>
    <dgm:pt modelId="{B67557D6-5301-441D-A4B3-7C440AFD4DCF}" type="parTrans" cxnId="{D9A00420-4EE6-4153-BDBA-F6D12B1C2FBE}">
      <dgm:prSet/>
      <dgm:spPr/>
    </dgm:pt>
    <dgm:pt modelId="{A02159BE-3833-417A-9663-D94A8AE26879}" type="sibTrans" cxnId="{D9A00420-4EE6-4153-BDBA-F6D12B1C2FBE}">
      <dgm:prSet/>
      <dgm:spPr/>
    </dgm:pt>
    <dgm:pt modelId="{F5573871-AC45-48B9-B029-8BC276A5613F}">
      <dgm:prSet phldrT="[Text]"/>
      <dgm:spPr/>
      <dgm:t>
        <a:bodyPr/>
        <a:lstStyle/>
        <a:p>
          <a:r>
            <a:rPr lang="en-US"/>
            <a:t>Branch C Child</a:t>
          </a:r>
        </a:p>
      </dgm:t>
    </dgm:pt>
    <dgm:pt modelId="{4CC14241-473F-4D92-9F02-935A17972696}" type="parTrans" cxnId="{300133F0-CFD0-4547-A14E-90FED9CAE977}">
      <dgm:prSet/>
      <dgm:spPr/>
    </dgm:pt>
    <dgm:pt modelId="{386FBFF5-FFFF-4A86-BA5A-37545F1A04B9}" type="sibTrans" cxnId="{300133F0-CFD0-4547-A14E-90FED9CAE977}">
      <dgm:prSet/>
      <dgm:spPr/>
    </dgm:pt>
    <dgm:pt modelId="{097D1515-1BB4-405D-9C29-7CEE2A4E82FB}" type="pres">
      <dgm:prSet presAssocID="{863E3AAF-7E02-43BB-B5C0-6577E808C895}" presName="compositeShape" presStyleCnt="0">
        <dgm:presLayoutVars>
          <dgm:dir/>
          <dgm:resizeHandles/>
        </dgm:presLayoutVars>
      </dgm:prSet>
      <dgm:spPr/>
    </dgm:pt>
    <dgm:pt modelId="{88C0791C-DE42-4414-9D7C-8B415CEB0153}" type="pres">
      <dgm:prSet presAssocID="{863E3AAF-7E02-43BB-B5C0-6577E808C895}" presName="pyramid" presStyleLbl="node1" presStyleIdx="0" presStyleCnt="1"/>
      <dgm:spPr/>
    </dgm:pt>
    <dgm:pt modelId="{82A441DE-EA32-4D90-B37F-1E513508CB04}" type="pres">
      <dgm:prSet presAssocID="{863E3AAF-7E02-43BB-B5C0-6577E808C895}" presName="theList" presStyleCnt="0"/>
      <dgm:spPr/>
    </dgm:pt>
    <dgm:pt modelId="{81E039B2-956F-4920-8EE8-B7FC82679F2D}" type="pres">
      <dgm:prSet presAssocID="{1733AF04-718D-4455-B2B2-90D44F662E5D}" presName="aNode" presStyleLbl="fgAcc1" presStyleIdx="0" presStyleCnt="3">
        <dgm:presLayoutVars>
          <dgm:bulletEnabled val="1"/>
        </dgm:presLayoutVars>
      </dgm:prSet>
      <dgm:spPr/>
    </dgm:pt>
    <dgm:pt modelId="{A508B305-1797-48C5-A028-589546C2F382}" type="pres">
      <dgm:prSet presAssocID="{1733AF04-718D-4455-B2B2-90D44F662E5D}" presName="aSpace" presStyleCnt="0"/>
      <dgm:spPr/>
    </dgm:pt>
    <dgm:pt modelId="{3850ECA5-00A7-4E95-8E91-8EEEDA2189DF}" type="pres">
      <dgm:prSet presAssocID="{35B8F73E-AC05-4AE6-BEF7-588EB2B68C47}" presName="aNode" presStyleLbl="fgAcc1" presStyleIdx="1" presStyleCnt="3">
        <dgm:presLayoutVars>
          <dgm:bulletEnabled val="1"/>
        </dgm:presLayoutVars>
      </dgm:prSet>
      <dgm:spPr/>
    </dgm:pt>
    <dgm:pt modelId="{83204C73-77C4-4321-BB6D-40B96C0F7695}" type="pres">
      <dgm:prSet presAssocID="{35B8F73E-AC05-4AE6-BEF7-588EB2B68C47}" presName="aSpace" presStyleCnt="0"/>
      <dgm:spPr/>
    </dgm:pt>
    <dgm:pt modelId="{3066630A-708E-42D2-B042-2D65F9C5AA83}" type="pres">
      <dgm:prSet presAssocID="{63703A67-B0D3-4B3F-8B8D-247256B6F581}" presName="aNode" presStyleLbl="fgAcc1" presStyleIdx="2" presStyleCnt="3">
        <dgm:presLayoutVars>
          <dgm:bulletEnabled val="1"/>
        </dgm:presLayoutVars>
      </dgm:prSet>
      <dgm:spPr/>
    </dgm:pt>
    <dgm:pt modelId="{1396BB3C-E1FD-4CCF-9BC5-21C0FC39A6F3}" type="pres">
      <dgm:prSet presAssocID="{63703A67-B0D3-4B3F-8B8D-247256B6F581}" presName="aSpace" presStyleCnt="0"/>
      <dgm:spPr/>
    </dgm:pt>
  </dgm:ptLst>
  <dgm:cxnLst>
    <dgm:cxn modelId="{C2F3A40A-7DCB-46C4-AEBE-D5273EB5E252}" srcId="{1733AF04-718D-4455-B2B2-90D44F662E5D}" destId="{DB52464C-A6FE-4BF7-B2EE-BA1B8A2A578D}" srcOrd="1" destOrd="0" parTransId="{BDA99926-6309-4046-B7FA-925259C83299}" sibTransId="{2873B341-09A1-4E89-ACE8-705257F3AE43}"/>
    <dgm:cxn modelId="{23F3A011-4549-45E0-A063-C30EE135EEDE}" srcId="{35B8F73E-AC05-4AE6-BEF7-588EB2B68C47}" destId="{DDF83D25-D106-48A1-8ADA-4B41C1760995}" srcOrd="1" destOrd="0" parTransId="{F30F1272-1C2F-43FD-A345-931011DB2B04}" sibTransId="{716F3663-139E-4F99-9FE4-761F411F095B}"/>
    <dgm:cxn modelId="{D9A00420-4EE6-4153-BDBA-F6D12B1C2FBE}" srcId="{863E3AAF-7E02-43BB-B5C0-6577E808C895}" destId="{63703A67-B0D3-4B3F-8B8D-247256B6F581}" srcOrd="2" destOrd="0" parTransId="{B67557D6-5301-441D-A4B3-7C440AFD4DCF}" sibTransId="{A02159BE-3833-417A-9663-D94A8AE26879}"/>
    <dgm:cxn modelId="{9CEAC044-F382-472F-AF3B-70B147A55227}" type="presOf" srcId="{DB52464C-A6FE-4BF7-B2EE-BA1B8A2A578D}" destId="{81E039B2-956F-4920-8EE8-B7FC82679F2D}" srcOrd="0" destOrd="2" presId="urn:microsoft.com/office/officeart/2005/8/layout/pyramid2"/>
    <dgm:cxn modelId="{A02BF04D-64D3-4BAE-AE9A-4EF240261F17}" type="presOf" srcId="{63703A67-B0D3-4B3F-8B8D-247256B6F581}" destId="{3066630A-708E-42D2-B042-2D65F9C5AA83}" srcOrd="0" destOrd="0" presId="urn:microsoft.com/office/officeart/2005/8/layout/pyramid2"/>
    <dgm:cxn modelId="{019A5455-5EF7-47AB-A404-5CEE5B56A43A}" srcId="{1733AF04-718D-4455-B2B2-90D44F662E5D}" destId="{49A91B13-6AE1-4032-BCDF-F84AAE0B4CC8}" srcOrd="0" destOrd="0" parTransId="{B15FE750-85C8-4BE2-9EEA-508E972EBE67}" sibTransId="{7918B316-F304-4FF4-B172-DE1DF8583FBE}"/>
    <dgm:cxn modelId="{0D10AE82-E81F-450B-A245-78166BCFFC93}" type="presOf" srcId="{35B8F73E-AC05-4AE6-BEF7-588EB2B68C47}" destId="{3850ECA5-00A7-4E95-8E91-8EEEDA2189DF}" srcOrd="0" destOrd="0" presId="urn:microsoft.com/office/officeart/2005/8/layout/pyramid2"/>
    <dgm:cxn modelId="{CBE6118C-C3A1-4D0A-94E2-FE86CC078C15}" type="presOf" srcId="{F5573871-AC45-48B9-B029-8BC276A5613F}" destId="{3066630A-708E-42D2-B042-2D65F9C5AA83}" srcOrd="0" destOrd="1" presId="urn:microsoft.com/office/officeart/2005/8/layout/pyramid2"/>
    <dgm:cxn modelId="{CD9D9291-31F6-4702-853D-FD94F82F1E3C}" type="presOf" srcId="{49A91B13-6AE1-4032-BCDF-F84AAE0B4CC8}" destId="{81E039B2-956F-4920-8EE8-B7FC82679F2D}" srcOrd="0" destOrd="1" presId="urn:microsoft.com/office/officeart/2005/8/layout/pyramid2"/>
    <dgm:cxn modelId="{241D7497-1407-4C8F-9033-0B1D71D7B5D0}" type="presOf" srcId="{B867538C-B63B-4C8B-AA45-A62F8DF9E911}" destId="{3850ECA5-00A7-4E95-8E91-8EEEDA2189DF}" srcOrd="0" destOrd="1" presId="urn:microsoft.com/office/officeart/2005/8/layout/pyramid2"/>
    <dgm:cxn modelId="{8A7CEE9D-6A66-4226-BEEC-2D9D74EE1CF0}" type="presOf" srcId="{DDF83D25-D106-48A1-8ADA-4B41C1760995}" destId="{3850ECA5-00A7-4E95-8E91-8EEEDA2189DF}" srcOrd="0" destOrd="2" presId="urn:microsoft.com/office/officeart/2005/8/layout/pyramid2"/>
    <dgm:cxn modelId="{60E257A0-5093-41DA-8590-077E89FA6B6A}" type="presOf" srcId="{1733AF04-718D-4455-B2B2-90D44F662E5D}" destId="{81E039B2-956F-4920-8EE8-B7FC82679F2D}" srcOrd="0" destOrd="0" presId="urn:microsoft.com/office/officeart/2005/8/layout/pyramid2"/>
    <dgm:cxn modelId="{A306F3AE-3F38-4AF0-B9A7-3C4D23D68A1A}" srcId="{863E3AAF-7E02-43BB-B5C0-6577E808C895}" destId="{1733AF04-718D-4455-B2B2-90D44F662E5D}" srcOrd="0" destOrd="0" parTransId="{A17CC0FE-7CFE-4A06-9D75-C6645A596AF4}" sibTransId="{01FDD896-B2FA-4525-B05F-207D14FED320}"/>
    <dgm:cxn modelId="{E16B95AF-40DF-4392-97A7-C2DD2CBB515D}" srcId="{863E3AAF-7E02-43BB-B5C0-6577E808C895}" destId="{35B8F73E-AC05-4AE6-BEF7-588EB2B68C47}" srcOrd="1" destOrd="0" parTransId="{D7A1E368-A08C-4DAF-99FA-FA08F2D610B8}" sibTransId="{7A9628AE-C1E3-4FA3-B2D5-3881E2F0BCBB}"/>
    <dgm:cxn modelId="{1E5C75C9-2A49-44B1-9881-FC6FF27A6B8F}" srcId="{35B8F73E-AC05-4AE6-BEF7-588EB2B68C47}" destId="{B867538C-B63B-4C8B-AA45-A62F8DF9E911}" srcOrd="0" destOrd="0" parTransId="{06D555AB-9297-4098-B69E-D7520A97886B}" sibTransId="{9FEC8A5C-3AEA-4E1E-8A76-C12FDC9721DB}"/>
    <dgm:cxn modelId="{320BB1D5-27BC-4150-9853-9CD7D8443EE6}" type="presOf" srcId="{863E3AAF-7E02-43BB-B5C0-6577E808C895}" destId="{097D1515-1BB4-405D-9C29-7CEE2A4E82FB}" srcOrd="0" destOrd="0" presId="urn:microsoft.com/office/officeart/2005/8/layout/pyramid2"/>
    <dgm:cxn modelId="{300133F0-CFD0-4547-A14E-90FED9CAE977}" srcId="{63703A67-B0D3-4B3F-8B8D-247256B6F581}" destId="{F5573871-AC45-48B9-B029-8BC276A5613F}" srcOrd="0" destOrd="0" parTransId="{4CC14241-473F-4D92-9F02-935A17972696}" sibTransId="{386FBFF5-FFFF-4A86-BA5A-37545F1A04B9}"/>
    <dgm:cxn modelId="{354FD3A0-9094-40ED-A230-B8B6171A45F7}" type="presParOf" srcId="{097D1515-1BB4-405D-9C29-7CEE2A4E82FB}" destId="{88C0791C-DE42-4414-9D7C-8B415CEB0153}" srcOrd="0" destOrd="0" presId="urn:microsoft.com/office/officeart/2005/8/layout/pyramid2"/>
    <dgm:cxn modelId="{4A2BF625-5A68-4BC1-812A-04A4706D6104}" type="presParOf" srcId="{097D1515-1BB4-405D-9C29-7CEE2A4E82FB}" destId="{82A441DE-EA32-4D90-B37F-1E513508CB04}" srcOrd="1" destOrd="0" presId="urn:microsoft.com/office/officeart/2005/8/layout/pyramid2"/>
    <dgm:cxn modelId="{47AE0351-092A-4804-A127-114229AAAC1B}" type="presParOf" srcId="{82A441DE-EA32-4D90-B37F-1E513508CB04}" destId="{81E039B2-956F-4920-8EE8-B7FC82679F2D}" srcOrd="0" destOrd="0" presId="urn:microsoft.com/office/officeart/2005/8/layout/pyramid2"/>
    <dgm:cxn modelId="{F239CA04-0AC7-4090-A398-4172CC5D0C1F}" type="presParOf" srcId="{82A441DE-EA32-4D90-B37F-1E513508CB04}" destId="{A508B305-1797-48C5-A028-589546C2F382}" srcOrd="1" destOrd="0" presId="urn:microsoft.com/office/officeart/2005/8/layout/pyramid2"/>
    <dgm:cxn modelId="{FEFDF437-D0A4-4BB8-8D5B-A9EE2921FE41}" type="presParOf" srcId="{82A441DE-EA32-4D90-B37F-1E513508CB04}" destId="{3850ECA5-00A7-4E95-8E91-8EEEDA2189DF}" srcOrd="2" destOrd="0" presId="urn:microsoft.com/office/officeart/2005/8/layout/pyramid2"/>
    <dgm:cxn modelId="{ABD2F1F0-8E01-455B-8B6B-B1F973D23828}" type="presParOf" srcId="{82A441DE-EA32-4D90-B37F-1E513508CB04}" destId="{83204C73-77C4-4321-BB6D-40B96C0F7695}" srcOrd="3" destOrd="0" presId="urn:microsoft.com/office/officeart/2005/8/layout/pyramid2"/>
    <dgm:cxn modelId="{5604D871-44FB-43E0-A24E-32F2C2D5BAE1}" type="presParOf" srcId="{82A441DE-EA32-4D90-B37F-1E513508CB04}" destId="{3066630A-708E-42D2-B042-2D65F9C5AA83}" srcOrd="4" destOrd="0" presId="urn:microsoft.com/office/officeart/2005/8/layout/pyramid2"/>
    <dgm:cxn modelId="{46E3A94A-FE2F-47DE-AF47-04601A5B0EDD}" type="presParOf" srcId="{82A441DE-EA32-4D90-B37F-1E513508CB04}" destId="{1396BB3C-E1FD-4CCF-9BC5-21C0FC39A6F3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C0791C-DE42-4414-9D7C-8B415CEB0153}">
      <dsp:nvSpPr>
        <dsp:cNvPr id="0" name=""/>
        <dsp:cNvSpPr/>
      </dsp:nvSpPr>
      <dsp:spPr>
        <a:xfrm>
          <a:off x="1206499" y="0"/>
          <a:ext cx="5080000" cy="5080000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E039B2-956F-4920-8EE8-B7FC82679F2D}">
      <dsp:nvSpPr>
        <dsp:cNvPr id="0" name=""/>
        <dsp:cNvSpPr/>
      </dsp:nvSpPr>
      <dsp:spPr>
        <a:xfrm>
          <a:off x="3746499" y="510728"/>
          <a:ext cx="3302000" cy="1202531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Branch A Root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Branch A Child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Branch A Grandchild with long text</a:t>
          </a:r>
        </a:p>
      </dsp:txBody>
      <dsp:txXfrm>
        <a:off x="3805202" y="569431"/>
        <a:ext cx="3184594" cy="1085125"/>
      </dsp:txXfrm>
    </dsp:sp>
    <dsp:sp modelId="{3850ECA5-00A7-4E95-8E91-8EEEDA2189DF}">
      <dsp:nvSpPr>
        <dsp:cNvPr id="0" name=""/>
        <dsp:cNvSpPr/>
      </dsp:nvSpPr>
      <dsp:spPr>
        <a:xfrm>
          <a:off x="3746499" y="1863576"/>
          <a:ext cx="3302000" cy="1202531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Branch B Root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Branch B Child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Branch B Grandchild</a:t>
          </a:r>
        </a:p>
      </dsp:txBody>
      <dsp:txXfrm>
        <a:off x="3805202" y="1922279"/>
        <a:ext cx="3184594" cy="1085125"/>
      </dsp:txXfrm>
    </dsp:sp>
    <dsp:sp modelId="{3066630A-708E-42D2-B042-2D65F9C5AA83}">
      <dsp:nvSpPr>
        <dsp:cNvPr id="0" name=""/>
        <dsp:cNvSpPr/>
      </dsp:nvSpPr>
      <dsp:spPr>
        <a:xfrm>
          <a:off x="3746499" y="3216423"/>
          <a:ext cx="3302000" cy="1202531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Branch C Root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Branch C Child</a:t>
          </a:r>
        </a:p>
      </dsp:txBody>
      <dsp:txXfrm>
        <a:off x="3805202" y="3275126"/>
        <a:ext cx="3184594" cy="10851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4707E-2401-1C61-7B1B-0B8F35EC68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DD73B0-D90A-B941-A558-9373D613AD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C9B4A-F7FD-4470-7EE5-87E899626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9E5DC-132B-4B4F-B877-97748B6AD59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D03AE-DD29-09ED-12A5-38C5B5361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72D7C-BE7F-8D10-FA6A-1960B9612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6EE47-2007-401D-90F6-6AC6BEE6E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66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8F3D6-458E-3E7D-FE5C-09FF83571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D1A58-A2A4-B306-AE02-90A028C605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C02C6-4B3B-1DEB-5108-F00B85ED2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9E5DC-132B-4B4F-B877-97748B6AD59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62890-CB0E-7D0D-9862-B6EA0FC8D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14431D-1F88-BFF1-3D86-389A68D96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6EE47-2007-401D-90F6-6AC6BEE6E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53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F9857-C1C1-CF30-90B4-30F43974F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C2BB27-8CF6-BFE0-F567-EAB9EB2351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71CA5-288E-3CCE-B386-E8D686580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9E5DC-132B-4B4F-B877-97748B6AD59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F046A-D227-4C4B-0644-53C3854D0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B310A0-1444-E0E6-07BD-94F233555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6EE47-2007-401D-90F6-6AC6BEE6E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550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03EAB-1056-4250-7184-22ED3F5B1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71515-F390-A430-3461-56F7BE1EF8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C22928-D436-D3D9-1E2F-F718E5BB4E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88253B-FF95-2289-28E2-9FDCAA481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9E5DC-132B-4B4F-B877-97748B6AD59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63331D-445C-FC90-97C4-C3A31C038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79247F-B5DE-D39E-D340-1E85E3BE3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6EE47-2007-401D-90F6-6AC6BEE6E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515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0E8B6-8F03-011F-5B11-7F9CC19E7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810907-0E70-3760-3476-AA73C14624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8ED352-5C62-C4A4-CB7A-F479130076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A905C8-973F-CD9E-44C3-9155E125AA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2460C0-63EE-BE40-EF88-BB8DEBFAF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AA8E3B-F224-331D-59F3-F854E8D3D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9E5DC-132B-4B4F-B877-97748B6AD59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875346-BAB3-73A6-4D57-26AC7CCAF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7BDB0A-7F71-5CF7-8058-FD2398372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6EE47-2007-401D-90F6-6AC6BEE6E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032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F8195-C357-0F10-7E21-204E7666C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37D9FD-4A62-23EE-C37B-3E0A0542A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9E5DC-132B-4B4F-B877-97748B6AD59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5F2534-7C25-35C1-2AC9-682A0706C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8C64DB-A2CC-7B7A-5DE6-AA05B17BE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6EE47-2007-401D-90F6-6AC6BEE6E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410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65BCED-8A77-2C6E-2693-963709112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9E5DC-132B-4B4F-B877-97748B6AD59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80C67C-D253-B9C9-2A51-CBE99AEC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9BCA00-1AF2-63BC-55B8-8D959487B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6EE47-2007-401D-90F6-6AC6BEE6E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535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E7F68-87F0-CDE6-854A-A957344ED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E1B3A-6CD8-564D-2C0F-C554DCE01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A3AA6F-01E7-62B5-F062-25EE3F94D2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B7A5E5-EEFF-2D0F-C02D-AD7CD8D5C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9E5DC-132B-4B4F-B877-97748B6AD59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E9D895-379F-5CB7-6608-873274553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CD0620-1992-BE05-B9E9-25FC8DB93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6EE47-2007-401D-90F6-6AC6BEE6E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575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246FA-18A9-AE5B-3328-068796379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EDD2EA-49CB-305F-29E9-5595BA4795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7E24E0-44CE-9860-EB49-3BEB435877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0FF496-1D9F-ACE4-6753-D6A8C495C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9E5DC-132B-4B4F-B877-97748B6AD59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1C0828-A851-F757-4E2E-E13EF8BC6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7D6604-1800-FA4F-D860-998680B56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6EE47-2007-401D-90F6-6AC6BEE6E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675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E1C0B-22AF-AAB8-6CA8-4B068E68D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36D1D1-808A-665C-F238-0C5401EB96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7AC3E3-2B01-7280-AD7C-06BB0BF63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9E5DC-132B-4B4F-B877-97748B6AD59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93DFAC-69CF-66E0-D31E-49E84B410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F24897-E242-F314-5CCA-A3FE2B72C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6EE47-2007-401D-90F6-6AC6BEE6E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314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B93929-F8AE-9131-3DDA-A6197602E9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EE1027-BFA3-4660-DBAC-BE40C10346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C7C4DB-98FA-5DA3-72AA-D236CDC26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9E5DC-132B-4B4F-B877-97748B6AD59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1EB9B-7943-C3D4-A930-A807C1166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ED62F-091B-47C5-1F5A-52FCC1DE0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6EE47-2007-401D-90F6-6AC6BEE6E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913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44162A-4F70-39CF-FD28-A95460B11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3CD0E1-E21F-6D0D-6350-F3BE3B618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864D6F-6114-052A-4320-9DE7D8CCAC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49E5DC-132B-4B4F-B877-97748B6AD59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F6F72-E8EE-D5CE-DE3E-58ACA6693C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5A3F2-F243-E05A-FB42-B353B9BA0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C6EE47-2007-401D-90F6-6AC6BEE6E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529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83AD58F-633A-D279-4B69-14CD7F0BD3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3927223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35838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2026-09-06T08:13:08Z</dcterms:created>
  <dcterms:modified xsi:type="dcterms:W3CDTF">2026-09-06T08:13:09Z</dcterms:modified>
</cp:coreProperties>
</file>