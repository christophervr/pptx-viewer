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EE3A5B-AFEB-4185-B8B3-CE8F4B9DC0A5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490F71-6AE1-4EE7-A493-7B3FD7CDF9B1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807A0EB3-1DE4-4FA1-86A1-50C0E35EC143}" type="parTrans" cxnId="{4A76D3A7-BB93-4E88-858E-CBDA4981A96D}">
      <dgm:prSet/>
      <dgm:spPr/>
    </dgm:pt>
    <dgm:pt modelId="{A89D66BA-F9D6-4DBB-926F-C4B9972DC2F8}" type="sibTrans" cxnId="{4A76D3A7-BB93-4E88-858E-CBDA4981A96D}">
      <dgm:prSet/>
      <dgm:spPr/>
    </dgm:pt>
    <dgm:pt modelId="{FE3EB576-56BA-4F02-B01C-C48B2F6891C6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8E9AC025-485C-452F-8BF0-0AE5D42A0F0B}" type="parTrans" cxnId="{5D35D998-FAA3-4E21-AD46-5A6477E52231}">
      <dgm:prSet/>
      <dgm:spPr/>
    </dgm:pt>
    <dgm:pt modelId="{D59D5CAB-FA0E-4AB1-947C-0117FD9D641F}" type="sibTrans" cxnId="{5D35D998-FAA3-4E21-AD46-5A6477E52231}">
      <dgm:prSet/>
      <dgm:spPr/>
    </dgm:pt>
    <dgm:pt modelId="{91FA4F60-3719-453B-9BC1-75FDE16F7C31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2FF031D9-482D-4E9D-B301-E497C76B86CC}" type="parTrans" cxnId="{83048A52-7828-497A-AA00-0753F436CC8B}">
      <dgm:prSet/>
      <dgm:spPr/>
    </dgm:pt>
    <dgm:pt modelId="{8EDF453B-DD74-447D-9C0A-CCE395232E59}" type="sibTrans" cxnId="{83048A52-7828-497A-AA00-0753F436CC8B}">
      <dgm:prSet/>
      <dgm:spPr/>
    </dgm:pt>
    <dgm:pt modelId="{9BACBFC4-F199-4FC2-B578-79899EB72DF1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5D8C02A6-469B-42BA-AB85-189A8DFDEA88}" type="parTrans" cxnId="{B3A7E421-498F-4DBA-A2D8-D9BD46A7B49F}">
      <dgm:prSet/>
      <dgm:spPr/>
    </dgm:pt>
    <dgm:pt modelId="{06825064-D43C-433B-BDA2-73D31B89A0FB}" type="sibTrans" cxnId="{B3A7E421-498F-4DBA-A2D8-D9BD46A7B49F}">
      <dgm:prSet/>
      <dgm:spPr/>
    </dgm:pt>
    <dgm:pt modelId="{5044CAEF-C539-4E4F-B623-7B0D6D82B9AB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276D4F0F-A7D2-4ACD-9094-04B7A32D714F}" type="parTrans" cxnId="{05C0904B-7E13-4F73-A5E1-DF9DAA415DAE}">
      <dgm:prSet/>
      <dgm:spPr/>
    </dgm:pt>
    <dgm:pt modelId="{7178F8DC-D410-4397-BBCD-052D4702EBD0}" type="sibTrans" cxnId="{05C0904B-7E13-4F73-A5E1-DF9DAA415DAE}">
      <dgm:prSet/>
      <dgm:spPr/>
    </dgm:pt>
    <dgm:pt modelId="{472CFBE5-2FB2-4594-9694-9080BD4E2FF0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C68592F0-B092-4AE8-87D5-FC6AED591319}" type="parTrans" cxnId="{D644294F-B19A-4A87-9636-26435343D951}">
      <dgm:prSet/>
      <dgm:spPr/>
    </dgm:pt>
    <dgm:pt modelId="{A3AE6B1A-31F3-4FB8-A1D2-903E897766AB}" type="sibTrans" cxnId="{D644294F-B19A-4A87-9636-26435343D951}">
      <dgm:prSet/>
      <dgm:spPr/>
    </dgm:pt>
    <dgm:pt modelId="{E40A8FC7-7F58-4633-9FB8-E8F6EB674A0C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074D753C-0486-412F-9435-0963ED861471}" type="parTrans" cxnId="{38D7C2C5-F32B-4F7B-ACA9-7514A4823111}">
      <dgm:prSet/>
      <dgm:spPr/>
    </dgm:pt>
    <dgm:pt modelId="{D0169D50-07AE-442F-A3D6-D08F74EEF5BF}" type="sibTrans" cxnId="{38D7C2C5-F32B-4F7B-ACA9-7514A4823111}">
      <dgm:prSet/>
      <dgm:spPr/>
    </dgm:pt>
    <dgm:pt modelId="{74997AA9-D665-4EE1-846B-5283563436F8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EF16CB86-34CC-48A6-8D01-E98858CB96F8}" type="parTrans" cxnId="{1326F405-9B5B-475B-BCD2-F13D973254E6}">
      <dgm:prSet/>
      <dgm:spPr/>
    </dgm:pt>
    <dgm:pt modelId="{E4995D2C-21EC-4239-AF95-F812A3430735}" type="sibTrans" cxnId="{1326F405-9B5B-475B-BCD2-F13D973254E6}">
      <dgm:prSet/>
      <dgm:spPr/>
    </dgm:pt>
    <dgm:pt modelId="{9F93751F-6CC2-4124-89FF-8CA8E40B311B}" type="pres">
      <dgm:prSet presAssocID="{E6EE3A5B-AFEB-4185-B8B3-CE8F4B9DC0A5}" presName="compositeShape" presStyleCnt="0">
        <dgm:presLayoutVars>
          <dgm:chMax val="9"/>
          <dgm:dir/>
          <dgm:resizeHandles val="exact"/>
        </dgm:presLayoutVars>
      </dgm:prSet>
      <dgm:spPr/>
    </dgm:pt>
    <dgm:pt modelId="{75FC8E9F-CA40-4F9F-B2FD-934BEFBF2898}" type="pres">
      <dgm:prSet presAssocID="{E6EE3A5B-AFEB-4185-B8B3-CE8F4B9DC0A5}" presName="triangle1" presStyleLbl="node1" presStyleIdx="0" presStyleCnt="4">
        <dgm:presLayoutVars>
          <dgm:bulletEnabled val="1"/>
        </dgm:presLayoutVars>
      </dgm:prSet>
      <dgm:spPr/>
    </dgm:pt>
    <dgm:pt modelId="{CF5D2352-FC4A-4327-B68F-57023E67CADB}" type="pres">
      <dgm:prSet presAssocID="{E6EE3A5B-AFEB-4185-B8B3-CE8F4B9DC0A5}" presName="triangle2" presStyleLbl="node1" presStyleIdx="1" presStyleCnt="4">
        <dgm:presLayoutVars>
          <dgm:bulletEnabled val="1"/>
        </dgm:presLayoutVars>
      </dgm:prSet>
      <dgm:spPr/>
    </dgm:pt>
    <dgm:pt modelId="{8E6C9AB5-7666-46BF-8A4A-1338BDCE92B9}" type="pres">
      <dgm:prSet presAssocID="{E6EE3A5B-AFEB-4185-B8B3-CE8F4B9DC0A5}" presName="triangle3" presStyleLbl="node1" presStyleIdx="2" presStyleCnt="4">
        <dgm:presLayoutVars>
          <dgm:bulletEnabled val="1"/>
        </dgm:presLayoutVars>
      </dgm:prSet>
      <dgm:spPr/>
    </dgm:pt>
    <dgm:pt modelId="{AA6F3A5F-2D78-4A2E-9F1F-2F23DFEA868F}" type="pres">
      <dgm:prSet presAssocID="{E6EE3A5B-AFEB-4185-B8B3-CE8F4B9DC0A5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9E0C8002-013F-4749-B10C-CC6C2951D96B}" type="presOf" srcId="{FE3EB576-56BA-4F02-B01C-C48B2F6891C6}" destId="{75FC8E9F-CA40-4F9F-B2FD-934BEFBF2898}" srcOrd="0" destOrd="1" presId="urn:microsoft.com/office/officeart/2005/8/layout/pyramid4"/>
    <dgm:cxn modelId="{1326F405-9B5B-475B-BCD2-F13D973254E6}" srcId="{E40A8FC7-7F58-4633-9FB8-E8F6EB674A0C}" destId="{74997AA9-D665-4EE1-846B-5283563436F8}" srcOrd="0" destOrd="0" parTransId="{EF16CB86-34CC-48A6-8D01-E98858CB96F8}" sibTransId="{E4995D2C-21EC-4239-AF95-F812A3430735}"/>
    <dgm:cxn modelId="{46EAA81B-752B-438C-9FC4-5FC634B46ED6}" type="presOf" srcId="{9BACBFC4-F199-4FC2-B578-79899EB72DF1}" destId="{CF5D2352-FC4A-4327-B68F-57023E67CADB}" srcOrd="0" destOrd="0" presId="urn:microsoft.com/office/officeart/2005/8/layout/pyramid4"/>
    <dgm:cxn modelId="{B3A7E421-498F-4DBA-A2D8-D9BD46A7B49F}" srcId="{E6EE3A5B-AFEB-4185-B8B3-CE8F4B9DC0A5}" destId="{9BACBFC4-F199-4FC2-B578-79899EB72DF1}" srcOrd="1" destOrd="0" parTransId="{5D8C02A6-469B-42BA-AB85-189A8DFDEA88}" sibTransId="{06825064-D43C-433B-BDA2-73D31B89A0FB}"/>
    <dgm:cxn modelId="{FFF6F52B-4C83-48CF-9E5B-8DE27D61F2A5}" type="presOf" srcId="{E6EE3A5B-AFEB-4185-B8B3-CE8F4B9DC0A5}" destId="{9F93751F-6CC2-4124-89FF-8CA8E40B311B}" srcOrd="0" destOrd="0" presId="urn:microsoft.com/office/officeart/2005/8/layout/pyramid4"/>
    <dgm:cxn modelId="{05C0904B-7E13-4F73-A5E1-DF9DAA415DAE}" srcId="{9BACBFC4-F199-4FC2-B578-79899EB72DF1}" destId="{5044CAEF-C539-4E4F-B623-7B0D6D82B9AB}" srcOrd="0" destOrd="0" parTransId="{276D4F0F-A7D2-4ACD-9094-04B7A32D714F}" sibTransId="{7178F8DC-D410-4397-BBCD-052D4702EBD0}"/>
    <dgm:cxn modelId="{D644294F-B19A-4A87-9636-26435343D951}" srcId="{9BACBFC4-F199-4FC2-B578-79899EB72DF1}" destId="{472CFBE5-2FB2-4594-9694-9080BD4E2FF0}" srcOrd="1" destOrd="0" parTransId="{C68592F0-B092-4AE8-87D5-FC6AED591319}" sibTransId="{A3AE6B1A-31F3-4FB8-A1D2-903E897766AB}"/>
    <dgm:cxn modelId="{83048A52-7828-497A-AA00-0753F436CC8B}" srcId="{52490F71-6AE1-4EE7-A493-7B3FD7CDF9B1}" destId="{91FA4F60-3719-453B-9BC1-75FDE16F7C31}" srcOrd="1" destOrd="0" parTransId="{2FF031D9-482D-4E9D-B301-E497C76B86CC}" sibTransId="{8EDF453B-DD74-447D-9C0A-CCE395232E59}"/>
    <dgm:cxn modelId="{828AF37B-FC3B-4A86-9E37-B8969115B282}" type="presOf" srcId="{91FA4F60-3719-453B-9BC1-75FDE16F7C31}" destId="{75FC8E9F-CA40-4F9F-B2FD-934BEFBF2898}" srcOrd="0" destOrd="2" presId="urn:microsoft.com/office/officeart/2005/8/layout/pyramid4"/>
    <dgm:cxn modelId="{CB4C167D-F6DD-4F01-8C2A-73928C493403}" type="presOf" srcId="{52490F71-6AE1-4EE7-A493-7B3FD7CDF9B1}" destId="{75FC8E9F-CA40-4F9F-B2FD-934BEFBF2898}" srcOrd="0" destOrd="0" presId="urn:microsoft.com/office/officeart/2005/8/layout/pyramid4"/>
    <dgm:cxn modelId="{5D35D998-FAA3-4E21-AD46-5A6477E52231}" srcId="{52490F71-6AE1-4EE7-A493-7B3FD7CDF9B1}" destId="{FE3EB576-56BA-4F02-B01C-C48B2F6891C6}" srcOrd="0" destOrd="0" parTransId="{8E9AC025-485C-452F-8BF0-0AE5D42A0F0B}" sibTransId="{D59D5CAB-FA0E-4AB1-947C-0117FD9D641F}"/>
    <dgm:cxn modelId="{5C074CA2-9E46-49A4-BB47-AD8FE8229ED4}" type="presOf" srcId="{472CFBE5-2FB2-4594-9694-9080BD4E2FF0}" destId="{CF5D2352-FC4A-4327-B68F-57023E67CADB}" srcOrd="0" destOrd="2" presId="urn:microsoft.com/office/officeart/2005/8/layout/pyramid4"/>
    <dgm:cxn modelId="{4A76D3A7-BB93-4E88-858E-CBDA4981A96D}" srcId="{E6EE3A5B-AFEB-4185-B8B3-CE8F4B9DC0A5}" destId="{52490F71-6AE1-4EE7-A493-7B3FD7CDF9B1}" srcOrd="0" destOrd="0" parTransId="{807A0EB3-1DE4-4FA1-86A1-50C0E35EC143}" sibTransId="{A89D66BA-F9D6-4DBB-926F-C4B9972DC2F8}"/>
    <dgm:cxn modelId="{38D7C2C5-F32B-4F7B-ACA9-7514A4823111}" srcId="{E6EE3A5B-AFEB-4185-B8B3-CE8F4B9DC0A5}" destId="{E40A8FC7-7F58-4633-9FB8-E8F6EB674A0C}" srcOrd="2" destOrd="0" parTransId="{074D753C-0486-412F-9435-0963ED861471}" sibTransId="{D0169D50-07AE-442F-A3D6-D08F74EEF5BF}"/>
    <dgm:cxn modelId="{9E85CAC6-7C5C-4413-AB3E-3C923EBAF4E8}" type="presOf" srcId="{74997AA9-D665-4EE1-846B-5283563436F8}" destId="{8E6C9AB5-7666-46BF-8A4A-1338BDCE92B9}" srcOrd="0" destOrd="1" presId="urn:microsoft.com/office/officeart/2005/8/layout/pyramid4"/>
    <dgm:cxn modelId="{430313D2-6BD8-4DEB-ADA1-EFF40A56B8ED}" type="presOf" srcId="{E40A8FC7-7F58-4633-9FB8-E8F6EB674A0C}" destId="{8E6C9AB5-7666-46BF-8A4A-1338BDCE92B9}" srcOrd="0" destOrd="0" presId="urn:microsoft.com/office/officeart/2005/8/layout/pyramid4"/>
    <dgm:cxn modelId="{3C76E7DB-01EE-4095-A416-94B5A9C796BF}" type="presOf" srcId="{5044CAEF-C539-4E4F-B623-7B0D6D82B9AB}" destId="{CF5D2352-FC4A-4327-B68F-57023E67CADB}" srcOrd="0" destOrd="1" presId="urn:microsoft.com/office/officeart/2005/8/layout/pyramid4"/>
    <dgm:cxn modelId="{A1B6E26C-8955-4E9A-829C-703BC4BEFC81}" type="presParOf" srcId="{9F93751F-6CC2-4124-89FF-8CA8E40B311B}" destId="{75FC8E9F-CA40-4F9F-B2FD-934BEFBF2898}" srcOrd="0" destOrd="0" presId="urn:microsoft.com/office/officeart/2005/8/layout/pyramid4"/>
    <dgm:cxn modelId="{4D88E996-6BAD-4768-B86E-4851BE4B4A2E}" type="presParOf" srcId="{9F93751F-6CC2-4124-89FF-8CA8E40B311B}" destId="{CF5D2352-FC4A-4327-B68F-57023E67CADB}" srcOrd="1" destOrd="0" presId="urn:microsoft.com/office/officeart/2005/8/layout/pyramid4"/>
    <dgm:cxn modelId="{E47543C6-4A44-45EE-95B7-35F20CBC407B}" type="presParOf" srcId="{9F93751F-6CC2-4124-89FF-8CA8E40B311B}" destId="{8E6C9AB5-7666-46BF-8A4A-1338BDCE92B9}" srcOrd="2" destOrd="0" presId="urn:microsoft.com/office/officeart/2005/8/layout/pyramid4"/>
    <dgm:cxn modelId="{5D2730D0-7624-4C76-B3C3-9E351A4E2388}" type="presParOf" srcId="{9F93751F-6CC2-4124-89FF-8CA8E40B311B}" destId="{AA6F3A5F-2D78-4A2E-9F1F-2F23DFEA868F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C8E9F-CA40-4F9F-B2FD-934BEFBF2898}">
      <dsp:nvSpPr>
        <dsp:cNvPr id="0" name=""/>
        <dsp:cNvSpPr/>
      </dsp:nvSpPr>
      <dsp:spPr>
        <a:xfrm>
          <a:off x="2857500" y="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A Root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Branch A Child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Branch A Grandchild with long text</a:t>
          </a:r>
        </a:p>
      </dsp:txBody>
      <dsp:txXfrm>
        <a:off x="3492500" y="1270000"/>
        <a:ext cx="1270000" cy="1270000"/>
      </dsp:txXfrm>
    </dsp:sp>
    <dsp:sp modelId="{CF5D2352-FC4A-4327-B68F-57023E67CADB}">
      <dsp:nvSpPr>
        <dsp:cNvPr id="0" name=""/>
        <dsp:cNvSpPr/>
      </dsp:nvSpPr>
      <dsp:spPr>
        <a:xfrm>
          <a:off x="1587499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B Root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Branch B Child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Branch B Grandchild</a:t>
          </a:r>
        </a:p>
      </dsp:txBody>
      <dsp:txXfrm>
        <a:off x="2222499" y="3810000"/>
        <a:ext cx="1270000" cy="1270000"/>
      </dsp:txXfrm>
    </dsp:sp>
    <dsp:sp modelId="{8E6C9AB5-7666-46BF-8A4A-1338BDCE92B9}">
      <dsp:nvSpPr>
        <dsp:cNvPr id="0" name=""/>
        <dsp:cNvSpPr/>
      </dsp:nvSpPr>
      <dsp:spPr>
        <a:xfrm rot="10800000">
          <a:off x="285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C Root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Branch C Child</a:t>
          </a:r>
        </a:p>
      </dsp:txBody>
      <dsp:txXfrm rot="10800000">
        <a:off x="3492500" y="2540000"/>
        <a:ext cx="1270000" cy="1270000"/>
      </dsp:txXfrm>
    </dsp:sp>
    <dsp:sp modelId="{AA6F3A5F-2D78-4A2E-9F1F-2F23DFEA868F}">
      <dsp:nvSpPr>
        <dsp:cNvPr id="0" name=""/>
        <dsp:cNvSpPr/>
      </dsp:nvSpPr>
      <dsp:spPr>
        <a:xfrm>
          <a:off x="412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9B56-3DE7-4F0A-664F-C360C69B0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1D043-D7D2-BD63-B6F7-F821B920C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1FCE6-CD0D-D92B-C0BE-50C3FAC2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09026-B723-5D41-313A-D1EB57C2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8AC76-D7ED-A01E-9386-10E74195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0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2099-1EDF-717B-E010-386EADF2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DF93-B6DA-DE62-CA42-83B6D0274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844ED-0AAD-6A8D-33E8-0E2B8FD5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7B9EE-F0E1-E9B8-E3AE-604AB576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4C1F-E06C-68AD-A9AE-4D76B956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5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E3AA-45C2-044B-2BF4-FA0B6643C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7E8C8-FEC9-95A7-A1A9-BDC287576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025E7-12DB-6593-F1F0-33A86E15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3061E-7EAE-FAE7-BA88-0A675A44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CCFEA-7742-EFE5-1405-60703DBA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8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DF62B-B7EC-A2D8-FC4E-464C7657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39B0-BFAC-9124-04FA-697FD874A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04E48-9D20-2B48-A915-9D008D07B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0D8E6-0D45-9F24-8553-765E2A86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A616-4985-B323-95D6-9EA67FFC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E72C9-6667-8478-DE0C-2CC6BB4D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46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6BAD-7B08-128A-2E45-3DDE44D9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3585C-5C49-E36C-91C4-8073A4FAB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984D3-36C8-4776-CB68-6E61C9123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A99D1-3B05-20C1-E1A2-CBD8497F7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7507B8-34C1-3F98-B021-C017B8CFB7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7B640-D278-6197-A6FF-1E865130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D292A-0AA9-8D92-8C5F-0EF3F24F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86497-A4D7-04FB-763C-3C3EB9B0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0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5217-29E1-B2EC-267F-90ECA6B8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7D422-E3A3-76CA-4890-4D04FCAB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ACD75-B215-6C3B-6C41-DADD2A29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0931B-1549-1D8B-7E99-E2EB9E782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5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1678BE-4192-4BBA-0293-A1C2DF97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5B6A2C-697B-7222-6E6B-DFC7F470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C84C5-E699-8440-63EE-E0CD3354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5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36B3-93F9-1FA4-E177-A0D09B41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3432-FADA-AE3B-01D4-09C437D78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3F7CD-CA03-EF1D-CE27-BD42FD4F9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7AAB2-DFB2-6897-0907-EA9AF1F6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3CA75-67B9-DA19-C816-30D15E5C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695EEC-478C-360E-B266-A9DD5621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85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A02C-BD5D-30E1-E0BA-26E83F03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C7724-1AAC-E898-2613-F4856F3A5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96619-520C-2847-211C-627AE892F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D011E-7D26-F2DD-3452-679DB05A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397CD-B049-2DC0-35DB-F8C65A17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3DAEA-A22A-B9BE-814C-D8B40B9EB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20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5222-75D1-1E48-3864-ECC68109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D419-667C-7EA6-6D24-BF9EFB227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A5EE9-6EC6-3CD3-543A-354E6043E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82F01-6684-1C5C-5083-EC36AE7C5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DCEFD-9432-8CEE-47D1-13278BE11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3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67116-7AE1-4D2A-4B15-46961723A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E20A5-73BB-050F-FBB2-6F110A2DB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F23BA-6B22-7E97-8F01-092C153D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C0159-7C03-7D29-7895-BD998682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5A3B5-87CB-8112-6629-AAA647A13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11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BF9C2-1E3C-7167-2292-0994A1E8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97569-4604-7A93-31A6-C4B962078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9C831-B2F3-971A-C97C-0F3DE6BB3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B71FE-6AC6-4BA3-ADDC-E543653A2EA0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737A-BE2F-389D-A01F-868545378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F200F-E9BE-0A52-D16C-19300FB63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89188A-3ABF-4AC1-850C-81B92DB2A0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6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FE4BC5-8E5D-652D-781B-7EE56D6BB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78533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00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2026-09-06T08:14:38Z</dcterms:created>
  <dcterms:modified xsi:type="dcterms:W3CDTF">2026-09-06T08:14:39Z</dcterms:modified>
</cp:coreProperties>
</file>