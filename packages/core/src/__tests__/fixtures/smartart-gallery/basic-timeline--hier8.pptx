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F27D4C-6596-4A2C-8D49-E043710B10BF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72E35B10-37EE-417D-8DB3-615FF83911F0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1A232942-CBA5-453F-8949-2973EF44083E}" type="parTrans" cxnId="{5A5A5637-EF0B-4D8C-8CC3-85D78C265C28}">
      <dgm:prSet/>
      <dgm:spPr/>
    </dgm:pt>
    <dgm:pt modelId="{3BE66ED1-C1CB-420F-91A3-48E4455ECBFE}" type="sibTrans" cxnId="{5A5A5637-EF0B-4D8C-8CC3-85D78C265C28}">
      <dgm:prSet/>
      <dgm:spPr/>
    </dgm:pt>
    <dgm:pt modelId="{7B952CA4-F45F-44A2-913B-5DD8C0DBAD37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151BDA90-CEA3-46C1-B8CA-96F57568C571}" type="parTrans" cxnId="{84F047F1-6162-48BE-A1B5-F51CF722518F}">
      <dgm:prSet/>
      <dgm:spPr/>
    </dgm:pt>
    <dgm:pt modelId="{13B4A67F-9C16-4FDF-9EF6-FFF3A2E99BEC}" type="sibTrans" cxnId="{84F047F1-6162-48BE-A1B5-F51CF722518F}">
      <dgm:prSet/>
      <dgm:spPr/>
    </dgm:pt>
    <dgm:pt modelId="{BC4102C8-3882-424E-B5D6-AA903544AD57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751D46C5-6EB4-48EB-A527-6B178845B2F1}" type="parTrans" cxnId="{ECDE717A-1E50-4D67-AAEB-3F6A4FA0DCEA}">
      <dgm:prSet/>
      <dgm:spPr/>
    </dgm:pt>
    <dgm:pt modelId="{91DA27B8-44C8-49CE-AC59-1AA17B83D6A2}" type="sibTrans" cxnId="{ECDE717A-1E50-4D67-AAEB-3F6A4FA0DCEA}">
      <dgm:prSet/>
      <dgm:spPr/>
    </dgm:pt>
    <dgm:pt modelId="{600AAADE-E5AB-497C-A600-B0B3CB950E0C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0A8C8E7D-A79B-4376-BAF0-63CBE6B92444}" type="parTrans" cxnId="{79FB8159-61AF-4575-9477-DE6E645F774E}">
      <dgm:prSet/>
      <dgm:spPr/>
    </dgm:pt>
    <dgm:pt modelId="{CD3D46C2-0C94-4068-B69A-A3AF37FF34B2}" type="sibTrans" cxnId="{79FB8159-61AF-4575-9477-DE6E645F774E}">
      <dgm:prSet/>
      <dgm:spPr/>
    </dgm:pt>
    <dgm:pt modelId="{9F8049DD-2D20-4B04-8CD7-0A4E20E5F0AF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C4B2B48B-2366-4A2B-A06A-D0537DC63272}" type="parTrans" cxnId="{6768F3B3-9EEE-44A6-9C45-204B5D0D5A0E}">
      <dgm:prSet/>
      <dgm:spPr/>
    </dgm:pt>
    <dgm:pt modelId="{E83B9478-7386-401F-BBD1-56B4DD64BBE7}" type="sibTrans" cxnId="{6768F3B3-9EEE-44A6-9C45-204B5D0D5A0E}">
      <dgm:prSet/>
      <dgm:spPr/>
    </dgm:pt>
    <dgm:pt modelId="{5BBEDD6B-3F71-40CF-82CC-A5C59A888F64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3A5A7FB0-FA29-4F40-B883-B245000192DF}" type="parTrans" cxnId="{0816320B-6535-4D75-AE01-D3D9FD3D59F6}">
      <dgm:prSet/>
      <dgm:spPr/>
    </dgm:pt>
    <dgm:pt modelId="{96906084-F6CF-4687-A933-A358EA3F2150}" type="sibTrans" cxnId="{0816320B-6535-4D75-AE01-D3D9FD3D59F6}">
      <dgm:prSet/>
      <dgm:spPr/>
    </dgm:pt>
    <dgm:pt modelId="{B7E8A37D-18CE-4F95-967E-6669561A3493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1DBF2FCF-DAEF-4BE3-B16A-889D7C829FC5}" type="parTrans" cxnId="{ED15E21F-1493-4E82-9117-C8F3E39AA61D}">
      <dgm:prSet/>
      <dgm:spPr/>
    </dgm:pt>
    <dgm:pt modelId="{F9F1422E-11E2-483B-870F-E2DD95242336}" type="sibTrans" cxnId="{ED15E21F-1493-4E82-9117-C8F3E39AA61D}">
      <dgm:prSet/>
      <dgm:spPr/>
    </dgm:pt>
    <dgm:pt modelId="{DC805E8A-438B-41E5-AC0B-1845D8A28D20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09FB185D-4A30-4D79-9F66-8B0EAD2CEAD5}" type="parTrans" cxnId="{543356A0-795C-4216-AAB3-CA5BF30F2E29}">
      <dgm:prSet/>
      <dgm:spPr/>
    </dgm:pt>
    <dgm:pt modelId="{E18AA696-3E6D-4767-86CB-FD1E6F8C9DB3}" type="sibTrans" cxnId="{543356A0-795C-4216-AAB3-CA5BF30F2E29}">
      <dgm:prSet/>
      <dgm:spPr/>
    </dgm:pt>
    <dgm:pt modelId="{5BFB60C7-6BA7-4E1A-B91E-9040A4FC126F}" type="pres">
      <dgm:prSet presAssocID="{57F27D4C-6596-4A2C-8D49-E043710B10BF}" presName="Name0" presStyleCnt="0">
        <dgm:presLayoutVars>
          <dgm:dir/>
          <dgm:resizeHandles val="exact"/>
        </dgm:presLayoutVars>
      </dgm:prSet>
      <dgm:spPr/>
    </dgm:pt>
    <dgm:pt modelId="{E9F10584-C22E-410B-9C13-CFB2D7176067}" type="pres">
      <dgm:prSet presAssocID="{57F27D4C-6596-4A2C-8D49-E043710B10BF}" presName="arrow" presStyleLbl="bgShp" presStyleIdx="0" presStyleCnt="1"/>
      <dgm:spPr/>
    </dgm:pt>
    <dgm:pt modelId="{CB03715B-A068-4682-8FA5-210A6140CD2C}" type="pres">
      <dgm:prSet presAssocID="{57F27D4C-6596-4A2C-8D49-E043710B10BF}" presName="points" presStyleCnt="0"/>
      <dgm:spPr/>
    </dgm:pt>
    <dgm:pt modelId="{193EF973-F4A8-48B0-BD78-3930F86446E8}" type="pres">
      <dgm:prSet presAssocID="{72E35B10-37EE-417D-8DB3-615FF83911F0}" presName="compositeA" presStyleCnt="0"/>
      <dgm:spPr/>
    </dgm:pt>
    <dgm:pt modelId="{02E0BF2F-6EB0-475C-B50C-5BD4D5CAF13C}" type="pres">
      <dgm:prSet presAssocID="{72E35B10-37EE-417D-8DB3-615FF83911F0}" presName="textA" presStyleLbl="revTx" presStyleIdx="0" presStyleCnt="3">
        <dgm:presLayoutVars>
          <dgm:bulletEnabled val="1"/>
        </dgm:presLayoutVars>
      </dgm:prSet>
      <dgm:spPr/>
    </dgm:pt>
    <dgm:pt modelId="{B6938B8E-A8E1-4F0B-9F56-DA3AC7A960B8}" type="pres">
      <dgm:prSet presAssocID="{72E35B10-37EE-417D-8DB3-615FF83911F0}" presName="circleA" presStyleLbl="node1" presStyleIdx="0" presStyleCnt="3"/>
      <dgm:spPr/>
    </dgm:pt>
    <dgm:pt modelId="{B1A6135B-1F38-4FBC-BDDB-A2AC3BF9E42D}" type="pres">
      <dgm:prSet presAssocID="{72E35B10-37EE-417D-8DB3-615FF83911F0}" presName="spaceA" presStyleCnt="0"/>
      <dgm:spPr/>
    </dgm:pt>
    <dgm:pt modelId="{A51B58A4-C986-4322-9064-8CAD106C3EB9}" type="pres">
      <dgm:prSet presAssocID="{3BE66ED1-C1CB-420F-91A3-48E4455ECBFE}" presName="space" presStyleCnt="0"/>
      <dgm:spPr/>
    </dgm:pt>
    <dgm:pt modelId="{7F004CA5-B0E9-496F-AA40-7A3A5E497A9C}" type="pres">
      <dgm:prSet presAssocID="{600AAADE-E5AB-497C-A600-B0B3CB950E0C}" presName="compositeB" presStyleCnt="0"/>
      <dgm:spPr/>
    </dgm:pt>
    <dgm:pt modelId="{2BBC2699-F541-4DEB-B17E-DEF76FE8B926}" type="pres">
      <dgm:prSet presAssocID="{600AAADE-E5AB-497C-A600-B0B3CB950E0C}" presName="textB" presStyleLbl="revTx" presStyleIdx="1" presStyleCnt="3">
        <dgm:presLayoutVars>
          <dgm:bulletEnabled val="1"/>
        </dgm:presLayoutVars>
      </dgm:prSet>
      <dgm:spPr/>
    </dgm:pt>
    <dgm:pt modelId="{86CA4368-2338-4B75-B66D-A88B603EAF7B}" type="pres">
      <dgm:prSet presAssocID="{600AAADE-E5AB-497C-A600-B0B3CB950E0C}" presName="circleB" presStyleLbl="node1" presStyleIdx="1" presStyleCnt="3"/>
      <dgm:spPr/>
    </dgm:pt>
    <dgm:pt modelId="{5F395BF5-5851-4E05-97E9-6DC9139BE12A}" type="pres">
      <dgm:prSet presAssocID="{600AAADE-E5AB-497C-A600-B0B3CB950E0C}" presName="spaceB" presStyleCnt="0"/>
      <dgm:spPr/>
    </dgm:pt>
    <dgm:pt modelId="{2A47DFB6-FEE7-40BF-960E-0E3D50B7DFC4}" type="pres">
      <dgm:prSet presAssocID="{CD3D46C2-0C94-4068-B69A-A3AF37FF34B2}" presName="space" presStyleCnt="0"/>
      <dgm:spPr/>
    </dgm:pt>
    <dgm:pt modelId="{EDC9FD47-436E-441C-8055-588B494D871D}" type="pres">
      <dgm:prSet presAssocID="{B7E8A37D-18CE-4F95-967E-6669561A3493}" presName="compositeA" presStyleCnt="0"/>
      <dgm:spPr/>
    </dgm:pt>
    <dgm:pt modelId="{A1107900-788C-484B-9B49-FCE1119A2912}" type="pres">
      <dgm:prSet presAssocID="{B7E8A37D-18CE-4F95-967E-6669561A3493}" presName="textA" presStyleLbl="revTx" presStyleIdx="2" presStyleCnt="3">
        <dgm:presLayoutVars>
          <dgm:bulletEnabled val="1"/>
        </dgm:presLayoutVars>
      </dgm:prSet>
      <dgm:spPr/>
    </dgm:pt>
    <dgm:pt modelId="{49B81877-F874-49EB-B322-AC859823D95C}" type="pres">
      <dgm:prSet presAssocID="{B7E8A37D-18CE-4F95-967E-6669561A3493}" presName="circleA" presStyleLbl="node1" presStyleIdx="2" presStyleCnt="3"/>
      <dgm:spPr/>
    </dgm:pt>
    <dgm:pt modelId="{9986CEEF-ACC1-4F64-9C67-B871D6B3D741}" type="pres">
      <dgm:prSet presAssocID="{B7E8A37D-18CE-4F95-967E-6669561A3493}" presName="spaceA" presStyleCnt="0"/>
      <dgm:spPr/>
    </dgm:pt>
  </dgm:ptLst>
  <dgm:cxnLst>
    <dgm:cxn modelId="{96CCC50A-6E0A-4E2D-9E8D-F66821CD3A17}" type="presOf" srcId="{9F8049DD-2D20-4B04-8CD7-0A4E20E5F0AF}" destId="{2BBC2699-F541-4DEB-B17E-DEF76FE8B926}" srcOrd="0" destOrd="1" presId="urn:microsoft.com/office/officeart/2005/8/layout/hProcess11"/>
    <dgm:cxn modelId="{0816320B-6535-4D75-AE01-D3D9FD3D59F6}" srcId="{600AAADE-E5AB-497C-A600-B0B3CB950E0C}" destId="{5BBEDD6B-3F71-40CF-82CC-A5C59A888F64}" srcOrd="1" destOrd="0" parTransId="{3A5A7FB0-FA29-4F40-B883-B245000192DF}" sibTransId="{96906084-F6CF-4687-A933-A358EA3F2150}"/>
    <dgm:cxn modelId="{ED15E21F-1493-4E82-9117-C8F3E39AA61D}" srcId="{57F27D4C-6596-4A2C-8D49-E043710B10BF}" destId="{B7E8A37D-18CE-4F95-967E-6669561A3493}" srcOrd="2" destOrd="0" parTransId="{1DBF2FCF-DAEF-4BE3-B16A-889D7C829FC5}" sibTransId="{F9F1422E-11E2-483B-870F-E2DD95242336}"/>
    <dgm:cxn modelId="{5A5A5637-EF0B-4D8C-8CC3-85D78C265C28}" srcId="{57F27D4C-6596-4A2C-8D49-E043710B10BF}" destId="{72E35B10-37EE-417D-8DB3-615FF83911F0}" srcOrd="0" destOrd="0" parTransId="{1A232942-CBA5-453F-8949-2973EF44083E}" sibTransId="{3BE66ED1-C1CB-420F-91A3-48E4455ECBFE}"/>
    <dgm:cxn modelId="{F7852866-3C3E-4A29-A736-52E28054C73E}" type="presOf" srcId="{57F27D4C-6596-4A2C-8D49-E043710B10BF}" destId="{5BFB60C7-6BA7-4E1A-B91E-9040A4FC126F}" srcOrd="0" destOrd="0" presId="urn:microsoft.com/office/officeart/2005/8/layout/hProcess11"/>
    <dgm:cxn modelId="{C63F1548-D5FB-481E-B61D-082F53105E83}" type="presOf" srcId="{7B952CA4-F45F-44A2-913B-5DD8C0DBAD37}" destId="{02E0BF2F-6EB0-475C-B50C-5BD4D5CAF13C}" srcOrd="0" destOrd="1" presId="urn:microsoft.com/office/officeart/2005/8/layout/hProcess11"/>
    <dgm:cxn modelId="{4BE7FA6F-4905-40D0-BEB8-B3777DC96ABA}" type="presOf" srcId="{BC4102C8-3882-424E-B5D6-AA903544AD57}" destId="{02E0BF2F-6EB0-475C-B50C-5BD4D5CAF13C}" srcOrd="0" destOrd="2" presId="urn:microsoft.com/office/officeart/2005/8/layout/hProcess11"/>
    <dgm:cxn modelId="{79FB8159-61AF-4575-9477-DE6E645F774E}" srcId="{57F27D4C-6596-4A2C-8D49-E043710B10BF}" destId="{600AAADE-E5AB-497C-A600-B0B3CB950E0C}" srcOrd="1" destOrd="0" parTransId="{0A8C8E7D-A79B-4376-BAF0-63CBE6B92444}" sibTransId="{CD3D46C2-0C94-4068-B69A-A3AF37FF34B2}"/>
    <dgm:cxn modelId="{ECDE717A-1E50-4D67-AAEB-3F6A4FA0DCEA}" srcId="{72E35B10-37EE-417D-8DB3-615FF83911F0}" destId="{BC4102C8-3882-424E-B5D6-AA903544AD57}" srcOrd="1" destOrd="0" parTransId="{751D46C5-6EB4-48EB-A527-6B178845B2F1}" sibTransId="{91DA27B8-44C8-49CE-AC59-1AA17B83D6A2}"/>
    <dgm:cxn modelId="{55AC2D89-BA69-40F9-BECF-0C84ECC9E2D0}" type="presOf" srcId="{B7E8A37D-18CE-4F95-967E-6669561A3493}" destId="{A1107900-788C-484B-9B49-FCE1119A2912}" srcOrd="0" destOrd="0" presId="urn:microsoft.com/office/officeart/2005/8/layout/hProcess11"/>
    <dgm:cxn modelId="{543356A0-795C-4216-AAB3-CA5BF30F2E29}" srcId="{B7E8A37D-18CE-4F95-967E-6669561A3493}" destId="{DC805E8A-438B-41E5-AC0B-1845D8A28D20}" srcOrd="0" destOrd="0" parTransId="{09FB185D-4A30-4D79-9F66-8B0EAD2CEAD5}" sibTransId="{E18AA696-3E6D-4767-86CB-FD1E6F8C9DB3}"/>
    <dgm:cxn modelId="{6768F3B3-9EEE-44A6-9C45-204B5D0D5A0E}" srcId="{600AAADE-E5AB-497C-A600-B0B3CB950E0C}" destId="{9F8049DD-2D20-4B04-8CD7-0A4E20E5F0AF}" srcOrd="0" destOrd="0" parTransId="{C4B2B48B-2366-4A2B-A06A-D0537DC63272}" sibTransId="{E83B9478-7386-401F-BBD1-56B4DD64BBE7}"/>
    <dgm:cxn modelId="{F6F584D4-5FA4-46C4-83FE-F6B172CB3B59}" type="presOf" srcId="{5BBEDD6B-3F71-40CF-82CC-A5C59A888F64}" destId="{2BBC2699-F541-4DEB-B17E-DEF76FE8B926}" srcOrd="0" destOrd="2" presId="urn:microsoft.com/office/officeart/2005/8/layout/hProcess11"/>
    <dgm:cxn modelId="{A052B6D8-7973-4FE0-8BBE-1E027AD8D0C7}" type="presOf" srcId="{72E35B10-37EE-417D-8DB3-615FF83911F0}" destId="{02E0BF2F-6EB0-475C-B50C-5BD4D5CAF13C}" srcOrd="0" destOrd="0" presId="urn:microsoft.com/office/officeart/2005/8/layout/hProcess11"/>
    <dgm:cxn modelId="{7EBEFDD8-4134-487B-8F05-483678F71F72}" type="presOf" srcId="{DC805E8A-438B-41E5-AC0B-1845D8A28D20}" destId="{A1107900-788C-484B-9B49-FCE1119A2912}" srcOrd="0" destOrd="1" presId="urn:microsoft.com/office/officeart/2005/8/layout/hProcess11"/>
    <dgm:cxn modelId="{84F047F1-6162-48BE-A1B5-F51CF722518F}" srcId="{72E35B10-37EE-417D-8DB3-615FF83911F0}" destId="{7B952CA4-F45F-44A2-913B-5DD8C0DBAD37}" srcOrd="0" destOrd="0" parTransId="{151BDA90-CEA3-46C1-B8CA-96F57568C571}" sibTransId="{13B4A67F-9C16-4FDF-9EF6-FFF3A2E99BEC}"/>
    <dgm:cxn modelId="{4EF9FEF5-2888-4FC9-916D-96B841CF5CA0}" type="presOf" srcId="{600AAADE-E5AB-497C-A600-B0B3CB950E0C}" destId="{2BBC2699-F541-4DEB-B17E-DEF76FE8B926}" srcOrd="0" destOrd="0" presId="urn:microsoft.com/office/officeart/2005/8/layout/hProcess11"/>
    <dgm:cxn modelId="{C4722FE2-5F85-42AC-A932-4899FCFE6B29}" type="presParOf" srcId="{5BFB60C7-6BA7-4E1A-B91E-9040A4FC126F}" destId="{E9F10584-C22E-410B-9C13-CFB2D7176067}" srcOrd="0" destOrd="0" presId="urn:microsoft.com/office/officeart/2005/8/layout/hProcess11"/>
    <dgm:cxn modelId="{9D211139-CFFD-48B8-8447-3E926D06F026}" type="presParOf" srcId="{5BFB60C7-6BA7-4E1A-B91E-9040A4FC126F}" destId="{CB03715B-A068-4682-8FA5-210A6140CD2C}" srcOrd="1" destOrd="0" presId="urn:microsoft.com/office/officeart/2005/8/layout/hProcess11"/>
    <dgm:cxn modelId="{4378CA2C-ECAC-491A-92A9-1CACF92A8683}" type="presParOf" srcId="{CB03715B-A068-4682-8FA5-210A6140CD2C}" destId="{193EF973-F4A8-48B0-BD78-3930F86446E8}" srcOrd="0" destOrd="0" presId="urn:microsoft.com/office/officeart/2005/8/layout/hProcess11"/>
    <dgm:cxn modelId="{E905653B-5C4A-4C0E-B154-E65F468DCB81}" type="presParOf" srcId="{193EF973-F4A8-48B0-BD78-3930F86446E8}" destId="{02E0BF2F-6EB0-475C-B50C-5BD4D5CAF13C}" srcOrd="0" destOrd="0" presId="urn:microsoft.com/office/officeart/2005/8/layout/hProcess11"/>
    <dgm:cxn modelId="{F3C224FF-C89A-4806-A99E-6786181F22A1}" type="presParOf" srcId="{193EF973-F4A8-48B0-BD78-3930F86446E8}" destId="{B6938B8E-A8E1-4F0B-9F56-DA3AC7A960B8}" srcOrd="1" destOrd="0" presId="urn:microsoft.com/office/officeart/2005/8/layout/hProcess11"/>
    <dgm:cxn modelId="{B115EC77-EC97-4EE3-A323-722D887B4FE9}" type="presParOf" srcId="{193EF973-F4A8-48B0-BD78-3930F86446E8}" destId="{B1A6135B-1F38-4FBC-BDDB-A2AC3BF9E42D}" srcOrd="2" destOrd="0" presId="urn:microsoft.com/office/officeart/2005/8/layout/hProcess11"/>
    <dgm:cxn modelId="{27F54011-C9A1-47E9-96F2-A439185E828E}" type="presParOf" srcId="{CB03715B-A068-4682-8FA5-210A6140CD2C}" destId="{A51B58A4-C986-4322-9064-8CAD106C3EB9}" srcOrd="1" destOrd="0" presId="urn:microsoft.com/office/officeart/2005/8/layout/hProcess11"/>
    <dgm:cxn modelId="{DD29C665-FF65-424C-A823-24177E6CB063}" type="presParOf" srcId="{CB03715B-A068-4682-8FA5-210A6140CD2C}" destId="{7F004CA5-B0E9-496F-AA40-7A3A5E497A9C}" srcOrd="2" destOrd="0" presId="urn:microsoft.com/office/officeart/2005/8/layout/hProcess11"/>
    <dgm:cxn modelId="{173CA422-5E60-4457-B3A9-1B194D65807E}" type="presParOf" srcId="{7F004CA5-B0E9-496F-AA40-7A3A5E497A9C}" destId="{2BBC2699-F541-4DEB-B17E-DEF76FE8B926}" srcOrd="0" destOrd="0" presId="urn:microsoft.com/office/officeart/2005/8/layout/hProcess11"/>
    <dgm:cxn modelId="{74DFBFED-06F2-49FA-9A07-F12D9BCF87F4}" type="presParOf" srcId="{7F004CA5-B0E9-496F-AA40-7A3A5E497A9C}" destId="{86CA4368-2338-4B75-B66D-A88B603EAF7B}" srcOrd="1" destOrd="0" presId="urn:microsoft.com/office/officeart/2005/8/layout/hProcess11"/>
    <dgm:cxn modelId="{98B6ED83-D632-4A71-9D56-F52D9A3BA441}" type="presParOf" srcId="{7F004CA5-B0E9-496F-AA40-7A3A5E497A9C}" destId="{5F395BF5-5851-4E05-97E9-6DC9139BE12A}" srcOrd="2" destOrd="0" presId="urn:microsoft.com/office/officeart/2005/8/layout/hProcess11"/>
    <dgm:cxn modelId="{0614A1FC-C970-4891-B8EF-BB3B32F0B199}" type="presParOf" srcId="{CB03715B-A068-4682-8FA5-210A6140CD2C}" destId="{2A47DFB6-FEE7-40BF-960E-0E3D50B7DFC4}" srcOrd="3" destOrd="0" presId="urn:microsoft.com/office/officeart/2005/8/layout/hProcess11"/>
    <dgm:cxn modelId="{5F8B02A0-2EF3-4A35-9BF7-1D81F54D581E}" type="presParOf" srcId="{CB03715B-A068-4682-8FA5-210A6140CD2C}" destId="{EDC9FD47-436E-441C-8055-588B494D871D}" srcOrd="4" destOrd="0" presId="urn:microsoft.com/office/officeart/2005/8/layout/hProcess11"/>
    <dgm:cxn modelId="{6EA6C034-FCC8-4EAA-9964-8EE8B249B6EE}" type="presParOf" srcId="{EDC9FD47-436E-441C-8055-588B494D871D}" destId="{A1107900-788C-484B-9B49-FCE1119A2912}" srcOrd="0" destOrd="0" presId="urn:microsoft.com/office/officeart/2005/8/layout/hProcess11"/>
    <dgm:cxn modelId="{CD20BD35-66B4-479E-BBAE-17F0B6D25DB6}" type="presParOf" srcId="{EDC9FD47-436E-441C-8055-588B494D871D}" destId="{49B81877-F874-49EB-B322-AC859823D95C}" srcOrd="1" destOrd="0" presId="urn:microsoft.com/office/officeart/2005/8/layout/hProcess11"/>
    <dgm:cxn modelId="{F9EF8847-8B05-4D7D-A419-0AEEFAF28C28}" type="presParOf" srcId="{EDC9FD47-436E-441C-8055-588B494D871D}" destId="{9986CEEF-ACC1-4F64-9C67-B871D6B3D74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10584-C22E-410B-9C13-CFB2D7176067}">
      <dsp:nvSpPr>
        <dsp:cNvPr id="0" name=""/>
        <dsp:cNvSpPr/>
      </dsp:nvSpPr>
      <dsp:spPr>
        <a:xfrm>
          <a:off x="0" y="1523999"/>
          <a:ext cx="8255000" cy="203200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0BF2F-6EB0-475C-B50C-5BD4D5CAF13C}">
      <dsp:nvSpPr>
        <dsp:cNvPr id="0" name=""/>
        <dsp:cNvSpPr/>
      </dsp:nvSpPr>
      <dsp:spPr>
        <a:xfrm>
          <a:off x="3627" y="0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b" anchorCtr="1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Branch A Root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A Child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A Grandchild with long text</a:t>
          </a:r>
        </a:p>
      </dsp:txBody>
      <dsp:txXfrm>
        <a:off x="3627" y="0"/>
        <a:ext cx="2394272" cy="2032000"/>
      </dsp:txXfrm>
    </dsp:sp>
    <dsp:sp modelId="{B6938B8E-A8E1-4F0B-9F56-DA3AC7A960B8}">
      <dsp:nvSpPr>
        <dsp:cNvPr id="0" name=""/>
        <dsp:cNvSpPr/>
      </dsp:nvSpPr>
      <dsp:spPr>
        <a:xfrm>
          <a:off x="946763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C2699-F541-4DEB-B17E-DEF76FE8B926}">
      <dsp:nvSpPr>
        <dsp:cNvPr id="0" name=""/>
        <dsp:cNvSpPr/>
      </dsp:nvSpPr>
      <dsp:spPr>
        <a:xfrm>
          <a:off x="2517613" y="3047999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1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Branch B Root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B Child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B Grandchild</a:t>
          </a:r>
        </a:p>
      </dsp:txBody>
      <dsp:txXfrm>
        <a:off x="2517613" y="3047999"/>
        <a:ext cx="2394272" cy="2032000"/>
      </dsp:txXfrm>
    </dsp:sp>
    <dsp:sp modelId="{86CA4368-2338-4B75-B66D-A88B603EAF7B}">
      <dsp:nvSpPr>
        <dsp:cNvPr id="0" name=""/>
        <dsp:cNvSpPr/>
      </dsp:nvSpPr>
      <dsp:spPr>
        <a:xfrm>
          <a:off x="3460750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07900-788C-484B-9B49-FCE1119A2912}">
      <dsp:nvSpPr>
        <dsp:cNvPr id="0" name=""/>
        <dsp:cNvSpPr/>
      </dsp:nvSpPr>
      <dsp:spPr>
        <a:xfrm>
          <a:off x="5031599" y="0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b" anchorCtr="1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Branch C Root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C Child</a:t>
          </a:r>
        </a:p>
      </dsp:txBody>
      <dsp:txXfrm>
        <a:off x="5031599" y="0"/>
        <a:ext cx="2394272" cy="2032000"/>
      </dsp:txXfrm>
    </dsp:sp>
    <dsp:sp modelId="{49B81877-F874-49EB-B322-AC859823D95C}">
      <dsp:nvSpPr>
        <dsp:cNvPr id="0" name=""/>
        <dsp:cNvSpPr/>
      </dsp:nvSpPr>
      <dsp:spPr>
        <a:xfrm>
          <a:off x="5974736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AAF44-B97A-CB59-007E-800ECCD64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9A5E5-F483-C4EC-1E3E-DE6F3D476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9E717-75A8-AE27-6250-1E7589A0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4B29C-393A-E008-609A-AB9950DB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AE6C-696E-3F55-39AC-0206498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B4BAF-3373-C9C9-D4EF-8FECF20E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8BC4A-5CA5-2F88-265F-192A3720C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03D6A-FC4C-7F29-D387-3AAF75D3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AC4DF-0AF0-D970-B066-14F1E2FB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880C6-8F75-519A-CCEF-7A50DA8D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70B5-F6C7-ABA7-A3B6-562793E0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B50ED-E9FC-6FEF-A2B1-F0838A6D2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9086-AA88-6E8A-97E5-7B178E141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11B77-4FBE-9BAB-5083-7404EC59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4E2C7-894E-F8D0-0B6B-99D45FF7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7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C742-29AC-A16A-A2D0-6EA71AE7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EC129-ED97-167B-D615-160C02105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FBE01-6107-DE66-807A-D82013241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8E5A1-B345-C047-DC54-38077AF6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AB6B9-C069-DB5D-3522-70797144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04E86-1900-D389-5838-2B920C44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827B-BA5F-D4A9-25B8-7D3C1A8C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4B6B-716F-1EFE-97FB-46570780B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ED2B7-7E6F-46CE-1A7C-2577EC6C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CB7B1-2BE9-7BBA-945E-57A196E86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43A36-ACF1-744E-7BD0-886279D66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852AE-B23B-F8E4-BC97-7A3CCC86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3B69A-8165-6168-8336-7A32F7AC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22B5E-88C7-C347-6392-80FDB932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1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7FE3-F625-046C-740A-FF3F292B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F3BD7-F5FE-FA8A-997B-354CC8B4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21BE2-0C0D-8046-33EB-575914AA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CFE42-6DFE-F984-399E-8881BE9E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21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B584D-D202-357B-3F07-F870CBD7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7E955-0231-7742-0206-0AD043E5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BBECC-6B23-62FF-34E1-6D1AC2DA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29B4-F9DC-5953-4310-8C1585BE8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581FF-5F02-1DBE-AFC9-9669F28F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96FD9-EC20-52B1-0DFB-8CDFE3C47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EB444-264C-C649-2BFC-1E845475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43EFB-70B4-F8A2-2ECD-48BEB064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B9B96-3435-D975-3D84-0B37EE17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5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F504-DB7F-8D84-7E3D-FCC3B370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795A6-BF75-AAFD-93FD-6075DBA3D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FF258-BCCA-EE58-3163-95B056D2A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22E8E-FBBB-1295-ED7C-9A3564B4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FB4C7-7F2C-2335-7C19-CBEB95A0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19817-C54F-15AF-D3FD-CD19BF23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5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3A6C-840F-14C8-23BC-489747B6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2D453-5C49-C941-EDFB-BFA10145B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274F5-FAAE-F288-E2E8-8B352587C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546DA-BBF7-A5EB-8178-D10AD50B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634E-4BEC-D395-09A2-F19C872E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5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223D4-F128-0DAD-785F-67B9C4A3F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B2E80-1A40-8F8E-180C-1E4D74FAF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F9242-DD9C-CA39-D037-B55BD360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CC46-6793-0E2C-CA92-E40B01C9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2CE8C-90B3-A182-2C9A-2053AF07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0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A6B00-01A0-029E-3D1C-58786105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7DBC0-186E-059B-777B-FE25A9590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035F5-C6D1-75A1-84BD-577697868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F10AE-2C05-4BD4-98CF-8AEC352D4C7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6705-548F-492B-95D7-1DCDF5C87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B9B11-9F58-3A78-ECCD-9BDCDC704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94BD8-50B6-4724-AF2A-E89C5909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1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BB46A31-D0B3-942B-1977-2FEEF6B8E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541893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754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2026-09-06T08:13:36Z</dcterms:created>
  <dcterms:modified xsi:type="dcterms:W3CDTF">2026-09-06T08:13:36Z</dcterms:modified>
</cp:coreProperties>
</file>