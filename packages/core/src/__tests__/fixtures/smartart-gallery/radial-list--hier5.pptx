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455801-9488-4A7A-968C-B1E5E257754B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965943-7E2F-4588-B7A8-72BEA454F59A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56691BDA-0613-458D-B95C-28C63056A0D2}" type="parTrans" cxnId="{12E77347-9004-4361-915A-2B967840E0B6}">
      <dgm:prSet/>
      <dgm:spPr/>
    </dgm:pt>
    <dgm:pt modelId="{71AF1D2D-B8DC-4930-9C6C-A2ECCA741BD0}" type="sibTrans" cxnId="{12E77347-9004-4361-915A-2B967840E0B6}">
      <dgm:prSet/>
      <dgm:spPr/>
    </dgm:pt>
    <dgm:pt modelId="{490F3ACC-777A-4AF6-A60F-4761F1FFCB19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25F41D82-D17E-42EE-B16B-F7D139556F78}" type="parTrans" cxnId="{62599BAA-0E06-4A40-AAF0-19CAA9190E5A}">
      <dgm:prSet/>
      <dgm:spPr/>
    </dgm:pt>
    <dgm:pt modelId="{7E5AF453-A8DA-4237-BFDE-298793E9C027}" type="sibTrans" cxnId="{62599BAA-0E06-4A40-AAF0-19CAA9190E5A}">
      <dgm:prSet/>
      <dgm:spPr/>
    </dgm:pt>
    <dgm:pt modelId="{B4E14DAB-AFB4-44C4-958D-AF7B27234B9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C31B6DB6-DEBA-4701-8F07-58D274A39EFB}" type="parTrans" cxnId="{7DC72D71-33F5-4717-9B09-91B119CFC2DD}">
      <dgm:prSet/>
      <dgm:spPr/>
    </dgm:pt>
    <dgm:pt modelId="{DAC9CC2B-BBDB-4577-B58C-5A0BC1E9B12B}" type="sibTrans" cxnId="{7DC72D71-33F5-4717-9B09-91B119CFC2DD}">
      <dgm:prSet/>
      <dgm:spPr/>
    </dgm:pt>
    <dgm:pt modelId="{7CD51A0C-CF63-40A5-A796-2D973992F2D2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6ED6F742-DABD-4A42-8EC7-75DEEEABF16A}" type="parTrans" cxnId="{2392E989-BFAB-427F-9744-6ECC6BD63AA7}">
      <dgm:prSet/>
      <dgm:spPr/>
    </dgm:pt>
    <dgm:pt modelId="{38801615-71FB-43B4-BE4A-6342B9F27204}" type="sibTrans" cxnId="{2392E989-BFAB-427F-9744-6ECC6BD63AA7}">
      <dgm:prSet/>
      <dgm:spPr/>
    </dgm:pt>
    <dgm:pt modelId="{2B87B73D-C100-4E95-89CD-700BDA2D7848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CB158D5-10FE-453C-82CB-A54E98E3D9F3}" type="parTrans" cxnId="{00B8BF4E-99B7-435D-9915-FFF5F79313FC}">
      <dgm:prSet/>
      <dgm:spPr/>
    </dgm:pt>
    <dgm:pt modelId="{B31457F3-458B-478A-B32B-794F827C64A9}" type="sibTrans" cxnId="{00B8BF4E-99B7-435D-9915-FFF5F79313FC}">
      <dgm:prSet/>
      <dgm:spPr/>
    </dgm:pt>
    <dgm:pt modelId="{2D3CB9E3-7BCF-44BF-8BEB-4E95CD5C7108}" type="pres">
      <dgm:prSet presAssocID="{E7455801-9488-4A7A-968C-B1E5E257754B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EAC9CB25-03B2-44B2-9BEF-9FA042A4FC81}" type="pres">
      <dgm:prSet presAssocID="{E7455801-9488-4A7A-968C-B1E5E257754B}" presName="cycle" presStyleCnt="0"/>
      <dgm:spPr/>
    </dgm:pt>
    <dgm:pt modelId="{C04D0739-B7EC-44E3-AF9D-B966CD351230}" type="pres">
      <dgm:prSet presAssocID="{E7455801-9488-4A7A-968C-B1E5E257754B}" presName="centerShape" presStyleCnt="0"/>
      <dgm:spPr/>
    </dgm:pt>
    <dgm:pt modelId="{EE140525-3074-4ADD-A484-844A7158B43A}" type="pres">
      <dgm:prSet presAssocID="{E7455801-9488-4A7A-968C-B1E5E257754B}" presName="connSite" presStyleLbl="node1" presStyleIdx="0" presStyleCnt="4"/>
      <dgm:spPr/>
    </dgm:pt>
    <dgm:pt modelId="{59D1E86B-2D77-4485-A616-7F2D29A3A0F8}" type="pres">
      <dgm:prSet presAssocID="{E7455801-9488-4A7A-968C-B1E5E257754B}" presName="visible" presStyleLbl="node1" presStyleIdx="0" presStyleCnt="4"/>
      <dgm:spPr/>
    </dgm:pt>
    <dgm:pt modelId="{26BA9DFF-609E-43D8-BAFD-A213DFA0D030}" type="pres">
      <dgm:prSet presAssocID="{56691BDA-0613-458D-B95C-28C63056A0D2}" presName="Name25" presStyleLbl="parChTrans1D1" presStyleIdx="0" presStyleCnt="3"/>
      <dgm:spPr/>
    </dgm:pt>
    <dgm:pt modelId="{88832077-49D9-4907-B460-65DBA382ACF1}" type="pres">
      <dgm:prSet presAssocID="{59965943-7E2F-4588-B7A8-72BEA454F59A}" presName="node" presStyleCnt="0"/>
      <dgm:spPr/>
    </dgm:pt>
    <dgm:pt modelId="{81B25F0A-26AD-466A-9F09-C44A52CF4269}" type="pres">
      <dgm:prSet presAssocID="{59965943-7E2F-4588-B7A8-72BEA454F59A}" presName="parentNode" presStyleLbl="node1" presStyleIdx="1" presStyleCnt="4">
        <dgm:presLayoutVars>
          <dgm:chMax val="1"/>
          <dgm:bulletEnabled val="1"/>
        </dgm:presLayoutVars>
      </dgm:prSet>
      <dgm:spPr/>
    </dgm:pt>
    <dgm:pt modelId="{0A46D3D6-31F0-4C1D-9011-3809D37FC03A}" type="pres">
      <dgm:prSet presAssocID="{59965943-7E2F-4588-B7A8-72BEA454F59A}" presName="childNode" presStyleLbl="revTx" presStyleIdx="0" presStyleCnt="2">
        <dgm:presLayoutVars>
          <dgm:bulletEnabled val="1"/>
        </dgm:presLayoutVars>
      </dgm:prSet>
      <dgm:spPr/>
    </dgm:pt>
    <dgm:pt modelId="{ABAB920C-C26E-4CA7-A3A6-EB54A29085BD}" type="pres">
      <dgm:prSet presAssocID="{C31B6DB6-DEBA-4701-8F07-58D274A39EFB}" presName="Name25" presStyleLbl="parChTrans1D1" presStyleIdx="1" presStyleCnt="3"/>
      <dgm:spPr/>
    </dgm:pt>
    <dgm:pt modelId="{90A6AD2B-1F24-4C19-92F3-ECDA697DE155}" type="pres">
      <dgm:prSet presAssocID="{B4E14DAB-AFB4-44C4-958D-AF7B27234B90}" presName="node" presStyleCnt="0"/>
      <dgm:spPr/>
    </dgm:pt>
    <dgm:pt modelId="{99FCB0A0-E569-4F4E-AEED-8E1988489F2F}" type="pres">
      <dgm:prSet presAssocID="{B4E14DAB-AFB4-44C4-958D-AF7B27234B90}" presName="parentNode" presStyleLbl="node1" presStyleIdx="2" presStyleCnt="4">
        <dgm:presLayoutVars>
          <dgm:chMax val="1"/>
          <dgm:bulletEnabled val="1"/>
        </dgm:presLayoutVars>
      </dgm:prSet>
      <dgm:spPr/>
    </dgm:pt>
    <dgm:pt modelId="{A4D0E6EE-5E41-41C5-8980-3A79ED17E391}" type="pres">
      <dgm:prSet presAssocID="{B4E14DAB-AFB4-44C4-958D-AF7B27234B90}" presName="childNode" presStyleLbl="revTx" presStyleIdx="0" presStyleCnt="2">
        <dgm:presLayoutVars>
          <dgm:bulletEnabled val="1"/>
        </dgm:presLayoutVars>
      </dgm:prSet>
      <dgm:spPr/>
    </dgm:pt>
    <dgm:pt modelId="{A312DC82-DCA3-4468-BEEA-96722B98E937}" type="pres">
      <dgm:prSet presAssocID="{6ED6F742-DABD-4A42-8EC7-75DEEEABF16A}" presName="Name25" presStyleLbl="parChTrans1D1" presStyleIdx="2" presStyleCnt="3"/>
      <dgm:spPr/>
    </dgm:pt>
    <dgm:pt modelId="{BF90DCE4-C75A-4624-879D-F0BB42CC0313}" type="pres">
      <dgm:prSet presAssocID="{7CD51A0C-CF63-40A5-A796-2D973992F2D2}" presName="node" presStyleCnt="0"/>
      <dgm:spPr/>
    </dgm:pt>
    <dgm:pt modelId="{74F4F147-614E-4761-A693-EBD618135827}" type="pres">
      <dgm:prSet presAssocID="{7CD51A0C-CF63-40A5-A796-2D973992F2D2}" presName="parentNode" presStyleLbl="node1" presStyleIdx="3" presStyleCnt="4">
        <dgm:presLayoutVars>
          <dgm:chMax val="1"/>
          <dgm:bulletEnabled val="1"/>
        </dgm:presLayoutVars>
      </dgm:prSet>
      <dgm:spPr/>
    </dgm:pt>
    <dgm:pt modelId="{FEA18BEE-08D1-4196-8B56-C4424B1B481C}" type="pres">
      <dgm:prSet presAssocID="{7CD51A0C-CF63-40A5-A796-2D973992F2D2}" presName="childNode" presStyleLbl="revTx" presStyleIdx="1" presStyleCnt="2">
        <dgm:presLayoutVars>
          <dgm:bulletEnabled val="1"/>
        </dgm:presLayoutVars>
      </dgm:prSet>
      <dgm:spPr/>
    </dgm:pt>
  </dgm:ptLst>
  <dgm:cxnLst>
    <dgm:cxn modelId="{BFD55D1E-39E2-48CC-AF62-65254F662D32}" type="presOf" srcId="{7CD51A0C-CF63-40A5-A796-2D973992F2D2}" destId="{74F4F147-614E-4761-A693-EBD618135827}" srcOrd="0" destOrd="0" presId="urn:microsoft.com/office/officeart/2005/8/layout/radial2"/>
    <dgm:cxn modelId="{EF5A272B-E412-435D-A56B-DAAECB841EEA}" type="presOf" srcId="{B4E14DAB-AFB4-44C4-958D-AF7B27234B90}" destId="{99FCB0A0-E569-4F4E-AEED-8E1988489F2F}" srcOrd="0" destOrd="0" presId="urn:microsoft.com/office/officeart/2005/8/layout/radial2"/>
    <dgm:cxn modelId="{12E77347-9004-4361-915A-2B967840E0B6}" srcId="{E7455801-9488-4A7A-968C-B1E5E257754B}" destId="{59965943-7E2F-4588-B7A8-72BEA454F59A}" srcOrd="0" destOrd="0" parTransId="{56691BDA-0613-458D-B95C-28C63056A0D2}" sibTransId="{71AF1D2D-B8DC-4930-9C6C-A2ECCA741BD0}"/>
    <dgm:cxn modelId="{51CFDA4B-9BFD-424B-9E22-7D57EA38F11A}" type="presOf" srcId="{E7455801-9488-4A7A-968C-B1E5E257754B}" destId="{2D3CB9E3-7BCF-44BF-8BEB-4E95CD5C7108}" srcOrd="0" destOrd="0" presId="urn:microsoft.com/office/officeart/2005/8/layout/radial2"/>
    <dgm:cxn modelId="{00B8BF4E-99B7-435D-9915-FFF5F79313FC}" srcId="{7CD51A0C-CF63-40A5-A796-2D973992F2D2}" destId="{2B87B73D-C100-4E95-89CD-700BDA2D7848}" srcOrd="0" destOrd="0" parTransId="{4CB158D5-10FE-453C-82CB-A54E98E3D9F3}" sibTransId="{B31457F3-458B-478A-B32B-794F827C64A9}"/>
    <dgm:cxn modelId="{7DC72D71-33F5-4717-9B09-91B119CFC2DD}" srcId="{E7455801-9488-4A7A-968C-B1E5E257754B}" destId="{B4E14DAB-AFB4-44C4-958D-AF7B27234B90}" srcOrd="1" destOrd="0" parTransId="{C31B6DB6-DEBA-4701-8F07-58D274A39EFB}" sibTransId="{DAC9CC2B-BBDB-4577-B58C-5A0BC1E9B12B}"/>
    <dgm:cxn modelId="{E1ECE482-AD2F-4DFF-BD7A-C9050327B984}" type="presOf" srcId="{2B87B73D-C100-4E95-89CD-700BDA2D7848}" destId="{FEA18BEE-08D1-4196-8B56-C4424B1B481C}" srcOrd="0" destOrd="0" presId="urn:microsoft.com/office/officeart/2005/8/layout/radial2"/>
    <dgm:cxn modelId="{DAE0DD87-9314-470B-8D58-82A9D430482F}" type="presOf" srcId="{6ED6F742-DABD-4A42-8EC7-75DEEEABF16A}" destId="{A312DC82-DCA3-4468-BEEA-96722B98E937}" srcOrd="0" destOrd="0" presId="urn:microsoft.com/office/officeart/2005/8/layout/radial2"/>
    <dgm:cxn modelId="{2392E989-BFAB-427F-9744-6ECC6BD63AA7}" srcId="{E7455801-9488-4A7A-968C-B1E5E257754B}" destId="{7CD51A0C-CF63-40A5-A796-2D973992F2D2}" srcOrd="2" destOrd="0" parTransId="{6ED6F742-DABD-4A42-8EC7-75DEEEABF16A}" sibTransId="{38801615-71FB-43B4-BE4A-6342B9F27204}"/>
    <dgm:cxn modelId="{A8C0B38A-61E2-4425-BC9E-6902DA6D22B3}" type="presOf" srcId="{C31B6DB6-DEBA-4701-8F07-58D274A39EFB}" destId="{ABAB920C-C26E-4CA7-A3A6-EB54A29085BD}" srcOrd="0" destOrd="0" presId="urn:microsoft.com/office/officeart/2005/8/layout/radial2"/>
    <dgm:cxn modelId="{62599BAA-0E06-4A40-AAF0-19CAA9190E5A}" srcId="{59965943-7E2F-4588-B7A8-72BEA454F59A}" destId="{490F3ACC-777A-4AF6-A60F-4761F1FFCB19}" srcOrd="0" destOrd="0" parTransId="{25F41D82-D17E-42EE-B16B-F7D139556F78}" sibTransId="{7E5AF453-A8DA-4237-BFDE-298793E9C027}"/>
    <dgm:cxn modelId="{11CB96D3-D91A-47EC-9A72-986B38AC1767}" type="presOf" srcId="{56691BDA-0613-458D-B95C-28C63056A0D2}" destId="{26BA9DFF-609E-43D8-BAFD-A213DFA0D030}" srcOrd="0" destOrd="0" presId="urn:microsoft.com/office/officeart/2005/8/layout/radial2"/>
    <dgm:cxn modelId="{AD8C4BF7-3DBC-4F2E-A169-398CF24E8337}" type="presOf" srcId="{59965943-7E2F-4588-B7A8-72BEA454F59A}" destId="{81B25F0A-26AD-466A-9F09-C44A52CF4269}" srcOrd="0" destOrd="0" presId="urn:microsoft.com/office/officeart/2005/8/layout/radial2"/>
    <dgm:cxn modelId="{D5E1A6FF-17A5-4074-937A-2C5397D2411E}" type="presOf" srcId="{490F3ACC-777A-4AF6-A60F-4761F1FFCB19}" destId="{0A46D3D6-31F0-4C1D-9011-3809D37FC03A}" srcOrd="0" destOrd="0" presId="urn:microsoft.com/office/officeart/2005/8/layout/radial2"/>
    <dgm:cxn modelId="{3DC3170E-7EE5-43D4-9CED-699508B90090}" type="presParOf" srcId="{2D3CB9E3-7BCF-44BF-8BEB-4E95CD5C7108}" destId="{EAC9CB25-03B2-44B2-9BEF-9FA042A4FC81}" srcOrd="0" destOrd="0" presId="urn:microsoft.com/office/officeart/2005/8/layout/radial2"/>
    <dgm:cxn modelId="{B34D0F25-76D1-4258-914D-79305175DA9F}" type="presParOf" srcId="{EAC9CB25-03B2-44B2-9BEF-9FA042A4FC81}" destId="{C04D0739-B7EC-44E3-AF9D-B966CD351230}" srcOrd="0" destOrd="0" presId="urn:microsoft.com/office/officeart/2005/8/layout/radial2"/>
    <dgm:cxn modelId="{3249FB39-4B7C-4426-AED7-D887CAC07B31}" type="presParOf" srcId="{C04D0739-B7EC-44E3-AF9D-B966CD351230}" destId="{EE140525-3074-4ADD-A484-844A7158B43A}" srcOrd="0" destOrd="0" presId="urn:microsoft.com/office/officeart/2005/8/layout/radial2"/>
    <dgm:cxn modelId="{DFFC5C1D-B690-400C-BDAD-1B97F77B5C80}" type="presParOf" srcId="{C04D0739-B7EC-44E3-AF9D-B966CD351230}" destId="{59D1E86B-2D77-4485-A616-7F2D29A3A0F8}" srcOrd="1" destOrd="0" presId="urn:microsoft.com/office/officeart/2005/8/layout/radial2"/>
    <dgm:cxn modelId="{1CF873B6-4523-4D70-92E7-2F65E37FD511}" type="presParOf" srcId="{EAC9CB25-03B2-44B2-9BEF-9FA042A4FC81}" destId="{26BA9DFF-609E-43D8-BAFD-A213DFA0D030}" srcOrd="1" destOrd="0" presId="urn:microsoft.com/office/officeart/2005/8/layout/radial2"/>
    <dgm:cxn modelId="{A167ECEF-280F-4B62-B232-C60A88A9B317}" type="presParOf" srcId="{EAC9CB25-03B2-44B2-9BEF-9FA042A4FC81}" destId="{88832077-49D9-4907-B460-65DBA382ACF1}" srcOrd="2" destOrd="0" presId="urn:microsoft.com/office/officeart/2005/8/layout/radial2"/>
    <dgm:cxn modelId="{5918EF7F-A0B1-45C0-B166-1494928D1277}" type="presParOf" srcId="{88832077-49D9-4907-B460-65DBA382ACF1}" destId="{81B25F0A-26AD-466A-9F09-C44A52CF4269}" srcOrd="0" destOrd="0" presId="urn:microsoft.com/office/officeart/2005/8/layout/radial2"/>
    <dgm:cxn modelId="{6C70C475-C1CF-46D5-9C70-A021D8E00D6C}" type="presParOf" srcId="{88832077-49D9-4907-B460-65DBA382ACF1}" destId="{0A46D3D6-31F0-4C1D-9011-3809D37FC03A}" srcOrd="1" destOrd="0" presId="urn:microsoft.com/office/officeart/2005/8/layout/radial2"/>
    <dgm:cxn modelId="{B49AED11-0736-4A92-B393-BE8488BCA24A}" type="presParOf" srcId="{EAC9CB25-03B2-44B2-9BEF-9FA042A4FC81}" destId="{ABAB920C-C26E-4CA7-A3A6-EB54A29085BD}" srcOrd="3" destOrd="0" presId="urn:microsoft.com/office/officeart/2005/8/layout/radial2"/>
    <dgm:cxn modelId="{0A5EADF0-18EB-4410-B849-A394BCD4FE34}" type="presParOf" srcId="{EAC9CB25-03B2-44B2-9BEF-9FA042A4FC81}" destId="{90A6AD2B-1F24-4C19-92F3-ECDA697DE155}" srcOrd="4" destOrd="0" presId="urn:microsoft.com/office/officeart/2005/8/layout/radial2"/>
    <dgm:cxn modelId="{61BD9390-9FEC-4EA4-89BC-5D25E3839498}" type="presParOf" srcId="{90A6AD2B-1F24-4C19-92F3-ECDA697DE155}" destId="{99FCB0A0-E569-4F4E-AEED-8E1988489F2F}" srcOrd="0" destOrd="0" presId="urn:microsoft.com/office/officeart/2005/8/layout/radial2"/>
    <dgm:cxn modelId="{0E6E11B8-80B9-418A-A6CC-9333F3201AE0}" type="presParOf" srcId="{90A6AD2B-1F24-4C19-92F3-ECDA697DE155}" destId="{A4D0E6EE-5E41-41C5-8980-3A79ED17E391}" srcOrd="1" destOrd="0" presId="urn:microsoft.com/office/officeart/2005/8/layout/radial2"/>
    <dgm:cxn modelId="{22FFCEF4-84E7-4380-B645-FA217BDDDC55}" type="presParOf" srcId="{EAC9CB25-03B2-44B2-9BEF-9FA042A4FC81}" destId="{A312DC82-DCA3-4468-BEEA-96722B98E937}" srcOrd="5" destOrd="0" presId="urn:microsoft.com/office/officeart/2005/8/layout/radial2"/>
    <dgm:cxn modelId="{DBF024AC-C257-4FC7-8F64-17ED9E34D350}" type="presParOf" srcId="{EAC9CB25-03B2-44B2-9BEF-9FA042A4FC81}" destId="{BF90DCE4-C75A-4624-879D-F0BB42CC0313}" srcOrd="6" destOrd="0" presId="urn:microsoft.com/office/officeart/2005/8/layout/radial2"/>
    <dgm:cxn modelId="{E9810306-93E8-40E6-B9C1-FA7360F6899C}" type="presParOf" srcId="{BF90DCE4-C75A-4624-879D-F0BB42CC0313}" destId="{74F4F147-614E-4761-A693-EBD618135827}" srcOrd="0" destOrd="0" presId="urn:microsoft.com/office/officeart/2005/8/layout/radial2"/>
    <dgm:cxn modelId="{0A84D2DF-1A53-4FC6-9120-F5C5C9704BA7}" type="presParOf" srcId="{BF90DCE4-C75A-4624-879D-F0BB42CC0313}" destId="{FEA18BEE-08D1-4196-8B56-C4424B1B481C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12DC82-DCA3-4468-BEEA-96722B98E937}">
      <dsp:nvSpPr>
        <dsp:cNvPr id="0" name=""/>
        <dsp:cNvSpPr/>
      </dsp:nvSpPr>
      <dsp:spPr>
        <a:xfrm rot="2563181">
          <a:off x="2732556" y="3562661"/>
          <a:ext cx="766044" cy="53261"/>
        </a:xfrm>
        <a:custGeom>
          <a:avLst/>
          <a:gdLst/>
          <a:ahLst/>
          <a:cxnLst/>
          <a:rect l="0" t="0" r="0" b="0"/>
          <a:pathLst>
            <a:path>
              <a:moveTo>
                <a:pt x="0" y="26630"/>
              </a:moveTo>
              <a:lnTo>
                <a:pt x="766044" y="266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AB920C-C26E-4CA7-A3A6-EB54A29085BD}">
      <dsp:nvSpPr>
        <dsp:cNvPr id="0" name=""/>
        <dsp:cNvSpPr/>
      </dsp:nvSpPr>
      <dsp:spPr>
        <a:xfrm>
          <a:off x="2834179" y="2513369"/>
          <a:ext cx="852365" cy="53261"/>
        </a:xfrm>
        <a:custGeom>
          <a:avLst/>
          <a:gdLst/>
          <a:ahLst/>
          <a:cxnLst/>
          <a:rect l="0" t="0" r="0" b="0"/>
          <a:pathLst>
            <a:path>
              <a:moveTo>
                <a:pt x="0" y="26630"/>
              </a:moveTo>
              <a:lnTo>
                <a:pt x="852365" y="266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BA9DFF-609E-43D8-BAFD-A213DFA0D030}">
      <dsp:nvSpPr>
        <dsp:cNvPr id="0" name=""/>
        <dsp:cNvSpPr/>
      </dsp:nvSpPr>
      <dsp:spPr>
        <a:xfrm rot="19036819">
          <a:off x="2732556" y="1464076"/>
          <a:ext cx="766044" cy="53261"/>
        </a:xfrm>
        <a:custGeom>
          <a:avLst/>
          <a:gdLst/>
          <a:ahLst/>
          <a:cxnLst/>
          <a:rect l="0" t="0" r="0" b="0"/>
          <a:pathLst>
            <a:path>
              <a:moveTo>
                <a:pt x="0" y="26630"/>
              </a:moveTo>
              <a:lnTo>
                <a:pt x="766044" y="266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D1E86B-2D77-4485-A616-7F2D29A3A0F8}">
      <dsp:nvSpPr>
        <dsp:cNvPr id="0" name=""/>
        <dsp:cNvSpPr/>
      </dsp:nvSpPr>
      <dsp:spPr>
        <a:xfrm>
          <a:off x="757934" y="1318679"/>
          <a:ext cx="2442641" cy="2442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25F0A-26AD-466A-9F09-C44A52CF4269}">
      <dsp:nvSpPr>
        <dsp:cNvPr id="0" name=""/>
        <dsp:cNvSpPr/>
      </dsp:nvSpPr>
      <dsp:spPr>
        <a:xfrm>
          <a:off x="3202554" y="932"/>
          <a:ext cx="1465584" cy="14655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One</a:t>
          </a:r>
        </a:p>
      </dsp:txBody>
      <dsp:txXfrm>
        <a:off x="3417184" y="215562"/>
        <a:ext cx="1036324" cy="1036324"/>
      </dsp:txXfrm>
    </dsp:sp>
    <dsp:sp modelId="{0A46D3D6-31F0-4C1D-9011-3809D37FC03A}">
      <dsp:nvSpPr>
        <dsp:cNvPr id="0" name=""/>
        <dsp:cNvSpPr/>
      </dsp:nvSpPr>
      <dsp:spPr>
        <a:xfrm>
          <a:off x="4814698" y="932"/>
          <a:ext cx="2198377" cy="1465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Node Two has a longer label</a:t>
          </a:r>
        </a:p>
      </dsp:txBody>
      <dsp:txXfrm>
        <a:off x="4814698" y="932"/>
        <a:ext cx="2198377" cy="1465584"/>
      </dsp:txXfrm>
    </dsp:sp>
    <dsp:sp modelId="{99FCB0A0-E569-4F4E-AEED-8E1988489F2F}">
      <dsp:nvSpPr>
        <dsp:cNvPr id="0" name=""/>
        <dsp:cNvSpPr/>
      </dsp:nvSpPr>
      <dsp:spPr>
        <a:xfrm>
          <a:off x="3686544" y="1807207"/>
          <a:ext cx="1465584" cy="14655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Three</a:t>
          </a:r>
        </a:p>
      </dsp:txBody>
      <dsp:txXfrm>
        <a:off x="3901174" y="2021837"/>
        <a:ext cx="1036324" cy="1036324"/>
      </dsp:txXfrm>
    </dsp:sp>
    <dsp:sp modelId="{74F4F147-614E-4761-A693-EBD618135827}">
      <dsp:nvSpPr>
        <dsp:cNvPr id="0" name=""/>
        <dsp:cNvSpPr/>
      </dsp:nvSpPr>
      <dsp:spPr>
        <a:xfrm>
          <a:off x="3202554" y="3613482"/>
          <a:ext cx="1465584" cy="14655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Four</a:t>
          </a:r>
        </a:p>
      </dsp:txBody>
      <dsp:txXfrm>
        <a:off x="3417184" y="3828112"/>
        <a:ext cx="1036324" cy="1036324"/>
      </dsp:txXfrm>
    </dsp:sp>
    <dsp:sp modelId="{FEA18BEE-08D1-4196-8B56-C4424B1B481C}">
      <dsp:nvSpPr>
        <dsp:cNvPr id="0" name=""/>
        <dsp:cNvSpPr/>
      </dsp:nvSpPr>
      <dsp:spPr>
        <a:xfrm>
          <a:off x="4814698" y="3613482"/>
          <a:ext cx="2198377" cy="1465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Node Five</a:t>
          </a:r>
        </a:p>
      </dsp:txBody>
      <dsp:txXfrm>
        <a:off x="4814698" y="3613482"/>
        <a:ext cx="2198377" cy="1465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BD80-D46E-788C-EAFD-3E6E98C9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FDFB8-D33C-10D8-6C60-C09C9FB6D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19A40-EA31-069F-8152-D381BB3F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3AA67-25E3-BCA0-B3DB-A095E8FF3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2BD8B-C063-735D-E9FD-9A5D27E5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8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686C-DC95-0993-E09E-7B1B23046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E0672-1188-28BF-5DF8-80B0B16A1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1F583-7DD7-8CE3-D8C5-4A7EA514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DA63D-CFF4-ED7D-0005-8302CFFD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6B8FE-BF35-FAFC-0B68-1D55D27F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13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196E-8A3B-50EF-DD98-32113ABCA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275AB-946B-9576-D0A5-F1C1B58A0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AE061-553F-87EA-4383-4F843066E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1ACA7-88DC-3C39-4E51-E8D91F701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C4798-2DB5-90A7-A3A3-1E4D9806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24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467A-C907-A8B2-49B4-E4E16B94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AFEE1-CEC1-4814-0F71-67C45C6EA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27BBD-AA63-43EF-CE4D-B70F9FB7F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7CED1-9181-E19C-1410-CD5F7E73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0C3D1-3CAA-E2C8-290F-F8604DA0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053CE-043A-F307-A7AD-8E7CF64D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8A44-9798-35E7-DC01-D9BE1561C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E6813-84C6-C00A-6C4A-EBE5CEBE7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2E533-8282-FC81-C13D-F6445AD14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4862D-D67E-2E99-12B0-DF1E737E2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3A571-3059-43F0-8B82-75476B365A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569D06-1B00-FCC5-DB4A-EA573795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C2DF6-994A-2C10-3954-3AFAFDFF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9F946-0299-7F64-C832-B43016B9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0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5767-18C4-3829-A5F8-4DD2BF8E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ED38E3-15F6-1AAE-7B4E-B6242955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33FCA-0D66-39D4-765E-7E72AE9D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43BE7-0E64-D5F6-559C-9CC2E0461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53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AE5E97-9041-DF2B-AB7C-4C74880C3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0BA354-A8FD-2DFC-B1D8-4D304E5EF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CF110-6F7A-90F2-702F-7329C58B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66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04A2-CE25-EA20-A960-216A635A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1AA2F-29FE-D388-D38B-47F6CB92C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B8C8E-D2CF-6744-091D-5DB4D85DB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40D34-B42A-538D-2D71-FA4F404E8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AE350-9900-9A0F-A8F8-AB1452DF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60EF4-C6F2-65D3-5074-14B134D7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9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D9F8-6CE0-8BCB-52C9-C7CDAE720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F7C296-9205-FA7D-E4B5-0BEF5159F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3446A-D57C-23CA-7857-821DEC686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7767B-BDF2-543C-3302-2F2FA55BC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A9D6F-BC9B-6D36-880B-375C87588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891A8-249C-8D57-1936-1A9707D7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28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32B70-BEEF-EFC8-5BFA-6DA8613E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FC580-ECB7-C260-27B0-05CCBA20C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CB084-A50E-CC2F-C669-C5CF9AEA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5FA19-0122-B42B-1EC7-962C301C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A8832-7FBA-C85B-826B-402E3662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5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684B8-2F01-FF5E-23D6-77304AFCCD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0C214-FF6D-68AA-9497-065007EFB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BFCA8-1A3B-3F96-DDC6-73ECC107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90CAC-DE89-41AF-EA9B-CB5D80546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9DA8D-898C-3607-A220-87DF5E8D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4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2B9907-914D-6F9A-0DEE-7A49A770F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46C60-1B3B-AF70-EA97-37C24A5D7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B8355-BE86-6EDC-CBF2-7FF0D9AD6D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4026E-6203-4198-B9D4-CA64F1AB66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8CBE3-D2DF-1B10-48EC-247111B278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6CD46-45AE-CA0A-90C2-911D47612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9DD74-E85C-4A8A-8EA8-AE41595F3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6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49CAA83-B493-0C2B-1ED7-B53C171855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180036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5484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2026-09-06T08:14:40Z</dcterms:created>
  <dcterms:modified xsi:type="dcterms:W3CDTF">2026-09-06T08:14:41Z</dcterms:modified>
</cp:coreProperties>
</file>