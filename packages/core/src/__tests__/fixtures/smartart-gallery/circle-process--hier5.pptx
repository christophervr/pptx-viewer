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2A1DE1-BFDB-416C-804B-F2F90361F6EC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17D88C-9B7A-4E9F-8FA8-55974CA9596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C5ACE5E-6A4A-43A5-8548-0C586A8273F3}" type="parTrans" cxnId="{BE3A4D38-3EBD-4DAF-99E9-E44751F5B163}">
      <dgm:prSet/>
      <dgm:spPr/>
    </dgm:pt>
    <dgm:pt modelId="{F00B22EA-8AAC-49C4-8559-96D1C037034F}" type="sibTrans" cxnId="{BE3A4D38-3EBD-4DAF-99E9-E44751F5B163}">
      <dgm:prSet/>
      <dgm:spPr/>
    </dgm:pt>
    <dgm:pt modelId="{CD2EDF40-40D5-4BA6-8421-19B09A69B41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8A1409D-2688-4030-A041-492246AACF46}" type="parTrans" cxnId="{72D2574C-28E3-4F20-9ED1-5F6EBFBD81E3}">
      <dgm:prSet/>
      <dgm:spPr/>
    </dgm:pt>
    <dgm:pt modelId="{2E0FC754-4485-4C89-98C7-B638E966614C}" type="sibTrans" cxnId="{72D2574C-28E3-4F20-9ED1-5F6EBFBD81E3}">
      <dgm:prSet/>
      <dgm:spPr/>
    </dgm:pt>
    <dgm:pt modelId="{EEF440F3-238E-45D6-A556-1BAD06043DAE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E48F7B1-9600-4FA7-AD55-CA800E382353}" type="parTrans" cxnId="{D1E8B880-EC83-405F-AF4B-ADC04E3A6272}">
      <dgm:prSet/>
      <dgm:spPr/>
    </dgm:pt>
    <dgm:pt modelId="{4F93E6EC-D2E4-44AC-BED4-50343DAB71DA}" type="sibTrans" cxnId="{D1E8B880-EC83-405F-AF4B-ADC04E3A6272}">
      <dgm:prSet/>
      <dgm:spPr/>
    </dgm:pt>
    <dgm:pt modelId="{2E49011D-1B67-4F8A-A503-BFF5C994C3E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230FF1C-4FC7-41BC-9A45-79BFFB8F84EE}" type="parTrans" cxnId="{A88BC1F5-5142-4B3E-8C28-BE556DBB2A34}">
      <dgm:prSet/>
      <dgm:spPr/>
    </dgm:pt>
    <dgm:pt modelId="{491492C4-218B-4194-BE25-5A5F4E27332A}" type="sibTrans" cxnId="{A88BC1F5-5142-4B3E-8C28-BE556DBB2A34}">
      <dgm:prSet/>
      <dgm:spPr/>
    </dgm:pt>
    <dgm:pt modelId="{3AE21891-BD52-49AB-BEE2-050126B2493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4801C26-4564-4E09-A544-0B2FF6B551B5}" type="parTrans" cxnId="{48DC09AF-04EC-4CD9-84C1-41ED0500A467}">
      <dgm:prSet/>
      <dgm:spPr/>
    </dgm:pt>
    <dgm:pt modelId="{C35ED2F9-A773-4C2A-B3DA-DC3520B9AA04}" type="sibTrans" cxnId="{48DC09AF-04EC-4CD9-84C1-41ED0500A467}">
      <dgm:prSet/>
      <dgm:spPr/>
    </dgm:pt>
    <dgm:pt modelId="{8DD81771-14F7-4550-8ABB-F02685A58B64}" type="pres">
      <dgm:prSet presAssocID="{FA2A1DE1-BFDB-416C-804B-F2F90361F6EC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A1C7FCE-2791-4455-A4F1-2D605AEDBFEA}" type="pres">
      <dgm:prSet presAssocID="{2E49011D-1B67-4F8A-A503-BFF5C994C3E0}" presName="Accent3" presStyleCnt="0"/>
      <dgm:spPr/>
    </dgm:pt>
    <dgm:pt modelId="{3C44A5F4-BA9D-4DD9-B7D2-D3110EF30430}" type="pres">
      <dgm:prSet presAssocID="{2E49011D-1B67-4F8A-A503-BFF5C994C3E0}" presName="Accent" presStyleLbl="node1" presStyleIdx="0" presStyleCnt="3"/>
      <dgm:spPr/>
    </dgm:pt>
    <dgm:pt modelId="{546B5F0A-1E4A-432B-95DC-EB795B5193D1}" type="pres">
      <dgm:prSet presAssocID="{2E49011D-1B67-4F8A-A503-BFF5C994C3E0}" presName="ParentBackground3" presStyleCnt="0"/>
      <dgm:spPr/>
    </dgm:pt>
    <dgm:pt modelId="{AE0E19DB-A88B-4732-B6D1-BE83E5617864}" type="pres">
      <dgm:prSet presAssocID="{2E49011D-1B67-4F8A-A503-BFF5C994C3E0}" presName="ParentBackground" presStyleLbl="fgAcc1" presStyleIdx="0" presStyleCnt="3"/>
      <dgm:spPr/>
    </dgm:pt>
    <dgm:pt modelId="{480FE732-18EC-4157-8C50-ECD37C9BFDEC}" type="pres">
      <dgm:prSet presAssocID="{2E49011D-1B67-4F8A-A503-BFF5C994C3E0}" presName="Child3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AB2D09C9-6D07-43C9-91BB-CB55947A1C83}" type="pres">
      <dgm:prSet presAssocID="{2E49011D-1B67-4F8A-A503-BFF5C994C3E0}" presName="Parent3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314124FA-ABCF-4092-9052-1966859034FB}" type="pres">
      <dgm:prSet presAssocID="{EEF440F3-238E-45D6-A556-1BAD06043DAE}" presName="Accent2" presStyleCnt="0"/>
      <dgm:spPr/>
    </dgm:pt>
    <dgm:pt modelId="{D7DC33F3-5F11-4167-A79D-C7BD8645F077}" type="pres">
      <dgm:prSet presAssocID="{EEF440F3-238E-45D6-A556-1BAD06043DAE}" presName="Accent" presStyleLbl="node1" presStyleIdx="1" presStyleCnt="3"/>
      <dgm:spPr/>
    </dgm:pt>
    <dgm:pt modelId="{A3AEC84C-9AF0-47B2-9A6F-7AA65FC0853A}" type="pres">
      <dgm:prSet presAssocID="{EEF440F3-238E-45D6-A556-1BAD06043DAE}" presName="ParentBackground2" presStyleCnt="0"/>
      <dgm:spPr/>
    </dgm:pt>
    <dgm:pt modelId="{783F65E1-B5B3-4458-AC43-9600873B0EFC}" type="pres">
      <dgm:prSet presAssocID="{EEF440F3-238E-45D6-A556-1BAD06043DAE}" presName="ParentBackground" presStyleLbl="fgAcc1" presStyleIdx="1" presStyleCnt="3"/>
      <dgm:spPr/>
    </dgm:pt>
    <dgm:pt modelId="{0704C941-9E00-4304-B189-0B06B14C7C6D}" type="pres">
      <dgm:prSet presAssocID="{EEF440F3-238E-45D6-A556-1BAD06043DAE}" presName="Parent2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C3EA6362-6581-443B-ACF6-20D40BEEF3BC}" type="pres">
      <dgm:prSet presAssocID="{3617D88C-9B7A-4E9F-8FA8-55974CA95966}" presName="Accent1" presStyleCnt="0"/>
      <dgm:spPr/>
    </dgm:pt>
    <dgm:pt modelId="{FDEABC49-59C5-48F0-9C3F-AA8F5E63321F}" type="pres">
      <dgm:prSet presAssocID="{3617D88C-9B7A-4E9F-8FA8-55974CA95966}" presName="Accent" presStyleLbl="node1" presStyleIdx="2" presStyleCnt="3"/>
      <dgm:spPr/>
    </dgm:pt>
    <dgm:pt modelId="{9708E334-40DC-4A72-9B58-177C09AF2883}" type="pres">
      <dgm:prSet presAssocID="{3617D88C-9B7A-4E9F-8FA8-55974CA95966}" presName="ParentBackground1" presStyleCnt="0"/>
      <dgm:spPr/>
    </dgm:pt>
    <dgm:pt modelId="{CC4E658B-7147-40DB-80A9-F88ECF79B9EF}" type="pres">
      <dgm:prSet presAssocID="{3617D88C-9B7A-4E9F-8FA8-55974CA95966}" presName="ParentBackground" presStyleLbl="fgAcc1" presStyleIdx="2" presStyleCnt="3"/>
      <dgm:spPr/>
    </dgm:pt>
    <dgm:pt modelId="{D26C2455-F092-417F-B55A-1BD466F03F08}" type="pres">
      <dgm:prSet presAssocID="{3617D88C-9B7A-4E9F-8FA8-55974CA95966}" presName="Child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FC80F2CA-44B6-4335-A65E-401A31311DB6}" type="pres">
      <dgm:prSet presAssocID="{3617D88C-9B7A-4E9F-8FA8-55974CA95966}" presName="Parent1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8AC9090B-3945-4EC7-818A-92CFBEABA1EF}" type="presOf" srcId="{3617D88C-9B7A-4E9F-8FA8-55974CA95966}" destId="{FC80F2CA-44B6-4335-A65E-401A31311DB6}" srcOrd="1" destOrd="0" presId="urn:microsoft.com/office/officeart/2011/layout/CircleProcess"/>
    <dgm:cxn modelId="{292F862F-B179-473A-A2A0-1A78DD80E268}" type="presOf" srcId="{3AE21891-BD52-49AB-BEE2-050126B24939}" destId="{480FE732-18EC-4157-8C50-ECD37C9BFDEC}" srcOrd="0" destOrd="0" presId="urn:microsoft.com/office/officeart/2011/layout/CircleProcess"/>
    <dgm:cxn modelId="{BE3A4D38-3EBD-4DAF-99E9-E44751F5B163}" srcId="{FA2A1DE1-BFDB-416C-804B-F2F90361F6EC}" destId="{3617D88C-9B7A-4E9F-8FA8-55974CA95966}" srcOrd="0" destOrd="0" parTransId="{7C5ACE5E-6A4A-43A5-8548-0C586A8273F3}" sibTransId="{F00B22EA-8AAC-49C4-8559-96D1C037034F}"/>
    <dgm:cxn modelId="{72D2574C-28E3-4F20-9ED1-5F6EBFBD81E3}" srcId="{3617D88C-9B7A-4E9F-8FA8-55974CA95966}" destId="{CD2EDF40-40D5-4BA6-8421-19B09A69B416}" srcOrd="0" destOrd="0" parTransId="{38A1409D-2688-4030-A041-492246AACF46}" sibTransId="{2E0FC754-4485-4C89-98C7-B638E966614C}"/>
    <dgm:cxn modelId="{4473CD6E-C7B3-4F56-88C2-7B077EDC5F80}" type="presOf" srcId="{2E49011D-1B67-4F8A-A503-BFF5C994C3E0}" destId="{AB2D09C9-6D07-43C9-91BB-CB55947A1C83}" srcOrd="1" destOrd="0" presId="urn:microsoft.com/office/officeart/2011/layout/CircleProcess"/>
    <dgm:cxn modelId="{FA393659-72A7-426D-927D-4EC840E8477C}" type="presOf" srcId="{2E49011D-1B67-4F8A-A503-BFF5C994C3E0}" destId="{AE0E19DB-A88B-4732-B6D1-BE83E5617864}" srcOrd="0" destOrd="0" presId="urn:microsoft.com/office/officeart/2011/layout/CircleProcess"/>
    <dgm:cxn modelId="{A991C179-104E-4126-BA01-6C6B13680A4B}" type="presOf" srcId="{EEF440F3-238E-45D6-A556-1BAD06043DAE}" destId="{783F65E1-B5B3-4458-AC43-9600873B0EFC}" srcOrd="0" destOrd="0" presId="urn:microsoft.com/office/officeart/2011/layout/CircleProcess"/>
    <dgm:cxn modelId="{07CCB27F-093B-4ECD-B5AC-42BD5CA336D0}" type="presOf" srcId="{EEF440F3-238E-45D6-A556-1BAD06043DAE}" destId="{0704C941-9E00-4304-B189-0B06B14C7C6D}" srcOrd="1" destOrd="0" presId="urn:microsoft.com/office/officeart/2011/layout/CircleProcess"/>
    <dgm:cxn modelId="{D1E8B880-EC83-405F-AF4B-ADC04E3A6272}" srcId="{FA2A1DE1-BFDB-416C-804B-F2F90361F6EC}" destId="{EEF440F3-238E-45D6-A556-1BAD06043DAE}" srcOrd="1" destOrd="0" parTransId="{3E48F7B1-9600-4FA7-AD55-CA800E382353}" sibTransId="{4F93E6EC-D2E4-44AC-BED4-50343DAB71DA}"/>
    <dgm:cxn modelId="{48DC09AF-04EC-4CD9-84C1-41ED0500A467}" srcId="{2E49011D-1B67-4F8A-A503-BFF5C994C3E0}" destId="{3AE21891-BD52-49AB-BEE2-050126B24939}" srcOrd="0" destOrd="0" parTransId="{24801C26-4564-4E09-A544-0B2FF6B551B5}" sibTransId="{C35ED2F9-A773-4C2A-B3DA-DC3520B9AA04}"/>
    <dgm:cxn modelId="{DEB073B9-CF82-466A-8E14-289F0BFD38DD}" type="presOf" srcId="{3617D88C-9B7A-4E9F-8FA8-55974CA95966}" destId="{CC4E658B-7147-40DB-80A9-F88ECF79B9EF}" srcOrd="0" destOrd="0" presId="urn:microsoft.com/office/officeart/2011/layout/CircleProcess"/>
    <dgm:cxn modelId="{8CEB31E1-936B-40CB-B1A2-D0D8CEE7FCD9}" type="presOf" srcId="{CD2EDF40-40D5-4BA6-8421-19B09A69B416}" destId="{D26C2455-F092-417F-B55A-1BD466F03F08}" srcOrd="0" destOrd="0" presId="urn:microsoft.com/office/officeart/2011/layout/CircleProcess"/>
    <dgm:cxn modelId="{B99C28EB-53E9-48C9-BB77-4BEA6A04F1E1}" type="presOf" srcId="{FA2A1DE1-BFDB-416C-804B-F2F90361F6EC}" destId="{8DD81771-14F7-4550-8ABB-F02685A58B64}" srcOrd="0" destOrd="0" presId="urn:microsoft.com/office/officeart/2011/layout/CircleProcess"/>
    <dgm:cxn modelId="{A88BC1F5-5142-4B3E-8C28-BE556DBB2A34}" srcId="{FA2A1DE1-BFDB-416C-804B-F2F90361F6EC}" destId="{2E49011D-1B67-4F8A-A503-BFF5C994C3E0}" srcOrd="2" destOrd="0" parTransId="{D230FF1C-4FC7-41BC-9A45-79BFFB8F84EE}" sibTransId="{491492C4-218B-4194-BE25-5A5F4E27332A}"/>
    <dgm:cxn modelId="{591DE47A-3079-4308-B95A-A766429BD76B}" type="presParOf" srcId="{8DD81771-14F7-4550-8ABB-F02685A58B64}" destId="{EA1C7FCE-2791-4455-A4F1-2D605AEDBFEA}" srcOrd="0" destOrd="0" presId="urn:microsoft.com/office/officeart/2011/layout/CircleProcess"/>
    <dgm:cxn modelId="{9C0571AE-979A-4EDE-8496-BE0E4C0B3A41}" type="presParOf" srcId="{EA1C7FCE-2791-4455-A4F1-2D605AEDBFEA}" destId="{3C44A5F4-BA9D-4DD9-B7D2-D3110EF30430}" srcOrd="0" destOrd="0" presId="urn:microsoft.com/office/officeart/2011/layout/CircleProcess"/>
    <dgm:cxn modelId="{BB927F5B-918F-4740-B09A-D71034ECCEE0}" type="presParOf" srcId="{8DD81771-14F7-4550-8ABB-F02685A58B64}" destId="{546B5F0A-1E4A-432B-95DC-EB795B5193D1}" srcOrd="1" destOrd="0" presId="urn:microsoft.com/office/officeart/2011/layout/CircleProcess"/>
    <dgm:cxn modelId="{E389CE8A-440A-4309-8C05-032E4C8DD78E}" type="presParOf" srcId="{546B5F0A-1E4A-432B-95DC-EB795B5193D1}" destId="{AE0E19DB-A88B-4732-B6D1-BE83E5617864}" srcOrd="0" destOrd="0" presId="urn:microsoft.com/office/officeart/2011/layout/CircleProcess"/>
    <dgm:cxn modelId="{2160BB86-660F-4248-AE9B-003718317BF2}" type="presParOf" srcId="{8DD81771-14F7-4550-8ABB-F02685A58B64}" destId="{480FE732-18EC-4157-8C50-ECD37C9BFDEC}" srcOrd="2" destOrd="0" presId="urn:microsoft.com/office/officeart/2011/layout/CircleProcess"/>
    <dgm:cxn modelId="{C869BC4B-06DB-48F3-A91D-27B10B9C4DB2}" type="presParOf" srcId="{8DD81771-14F7-4550-8ABB-F02685A58B64}" destId="{AB2D09C9-6D07-43C9-91BB-CB55947A1C83}" srcOrd="3" destOrd="0" presId="urn:microsoft.com/office/officeart/2011/layout/CircleProcess"/>
    <dgm:cxn modelId="{E1CCF78C-572E-42DF-910A-2474965A4A70}" type="presParOf" srcId="{8DD81771-14F7-4550-8ABB-F02685A58B64}" destId="{314124FA-ABCF-4092-9052-1966859034FB}" srcOrd="4" destOrd="0" presId="urn:microsoft.com/office/officeart/2011/layout/CircleProcess"/>
    <dgm:cxn modelId="{C54BF0D6-A3E7-45B9-9E82-504F94D9A3E8}" type="presParOf" srcId="{314124FA-ABCF-4092-9052-1966859034FB}" destId="{D7DC33F3-5F11-4167-A79D-C7BD8645F077}" srcOrd="0" destOrd="0" presId="urn:microsoft.com/office/officeart/2011/layout/CircleProcess"/>
    <dgm:cxn modelId="{FB94DA61-E4BE-4E62-94FE-E9900CCE4277}" type="presParOf" srcId="{8DD81771-14F7-4550-8ABB-F02685A58B64}" destId="{A3AEC84C-9AF0-47B2-9A6F-7AA65FC0853A}" srcOrd="5" destOrd="0" presId="urn:microsoft.com/office/officeart/2011/layout/CircleProcess"/>
    <dgm:cxn modelId="{7930C9DD-4ED7-40FD-94ED-AF956173BD63}" type="presParOf" srcId="{A3AEC84C-9AF0-47B2-9A6F-7AA65FC0853A}" destId="{783F65E1-B5B3-4458-AC43-9600873B0EFC}" srcOrd="0" destOrd="0" presId="urn:microsoft.com/office/officeart/2011/layout/CircleProcess"/>
    <dgm:cxn modelId="{C7B6E4CD-684F-42DE-A3C3-A1A675655EAD}" type="presParOf" srcId="{8DD81771-14F7-4550-8ABB-F02685A58B64}" destId="{0704C941-9E00-4304-B189-0B06B14C7C6D}" srcOrd="6" destOrd="0" presId="urn:microsoft.com/office/officeart/2011/layout/CircleProcess"/>
    <dgm:cxn modelId="{2F826B13-A9F6-442B-BDDE-C00504ADFBE0}" type="presParOf" srcId="{8DD81771-14F7-4550-8ABB-F02685A58B64}" destId="{C3EA6362-6581-443B-ACF6-20D40BEEF3BC}" srcOrd="7" destOrd="0" presId="urn:microsoft.com/office/officeart/2011/layout/CircleProcess"/>
    <dgm:cxn modelId="{A559BC91-F262-4D37-8247-20BE96EA9BBE}" type="presParOf" srcId="{C3EA6362-6581-443B-ACF6-20D40BEEF3BC}" destId="{FDEABC49-59C5-48F0-9C3F-AA8F5E63321F}" srcOrd="0" destOrd="0" presId="urn:microsoft.com/office/officeart/2011/layout/CircleProcess"/>
    <dgm:cxn modelId="{A6D58165-2A51-4F00-AE65-81EAE68AD118}" type="presParOf" srcId="{8DD81771-14F7-4550-8ABB-F02685A58B64}" destId="{9708E334-40DC-4A72-9B58-177C09AF2883}" srcOrd="8" destOrd="0" presId="urn:microsoft.com/office/officeart/2011/layout/CircleProcess"/>
    <dgm:cxn modelId="{9DC9908B-2B04-4F15-A389-728F8110D807}" type="presParOf" srcId="{9708E334-40DC-4A72-9B58-177C09AF2883}" destId="{CC4E658B-7147-40DB-80A9-F88ECF79B9EF}" srcOrd="0" destOrd="0" presId="urn:microsoft.com/office/officeart/2011/layout/CircleProcess"/>
    <dgm:cxn modelId="{1FA9FC52-4D7E-488C-837F-4802195F014E}" type="presParOf" srcId="{8DD81771-14F7-4550-8ABB-F02685A58B64}" destId="{D26C2455-F092-417F-B55A-1BD466F03F08}" srcOrd="9" destOrd="0" presId="urn:microsoft.com/office/officeart/2011/layout/CircleProcess"/>
    <dgm:cxn modelId="{6688E0D9-86C1-4A1D-9BAD-D5C3ED70E81B}" type="presParOf" srcId="{8DD81771-14F7-4550-8ABB-F02685A58B64}" destId="{FC80F2CA-44B6-4335-A65E-401A31311DB6}" srcOrd="10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4A5F4-BA9D-4DD9-B7D2-D3110EF30430}">
      <dsp:nvSpPr>
        <dsp:cNvPr id="0" name=""/>
        <dsp:cNvSpPr/>
      </dsp:nvSpPr>
      <dsp:spPr>
        <a:xfrm>
          <a:off x="5704390" y="855107"/>
          <a:ext cx="2478488" cy="24789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E19DB-A88B-4732-B6D1-BE83E5617864}">
      <dsp:nvSpPr>
        <dsp:cNvPr id="0" name=""/>
        <dsp:cNvSpPr/>
      </dsp:nvSpPr>
      <dsp:spPr>
        <a:xfrm>
          <a:off x="5786683" y="937753"/>
          <a:ext cx="2313901" cy="231365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Node Four</a:t>
          </a:r>
        </a:p>
      </dsp:txBody>
      <dsp:txXfrm>
        <a:off x="6117471" y="1268337"/>
        <a:ext cx="1652325" cy="1652486"/>
      </dsp:txXfrm>
    </dsp:sp>
    <dsp:sp modelId="{480FE732-18EC-4157-8C50-ECD37C9BFDEC}">
      <dsp:nvSpPr>
        <dsp:cNvPr id="0" name=""/>
        <dsp:cNvSpPr/>
      </dsp:nvSpPr>
      <dsp:spPr>
        <a:xfrm>
          <a:off x="5786683" y="3379727"/>
          <a:ext cx="2313901" cy="135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5786683" y="3379727"/>
        <a:ext cx="2313901" cy="1358875"/>
      </dsp:txXfrm>
    </dsp:sp>
    <dsp:sp modelId="{D7DC33F3-5F11-4167-A79D-C7BD8645F077}">
      <dsp:nvSpPr>
        <dsp:cNvPr id="0" name=""/>
        <dsp:cNvSpPr/>
      </dsp:nvSpPr>
      <dsp:spPr>
        <a:xfrm rot="2700000">
          <a:off x="3145785" y="858104"/>
          <a:ext cx="2472519" cy="247251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F65E1-B5B3-4458-AC43-9600873B0EFC}">
      <dsp:nvSpPr>
        <dsp:cNvPr id="0" name=""/>
        <dsp:cNvSpPr/>
      </dsp:nvSpPr>
      <dsp:spPr>
        <a:xfrm>
          <a:off x="3225094" y="937753"/>
          <a:ext cx="2313901" cy="231365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Node Three</a:t>
          </a:r>
        </a:p>
      </dsp:txBody>
      <dsp:txXfrm>
        <a:off x="3555882" y="1268337"/>
        <a:ext cx="1652325" cy="1652486"/>
      </dsp:txXfrm>
    </dsp:sp>
    <dsp:sp modelId="{FDEABC49-59C5-48F0-9C3F-AA8F5E63321F}">
      <dsp:nvSpPr>
        <dsp:cNvPr id="0" name=""/>
        <dsp:cNvSpPr/>
      </dsp:nvSpPr>
      <dsp:spPr>
        <a:xfrm rot="2700000">
          <a:off x="584196" y="858104"/>
          <a:ext cx="2472519" cy="247251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E658B-7147-40DB-80A9-F88ECF79B9EF}">
      <dsp:nvSpPr>
        <dsp:cNvPr id="0" name=""/>
        <dsp:cNvSpPr/>
      </dsp:nvSpPr>
      <dsp:spPr>
        <a:xfrm>
          <a:off x="663505" y="937753"/>
          <a:ext cx="2313901" cy="231365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Node One</a:t>
          </a:r>
        </a:p>
      </dsp:txBody>
      <dsp:txXfrm>
        <a:off x="994293" y="1268337"/>
        <a:ext cx="1652325" cy="1652486"/>
      </dsp:txXfrm>
    </dsp:sp>
    <dsp:sp modelId="{D26C2455-F092-417F-B55A-1BD466F03F08}">
      <dsp:nvSpPr>
        <dsp:cNvPr id="0" name=""/>
        <dsp:cNvSpPr/>
      </dsp:nvSpPr>
      <dsp:spPr>
        <a:xfrm>
          <a:off x="663505" y="3379727"/>
          <a:ext cx="2313901" cy="135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663505" y="3379727"/>
        <a:ext cx="2313901" cy="1358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6715-0BB1-BF63-6D74-F517B7849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E89209-37CC-66FD-A68B-2125D8132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27C2-50E5-7177-DE41-10A7234C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BF32-7C22-BD31-57EB-DC7C0295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1116-C5DC-CC37-EF12-8D7CC0F1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1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FE67-8DED-0F49-BF85-22349E17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274D-FDAE-A0EA-36B8-8EBB3C6B3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F8F8C-6510-0C32-6BFA-4E992D6D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43242-453B-E557-9D62-36B0C957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18E1-5767-B37B-F252-6C028F69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1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A434-29B0-6CAC-8444-B15681C61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B789B-CD92-BA43-E22D-11622F9B1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FED79-9488-E99E-721D-C714270A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23FC-33F6-27D8-ED38-5AC290ED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CC22A-114E-6856-CC5E-05C274C5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6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C826-098D-D652-E3A5-F2C7F279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E715-E2DA-2D06-A596-A5B3E9313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FC376-BC97-3E3E-2D12-1D0A43E6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0059D-9915-3D63-1728-0C809397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A9806-50BB-E5EC-B70F-D0EF41D6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4082A-E438-CF35-3BE7-2334D296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1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7559-D3C4-C3F5-EEAD-F163E9B0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FC6D3-3ACC-807A-54B5-4C88D581C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2D350-9E8F-D14B-6D8C-D65E710E3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8232A-3727-EFB7-CB62-24B7BA1AE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C32B3-6473-0029-D3EB-9C2F40C32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D37C3-3321-DF03-8FB9-8E70E1DF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EA236-6CA8-1728-2C52-E3A5A512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D7B77-9CF5-D3CE-2D93-BC01BCAD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4E2B-7892-88CD-3EFA-EE57BBFC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36E0D-2A6B-CA27-A68C-51CACEFB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3F3E8-EEC8-C069-5166-90055C89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529C7-9E48-3960-CC6F-8B5D4F05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9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2051A-F835-D726-7448-75D452F0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E1D43-14F8-CEF7-CAEE-37620CBD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4EB15-1C5B-E13F-8DDE-03F9FBA0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3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138D-3829-3DE0-0438-5A35F8C6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0BE39-3CF6-19E4-7D85-93E89D184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4CF8A-665F-218A-A090-867FABC6B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E18A4-D36D-347F-5CF0-75B78DDD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53CA1-8E89-EB14-A4C2-63A099E6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14BE5-A602-833F-3A55-1E76D7F3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0375-363B-F36E-E363-37003E3B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AA5DF-DD2A-8094-3DD6-524DF52B0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81074-C846-DB33-B267-095BEA2C0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63F93-5C75-D598-54AD-3E6B6D64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FAE8-BD7D-26CD-3A28-10BDF36F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80B94-0D14-976A-6F24-99E2178B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5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C855-DCA7-1089-F342-FEF78691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31FD5-8AF4-4ADB-EFB2-E130BCEF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6E9C8-CE94-9153-8D57-7522CDB9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CFAB-335D-C0EA-D280-AEF962EE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B3C13-7027-5AAC-E784-D9A5868B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1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BEBD8-CFBE-E08F-AE96-133D5079E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83F09-43B5-1AED-EE62-C14D49E81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DDDDC-1826-D51A-B14D-F567D5D8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6CD6-6AF9-8C89-E288-BB5C6951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9FB6-FA43-F26D-AD59-F7381336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6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95CE5-44F8-DAD4-3684-1D79022B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7CA6D-6835-336D-CB95-685FB6A98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2FBC6-0B7D-C28C-B954-806B33CB3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57B09-1FFD-4BDF-810A-E461402D317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FD028-7700-F1BF-2C06-EB359812B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EF0D1-86B9-4DDC-E7A2-EAC776D87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6DCA5-852F-412E-AB7D-ACD5C2E57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2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2E301C-625F-8C89-9620-403C135108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5688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077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2026-09-06T08:13:37Z</dcterms:created>
  <dcterms:modified xsi:type="dcterms:W3CDTF">2026-09-06T08:13:37Z</dcterms:modified>
</cp:coreProperties>
</file>