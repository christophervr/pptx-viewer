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9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0179FD-C80F-4F6C-BBDE-03A7069D6767}" type="doc">
      <dgm:prSet loTypeId="urn:microsoft.com/office/officeart/2005/8/layout/cycle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CED0923-A66B-4EBF-9F12-04133E033D62}">
      <dgm:prSet phldrT="[Text]"/>
      <dgm:spPr/>
      <dgm:t>
        <a:bodyPr/>
        <a:lstStyle/>
        <a:p>
          <a:r>
            <a:rPr lang="en-US"/>
            <a:t>Branch A Root</a:t>
          </a:r>
        </a:p>
      </dgm:t>
    </dgm:pt>
    <dgm:pt modelId="{9D28D6F3-D537-4E17-8DBF-FACEFE8C46D6}" type="parTrans" cxnId="{21E61FD9-60DB-4A38-8938-0B7C8AC89A8D}">
      <dgm:prSet/>
      <dgm:spPr/>
    </dgm:pt>
    <dgm:pt modelId="{9436A779-B181-4FED-87AC-471266CC8EBA}" type="sibTrans" cxnId="{21E61FD9-60DB-4A38-8938-0B7C8AC89A8D}">
      <dgm:prSet/>
      <dgm:spPr/>
    </dgm:pt>
    <dgm:pt modelId="{358833E2-DD9C-4262-B196-99552A5B974A}">
      <dgm:prSet phldrT="[Text]"/>
      <dgm:spPr/>
      <dgm:t>
        <a:bodyPr/>
        <a:lstStyle/>
        <a:p>
          <a:r>
            <a:rPr lang="en-US"/>
            <a:t>Branch A Child</a:t>
          </a:r>
        </a:p>
      </dgm:t>
    </dgm:pt>
    <dgm:pt modelId="{4314BAE4-C047-4CED-9CFC-D5E4BAF7899D}" type="parTrans" cxnId="{AA08ABF6-04AB-4B46-B1DF-83663F3AACCB}">
      <dgm:prSet/>
      <dgm:spPr/>
    </dgm:pt>
    <dgm:pt modelId="{872850D1-BFB1-4477-8A7C-BA3AC9AD7EA8}" type="sibTrans" cxnId="{AA08ABF6-04AB-4B46-B1DF-83663F3AACCB}">
      <dgm:prSet/>
      <dgm:spPr/>
    </dgm:pt>
    <dgm:pt modelId="{DE0426F8-7E6D-420D-865C-BEB527A616F2}">
      <dgm:prSet phldrT="[Text]"/>
      <dgm:spPr/>
      <dgm:t>
        <a:bodyPr/>
        <a:lstStyle/>
        <a:p>
          <a:r>
            <a:rPr lang="en-US"/>
            <a:t>Branch A Grandchild with long text</a:t>
          </a:r>
        </a:p>
      </dgm:t>
    </dgm:pt>
    <dgm:pt modelId="{39A3E9F9-22D5-4241-9EED-ACA3F06FBD4B}" type="parTrans" cxnId="{73956891-182D-48D2-B9A0-6D4BE0BCFBB4}">
      <dgm:prSet/>
      <dgm:spPr/>
    </dgm:pt>
    <dgm:pt modelId="{5F1979AE-6451-4730-880E-C74062C59DCF}" type="sibTrans" cxnId="{73956891-182D-48D2-B9A0-6D4BE0BCFBB4}">
      <dgm:prSet/>
      <dgm:spPr/>
    </dgm:pt>
    <dgm:pt modelId="{EFA37468-B5DD-44DF-B1F4-F49425421B88}">
      <dgm:prSet phldrT="[Text]"/>
      <dgm:spPr/>
      <dgm:t>
        <a:bodyPr/>
        <a:lstStyle/>
        <a:p>
          <a:r>
            <a:rPr lang="en-US"/>
            <a:t>Branch B Root</a:t>
          </a:r>
        </a:p>
      </dgm:t>
    </dgm:pt>
    <dgm:pt modelId="{7BB3A788-8306-4DA7-976B-64F80E4AAC8F}" type="parTrans" cxnId="{8D738167-2EB2-4A03-94BE-ED66DB38AD34}">
      <dgm:prSet/>
      <dgm:spPr/>
    </dgm:pt>
    <dgm:pt modelId="{A0C0BCFD-77E6-4132-A128-329BD84C0592}" type="sibTrans" cxnId="{8D738167-2EB2-4A03-94BE-ED66DB38AD34}">
      <dgm:prSet/>
      <dgm:spPr/>
    </dgm:pt>
    <dgm:pt modelId="{C55D08FD-AA38-4C96-9D67-31FC8BEBBB59}">
      <dgm:prSet phldrT="[Text]"/>
      <dgm:spPr/>
      <dgm:t>
        <a:bodyPr/>
        <a:lstStyle/>
        <a:p>
          <a:r>
            <a:rPr lang="en-US"/>
            <a:t>Branch B Child</a:t>
          </a:r>
        </a:p>
      </dgm:t>
    </dgm:pt>
    <dgm:pt modelId="{C9B9F1FD-334C-41CA-9492-EB9C630B8031}" type="parTrans" cxnId="{7E85E99C-5A4C-4FFD-AD17-B9A695C45214}">
      <dgm:prSet/>
      <dgm:spPr/>
    </dgm:pt>
    <dgm:pt modelId="{719220F3-7FBC-411B-8BFC-F39FD488A7B3}" type="sibTrans" cxnId="{7E85E99C-5A4C-4FFD-AD17-B9A695C45214}">
      <dgm:prSet/>
      <dgm:spPr/>
    </dgm:pt>
    <dgm:pt modelId="{A10A59FE-B1A8-4FC8-94E4-FEF38D536888}">
      <dgm:prSet phldrT="[Text]"/>
      <dgm:spPr/>
      <dgm:t>
        <a:bodyPr/>
        <a:lstStyle/>
        <a:p>
          <a:r>
            <a:rPr lang="en-US"/>
            <a:t>Branch B Grandchild</a:t>
          </a:r>
        </a:p>
      </dgm:t>
    </dgm:pt>
    <dgm:pt modelId="{56A57494-FFAE-47C0-BC3E-5F3A8E02CD2D}" type="parTrans" cxnId="{6EF7638D-7430-4448-8859-973F6612737A}">
      <dgm:prSet/>
      <dgm:spPr/>
    </dgm:pt>
    <dgm:pt modelId="{BE6F933C-49FB-4F79-98AA-97F5908BB6FD}" type="sibTrans" cxnId="{6EF7638D-7430-4448-8859-973F6612737A}">
      <dgm:prSet/>
      <dgm:spPr/>
    </dgm:pt>
    <dgm:pt modelId="{0D9F4A56-6914-4051-948C-BDCEE895B057}">
      <dgm:prSet phldrT="[Text]"/>
      <dgm:spPr/>
      <dgm:t>
        <a:bodyPr/>
        <a:lstStyle/>
        <a:p>
          <a:r>
            <a:rPr lang="en-US"/>
            <a:t>Branch C Root</a:t>
          </a:r>
        </a:p>
      </dgm:t>
    </dgm:pt>
    <dgm:pt modelId="{1CC258D3-3686-44B9-92F5-969CAB7563D4}" type="parTrans" cxnId="{02284E5A-1032-4717-9C69-3BFC3E404CBC}">
      <dgm:prSet/>
      <dgm:spPr/>
    </dgm:pt>
    <dgm:pt modelId="{E3E1D569-E35D-4720-A750-373C78B40EB9}" type="sibTrans" cxnId="{02284E5A-1032-4717-9C69-3BFC3E404CBC}">
      <dgm:prSet/>
      <dgm:spPr/>
    </dgm:pt>
    <dgm:pt modelId="{86995721-57F5-4369-8E3E-B3F74B2F6ED6}">
      <dgm:prSet phldrT="[Text]"/>
      <dgm:spPr/>
      <dgm:t>
        <a:bodyPr/>
        <a:lstStyle/>
        <a:p>
          <a:r>
            <a:rPr lang="en-US"/>
            <a:t>Branch C Child</a:t>
          </a:r>
        </a:p>
      </dgm:t>
    </dgm:pt>
    <dgm:pt modelId="{CEC2C68E-D7FC-4A71-B474-8395DE3C2B6D}" type="parTrans" cxnId="{CA9469FC-DEB2-49A2-A09B-62F37920A921}">
      <dgm:prSet/>
      <dgm:spPr/>
    </dgm:pt>
    <dgm:pt modelId="{49736017-FB11-4F16-A41B-FC12E3F9E4E8}" type="sibTrans" cxnId="{CA9469FC-DEB2-49A2-A09B-62F37920A921}">
      <dgm:prSet/>
      <dgm:spPr/>
    </dgm:pt>
    <dgm:pt modelId="{8BE6528F-4B99-4258-882C-93DE960C01F2}" type="pres">
      <dgm:prSet presAssocID="{190179FD-C80F-4F6C-BBDE-03A7069D6767}" presName="Name0" presStyleCnt="0">
        <dgm:presLayoutVars>
          <dgm:dir/>
          <dgm:resizeHandles val="exact"/>
        </dgm:presLayoutVars>
      </dgm:prSet>
      <dgm:spPr/>
    </dgm:pt>
    <dgm:pt modelId="{59C31C2A-B3BD-49DA-85C6-3AAB44E18C5C}" type="pres">
      <dgm:prSet presAssocID="{190179FD-C80F-4F6C-BBDE-03A7069D6767}" presName="cycle" presStyleCnt="0"/>
      <dgm:spPr/>
    </dgm:pt>
    <dgm:pt modelId="{105BEE79-6872-42EA-B3E2-D3DDB49A1AC1}" type="pres">
      <dgm:prSet presAssocID="{9CED0923-A66B-4EBF-9F12-04133E033D62}" presName="nodeFirstNode" presStyleLbl="node1" presStyleIdx="0" presStyleCnt="3">
        <dgm:presLayoutVars>
          <dgm:bulletEnabled val="1"/>
        </dgm:presLayoutVars>
      </dgm:prSet>
      <dgm:spPr/>
    </dgm:pt>
    <dgm:pt modelId="{0B9BEB28-CABD-4A75-9601-5FB80EDED9B7}" type="pres">
      <dgm:prSet presAssocID="{9436A779-B181-4FED-87AC-471266CC8EBA}" presName="sibTransFirstNode" presStyleLbl="bgShp" presStyleIdx="0" presStyleCnt="1"/>
      <dgm:spPr/>
    </dgm:pt>
    <dgm:pt modelId="{CD82B289-745D-4122-A328-2F7506CD3763}" type="pres">
      <dgm:prSet presAssocID="{EFA37468-B5DD-44DF-B1F4-F49425421B88}" presName="nodeFollowingNodes" presStyleLbl="node1" presStyleIdx="1" presStyleCnt="3">
        <dgm:presLayoutVars>
          <dgm:bulletEnabled val="1"/>
        </dgm:presLayoutVars>
      </dgm:prSet>
      <dgm:spPr/>
    </dgm:pt>
    <dgm:pt modelId="{2B9FC766-5678-4A58-9334-B0462B1D8790}" type="pres">
      <dgm:prSet presAssocID="{0D9F4A56-6914-4051-948C-BDCEE895B057}" presName="nodeFollowingNodes" presStyleLbl="node1" presStyleIdx="2" presStyleCnt="3">
        <dgm:presLayoutVars>
          <dgm:bulletEnabled val="1"/>
        </dgm:presLayoutVars>
      </dgm:prSet>
      <dgm:spPr/>
    </dgm:pt>
  </dgm:ptLst>
  <dgm:cxnLst>
    <dgm:cxn modelId="{8B1C2D0C-15E0-475A-866E-B6DFD1C87D6C}" type="presOf" srcId="{358833E2-DD9C-4262-B196-99552A5B974A}" destId="{105BEE79-6872-42EA-B3E2-D3DDB49A1AC1}" srcOrd="0" destOrd="1" presId="urn:microsoft.com/office/officeart/2005/8/layout/cycle3"/>
    <dgm:cxn modelId="{A378B02F-A802-4A22-8976-24CFF24EAA7E}" type="presOf" srcId="{0D9F4A56-6914-4051-948C-BDCEE895B057}" destId="{2B9FC766-5678-4A58-9334-B0462B1D8790}" srcOrd="0" destOrd="0" presId="urn:microsoft.com/office/officeart/2005/8/layout/cycle3"/>
    <dgm:cxn modelId="{8D738167-2EB2-4A03-94BE-ED66DB38AD34}" srcId="{190179FD-C80F-4F6C-BBDE-03A7069D6767}" destId="{EFA37468-B5DD-44DF-B1F4-F49425421B88}" srcOrd="1" destOrd="0" parTransId="{7BB3A788-8306-4DA7-976B-64F80E4AAC8F}" sibTransId="{A0C0BCFD-77E6-4132-A128-329BD84C0592}"/>
    <dgm:cxn modelId="{37A21653-A484-4E74-89E7-98D0E2779040}" type="presOf" srcId="{EFA37468-B5DD-44DF-B1F4-F49425421B88}" destId="{CD82B289-745D-4122-A328-2F7506CD3763}" srcOrd="0" destOrd="0" presId="urn:microsoft.com/office/officeart/2005/8/layout/cycle3"/>
    <dgm:cxn modelId="{02284E5A-1032-4717-9C69-3BFC3E404CBC}" srcId="{190179FD-C80F-4F6C-BBDE-03A7069D6767}" destId="{0D9F4A56-6914-4051-948C-BDCEE895B057}" srcOrd="2" destOrd="0" parTransId="{1CC258D3-3686-44B9-92F5-969CAB7563D4}" sibTransId="{E3E1D569-E35D-4720-A750-373C78B40EB9}"/>
    <dgm:cxn modelId="{6EF7638D-7430-4448-8859-973F6612737A}" srcId="{EFA37468-B5DD-44DF-B1F4-F49425421B88}" destId="{A10A59FE-B1A8-4FC8-94E4-FEF38D536888}" srcOrd="1" destOrd="0" parTransId="{56A57494-FFAE-47C0-BC3E-5F3A8E02CD2D}" sibTransId="{BE6F933C-49FB-4F79-98AA-97F5908BB6FD}"/>
    <dgm:cxn modelId="{05543B91-AE67-49D3-8943-AC1AF177C741}" type="presOf" srcId="{86995721-57F5-4369-8E3E-B3F74B2F6ED6}" destId="{2B9FC766-5678-4A58-9334-B0462B1D8790}" srcOrd="0" destOrd="1" presId="urn:microsoft.com/office/officeart/2005/8/layout/cycle3"/>
    <dgm:cxn modelId="{73956891-182D-48D2-B9A0-6D4BE0BCFBB4}" srcId="{9CED0923-A66B-4EBF-9F12-04133E033D62}" destId="{DE0426F8-7E6D-420D-865C-BEB527A616F2}" srcOrd="1" destOrd="0" parTransId="{39A3E9F9-22D5-4241-9EED-ACA3F06FBD4B}" sibTransId="{5F1979AE-6451-4730-880E-C74062C59DCF}"/>
    <dgm:cxn modelId="{7E85E99C-5A4C-4FFD-AD17-B9A695C45214}" srcId="{EFA37468-B5DD-44DF-B1F4-F49425421B88}" destId="{C55D08FD-AA38-4C96-9D67-31FC8BEBBB59}" srcOrd="0" destOrd="0" parTransId="{C9B9F1FD-334C-41CA-9492-EB9C630B8031}" sibTransId="{719220F3-7FBC-411B-8BFC-F39FD488A7B3}"/>
    <dgm:cxn modelId="{9BF603B9-5AC8-443A-8A5E-00E23CD41889}" type="presOf" srcId="{190179FD-C80F-4F6C-BBDE-03A7069D6767}" destId="{8BE6528F-4B99-4258-882C-93DE960C01F2}" srcOrd="0" destOrd="0" presId="urn:microsoft.com/office/officeart/2005/8/layout/cycle3"/>
    <dgm:cxn modelId="{C0AB9ABA-3C3E-4B7B-8D5F-4E6A0BABA9E5}" type="presOf" srcId="{9436A779-B181-4FED-87AC-471266CC8EBA}" destId="{0B9BEB28-CABD-4A75-9601-5FB80EDED9B7}" srcOrd="0" destOrd="0" presId="urn:microsoft.com/office/officeart/2005/8/layout/cycle3"/>
    <dgm:cxn modelId="{2A9342C0-19C0-4B8F-9150-E9D7D1E7E4AF}" type="presOf" srcId="{A10A59FE-B1A8-4FC8-94E4-FEF38D536888}" destId="{CD82B289-745D-4122-A328-2F7506CD3763}" srcOrd="0" destOrd="2" presId="urn:microsoft.com/office/officeart/2005/8/layout/cycle3"/>
    <dgm:cxn modelId="{3E4C79D2-708B-4DCD-901B-F7CB2AA0C691}" type="presOf" srcId="{C55D08FD-AA38-4C96-9D67-31FC8BEBBB59}" destId="{CD82B289-745D-4122-A328-2F7506CD3763}" srcOrd="0" destOrd="1" presId="urn:microsoft.com/office/officeart/2005/8/layout/cycle3"/>
    <dgm:cxn modelId="{21E61FD9-60DB-4A38-8938-0B7C8AC89A8D}" srcId="{190179FD-C80F-4F6C-BBDE-03A7069D6767}" destId="{9CED0923-A66B-4EBF-9F12-04133E033D62}" srcOrd="0" destOrd="0" parTransId="{9D28D6F3-D537-4E17-8DBF-FACEFE8C46D6}" sibTransId="{9436A779-B181-4FED-87AC-471266CC8EBA}"/>
    <dgm:cxn modelId="{A88A8EE5-D9D4-4D83-BDF7-AE1485414573}" type="presOf" srcId="{DE0426F8-7E6D-420D-865C-BEB527A616F2}" destId="{105BEE79-6872-42EA-B3E2-D3DDB49A1AC1}" srcOrd="0" destOrd="2" presId="urn:microsoft.com/office/officeart/2005/8/layout/cycle3"/>
    <dgm:cxn modelId="{CC0912E9-0CFD-4D07-BBCF-EE1E4F7B3E2D}" type="presOf" srcId="{9CED0923-A66B-4EBF-9F12-04133E033D62}" destId="{105BEE79-6872-42EA-B3E2-D3DDB49A1AC1}" srcOrd="0" destOrd="0" presId="urn:microsoft.com/office/officeart/2005/8/layout/cycle3"/>
    <dgm:cxn modelId="{AA08ABF6-04AB-4B46-B1DF-83663F3AACCB}" srcId="{9CED0923-A66B-4EBF-9F12-04133E033D62}" destId="{358833E2-DD9C-4262-B196-99552A5B974A}" srcOrd="0" destOrd="0" parTransId="{4314BAE4-C047-4CED-9CFC-D5E4BAF7899D}" sibTransId="{872850D1-BFB1-4477-8A7C-BA3AC9AD7EA8}"/>
    <dgm:cxn modelId="{CA9469FC-DEB2-49A2-A09B-62F37920A921}" srcId="{0D9F4A56-6914-4051-948C-BDCEE895B057}" destId="{86995721-57F5-4369-8E3E-B3F74B2F6ED6}" srcOrd="0" destOrd="0" parTransId="{CEC2C68E-D7FC-4A71-B474-8395DE3C2B6D}" sibTransId="{49736017-FB11-4F16-A41B-FC12E3F9E4E8}"/>
    <dgm:cxn modelId="{E27194D4-73BF-4CA2-9137-2290CB5EFD30}" type="presParOf" srcId="{8BE6528F-4B99-4258-882C-93DE960C01F2}" destId="{59C31C2A-B3BD-49DA-85C6-3AAB44E18C5C}" srcOrd="0" destOrd="0" presId="urn:microsoft.com/office/officeart/2005/8/layout/cycle3"/>
    <dgm:cxn modelId="{837FF046-F6BA-4C30-9516-C4DDF35E76DC}" type="presParOf" srcId="{59C31C2A-B3BD-49DA-85C6-3AAB44E18C5C}" destId="{105BEE79-6872-42EA-B3E2-D3DDB49A1AC1}" srcOrd="0" destOrd="0" presId="urn:microsoft.com/office/officeart/2005/8/layout/cycle3"/>
    <dgm:cxn modelId="{1EAD16DE-9751-43AC-BF5B-A057FD36850B}" type="presParOf" srcId="{59C31C2A-B3BD-49DA-85C6-3AAB44E18C5C}" destId="{0B9BEB28-CABD-4A75-9601-5FB80EDED9B7}" srcOrd="1" destOrd="0" presId="urn:microsoft.com/office/officeart/2005/8/layout/cycle3"/>
    <dgm:cxn modelId="{06E3517A-1147-4777-86FF-AE49F754721B}" type="presParOf" srcId="{59C31C2A-B3BD-49DA-85C6-3AAB44E18C5C}" destId="{CD82B289-745D-4122-A328-2F7506CD3763}" srcOrd="2" destOrd="0" presId="urn:microsoft.com/office/officeart/2005/8/layout/cycle3"/>
    <dgm:cxn modelId="{AA616527-CD0D-4B17-A460-AB18EB81209D}" type="presParOf" srcId="{59C31C2A-B3BD-49DA-85C6-3AAB44E18C5C}" destId="{2B9FC766-5678-4A58-9334-B0462B1D8790}" srcOrd="3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9BEB28-CABD-4A75-9601-5FB80EDED9B7}">
      <dsp:nvSpPr>
        <dsp:cNvPr id="0" name=""/>
        <dsp:cNvSpPr/>
      </dsp:nvSpPr>
      <dsp:spPr>
        <a:xfrm>
          <a:off x="1617943" y="-297675"/>
          <a:ext cx="5019112" cy="5019112"/>
        </a:xfrm>
        <a:prstGeom prst="circularArrow">
          <a:avLst>
            <a:gd name="adj1" fmla="val 5689"/>
            <a:gd name="adj2" fmla="val 340510"/>
            <a:gd name="adj3" fmla="val 12372469"/>
            <a:gd name="adj4" fmla="val 18305103"/>
            <a:gd name="adj5" fmla="val 5908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5BEE79-6872-42EA-B3E2-D3DDB49A1AC1}">
      <dsp:nvSpPr>
        <dsp:cNvPr id="0" name=""/>
        <dsp:cNvSpPr/>
      </dsp:nvSpPr>
      <dsp:spPr>
        <a:xfrm>
          <a:off x="2343887" y="782"/>
          <a:ext cx="3567224" cy="1783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Branch A Root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Branch A Child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Branch A Grandchild with long text</a:t>
          </a:r>
        </a:p>
      </dsp:txBody>
      <dsp:txXfrm>
        <a:off x="2430956" y="87851"/>
        <a:ext cx="3393086" cy="1609474"/>
      </dsp:txXfrm>
    </dsp:sp>
    <dsp:sp modelId="{CD82B289-745D-4122-A328-2F7506CD3763}">
      <dsp:nvSpPr>
        <dsp:cNvPr id="0" name=""/>
        <dsp:cNvSpPr/>
      </dsp:nvSpPr>
      <dsp:spPr>
        <a:xfrm>
          <a:off x="4246154" y="3295605"/>
          <a:ext cx="3567224" cy="1783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Branch B Root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Branch B Child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Branch B Grandchild</a:t>
          </a:r>
        </a:p>
      </dsp:txBody>
      <dsp:txXfrm>
        <a:off x="4333223" y="3382674"/>
        <a:ext cx="3393086" cy="1609474"/>
      </dsp:txXfrm>
    </dsp:sp>
    <dsp:sp modelId="{2B9FC766-5678-4A58-9334-B0462B1D8790}">
      <dsp:nvSpPr>
        <dsp:cNvPr id="0" name=""/>
        <dsp:cNvSpPr/>
      </dsp:nvSpPr>
      <dsp:spPr>
        <a:xfrm>
          <a:off x="441621" y="3295605"/>
          <a:ext cx="3567224" cy="178361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Branch C Root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Branch C Child</a:t>
          </a:r>
        </a:p>
      </dsp:txBody>
      <dsp:txXfrm>
        <a:off x="528690" y="3382674"/>
        <a:ext cx="3393086" cy="1609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566ED-FCE4-4990-EA21-9657491E4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01382-DA41-9FC0-7204-C1D77A1189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80C90-DDED-2056-3234-AEA95523A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8B39-650D-4FD7-A495-1DF6B9D0E41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5E7F2-52F8-093B-9562-952D8FABF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64AFE-26C2-AC4B-2FC5-6AE768BF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CDA1-8150-4B59-AC88-03AAD0FF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21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5DC84-E5F2-2EE1-4B52-D3802788F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3118D-8DA5-F3E6-D7A8-40113087E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2CC54-1CBF-7FC3-8DBC-6B261E952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8B39-650D-4FD7-A495-1DF6B9D0E41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E9F23-DF46-6A97-0F76-CAEFEDC4B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184F0-1546-A3FE-786F-3DD644C0E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CDA1-8150-4B59-AC88-03AAD0FF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12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C51EF-8D53-2842-5219-73CC95CE6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36C7F-9DB2-1A8A-1680-A08FBE241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8F442B-238F-BFBE-8FE7-456E2689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8B39-650D-4FD7-A495-1DF6B9D0E41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64ACB-7DF3-E95F-EDB6-9B1CD99A2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72D5E-10B5-1C07-FA66-111365FD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CDA1-8150-4B59-AC88-03AAD0FF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296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296A0-5E8B-749B-8EF9-0EB21F316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F6DE70-4B94-BFCD-6C46-D3CB65960A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6C470D-B97F-3C37-20A3-14EB387948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702D9-3A39-89E8-AD82-73FE07E01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8B39-650D-4FD7-A495-1DF6B9D0E41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C5DC40-262F-3436-6357-4D2FE9CD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12790-262A-31EA-E8CE-05232A481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CDA1-8150-4B59-AC88-03AAD0FF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9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1D7C3-1A7A-8B5C-719D-154E2F114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247419-3009-B071-BA22-E7BF3FF6A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6908C8-E228-E52D-72EB-D9E29A95A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278236-EFC0-5126-174A-DE1713404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868C9F-BD0A-D13B-1D06-D32DC18845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4BB2B6-D3D3-D1E5-6CC6-5B5A3906B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8B39-650D-4FD7-A495-1DF6B9D0E41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5B2850-876F-6414-8FE6-3289048D1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F81894-2B31-87AA-FDCB-2C62AB873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CDA1-8150-4B59-AC88-03AAD0FF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607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CBA9A-8020-11EC-447A-0C0B4440D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087890-5648-DA42-E127-CCA9B4DD7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8B39-650D-4FD7-A495-1DF6B9D0E41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70F79C-9873-F2DB-E600-203470070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A26BC-A058-E45E-ACBB-EA178751A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CDA1-8150-4B59-AC88-03AAD0FF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9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529940-03E0-784F-4F02-8FFA1C363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8B39-650D-4FD7-A495-1DF6B9D0E41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CF262F-0962-F39C-7191-1E02795D8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4D451-2EB0-D8D6-2E4F-B8C5E31F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CDA1-8150-4B59-AC88-03AAD0FF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82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B1A60-184C-30AB-1F60-2731126BD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74709-4EA7-88E2-6789-522A732833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D48AE-B720-FF2B-5551-63CAA955AC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CFF9B-4C5A-B4A2-5374-94E1260CD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8B39-650D-4FD7-A495-1DF6B9D0E41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294EAA-97A0-B42D-DE85-4A4FB0A52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CC3025-B02A-7BBD-1C5E-A9CBD4CA8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CDA1-8150-4B59-AC88-03AAD0FF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486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E222D-B7DC-A2FB-3C07-88F007205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479B8B-97EE-5970-8684-21DFC838B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1CD014-003E-7139-E5F6-5C40C99A77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CF353D-E35E-A92A-7CAE-CF6E7FDF0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8B39-650D-4FD7-A495-1DF6B9D0E41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7C05E7-5317-A1D8-44E8-0A82E68BA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24533-4915-CD98-DA76-390FBB92B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CDA1-8150-4B59-AC88-03AAD0FF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985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23BD4-88A0-CCD2-533B-363D76923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45F97C-2598-BD06-807A-1F320CE671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CE64F0-7E4C-DD57-1BB7-59860630B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8B39-650D-4FD7-A495-1DF6B9D0E41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66482-EEB4-E3AC-574F-3EDC9710B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2D286-B1AD-5B8D-C651-A02C08DF9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CDA1-8150-4B59-AC88-03AAD0FF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876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EDB616-B85B-9012-6BE8-45C897A0D9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65EF80-C6AB-FF51-1510-F54C1643C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8DB26-9018-EBCA-8F88-03AB60CF5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88B39-650D-4FD7-A495-1DF6B9D0E41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0A55B-1098-A710-8AB7-C4DFD955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8CBEE-B64C-5C37-5C83-15C5B4B0B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CDA1-8150-4B59-AC88-03AAD0FF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65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0D8749-053C-0AE1-F66B-5B6793979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8E668D-1B03-45AF-9FFD-7A06838AE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7A8EA-2031-F398-1D12-945C4158D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488B39-650D-4FD7-A495-1DF6B9D0E412}" type="datetimeFigureOut">
              <a:rPr lang="en-US" smtClean="0"/>
              <a:t>2026-09-06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83A4A-EEC7-E81C-6DE9-673435A27E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24F0-C02A-DA04-A21C-824DC403A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28CDA1-8150-4B59-AC88-03AAD0FF0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24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32055B5-5D14-11A9-F969-685899502B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31910"/>
              </p:ext>
            </p:extLst>
          </p:nvPr>
        </p:nvGraphicFramePr>
        <p:xfrm>
          <a:off x="508000" y="1143000"/>
          <a:ext cx="8255000" cy="508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4520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van Rooyen</dc:creator>
  <cp:lastModifiedBy>Christopher van Rooyen</cp:lastModifiedBy>
  <cp:revision>1</cp:revision>
  <dcterms:created xsi:type="dcterms:W3CDTF">2026-09-06T08:14:09Z</dcterms:created>
  <dcterms:modified xsi:type="dcterms:W3CDTF">2026-09-06T08:14:10Z</dcterms:modified>
</cp:coreProperties>
</file>