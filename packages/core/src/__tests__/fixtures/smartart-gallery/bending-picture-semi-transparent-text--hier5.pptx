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57303E-F1E9-478E-BC0B-480C7F397944}" type="doc">
      <dgm:prSet loTypeId="urn:microsoft.com/office/officeart/2008/layout/BendingPictureSemiTransparentTex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4DA8FEB-6C41-4CB2-AC42-19DD3CCFF4E2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44885497-A83E-4635-8A4A-355A15FD1B23}" type="parTrans" cxnId="{8E51F51B-E957-4EBE-9CDE-E39A7FD509CD}">
      <dgm:prSet/>
      <dgm:spPr/>
    </dgm:pt>
    <dgm:pt modelId="{1BDDA062-306E-4797-8E92-EBA7CD44C780}" type="sibTrans" cxnId="{8E51F51B-E957-4EBE-9CDE-E39A7FD509CD}">
      <dgm:prSet/>
      <dgm:spPr/>
    </dgm:pt>
    <dgm:pt modelId="{89210515-FDD4-481F-ADBF-C99699943EED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8A2EE195-B73F-4EC6-B1F3-5D0B9AFC45CF}" type="parTrans" cxnId="{8BB9A354-594D-4BAB-BA72-D827A76CBB45}">
      <dgm:prSet/>
      <dgm:spPr/>
    </dgm:pt>
    <dgm:pt modelId="{0958CC02-9642-4605-804B-2057A3D64CAE}" type="sibTrans" cxnId="{8BB9A354-594D-4BAB-BA72-D827A76CBB45}">
      <dgm:prSet/>
      <dgm:spPr/>
    </dgm:pt>
    <dgm:pt modelId="{521857FB-39E3-46C0-B261-AFB31F0DBFAA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3275A282-B0AD-4B62-B68E-005AD00DCB98}" type="parTrans" cxnId="{0F9D5E94-E166-41BC-8524-9EA21BABE82D}">
      <dgm:prSet/>
      <dgm:spPr/>
    </dgm:pt>
    <dgm:pt modelId="{7D176B61-6FDC-4625-A6E5-5F31FE3D8148}" type="sibTrans" cxnId="{0F9D5E94-E166-41BC-8524-9EA21BABE82D}">
      <dgm:prSet/>
      <dgm:spPr/>
    </dgm:pt>
    <dgm:pt modelId="{F1FFBC06-FACF-470E-9C33-D28A423D9F60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4687565B-392B-4663-964F-84109A3420D9}" type="parTrans" cxnId="{8CAB4162-431B-4CB9-9358-476E61251B42}">
      <dgm:prSet/>
      <dgm:spPr/>
    </dgm:pt>
    <dgm:pt modelId="{D52EDA51-7825-418E-8490-55EEE5CB7884}" type="sibTrans" cxnId="{8CAB4162-431B-4CB9-9358-476E61251B42}">
      <dgm:prSet/>
      <dgm:spPr/>
    </dgm:pt>
    <dgm:pt modelId="{0233352E-17CF-4EE2-9EDE-B0D49B61C524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EC6C1398-89F2-4362-9240-5405CC70603E}" type="parTrans" cxnId="{44E1D6B5-E317-4DA7-A2F9-4FAFD7157CB6}">
      <dgm:prSet/>
      <dgm:spPr/>
    </dgm:pt>
    <dgm:pt modelId="{0E968123-9AEC-4D43-8814-966962C5B971}" type="sibTrans" cxnId="{44E1D6B5-E317-4DA7-A2F9-4FAFD7157CB6}">
      <dgm:prSet/>
      <dgm:spPr/>
    </dgm:pt>
    <dgm:pt modelId="{5A5A6E54-7E39-430F-A3E1-A2AAB829EF05}" type="pres">
      <dgm:prSet presAssocID="{CA57303E-F1E9-478E-BC0B-480C7F397944}" presName="Name0" presStyleCnt="0">
        <dgm:presLayoutVars>
          <dgm:dir/>
          <dgm:resizeHandles val="exact"/>
        </dgm:presLayoutVars>
      </dgm:prSet>
      <dgm:spPr/>
    </dgm:pt>
    <dgm:pt modelId="{1E567B50-B21C-491E-9592-D738291B7E2F}" type="pres">
      <dgm:prSet presAssocID="{74DA8FEB-6C41-4CB2-AC42-19DD3CCFF4E2}" presName="composite" presStyleCnt="0"/>
      <dgm:spPr/>
    </dgm:pt>
    <dgm:pt modelId="{A6F79D62-324F-4591-A14A-F506BA7583B0}" type="pres">
      <dgm:prSet presAssocID="{74DA8FEB-6C41-4CB2-AC42-19DD3CCFF4E2}" presName="rect1" presStyleLbl="bgShp" presStyleIdx="0" presStyleCnt="3"/>
      <dgm:spPr/>
    </dgm:pt>
    <dgm:pt modelId="{E7A3169C-8AED-469E-AB29-3683EF8BEAE3}" type="pres">
      <dgm:prSet presAssocID="{74DA8FEB-6C41-4CB2-AC42-19DD3CCFF4E2}" presName="rect2" presStyleLbl="trBgShp" presStyleIdx="0" presStyleCnt="3">
        <dgm:presLayoutVars>
          <dgm:bulletEnabled val="1"/>
        </dgm:presLayoutVars>
      </dgm:prSet>
      <dgm:spPr/>
    </dgm:pt>
    <dgm:pt modelId="{B160402B-FA70-48A7-87AE-368870ACE5AA}" type="pres">
      <dgm:prSet presAssocID="{1BDDA062-306E-4797-8E92-EBA7CD44C780}" presName="sibTrans" presStyleCnt="0"/>
      <dgm:spPr/>
    </dgm:pt>
    <dgm:pt modelId="{9F691DD3-5100-4B0F-8D84-94AADF8C74EE}" type="pres">
      <dgm:prSet presAssocID="{521857FB-39E3-46C0-B261-AFB31F0DBFAA}" presName="composite" presStyleCnt="0"/>
      <dgm:spPr/>
    </dgm:pt>
    <dgm:pt modelId="{27F61268-2240-4B55-BD29-FB53CE52D430}" type="pres">
      <dgm:prSet presAssocID="{521857FB-39E3-46C0-B261-AFB31F0DBFAA}" presName="rect1" presStyleLbl="bgShp" presStyleIdx="1" presStyleCnt="3"/>
      <dgm:spPr/>
    </dgm:pt>
    <dgm:pt modelId="{86F2DAD7-A527-4A87-B919-AC1B5FCE50ED}" type="pres">
      <dgm:prSet presAssocID="{521857FB-39E3-46C0-B261-AFB31F0DBFAA}" presName="rect2" presStyleLbl="trBgShp" presStyleIdx="1" presStyleCnt="3">
        <dgm:presLayoutVars>
          <dgm:bulletEnabled val="1"/>
        </dgm:presLayoutVars>
      </dgm:prSet>
      <dgm:spPr/>
    </dgm:pt>
    <dgm:pt modelId="{BBFDAEC3-EE01-4F76-A83B-3DBE02702E2B}" type="pres">
      <dgm:prSet presAssocID="{7D176B61-6FDC-4625-A6E5-5F31FE3D8148}" presName="sibTrans" presStyleCnt="0"/>
      <dgm:spPr/>
    </dgm:pt>
    <dgm:pt modelId="{CBC38DBB-EECE-4939-8470-919572A11193}" type="pres">
      <dgm:prSet presAssocID="{F1FFBC06-FACF-470E-9C33-D28A423D9F60}" presName="composite" presStyleCnt="0"/>
      <dgm:spPr/>
    </dgm:pt>
    <dgm:pt modelId="{9D25D2FA-2A32-4AF7-9C8D-5A03F1EAB20B}" type="pres">
      <dgm:prSet presAssocID="{F1FFBC06-FACF-470E-9C33-D28A423D9F60}" presName="rect1" presStyleLbl="bgShp" presStyleIdx="2" presStyleCnt="3"/>
      <dgm:spPr/>
    </dgm:pt>
    <dgm:pt modelId="{9751AB9B-E93C-4593-89B6-F6C0616E711B}" type="pres">
      <dgm:prSet presAssocID="{F1FFBC06-FACF-470E-9C33-D28A423D9F60}" presName="rect2" presStyleLbl="trBgShp" presStyleIdx="2" presStyleCnt="3">
        <dgm:presLayoutVars>
          <dgm:bulletEnabled val="1"/>
        </dgm:presLayoutVars>
      </dgm:prSet>
      <dgm:spPr/>
    </dgm:pt>
  </dgm:ptLst>
  <dgm:cxnLst>
    <dgm:cxn modelId="{93EED10D-3365-4430-8302-153ABCE6D85E}" type="presOf" srcId="{F1FFBC06-FACF-470E-9C33-D28A423D9F60}" destId="{9751AB9B-E93C-4593-89B6-F6C0616E711B}" srcOrd="0" destOrd="0" presId="urn:microsoft.com/office/officeart/2008/layout/BendingPictureSemiTransparentText"/>
    <dgm:cxn modelId="{8E51F51B-E957-4EBE-9CDE-E39A7FD509CD}" srcId="{CA57303E-F1E9-478E-BC0B-480C7F397944}" destId="{74DA8FEB-6C41-4CB2-AC42-19DD3CCFF4E2}" srcOrd="0" destOrd="0" parTransId="{44885497-A83E-4635-8A4A-355A15FD1B23}" sibTransId="{1BDDA062-306E-4797-8E92-EBA7CD44C780}"/>
    <dgm:cxn modelId="{EB435B23-0E55-4FEB-8A09-FA2923A18E8D}" type="presOf" srcId="{74DA8FEB-6C41-4CB2-AC42-19DD3CCFF4E2}" destId="{E7A3169C-8AED-469E-AB29-3683EF8BEAE3}" srcOrd="0" destOrd="0" presId="urn:microsoft.com/office/officeart/2008/layout/BendingPictureSemiTransparentText"/>
    <dgm:cxn modelId="{09915D37-D0D8-4107-9C09-1B9A0D2792EC}" type="presOf" srcId="{521857FB-39E3-46C0-B261-AFB31F0DBFAA}" destId="{86F2DAD7-A527-4A87-B919-AC1B5FCE50ED}" srcOrd="0" destOrd="0" presId="urn:microsoft.com/office/officeart/2008/layout/BendingPictureSemiTransparentText"/>
    <dgm:cxn modelId="{8CAB4162-431B-4CB9-9358-476E61251B42}" srcId="{CA57303E-F1E9-478E-BC0B-480C7F397944}" destId="{F1FFBC06-FACF-470E-9C33-D28A423D9F60}" srcOrd="2" destOrd="0" parTransId="{4687565B-392B-4663-964F-84109A3420D9}" sibTransId="{D52EDA51-7825-418E-8490-55EEE5CB7884}"/>
    <dgm:cxn modelId="{8BB9A354-594D-4BAB-BA72-D827A76CBB45}" srcId="{74DA8FEB-6C41-4CB2-AC42-19DD3CCFF4E2}" destId="{89210515-FDD4-481F-ADBF-C99699943EED}" srcOrd="0" destOrd="0" parTransId="{8A2EE195-B73F-4EC6-B1F3-5D0B9AFC45CF}" sibTransId="{0958CC02-9642-4605-804B-2057A3D64CAE}"/>
    <dgm:cxn modelId="{0F9D5E94-E166-41BC-8524-9EA21BABE82D}" srcId="{CA57303E-F1E9-478E-BC0B-480C7F397944}" destId="{521857FB-39E3-46C0-B261-AFB31F0DBFAA}" srcOrd="1" destOrd="0" parTransId="{3275A282-B0AD-4B62-B68E-005AD00DCB98}" sibTransId="{7D176B61-6FDC-4625-A6E5-5F31FE3D8148}"/>
    <dgm:cxn modelId="{44E1D6B5-E317-4DA7-A2F9-4FAFD7157CB6}" srcId="{F1FFBC06-FACF-470E-9C33-D28A423D9F60}" destId="{0233352E-17CF-4EE2-9EDE-B0D49B61C524}" srcOrd="0" destOrd="0" parTransId="{EC6C1398-89F2-4362-9240-5405CC70603E}" sibTransId="{0E968123-9AEC-4D43-8814-966962C5B971}"/>
    <dgm:cxn modelId="{B56853B7-6924-4562-8C60-09DBF53C6F29}" type="presOf" srcId="{0233352E-17CF-4EE2-9EDE-B0D49B61C524}" destId="{9751AB9B-E93C-4593-89B6-F6C0616E711B}" srcOrd="0" destOrd="1" presId="urn:microsoft.com/office/officeart/2008/layout/BendingPictureSemiTransparentText"/>
    <dgm:cxn modelId="{DB11BBBA-776E-47B3-B984-494EB98F4E0B}" type="presOf" srcId="{89210515-FDD4-481F-ADBF-C99699943EED}" destId="{E7A3169C-8AED-469E-AB29-3683EF8BEAE3}" srcOrd="0" destOrd="1" presId="urn:microsoft.com/office/officeart/2008/layout/BendingPictureSemiTransparentText"/>
    <dgm:cxn modelId="{7D8E0CD9-2DC0-446C-BC39-C6EA770A3C4E}" type="presOf" srcId="{CA57303E-F1E9-478E-BC0B-480C7F397944}" destId="{5A5A6E54-7E39-430F-A3E1-A2AAB829EF05}" srcOrd="0" destOrd="0" presId="urn:microsoft.com/office/officeart/2008/layout/BendingPictureSemiTransparentText"/>
    <dgm:cxn modelId="{3C734BA3-4716-44D3-AFF9-2D6C75C290AC}" type="presParOf" srcId="{5A5A6E54-7E39-430F-A3E1-A2AAB829EF05}" destId="{1E567B50-B21C-491E-9592-D738291B7E2F}" srcOrd="0" destOrd="0" presId="urn:microsoft.com/office/officeart/2008/layout/BendingPictureSemiTransparentText"/>
    <dgm:cxn modelId="{C39E1A1D-EFD4-4374-A1EF-43368D96123A}" type="presParOf" srcId="{1E567B50-B21C-491E-9592-D738291B7E2F}" destId="{A6F79D62-324F-4591-A14A-F506BA7583B0}" srcOrd="0" destOrd="0" presId="urn:microsoft.com/office/officeart/2008/layout/BendingPictureSemiTransparentText"/>
    <dgm:cxn modelId="{0C118509-4A32-4554-875E-903C5D5D551A}" type="presParOf" srcId="{1E567B50-B21C-491E-9592-D738291B7E2F}" destId="{E7A3169C-8AED-469E-AB29-3683EF8BEAE3}" srcOrd="1" destOrd="0" presId="urn:microsoft.com/office/officeart/2008/layout/BendingPictureSemiTransparentText"/>
    <dgm:cxn modelId="{82C617A3-531B-4E61-A52D-3DA523DDC245}" type="presParOf" srcId="{5A5A6E54-7E39-430F-A3E1-A2AAB829EF05}" destId="{B160402B-FA70-48A7-87AE-368870ACE5AA}" srcOrd="1" destOrd="0" presId="urn:microsoft.com/office/officeart/2008/layout/BendingPictureSemiTransparentText"/>
    <dgm:cxn modelId="{6780C62D-9ED6-4739-BC96-85121E30F47A}" type="presParOf" srcId="{5A5A6E54-7E39-430F-A3E1-A2AAB829EF05}" destId="{9F691DD3-5100-4B0F-8D84-94AADF8C74EE}" srcOrd="2" destOrd="0" presId="urn:microsoft.com/office/officeart/2008/layout/BendingPictureSemiTransparentText"/>
    <dgm:cxn modelId="{14F1622A-2D38-45F2-99B7-CE34F1370289}" type="presParOf" srcId="{9F691DD3-5100-4B0F-8D84-94AADF8C74EE}" destId="{27F61268-2240-4B55-BD29-FB53CE52D430}" srcOrd="0" destOrd="0" presId="urn:microsoft.com/office/officeart/2008/layout/BendingPictureSemiTransparentText"/>
    <dgm:cxn modelId="{31AEBABE-A60E-4EB5-AE8C-293AE151A586}" type="presParOf" srcId="{9F691DD3-5100-4B0F-8D84-94AADF8C74EE}" destId="{86F2DAD7-A527-4A87-B919-AC1B5FCE50ED}" srcOrd="1" destOrd="0" presId="urn:microsoft.com/office/officeart/2008/layout/BendingPictureSemiTransparentText"/>
    <dgm:cxn modelId="{5771AB40-859A-409A-856D-5DE3BE759E1A}" type="presParOf" srcId="{5A5A6E54-7E39-430F-A3E1-A2AAB829EF05}" destId="{BBFDAEC3-EE01-4F76-A83B-3DBE02702E2B}" srcOrd="3" destOrd="0" presId="urn:microsoft.com/office/officeart/2008/layout/BendingPictureSemiTransparentText"/>
    <dgm:cxn modelId="{FCF45B9B-A746-4F4C-B945-C9184C1F0FB1}" type="presParOf" srcId="{5A5A6E54-7E39-430F-A3E1-A2AAB829EF05}" destId="{CBC38DBB-EECE-4939-8470-919572A11193}" srcOrd="4" destOrd="0" presId="urn:microsoft.com/office/officeart/2008/layout/BendingPictureSemiTransparentText"/>
    <dgm:cxn modelId="{DBD434B0-C6BA-40B0-8D4C-DBE9DB006B92}" type="presParOf" srcId="{CBC38DBB-EECE-4939-8470-919572A11193}" destId="{9D25D2FA-2A32-4AF7-9C8D-5A03F1EAB20B}" srcOrd="0" destOrd="0" presId="urn:microsoft.com/office/officeart/2008/layout/BendingPictureSemiTransparentText"/>
    <dgm:cxn modelId="{DE3E4EB8-B332-458B-A508-6C9C3EC0FE8C}" type="presParOf" srcId="{CBC38DBB-EECE-4939-8470-919572A11193}" destId="{9751AB9B-E93C-4593-89B6-F6C0616E711B}" srcOrd="1" destOrd="0" presId="urn:microsoft.com/office/officeart/2008/layout/BendingPictureSemiTransparentTex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79D62-324F-4591-A14A-F506BA7583B0}">
      <dsp:nvSpPr>
        <dsp:cNvPr id="0" name=""/>
        <dsp:cNvSpPr/>
      </dsp:nvSpPr>
      <dsp:spPr>
        <a:xfrm>
          <a:off x="1189361" y="4088"/>
          <a:ext cx="2795568" cy="2396132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A3169C-8AED-469E-AB29-3683EF8BEAE3}">
      <dsp:nvSpPr>
        <dsp:cNvPr id="0" name=""/>
        <dsp:cNvSpPr/>
      </dsp:nvSpPr>
      <dsp:spPr>
        <a:xfrm>
          <a:off x="1189361" y="1681381"/>
          <a:ext cx="2795568" cy="575071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Node One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Node Two has a longer label</a:t>
          </a:r>
        </a:p>
      </dsp:txBody>
      <dsp:txXfrm>
        <a:off x="1189361" y="1681381"/>
        <a:ext cx="2795568" cy="575071"/>
      </dsp:txXfrm>
    </dsp:sp>
    <dsp:sp modelId="{27F61268-2240-4B55-BD29-FB53CE52D430}">
      <dsp:nvSpPr>
        <dsp:cNvPr id="0" name=""/>
        <dsp:cNvSpPr/>
      </dsp:nvSpPr>
      <dsp:spPr>
        <a:xfrm>
          <a:off x="4270069" y="4088"/>
          <a:ext cx="2795568" cy="2396132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F2DAD7-A527-4A87-B919-AC1B5FCE50ED}">
      <dsp:nvSpPr>
        <dsp:cNvPr id="0" name=""/>
        <dsp:cNvSpPr/>
      </dsp:nvSpPr>
      <dsp:spPr>
        <a:xfrm>
          <a:off x="4270069" y="1681381"/>
          <a:ext cx="2795568" cy="575071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Node Three</a:t>
          </a:r>
        </a:p>
      </dsp:txBody>
      <dsp:txXfrm>
        <a:off x="4270069" y="1681381"/>
        <a:ext cx="2795568" cy="575071"/>
      </dsp:txXfrm>
    </dsp:sp>
    <dsp:sp modelId="{9D25D2FA-2A32-4AF7-9C8D-5A03F1EAB20B}">
      <dsp:nvSpPr>
        <dsp:cNvPr id="0" name=""/>
        <dsp:cNvSpPr/>
      </dsp:nvSpPr>
      <dsp:spPr>
        <a:xfrm>
          <a:off x="2729715" y="2679778"/>
          <a:ext cx="2795568" cy="2396132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51AB9B-E93C-4593-89B6-F6C0616E711B}">
      <dsp:nvSpPr>
        <dsp:cNvPr id="0" name=""/>
        <dsp:cNvSpPr/>
      </dsp:nvSpPr>
      <dsp:spPr>
        <a:xfrm>
          <a:off x="2729715" y="4357071"/>
          <a:ext cx="2795568" cy="575071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Node Four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Node Five</a:t>
          </a:r>
        </a:p>
      </dsp:txBody>
      <dsp:txXfrm>
        <a:off x="2729715" y="4357071"/>
        <a:ext cx="2795568" cy="575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SemiTransparentText">
  <dgm:title val=""/>
  <dgm:desc val=""/>
  <dgm:catLst>
    <dgm:cat type="picture" pri="7000"/>
    <dgm:cat type="pictureconvert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19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1667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"/>
          <dgm:constr type="w" for="ch" forName="rect1" refType="w"/>
          <dgm:constr type="h" for="ch" forName="rect1" refType="h"/>
          <dgm:constr type="l" for="ch" forName="rect2" refType="w" fact="0"/>
          <dgm:constr type="t" for="ch" forName="rect2" refType="h" fact="0.7"/>
          <dgm:constr type="w" for="ch" forName="rect2" refType="w"/>
          <dgm:constr type="h" for="ch" forName="rect2" refType="h" fact="0.24"/>
        </dgm:constrLst>
        <dgm:layoutNode name="rect1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trBgShp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C55B0-B1F6-CC7F-0DC3-9C394AFB7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28441F-F1EE-2B3F-E0FB-5901CEFA4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EF39-7546-FD68-95A1-FB9B946D1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1C5E-28B0-4C50-8047-DEAFCC740B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496C2-0A8D-EF4F-1E6D-FA37210B2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BF433-2AC9-861B-105A-E60629CD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38483-3FFC-4C8A-A522-90C963896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58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AF0A3-A11C-B619-1264-752B36C03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0C244-4BCB-6C6A-9996-2EFA60874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578C7-5849-4726-B646-5777A1D56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1C5E-28B0-4C50-8047-DEAFCC740B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205E4-76D8-774B-38F9-009BCE18F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BF645-E1EF-A980-17A9-D93A6A887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38483-3FFC-4C8A-A522-90C963896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038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757D4-3FC8-A881-1969-DE7275C61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65B8C-7F6B-1868-A6C5-D3ABA1E74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F16D9-6E90-8234-EF26-68B434AA8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1C5E-28B0-4C50-8047-DEAFCC740B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3585-2CCF-40BD-BFD2-BC710460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AD781-CB3D-970C-1A6D-67B06D5D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38483-3FFC-4C8A-A522-90C963896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9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B045C-7156-48EA-D2CC-C1BDACEBF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768D-60A2-066F-A5F6-9BE8F7F2D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75959-9322-582B-1DAA-37ED260A1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17A4F-4571-78A3-78FC-F1BB3B237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1C5E-28B0-4C50-8047-DEAFCC740B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1FAFF-0FB9-3B6B-EA67-B215148CC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56EDD-E8CC-4DA8-D9F4-E749D1AA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38483-3FFC-4C8A-A522-90C963896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30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68587-3047-D3FA-9486-9C5A851D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C1724-F3D5-0B0C-A872-87BF4A696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32BB7-347B-E0C0-2E80-5894F3A78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D3F430-056C-DBB7-1A9B-748E8E632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F3AB05-CCF6-513F-8687-F25F8EAD17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F8B074-7637-AF76-F6B5-92FB93CB8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1C5E-28B0-4C50-8047-DEAFCC740B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2B9A6A-9C43-4C4F-0958-01FD1D78B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181312-BE1B-15CF-C57B-DD96DE93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38483-3FFC-4C8A-A522-90C963896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752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A86D6-5F38-EF45-664C-1205E6DC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9352D3-A973-583F-D658-A7E87E4F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1C5E-28B0-4C50-8047-DEAFCC740B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F2CB-BA24-D6F5-6453-377B2995A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33C98-7A2C-F4E5-AC94-2D6C0A403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38483-3FFC-4C8A-A522-90C963896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639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C2D8D6-15DC-A81D-4019-5EB27E406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1C5E-28B0-4C50-8047-DEAFCC740B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8AE5C8-6077-2AA4-8AB6-15621A939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EB983-6BDA-E711-255A-A9547799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38483-3FFC-4C8A-A522-90C963896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630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DDFF0-3FC6-5748-06BE-BDC6D3011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A788C-47F8-11BB-9033-0F2F347BF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74E995-D428-50D6-09C5-85EDEC497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467F7-353A-62D1-DF2C-50B3CAC4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1C5E-28B0-4C50-8047-DEAFCC740B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E96E5-63F1-1719-BCCC-265666EB8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56494-39B6-B72B-1F52-BC58C08A5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38483-3FFC-4C8A-A522-90C963896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6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DCA9-11E0-EFB7-5C07-80DE388FB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D3EE0B-158B-0C08-5200-A13ACEBA8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CFB79-ED9B-CB36-88EE-231D64A37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D47C7-F230-5E9F-F455-9B1E553FC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1C5E-28B0-4C50-8047-DEAFCC740B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A328B-81E1-DA04-4E09-4DD1EE5AF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D3C84-58A2-D091-25BF-A20E1A812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38483-3FFC-4C8A-A522-90C963896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83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9EE17-1C20-9957-F546-65F19A15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D206A-4D61-431A-CEF9-F872F9BFB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A26B7-0D06-DEA8-F3E8-5AD8F7306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1C5E-28B0-4C50-8047-DEAFCC740B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5EDED-6B47-2117-C208-87A185C78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C9E8D-2EAE-5AF9-EE82-0D955AC9C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38483-3FFC-4C8A-A522-90C963896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39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002B43-020A-A937-DBAF-55EB4CCBF7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0B85F-490A-F1CD-62BD-F23CD664A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BBC14-8315-55B8-E33A-18D017AAE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1C5E-28B0-4C50-8047-DEAFCC740B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94C58-A52B-66B5-A279-4EEA005C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A082A-2D89-AC68-2E41-F50FF926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38483-3FFC-4C8A-A522-90C963896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3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F3D6EE-DC35-CE77-9B2E-E444C0C3D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099B8-15D9-E827-EA3C-03DE62195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ACB97-80FD-AE8D-0D12-DEA0E4D830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C1C5E-28B0-4C50-8047-DEAFCC740B7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B4BCF-6163-2E04-C561-908B108A7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EB2EE-6901-7541-07F2-5E7304A0DE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38483-3FFC-4C8A-A522-90C963896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61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BD2340B-3A88-1557-2CC5-33FAC4B469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014876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9812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2026-09-06T08:14:59Z</dcterms:created>
  <dcterms:modified xsi:type="dcterms:W3CDTF">2026-09-06T08:15:00Z</dcterms:modified>
</cp:coreProperties>
</file>