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34CBAA-4CD1-4A28-B178-1F64B5B5A2CA}" type="doc">
      <dgm:prSet loTypeId="urn:microsoft.com/office/officeart/2026/layout/TextCardSideLineWideImage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164177-FA01-4DDC-8208-ECC70FA2945F}">
      <dgm:prSet phldrT="Title"/>
      <dgm:spPr/>
      <dgm:t>
        <a:bodyPr/>
        <a:lstStyle/>
        <a:p>
          <a:pPr>
            <a:defRPr b="1"/>
          </a:pPr>
          <a:r>
            <a:rPr lang="en-US"/>
            <a:t>Node One</a:t>
          </a:r>
        </a:p>
      </dgm:t>
    </dgm:pt>
    <dgm:pt modelId="{CF814629-23DC-4A72-8273-32255BD4E1BA}" type="parTrans" cxnId="{4F538996-49A9-4C82-93C5-EDE9071B5138}">
      <dgm:prSet/>
      <dgm:spPr/>
    </dgm:pt>
    <dgm:pt modelId="{0D4300A5-A062-4187-BCEB-FCD7F023D444}" type="sibTrans" cxnId="{4F538996-49A9-4C82-93C5-EDE9071B5138}">
      <dgm:prSet/>
      <dgm:spPr/>
    </dgm:pt>
    <dgm:pt modelId="{5176B002-815C-4749-9404-4E75C30EEA0E}">
      <dgm:prSet phldrT="Description" phldr="1"/>
      <dgm:spPr/>
      <dgm:t>
        <a:bodyPr/>
        <a:lstStyle/>
        <a:p>
          <a:endParaRPr lang="en-US"/>
        </a:p>
      </dgm:t>
    </dgm:pt>
    <dgm:pt modelId="{CA45DA07-37B1-4DC9-B309-1AD76891202C}" type="parTrans" cxnId="{3E011409-62BD-4F90-A4AC-2040C1B1CA5F}">
      <dgm:prSet/>
      <dgm:spPr/>
    </dgm:pt>
    <dgm:pt modelId="{1DEF850D-372B-49DB-90F1-ACB087D71DCB}" type="sibTrans" cxnId="{3E011409-62BD-4F90-A4AC-2040C1B1CA5F}">
      <dgm:prSet/>
      <dgm:spPr/>
    </dgm:pt>
    <dgm:pt modelId="{E2D05BA3-B0F0-46D7-9773-48FBEEE9FB6D}">
      <dgm:prSet phldrT="Title"/>
      <dgm:spPr/>
      <dgm:t>
        <a:bodyPr/>
        <a:lstStyle/>
        <a:p>
          <a:pPr>
            <a:defRPr b="1"/>
          </a:pPr>
          <a:r>
            <a:rPr lang="en-US"/>
            <a:t>Node Two has a longer label</a:t>
          </a:r>
        </a:p>
      </dgm:t>
    </dgm:pt>
    <dgm:pt modelId="{C9318637-375A-4844-A52A-CE2F12694FD6}" type="parTrans" cxnId="{61F6BD13-6FDB-41ED-A4F2-B706FAA74AFC}">
      <dgm:prSet/>
      <dgm:spPr/>
    </dgm:pt>
    <dgm:pt modelId="{EF43215B-DC9C-466A-9A63-D60A5334547F}" type="sibTrans" cxnId="{61F6BD13-6FDB-41ED-A4F2-B706FAA74AFC}">
      <dgm:prSet/>
      <dgm:spPr/>
    </dgm:pt>
    <dgm:pt modelId="{284801BB-C9DC-4DC2-8063-BC317E8A913E}">
      <dgm:prSet phldrT="Description" phldr="1"/>
      <dgm:spPr/>
      <dgm:t>
        <a:bodyPr/>
        <a:lstStyle/>
        <a:p>
          <a:endParaRPr lang="en-US"/>
        </a:p>
      </dgm:t>
    </dgm:pt>
    <dgm:pt modelId="{706C93DC-22CA-4EBB-B8F3-38EB0AACC226}" type="parTrans" cxnId="{27841D7E-2A79-42F1-9BBD-D7DA56C38629}">
      <dgm:prSet/>
      <dgm:spPr/>
    </dgm:pt>
    <dgm:pt modelId="{3C704A21-F951-4ED3-97BC-FB3D9AA971CB}" type="sibTrans" cxnId="{27841D7E-2A79-42F1-9BBD-D7DA56C38629}">
      <dgm:prSet/>
      <dgm:spPr/>
    </dgm:pt>
    <dgm:pt modelId="{6100F9EA-F189-4E03-AA07-9D67ED9206BD}">
      <dgm:prSet phldrT="Title"/>
      <dgm:spPr/>
      <dgm:t>
        <a:bodyPr/>
        <a:lstStyle/>
        <a:p>
          <a:r>
            <a:rPr lang="en-US"/>
            <a:t>Node Three</a:t>
          </a:r>
        </a:p>
      </dgm:t>
    </dgm:pt>
    <dgm:pt modelId="{971C2A9D-3F37-427A-96F2-BD1F3DB6AD02}" type="parTrans" cxnId="{675BD619-9548-4CE8-8481-28BA03C03577}">
      <dgm:prSet/>
      <dgm:spPr/>
    </dgm:pt>
    <dgm:pt modelId="{45C2D82D-00AE-4242-B76F-6F489E8A3CC5}" type="sibTrans" cxnId="{675BD619-9548-4CE8-8481-28BA03C03577}">
      <dgm:prSet/>
      <dgm:spPr/>
    </dgm:pt>
    <dgm:pt modelId="{789F448C-0CF8-4E3E-B42C-B6D54552FB62}">
      <dgm:prSet phldrT="Description" phldr="1"/>
      <dgm:spPr/>
      <dgm:t>
        <a:bodyPr/>
        <a:lstStyle/>
        <a:p>
          <a:endParaRPr lang="en-US"/>
        </a:p>
      </dgm:t>
    </dgm:pt>
    <dgm:pt modelId="{F35B2655-A210-44B8-9699-E710A9180686}" type="parTrans" cxnId="{F37A7835-E1BF-4EEA-AD94-CFF0DC232922}">
      <dgm:prSet/>
      <dgm:spPr/>
    </dgm:pt>
    <dgm:pt modelId="{F008D36E-DB93-40F8-9E32-C1B840793E77}" type="sibTrans" cxnId="{F37A7835-E1BF-4EEA-AD94-CFF0DC232922}">
      <dgm:prSet/>
      <dgm:spPr/>
    </dgm:pt>
    <dgm:pt modelId="{31F961B1-05D6-43A4-8610-A6B1C600F20A}">
      <dgm:prSet phldrT="Title"/>
      <dgm:spPr/>
      <dgm:t>
        <a:bodyPr/>
        <a:lstStyle/>
        <a:p>
          <a:pPr>
            <a:defRPr b="1"/>
          </a:pPr>
          <a:r>
            <a:rPr lang="en-US"/>
            <a:t>Node Four</a:t>
          </a:r>
        </a:p>
      </dgm:t>
    </dgm:pt>
    <dgm:pt modelId="{9ADE62B5-5D0A-4BE3-9AB3-E5833EE57309}" type="parTrans" cxnId="{9252A043-583C-4F56-85B2-87F88D1C6071}">
      <dgm:prSet/>
      <dgm:spPr/>
    </dgm:pt>
    <dgm:pt modelId="{32C89183-0302-4B79-9ECF-0573B5F2E4C8}" type="sibTrans" cxnId="{9252A043-583C-4F56-85B2-87F88D1C6071}">
      <dgm:prSet/>
      <dgm:spPr/>
    </dgm:pt>
    <dgm:pt modelId="{1D6951A6-FB35-48F9-8D30-F8E467C95F4E}">
      <dgm:prSet phldrT="Description" phldr="1"/>
      <dgm:spPr/>
      <dgm:t>
        <a:bodyPr/>
        <a:lstStyle/>
        <a:p>
          <a:endParaRPr lang="en-US"/>
        </a:p>
      </dgm:t>
    </dgm:pt>
    <dgm:pt modelId="{7183823D-77E0-4DF5-91E6-BDF036B813BB}" type="parTrans" cxnId="{C16CC7E3-0B16-4F83-91A4-8E035F7D17F5}">
      <dgm:prSet/>
      <dgm:spPr/>
    </dgm:pt>
    <dgm:pt modelId="{638F87D5-592C-4F87-9C9F-E095451858FD}" type="sibTrans" cxnId="{C16CC7E3-0B16-4F83-91A4-8E035F7D17F5}">
      <dgm:prSet/>
      <dgm:spPr/>
    </dgm:pt>
    <dgm:pt modelId="{C043CF4D-E9F5-4237-953A-9636C048FA13}">
      <dgm:prSet phldrT="Title"/>
      <dgm:spPr/>
      <dgm:t>
        <a:bodyPr/>
        <a:lstStyle/>
        <a:p>
          <a:pPr>
            <a:defRPr b="1"/>
          </a:pPr>
          <a:r>
            <a:rPr lang="en-US"/>
            <a:t>Node Five</a:t>
          </a:r>
        </a:p>
      </dgm:t>
    </dgm:pt>
    <dgm:pt modelId="{4AA441B0-037D-493C-B6B8-44A211E1D3D6}" type="parTrans" cxnId="{86B1B9AD-30D7-4EDA-9B6D-BDC8DB51C6B5}">
      <dgm:prSet/>
      <dgm:spPr/>
    </dgm:pt>
    <dgm:pt modelId="{4D8BF5C9-F793-4246-972A-F77EA4E73D40}" type="sibTrans" cxnId="{86B1B9AD-30D7-4EDA-9B6D-BDC8DB51C6B5}">
      <dgm:prSet/>
      <dgm:spPr/>
    </dgm:pt>
    <dgm:pt modelId="{2BBFEDAF-2D12-4A2D-8743-9F8BD52F86C9}">
      <dgm:prSet phldrT="Description" phldr="1"/>
      <dgm:spPr/>
      <dgm:t>
        <a:bodyPr/>
        <a:lstStyle/>
        <a:p>
          <a:endParaRPr lang="en-US"/>
        </a:p>
      </dgm:t>
    </dgm:pt>
    <dgm:pt modelId="{374C156B-A0DF-4AF7-AD77-FF446706D0A9}" type="parTrans" cxnId="{C4F11BEF-331A-4B4D-96F8-12BA7A4F2202}">
      <dgm:prSet/>
      <dgm:spPr/>
    </dgm:pt>
    <dgm:pt modelId="{07B127D9-8576-4AD9-B410-1D833A6534E0}" type="sibTrans" cxnId="{C4F11BEF-331A-4B4D-96F8-12BA7A4F2202}">
      <dgm:prSet/>
      <dgm:spPr/>
    </dgm:pt>
    <dgm:pt modelId="{AF76C0E7-BFAC-4678-BF15-E39737766EB8}" type="pres">
      <dgm:prSet presAssocID="{1634CBAA-4CD1-4A28-B178-1F64B5B5A2CA}" presName="root" presStyleCnt="0">
        <dgm:presLayoutVars>
          <dgm:dir/>
          <dgm:resizeHandles val="exact"/>
        </dgm:presLayoutVars>
      </dgm:prSet>
      <dgm:spPr/>
    </dgm:pt>
    <dgm:pt modelId="{6CB37F49-FC9E-43F6-872A-A9ABECABB630}" type="pres">
      <dgm:prSet presAssocID="{ED164177-FA01-4DDC-8208-ECC70FA2945F}" presName="compNode" presStyleCnt="0"/>
      <dgm:spPr/>
    </dgm:pt>
    <dgm:pt modelId="{0C1DBDFC-B06E-4A12-9359-9CA49E0FB4F3}" type="pres">
      <dgm:prSet presAssocID="{ED164177-FA01-4DDC-8208-ECC70FA2945F}" presName="imageShape" presStyleLbl="bgImgPlace1" presStyleIdx="0" presStyleCnt="4"/>
      <dgm:spPr/>
    </dgm:pt>
    <dgm:pt modelId="{585DC5F5-1905-40E4-96C3-252E218CB86B}" type="pres">
      <dgm:prSet presAssocID="{ED164177-FA01-4DDC-8208-ECC70FA2945F}" presName="accentLine" presStyleLbl="dkBgShp" presStyleIdx="0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C2254EBC-84EB-4381-B4EC-A600C52A5BFD}" type="pres">
      <dgm:prSet presAssocID="{ED164177-FA01-4DDC-8208-ECC70FA2945F}" presName="titleText" presStyleLbl="revTx" presStyleIdx="0" presStyleCnt="8">
        <dgm:presLayoutVars>
          <dgm:chMax val="0"/>
          <dgm:chPref val="0"/>
        </dgm:presLayoutVars>
      </dgm:prSet>
      <dgm:spPr/>
    </dgm:pt>
    <dgm:pt modelId="{08BFC36D-BD6E-4C25-94D7-680282472CDA}" type="pres">
      <dgm:prSet presAssocID="{ED164177-FA01-4DDC-8208-ECC70FA2945F}" presName="bodyText" presStyleLbl="revTx" presStyleIdx="1" presStyleCnt="8">
        <dgm:presLayoutVars>
          <dgm:chMax val="0"/>
          <dgm:chPref val="0"/>
        </dgm:presLayoutVars>
      </dgm:prSet>
      <dgm:spPr/>
    </dgm:pt>
    <dgm:pt modelId="{2A4C55AE-8F7C-4D55-9AF1-67566D794AAA}" type="pres">
      <dgm:prSet presAssocID="{0D4300A5-A062-4187-BCEB-FCD7F023D444}" presName="sibTrans" presStyleCnt="0"/>
      <dgm:spPr/>
    </dgm:pt>
    <dgm:pt modelId="{644F3F3F-A103-409D-8944-9D5FC7BEE0DE}" type="pres">
      <dgm:prSet presAssocID="{E2D05BA3-B0F0-46D7-9773-48FBEEE9FB6D}" presName="compNode" presStyleCnt="0"/>
      <dgm:spPr/>
    </dgm:pt>
    <dgm:pt modelId="{C0D82B30-B7F0-4BD1-8BDC-852E52D63895}" type="pres">
      <dgm:prSet presAssocID="{E2D05BA3-B0F0-46D7-9773-48FBEEE9FB6D}" presName="imageShape" presStyleLbl="bgImgPlace1" presStyleIdx="1" presStyleCnt="4"/>
      <dgm:spPr/>
    </dgm:pt>
    <dgm:pt modelId="{08A8EF6E-A7E3-459E-B353-D3080000202C}" type="pres">
      <dgm:prSet presAssocID="{E2D05BA3-B0F0-46D7-9773-48FBEEE9FB6D}" presName="accentLine" presStyleLbl="dkBgShp" presStyleIdx="1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B11BAADA-65D1-4CA9-81CE-6916E7E6AF69}" type="pres">
      <dgm:prSet presAssocID="{E2D05BA3-B0F0-46D7-9773-48FBEEE9FB6D}" presName="titleText" presStyleLbl="revTx" presStyleIdx="2" presStyleCnt="8">
        <dgm:presLayoutVars>
          <dgm:chMax val="0"/>
          <dgm:chPref val="0"/>
        </dgm:presLayoutVars>
      </dgm:prSet>
      <dgm:spPr/>
    </dgm:pt>
    <dgm:pt modelId="{98E2AE6A-830B-4E6F-90B1-9A1C345B1C7B}" type="pres">
      <dgm:prSet presAssocID="{E2D05BA3-B0F0-46D7-9773-48FBEEE9FB6D}" presName="bodyText" presStyleLbl="revTx" presStyleIdx="3" presStyleCnt="8">
        <dgm:presLayoutVars>
          <dgm:chMax val="0"/>
          <dgm:chPref val="0"/>
        </dgm:presLayoutVars>
      </dgm:prSet>
      <dgm:spPr/>
    </dgm:pt>
    <dgm:pt modelId="{FCE186A5-5BB4-4929-B40D-AAB703DB3426}" type="pres">
      <dgm:prSet presAssocID="{EF43215B-DC9C-466A-9A63-D60A5334547F}" presName="sibTrans" presStyleCnt="0"/>
      <dgm:spPr/>
    </dgm:pt>
    <dgm:pt modelId="{759EDD37-5A70-426B-A277-8D45D19FCAE8}" type="pres">
      <dgm:prSet presAssocID="{31F961B1-05D6-43A4-8610-A6B1C600F20A}" presName="compNode" presStyleCnt="0"/>
      <dgm:spPr/>
    </dgm:pt>
    <dgm:pt modelId="{F05F026D-FA5E-45F0-BF7D-8CD5ED04736F}" type="pres">
      <dgm:prSet presAssocID="{31F961B1-05D6-43A4-8610-A6B1C600F20A}" presName="imageShape" presStyleLbl="bgImgPlace1" presStyleIdx="2" presStyleCnt="4"/>
      <dgm:spPr/>
    </dgm:pt>
    <dgm:pt modelId="{02A43C0E-E773-4266-AE04-142563A7755C}" type="pres">
      <dgm:prSet presAssocID="{31F961B1-05D6-43A4-8610-A6B1C600F20A}" presName="accentLine" presStyleLbl="dkBgShp" presStyleIdx="2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385C9EEB-2B6D-437F-9CA2-14EF3693F830}" type="pres">
      <dgm:prSet presAssocID="{31F961B1-05D6-43A4-8610-A6B1C600F20A}" presName="titleText" presStyleLbl="revTx" presStyleIdx="4" presStyleCnt="8">
        <dgm:presLayoutVars>
          <dgm:chMax val="0"/>
          <dgm:chPref val="0"/>
        </dgm:presLayoutVars>
      </dgm:prSet>
      <dgm:spPr/>
    </dgm:pt>
    <dgm:pt modelId="{9F8322CA-4218-4F0D-9088-FBB6F811D08F}" type="pres">
      <dgm:prSet presAssocID="{31F961B1-05D6-43A4-8610-A6B1C600F20A}" presName="bodyText" presStyleLbl="revTx" presStyleIdx="5" presStyleCnt="8">
        <dgm:presLayoutVars>
          <dgm:chMax val="0"/>
          <dgm:chPref val="0"/>
        </dgm:presLayoutVars>
      </dgm:prSet>
      <dgm:spPr/>
    </dgm:pt>
    <dgm:pt modelId="{59919959-F988-45CB-A889-DDEBB87E5DF1}" type="pres">
      <dgm:prSet presAssocID="{32C89183-0302-4B79-9ECF-0573B5F2E4C8}" presName="sibTrans" presStyleCnt="0"/>
      <dgm:spPr/>
    </dgm:pt>
    <dgm:pt modelId="{7FA5FB48-5625-466E-8DD8-A283F49E44E3}" type="pres">
      <dgm:prSet presAssocID="{C043CF4D-E9F5-4237-953A-9636C048FA13}" presName="compNode" presStyleCnt="0"/>
      <dgm:spPr/>
    </dgm:pt>
    <dgm:pt modelId="{4D1F8241-1648-4F79-AB80-0F9762FCACA2}" type="pres">
      <dgm:prSet presAssocID="{C043CF4D-E9F5-4237-953A-9636C048FA13}" presName="imageShape" presStyleLbl="bgImgPlace1" presStyleIdx="3" presStyleCnt="4"/>
      <dgm:spPr/>
    </dgm:pt>
    <dgm:pt modelId="{D1D2C244-CDFE-4BB6-BA5F-99388497C840}" type="pres">
      <dgm:prSet presAssocID="{C043CF4D-E9F5-4237-953A-9636C048FA13}" presName="accentLine" presStyleLbl="dkBgShp" presStyleIdx="3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22289565-B55C-422B-8680-749159799505}" type="pres">
      <dgm:prSet presAssocID="{C043CF4D-E9F5-4237-953A-9636C048FA13}" presName="titleText" presStyleLbl="revTx" presStyleIdx="6" presStyleCnt="8">
        <dgm:presLayoutVars>
          <dgm:chMax val="0"/>
          <dgm:chPref val="0"/>
        </dgm:presLayoutVars>
      </dgm:prSet>
      <dgm:spPr/>
    </dgm:pt>
    <dgm:pt modelId="{7571E1E5-05E7-4067-8C47-BC2AEA29E7C6}" type="pres">
      <dgm:prSet presAssocID="{C043CF4D-E9F5-4237-953A-9636C048FA13}" presName="bodyText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3E011409-62BD-4F90-A4AC-2040C1B1CA5F}" srcId="{ED164177-FA01-4DDC-8208-ECC70FA2945F}" destId="{5176B002-815C-4749-9404-4E75C30EEA0E}" srcOrd="0" destOrd="0" parTransId="{CA45DA07-37B1-4DC9-B309-1AD76891202C}" sibTransId="{1DEF850D-372B-49DB-90F1-ACB087D71DCB}"/>
    <dgm:cxn modelId="{61F6BD13-6FDB-41ED-A4F2-B706FAA74AFC}" srcId="{1634CBAA-4CD1-4A28-B178-1F64B5B5A2CA}" destId="{E2D05BA3-B0F0-46D7-9773-48FBEEE9FB6D}" srcOrd="1" destOrd="0" parTransId="{C9318637-375A-4844-A52A-CE2F12694FD6}" sibTransId="{EF43215B-DC9C-466A-9A63-D60A5334547F}"/>
    <dgm:cxn modelId="{675BD619-9548-4CE8-8481-28BA03C03577}" srcId="{E2D05BA3-B0F0-46D7-9773-48FBEEE9FB6D}" destId="{6100F9EA-F189-4E03-AA07-9D67ED9206BD}" srcOrd="1" destOrd="0" parTransId="{971C2A9D-3F37-427A-96F2-BD1F3DB6AD02}" sibTransId="{45C2D82D-00AE-4242-B76F-6F489E8A3CC5}"/>
    <dgm:cxn modelId="{F37A7835-E1BF-4EEA-AD94-CFF0DC232922}" srcId="{E2D05BA3-B0F0-46D7-9773-48FBEEE9FB6D}" destId="{789F448C-0CF8-4E3E-B42C-B6D54552FB62}" srcOrd="2" destOrd="0" parTransId="{F35B2655-A210-44B8-9699-E710A9180686}" sibTransId="{F008D36E-DB93-40F8-9E32-C1B840793E77}"/>
    <dgm:cxn modelId="{2F96513F-5953-4E44-A001-AC907374542F}" type="presOf" srcId="{6100F9EA-F189-4E03-AA07-9D67ED9206BD}" destId="{98E2AE6A-830B-4E6F-90B1-9A1C345B1C7B}" srcOrd="0" destOrd="1" presId="urn:microsoft.com/office/officeart/2026/layout/TextCardSideLineWideImage"/>
    <dgm:cxn modelId="{E201735B-1637-4CA5-8159-D9F008ADDD76}" type="presOf" srcId="{1D6951A6-FB35-48F9-8D30-F8E467C95F4E}" destId="{9F8322CA-4218-4F0D-9088-FBB6F811D08F}" srcOrd="0" destOrd="0" presId="urn:microsoft.com/office/officeart/2026/layout/TextCardSideLineWideImage"/>
    <dgm:cxn modelId="{9252A043-583C-4F56-85B2-87F88D1C6071}" srcId="{1634CBAA-4CD1-4A28-B178-1F64B5B5A2CA}" destId="{31F961B1-05D6-43A4-8610-A6B1C600F20A}" srcOrd="2" destOrd="0" parTransId="{9ADE62B5-5D0A-4BE3-9AB3-E5833EE57309}" sibTransId="{32C89183-0302-4B79-9ECF-0573B5F2E4C8}"/>
    <dgm:cxn modelId="{5639BC65-254E-4B38-B341-287DEC5887CB}" type="presOf" srcId="{5176B002-815C-4749-9404-4E75C30EEA0E}" destId="{08BFC36D-BD6E-4C25-94D7-680282472CDA}" srcOrd="0" destOrd="0" presId="urn:microsoft.com/office/officeart/2026/layout/TextCardSideLineWideImage"/>
    <dgm:cxn modelId="{8A9C797D-9297-4915-854F-5048A0151454}" type="presOf" srcId="{31F961B1-05D6-43A4-8610-A6B1C600F20A}" destId="{385C9EEB-2B6D-437F-9CA2-14EF3693F830}" srcOrd="0" destOrd="0" presId="urn:microsoft.com/office/officeart/2026/layout/TextCardSideLineWideImage"/>
    <dgm:cxn modelId="{27841D7E-2A79-42F1-9BBD-D7DA56C38629}" srcId="{E2D05BA3-B0F0-46D7-9773-48FBEEE9FB6D}" destId="{284801BB-C9DC-4DC2-8063-BC317E8A913E}" srcOrd="0" destOrd="0" parTransId="{706C93DC-22CA-4EBB-B8F3-38EB0AACC226}" sibTransId="{3C704A21-F951-4ED3-97BC-FB3D9AA971CB}"/>
    <dgm:cxn modelId="{BADF887E-23C4-4818-B636-9861E2DBF8D6}" type="presOf" srcId="{ED164177-FA01-4DDC-8208-ECC70FA2945F}" destId="{C2254EBC-84EB-4381-B4EC-A600C52A5BFD}" srcOrd="0" destOrd="0" presId="urn:microsoft.com/office/officeart/2026/layout/TextCardSideLineWideImage"/>
    <dgm:cxn modelId="{6A8BED7E-642C-4FFD-8C05-5D427649792E}" type="presOf" srcId="{284801BB-C9DC-4DC2-8063-BC317E8A913E}" destId="{98E2AE6A-830B-4E6F-90B1-9A1C345B1C7B}" srcOrd="0" destOrd="0" presId="urn:microsoft.com/office/officeart/2026/layout/TextCardSideLineWideImage"/>
    <dgm:cxn modelId="{7F7AF286-02AC-4F59-BCB2-62BFEBB4A08B}" type="presOf" srcId="{1634CBAA-4CD1-4A28-B178-1F64B5B5A2CA}" destId="{AF76C0E7-BFAC-4678-BF15-E39737766EB8}" srcOrd="0" destOrd="0" presId="urn:microsoft.com/office/officeart/2026/layout/TextCardSideLineWideImage"/>
    <dgm:cxn modelId="{0887318F-7C8A-4BC6-9979-2C9FF485F4EE}" type="presOf" srcId="{789F448C-0CF8-4E3E-B42C-B6D54552FB62}" destId="{98E2AE6A-830B-4E6F-90B1-9A1C345B1C7B}" srcOrd="0" destOrd="2" presId="urn:microsoft.com/office/officeart/2026/layout/TextCardSideLineWideImage"/>
    <dgm:cxn modelId="{4F538996-49A9-4C82-93C5-EDE9071B5138}" srcId="{1634CBAA-4CD1-4A28-B178-1F64B5B5A2CA}" destId="{ED164177-FA01-4DDC-8208-ECC70FA2945F}" srcOrd="0" destOrd="0" parTransId="{CF814629-23DC-4A72-8273-32255BD4E1BA}" sibTransId="{0D4300A5-A062-4187-BCEB-FCD7F023D444}"/>
    <dgm:cxn modelId="{3663729C-80C9-4365-AD68-F2B24344D541}" type="presOf" srcId="{C043CF4D-E9F5-4237-953A-9636C048FA13}" destId="{22289565-B55C-422B-8680-749159799505}" srcOrd="0" destOrd="0" presId="urn:microsoft.com/office/officeart/2026/layout/TextCardSideLineWideImage"/>
    <dgm:cxn modelId="{86B1B9AD-30D7-4EDA-9B6D-BDC8DB51C6B5}" srcId="{1634CBAA-4CD1-4A28-B178-1F64B5B5A2CA}" destId="{C043CF4D-E9F5-4237-953A-9636C048FA13}" srcOrd="3" destOrd="0" parTransId="{4AA441B0-037D-493C-B6B8-44A211E1D3D6}" sibTransId="{4D8BF5C9-F793-4246-972A-F77EA4E73D40}"/>
    <dgm:cxn modelId="{C16CC7E3-0B16-4F83-91A4-8E035F7D17F5}" srcId="{31F961B1-05D6-43A4-8610-A6B1C600F20A}" destId="{1D6951A6-FB35-48F9-8D30-F8E467C95F4E}" srcOrd="0" destOrd="0" parTransId="{7183823D-77E0-4DF5-91E6-BDF036B813BB}" sibTransId="{638F87D5-592C-4F87-9C9F-E095451858FD}"/>
    <dgm:cxn modelId="{04C57AE8-EAD1-49D5-A28E-C145ACC3590E}" type="presOf" srcId="{2BBFEDAF-2D12-4A2D-8743-9F8BD52F86C9}" destId="{7571E1E5-05E7-4067-8C47-BC2AEA29E7C6}" srcOrd="0" destOrd="0" presId="urn:microsoft.com/office/officeart/2026/layout/TextCardSideLineWideImage"/>
    <dgm:cxn modelId="{C4F11BEF-331A-4B4D-96F8-12BA7A4F2202}" srcId="{C043CF4D-E9F5-4237-953A-9636C048FA13}" destId="{2BBFEDAF-2D12-4A2D-8743-9F8BD52F86C9}" srcOrd="0" destOrd="0" parTransId="{374C156B-A0DF-4AF7-AD77-FF446706D0A9}" sibTransId="{07B127D9-8576-4AD9-B410-1D833A6534E0}"/>
    <dgm:cxn modelId="{FDFCFEF5-F5DD-4D65-9AF9-18F565BB0443}" type="presOf" srcId="{E2D05BA3-B0F0-46D7-9773-48FBEEE9FB6D}" destId="{B11BAADA-65D1-4CA9-81CE-6916E7E6AF69}" srcOrd="0" destOrd="0" presId="urn:microsoft.com/office/officeart/2026/layout/TextCardSideLineWideImage"/>
    <dgm:cxn modelId="{E4666E21-CBA4-445C-8150-6183100CB977}" type="presParOf" srcId="{AF76C0E7-BFAC-4678-BF15-E39737766EB8}" destId="{6CB37F49-FC9E-43F6-872A-A9ABECABB630}" srcOrd="0" destOrd="0" presId="urn:microsoft.com/office/officeart/2026/layout/TextCardSideLineWideImage"/>
    <dgm:cxn modelId="{12AF7632-1FA5-4431-98C6-C95E89E8C467}" type="presParOf" srcId="{6CB37F49-FC9E-43F6-872A-A9ABECABB630}" destId="{0C1DBDFC-B06E-4A12-9359-9CA49E0FB4F3}" srcOrd="0" destOrd="0" presId="urn:microsoft.com/office/officeart/2026/layout/TextCardSideLineWideImage"/>
    <dgm:cxn modelId="{388883B0-C538-49BB-BDF5-B874883732F2}" type="presParOf" srcId="{6CB37F49-FC9E-43F6-872A-A9ABECABB630}" destId="{585DC5F5-1905-40E4-96C3-252E218CB86B}" srcOrd="1" destOrd="0" presId="urn:microsoft.com/office/officeart/2026/layout/TextCardSideLineWideImage"/>
    <dgm:cxn modelId="{BE39D05A-C80E-48CF-91CB-74D5A7346C8C}" type="presParOf" srcId="{6CB37F49-FC9E-43F6-872A-A9ABECABB630}" destId="{C2254EBC-84EB-4381-B4EC-A600C52A5BFD}" srcOrd="2" destOrd="0" presId="urn:microsoft.com/office/officeart/2026/layout/TextCardSideLineWideImage"/>
    <dgm:cxn modelId="{205DE612-40D3-4738-A8C7-91BB6509AED6}" type="presParOf" srcId="{6CB37F49-FC9E-43F6-872A-A9ABECABB630}" destId="{08BFC36D-BD6E-4C25-94D7-680282472CDA}" srcOrd="3" destOrd="0" presId="urn:microsoft.com/office/officeart/2026/layout/TextCardSideLineWideImage"/>
    <dgm:cxn modelId="{D7670628-BBE7-4574-90CB-8FD0F68DA88C}" type="presParOf" srcId="{AF76C0E7-BFAC-4678-BF15-E39737766EB8}" destId="{2A4C55AE-8F7C-4D55-9AF1-67566D794AAA}" srcOrd="1" destOrd="0" presId="urn:microsoft.com/office/officeart/2026/layout/TextCardSideLineWideImage"/>
    <dgm:cxn modelId="{87D0744B-6FA8-4B47-A0A5-3CEB55D22912}" type="presParOf" srcId="{AF76C0E7-BFAC-4678-BF15-E39737766EB8}" destId="{644F3F3F-A103-409D-8944-9D5FC7BEE0DE}" srcOrd="2" destOrd="0" presId="urn:microsoft.com/office/officeart/2026/layout/TextCardSideLineWideImage"/>
    <dgm:cxn modelId="{6CFDD647-31D0-4849-BEC5-40EFF224D05F}" type="presParOf" srcId="{644F3F3F-A103-409D-8944-9D5FC7BEE0DE}" destId="{C0D82B30-B7F0-4BD1-8BDC-852E52D63895}" srcOrd="0" destOrd="0" presId="urn:microsoft.com/office/officeart/2026/layout/TextCardSideLineWideImage"/>
    <dgm:cxn modelId="{EFD7B9B4-5A5D-4F8B-B4CE-7D60138C4025}" type="presParOf" srcId="{644F3F3F-A103-409D-8944-9D5FC7BEE0DE}" destId="{08A8EF6E-A7E3-459E-B353-D3080000202C}" srcOrd="1" destOrd="0" presId="urn:microsoft.com/office/officeart/2026/layout/TextCardSideLineWideImage"/>
    <dgm:cxn modelId="{2CD9F3E3-F426-4133-B2E0-44385CE83EE6}" type="presParOf" srcId="{644F3F3F-A103-409D-8944-9D5FC7BEE0DE}" destId="{B11BAADA-65D1-4CA9-81CE-6916E7E6AF69}" srcOrd="2" destOrd="0" presId="urn:microsoft.com/office/officeart/2026/layout/TextCardSideLineWideImage"/>
    <dgm:cxn modelId="{A783C13E-4968-4967-B604-CD80F014DF12}" type="presParOf" srcId="{644F3F3F-A103-409D-8944-9D5FC7BEE0DE}" destId="{98E2AE6A-830B-4E6F-90B1-9A1C345B1C7B}" srcOrd="3" destOrd="0" presId="urn:microsoft.com/office/officeart/2026/layout/TextCardSideLineWideImage"/>
    <dgm:cxn modelId="{5C907722-8B5E-4232-9139-BA4A811333D3}" type="presParOf" srcId="{AF76C0E7-BFAC-4678-BF15-E39737766EB8}" destId="{FCE186A5-5BB4-4929-B40D-AAB703DB3426}" srcOrd="3" destOrd="0" presId="urn:microsoft.com/office/officeart/2026/layout/TextCardSideLineWideImage"/>
    <dgm:cxn modelId="{D7E40A43-99AB-47E7-BAF1-6315256A0ABB}" type="presParOf" srcId="{AF76C0E7-BFAC-4678-BF15-E39737766EB8}" destId="{759EDD37-5A70-426B-A277-8D45D19FCAE8}" srcOrd="4" destOrd="0" presId="urn:microsoft.com/office/officeart/2026/layout/TextCardSideLineWideImage"/>
    <dgm:cxn modelId="{5879011F-AE97-4004-9D11-CD00B31BAE39}" type="presParOf" srcId="{759EDD37-5A70-426B-A277-8D45D19FCAE8}" destId="{F05F026D-FA5E-45F0-BF7D-8CD5ED04736F}" srcOrd="0" destOrd="0" presId="urn:microsoft.com/office/officeart/2026/layout/TextCardSideLineWideImage"/>
    <dgm:cxn modelId="{D6A29850-C07D-49D4-9A4D-2E6286A075AF}" type="presParOf" srcId="{759EDD37-5A70-426B-A277-8D45D19FCAE8}" destId="{02A43C0E-E773-4266-AE04-142563A7755C}" srcOrd="1" destOrd="0" presId="urn:microsoft.com/office/officeart/2026/layout/TextCardSideLineWideImage"/>
    <dgm:cxn modelId="{2782CFF0-B5FD-43D7-BB4A-08A59837D725}" type="presParOf" srcId="{759EDD37-5A70-426B-A277-8D45D19FCAE8}" destId="{385C9EEB-2B6D-437F-9CA2-14EF3693F830}" srcOrd="2" destOrd="0" presId="urn:microsoft.com/office/officeart/2026/layout/TextCardSideLineWideImage"/>
    <dgm:cxn modelId="{C6CF58F3-A0BE-420F-B346-3E3D3EE7673D}" type="presParOf" srcId="{759EDD37-5A70-426B-A277-8D45D19FCAE8}" destId="{9F8322CA-4218-4F0D-9088-FBB6F811D08F}" srcOrd="3" destOrd="0" presId="urn:microsoft.com/office/officeart/2026/layout/TextCardSideLineWideImage"/>
    <dgm:cxn modelId="{BC0036CD-71EF-4655-B6E5-47297CE8E0B7}" type="presParOf" srcId="{AF76C0E7-BFAC-4678-BF15-E39737766EB8}" destId="{59919959-F988-45CB-A889-DDEBB87E5DF1}" srcOrd="5" destOrd="0" presId="urn:microsoft.com/office/officeart/2026/layout/TextCardSideLineWideImage"/>
    <dgm:cxn modelId="{D34477C4-472C-4870-9B62-6F7620F53F5F}" type="presParOf" srcId="{AF76C0E7-BFAC-4678-BF15-E39737766EB8}" destId="{7FA5FB48-5625-466E-8DD8-A283F49E44E3}" srcOrd="6" destOrd="0" presId="urn:microsoft.com/office/officeart/2026/layout/TextCardSideLineWideImage"/>
    <dgm:cxn modelId="{86E42DB0-697A-4979-89A1-775337BA813B}" type="presParOf" srcId="{7FA5FB48-5625-466E-8DD8-A283F49E44E3}" destId="{4D1F8241-1648-4F79-AB80-0F9762FCACA2}" srcOrd="0" destOrd="0" presId="urn:microsoft.com/office/officeart/2026/layout/TextCardSideLineWideImage"/>
    <dgm:cxn modelId="{09A2DC2D-20A4-41C7-8129-FBA3C747A6D8}" type="presParOf" srcId="{7FA5FB48-5625-466E-8DD8-A283F49E44E3}" destId="{D1D2C244-CDFE-4BB6-BA5F-99388497C840}" srcOrd="1" destOrd="0" presId="urn:microsoft.com/office/officeart/2026/layout/TextCardSideLineWideImage"/>
    <dgm:cxn modelId="{4F1C3C53-EE9C-4579-97A4-3B6CD796D223}" type="presParOf" srcId="{7FA5FB48-5625-466E-8DD8-A283F49E44E3}" destId="{22289565-B55C-422B-8680-749159799505}" srcOrd="2" destOrd="0" presId="urn:microsoft.com/office/officeart/2026/layout/TextCardSideLineWideImage"/>
    <dgm:cxn modelId="{4A1894D2-2D9D-4B5B-A15C-6CDBA8EDFFE9}" type="presParOf" srcId="{7FA5FB48-5625-466E-8DD8-A283F49E44E3}" destId="{7571E1E5-05E7-4067-8C47-BC2AEA29E7C6}" srcOrd="3" destOrd="0" presId="urn:microsoft.com/office/officeart/2026/layout/TextCardSideLineWideImag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1DBDFC-B06E-4A12-9359-9CA49E0FB4F3}">
      <dsp:nvSpPr>
        <dsp:cNvPr id="0" name=""/>
        <dsp:cNvSpPr/>
      </dsp:nvSpPr>
      <dsp:spPr>
        <a:xfrm>
          <a:off x="4952999" y="3195"/>
          <a:ext cx="3302000" cy="1163671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5DC5F5-1905-40E4-96C3-252E218CB86B}">
      <dsp:nvSpPr>
        <dsp:cNvPr id="0" name=""/>
        <dsp:cNvSpPr/>
      </dsp:nvSpPr>
      <dsp:spPr>
        <a:xfrm>
          <a:off x="0" y="3195"/>
          <a:ext cx="41275" cy="1163671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254EBC-84EB-4381-B4EC-A600C52A5BFD}">
      <dsp:nvSpPr>
        <dsp:cNvPr id="0" name=""/>
        <dsp:cNvSpPr/>
      </dsp:nvSpPr>
      <dsp:spPr>
        <a:xfrm>
          <a:off x="371474" y="61378"/>
          <a:ext cx="4127500" cy="523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One</a:t>
          </a:r>
        </a:p>
      </dsp:txBody>
      <dsp:txXfrm>
        <a:off x="371474" y="61378"/>
        <a:ext cx="4127500" cy="523652"/>
      </dsp:txXfrm>
    </dsp:sp>
    <dsp:sp modelId="{08BFC36D-BD6E-4C25-94D7-680282472CDA}">
      <dsp:nvSpPr>
        <dsp:cNvPr id="0" name=""/>
        <dsp:cNvSpPr/>
      </dsp:nvSpPr>
      <dsp:spPr>
        <a:xfrm>
          <a:off x="371474" y="608304"/>
          <a:ext cx="4127500" cy="558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71474" y="608304"/>
        <a:ext cx="4127500" cy="558562"/>
      </dsp:txXfrm>
    </dsp:sp>
    <dsp:sp modelId="{C0D82B30-B7F0-4BD1-8BDC-852E52D63895}">
      <dsp:nvSpPr>
        <dsp:cNvPr id="0" name=""/>
        <dsp:cNvSpPr/>
      </dsp:nvSpPr>
      <dsp:spPr>
        <a:xfrm>
          <a:off x="4952999" y="1306507"/>
          <a:ext cx="3302000" cy="1163671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A8EF6E-A7E3-459E-B353-D3080000202C}">
      <dsp:nvSpPr>
        <dsp:cNvPr id="0" name=""/>
        <dsp:cNvSpPr/>
      </dsp:nvSpPr>
      <dsp:spPr>
        <a:xfrm>
          <a:off x="0" y="1306507"/>
          <a:ext cx="41275" cy="1163671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1BAADA-65D1-4CA9-81CE-6916E7E6AF69}">
      <dsp:nvSpPr>
        <dsp:cNvPr id="0" name=""/>
        <dsp:cNvSpPr/>
      </dsp:nvSpPr>
      <dsp:spPr>
        <a:xfrm>
          <a:off x="371474" y="1364691"/>
          <a:ext cx="4127500" cy="523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Two has a longer label</a:t>
          </a:r>
        </a:p>
      </dsp:txBody>
      <dsp:txXfrm>
        <a:off x="371474" y="1364691"/>
        <a:ext cx="4127500" cy="523652"/>
      </dsp:txXfrm>
    </dsp:sp>
    <dsp:sp modelId="{98E2AE6A-830B-4E6F-90B1-9A1C345B1C7B}">
      <dsp:nvSpPr>
        <dsp:cNvPr id="0" name=""/>
        <dsp:cNvSpPr/>
      </dsp:nvSpPr>
      <dsp:spPr>
        <a:xfrm>
          <a:off x="371474" y="1911617"/>
          <a:ext cx="4127500" cy="558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Node Three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71474" y="1911617"/>
        <a:ext cx="4127500" cy="558562"/>
      </dsp:txXfrm>
    </dsp:sp>
    <dsp:sp modelId="{F05F026D-FA5E-45F0-BF7D-8CD5ED04736F}">
      <dsp:nvSpPr>
        <dsp:cNvPr id="0" name=""/>
        <dsp:cNvSpPr/>
      </dsp:nvSpPr>
      <dsp:spPr>
        <a:xfrm>
          <a:off x="4952999" y="2609820"/>
          <a:ext cx="3302000" cy="1163671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A43C0E-E773-4266-AE04-142563A7755C}">
      <dsp:nvSpPr>
        <dsp:cNvPr id="0" name=""/>
        <dsp:cNvSpPr/>
      </dsp:nvSpPr>
      <dsp:spPr>
        <a:xfrm>
          <a:off x="0" y="2609820"/>
          <a:ext cx="41275" cy="1163671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5C9EEB-2B6D-437F-9CA2-14EF3693F830}">
      <dsp:nvSpPr>
        <dsp:cNvPr id="0" name=""/>
        <dsp:cNvSpPr/>
      </dsp:nvSpPr>
      <dsp:spPr>
        <a:xfrm>
          <a:off x="371474" y="2668003"/>
          <a:ext cx="4127500" cy="523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Four</a:t>
          </a:r>
        </a:p>
      </dsp:txBody>
      <dsp:txXfrm>
        <a:off x="371474" y="2668003"/>
        <a:ext cx="4127500" cy="523652"/>
      </dsp:txXfrm>
    </dsp:sp>
    <dsp:sp modelId="{9F8322CA-4218-4F0D-9088-FBB6F811D08F}">
      <dsp:nvSpPr>
        <dsp:cNvPr id="0" name=""/>
        <dsp:cNvSpPr/>
      </dsp:nvSpPr>
      <dsp:spPr>
        <a:xfrm>
          <a:off x="371474" y="3214929"/>
          <a:ext cx="4127500" cy="558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71474" y="3214929"/>
        <a:ext cx="4127500" cy="558562"/>
      </dsp:txXfrm>
    </dsp:sp>
    <dsp:sp modelId="{4D1F8241-1648-4F79-AB80-0F9762FCACA2}">
      <dsp:nvSpPr>
        <dsp:cNvPr id="0" name=""/>
        <dsp:cNvSpPr/>
      </dsp:nvSpPr>
      <dsp:spPr>
        <a:xfrm>
          <a:off x="4952999" y="3913132"/>
          <a:ext cx="3302000" cy="1163671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D2C244-CDFE-4BB6-BA5F-99388497C840}">
      <dsp:nvSpPr>
        <dsp:cNvPr id="0" name=""/>
        <dsp:cNvSpPr/>
      </dsp:nvSpPr>
      <dsp:spPr>
        <a:xfrm>
          <a:off x="0" y="3913132"/>
          <a:ext cx="41275" cy="1163671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289565-B55C-422B-8680-749159799505}">
      <dsp:nvSpPr>
        <dsp:cNvPr id="0" name=""/>
        <dsp:cNvSpPr/>
      </dsp:nvSpPr>
      <dsp:spPr>
        <a:xfrm>
          <a:off x="371474" y="3971316"/>
          <a:ext cx="4127500" cy="523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Five</a:t>
          </a:r>
        </a:p>
      </dsp:txBody>
      <dsp:txXfrm>
        <a:off x="371474" y="3971316"/>
        <a:ext cx="4127500" cy="523652"/>
      </dsp:txXfrm>
    </dsp:sp>
    <dsp:sp modelId="{7571E1E5-05E7-4067-8C47-BC2AEA29E7C6}">
      <dsp:nvSpPr>
        <dsp:cNvPr id="0" name=""/>
        <dsp:cNvSpPr/>
      </dsp:nvSpPr>
      <dsp:spPr>
        <a:xfrm>
          <a:off x="371474" y="4518242"/>
          <a:ext cx="4127500" cy="558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71474" y="4518242"/>
        <a:ext cx="4127500" cy="5585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TextCardSideLineWideImage">
  <dgm:title val=""/>
  <dgm:desc val=""/>
  <dgm:catLst>
    <dgm:cat type="textcard" pri="103"/>
    <dgm:cat type="pictureconvert" pri="36000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horzAlign" val="ctr"/>
        </dgm:alg>
      </dgm:if>
      <dgm:else name="Name2">
        <dgm:alg type="lin">
          <dgm:param type="linDir" val="fromT"/>
          <dgm:param type="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/>
          <dgm:constr type="h" for="ch" forName="compNode" refType="h" fact="0.61"/>
          <dgm:constr type="h" for="ch" forName="sibTrans" refType="h" refFor="ch" refForName="compNode" fact="0.12"/>
          <dgm:constr type="sp" refType="h" refFor="ch" refForName="compNode" op="equ" fact="0.12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/>
          <dgm:constr type="h" for="ch" forName="compNode" refType="h" fact="0.61"/>
          <dgm:constr type="h" for="ch" forName="sibTrans" refType="h" refFor="ch" refForName="compNode" fact="0.12"/>
          <dgm:constr type="sp" refType="h" refFor="ch" refForName="compNode" op="equ" fact="0.12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/>
          <dgm:constr type="h" for="ch" forName="compNode" refType="h" fact="0.61"/>
          <dgm:constr type="h" for="ch" forName="sibTrans" refType="h" refFor="ch" refForName="compNode" fact="0.12"/>
          <dgm:constr type="sp" refType="h" refFor="ch" refForName="compNode" op="equ" fact="0.12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/>
          <dgm:constr type="h" for="ch" forName="compNode" refType="h" fact="0.61"/>
          <dgm:constr type="h" for="ch" forName="sibTrans" refType="h" refFor="ch" refForName="compNode" fact="0.12"/>
          <dgm:constr type="sp" refType="h" refFor="ch" refForName="compNode" op="equ" fact="0.12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/>
          <dgm:constr type="h" for="ch" forName="compNode" refType="h" fact="0.61"/>
          <dgm:constr type="h" for="ch" forName="sibTrans" refType="h" refFor="ch" refForName="compNode" fact="0.12"/>
          <dgm:constr type="sp" refType="h" refFor="ch" refForName="compNode" op="equ" fact="0.12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/>
          <dgm:constr type="t" for="ch" forName="accentLine"/>
          <dgm:constr type="w" for="ch" forName="accentLine" refType="w" fact="0.005"/>
          <dgm:constr type="h" for="ch" forName="accentLine" refType="h"/>
          <dgm:constr type="l" for="ch" forName="titleText" refType="w" fact="0.045"/>
          <dgm:constr type="t" for="ch" forName="titleText" refType="h" fact="0.05"/>
          <dgm:constr type="w" for="ch" forName="titleText" refType="w" fact="0.5"/>
          <dgm:constr type="h" for="ch" forName="titleText" refType="h" fact="0.45"/>
          <dgm:constr type="l" for="ch" forName="bodyText" refType="w" fact="0.045"/>
          <dgm:constr type="t" for="ch" forName="bodyText" refType="h" fact="0.52"/>
          <dgm:constr type="w" for="ch" forName="bodyText" refType="w" fact="0.5"/>
          <dgm:constr type="h" for="ch" forName="bodyText" refType="h" fact="0.48"/>
          <dgm:constr type="l" for="ch" forName="imageShape" refType="w" fact="0.6"/>
          <dgm:constr type="t" for="ch" forName="imageShape"/>
          <dgm:constr type="w" for="ch" forName="imageShape" refType="w" fact="0.4"/>
          <dgm:constr type="h" for="ch" forName="imageShape" refType="h"/>
        </dgm:constrLst>
        <dgm:ruleLst/>
        <dgm:layoutNode name="imageShape" styleLbl="bgImgPlac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layoutNode name="titleText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A7040-725C-6742-D1AC-904E29872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BA4B4-E2FE-D553-6F81-9159860FB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C01D7-E2A9-04B9-AB6B-1706D224C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C16F-910A-40DB-8655-492ED4DFBC3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F8296-CEE8-FDAA-A153-11DDF8612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7A9C7-31F1-4A68-6AC0-72333053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7ABA-EF6B-4D87-82C4-246046445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35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07B3E-9190-B3C6-3183-0E37C94AC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C5EF7-0F3A-980A-2F7B-7705CE346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0E208-F906-8C61-9D22-9D69B1FFF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C16F-910A-40DB-8655-492ED4DFBC3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D640A-BBCF-B07C-AA5F-00753694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9DBD8-EEEE-8881-B0D7-1677003C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7ABA-EF6B-4D87-82C4-246046445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394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DDF82-409C-FC6E-9233-CDB6C60DB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0147C-7EDC-C895-CB7A-2F36CA0EA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9A80B-632B-FD77-F419-0E9635F8C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C16F-910A-40DB-8655-492ED4DFBC3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C3FF3-497C-5276-80EB-EBE8BA906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8FD29-EE69-E6AA-7474-684AB1235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7ABA-EF6B-4D87-82C4-246046445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51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B6E09-E9FC-73BF-1869-E9F1E57EE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5BB0A-F4B5-F249-C4C2-CE2C93EE8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D7AFBE-C28A-8287-1E81-69DAFDC55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A5EB9-3B6E-0C57-9E3E-72E7ABC74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C16F-910A-40DB-8655-492ED4DFBC3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60264-098B-595F-F9F4-A804D93F5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C630A-21F1-3786-3578-A59603E9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7ABA-EF6B-4D87-82C4-246046445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36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76098-266C-7266-426A-6FC9018B9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E52C2-605F-CAF2-B037-8FE0E761A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1584F2-2E3A-9892-6AF5-B933C7B2E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93F0E-B280-100E-4881-DB4CA87F6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E57E13-1639-405C-727D-F19507940B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B1C0E-9FEF-6118-9843-F5DC2EEAD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C16F-910A-40DB-8655-492ED4DFBC3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0938A3-FF3A-FD92-3F03-8928112B0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AA4D05-2B47-6DB0-FB40-EBC5E2C1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7ABA-EF6B-4D87-82C4-246046445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812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A8A3-D0EF-3D95-7F38-0EF966EC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D80996-BE75-2FB0-C841-E557042E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C16F-910A-40DB-8655-492ED4DFBC3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DAF79D-0F5D-C9A9-C016-B3CA1931D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7F4C88-7709-2C25-6316-436667F0F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7ABA-EF6B-4D87-82C4-246046445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0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0FA51D-07AB-2B48-6C0D-BA8A7175C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C16F-910A-40DB-8655-492ED4DFBC3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089C34-B429-3F8E-2363-374584C5B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6A124-85D2-062A-9FFE-7544C51DE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7ABA-EF6B-4D87-82C4-246046445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47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942A1-14E5-2763-F603-85971D6CB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7EBF8-6D65-E9BE-9066-5657D6973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CFC91-59F0-74FA-0AF2-0E8F7CC1D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3BA63-1E63-6CA0-B5FA-6BA236422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C16F-910A-40DB-8655-492ED4DFBC3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1B2B8-08C4-85D6-AFD6-3739B1D7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4AD59-B033-015A-93AB-1C6AE9CB5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7ABA-EF6B-4D87-82C4-246046445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268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FFF84-9913-ABED-2A29-AD1E7FB17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3F6A94-B555-F631-A55D-F69B108B39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1CD38-22E5-2075-A4D9-8C34B83C0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FAF8A-DDFD-83FE-A23C-2F48C5260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C16F-910A-40DB-8655-492ED4DFBC3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5F5E2-6EA4-2A04-BB4A-BE327FF04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82CEC-980C-D4A9-9F3F-12B10CC38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7ABA-EF6B-4D87-82C4-246046445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179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1A07-1C16-4F39-8BDB-CD943231E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D10FC-3240-DFDE-444C-3E6ACC044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495CF-8A77-8752-23E1-758BFA09E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C16F-910A-40DB-8655-492ED4DFBC3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0DC43-72AB-7DA8-2D68-03FCA4B07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42A58-CFDB-18BA-AD38-B8687419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7ABA-EF6B-4D87-82C4-246046445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22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2ED480-F5D1-8A31-DCBD-8892E18F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1F35D5-C6FA-9126-7B48-741D106A0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919CA-DA23-EE62-5B11-BD0F4E26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C16F-910A-40DB-8655-492ED4DFBC3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8B96F-5F95-B345-959C-E6F842A27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1E0C8-9DB8-9F09-8B63-3113ED5C1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7ABA-EF6B-4D87-82C4-246046445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38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96DDD8-236E-F430-B980-C2746FDCE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97A33-E80D-0FF7-A0FD-04C87D5E5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282E6-74DB-5751-38B5-84CDF3518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8C16F-910A-40DB-8655-492ED4DFBC3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84C15-20F9-1620-18CC-33C3AA553E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D2894-5A89-8D4D-2941-E0264D94F3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D67ABA-EF6B-4D87-82C4-246046445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04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374AAFC-0904-D91E-FA26-65053D6BE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572741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0425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2026-09-06T08:15:20Z</dcterms:created>
  <dcterms:modified xsi:type="dcterms:W3CDTF">2026-09-06T08:15:20Z</dcterms:modified>
</cp:coreProperties>
</file>