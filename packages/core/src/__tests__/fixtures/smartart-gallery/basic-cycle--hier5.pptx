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634E35-15FC-45FB-BC51-1E5AB15E709F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8EBD0D-F5F0-4794-B747-95E7E90FF778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C603F911-7CD9-44DF-89FC-A080E9D41793}" type="parTrans" cxnId="{7620255D-7B43-475C-A718-1CB10A56C8D1}">
      <dgm:prSet/>
      <dgm:spPr/>
    </dgm:pt>
    <dgm:pt modelId="{330D06ED-EF55-4CE8-BB16-AA6586CA956D}" type="sibTrans" cxnId="{7620255D-7B43-475C-A718-1CB10A56C8D1}">
      <dgm:prSet/>
      <dgm:spPr/>
      <dgm:t>
        <a:bodyPr/>
        <a:lstStyle/>
        <a:p>
          <a:endParaRPr lang="en-US"/>
        </a:p>
      </dgm:t>
    </dgm:pt>
    <dgm:pt modelId="{00564EA8-CDAA-44AB-A63E-E0A34EC5AD77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9C7EBA57-4358-4FA2-99BD-5FF51444F9A6}" type="parTrans" cxnId="{D1E406CB-98AA-45D3-BE24-F22E41458E9C}">
      <dgm:prSet/>
      <dgm:spPr/>
    </dgm:pt>
    <dgm:pt modelId="{3EE419B1-0DB8-4296-9C0D-8A13B28CCB3B}" type="sibTrans" cxnId="{D1E406CB-98AA-45D3-BE24-F22E41458E9C}">
      <dgm:prSet/>
      <dgm:spPr/>
      <dgm:t>
        <a:bodyPr/>
        <a:lstStyle/>
        <a:p>
          <a:endParaRPr lang="en-US"/>
        </a:p>
      </dgm:t>
    </dgm:pt>
    <dgm:pt modelId="{ACE67B7C-833A-4E45-8BA2-0A76675621FB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CB3E0BA6-3C9E-4466-960E-18CE9D9EED84}" type="parTrans" cxnId="{BB5F7537-6BDF-437E-B335-31F857790091}">
      <dgm:prSet/>
      <dgm:spPr/>
    </dgm:pt>
    <dgm:pt modelId="{95A303A4-A556-489A-BEA4-6084CD808C18}" type="sibTrans" cxnId="{BB5F7537-6BDF-437E-B335-31F857790091}">
      <dgm:prSet/>
      <dgm:spPr/>
      <dgm:t>
        <a:bodyPr/>
        <a:lstStyle/>
        <a:p>
          <a:endParaRPr lang="en-US"/>
        </a:p>
      </dgm:t>
    </dgm:pt>
    <dgm:pt modelId="{E5513014-649F-4A09-9AE1-1B9BA082D71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FB638ACE-D464-4D4D-9766-B084B861A95D}" type="parTrans" cxnId="{187507B8-491E-4341-8BC2-ED8EBA6ABD69}">
      <dgm:prSet/>
      <dgm:spPr/>
    </dgm:pt>
    <dgm:pt modelId="{AADE4D52-7491-4D14-B753-6556385BC9A3}" type="sibTrans" cxnId="{187507B8-491E-4341-8BC2-ED8EBA6ABD69}">
      <dgm:prSet/>
      <dgm:spPr/>
      <dgm:t>
        <a:bodyPr/>
        <a:lstStyle/>
        <a:p>
          <a:endParaRPr lang="en-US"/>
        </a:p>
      </dgm:t>
    </dgm:pt>
    <dgm:pt modelId="{B87682F0-23BE-42CE-851B-E99F1A21CB71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402B4E03-2BAD-4274-8DF2-2B2229EC1C4D}" type="parTrans" cxnId="{33755BD2-D855-40A5-AF59-E1514AABCC72}">
      <dgm:prSet/>
      <dgm:spPr/>
    </dgm:pt>
    <dgm:pt modelId="{71578CDA-AD70-42CA-84C6-911122D68325}" type="sibTrans" cxnId="{33755BD2-D855-40A5-AF59-E1514AABCC72}">
      <dgm:prSet/>
      <dgm:spPr/>
      <dgm:t>
        <a:bodyPr/>
        <a:lstStyle/>
        <a:p>
          <a:endParaRPr lang="en-US"/>
        </a:p>
      </dgm:t>
    </dgm:pt>
    <dgm:pt modelId="{45CEBFE6-F026-453A-9284-71452C650A13}" type="pres">
      <dgm:prSet presAssocID="{25634E35-15FC-45FB-BC51-1E5AB15E709F}" presName="cycle" presStyleCnt="0">
        <dgm:presLayoutVars>
          <dgm:dir/>
          <dgm:resizeHandles val="exact"/>
        </dgm:presLayoutVars>
      </dgm:prSet>
      <dgm:spPr/>
    </dgm:pt>
    <dgm:pt modelId="{0CABD9BB-BB67-4A1B-91F6-87D31A3996B9}" type="pres">
      <dgm:prSet presAssocID="{B28EBD0D-F5F0-4794-B747-95E7E90FF778}" presName="node" presStyleLbl="node1" presStyleIdx="0" presStyleCnt="3">
        <dgm:presLayoutVars>
          <dgm:bulletEnabled val="1"/>
        </dgm:presLayoutVars>
      </dgm:prSet>
      <dgm:spPr/>
    </dgm:pt>
    <dgm:pt modelId="{295362C7-1611-4513-AD35-430E1D52298C}" type="pres">
      <dgm:prSet presAssocID="{330D06ED-EF55-4CE8-BB16-AA6586CA956D}" presName="sibTrans" presStyleLbl="sibTrans2D1" presStyleIdx="0" presStyleCnt="3"/>
      <dgm:spPr/>
    </dgm:pt>
    <dgm:pt modelId="{EFEF79D5-8F34-457E-9C03-10CD9216B517}" type="pres">
      <dgm:prSet presAssocID="{330D06ED-EF55-4CE8-BB16-AA6586CA956D}" presName="connectorText" presStyleLbl="sibTrans2D1" presStyleIdx="0" presStyleCnt="3"/>
      <dgm:spPr/>
    </dgm:pt>
    <dgm:pt modelId="{DB062A17-5E00-4D49-BD0B-3C377C04C60F}" type="pres">
      <dgm:prSet presAssocID="{ACE67B7C-833A-4E45-8BA2-0A76675621FB}" presName="node" presStyleLbl="node1" presStyleIdx="1" presStyleCnt="3">
        <dgm:presLayoutVars>
          <dgm:bulletEnabled val="1"/>
        </dgm:presLayoutVars>
      </dgm:prSet>
      <dgm:spPr/>
    </dgm:pt>
    <dgm:pt modelId="{E21F0593-88A3-4C95-BB68-C529922AB0DA}" type="pres">
      <dgm:prSet presAssocID="{95A303A4-A556-489A-BEA4-6084CD808C18}" presName="sibTrans" presStyleLbl="sibTrans2D1" presStyleIdx="1" presStyleCnt="3"/>
      <dgm:spPr/>
    </dgm:pt>
    <dgm:pt modelId="{0E0D221C-B996-49FF-9EB5-AB4F3AB1CDA0}" type="pres">
      <dgm:prSet presAssocID="{95A303A4-A556-489A-BEA4-6084CD808C18}" presName="connectorText" presStyleLbl="sibTrans2D1" presStyleIdx="1" presStyleCnt="3"/>
      <dgm:spPr/>
    </dgm:pt>
    <dgm:pt modelId="{830BEF1F-268A-4312-80F3-C9EF0D5A1063}" type="pres">
      <dgm:prSet presAssocID="{E5513014-649F-4A09-9AE1-1B9BA082D713}" presName="node" presStyleLbl="node1" presStyleIdx="2" presStyleCnt="3">
        <dgm:presLayoutVars>
          <dgm:bulletEnabled val="1"/>
        </dgm:presLayoutVars>
      </dgm:prSet>
      <dgm:spPr/>
    </dgm:pt>
    <dgm:pt modelId="{ACCA88A9-EFA6-4013-B72B-76442E77A837}" type="pres">
      <dgm:prSet presAssocID="{AADE4D52-7491-4D14-B753-6556385BC9A3}" presName="sibTrans" presStyleLbl="sibTrans2D1" presStyleIdx="2" presStyleCnt="3"/>
      <dgm:spPr/>
    </dgm:pt>
    <dgm:pt modelId="{2DD74C74-045A-48D9-BA4F-0E480E740CC7}" type="pres">
      <dgm:prSet presAssocID="{AADE4D52-7491-4D14-B753-6556385BC9A3}" presName="connectorText" presStyleLbl="sibTrans2D1" presStyleIdx="2" presStyleCnt="3"/>
      <dgm:spPr/>
    </dgm:pt>
  </dgm:ptLst>
  <dgm:cxnLst>
    <dgm:cxn modelId="{26282100-9209-49B6-AD73-580F931258D3}" type="presOf" srcId="{E5513014-649F-4A09-9AE1-1B9BA082D713}" destId="{830BEF1F-268A-4312-80F3-C9EF0D5A1063}" srcOrd="0" destOrd="0" presId="urn:microsoft.com/office/officeart/2005/8/layout/cycle2"/>
    <dgm:cxn modelId="{1AD75922-1354-4883-A269-56E3FE65F177}" type="presOf" srcId="{B28EBD0D-F5F0-4794-B747-95E7E90FF778}" destId="{0CABD9BB-BB67-4A1B-91F6-87D31A3996B9}" srcOrd="0" destOrd="0" presId="urn:microsoft.com/office/officeart/2005/8/layout/cycle2"/>
    <dgm:cxn modelId="{BB5F7537-6BDF-437E-B335-31F857790091}" srcId="{25634E35-15FC-45FB-BC51-1E5AB15E709F}" destId="{ACE67B7C-833A-4E45-8BA2-0A76675621FB}" srcOrd="1" destOrd="0" parTransId="{CB3E0BA6-3C9E-4466-960E-18CE9D9EED84}" sibTransId="{95A303A4-A556-489A-BEA4-6084CD808C18}"/>
    <dgm:cxn modelId="{7620255D-7B43-475C-A718-1CB10A56C8D1}" srcId="{25634E35-15FC-45FB-BC51-1E5AB15E709F}" destId="{B28EBD0D-F5F0-4794-B747-95E7E90FF778}" srcOrd="0" destOrd="0" parTransId="{C603F911-7CD9-44DF-89FC-A080E9D41793}" sibTransId="{330D06ED-EF55-4CE8-BB16-AA6586CA956D}"/>
    <dgm:cxn modelId="{B691BD43-9F29-4E2F-9CE1-2CA2FBEF8EF2}" type="presOf" srcId="{AADE4D52-7491-4D14-B753-6556385BC9A3}" destId="{ACCA88A9-EFA6-4013-B72B-76442E77A837}" srcOrd="0" destOrd="0" presId="urn:microsoft.com/office/officeart/2005/8/layout/cycle2"/>
    <dgm:cxn modelId="{9FB11C49-6CFA-4EC5-AF4F-DFC1034EB33F}" type="presOf" srcId="{ACE67B7C-833A-4E45-8BA2-0A76675621FB}" destId="{DB062A17-5E00-4D49-BD0B-3C377C04C60F}" srcOrd="0" destOrd="0" presId="urn:microsoft.com/office/officeart/2005/8/layout/cycle2"/>
    <dgm:cxn modelId="{66310B4A-3598-428A-AAA3-EE57295956FA}" type="presOf" srcId="{00564EA8-CDAA-44AB-A63E-E0A34EC5AD77}" destId="{0CABD9BB-BB67-4A1B-91F6-87D31A3996B9}" srcOrd="0" destOrd="1" presId="urn:microsoft.com/office/officeart/2005/8/layout/cycle2"/>
    <dgm:cxn modelId="{2A81964D-5D6D-4A7B-A5A5-A5968B69BB89}" type="presOf" srcId="{25634E35-15FC-45FB-BC51-1E5AB15E709F}" destId="{45CEBFE6-F026-453A-9284-71452C650A13}" srcOrd="0" destOrd="0" presId="urn:microsoft.com/office/officeart/2005/8/layout/cycle2"/>
    <dgm:cxn modelId="{CAA49558-98AC-4EAE-969E-6942253772AC}" type="presOf" srcId="{330D06ED-EF55-4CE8-BB16-AA6586CA956D}" destId="{EFEF79D5-8F34-457E-9C03-10CD9216B517}" srcOrd="1" destOrd="0" presId="urn:microsoft.com/office/officeart/2005/8/layout/cycle2"/>
    <dgm:cxn modelId="{796F2498-A6D8-4029-B7B0-C697C652C5AB}" type="presOf" srcId="{95A303A4-A556-489A-BEA4-6084CD808C18}" destId="{0E0D221C-B996-49FF-9EB5-AB4F3AB1CDA0}" srcOrd="1" destOrd="0" presId="urn:microsoft.com/office/officeart/2005/8/layout/cycle2"/>
    <dgm:cxn modelId="{CAB49A98-C4BC-4BAB-8168-EF897B6D99F4}" type="presOf" srcId="{B87682F0-23BE-42CE-851B-E99F1A21CB71}" destId="{830BEF1F-268A-4312-80F3-C9EF0D5A1063}" srcOrd="0" destOrd="1" presId="urn:microsoft.com/office/officeart/2005/8/layout/cycle2"/>
    <dgm:cxn modelId="{187507B8-491E-4341-8BC2-ED8EBA6ABD69}" srcId="{25634E35-15FC-45FB-BC51-1E5AB15E709F}" destId="{E5513014-649F-4A09-9AE1-1B9BA082D713}" srcOrd="2" destOrd="0" parTransId="{FB638ACE-D464-4D4D-9766-B084B861A95D}" sibTransId="{AADE4D52-7491-4D14-B753-6556385BC9A3}"/>
    <dgm:cxn modelId="{090E88C6-F917-4A3A-8D53-C1A2A01A3726}" type="presOf" srcId="{95A303A4-A556-489A-BEA4-6084CD808C18}" destId="{E21F0593-88A3-4C95-BB68-C529922AB0DA}" srcOrd="0" destOrd="0" presId="urn:microsoft.com/office/officeart/2005/8/layout/cycle2"/>
    <dgm:cxn modelId="{D1E406CB-98AA-45D3-BE24-F22E41458E9C}" srcId="{B28EBD0D-F5F0-4794-B747-95E7E90FF778}" destId="{00564EA8-CDAA-44AB-A63E-E0A34EC5AD77}" srcOrd="0" destOrd="0" parTransId="{9C7EBA57-4358-4FA2-99BD-5FF51444F9A6}" sibTransId="{3EE419B1-0DB8-4296-9C0D-8A13B28CCB3B}"/>
    <dgm:cxn modelId="{33755BD2-D855-40A5-AF59-E1514AABCC72}" srcId="{E5513014-649F-4A09-9AE1-1B9BA082D713}" destId="{B87682F0-23BE-42CE-851B-E99F1A21CB71}" srcOrd="0" destOrd="0" parTransId="{402B4E03-2BAD-4274-8DF2-2B2229EC1C4D}" sibTransId="{71578CDA-AD70-42CA-84C6-911122D68325}"/>
    <dgm:cxn modelId="{99CE84D3-D1BA-410F-B632-3F143AA6E7C6}" type="presOf" srcId="{AADE4D52-7491-4D14-B753-6556385BC9A3}" destId="{2DD74C74-045A-48D9-BA4F-0E480E740CC7}" srcOrd="1" destOrd="0" presId="urn:microsoft.com/office/officeart/2005/8/layout/cycle2"/>
    <dgm:cxn modelId="{8081CBD4-768C-416E-9EE4-83F7D5E3C43D}" type="presOf" srcId="{330D06ED-EF55-4CE8-BB16-AA6586CA956D}" destId="{295362C7-1611-4513-AD35-430E1D52298C}" srcOrd="0" destOrd="0" presId="urn:microsoft.com/office/officeart/2005/8/layout/cycle2"/>
    <dgm:cxn modelId="{62ACD09E-5A99-4187-BE0E-C0CDEF3F6422}" type="presParOf" srcId="{45CEBFE6-F026-453A-9284-71452C650A13}" destId="{0CABD9BB-BB67-4A1B-91F6-87D31A3996B9}" srcOrd="0" destOrd="0" presId="urn:microsoft.com/office/officeart/2005/8/layout/cycle2"/>
    <dgm:cxn modelId="{4EC922B2-A9CA-4183-91BC-781C21EA6DDF}" type="presParOf" srcId="{45CEBFE6-F026-453A-9284-71452C650A13}" destId="{295362C7-1611-4513-AD35-430E1D52298C}" srcOrd="1" destOrd="0" presId="urn:microsoft.com/office/officeart/2005/8/layout/cycle2"/>
    <dgm:cxn modelId="{39F7432B-539F-43E5-BF38-350E06BBD6D1}" type="presParOf" srcId="{295362C7-1611-4513-AD35-430E1D52298C}" destId="{EFEF79D5-8F34-457E-9C03-10CD9216B517}" srcOrd="0" destOrd="0" presId="urn:microsoft.com/office/officeart/2005/8/layout/cycle2"/>
    <dgm:cxn modelId="{3028AA61-ED74-40BE-BF32-544F1755DD4B}" type="presParOf" srcId="{45CEBFE6-F026-453A-9284-71452C650A13}" destId="{DB062A17-5E00-4D49-BD0B-3C377C04C60F}" srcOrd="2" destOrd="0" presId="urn:microsoft.com/office/officeart/2005/8/layout/cycle2"/>
    <dgm:cxn modelId="{6190A312-A7E9-4356-937A-A1E00CD62851}" type="presParOf" srcId="{45CEBFE6-F026-453A-9284-71452C650A13}" destId="{E21F0593-88A3-4C95-BB68-C529922AB0DA}" srcOrd="3" destOrd="0" presId="urn:microsoft.com/office/officeart/2005/8/layout/cycle2"/>
    <dgm:cxn modelId="{9FBFE4CA-81E0-4D1C-84E8-CF72D3155A0C}" type="presParOf" srcId="{E21F0593-88A3-4C95-BB68-C529922AB0DA}" destId="{0E0D221C-B996-49FF-9EB5-AB4F3AB1CDA0}" srcOrd="0" destOrd="0" presId="urn:microsoft.com/office/officeart/2005/8/layout/cycle2"/>
    <dgm:cxn modelId="{6EC1C914-529B-4283-8760-22ABD448A85E}" type="presParOf" srcId="{45CEBFE6-F026-453A-9284-71452C650A13}" destId="{830BEF1F-268A-4312-80F3-C9EF0D5A1063}" srcOrd="4" destOrd="0" presId="urn:microsoft.com/office/officeart/2005/8/layout/cycle2"/>
    <dgm:cxn modelId="{69831AA9-A474-4B22-B032-CAD5429116F4}" type="presParOf" srcId="{45CEBFE6-F026-453A-9284-71452C650A13}" destId="{ACCA88A9-EFA6-4013-B72B-76442E77A837}" srcOrd="5" destOrd="0" presId="urn:microsoft.com/office/officeart/2005/8/layout/cycle2"/>
    <dgm:cxn modelId="{2B3C4DBE-D532-4F36-8F4E-567EFD22EB54}" type="presParOf" srcId="{ACCA88A9-EFA6-4013-B72B-76442E77A837}" destId="{2DD74C74-045A-48D9-BA4F-0E480E740CC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ABD9BB-BB67-4A1B-91F6-87D31A3996B9}">
      <dsp:nvSpPr>
        <dsp:cNvPr id="0" name=""/>
        <dsp:cNvSpPr/>
      </dsp:nvSpPr>
      <dsp:spPr>
        <a:xfrm>
          <a:off x="3023071" y="422"/>
          <a:ext cx="2208857" cy="2208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One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Two has a longer label</a:t>
          </a:r>
        </a:p>
      </dsp:txBody>
      <dsp:txXfrm>
        <a:off x="3346551" y="323902"/>
        <a:ext cx="1561897" cy="1561897"/>
      </dsp:txXfrm>
    </dsp:sp>
    <dsp:sp modelId="{295362C7-1611-4513-AD35-430E1D52298C}">
      <dsp:nvSpPr>
        <dsp:cNvPr id="0" name=""/>
        <dsp:cNvSpPr/>
      </dsp:nvSpPr>
      <dsp:spPr>
        <a:xfrm rot="3600000">
          <a:off x="4654841" y="2152894"/>
          <a:ext cx="585902" cy="745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698784" y="2225881"/>
        <a:ext cx="410131" cy="447293"/>
      </dsp:txXfrm>
    </dsp:sp>
    <dsp:sp modelId="{DB062A17-5E00-4D49-BD0B-3C377C04C60F}">
      <dsp:nvSpPr>
        <dsp:cNvPr id="0" name=""/>
        <dsp:cNvSpPr/>
      </dsp:nvSpPr>
      <dsp:spPr>
        <a:xfrm>
          <a:off x="4680238" y="2870720"/>
          <a:ext cx="2208857" cy="2208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Three</a:t>
          </a:r>
        </a:p>
      </dsp:txBody>
      <dsp:txXfrm>
        <a:off x="5003718" y="3194200"/>
        <a:ext cx="1561897" cy="1561897"/>
      </dsp:txXfrm>
    </dsp:sp>
    <dsp:sp modelId="{E21F0593-88A3-4C95-BB68-C529922AB0DA}">
      <dsp:nvSpPr>
        <dsp:cNvPr id="0" name=""/>
        <dsp:cNvSpPr/>
      </dsp:nvSpPr>
      <dsp:spPr>
        <a:xfrm rot="10800000">
          <a:off x="3851130" y="3602404"/>
          <a:ext cx="585902" cy="745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4026901" y="3751502"/>
        <a:ext cx="410131" cy="447293"/>
      </dsp:txXfrm>
    </dsp:sp>
    <dsp:sp modelId="{830BEF1F-268A-4312-80F3-C9EF0D5A1063}">
      <dsp:nvSpPr>
        <dsp:cNvPr id="0" name=""/>
        <dsp:cNvSpPr/>
      </dsp:nvSpPr>
      <dsp:spPr>
        <a:xfrm>
          <a:off x="1365904" y="2870720"/>
          <a:ext cx="2208857" cy="2208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Node Four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Node Five</a:t>
          </a:r>
        </a:p>
      </dsp:txBody>
      <dsp:txXfrm>
        <a:off x="1689384" y="3194200"/>
        <a:ext cx="1561897" cy="1561897"/>
      </dsp:txXfrm>
    </dsp:sp>
    <dsp:sp modelId="{ACCA88A9-EFA6-4013-B72B-76442E77A837}">
      <dsp:nvSpPr>
        <dsp:cNvPr id="0" name=""/>
        <dsp:cNvSpPr/>
      </dsp:nvSpPr>
      <dsp:spPr>
        <a:xfrm rot="18000000">
          <a:off x="2997674" y="2181615"/>
          <a:ext cx="585902" cy="74548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3041617" y="2406824"/>
        <a:ext cx="410131" cy="4472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A305B-11E8-47EC-BF51-23EDF8920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9DBE43-2F21-5710-F2E3-BEBB0D836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3848E-7F5B-F251-96BF-6E8BCFDEA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3E55C-ADF1-B589-058F-6717287ED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40E45-7630-0AB9-E071-CFA6B47AA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79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F933A-19FD-EAF3-F365-BFA9A7DDC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FBA95-CC8C-388D-0ED7-BFD5C7863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E1863-B3AB-059A-6793-B44047740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F7789-0E4B-534D-BCF4-2C165FECF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9424E-DDCE-99E6-C361-6CE7D2653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85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5886-F05B-D154-9F3A-19DE29447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E229-5E00-7475-3C3B-B0FC04DBD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CD54F-5F99-4986-D6C5-9EAD8F307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EBE00-31D1-5A48-338A-988CB83C9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951C9-A081-BAF8-5254-4A7F19FE1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C36C-9A70-ED0B-520C-FCCC4CAF4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6FBC4-6359-33E5-2833-D6CC73B2F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4D8DA-CFC5-FA24-1317-D66D0C8F1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7E82C-4F01-CFE4-F2E1-6C838272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126AF-CD21-3C03-1787-AF215377F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3B68B-97D9-E94F-C1BE-3DE035EE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01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8DF37-BE1E-914A-D26D-50D1FECE2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80EDF-6FBA-560E-3744-2DDD746E1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A8815-F74E-5753-B4F2-7A28AC973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B90F26-9443-0B8A-9773-052ADBD0B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07EC3D-C5FC-CE88-47D5-487A98B60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393F91-F043-52E0-77CB-47778F3EF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E631CA-D555-B072-BB4C-2B571BD7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49EE13-AE1D-A33B-AD07-6F328FEF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63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86503-264A-63D1-E285-91435A56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E81197-D884-D2BF-95CC-50760248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9217D4-E1F7-027D-063E-F690E3794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D6C3C-DBDF-183E-213D-B111EB137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179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2692B7-352F-229D-3705-04D872CDD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03B874-78A0-BD1F-616B-24D6CA45A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730F4-4AED-893C-0125-74BFD013F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68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1CD62-8A0B-8DEA-1783-8B963C581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A982-ABA7-702E-3EF5-8AEC28DB9D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581513-F3AB-E6FD-D067-25A337448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2CCC4-98B2-2FF3-22B8-CA50959F2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AFD45-B022-A0E5-71BC-A958541DC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C42E45-8A4D-1129-60ED-597971F76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20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7AB4D-4B4B-743D-2EAF-9A7D9A495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48D3C6-5246-C2F2-9898-75D6370401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D7929-31CF-5D82-6019-63719EEC8E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7AE03-C17A-D6EE-3B94-8C648C3AE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30574-3F12-0A9B-5539-6E4BF696B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7B744-095D-ED3C-E486-29BDAECA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9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DB6A9-F10A-06EF-7C1A-08CC40FB9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2DC06-6BD2-9D81-E50F-B0B6A220B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F0978-2C48-3259-449F-7F4D45C64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4A6DC-0DEE-4D3E-FDF5-EB6DA134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E96BC-FEF7-2E99-3B2E-D377A430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11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D5CE-2C84-2295-F56A-DA96EE8C14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52AD9-EB50-127E-92A1-87CD78AA3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FF63C-4E2A-CBCD-C1E8-3F3883D4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89F0D-ED4D-0835-FBFB-11E102847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C0BAA6-8183-9DB8-FC4B-63A7227E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59B5DF-24AB-2131-94C2-E8F4F9BC1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15E42-D3FC-744D-D9EB-2EB9EA57E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F24A5-9D08-C1D2-5BFA-650611D2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967E6-5A5C-4F47-8808-29826C605DB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5388C-3D8A-58F9-C9B4-345882FA8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C8BE0-DF68-C3A8-0F3E-210E354D5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1F569A-B2DC-4604-AD93-308E89099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11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98B0064-43BC-A4DA-6B42-B8B1E8AA26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68396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7133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2026-09-06T08:14:02Z</dcterms:created>
  <dcterms:modified xsi:type="dcterms:W3CDTF">2026-09-06T08:14:02Z</dcterms:modified>
</cp:coreProperties>
</file>