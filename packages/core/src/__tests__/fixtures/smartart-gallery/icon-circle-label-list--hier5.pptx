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6D685-E7EF-4E3E-9486-59E33E13A399}" type="doc">
      <dgm:prSet loTypeId="urn:microsoft.com/office/officeart/2024/layout/IconCircleLabelList" loCatId="list" qsTypeId="urn:microsoft.com/office/officeart/2005/8/quickstyle/simple1" qsCatId="simple" csTypeId="urn:microsoft.com/office/officeart/2005/8/colors/accent1_2" csCatId="accent1" phldr="1"/>
      <dgm:spPr/>
    </dgm:pt>
    <dgm:pt modelId="{D66D8017-6A27-4FCA-B8CE-C6114CE81B81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Node One</a:t>
          </a:r>
        </a:p>
      </dgm:t>
    </dgm:pt>
    <dgm:pt modelId="{94D64013-7BB8-4B33-ABAA-8EE6FA172D88}" type="parTrans" cxnId="{EDD2B411-5046-4DE9-BF6E-B2D76B244939}">
      <dgm:prSet/>
      <dgm:spPr/>
    </dgm:pt>
    <dgm:pt modelId="{6DB6A0B0-688F-492E-A398-834C8E5CD949}" type="sibTrans" cxnId="{EDD2B411-5046-4DE9-BF6E-B2D76B244939}">
      <dgm:prSet/>
      <dgm:spPr/>
    </dgm:pt>
    <dgm:pt modelId="{10C67808-9217-4379-B384-F76338723B51}">
      <dgm:prSet phldrT="[Text]"/>
      <dgm:spPr/>
    </dgm:pt>
    <dgm:pt modelId="{E97380C6-7112-4E0A-9092-3CB3310CF964}" type="parTrans" cxnId="{1733B31B-2D3E-45BD-B676-899FE1F9A29F}">
      <dgm:prSet/>
      <dgm:spPr/>
    </dgm:pt>
    <dgm:pt modelId="{8347D1C4-2872-4125-8414-E7451AD7C205}" type="sibTrans" cxnId="{1733B31B-2D3E-45BD-B676-899FE1F9A29F}">
      <dgm:prSet/>
      <dgm:spPr/>
    </dgm:pt>
    <dgm:pt modelId="{67AB2AD7-1CAE-4136-9F5C-02A0D6E37E35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Node Three</a:t>
          </a:r>
        </a:p>
      </dgm:t>
    </dgm:pt>
    <dgm:pt modelId="{5992E7A1-8B89-4E3A-B548-BF27ABAFFB01}" type="parTrans" cxnId="{4EAFE7D3-71C0-4181-8D65-9ED2E33D504C}">
      <dgm:prSet/>
      <dgm:spPr/>
    </dgm:pt>
    <dgm:pt modelId="{B1687FF2-4947-433C-A698-DF0780F8C542}" type="sibTrans" cxnId="{4EAFE7D3-71C0-4181-8D65-9ED2E33D504C}">
      <dgm:prSet/>
      <dgm:spPr/>
    </dgm:pt>
    <dgm:pt modelId="{A5B3C43F-E08A-427B-8316-92015B694B89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/>
            <a:t>Node Four</a:t>
          </a:r>
        </a:p>
      </dgm:t>
    </dgm:pt>
    <dgm:pt modelId="{2878A813-1852-4D9C-8A62-43E98FD8FB71}" type="parTrans" cxnId="{488E383B-52E7-4EC4-972C-389B2FB1CE71}">
      <dgm:prSet/>
      <dgm:spPr/>
    </dgm:pt>
    <dgm:pt modelId="{2E1CFC8E-2315-4250-AD05-E20A52E87F09}" type="sibTrans" cxnId="{488E383B-52E7-4EC4-972C-389B2FB1CE71}">
      <dgm:prSet/>
      <dgm:spPr/>
    </dgm:pt>
    <dgm:pt modelId="{6F832627-4076-4EF1-9495-689801A5C3BB}">
      <dgm:prSet phldrT="[Text]"/>
      <dgm:spPr/>
    </dgm:pt>
    <dgm:pt modelId="{CCC5585E-80CF-4C1E-AE57-C51DF074369A}" type="parTrans" cxnId="{3C1B003F-791C-4F8D-A701-6B4B29F8EAF3}">
      <dgm:prSet/>
      <dgm:spPr/>
    </dgm:pt>
    <dgm:pt modelId="{E3E7AD39-07D7-4BCF-A2B7-A1FE9FB5027D}" type="sibTrans" cxnId="{3C1B003F-791C-4F8D-A701-6B4B29F8EAF3}">
      <dgm:prSet/>
      <dgm:spPr/>
    </dgm:pt>
    <dgm:pt modelId="{163B3250-63B3-46B7-8516-1C338C2E636E}" type="pres">
      <dgm:prSet presAssocID="{4896D685-E7EF-4E3E-9486-59E33E13A399}" presName="root" presStyleCnt="0">
        <dgm:presLayoutVars>
          <dgm:dir/>
          <dgm:resizeHandles val="exact"/>
        </dgm:presLayoutVars>
      </dgm:prSet>
      <dgm:spPr/>
    </dgm:pt>
    <dgm:pt modelId="{2684D3D2-F4E9-4E7E-85B7-57C9F59FC951}" type="pres">
      <dgm:prSet presAssocID="{D66D8017-6A27-4FCA-B8CE-C6114CE81B81}" presName="compNode" presStyleCnt="0"/>
      <dgm:spPr/>
    </dgm:pt>
    <dgm:pt modelId="{7EC7D14C-1689-4B33-9AA7-69846E192281}" type="pres">
      <dgm:prSet presAssocID="{D66D8017-6A27-4FCA-B8CE-C6114CE81B81}" presName="iconBgRect" presStyleLbl="node1" presStyleIdx="0" presStyleCnt="3"/>
      <dgm:spPr/>
    </dgm:pt>
    <dgm:pt modelId="{7646E7A5-6B9A-4046-8703-20EECE18189A}" type="pres">
      <dgm:prSet presAssocID="{D66D8017-6A27-4FCA-B8CE-C6114CE81B81}" presName="iconRect" presStyleLbl="solidFgAcc1" presStyleIdx="0" presStyleCnt="3"/>
      <dgm:spPr/>
    </dgm:pt>
    <dgm:pt modelId="{E34FA45B-F315-4CB7-B73E-90E736E74664}" type="pres">
      <dgm:prSet presAssocID="{D66D8017-6A27-4FCA-B8CE-C6114CE81B81}" presName="spaceRect" presStyleCnt="0"/>
      <dgm:spPr/>
    </dgm:pt>
    <dgm:pt modelId="{87968990-E703-465A-B104-2C1061B09CA0}" type="pres">
      <dgm:prSet presAssocID="{D66D8017-6A27-4FCA-B8CE-C6114CE81B81}" presName="textRect" presStyleLbl="revTx" presStyleIdx="0" presStyleCnt="3">
        <dgm:presLayoutVars>
          <dgm:chMax val="1"/>
          <dgm:chPref val="1"/>
        </dgm:presLayoutVars>
      </dgm:prSet>
      <dgm:spPr/>
    </dgm:pt>
    <dgm:pt modelId="{6056F4C1-B9D7-46EC-B698-4BFC6533C420}" type="pres">
      <dgm:prSet presAssocID="{6DB6A0B0-688F-492E-A398-834C8E5CD949}" presName="sibTrans" presStyleCnt="0"/>
      <dgm:spPr/>
    </dgm:pt>
    <dgm:pt modelId="{3595D43F-2700-4F06-8D46-85FB8D76926A}" type="pres">
      <dgm:prSet presAssocID="{67AB2AD7-1CAE-4136-9F5C-02A0D6E37E35}" presName="compNode" presStyleCnt="0"/>
      <dgm:spPr/>
    </dgm:pt>
    <dgm:pt modelId="{A8A172BC-9C9A-46FA-928D-BB34A82246A0}" type="pres">
      <dgm:prSet presAssocID="{67AB2AD7-1CAE-4136-9F5C-02A0D6E37E35}" presName="iconBgRect" presStyleLbl="node1" presStyleIdx="1" presStyleCnt="3"/>
      <dgm:spPr/>
    </dgm:pt>
    <dgm:pt modelId="{50639E02-E5AA-4281-8E20-61138479B21A}" type="pres">
      <dgm:prSet presAssocID="{67AB2AD7-1CAE-4136-9F5C-02A0D6E37E35}" presName="iconRect" presStyleLbl="solidFgAcc1" presStyleIdx="1" presStyleCnt="3"/>
      <dgm:spPr/>
    </dgm:pt>
    <dgm:pt modelId="{AB4C6C1E-1D93-426A-80EB-78D87D9AD656}" type="pres">
      <dgm:prSet presAssocID="{67AB2AD7-1CAE-4136-9F5C-02A0D6E37E35}" presName="spaceRect" presStyleCnt="0"/>
      <dgm:spPr/>
    </dgm:pt>
    <dgm:pt modelId="{A4DAF511-6106-4FB6-9990-82B856AC0F28}" type="pres">
      <dgm:prSet presAssocID="{67AB2AD7-1CAE-4136-9F5C-02A0D6E37E35}" presName="textRect" presStyleLbl="revTx" presStyleIdx="1" presStyleCnt="3">
        <dgm:presLayoutVars>
          <dgm:chMax val="1"/>
          <dgm:chPref val="1"/>
        </dgm:presLayoutVars>
      </dgm:prSet>
      <dgm:spPr/>
    </dgm:pt>
    <dgm:pt modelId="{5677F6F5-8FC8-4EB1-A0FF-359071DFA057}" type="pres">
      <dgm:prSet presAssocID="{B1687FF2-4947-433C-A698-DF0780F8C542}" presName="sibTrans" presStyleCnt="0"/>
      <dgm:spPr/>
    </dgm:pt>
    <dgm:pt modelId="{69965323-966C-45F5-9B93-7FE0E7F65438}" type="pres">
      <dgm:prSet presAssocID="{A5B3C43F-E08A-427B-8316-92015B694B89}" presName="compNode" presStyleCnt="0"/>
      <dgm:spPr/>
    </dgm:pt>
    <dgm:pt modelId="{CD84D6F6-EA10-4BA0-9C50-825AD0919396}" type="pres">
      <dgm:prSet presAssocID="{A5B3C43F-E08A-427B-8316-92015B694B89}" presName="iconBgRect" presStyleLbl="node1" presStyleIdx="2" presStyleCnt="3"/>
      <dgm:spPr/>
    </dgm:pt>
    <dgm:pt modelId="{DFD54737-87F2-423F-8287-44EAEA4E428B}" type="pres">
      <dgm:prSet presAssocID="{A5B3C43F-E08A-427B-8316-92015B694B89}" presName="iconRect" presStyleLbl="solidFgAcc1" presStyleIdx="2" presStyleCnt="3"/>
      <dgm:spPr/>
    </dgm:pt>
    <dgm:pt modelId="{FD9AB204-0865-4D8A-A23B-0E69227CD187}" type="pres">
      <dgm:prSet presAssocID="{A5B3C43F-E08A-427B-8316-92015B694B89}" presName="spaceRect" presStyleCnt="0"/>
      <dgm:spPr/>
    </dgm:pt>
    <dgm:pt modelId="{F206B513-5D1D-4368-852A-A1C3CDD79477}" type="pres">
      <dgm:prSet presAssocID="{A5B3C43F-E08A-427B-8316-92015B694B8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DD2B411-5046-4DE9-BF6E-B2D76B244939}" srcId="{4896D685-E7EF-4E3E-9486-59E33E13A399}" destId="{D66D8017-6A27-4FCA-B8CE-C6114CE81B81}" srcOrd="0" destOrd="0" parTransId="{94D64013-7BB8-4B33-ABAA-8EE6FA172D88}" sibTransId="{6DB6A0B0-688F-492E-A398-834C8E5CD949}"/>
    <dgm:cxn modelId="{544AE913-E158-4388-9F90-B6591A836715}" type="presOf" srcId="{A5B3C43F-E08A-427B-8316-92015B694B89}" destId="{F206B513-5D1D-4368-852A-A1C3CDD79477}" srcOrd="0" destOrd="0" presId="urn:microsoft.com/office/officeart/2024/layout/IconCircleLabelList"/>
    <dgm:cxn modelId="{1733B31B-2D3E-45BD-B676-899FE1F9A29F}" srcId="{D66D8017-6A27-4FCA-B8CE-C6114CE81B81}" destId="{10C67808-9217-4379-B384-F76338723B51}" srcOrd="0" destOrd="0" parTransId="{E97380C6-7112-4E0A-9092-3CB3310CF964}" sibTransId="{8347D1C4-2872-4125-8414-E7451AD7C205}"/>
    <dgm:cxn modelId="{488E383B-52E7-4EC4-972C-389B2FB1CE71}" srcId="{4896D685-E7EF-4E3E-9486-59E33E13A399}" destId="{A5B3C43F-E08A-427B-8316-92015B694B89}" srcOrd="2" destOrd="0" parTransId="{2878A813-1852-4D9C-8A62-43E98FD8FB71}" sibTransId="{2E1CFC8E-2315-4250-AD05-E20A52E87F09}"/>
    <dgm:cxn modelId="{3C1B003F-791C-4F8D-A701-6B4B29F8EAF3}" srcId="{A5B3C43F-E08A-427B-8316-92015B694B89}" destId="{6F832627-4076-4EF1-9495-689801A5C3BB}" srcOrd="0" destOrd="0" parTransId="{CCC5585E-80CF-4C1E-AE57-C51DF074369A}" sibTransId="{E3E7AD39-07D7-4BCF-A2B7-A1FE9FB5027D}"/>
    <dgm:cxn modelId="{04E73272-66C6-4CCA-BBC5-CE1551310FC7}" type="presOf" srcId="{67AB2AD7-1CAE-4136-9F5C-02A0D6E37E35}" destId="{A4DAF511-6106-4FB6-9990-82B856AC0F28}" srcOrd="0" destOrd="0" presId="urn:microsoft.com/office/officeart/2024/layout/IconCircleLabelList"/>
    <dgm:cxn modelId="{260D1FB7-2F81-4EFE-B6EE-2DADB0A742C5}" type="presOf" srcId="{4896D685-E7EF-4E3E-9486-59E33E13A399}" destId="{163B3250-63B3-46B7-8516-1C338C2E636E}" srcOrd="0" destOrd="0" presId="urn:microsoft.com/office/officeart/2024/layout/IconCircleLabelList"/>
    <dgm:cxn modelId="{4EAFE7D3-71C0-4181-8D65-9ED2E33D504C}" srcId="{4896D685-E7EF-4E3E-9486-59E33E13A399}" destId="{67AB2AD7-1CAE-4136-9F5C-02A0D6E37E35}" srcOrd="1" destOrd="0" parTransId="{5992E7A1-8B89-4E3A-B548-BF27ABAFFB01}" sibTransId="{B1687FF2-4947-433C-A698-DF0780F8C542}"/>
    <dgm:cxn modelId="{89A154DE-170F-49D0-BAF5-A1E1F22276E6}" type="presOf" srcId="{D66D8017-6A27-4FCA-B8CE-C6114CE81B81}" destId="{87968990-E703-465A-B104-2C1061B09CA0}" srcOrd="0" destOrd="0" presId="urn:microsoft.com/office/officeart/2024/layout/IconCircleLabelList"/>
    <dgm:cxn modelId="{01967476-4DFE-488A-9BA2-EE6C759E5021}" type="presParOf" srcId="{163B3250-63B3-46B7-8516-1C338C2E636E}" destId="{2684D3D2-F4E9-4E7E-85B7-57C9F59FC951}" srcOrd="0" destOrd="0" presId="urn:microsoft.com/office/officeart/2024/layout/IconCircleLabelList"/>
    <dgm:cxn modelId="{73FBD9A8-1792-4510-A72E-EFC764C699F6}" type="presParOf" srcId="{2684D3D2-F4E9-4E7E-85B7-57C9F59FC951}" destId="{7EC7D14C-1689-4B33-9AA7-69846E192281}" srcOrd="0" destOrd="0" presId="urn:microsoft.com/office/officeart/2024/layout/IconCircleLabelList"/>
    <dgm:cxn modelId="{55AE9413-3934-4F99-96E6-33A09CF21A5A}" type="presParOf" srcId="{2684D3D2-F4E9-4E7E-85B7-57C9F59FC951}" destId="{7646E7A5-6B9A-4046-8703-20EECE18189A}" srcOrd="1" destOrd="0" presId="urn:microsoft.com/office/officeart/2024/layout/IconCircleLabelList"/>
    <dgm:cxn modelId="{DE9E9288-47BE-4313-ABA3-0853B7B85CB9}" type="presParOf" srcId="{2684D3D2-F4E9-4E7E-85B7-57C9F59FC951}" destId="{E34FA45B-F315-4CB7-B73E-90E736E74664}" srcOrd="2" destOrd="0" presId="urn:microsoft.com/office/officeart/2024/layout/IconCircleLabelList"/>
    <dgm:cxn modelId="{6DD432E6-16F5-436C-95E5-0FFB739D3547}" type="presParOf" srcId="{2684D3D2-F4E9-4E7E-85B7-57C9F59FC951}" destId="{87968990-E703-465A-B104-2C1061B09CA0}" srcOrd="3" destOrd="0" presId="urn:microsoft.com/office/officeart/2024/layout/IconCircleLabelList"/>
    <dgm:cxn modelId="{B67DB354-3B4E-4386-972F-AA00EF602E3B}" type="presParOf" srcId="{163B3250-63B3-46B7-8516-1C338C2E636E}" destId="{6056F4C1-B9D7-46EC-B698-4BFC6533C420}" srcOrd="1" destOrd="0" presId="urn:microsoft.com/office/officeart/2024/layout/IconCircleLabelList"/>
    <dgm:cxn modelId="{A80FFAA9-F97D-4380-8335-5A11DEFD12CE}" type="presParOf" srcId="{163B3250-63B3-46B7-8516-1C338C2E636E}" destId="{3595D43F-2700-4F06-8D46-85FB8D76926A}" srcOrd="2" destOrd="0" presId="urn:microsoft.com/office/officeart/2024/layout/IconCircleLabelList"/>
    <dgm:cxn modelId="{900A4710-08B8-4F11-8CA8-B35B002753B1}" type="presParOf" srcId="{3595D43F-2700-4F06-8D46-85FB8D76926A}" destId="{A8A172BC-9C9A-46FA-928D-BB34A82246A0}" srcOrd="0" destOrd="0" presId="urn:microsoft.com/office/officeart/2024/layout/IconCircleLabelList"/>
    <dgm:cxn modelId="{4C3DB3CF-7413-4779-9611-3CAA8B75011E}" type="presParOf" srcId="{3595D43F-2700-4F06-8D46-85FB8D76926A}" destId="{50639E02-E5AA-4281-8E20-61138479B21A}" srcOrd="1" destOrd="0" presId="urn:microsoft.com/office/officeart/2024/layout/IconCircleLabelList"/>
    <dgm:cxn modelId="{D0247058-00CD-48EE-A92F-7914C43D3EAC}" type="presParOf" srcId="{3595D43F-2700-4F06-8D46-85FB8D76926A}" destId="{AB4C6C1E-1D93-426A-80EB-78D87D9AD656}" srcOrd="2" destOrd="0" presId="urn:microsoft.com/office/officeart/2024/layout/IconCircleLabelList"/>
    <dgm:cxn modelId="{5CA60120-C3E0-4976-BDEE-D41FBBAEBC75}" type="presParOf" srcId="{3595D43F-2700-4F06-8D46-85FB8D76926A}" destId="{A4DAF511-6106-4FB6-9990-82B856AC0F28}" srcOrd="3" destOrd="0" presId="urn:microsoft.com/office/officeart/2024/layout/IconCircleLabelList"/>
    <dgm:cxn modelId="{E016700D-AB02-4FEB-8806-3013EBF33064}" type="presParOf" srcId="{163B3250-63B3-46B7-8516-1C338C2E636E}" destId="{5677F6F5-8FC8-4EB1-A0FF-359071DFA057}" srcOrd="3" destOrd="0" presId="urn:microsoft.com/office/officeart/2024/layout/IconCircleLabelList"/>
    <dgm:cxn modelId="{8CCDB69C-6451-48D4-B92F-8EA01C8DFC78}" type="presParOf" srcId="{163B3250-63B3-46B7-8516-1C338C2E636E}" destId="{69965323-966C-45F5-9B93-7FE0E7F65438}" srcOrd="4" destOrd="0" presId="urn:microsoft.com/office/officeart/2024/layout/IconCircleLabelList"/>
    <dgm:cxn modelId="{9F8C10B8-929B-4C26-8C01-F0FCF65D6EEF}" type="presParOf" srcId="{69965323-966C-45F5-9B93-7FE0E7F65438}" destId="{CD84D6F6-EA10-4BA0-9C50-825AD0919396}" srcOrd="0" destOrd="0" presId="urn:microsoft.com/office/officeart/2024/layout/IconCircleLabelList"/>
    <dgm:cxn modelId="{F2A02914-D7E9-4F28-BBDB-0E22590355EC}" type="presParOf" srcId="{69965323-966C-45F5-9B93-7FE0E7F65438}" destId="{DFD54737-87F2-423F-8287-44EAEA4E428B}" srcOrd="1" destOrd="0" presId="urn:microsoft.com/office/officeart/2024/layout/IconCircleLabelList"/>
    <dgm:cxn modelId="{431C4015-3F51-4000-9C87-37FAABCB1AE5}" type="presParOf" srcId="{69965323-966C-45F5-9B93-7FE0E7F65438}" destId="{FD9AB204-0865-4D8A-A23B-0E69227CD187}" srcOrd="2" destOrd="0" presId="urn:microsoft.com/office/officeart/2024/layout/IconCircleLabelList"/>
    <dgm:cxn modelId="{141A38F9-E500-492E-A18F-A5E813ADA6A7}" type="presParOf" srcId="{69965323-966C-45F5-9B93-7FE0E7F65438}" destId="{F206B513-5D1D-4368-852A-A1C3CDD79477}" srcOrd="3" destOrd="0" presId="urn:microsoft.com/office/officeart/2024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C7D14C-1689-4B33-9AA7-69846E192281}">
      <dsp:nvSpPr>
        <dsp:cNvPr id="0" name=""/>
        <dsp:cNvSpPr/>
      </dsp:nvSpPr>
      <dsp:spPr>
        <a:xfrm>
          <a:off x="547749" y="1212500"/>
          <a:ext cx="1475437" cy="14754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6E7A5-6B9A-4046-8703-20EECE18189A}">
      <dsp:nvSpPr>
        <dsp:cNvPr id="0" name=""/>
        <dsp:cNvSpPr/>
      </dsp:nvSpPr>
      <dsp:spPr>
        <a:xfrm>
          <a:off x="765437" y="1430187"/>
          <a:ext cx="1040062" cy="10400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68990-E703-465A-B104-2C1061B09CA0}">
      <dsp:nvSpPr>
        <dsp:cNvPr id="0" name=""/>
        <dsp:cNvSpPr/>
      </dsp:nvSpPr>
      <dsp:spPr>
        <a:xfrm>
          <a:off x="76093" y="314750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3800" kern="1200"/>
            <a:t>Node One</a:t>
          </a:r>
        </a:p>
      </dsp:txBody>
      <dsp:txXfrm>
        <a:off x="76093" y="3147500"/>
        <a:ext cx="2418750" cy="720000"/>
      </dsp:txXfrm>
    </dsp:sp>
    <dsp:sp modelId="{A8A172BC-9C9A-46FA-928D-BB34A82246A0}">
      <dsp:nvSpPr>
        <dsp:cNvPr id="0" name=""/>
        <dsp:cNvSpPr/>
      </dsp:nvSpPr>
      <dsp:spPr>
        <a:xfrm>
          <a:off x="3389781" y="1212500"/>
          <a:ext cx="1475437" cy="14754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39E02-E5AA-4281-8E20-61138479B21A}">
      <dsp:nvSpPr>
        <dsp:cNvPr id="0" name=""/>
        <dsp:cNvSpPr/>
      </dsp:nvSpPr>
      <dsp:spPr>
        <a:xfrm>
          <a:off x="3607468" y="1430187"/>
          <a:ext cx="1040062" cy="10400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AF511-6106-4FB6-9990-82B856AC0F28}">
      <dsp:nvSpPr>
        <dsp:cNvPr id="0" name=""/>
        <dsp:cNvSpPr/>
      </dsp:nvSpPr>
      <dsp:spPr>
        <a:xfrm>
          <a:off x="2918124" y="314750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3800" kern="1200"/>
            <a:t>Node Three</a:t>
          </a:r>
        </a:p>
      </dsp:txBody>
      <dsp:txXfrm>
        <a:off x="2918124" y="3147500"/>
        <a:ext cx="2418750" cy="720000"/>
      </dsp:txXfrm>
    </dsp:sp>
    <dsp:sp modelId="{CD84D6F6-EA10-4BA0-9C50-825AD0919396}">
      <dsp:nvSpPr>
        <dsp:cNvPr id="0" name=""/>
        <dsp:cNvSpPr/>
      </dsp:nvSpPr>
      <dsp:spPr>
        <a:xfrm>
          <a:off x="6231812" y="1212500"/>
          <a:ext cx="1475437" cy="14754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54737-87F2-423F-8287-44EAEA4E428B}">
      <dsp:nvSpPr>
        <dsp:cNvPr id="0" name=""/>
        <dsp:cNvSpPr/>
      </dsp:nvSpPr>
      <dsp:spPr>
        <a:xfrm>
          <a:off x="6449500" y="1430187"/>
          <a:ext cx="1040062" cy="10400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6B513-5D1D-4368-852A-A1C3CDD79477}">
      <dsp:nvSpPr>
        <dsp:cNvPr id="0" name=""/>
        <dsp:cNvSpPr/>
      </dsp:nvSpPr>
      <dsp:spPr>
        <a:xfrm>
          <a:off x="5760156" y="314750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3800" kern="1200"/>
            <a:t>Node Four</a:t>
          </a:r>
        </a:p>
      </dsp:txBody>
      <dsp:txXfrm>
        <a:off x="5760156" y="3147500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IconCircleLabelList">
  <dgm:title val=""/>
  <dgm:desc val=""/>
  <dgm:catLst>
    <dgm:cat type="list" pri="18500"/>
    <dgm:cat type="picture" pri="8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43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node1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solidFgAcc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FF61-F913-A444-66F2-AA68354FF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255E6-986D-E0B5-507C-57D408323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A0D18-57B4-CB88-AD54-D9FDEED2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8842-D282-6A22-0CED-47857F98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3B4B9-9DBB-6F81-D688-FFD6E384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67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63A4-2931-A730-4D63-31A57EE8D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0AF0-9D8F-BBD9-91AC-2B03BE5B5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8FA9-5650-6FB5-A120-2DF79937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C4EF-3221-410A-1DAC-7731360C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6874C-AD51-9673-52FA-8CEAA29A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7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2AB2F-64E2-876E-37CD-91FDB7CF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F71E7-3B16-DD97-7170-134633F49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26E3E-6C28-63AD-3083-70927F9F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C1A89-0758-D43B-09B8-757BD5BB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0E350-6EA6-0B44-8FF5-BD970AB7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83F4E-BF17-4304-E3B8-3C46296E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F11E4-42C7-DFAC-E62B-AC6A1FC5A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5FB10-9210-0432-E8BF-396A4CF4D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5C110-3E6F-ADF9-F7CD-6392B318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FBC60-096E-543A-E2FB-F3EA6697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7CD89-47D7-CEDD-F181-A528271F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4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C884-8B0F-C1E2-2E7F-EF6A668E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2881C-B759-C653-0254-353EAB31D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6F625-A9DD-6C4E-4F2F-15CA08BD6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6477C-4B1C-2CCC-E9B9-77131540F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D5494-807C-54D1-4736-045D95B82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A85187-1C17-0730-DADE-0BCEFC15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A8CB6F-D919-C513-568B-906B4F29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5B5B48-93BC-3DBB-EC5B-E8E492EA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7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052D-1E17-A08E-8686-F85832C5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DAF726-D356-ABEC-682B-DC947196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4FB9E-2E1D-9C8E-F339-290C6633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B93A3-414D-2191-C890-0349F62E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3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3B520-A467-1232-734F-E0602D5D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4381A-0F7A-5B06-AF11-9F84338D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93E3A-ADED-A59E-02B8-353963BD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5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C125-E38E-C4F2-AD42-B6EA5B59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419C-BFDB-8605-53A9-703764DCD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33622-A7C4-F2D3-AAA9-6E14B63E0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7B543-F044-1185-EED1-11566A59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0206B-FF33-7DBC-1B37-8EE0E0B4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E863E-3449-742F-67C6-28A1CAC6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3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6CF1-03CD-75BE-E599-92208766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8C0CC-BAEB-EF6D-7AA4-E22493E81E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716C5-307B-CB14-1475-9414DAD2D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1655-D933-0218-4967-0FF58A56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50A97-F6A1-82E7-EC1E-EF6EE893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19E8-E9C7-C52E-1FF7-6BD99BFF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8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AD3C-E81C-71F7-FFAB-A2EF813B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73D1F-6F45-E944-2A32-68AE3E84D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9CF19-115D-F6E1-C9AF-E765F8B9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428E4-7851-BD71-5324-0C3DB269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09246-D278-9447-DC01-DB229312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3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E325D-6D5C-15B6-0436-98A68CF84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B764A-4244-2EE2-A84C-2E226FC8C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39BF7-8275-43F8-48DA-4B57477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15D97-5E41-4F82-7613-243652F7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819E3-1B0B-BB98-610D-92484CF7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8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381CA-E8FD-75A0-E751-76F7B1CD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29424-9045-C14E-DBC3-92CF54366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D74C3-AF65-0731-F38B-4B6D39406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53433-DDCF-4735-A2A7-29DD02ACCE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A7656-FDB9-E038-F406-A73926D8C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AA24C-1EBE-83BD-1647-D22E8F95F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BBC9A-605E-4A48-847E-49640DE9E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4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A591B7-5EDF-D7EA-7661-6546AC6D5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135967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431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2026-09-06T08:13:04Z</dcterms:created>
  <dcterms:modified xsi:type="dcterms:W3CDTF">2026-09-06T08:13:05Z</dcterms:modified>
</cp:coreProperties>
</file>