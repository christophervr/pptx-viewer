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88B5D8-20F6-4D92-BFF6-922762858DCF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6108C282-5C2A-4453-BF71-B2A507DDC983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032AA11-D69F-4F72-900D-4C5AD4E21D49}" type="parTrans" cxnId="{E7370808-3867-47A8-B201-C6D745C749AB}">
      <dgm:prSet/>
      <dgm:spPr/>
    </dgm:pt>
    <dgm:pt modelId="{4951AC5D-6A8F-428D-8501-9C0DCC97908D}" type="sibTrans" cxnId="{E7370808-3867-47A8-B201-C6D745C749AB}">
      <dgm:prSet/>
      <dgm:spPr/>
    </dgm:pt>
    <dgm:pt modelId="{C7EA8267-978C-4FCB-B519-B2A1E0D0976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ED094323-7AE2-4EDB-8062-B49B8C530555}" type="parTrans" cxnId="{6AE62AA1-8190-4D6C-8A6A-102445B4C9F9}">
      <dgm:prSet/>
      <dgm:spPr/>
    </dgm:pt>
    <dgm:pt modelId="{8847C5C1-4154-407C-8F4F-F274C8B9D429}" type="sibTrans" cxnId="{6AE62AA1-8190-4D6C-8A6A-102445B4C9F9}">
      <dgm:prSet/>
      <dgm:spPr/>
    </dgm:pt>
    <dgm:pt modelId="{790C7997-2153-4ABC-810F-3183B008CCB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D778935-FBEC-4C3D-84D4-FEE4677B15B3}" type="parTrans" cxnId="{78384263-BD56-4BCE-82E0-DEE8B0E0C88C}">
      <dgm:prSet/>
      <dgm:spPr/>
    </dgm:pt>
    <dgm:pt modelId="{514094FF-1158-40DB-8475-17B237B7E496}" type="sibTrans" cxnId="{78384263-BD56-4BCE-82E0-DEE8B0E0C88C}">
      <dgm:prSet/>
      <dgm:spPr/>
    </dgm:pt>
    <dgm:pt modelId="{7EB95412-A742-4FEA-93CE-73B29DCFE6D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098BF06-27E7-41E3-8297-4A7DC88C23B8}" type="parTrans" cxnId="{B9CB4147-4167-4AE6-A453-2B3019FA4738}">
      <dgm:prSet/>
      <dgm:spPr/>
    </dgm:pt>
    <dgm:pt modelId="{F4EAD713-91DC-4FCE-A27D-376BD1921360}" type="sibTrans" cxnId="{B9CB4147-4167-4AE6-A453-2B3019FA4738}">
      <dgm:prSet/>
      <dgm:spPr/>
    </dgm:pt>
    <dgm:pt modelId="{E3E34FEA-F31B-46CC-B9B2-2A0958CBA09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9CB5B3F-1132-43D1-A9CD-4F95F167BC6E}" type="parTrans" cxnId="{BD69A9BE-A9D4-40F8-B883-D6B056514088}">
      <dgm:prSet/>
      <dgm:spPr/>
    </dgm:pt>
    <dgm:pt modelId="{F6152C57-E122-4EEE-A7BA-2AEC640B6C47}" type="sibTrans" cxnId="{BD69A9BE-A9D4-40F8-B883-D6B056514088}">
      <dgm:prSet/>
      <dgm:spPr/>
    </dgm:pt>
    <dgm:pt modelId="{07AAB619-35A8-4B8F-AE5E-680F9F5444CD}" type="pres">
      <dgm:prSet presAssocID="{BD88B5D8-20F6-4D92-BFF6-922762858DCF}" presName="compositeShape" presStyleCnt="0">
        <dgm:presLayoutVars>
          <dgm:chMax val="7"/>
          <dgm:dir/>
          <dgm:resizeHandles val="exact"/>
        </dgm:presLayoutVars>
      </dgm:prSet>
      <dgm:spPr/>
    </dgm:pt>
    <dgm:pt modelId="{1DC3AE1D-CB6B-428D-8EBB-E059051E9BE1}" type="pres">
      <dgm:prSet presAssocID="{6108C282-5C2A-4453-BF71-B2A507DDC983}" presName="circ1" presStyleLbl="vennNode1" presStyleIdx="0" presStyleCnt="3"/>
      <dgm:spPr/>
    </dgm:pt>
    <dgm:pt modelId="{DB9FD461-0715-4A96-AE21-12AACA77A802}" type="pres">
      <dgm:prSet presAssocID="{6108C282-5C2A-4453-BF71-B2A507DDC983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1C9F080-FDCA-46B5-920B-104E22D7B5DC}" type="pres">
      <dgm:prSet presAssocID="{790C7997-2153-4ABC-810F-3183B008CCB3}" presName="circ2" presStyleLbl="vennNode1" presStyleIdx="1" presStyleCnt="3"/>
      <dgm:spPr/>
    </dgm:pt>
    <dgm:pt modelId="{5460B228-A4CB-4A56-A5F4-052A8815302B}" type="pres">
      <dgm:prSet presAssocID="{790C7997-2153-4ABC-810F-3183B008CCB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BE52902-AAC3-4D00-8997-33FA9510A521}" type="pres">
      <dgm:prSet presAssocID="{7EB95412-A742-4FEA-93CE-73B29DCFE6D5}" presName="circ3" presStyleLbl="vennNode1" presStyleIdx="2" presStyleCnt="3"/>
      <dgm:spPr/>
    </dgm:pt>
    <dgm:pt modelId="{B6F53E9F-E29C-4983-9A8F-1F5F600FA017}" type="pres">
      <dgm:prSet presAssocID="{7EB95412-A742-4FEA-93CE-73B29DCFE6D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4475B01-85DE-42B4-8AEF-A076384FEB78}" type="presOf" srcId="{E3E34FEA-F31B-46CC-B9B2-2A0958CBA09F}" destId="{B6F53E9F-E29C-4983-9A8F-1F5F600FA017}" srcOrd="1" destOrd="1" presId="urn:microsoft.com/office/officeart/2005/8/layout/venn1"/>
    <dgm:cxn modelId="{E7370808-3867-47A8-B201-C6D745C749AB}" srcId="{BD88B5D8-20F6-4D92-BFF6-922762858DCF}" destId="{6108C282-5C2A-4453-BF71-B2A507DDC983}" srcOrd="0" destOrd="0" parTransId="{2032AA11-D69F-4F72-900D-4C5AD4E21D49}" sibTransId="{4951AC5D-6A8F-428D-8501-9C0DCC97908D}"/>
    <dgm:cxn modelId="{1AA9C620-DB10-4B57-BC90-208E2E91210B}" type="presOf" srcId="{7EB95412-A742-4FEA-93CE-73B29DCFE6D5}" destId="{8BE52902-AAC3-4D00-8997-33FA9510A521}" srcOrd="0" destOrd="0" presId="urn:microsoft.com/office/officeart/2005/8/layout/venn1"/>
    <dgm:cxn modelId="{17D33A21-0F32-40DE-8F7F-11C806DDD87E}" type="presOf" srcId="{7EB95412-A742-4FEA-93CE-73B29DCFE6D5}" destId="{B6F53E9F-E29C-4983-9A8F-1F5F600FA017}" srcOrd="1" destOrd="0" presId="urn:microsoft.com/office/officeart/2005/8/layout/venn1"/>
    <dgm:cxn modelId="{78384263-BD56-4BCE-82E0-DEE8B0E0C88C}" srcId="{BD88B5D8-20F6-4D92-BFF6-922762858DCF}" destId="{790C7997-2153-4ABC-810F-3183B008CCB3}" srcOrd="1" destOrd="0" parTransId="{1D778935-FBEC-4C3D-84D4-FEE4677B15B3}" sibTransId="{514094FF-1158-40DB-8475-17B237B7E496}"/>
    <dgm:cxn modelId="{B9CB4147-4167-4AE6-A453-2B3019FA4738}" srcId="{BD88B5D8-20F6-4D92-BFF6-922762858DCF}" destId="{7EB95412-A742-4FEA-93CE-73B29DCFE6D5}" srcOrd="2" destOrd="0" parTransId="{9098BF06-27E7-41E3-8297-4A7DC88C23B8}" sibTransId="{F4EAD713-91DC-4FCE-A27D-376BD1921360}"/>
    <dgm:cxn modelId="{E0700357-947E-491D-AC5A-5FACDDEB48E8}" type="presOf" srcId="{BD88B5D8-20F6-4D92-BFF6-922762858DCF}" destId="{07AAB619-35A8-4B8F-AE5E-680F9F5444CD}" srcOrd="0" destOrd="0" presId="urn:microsoft.com/office/officeart/2005/8/layout/venn1"/>
    <dgm:cxn modelId="{D6E6D07F-50FC-4490-804A-080336606771}" type="presOf" srcId="{6108C282-5C2A-4453-BF71-B2A507DDC983}" destId="{1DC3AE1D-CB6B-428D-8EBB-E059051E9BE1}" srcOrd="1" destOrd="0" presId="urn:microsoft.com/office/officeart/2005/8/layout/venn1"/>
    <dgm:cxn modelId="{AC66A180-47F2-403E-867A-6B3CD20AF22C}" type="presOf" srcId="{C7EA8267-978C-4FCB-B519-B2A1E0D0976B}" destId="{DB9FD461-0715-4A96-AE21-12AACA77A802}" srcOrd="1" destOrd="1" presId="urn:microsoft.com/office/officeart/2005/8/layout/venn1"/>
    <dgm:cxn modelId="{08F29497-017B-4A0A-9E0A-9F4FB0788F07}" type="presOf" srcId="{790C7997-2153-4ABC-810F-3183B008CCB3}" destId="{5460B228-A4CB-4A56-A5F4-052A8815302B}" srcOrd="1" destOrd="0" presId="urn:microsoft.com/office/officeart/2005/8/layout/venn1"/>
    <dgm:cxn modelId="{6AE62AA1-8190-4D6C-8A6A-102445B4C9F9}" srcId="{6108C282-5C2A-4453-BF71-B2A507DDC983}" destId="{C7EA8267-978C-4FCB-B519-B2A1E0D0976B}" srcOrd="0" destOrd="0" parTransId="{ED094323-7AE2-4EDB-8062-B49B8C530555}" sibTransId="{8847C5C1-4154-407C-8F4F-F274C8B9D429}"/>
    <dgm:cxn modelId="{80683FBE-A4BA-486F-B274-000B34BC9478}" type="presOf" srcId="{6108C282-5C2A-4453-BF71-B2A507DDC983}" destId="{DB9FD461-0715-4A96-AE21-12AACA77A802}" srcOrd="0" destOrd="0" presId="urn:microsoft.com/office/officeart/2005/8/layout/venn1"/>
    <dgm:cxn modelId="{BD69A9BE-A9D4-40F8-B883-D6B056514088}" srcId="{7EB95412-A742-4FEA-93CE-73B29DCFE6D5}" destId="{E3E34FEA-F31B-46CC-B9B2-2A0958CBA09F}" srcOrd="0" destOrd="0" parTransId="{C9CB5B3F-1132-43D1-A9CD-4F95F167BC6E}" sibTransId="{F6152C57-E122-4EEE-A7BA-2AEC640B6C47}"/>
    <dgm:cxn modelId="{5CB304C1-17EF-409F-9622-BC4651824436}" type="presOf" srcId="{E3E34FEA-F31B-46CC-B9B2-2A0958CBA09F}" destId="{8BE52902-AAC3-4D00-8997-33FA9510A521}" srcOrd="0" destOrd="1" presId="urn:microsoft.com/office/officeart/2005/8/layout/venn1"/>
    <dgm:cxn modelId="{5348B7C2-E39A-49A0-B279-90EEA3FB82C6}" type="presOf" srcId="{C7EA8267-978C-4FCB-B519-B2A1E0D0976B}" destId="{1DC3AE1D-CB6B-428D-8EBB-E059051E9BE1}" srcOrd="0" destOrd="1" presId="urn:microsoft.com/office/officeart/2005/8/layout/venn1"/>
    <dgm:cxn modelId="{E894DBEF-A240-4B62-9AAC-E06A4806934A}" type="presOf" srcId="{790C7997-2153-4ABC-810F-3183B008CCB3}" destId="{81C9F080-FDCA-46B5-920B-104E22D7B5DC}" srcOrd="0" destOrd="0" presId="urn:microsoft.com/office/officeart/2005/8/layout/venn1"/>
    <dgm:cxn modelId="{70B7C730-496A-4A8A-B7A6-1C02932839DD}" type="presParOf" srcId="{07AAB619-35A8-4B8F-AE5E-680F9F5444CD}" destId="{1DC3AE1D-CB6B-428D-8EBB-E059051E9BE1}" srcOrd="0" destOrd="0" presId="urn:microsoft.com/office/officeart/2005/8/layout/venn1"/>
    <dgm:cxn modelId="{87A4DB8E-5CB2-461F-A627-E6FC991DCA89}" type="presParOf" srcId="{07AAB619-35A8-4B8F-AE5E-680F9F5444CD}" destId="{DB9FD461-0715-4A96-AE21-12AACA77A802}" srcOrd="1" destOrd="0" presId="urn:microsoft.com/office/officeart/2005/8/layout/venn1"/>
    <dgm:cxn modelId="{30C5B3C0-02CE-4F9D-A301-E9C7AB825C38}" type="presParOf" srcId="{07AAB619-35A8-4B8F-AE5E-680F9F5444CD}" destId="{81C9F080-FDCA-46B5-920B-104E22D7B5DC}" srcOrd="2" destOrd="0" presId="urn:microsoft.com/office/officeart/2005/8/layout/venn1"/>
    <dgm:cxn modelId="{9AC7F54B-DDD4-4FC9-B56A-F3C4C5AF2E35}" type="presParOf" srcId="{07AAB619-35A8-4B8F-AE5E-680F9F5444CD}" destId="{5460B228-A4CB-4A56-A5F4-052A8815302B}" srcOrd="3" destOrd="0" presId="urn:microsoft.com/office/officeart/2005/8/layout/venn1"/>
    <dgm:cxn modelId="{D6DE8AB4-6B7D-417D-8A3A-1135AC5733C9}" type="presParOf" srcId="{07AAB619-35A8-4B8F-AE5E-680F9F5444CD}" destId="{8BE52902-AAC3-4D00-8997-33FA9510A521}" srcOrd="4" destOrd="0" presId="urn:microsoft.com/office/officeart/2005/8/layout/venn1"/>
    <dgm:cxn modelId="{1B94D2C2-60D3-4E66-9723-6F1B8D637E52}" type="presParOf" srcId="{07AAB619-35A8-4B8F-AE5E-680F9F5444CD}" destId="{B6F53E9F-E29C-4983-9A8F-1F5F600FA017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3AE1D-CB6B-428D-8EBB-E059051E9BE1}">
      <dsp:nvSpPr>
        <dsp:cNvPr id="0" name=""/>
        <dsp:cNvSpPr/>
      </dsp:nvSpPr>
      <dsp:spPr>
        <a:xfrm>
          <a:off x="2603499" y="63499"/>
          <a:ext cx="3048000" cy="30480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Two has a longer label</a:t>
          </a:r>
        </a:p>
      </dsp:txBody>
      <dsp:txXfrm>
        <a:off x="3009899" y="596899"/>
        <a:ext cx="2235200" cy="1371600"/>
      </dsp:txXfrm>
    </dsp:sp>
    <dsp:sp modelId="{81C9F080-FDCA-46B5-920B-104E22D7B5DC}">
      <dsp:nvSpPr>
        <dsp:cNvPr id="0" name=""/>
        <dsp:cNvSpPr/>
      </dsp:nvSpPr>
      <dsp:spPr>
        <a:xfrm>
          <a:off x="3703319" y="1968499"/>
          <a:ext cx="3048000" cy="30480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>
        <a:off x="4635500" y="2755899"/>
        <a:ext cx="1828800" cy="1676400"/>
      </dsp:txXfrm>
    </dsp:sp>
    <dsp:sp modelId="{8BE52902-AAC3-4D00-8997-33FA9510A521}">
      <dsp:nvSpPr>
        <dsp:cNvPr id="0" name=""/>
        <dsp:cNvSpPr/>
      </dsp:nvSpPr>
      <dsp:spPr>
        <a:xfrm>
          <a:off x="1503679" y="1968499"/>
          <a:ext cx="3048000" cy="30480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Five</a:t>
          </a:r>
        </a:p>
      </dsp:txBody>
      <dsp:txXfrm>
        <a:off x="1790699" y="2755899"/>
        <a:ext cx="1828800" cy="16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6F40-63FA-B027-89AC-0B1A47A4D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93770-1F72-64E1-3447-C881651BE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80A2D-EF29-F79C-1EDD-A303836A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B9774-7DE3-24BB-B163-077F3545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F2DD9-6936-98F4-696E-07185B56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8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A317-8716-8D30-3320-AC56721B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ABDC-4BDB-9895-722B-8B04172AA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90803-FBB0-6D82-6B52-F747BB6F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AF264-BCA4-4BD3-8E8F-0A22E28D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0A63F-AC4F-D705-64D9-3F5087FC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5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A13-F1B9-54A4-2C1F-0FF0E3D4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58F22-5069-DC8A-F1E6-2DE3A2CF4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3F7DC-3BC8-329B-6094-C01FCF1F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D68E-63D5-D2C3-07F3-2F85DA3F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CB6EB-1D35-5C56-5BD4-306392CA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4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BDF1-0F7F-9888-4AA6-27818994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DF42E-6D78-6DAD-BC72-70A7FC121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A440-DBDF-AAB5-35D9-BC4FA7CFC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2F17F-26E6-4B0B-586A-89B66E4C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D91F7-CD50-CDD4-C97E-E1A9D19A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CB9EB-EC1D-5A8D-C6A2-00F0E311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C6A3-F17F-15EA-A6AB-325B8895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497C8-6B19-6DD0-4702-D0812CE57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445EA-51BA-9128-95CC-693C8AFE0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CB898-47E1-7E9D-D16F-6EFA351BA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1D07A-2018-FE64-3180-88EFBCA3B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8BDCC-3D39-496C-E3FA-FB7768B88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97885-73BD-0945-6E9D-C1FC6989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918ED8-0FB1-22EF-2273-2AF575F2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1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1D47-F78C-5FA6-EAAC-B532F49F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7D645-6027-DB38-0E81-E5DB37C4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0542A-9473-B57C-B36B-2171A132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6131F-36CA-A5AA-C123-26768393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881CA-6221-5849-D90C-CF5BF5FE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583DD-672E-4C20-3EC0-7D511F43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695B9-0CBD-26C7-4424-AE81A07F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0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5AB8-057B-0D46-BD61-0A40BB19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8EB-76A8-57DD-CB5D-09732A90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7F8E2-34A0-2D44-B8BE-7F2670F0A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4D6E1-3C4A-D051-B0C3-7ED5D2DC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C6836-FCCF-6FC9-FDC9-BC93CF71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E47C4-88E1-8278-43F1-44F4CD3D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19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EFEA-33AE-0686-BCFF-EE0DED21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C70DA-2C9A-2AE6-4AD9-1F77FE4D6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C1F41-1436-6141-C2D7-5830BBCDA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55A01-A546-9A22-329F-C5DE5249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764C4-D764-B5CE-8D96-30191F27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FBC40-D111-ABF5-DED9-3921772B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D086-A2EC-D849-CF01-3E877C21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4400F-52F9-9DC6-3712-AC56DD45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15C7-CF12-D21E-5130-3DEC4148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E8EC-BA20-C6AF-C0D5-E08CEBD1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52F46-1DF1-D35A-F4AB-1B4D7B490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5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853383-138D-1BF2-5D3A-F64F57708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D7019-AC34-6459-A57C-5CF070805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6FB67-A886-36C9-3176-5FB349CB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DB7E3-5BCF-AE78-E501-0DC614E4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606FF-B58E-552A-B4F2-4825B22D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63F44-6B3A-843F-478F-68926979D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ECC99-A9C1-41E3-1636-CB9E7AE2E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F18C1-9730-1F6B-2895-C45437422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D4C3D-E2F6-45BF-A0B8-8DE0AC6BAE6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87F9E-5EE6-E880-6819-BF2CBE90B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4A78F-B3B4-2F29-9F29-1B5CBC043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78637-59E1-4FF9-A17F-2166F0A4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5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F59E884-DF0E-F74C-6E52-5FB981CEBD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436149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6651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2026-09-06T08:14:43Z</dcterms:created>
  <dcterms:modified xsi:type="dcterms:W3CDTF">2026-09-06T08:14:43Z</dcterms:modified>
</cp:coreProperties>
</file>