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90F9803-C5C2-401A-9B5A-4155EF02A6A5}" type="doc">
      <dgm:prSet loTypeId="urn:microsoft.com/office/officeart/2008/layout/SquareAccen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6D2839E-4BE9-4157-88CA-99B9B52A5A5E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09D278DC-FB3B-4048-B66A-84A359EDA139}" type="parTrans" cxnId="{2555EF56-0AC2-4F24-8FF8-DCF4175E234B}">
      <dgm:prSet/>
      <dgm:spPr/>
    </dgm:pt>
    <dgm:pt modelId="{D98F19F0-D884-41E3-B7C3-B64EC85635EC}" type="sibTrans" cxnId="{2555EF56-0AC2-4F24-8FF8-DCF4175E234B}">
      <dgm:prSet/>
      <dgm:spPr/>
    </dgm:pt>
    <dgm:pt modelId="{A795A3C7-14F9-41BA-99AF-EC5B874363E6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CD8EC284-61A5-456E-A1BA-DA9731482F76}" type="parTrans" cxnId="{C1FC6FD4-EDD6-4E97-BCE5-44E7C2E685F6}">
      <dgm:prSet/>
      <dgm:spPr/>
    </dgm:pt>
    <dgm:pt modelId="{4523CFBD-2E60-45F4-8F6B-CD1B8CDD4DB5}" type="sibTrans" cxnId="{C1FC6FD4-EDD6-4E97-BCE5-44E7C2E685F6}">
      <dgm:prSet/>
      <dgm:spPr/>
    </dgm:pt>
    <dgm:pt modelId="{942EFC2C-FB6A-4DA6-B969-7696B438F30D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BC18F206-1EC9-40A8-A5A2-5A97FBF6CF10}" type="parTrans" cxnId="{085AB4CD-D9FC-44E8-A17B-D16CF4BFEF33}">
      <dgm:prSet/>
      <dgm:spPr/>
    </dgm:pt>
    <dgm:pt modelId="{165D19D0-254C-4CE5-B60D-9DD8664E1C9D}" type="sibTrans" cxnId="{085AB4CD-D9FC-44E8-A17B-D16CF4BFEF33}">
      <dgm:prSet/>
      <dgm:spPr/>
    </dgm:pt>
    <dgm:pt modelId="{186F2B91-CA7D-4624-805F-8CACB03C6A75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7123DF64-7A2F-475F-9948-A9C1C69FCDB9}" type="parTrans" cxnId="{35DA2DED-0ABD-4D63-A460-D45BDFB3D8CE}">
      <dgm:prSet/>
      <dgm:spPr/>
    </dgm:pt>
    <dgm:pt modelId="{8002BBF2-51B5-448C-B11A-5F68D6CFE1C4}" type="sibTrans" cxnId="{35DA2DED-0ABD-4D63-A460-D45BDFB3D8CE}">
      <dgm:prSet/>
      <dgm:spPr/>
    </dgm:pt>
    <dgm:pt modelId="{FB4D5969-5419-4795-AEEC-F106AAB941CE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DECF0463-B86A-42A7-9677-868F3BD12BCB}" type="parTrans" cxnId="{22F9FF2C-B311-4D98-900B-EDBC507A8D79}">
      <dgm:prSet/>
      <dgm:spPr/>
    </dgm:pt>
    <dgm:pt modelId="{40C5121B-DCFA-4FFF-85D9-840D8D191628}" type="sibTrans" cxnId="{22F9FF2C-B311-4D98-900B-EDBC507A8D79}">
      <dgm:prSet/>
      <dgm:spPr/>
    </dgm:pt>
    <dgm:pt modelId="{9B529068-C59E-407D-9C6D-1B5164FFEF00}" type="pres">
      <dgm:prSet presAssocID="{990F9803-C5C2-401A-9B5A-4155EF02A6A5}" presName="layout" presStyleCnt="0">
        <dgm:presLayoutVars>
          <dgm:chMax/>
          <dgm:chPref/>
          <dgm:dir/>
          <dgm:resizeHandles/>
        </dgm:presLayoutVars>
      </dgm:prSet>
      <dgm:spPr/>
    </dgm:pt>
    <dgm:pt modelId="{BFB04EF7-F8D9-47DC-B0E6-4121246E8AD8}" type="pres">
      <dgm:prSet presAssocID="{96D2839E-4BE9-4157-88CA-99B9B52A5A5E}" presName="root" presStyleCnt="0">
        <dgm:presLayoutVars>
          <dgm:chMax/>
          <dgm:chPref/>
        </dgm:presLayoutVars>
      </dgm:prSet>
      <dgm:spPr/>
    </dgm:pt>
    <dgm:pt modelId="{3A564800-73EC-4B91-926C-50F913C78425}" type="pres">
      <dgm:prSet presAssocID="{96D2839E-4BE9-4157-88CA-99B9B52A5A5E}" presName="rootComposite" presStyleCnt="0">
        <dgm:presLayoutVars/>
      </dgm:prSet>
      <dgm:spPr/>
    </dgm:pt>
    <dgm:pt modelId="{C7E35A1A-7EDB-438A-9E87-F4A8DA2049FF}" type="pres">
      <dgm:prSet presAssocID="{96D2839E-4BE9-4157-88CA-99B9B52A5A5E}" presName="ParentAccent" presStyleLbl="alignNode1" presStyleIdx="0" presStyleCnt="3"/>
      <dgm:spPr/>
    </dgm:pt>
    <dgm:pt modelId="{F8DA59F8-700C-4F00-A957-35EA437CAB77}" type="pres">
      <dgm:prSet presAssocID="{96D2839E-4BE9-4157-88CA-99B9B52A5A5E}" presName="ParentSmallAccent" presStyleLbl="fgAcc1" presStyleIdx="0" presStyleCnt="3"/>
      <dgm:spPr/>
    </dgm:pt>
    <dgm:pt modelId="{8DB0AEDD-4BCC-4DC9-A482-0EA764C8F6CC}" type="pres">
      <dgm:prSet presAssocID="{96D2839E-4BE9-4157-88CA-99B9B52A5A5E}" presName="Parent" presStyleLbl="revTx" presStyleIdx="0" presStyleCnt="5">
        <dgm:presLayoutVars>
          <dgm:chMax/>
          <dgm:chPref val="4"/>
          <dgm:bulletEnabled val="1"/>
        </dgm:presLayoutVars>
      </dgm:prSet>
      <dgm:spPr/>
    </dgm:pt>
    <dgm:pt modelId="{0B67FC17-0995-48B5-87CA-F2F63FB04229}" type="pres">
      <dgm:prSet presAssocID="{96D2839E-4BE9-4157-88CA-99B9B52A5A5E}" presName="childShape" presStyleCnt="0">
        <dgm:presLayoutVars>
          <dgm:chMax val="0"/>
          <dgm:chPref val="0"/>
        </dgm:presLayoutVars>
      </dgm:prSet>
      <dgm:spPr/>
    </dgm:pt>
    <dgm:pt modelId="{B719209F-1EE1-4788-9B42-8522408934E9}" type="pres">
      <dgm:prSet presAssocID="{A795A3C7-14F9-41BA-99AF-EC5B874363E6}" presName="childComposite" presStyleCnt="0">
        <dgm:presLayoutVars>
          <dgm:chMax val="0"/>
          <dgm:chPref val="0"/>
        </dgm:presLayoutVars>
      </dgm:prSet>
      <dgm:spPr/>
    </dgm:pt>
    <dgm:pt modelId="{09496422-DD20-420A-A1B5-8095AE71BA80}" type="pres">
      <dgm:prSet presAssocID="{A795A3C7-14F9-41BA-99AF-EC5B874363E6}" presName="ChildAccent" presStyleLbl="solidFgAcc1" presStyleIdx="0" presStyleCnt="2"/>
      <dgm:spPr/>
    </dgm:pt>
    <dgm:pt modelId="{FAEA6724-FC4F-4231-9C9F-EFA4F5AD8275}" type="pres">
      <dgm:prSet presAssocID="{A795A3C7-14F9-41BA-99AF-EC5B874363E6}" presName="Child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B5300FE5-B428-49A9-AFCF-E8EB99C36C42}" type="pres">
      <dgm:prSet presAssocID="{942EFC2C-FB6A-4DA6-B969-7696B438F30D}" presName="root" presStyleCnt="0">
        <dgm:presLayoutVars>
          <dgm:chMax/>
          <dgm:chPref/>
        </dgm:presLayoutVars>
      </dgm:prSet>
      <dgm:spPr/>
    </dgm:pt>
    <dgm:pt modelId="{A44CD681-35BB-4DAB-9E29-3A3D19329523}" type="pres">
      <dgm:prSet presAssocID="{942EFC2C-FB6A-4DA6-B969-7696B438F30D}" presName="rootComposite" presStyleCnt="0">
        <dgm:presLayoutVars/>
      </dgm:prSet>
      <dgm:spPr/>
    </dgm:pt>
    <dgm:pt modelId="{FCCF6F8A-E9EF-4A0F-A134-5315D4C48AC1}" type="pres">
      <dgm:prSet presAssocID="{942EFC2C-FB6A-4DA6-B969-7696B438F30D}" presName="ParentAccent" presStyleLbl="alignNode1" presStyleIdx="1" presStyleCnt="3"/>
      <dgm:spPr/>
    </dgm:pt>
    <dgm:pt modelId="{410C31EF-8EEC-4422-AE56-65E6D325CBBD}" type="pres">
      <dgm:prSet presAssocID="{942EFC2C-FB6A-4DA6-B969-7696B438F30D}" presName="ParentSmallAccent" presStyleLbl="fgAcc1" presStyleIdx="1" presStyleCnt="3"/>
      <dgm:spPr/>
    </dgm:pt>
    <dgm:pt modelId="{6243B1F2-F71C-444D-89E5-6E82C41C652C}" type="pres">
      <dgm:prSet presAssocID="{942EFC2C-FB6A-4DA6-B969-7696B438F30D}" presName="Parent" presStyleLbl="revTx" presStyleIdx="2" presStyleCnt="5">
        <dgm:presLayoutVars>
          <dgm:chMax/>
          <dgm:chPref val="4"/>
          <dgm:bulletEnabled val="1"/>
        </dgm:presLayoutVars>
      </dgm:prSet>
      <dgm:spPr/>
    </dgm:pt>
    <dgm:pt modelId="{064E8BA7-D1AC-444A-97C1-214F22CA9533}" type="pres">
      <dgm:prSet presAssocID="{942EFC2C-FB6A-4DA6-B969-7696B438F30D}" presName="childShape" presStyleCnt="0">
        <dgm:presLayoutVars>
          <dgm:chMax val="0"/>
          <dgm:chPref val="0"/>
        </dgm:presLayoutVars>
      </dgm:prSet>
      <dgm:spPr/>
    </dgm:pt>
    <dgm:pt modelId="{04A9E080-040A-44BE-A78B-4305059654D2}" type="pres">
      <dgm:prSet presAssocID="{186F2B91-CA7D-4624-805F-8CACB03C6A75}" presName="root" presStyleCnt="0">
        <dgm:presLayoutVars>
          <dgm:chMax/>
          <dgm:chPref/>
        </dgm:presLayoutVars>
      </dgm:prSet>
      <dgm:spPr/>
    </dgm:pt>
    <dgm:pt modelId="{B66FC2B9-365B-461C-B02C-B71A662C2DBB}" type="pres">
      <dgm:prSet presAssocID="{186F2B91-CA7D-4624-805F-8CACB03C6A75}" presName="rootComposite" presStyleCnt="0">
        <dgm:presLayoutVars/>
      </dgm:prSet>
      <dgm:spPr/>
    </dgm:pt>
    <dgm:pt modelId="{5DFC8267-9020-48A4-81CD-B6A0B541A52D}" type="pres">
      <dgm:prSet presAssocID="{186F2B91-CA7D-4624-805F-8CACB03C6A75}" presName="ParentAccent" presStyleLbl="alignNode1" presStyleIdx="2" presStyleCnt="3"/>
      <dgm:spPr/>
    </dgm:pt>
    <dgm:pt modelId="{21259DBD-06AA-4645-8022-381895BB76C8}" type="pres">
      <dgm:prSet presAssocID="{186F2B91-CA7D-4624-805F-8CACB03C6A75}" presName="ParentSmallAccent" presStyleLbl="fgAcc1" presStyleIdx="2" presStyleCnt="3"/>
      <dgm:spPr/>
    </dgm:pt>
    <dgm:pt modelId="{C401F95F-7717-4AC9-92DF-2FBF0264B88A}" type="pres">
      <dgm:prSet presAssocID="{186F2B91-CA7D-4624-805F-8CACB03C6A75}" presName="Parent" presStyleLbl="revTx" presStyleIdx="3" presStyleCnt="5">
        <dgm:presLayoutVars>
          <dgm:chMax/>
          <dgm:chPref val="4"/>
          <dgm:bulletEnabled val="1"/>
        </dgm:presLayoutVars>
      </dgm:prSet>
      <dgm:spPr/>
    </dgm:pt>
    <dgm:pt modelId="{25A2B60D-CFC0-4CD1-A65C-C180620820D3}" type="pres">
      <dgm:prSet presAssocID="{186F2B91-CA7D-4624-805F-8CACB03C6A75}" presName="childShape" presStyleCnt="0">
        <dgm:presLayoutVars>
          <dgm:chMax val="0"/>
          <dgm:chPref val="0"/>
        </dgm:presLayoutVars>
      </dgm:prSet>
      <dgm:spPr/>
    </dgm:pt>
    <dgm:pt modelId="{787F0963-BCAD-455D-875D-005950B3B04F}" type="pres">
      <dgm:prSet presAssocID="{FB4D5969-5419-4795-AEEC-F106AAB941CE}" presName="childComposite" presStyleCnt="0">
        <dgm:presLayoutVars>
          <dgm:chMax val="0"/>
          <dgm:chPref val="0"/>
        </dgm:presLayoutVars>
      </dgm:prSet>
      <dgm:spPr/>
    </dgm:pt>
    <dgm:pt modelId="{346CCB99-BADC-436B-9D36-8E764B46B99E}" type="pres">
      <dgm:prSet presAssocID="{FB4D5969-5419-4795-AEEC-F106AAB941CE}" presName="ChildAccent" presStyleLbl="solidFgAcc1" presStyleIdx="1" presStyleCnt="2"/>
      <dgm:spPr/>
    </dgm:pt>
    <dgm:pt modelId="{E4E2CBB0-534C-431E-90EE-E07B37F228D1}" type="pres">
      <dgm:prSet presAssocID="{FB4D5969-5419-4795-AEEC-F106AAB941CE}" presName="Child" presStyleLbl="revTx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D3C3CC27-E57A-4F70-811C-2B0E98EC5039}" type="presOf" srcId="{96D2839E-4BE9-4157-88CA-99B9B52A5A5E}" destId="{8DB0AEDD-4BCC-4DC9-A482-0EA764C8F6CC}" srcOrd="0" destOrd="0" presId="urn:microsoft.com/office/officeart/2008/layout/SquareAccentList"/>
    <dgm:cxn modelId="{22F9FF2C-B311-4D98-900B-EDBC507A8D79}" srcId="{186F2B91-CA7D-4624-805F-8CACB03C6A75}" destId="{FB4D5969-5419-4795-AEEC-F106AAB941CE}" srcOrd="0" destOrd="0" parTransId="{DECF0463-B86A-42A7-9677-868F3BD12BCB}" sibTransId="{40C5121B-DCFA-4FFF-85D9-840D8D191628}"/>
    <dgm:cxn modelId="{60F0402F-5DB3-4B1A-8E0B-A9EC8A6241C7}" type="presOf" srcId="{A795A3C7-14F9-41BA-99AF-EC5B874363E6}" destId="{FAEA6724-FC4F-4231-9C9F-EFA4F5AD8275}" srcOrd="0" destOrd="0" presId="urn:microsoft.com/office/officeart/2008/layout/SquareAccentList"/>
    <dgm:cxn modelId="{2555EF56-0AC2-4F24-8FF8-DCF4175E234B}" srcId="{990F9803-C5C2-401A-9B5A-4155EF02A6A5}" destId="{96D2839E-4BE9-4157-88CA-99B9B52A5A5E}" srcOrd="0" destOrd="0" parTransId="{09D278DC-FB3B-4048-B66A-84A359EDA139}" sibTransId="{D98F19F0-D884-41E3-B7C3-B64EC85635EC}"/>
    <dgm:cxn modelId="{0104FE78-3C2D-4630-BC2E-C8FC5AA809EE}" type="presOf" srcId="{990F9803-C5C2-401A-9B5A-4155EF02A6A5}" destId="{9B529068-C59E-407D-9C6D-1B5164FFEF00}" srcOrd="0" destOrd="0" presId="urn:microsoft.com/office/officeart/2008/layout/SquareAccentList"/>
    <dgm:cxn modelId="{679E0E8F-5AD0-4910-8878-753BD9F8A1BC}" type="presOf" srcId="{FB4D5969-5419-4795-AEEC-F106AAB941CE}" destId="{E4E2CBB0-534C-431E-90EE-E07B37F228D1}" srcOrd="0" destOrd="0" presId="urn:microsoft.com/office/officeart/2008/layout/SquareAccentList"/>
    <dgm:cxn modelId="{127D2F8F-8B74-4B03-BB1C-8F0AA4854B3F}" type="presOf" srcId="{186F2B91-CA7D-4624-805F-8CACB03C6A75}" destId="{C401F95F-7717-4AC9-92DF-2FBF0264B88A}" srcOrd="0" destOrd="0" presId="urn:microsoft.com/office/officeart/2008/layout/SquareAccentList"/>
    <dgm:cxn modelId="{8EBECFA2-B54A-496F-A1DD-4E727EBDBB2A}" type="presOf" srcId="{942EFC2C-FB6A-4DA6-B969-7696B438F30D}" destId="{6243B1F2-F71C-444D-89E5-6E82C41C652C}" srcOrd="0" destOrd="0" presId="urn:microsoft.com/office/officeart/2008/layout/SquareAccentList"/>
    <dgm:cxn modelId="{085AB4CD-D9FC-44E8-A17B-D16CF4BFEF33}" srcId="{990F9803-C5C2-401A-9B5A-4155EF02A6A5}" destId="{942EFC2C-FB6A-4DA6-B969-7696B438F30D}" srcOrd="1" destOrd="0" parTransId="{BC18F206-1EC9-40A8-A5A2-5A97FBF6CF10}" sibTransId="{165D19D0-254C-4CE5-B60D-9DD8664E1C9D}"/>
    <dgm:cxn modelId="{C1FC6FD4-EDD6-4E97-BCE5-44E7C2E685F6}" srcId="{96D2839E-4BE9-4157-88CA-99B9B52A5A5E}" destId="{A795A3C7-14F9-41BA-99AF-EC5B874363E6}" srcOrd="0" destOrd="0" parTransId="{CD8EC284-61A5-456E-A1BA-DA9731482F76}" sibTransId="{4523CFBD-2E60-45F4-8F6B-CD1B8CDD4DB5}"/>
    <dgm:cxn modelId="{35DA2DED-0ABD-4D63-A460-D45BDFB3D8CE}" srcId="{990F9803-C5C2-401A-9B5A-4155EF02A6A5}" destId="{186F2B91-CA7D-4624-805F-8CACB03C6A75}" srcOrd="2" destOrd="0" parTransId="{7123DF64-7A2F-475F-9948-A9C1C69FCDB9}" sibTransId="{8002BBF2-51B5-448C-B11A-5F68D6CFE1C4}"/>
    <dgm:cxn modelId="{A005DC9E-FDC5-4E24-B17D-FC8FAF9098F2}" type="presParOf" srcId="{9B529068-C59E-407D-9C6D-1B5164FFEF00}" destId="{BFB04EF7-F8D9-47DC-B0E6-4121246E8AD8}" srcOrd="0" destOrd="0" presId="urn:microsoft.com/office/officeart/2008/layout/SquareAccentList"/>
    <dgm:cxn modelId="{9BF51DB5-B89D-4D3E-B1D2-C232B171601C}" type="presParOf" srcId="{BFB04EF7-F8D9-47DC-B0E6-4121246E8AD8}" destId="{3A564800-73EC-4B91-926C-50F913C78425}" srcOrd="0" destOrd="0" presId="urn:microsoft.com/office/officeart/2008/layout/SquareAccentList"/>
    <dgm:cxn modelId="{60B1C64B-4FDC-468C-8EB0-56FF1CE2CA7D}" type="presParOf" srcId="{3A564800-73EC-4B91-926C-50F913C78425}" destId="{C7E35A1A-7EDB-438A-9E87-F4A8DA2049FF}" srcOrd="0" destOrd="0" presId="urn:microsoft.com/office/officeart/2008/layout/SquareAccentList"/>
    <dgm:cxn modelId="{879371FC-102F-424D-B30E-17DC3D0C2DC8}" type="presParOf" srcId="{3A564800-73EC-4B91-926C-50F913C78425}" destId="{F8DA59F8-700C-4F00-A957-35EA437CAB77}" srcOrd="1" destOrd="0" presId="urn:microsoft.com/office/officeart/2008/layout/SquareAccentList"/>
    <dgm:cxn modelId="{933CD930-2CB2-4AFD-8D12-EE089FD37223}" type="presParOf" srcId="{3A564800-73EC-4B91-926C-50F913C78425}" destId="{8DB0AEDD-4BCC-4DC9-A482-0EA764C8F6CC}" srcOrd="2" destOrd="0" presId="urn:microsoft.com/office/officeart/2008/layout/SquareAccentList"/>
    <dgm:cxn modelId="{C5776502-3F04-472E-BE7D-0C7BB7BB535D}" type="presParOf" srcId="{BFB04EF7-F8D9-47DC-B0E6-4121246E8AD8}" destId="{0B67FC17-0995-48B5-87CA-F2F63FB04229}" srcOrd="1" destOrd="0" presId="urn:microsoft.com/office/officeart/2008/layout/SquareAccentList"/>
    <dgm:cxn modelId="{10528220-42B4-4125-A3F3-465FD2BBC481}" type="presParOf" srcId="{0B67FC17-0995-48B5-87CA-F2F63FB04229}" destId="{B719209F-1EE1-4788-9B42-8522408934E9}" srcOrd="0" destOrd="0" presId="urn:microsoft.com/office/officeart/2008/layout/SquareAccentList"/>
    <dgm:cxn modelId="{5A617A8E-48F8-41A7-A104-FD473DC66C2C}" type="presParOf" srcId="{B719209F-1EE1-4788-9B42-8522408934E9}" destId="{09496422-DD20-420A-A1B5-8095AE71BA80}" srcOrd="0" destOrd="0" presId="urn:microsoft.com/office/officeart/2008/layout/SquareAccentList"/>
    <dgm:cxn modelId="{641A2EFA-215A-44DF-9A42-446CB50F8C85}" type="presParOf" srcId="{B719209F-1EE1-4788-9B42-8522408934E9}" destId="{FAEA6724-FC4F-4231-9C9F-EFA4F5AD8275}" srcOrd="1" destOrd="0" presId="urn:microsoft.com/office/officeart/2008/layout/SquareAccentList"/>
    <dgm:cxn modelId="{A2C1779E-18FD-4659-A2DF-05DF011DAACC}" type="presParOf" srcId="{9B529068-C59E-407D-9C6D-1B5164FFEF00}" destId="{B5300FE5-B428-49A9-AFCF-E8EB99C36C42}" srcOrd="1" destOrd="0" presId="urn:microsoft.com/office/officeart/2008/layout/SquareAccentList"/>
    <dgm:cxn modelId="{8EAFA58E-086F-47C7-9CC4-A772574B4F9B}" type="presParOf" srcId="{B5300FE5-B428-49A9-AFCF-E8EB99C36C42}" destId="{A44CD681-35BB-4DAB-9E29-3A3D19329523}" srcOrd="0" destOrd="0" presId="urn:microsoft.com/office/officeart/2008/layout/SquareAccentList"/>
    <dgm:cxn modelId="{31DC3B7C-A426-4B1F-92B1-734CB4353AD5}" type="presParOf" srcId="{A44CD681-35BB-4DAB-9E29-3A3D19329523}" destId="{FCCF6F8A-E9EF-4A0F-A134-5315D4C48AC1}" srcOrd="0" destOrd="0" presId="urn:microsoft.com/office/officeart/2008/layout/SquareAccentList"/>
    <dgm:cxn modelId="{6628FF87-BF87-41F1-B826-37409537C09E}" type="presParOf" srcId="{A44CD681-35BB-4DAB-9E29-3A3D19329523}" destId="{410C31EF-8EEC-4422-AE56-65E6D325CBBD}" srcOrd="1" destOrd="0" presId="urn:microsoft.com/office/officeart/2008/layout/SquareAccentList"/>
    <dgm:cxn modelId="{474B4E8E-8C1B-4AD7-B66C-7CC086A4A40E}" type="presParOf" srcId="{A44CD681-35BB-4DAB-9E29-3A3D19329523}" destId="{6243B1F2-F71C-444D-89E5-6E82C41C652C}" srcOrd="2" destOrd="0" presId="urn:microsoft.com/office/officeart/2008/layout/SquareAccentList"/>
    <dgm:cxn modelId="{0BE73F55-83EC-4A10-9C81-9E56225E3488}" type="presParOf" srcId="{B5300FE5-B428-49A9-AFCF-E8EB99C36C42}" destId="{064E8BA7-D1AC-444A-97C1-214F22CA9533}" srcOrd="1" destOrd="0" presId="urn:microsoft.com/office/officeart/2008/layout/SquareAccentList"/>
    <dgm:cxn modelId="{F232624D-A37A-4CD5-B396-624D40847746}" type="presParOf" srcId="{9B529068-C59E-407D-9C6D-1B5164FFEF00}" destId="{04A9E080-040A-44BE-A78B-4305059654D2}" srcOrd="2" destOrd="0" presId="urn:microsoft.com/office/officeart/2008/layout/SquareAccentList"/>
    <dgm:cxn modelId="{02517E5A-9C53-4170-BB82-25477C7D58BD}" type="presParOf" srcId="{04A9E080-040A-44BE-A78B-4305059654D2}" destId="{B66FC2B9-365B-461C-B02C-B71A662C2DBB}" srcOrd="0" destOrd="0" presId="urn:microsoft.com/office/officeart/2008/layout/SquareAccentList"/>
    <dgm:cxn modelId="{C3E36487-81E1-4E6E-8180-6B961FC4C030}" type="presParOf" srcId="{B66FC2B9-365B-461C-B02C-B71A662C2DBB}" destId="{5DFC8267-9020-48A4-81CD-B6A0B541A52D}" srcOrd="0" destOrd="0" presId="urn:microsoft.com/office/officeart/2008/layout/SquareAccentList"/>
    <dgm:cxn modelId="{642B8183-6CF3-4E33-807E-6D4464729576}" type="presParOf" srcId="{B66FC2B9-365B-461C-B02C-B71A662C2DBB}" destId="{21259DBD-06AA-4645-8022-381895BB76C8}" srcOrd="1" destOrd="0" presId="urn:microsoft.com/office/officeart/2008/layout/SquareAccentList"/>
    <dgm:cxn modelId="{FC5B41BD-82DE-419D-AB6B-98E0637F1778}" type="presParOf" srcId="{B66FC2B9-365B-461C-B02C-B71A662C2DBB}" destId="{C401F95F-7717-4AC9-92DF-2FBF0264B88A}" srcOrd="2" destOrd="0" presId="urn:microsoft.com/office/officeart/2008/layout/SquareAccentList"/>
    <dgm:cxn modelId="{09A06262-A52E-4246-AB27-8D54EE99F21B}" type="presParOf" srcId="{04A9E080-040A-44BE-A78B-4305059654D2}" destId="{25A2B60D-CFC0-4CD1-A65C-C180620820D3}" srcOrd="1" destOrd="0" presId="urn:microsoft.com/office/officeart/2008/layout/SquareAccentList"/>
    <dgm:cxn modelId="{88E4E8F3-4190-4707-AAC9-827D468B92B4}" type="presParOf" srcId="{25A2B60D-CFC0-4CD1-A65C-C180620820D3}" destId="{787F0963-BCAD-455D-875D-005950B3B04F}" srcOrd="0" destOrd="0" presId="urn:microsoft.com/office/officeart/2008/layout/SquareAccentList"/>
    <dgm:cxn modelId="{EB341A7C-686A-45E8-9A0D-A1BBC9627343}" type="presParOf" srcId="{787F0963-BCAD-455D-875D-005950B3B04F}" destId="{346CCB99-BADC-436B-9D36-8E764B46B99E}" srcOrd="0" destOrd="0" presId="urn:microsoft.com/office/officeart/2008/layout/SquareAccentList"/>
    <dgm:cxn modelId="{C2CF36AA-91DC-48D7-8C12-13DF1E6FB471}" type="presParOf" srcId="{787F0963-BCAD-455D-875D-005950B3B04F}" destId="{E4E2CBB0-534C-431E-90EE-E07B37F228D1}" srcOrd="1" destOrd="0" presId="urn:microsoft.com/office/officeart/2008/layout/Square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E35A1A-7EDB-438A-9E87-F4A8DA2049FF}">
      <dsp:nvSpPr>
        <dsp:cNvPr id="0" name=""/>
        <dsp:cNvSpPr/>
      </dsp:nvSpPr>
      <dsp:spPr>
        <a:xfrm>
          <a:off x="2189" y="562488"/>
          <a:ext cx="2661490" cy="31311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DA59F8-700C-4F00-A957-35EA437CAB77}">
      <dsp:nvSpPr>
        <dsp:cNvPr id="0" name=""/>
        <dsp:cNvSpPr/>
      </dsp:nvSpPr>
      <dsp:spPr>
        <a:xfrm>
          <a:off x="2189" y="680082"/>
          <a:ext cx="195522" cy="19552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B0AEDD-4BCC-4DC9-A482-0EA764C8F6CC}">
      <dsp:nvSpPr>
        <dsp:cNvPr id="0" name=""/>
        <dsp:cNvSpPr/>
      </dsp:nvSpPr>
      <dsp:spPr>
        <a:xfrm>
          <a:off x="2189" y="0"/>
          <a:ext cx="2661490" cy="5624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865" tIns="41910" rIns="62865" bIns="4191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Node One</a:t>
          </a:r>
        </a:p>
      </dsp:txBody>
      <dsp:txXfrm>
        <a:off x="2189" y="0"/>
        <a:ext cx="2661490" cy="562488"/>
      </dsp:txXfrm>
    </dsp:sp>
    <dsp:sp modelId="{09496422-DD20-420A-A1B5-8095AE71BA80}">
      <dsp:nvSpPr>
        <dsp:cNvPr id="0" name=""/>
        <dsp:cNvSpPr/>
      </dsp:nvSpPr>
      <dsp:spPr>
        <a:xfrm>
          <a:off x="2189" y="1135840"/>
          <a:ext cx="195517" cy="1955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EA6724-FC4F-4231-9C9F-EFA4F5AD8275}">
      <dsp:nvSpPr>
        <dsp:cNvPr id="0" name=""/>
        <dsp:cNvSpPr/>
      </dsp:nvSpPr>
      <dsp:spPr>
        <a:xfrm>
          <a:off x="188494" y="1005722"/>
          <a:ext cx="2475186" cy="4557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Node Two has a longer label</a:t>
          </a:r>
        </a:p>
      </dsp:txBody>
      <dsp:txXfrm>
        <a:off x="188494" y="1005722"/>
        <a:ext cx="2475186" cy="455752"/>
      </dsp:txXfrm>
    </dsp:sp>
    <dsp:sp modelId="{FCCF6F8A-E9EF-4A0F-A134-5315D4C48AC1}">
      <dsp:nvSpPr>
        <dsp:cNvPr id="0" name=""/>
        <dsp:cNvSpPr/>
      </dsp:nvSpPr>
      <dsp:spPr>
        <a:xfrm>
          <a:off x="2796754" y="562488"/>
          <a:ext cx="2661490" cy="31311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0C31EF-8EEC-4422-AE56-65E6D325CBBD}">
      <dsp:nvSpPr>
        <dsp:cNvPr id="0" name=""/>
        <dsp:cNvSpPr/>
      </dsp:nvSpPr>
      <dsp:spPr>
        <a:xfrm>
          <a:off x="2796754" y="680082"/>
          <a:ext cx="195522" cy="19552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43B1F2-F71C-444D-89E5-6E82C41C652C}">
      <dsp:nvSpPr>
        <dsp:cNvPr id="0" name=""/>
        <dsp:cNvSpPr/>
      </dsp:nvSpPr>
      <dsp:spPr>
        <a:xfrm>
          <a:off x="2796754" y="0"/>
          <a:ext cx="2661490" cy="5624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865" tIns="41910" rIns="62865" bIns="4191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Node Three</a:t>
          </a:r>
        </a:p>
      </dsp:txBody>
      <dsp:txXfrm>
        <a:off x="2796754" y="0"/>
        <a:ext cx="2661490" cy="562488"/>
      </dsp:txXfrm>
    </dsp:sp>
    <dsp:sp modelId="{5DFC8267-9020-48A4-81CD-B6A0B541A52D}">
      <dsp:nvSpPr>
        <dsp:cNvPr id="0" name=""/>
        <dsp:cNvSpPr/>
      </dsp:nvSpPr>
      <dsp:spPr>
        <a:xfrm>
          <a:off x="5591319" y="562488"/>
          <a:ext cx="2661490" cy="31311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259DBD-06AA-4645-8022-381895BB76C8}">
      <dsp:nvSpPr>
        <dsp:cNvPr id="0" name=""/>
        <dsp:cNvSpPr/>
      </dsp:nvSpPr>
      <dsp:spPr>
        <a:xfrm>
          <a:off x="5591319" y="680082"/>
          <a:ext cx="195522" cy="19552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01F95F-7717-4AC9-92DF-2FBF0264B88A}">
      <dsp:nvSpPr>
        <dsp:cNvPr id="0" name=""/>
        <dsp:cNvSpPr/>
      </dsp:nvSpPr>
      <dsp:spPr>
        <a:xfrm>
          <a:off x="5591319" y="0"/>
          <a:ext cx="2661490" cy="5624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865" tIns="41910" rIns="62865" bIns="4191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Node Four</a:t>
          </a:r>
        </a:p>
      </dsp:txBody>
      <dsp:txXfrm>
        <a:off x="5591319" y="0"/>
        <a:ext cx="2661490" cy="562488"/>
      </dsp:txXfrm>
    </dsp:sp>
    <dsp:sp modelId="{346CCB99-BADC-436B-9D36-8E764B46B99E}">
      <dsp:nvSpPr>
        <dsp:cNvPr id="0" name=""/>
        <dsp:cNvSpPr/>
      </dsp:nvSpPr>
      <dsp:spPr>
        <a:xfrm>
          <a:off x="5591319" y="1135840"/>
          <a:ext cx="195517" cy="1955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E2CBB0-534C-431E-90EE-E07B37F228D1}">
      <dsp:nvSpPr>
        <dsp:cNvPr id="0" name=""/>
        <dsp:cNvSpPr/>
      </dsp:nvSpPr>
      <dsp:spPr>
        <a:xfrm>
          <a:off x="5777624" y="1005722"/>
          <a:ext cx="2475186" cy="4557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Node Five</a:t>
          </a:r>
        </a:p>
      </dsp:txBody>
      <dsp:txXfrm>
        <a:off x="5777624" y="1005722"/>
        <a:ext cx="2475186" cy="4557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SquareAccentList">
  <dgm:title val=""/>
  <dgm:desc val=""/>
  <dgm:catLst>
    <dgm:cat type="list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clrData>
  <dgm:layoutNode name="layout">
    <dgm:varLst>
      <dgm:chMax/>
      <dgm:chPref/>
      <dgm:dir/>
      <dgm:resizeHandles/>
    </dgm:varLst>
    <dgm:choose name="Name0">
      <dgm:if name="Name1" func="var" arg="dir" op="equ" val="norm">
        <dgm:alg type="hierChild">
          <dgm:param type="linDir" val="fromL"/>
          <dgm:param type="vertAlign" val="t"/>
          <dgm:param type="nodeVertAlign" val="t"/>
          <dgm:param type="horzAlign" val="ctr"/>
          <dgm:param type="fallback" val="1D"/>
        </dgm:alg>
      </dgm:if>
      <dgm:else name="Name2">
        <dgm:alg type="hierChild">
          <dgm:param type="linDir" val="fromR"/>
          <dgm:param type="vertAlign" val="t"/>
          <dgm:param type="nodeVertAlign" val="t"/>
          <dgm:param type="horzAlign" val="ctr"/>
          <dgm:param type="fallback" val="1D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Parent" op="equ" val="65"/>
      <dgm:constr type="primFontSz" for="des" forName="Child" op="equ" val="65"/>
      <dgm:constr type="primFontSz" for="des" forName="Child" refType="primFontSz" refFor="des" refForName="Parent" op="lte"/>
      <dgm:constr type="w" for="des" forName="rootComposite" refType="h" refFor="des" refForName="rootComposite" fact="3.0396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 fact="0.5205"/>
      <dgm:constr type="sibSp" refType="w" refFor="des" refForName="rootComposite" fact="0.05"/>
      <dgm:constr type="sp" for="des" forName="root" refType="h" refFor="des" refForName="childComposite" fact="0.2855"/>
    </dgm:constrLst>
    <dgm:ruleLst/>
    <dgm:forEach name="Name3" axis="ch">
      <dgm:forEach name="Name4" axis="self" ptType="node" cnt="1">
        <dgm:layoutNode name="root">
          <dgm:varLst>
            <dgm:chMax/>
            <dgm:chPref/>
          </dgm:varLst>
          <dgm:alg type="hierRoot">
            <dgm:param type="hierAlign" val="tL"/>
          </dgm:alg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5">
              <dgm:if name="Name6" func="var" arg="dir" op="equ" val="norm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l" for="ch" forName="ParentSmallAccent" refType="w" fact="0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if>
              <dgm:else name="Name7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r" for="ch" forName="ParentSmallAccent" refType="w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else>
            </dgm:choose>
            <dgm:ruleLst/>
            <dgm:layoutNode name="ParentAccent" styleLbl="alignNode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SmallAccent" styleLbl="fgAcc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" styleLbl="revTx">
              <dgm:varLst>
                <dgm:chMax/>
                <dgm:chPref val="4"/>
                <dgm:bulletEnabled val="1"/>
              </dgm:varLst>
              <dgm:choose name="Name8">
                <dgm:if name="Name9" func="var" arg="dir" op="equ" val="norm">
                  <dgm:alg type="tx">
                    <dgm:param type="txAnchorVertCh" val="mid"/>
                    <dgm:param type="parTxLTRAlign" val="l"/>
                  </dgm:alg>
                </dgm:if>
                <dgm:else name="Name10">
                  <dgm:alg type="tx">
                    <dgm:param type="txAnchorVertCh" val="mid"/>
                    <dgm:param type="parTxLTR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13">
                    <dgm:if name="Name14" func="var" arg="dir" op="equ" val="norm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l" for="ch" forName="ChildAccent" refType="w" fact="0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l" for="ch" forName="Child" refType="w" fact="0.07"/>
                        <dgm:constr type="t" for="ch" forName="Child" refType="h" fact="0"/>
                      </dgm:constrLst>
                    </dgm:if>
                    <dgm:else name="Name15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r" for="ch" forName="ChildAccent" refType="w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r" for="ch" forName="Child" refType="w" fact="0.93"/>
                        <dgm:constr type="t" for="ch" forName="Child" refType="h" fact="0"/>
                      </dgm:constrLst>
                    </dgm:else>
                  </dgm:choose>
                  <dgm:ruleLst/>
                  <dgm:layoutNode name="ChildAccent" styleLbl="solidFgAcc1">
                    <dgm:alg type="sp"/>
                    <dgm:shape xmlns:r="http://schemas.openxmlformats.org/officeDocument/2006/relationships" type="rect" r:blip="">
                      <dgm:adjLst/>
                    </dgm:shape>
                    <dgm:presOf/>
                  </dgm:layoutNode>
                  <dgm:layoutNode name="Child" styleLbl="revTx">
                    <dgm:varLst>
                      <dgm:chMax val="0"/>
                      <dgm:chPref val="0"/>
                      <dgm:bulletEnabled val="1"/>
                    </dgm:varLst>
                    <dgm:choose name="Name16">
                      <dgm:if name="Name17" func="var" arg="dir" op="equ" val="norm">
                        <dgm:alg type="tx">
                          <dgm:param type="txAnchorVertCh" val="mid"/>
                          <dgm:param type="parTxLTRAlign" val="l"/>
                        </dgm:alg>
                      </dgm:if>
                      <dgm:else name="Name18">
                        <dgm:alg type="tx">
                          <dgm:param type="txAnchorVertCh" val="mid"/>
                          <dgm:param type="parTxLTRAlign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 node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8D53D-D937-30EE-6281-324A120DF2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EBBD1B-7606-D122-0779-A88EEF949C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6D490-8DEB-9DB1-0406-12C7F0698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B1DBD-4BF5-4366-A683-D9615365812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F1AC4-FB66-B791-604E-8E44BED07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593D0-75D6-34CE-ECFE-CD9AE06F1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444A-378C-4A27-BE9E-361325FDE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306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55D0F-1DD6-AE6D-CF87-F3A38DF4B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44E07-C74D-9153-4342-1A97EBE60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84932-5B92-D4B4-5E5E-0A8D42FE6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B1DBD-4BF5-4366-A683-D9615365812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F88A76-7C3C-F0BD-C9FF-A7274909B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BDB69-0DDC-7170-6778-144FA2250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444A-378C-4A27-BE9E-361325FDE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124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E397D-A3AC-C20B-4445-5663CD2C1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D3B48E-BFF9-9D03-E7A4-9406BAD43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5C4C3-ACAC-B0A6-DFFD-7B66856DF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B1DBD-4BF5-4366-A683-D9615365812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8E2BE-9CEA-19C2-D332-B5D234703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AED13-7770-C4A5-92E6-EA8D307DE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444A-378C-4A27-BE9E-361325FDE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490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8C055-70EF-48B2-A2CE-3FD7E5FDE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0BFD1-4BCD-0F72-BD01-D101DD6341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040BB3-F7BF-4C02-1430-D0BF2BF7BD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1CDDB-4553-D9EA-7BDF-E07180487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B1DBD-4BF5-4366-A683-D9615365812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E38DE7-78FF-0848-2443-7A27E6685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A78580-6239-466C-9794-E93C79618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444A-378C-4A27-BE9E-361325FDE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755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A674D-10EC-D070-116E-7BB538343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3D2469-22E2-9B48-E98D-12BEF4A6F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B061D0-3C7D-49F3-E54D-AB078A4B74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99BD01-4D84-28C7-C0CF-0C7252CAC1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C571E7-CD57-DE54-C35B-366CB25F54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582009-190A-6617-B3F0-3D3CC8E28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B1DBD-4BF5-4366-A683-D9615365812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BB8630-ABA2-5384-24CB-A8C829C81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D40C00-7FCE-913E-0340-C41C65C72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444A-378C-4A27-BE9E-361325FDE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899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0FD51-D714-1DC7-BF7F-8D472CF6C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96B810-A02F-4BB8-27EE-1A2C3CA38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B1DBD-4BF5-4366-A683-D9615365812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A9107E-A003-5E7C-9D7D-C3A0B5D55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19A2D-50F9-7A7B-BD21-A30CEFAFE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444A-378C-4A27-BE9E-361325FDE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872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3BD759-0F7B-0B0F-6B7D-F24E2B089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B1DBD-4BF5-4366-A683-D9615365812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FA7E4F-3B00-CB75-FA42-B22237504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6854C-42F2-A692-1E6F-476A8B03B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444A-378C-4A27-BE9E-361325FDE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860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C2185-C1BE-440F-82B0-8887969E6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BE91C-143F-1AFD-8A46-ED706ACB6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895C29-0196-E4A2-58B3-45674A2BC2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245C8-55DA-E09F-8E11-8B1EE0C1A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B1DBD-4BF5-4366-A683-D9615365812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C97DB0-5512-DCBF-311B-BE9D77C75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070C88-4A31-34D5-6F4C-BD1971D99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444A-378C-4A27-BE9E-361325FDE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78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DBD71-5504-E9B2-3763-9210F9636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671A8D-DBD2-992D-A114-B75C67E214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1A065B-C05A-F646-7077-8018BA2135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C410DD-BD7C-53DC-864B-5D0880DE7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B1DBD-4BF5-4366-A683-D9615365812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F294FE-3C22-2A2A-452E-D779E329D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5F5812-386F-FE34-3617-4D5D8BFB0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444A-378C-4A27-BE9E-361325FDE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94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3D991-0F80-81F8-686C-44F6EB108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EF0D12-4485-3DD8-6E13-300914D7F4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9E26E-BD0E-7EE0-A0C4-640E3E56F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B1DBD-4BF5-4366-A683-D9615365812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C0E36-191D-48FA-8D0A-C3AD0731D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D1D15-5F2D-8AC6-9D61-106C7C488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444A-378C-4A27-BE9E-361325FDE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839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6C6A67-21DF-03F7-83E6-65169FBC61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93E287-D636-D08A-B570-5986E78031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F17DAB-9D95-8868-B7EE-730250EC4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B1DBD-4BF5-4366-A683-D9615365812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A8C27-F84F-2ABD-385E-9134B43E8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25D020-25C9-0A40-FFB6-DE92244D1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444A-378C-4A27-BE9E-361325FDE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44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17D459-C0BC-52D3-5FF9-DF0BA20F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761B0-4B34-5BD8-E2C9-98DD9EB07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CB181-DB1D-8B1A-C625-ED015F10CA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2B1DBD-4BF5-4366-A683-D9615365812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CE98E8-A6A2-E073-8C15-47BFB9AF8C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61A7E-1459-3292-B43C-94529C515C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19444A-378C-4A27-BE9E-361325FDE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368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2D2C8BA-ABF0-3A8F-AEE6-15F44DD8BC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7484944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64825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2026-09-06T08:12:42Z</dcterms:created>
  <dcterms:modified xsi:type="dcterms:W3CDTF">2026-09-06T08:12:43Z</dcterms:modified>
</cp:coreProperties>
</file>