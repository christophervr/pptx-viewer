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E61069E-E7D4-4B0C-86E8-7021A0190AFA}" type="doc">
      <dgm:prSet loTypeId="urn:microsoft.com/office/officeart/2005/8/layout/gear1" loCatId="relationship" qsTypeId="urn:microsoft.com/office/officeart/2005/8/quickstyle/simple1" qsCatId="simple" csTypeId="urn:microsoft.com/office/officeart/2005/8/colors/accent1_2" csCatId="accent1" phldr="1"/>
      <dgm:spPr/>
    </dgm:pt>
    <dgm:pt modelId="{CFD4B0E8-F2FD-41EF-9818-3120F82FA1C0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622C4A39-3949-4ECD-BBA6-ACE78D7F8607}" type="parTrans" cxnId="{C26975F5-9FB7-4215-929B-DE3C7822175A}">
      <dgm:prSet/>
      <dgm:spPr/>
    </dgm:pt>
    <dgm:pt modelId="{AF1C5B21-30D1-457D-9FDA-112F95207BC9}" type="sibTrans" cxnId="{C26975F5-9FB7-4215-929B-DE3C7822175A}">
      <dgm:prSet/>
      <dgm:spPr/>
    </dgm:pt>
    <dgm:pt modelId="{6931CC9A-26FF-4056-93DB-D38083B64178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7BC48D10-98D2-45AA-803B-87EEB23AF519}" type="parTrans" cxnId="{969BABE4-308A-45A6-BEBE-E83BFF62926E}">
      <dgm:prSet/>
      <dgm:spPr/>
    </dgm:pt>
    <dgm:pt modelId="{8E35176B-9617-43B4-B21A-7F84C4D9695A}" type="sibTrans" cxnId="{969BABE4-308A-45A6-BEBE-E83BFF62926E}">
      <dgm:prSet/>
      <dgm:spPr/>
    </dgm:pt>
    <dgm:pt modelId="{BB44B970-F03B-4428-904E-DC5ADABD4963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9C736E16-13C2-4C66-91BF-1E5CFFD89BFE}" type="parTrans" cxnId="{8A557E79-8BA1-47A0-AB7E-2E2DB85E605D}">
      <dgm:prSet/>
      <dgm:spPr/>
    </dgm:pt>
    <dgm:pt modelId="{632EC6F5-A346-4EE1-944D-8C441FBCA515}" type="sibTrans" cxnId="{8A557E79-8BA1-47A0-AB7E-2E2DB85E605D}">
      <dgm:prSet/>
      <dgm:spPr/>
    </dgm:pt>
    <dgm:pt modelId="{93134BE6-6A2D-4D54-AB58-F09D792EC401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B908D411-5473-46EC-8396-63D8D0250E27}" type="parTrans" cxnId="{B580692A-502C-4778-A3A0-B61E5F7B825A}">
      <dgm:prSet/>
      <dgm:spPr/>
    </dgm:pt>
    <dgm:pt modelId="{948B48B2-8BFA-43E1-805C-78B5907B5EF6}" type="sibTrans" cxnId="{B580692A-502C-4778-A3A0-B61E5F7B825A}">
      <dgm:prSet/>
      <dgm:spPr/>
    </dgm:pt>
    <dgm:pt modelId="{5C4B68EF-5F01-4E0E-8947-A9C9D266095B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B0094ACA-DFD8-4CAE-B127-899A87E72CBB}" type="parTrans" cxnId="{6E934192-462E-44A0-B358-82E81A644158}">
      <dgm:prSet/>
      <dgm:spPr/>
    </dgm:pt>
    <dgm:pt modelId="{5D3F80CB-EBD1-442A-8532-D4DC2EEC586E}" type="sibTrans" cxnId="{6E934192-462E-44A0-B358-82E81A644158}">
      <dgm:prSet/>
      <dgm:spPr/>
    </dgm:pt>
    <dgm:pt modelId="{8F2CF86B-562E-42D0-892A-2954FC079417}" type="pres">
      <dgm:prSet presAssocID="{FE61069E-E7D4-4B0C-86E8-7021A0190AFA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77E855B5-DD34-414C-9627-B9991009C1E5}" type="pres">
      <dgm:prSet presAssocID="{CFD4B0E8-F2FD-41EF-9818-3120F82FA1C0}" presName="gear1" presStyleLbl="node1" presStyleIdx="0" presStyleCnt="2">
        <dgm:presLayoutVars>
          <dgm:chMax val="1"/>
          <dgm:bulletEnabled val="1"/>
        </dgm:presLayoutVars>
      </dgm:prSet>
      <dgm:spPr/>
    </dgm:pt>
    <dgm:pt modelId="{1C036D21-9D4E-4CBE-A794-F8D14E90BC6D}" type="pres">
      <dgm:prSet presAssocID="{CFD4B0E8-F2FD-41EF-9818-3120F82FA1C0}" presName="gear1srcNode" presStyleLbl="node1" presStyleIdx="0" presStyleCnt="2"/>
      <dgm:spPr/>
    </dgm:pt>
    <dgm:pt modelId="{C405658F-FA4B-41A6-B36A-2477720BC313}" type="pres">
      <dgm:prSet presAssocID="{CFD4B0E8-F2FD-41EF-9818-3120F82FA1C0}" presName="gear1dstNode" presStyleLbl="node1" presStyleIdx="0" presStyleCnt="2"/>
      <dgm:spPr/>
    </dgm:pt>
    <dgm:pt modelId="{DAF8A85D-7800-45B4-98F9-C934F86742B6}" type="pres">
      <dgm:prSet presAssocID="{CFD4B0E8-F2FD-41EF-9818-3120F82FA1C0}" presName="gear1ch" presStyleLbl="fgAcc1" presStyleIdx="0" presStyleCnt="2">
        <dgm:presLayoutVars>
          <dgm:chMax val="0"/>
          <dgm:bulletEnabled val="1"/>
        </dgm:presLayoutVars>
      </dgm:prSet>
      <dgm:spPr/>
    </dgm:pt>
    <dgm:pt modelId="{D80C2E70-72FB-4104-B9A5-466F192616E0}" type="pres">
      <dgm:prSet presAssocID="{6931CC9A-26FF-4056-93DB-D38083B64178}" presName="gear2" presStyleLbl="node1" presStyleIdx="1" presStyleCnt="2">
        <dgm:presLayoutVars>
          <dgm:chMax val="1"/>
          <dgm:bulletEnabled val="1"/>
        </dgm:presLayoutVars>
      </dgm:prSet>
      <dgm:spPr/>
    </dgm:pt>
    <dgm:pt modelId="{99E5695A-3DF4-4C0B-B899-B176C37725AF}" type="pres">
      <dgm:prSet presAssocID="{6931CC9A-26FF-4056-93DB-D38083B64178}" presName="gear2srcNode" presStyleLbl="node1" presStyleIdx="1" presStyleCnt="2"/>
      <dgm:spPr/>
    </dgm:pt>
    <dgm:pt modelId="{32AF8AE0-A7E0-4286-B2F9-448C3707FCF0}" type="pres">
      <dgm:prSet presAssocID="{6931CC9A-26FF-4056-93DB-D38083B64178}" presName="gear2dstNode" presStyleLbl="node1" presStyleIdx="1" presStyleCnt="2"/>
      <dgm:spPr/>
    </dgm:pt>
    <dgm:pt modelId="{42A86491-FC99-400E-8E6E-1F7276004581}" type="pres">
      <dgm:prSet presAssocID="{6931CC9A-26FF-4056-93DB-D38083B64178}" presName="gear2ch" presStyleLbl="fgAcc1" presStyleIdx="1" presStyleCnt="2">
        <dgm:presLayoutVars>
          <dgm:chMax val="0"/>
          <dgm:bulletEnabled val="1"/>
        </dgm:presLayoutVars>
      </dgm:prSet>
      <dgm:spPr/>
    </dgm:pt>
    <dgm:pt modelId="{D9FA95B0-4F6F-43FA-9B39-64F148B3C349}" type="pres">
      <dgm:prSet presAssocID="{AF1C5B21-30D1-457D-9FDA-112F95207BC9}" presName="connector1" presStyleLbl="sibTrans2D1" presStyleIdx="0" presStyleCnt="2"/>
      <dgm:spPr/>
    </dgm:pt>
    <dgm:pt modelId="{ED7F4E00-BC9B-4442-B35D-5E97DE6E0E9E}" type="pres">
      <dgm:prSet presAssocID="{8E35176B-9617-43B4-B21A-7F84C4D9695A}" presName="connector2" presStyleLbl="sibTrans2D1" presStyleIdx="1" presStyleCnt="2"/>
      <dgm:spPr/>
    </dgm:pt>
  </dgm:ptLst>
  <dgm:cxnLst>
    <dgm:cxn modelId="{4E5CA906-A5B9-4A54-A788-2E11B1D1D2C5}" type="presOf" srcId="{6931CC9A-26FF-4056-93DB-D38083B64178}" destId="{D80C2E70-72FB-4104-B9A5-466F192616E0}" srcOrd="0" destOrd="0" presId="urn:microsoft.com/office/officeart/2005/8/layout/gear1"/>
    <dgm:cxn modelId="{B580692A-502C-4778-A3A0-B61E5F7B825A}" srcId="{CFD4B0E8-F2FD-41EF-9818-3120F82FA1C0}" destId="{93134BE6-6A2D-4D54-AB58-F09D792EC401}" srcOrd="0" destOrd="0" parTransId="{B908D411-5473-46EC-8396-63D8D0250E27}" sibTransId="{948B48B2-8BFA-43E1-805C-78B5907B5EF6}"/>
    <dgm:cxn modelId="{18769938-9BA7-4505-BC4D-FE6930D72FFC}" type="presOf" srcId="{AF1C5B21-30D1-457D-9FDA-112F95207BC9}" destId="{D9FA95B0-4F6F-43FA-9B39-64F148B3C349}" srcOrd="0" destOrd="0" presId="urn:microsoft.com/office/officeart/2005/8/layout/gear1"/>
    <dgm:cxn modelId="{6BDA885E-F653-41AA-A799-E5EBB89DA099}" type="presOf" srcId="{8E35176B-9617-43B4-B21A-7F84C4D9695A}" destId="{ED7F4E00-BC9B-4442-B35D-5E97DE6E0E9E}" srcOrd="0" destOrd="0" presId="urn:microsoft.com/office/officeart/2005/8/layout/gear1"/>
    <dgm:cxn modelId="{CACCD544-D629-4953-B835-C7D4FE21F15B}" type="presOf" srcId="{FE61069E-E7D4-4B0C-86E8-7021A0190AFA}" destId="{8F2CF86B-562E-42D0-892A-2954FC079417}" srcOrd="0" destOrd="0" presId="urn:microsoft.com/office/officeart/2005/8/layout/gear1"/>
    <dgm:cxn modelId="{17E6B267-E3FD-49AC-BC27-D7B775FE880A}" type="presOf" srcId="{CFD4B0E8-F2FD-41EF-9818-3120F82FA1C0}" destId="{C405658F-FA4B-41A6-B36A-2477720BC313}" srcOrd="2" destOrd="0" presId="urn:microsoft.com/office/officeart/2005/8/layout/gear1"/>
    <dgm:cxn modelId="{C93BF36C-5A70-4F49-9611-0F978FEA2AE7}" type="presOf" srcId="{6931CC9A-26FF-4056-93DB-D38083B64178}" destId="{99E5695A-3DF4-4C0B-B899-B176C37725AF}" srcOrd="1" destOrd="0" presId="urn:microsoft.com/office/officeart/2005/8/layout/gear1"/>
    <dgm:cxn modelId="{8A557E79-8BA1-47A0-AB7E-2E2DB85E605D}" srcId="{6931CC9A-26FF-4056-93DB-D38083B64178}" destId="{BB44B970-F03B-4428-904E-DC5ADABD4963}" srcOrd="1" destOrd="0" parTransId="{9C736E16-13C2-4C66-91BF-1E5CFFD89BFE}" sibTransId="{632EC6F5-A346-4EE1-944D-8C441FBCA515}"/>
    <dgm:cxn modelId="{58FC8886-AA60-4C5E-9AF7-67FD1D5995F7}" type="presOf" srcId="{5C4B68EF-5F01-4E0E-8947-A9C9D266095B}" destId="{42A86491-FC99-400E-8E6E-1F7276004581}" srcOrd="0" destOrd="0" presId="urn:microsoft.com/office/officeart/2005/8/layout/gear1"/>
    <dgm:cxn modelId="{62AFBC8F-CA92-42C9-BC29-D55C1FD59B37}" type="presOf" srcId="{BB44B970-F03B-4428-904E-DC5ADABD4963}" destId="{42A86491-FC99-400E-8E6E-1F7276004581}" srcOrd="0" destOrd="1" presId="urn:microsoft.com/office/officeart/2005/8/layout/gear1"/>
    <dgm:cxn modelId="{6E934192-462E-44A0-B358-82E81A644158}" srcId="{6931CC9A-26FF-4056-93DB-D38083B64178}" destId="{5C4B68EF-5F01-4E0E-8947-A9C9D266095B}" srcOrd="0" destOrd="0" parTransId="{B0094ACA-DFD8-4CAE-B127-899A87E72CBB}" sibTransId="{5D3F80CB-EBD1-442A-8532-D4DC2EEC586E}"/>
    <dgm:cxn modelId="{B83C53C1-97FF-4788-9343-4A86136DA300}" type="presOf" srcId="{93134BE6-6A2D-4D54-AB58-F09D792EC401}" destId="{DAF8A85D-7800-45B4-98F9-C934F86742B6}" srcOrd="0" destOrd="0" presId="urn:microsoft.com/office/officeart/2005/8/layout/gear1"/>
    <dgm:cxn modelId="{364F24D1-07F1-4A23-897F-D84FE3592038}" type="presOf" srcId="{6931CC9A-26FF-4056-93DB-D38083B64178}" destId="{32AF8AE0-A7E0-4286-B2F9-448C3707FCF0}" srcOrd="2" destOrd="0" presId="urn:microsoft.com/office/officeart/2005/8/layout/gear1"/>
    <dgm:cxn modelId="{259373DA-6325-48E2-8D01-FADF0B0150A6}" type="presOf" srcId="{CFD4B0E8-F2FD-41EF-9818-3120F82FA1C0}" destId="{1C036D21-9D4E-4CBE-A794-F8D14E90BC6D}" srcOrd="1" destOrd="0" presId="urn:microsoft.com/office/officeart/2005/8/layout/gear1"/>
    <dgm:cxn modelId="{969BABE4-308A-45A6-BEBE-E83BFF62926E}" srcId="{FE61069E-E7D4-4B0C-86E8-7021A0190AFA}" destId="{6931CC9A-26FF-4056-93DB-D38083B64178}" srcOrd="1" destOrd="0" parTransId="{7BC48D10-98D2-45AA-803B-87EEB23AF519}" sibTransId="{8E35176B-9617-43B4-B21A-7F84C4D9695A}"/>
    <dgm:cxn modelId="{D5D257F4-2917-4C89-8508-E4FDF42467C3}" type="presOf" srcId="{CFD4B0E8-F2FD-41EF-9818-3120F82FA1C0}" destId="{77E855B5-DD34-414C-9627-B9991009C1E5}" srcOrd="0" destOrd="0" presId="urn:microsoft.com/office/officeart/2005/8/layout/gear1"/>
    <dgm:cxn modelId="{C26975F5-9FB7-4215-929B-DE3C7822175A}" srcId="{FE61069E-E7D4-4B0C-86E8-7021A0190AFA}" destId="{CFD4B0E8-F2FD-41EF-9818-3120F82FA1C0}" srcOrd="0" destOrd="0" parTransId="{622C4A39-3949-4ECD-BBA6-ACE78D7F8607}" sibTransId="{AF1C5B21-30D1-457D-9FDA-112F95207BC9}"/>
    <dgm:cxn modelId="{0576006D-361B-4C5C-8B4D-E365673D67CC}" type="presParOf" srcId="{8F2CF86B-562E-42D0-892A-2954FC079417}" destId="{77E855B5-DD34-414C-9627-B9991009C1E5}" srcOrd="0" destOrd="0" presId="urn:microsoft.com/office/officeart/2005/8/layout/gear1"/>
    <dgm:cxn modelId="{CCC98433-7846-41C0-82BA-7233DD2EBC40}" type="presParOf" srcId="{8F2CF86B-562E-42D0-892A-2954FC079417}" destId="{1C036D21-9D4E-4CBE-A794-F8D14E90BC6D}" srcOrd="1" destOrd="0" presId="urn:microsoft.com/office/officeart/2005/8/layout/gear1"/>
    <dgm:cxn modelId="{ED84573C-4724-4DBE-81C0-33628C0C1F2A}" type="presParOf" srcId="{8F2CF86B-562E-42D0-892A-2954FC079417}" destId="{C405658F-FA4B-41A6-B36A-2477720BC313}" srcOrd="2" destOrd="0" presId="urn:microsoft.com/office/officeart/2005/8/layout/gear1"/>
    <dgm:cxn modelId="{8227DD49-6ACF-47F9-BD97-0334CE99C0C3}" type="presParOf" srcId="{8F2CF86B-562E-42D0-892A-2954FC079417}" destId="{DAF8A85D-7800-45B4-98F9-C934F86742B6}" srcOrd="3" destOrd="0" presId="urn:microsoft.com/office/officeart/2005/8/layout/gear1"/>
    <dgm:cxn modelId="{6013EDE4-781B-40FE-A6A8-28B43CB00A46}" type="presParOf" srcId="{8F2CF86B-562E-42D0-892A-2954FC079417}" destId="{D80C2E70-72FB-4104-B9A5-466F192616E0}" srcOrd="4" destOrd="0" presId="urn:microsoft.com/office/officeart/2005/8/layout/gear1"/>
    <dgm:cxn modelId="{6FCD879D-DE64-48B8-93E5-26C201461C84}" type="presParOf" srcId="{8F2CF86B-562E-42D0-892A-2954FC079417}" destId="{99E5695A-3DF4-4C0B-B899-B176C37725AF}" srcOrd="5" destOrd="0" presId="urn:microsoft.com/office/officeart/2005/8/layout/gear1"/>
    <dgm:cxn modelId="{3FC0377F-3BC7-4AEC-9CD9-F09A42C07B9A}" type="presParOf" srcId="{8F2CF86B-562E-42D0-892A-2954FC079417}" destId="{32AF8AE0-A7E0-4286-B2F9-448C3707FCF0}" srcOrd="6" destOrd="0" presId="urn:microsoft.com/office/officeart/2005/8/layout/gear1"/>
    <dgm:cxn modelId="{160E38A8-B44F-4166-8ADB-BDD02BD83C9C}" type="presParOf" srcId="{8F2CF86B-562E-42D0-892A-2954FC079417}" destId="{42A86491-FC99-400E-8E6E-1F7276004581}" srcOrd="7" destOrd="0" presId="urn:microsoft.com/office/officeart/2005/8/layout/gear1"/>
    <dgm:cxn modelId="{77E605F1-7896-4B99-9B05-98F16928F409}" type="presParOf" srcId="{8F2CF86B-562E-42D0-892A-2954FC079417}" destId="{D9FA95B0-4F6F-43FA-9B39-64F148B3C349}" srcOrd="8" destOrd="0" presId="urn:microsoft.com/office/officeart/2005/8/layout/gear1"/>
    <dgm:cxn modelId="{350011C6-F221-49C2-8840-984CE32192CA}" type="presParOf" srcId="{8F2CF86B-562E-42D0-892A-2954FC079417}" destId="{ED7F4E00-BC9B-4442-B35D-5E97DE6E0E9E}" srcOrd="9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E855B5-DD34-414C-9627-B9991009C1E5}">
      <dsp:nvSpPr>
        <dsp:cNvPr id="0" name=""/>
        <dsp:cNvSpPr/>
      </dsp:nvSpPr>
      <dsp:spPr>
        <a:xfrm>
          <a:off x="3873500" y="1778000"/>
          <a:ext cx="2794000" cy="2794000"/>
        </a:xfrm>
        <a:prstGeom prst="gear9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Node One</a:t>
          </a:r>
        </a:p>
      </dsp:txBody>
      <dsp:txXfrm>
        <a:off x="4435218" y="2432481"/>
        <a:ext cx="1670564" cy="1436174"/>
      </dsp:txXfrm>
    </dsp:sp>
    <dsp:sp modelId="{DAF8A85D-7800-45B4-98F9-C934F86742B6}">
      <dsp:nvSpPr>
        <dsp:cNvPr id="0" name=""/>
        <dsp:cNvSpPr/>
      </dsp:nvSpPr>
      <dsp:spPr>
        <a:xfrm>
          <a:off x="3517900" y="3505200"/>
          <a:ext cx="1778000" cy="10668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Node Four</a:t>
          </a:r>
        </a:p>
      </dsp:txBody>
      <dsp:txXfrm>
        <a:off x="3549146" y="3536446"/>
        <a:ext cx="1715508" cy="1004308"/>
      </dsp:txXfrm>
    </dsp:sp>
    <dsp:sp modelId="{D80C2E70-72FB-4104-B9A5-466F192616E0}">
      <dsp:nvSpPr>
        <dsp:cNvPr id="0" name=""/>
        <dsp:cNvSpPr/>
      </dsp:nvSpPr>
      <dsp:spPr>
        <a:xfrm>
          <a:off x="2247900" y="1117599"/>
          <a:ext cx="2032000" cy="2032000"/>
        </a:xfrm>
        <a:prstGeom prst="gear6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Node Two has a longer label</a:t>
          </a:r>
        </a:p>
      </dsp:txBody>
      <dsp:txXfrm>
        <a:off x="2759462" y="1632253"/>
        <a:ext cx="1008876" cy="1002692"/>
      </dsp:txXfrm>
    </dsp:sp>
    <dsp:sp modelId="{42A86491-FC99-400E-8E6E-1F7276004581}">
      <dsp:nvSpPr>
        <dsp:cNvPr id="0" name=""/>
        <dsp:cNvSpPr/>
      </dsp:nvSpPr>
      <dsp:spPr>
        <a:xfrm>
          <a:off x="3314700" y="711199"/>
          <a:ext cx="1778000" cy="10668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Node Five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Node Three</a:t>
          </a:r>
        </a:p>
      </dsp:txBody>
      <dsp:txXfrm>
        <a:off x="3345946" y="742445"/>
        <a:ext cx="1715508" cy="1004308"/>
      </dsp:txXfrm>
    </dsp:sp>
    <dsp:sp modelId="{D9FA95B0-4F6F-43FA-9B39-64F148B3C349}">
      <dsp:nvSpPr>
        <dsp:cNvPr id="0" name=""/>
        <dsp:cNvSpPr/>
      </dsp:nvSpPr>
      <dsp:spPr>
        <a:xfrm>
          <a:off x="4029163" y="1287910"/>
          <a:ext cx="3436620" cy="3436620"/>
        </a:xfrm>
        <a:prstGeom prst="circularArrow">
          <a:avLst>
            <a:gd name="adj1" fmla="val 4878"/>
            <a:gd name="adj2" fmla="val 312630"/>
            <a:gd name="adj3" fmla="val 3203919"/>
            <a:gd name="adj4" fmla="val 15139958"/>
            <a:gd name="adj5" fmla="val 5691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7F4E00-BC9B-4442-B35D-5E97DE6E0E9E}">
      <dsp:nvSpPr>
        <dsp:cNvPr id="0" name=""/>
        <dsp:cNvSpPr/>
      </dsp:nvSpPr>
      <dsp:spPr>
        <a:xfrm>
          <a:off x="1888036" y="664194"/>
          <a:ext cx="2598420" cy="2598420"/>
        </a:xfrm>
        <a:prstGeom prst="leftCircularArrow">
          <a:avLst>
            <a:gd name="adj1" fmla="val 6452"/>
            <a:gd name="adj2" fmla="val 429999"/>
            <a:gd name="adj3" fmla="val 10489124"/>
            <a:gd name="adj4" fmla="val 14837806"/>
            <a:gd name="adj5" fmla="val 7527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A23FD-8D00-9773-2FE2-9DD3B4449B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AE77A2-A8F5-6AA0-BE94-5AF53099B3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862241-5808-7065-4DF8-2E99F8DCD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02769-225B-4500-AA2F-2579CDA3A81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86278-A65D-AE2F-2EFF-C5649A038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16622C-F563-08D1-261A-F706B1654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8B4C8-F01D-4348-A3CF-E0403D4C2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728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BFBC-EFD9-F0A5-8E72-C3818DFBE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3A41B-4CF5-FE63-5844-4BB0102BEE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E19CC8-929B-DF80-F297-95A4CB366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02769-225B-4500-AA2F-2579CDA3A81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B7FC7F-29DA-B6DD-103F-38FE86903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FF36E0-9B91-2A82-3885-AC17FC8A7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8B4C8-F01D-4348-A3CF-E0403D4C2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578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A0340-7148-4D29-9535-A87F9DB9E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9F8A85-445D-806F-2EFA-0C7F2B63D4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D97179-C049-A67F-94C3-1A07A90BD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02769-225B-4500-AA2F-2579CDA3A81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5B2DBB-872B-3BEF-AEAD-BA923D1AD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AF468-079C-B363-0E28-A82622C8F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8B4C8-F01D-4348-A3CF-E0403D4C2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909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C15C5-A1F3-ABC0-3AF5-9547F98C8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08892C-0DC6-F42F-86B2-1622DE2730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D37CFC-338C-4405-285D-95DCF2B272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D7B059-A44B-B266-8950-94831B396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02769-225B-4500-AA2F-2579CDA3A81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87419F-EA2D-BBE6-A14F-22BE77284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69EB52-88B2-92D9-3D40-F6993F5DB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8B4C8-F01D-4348-A3CF-E0403D4C2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79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0E618-8072-C481-EE1E-B2F2F3D22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11B5EA-AF4B-8FCA-65ED-B0E4CE133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C072ED-E8BD-9F19-8315-73C5902A71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289E24-E412-FF78-33F0-3E9175D42F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61C017-5E0B-E156-4299-8814C6658D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E5C655-68FE-7BC6-5446-0021BBEBD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02769-225B-4500-AA2F-2579CDA3A81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1FC5CE-31CF-3D65-B1C1-35AF466C6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2B3D31-EC41-7161-1F10-D778A4C29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8B4C8-F01D-4348-A3CF-E0403D4C2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074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6FCF8-BC3B-1B1F-7E6A-3008F40EA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10BFB0-D290-8F35-F95F-A0FFF5412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02769-225B-4500-AA2F-2579CDA3A81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EA8422-BF24-B73C-C9E2-B17FE69B8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B9C4ED-6126-D82D-974F-F1A5E9177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8B4C8-F01D-4348-A3CF-E0403D4C2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242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A4FE48-F772-9098-D0C5-9FF665FE6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02769-225B-4500-AA2F-2579CDA3A81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164622-14A3-4137-7E7D-2F5F730EF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CF191E-41F1-9420-9CF6-A013F6AF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8B4C8-F01D-4348-A3CF-E0403D4C2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975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FE3CD-DBBA-FDFD-10F1-D56184027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C2116-33F0-BAC4-881C-FC7D31F50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4D4A4C-7C78-04DE-408E-1E5F3C5A40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B85461-ED6D-11C1-562E-518C4900A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02769-225B-4500-AA2F-2579CDA3A81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CB4C6E-C863-FDF8-1B71-41CC64F00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46BDC2-38AC-8798-A6FE-52BE02DF4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8B4C8-F01D-4348-A3CF-E0403D4C2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493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DC765-6B92-9047-6082-07B7F509F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9D35F1-980F-344C-618E-A40D1F8F10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53B4B0-D539-1D6F-07D3-7889C3E3F3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012E0D-8F72-D03E-55DF-05EB33D1F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02769-225B-4500-AA2F-2579CDA3A81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0E1FB6-0862-4E67-3498-6E7AEFE75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C9423D-15B3-1BBC-D212-631AE7F3C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8B4C8-F01D-4348-A3CF-E0403D4C2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123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D1A78-F79E-5B59-F9BA-3659ACC37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15EC35-D36D-2B43-107A-76D2929038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5DBE83-BEAE-DF93-87F3-9D1E0EBAC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02769-225B-4500-AA2F-2579CDA3A81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637187-F779-C0B2-CFA5-45C9F63C2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B87068-E5C2-36C4-2C46-D3C013E6D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8B4C8-F01D-4348-A3CF-E0403D4C2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867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2750F8-51B3-4472-31DA-0E61443C6A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083E98-F6A4-2DE3-FF91-FF1111190A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D0514E-BB75-60C3-E3A6-F80853DF2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02769-225B-4500-AA2F-2579CDA3A81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D870B6-01C7-7600-0B07-781C39AE1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6DCF49-7E4A-6648-876A-552FE470F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8B4C8-F01D-4348-A3CF-E0403D4C2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996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CC8D69-C827-7163-945C-671328ABF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8BDF3D-757C-4C3A-C311-A56656C4A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64D65F-547C-2713-68D5-7FC7D5C698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A02769-225B-4500-AA2F-2579CDA3A81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09B53D-CB2B-E63F-6E5A-D3AD8DC1E9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2AC2C0-BBDB-8036-57CE-9BD594581F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48B4C8-F01D-4348-A3CF-E0403D4C2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729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06F1998E-272C-7947-ED37-31110146795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2072234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506847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2026-09-06T08:13:55Z</dcterms:created>
  <dcterms:modified xsi:type="dcterms:W3CDTF">2026-09-06T08:13:56Z</dcterms:modified>
</cp:coreProperties>
</file>