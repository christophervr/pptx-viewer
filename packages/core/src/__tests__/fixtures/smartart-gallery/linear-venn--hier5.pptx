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5C531D-2398-4D2B-AAD1-24815620E2BF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274611-6F6F-4E2D-BA2F-AF0C3CFEE40E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03DF0BAE-CEDC-4495-A4B2-32A90BB5B9D3}" type="parTrans" cxnId="{22B064B8-B6FD-4F7B-912A-F0B203D81023}">
      <dgm:prSet/>
      <dgm:spPr/>
    </dgm:pt>
    <dgm:pt modelId="{4CFFCAD2-9664-4CFB-80DE-9F37B3E77989}" type="sibTrans" cxnId="{22B064B8-B6FD-4F7B-912A-F0B203D81023}">
      <dgm:prSet/>
      <dgm:spPr/>
    </dgm:pt>
    <dgm:pt modelId="{01FAC4D3-7EC7-4C79-A649-6DE13D66C84A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54732E9A-609B-48E7-9612-C44E5F8CEBD4}" type="parTrans" cxnId="{B02BC9C7-E0C0-4DB0-A4A4-30A9A247DA9B}">
      <dgm:prSet/>
      <dgm:spPr/>
    </dgm:pt>
    <dgm:pt modelId="{8FA372F3-E2BC-4311-BFC7-7059888E34F9}" type="sibTrans" cxnId="{B02BC9C7-E0C0-4DB0-A4A4-30A9A247DA9B}">
      <dgm:prSet/>
      <dgm:spPr/>
    </dgm:pt>
    <dgm:pt modelId="{EB3CC8CE-53C0-4F1D-A824-F625BD5B3980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508E7B0B-21D1-4157-8590-E9395BEB1A43}" type="parTrans" cxnId="{2C19A23B-688F-4529-828F-2B7E226C795D}">
      <dgm:prSet/>
      <dgm:spPr/>
    </dgm:pt>
    <dgm:pt modelId="{5B97F0B2-1926-4465-9AA0-22522179CFD5}" type="sibTrans" cxnId="{2C19A23B-688F-4529-828F-2B7E226C795D}">
      <dgm:prSet/>
      <dgm:spPr/>
    </dgm:pt>
    <dgm:pt modelId="{843464C1-7B1E-4E1A-8753-8B78DA82C4ED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12745FF4-BF71-4432-ABF6-94DEDFE605AA}" type="parTrans" cxnId="{B9E1EEC8-5982-4090-B3B0-2996923B2EF5}">
      <dgm:prSet/>
      <dgm:spPr/>
    </dgm:pt>
    <dgm:pt modelId="{06423631-8170-4CF1-974A-C26B98C3375D}" type="sibTrans" cxnId="{B9E1EEC8-5982-4090-B3B0-2996923B2EF5}">
      <dgm:prSet/>
      <dgm:spPr/>
    </dgm:pt>
    <dgm:pt modelId="{4E5BAB7A-ED95-4646-AEB0-E5EADFDABCA2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8D53E953-19A4-49D0-8EAE-462229A621D9}" type="parTrans" cxnId="{0F775A6E-D677-4F97-A764-16576EDD444B}">
      <dgm:prSet/>
      <dgm:spPr/>
    </dgm:pt>
    <dgm:pt modelId="{39593A18-F600-4BFB-91BF-D059A6355F94}" type="sibTrans" cxnId="{0F775A6E-D677-4F97-A764-16576EDD444B}">
      <dgm:prSet/>
      <dgm:spPr/>
    </dgm:pt>
    <dgm:pt modelId="{86988615-888F-45E8-9082-432B89492CF5}" type="pres">
      <dgm:prSet presAssocID="{2B5C531D-2398-4D2B-AAD1-24815620E2BF}" presName="Name0" presStyleCnt="0">
        <dgm:presLayoutVars>
          <dgm:dir/>
          <dgm:resizeHandles val="exact"/>
        </dgm:presLayoutVars>
      </dgm:prSet>
      <dgm:spPr/>
    </dgm:pt>
    <dgm:pt modelId="{4D4B177D-A484-46B6-91D8-0786B13CFA2E}" type="pres">
      <dgm:prSet presAssocID="{57274611-6F6F-4E2D-BA2F-AF0C3CFEE40E}" presName="Name5" presStyleLbl="vennNode1" presStyleIdx="0" presStyleCnt="3">
        <dgm:presLayoutVars>
          <dgm:bulletEnabled val="1"/>
        </dgm:presLayoutVars>
      </dgm:prSet>
      <dgm:spPr/>
    </dgm:pt>
    <dgm:pt modelId="{170D1E36-D581-4F7C-A00C-68F3D860F3D1}" type="pres">
      <dgm:prSet presAssocID="{4CFFCAD2-9664-4CFB-80DE-9F37B3E77989}" presName="space" presStyleCnt="0"/>
      <dgm:spPr/>
    </dgm:pt>
    <dgm:pt modelId="{BB90BB5A-678E-4D84-BC3A-99F1E70F5450}" type="pres">
      <dgm:prSet presAssocID="{EB3CC8CE-53C0-4F1D-A824-F625BD5B3980}" presName="Name5" presStyleLbl="vennNode1" presStyleIdx="1" presStyleCnt="3">
        <dgm:presLayoutVars>
          <dgm:bulletEnabled val="1"/>
        </dgm:presLayoutVars>
      </dgm:prSet>
      <dgm:spPr/>
    </dgm:pt>
    <dgm:pt modelId="{B6D2C3F1-5A41-4AE1-81FE-2007A0D1372D}" type="pres">
      <dgm:prSet presAssocID="{5B97F0B2-1926-4465-9AA0-22522179CFD5}" presName="space" presStyleCnt="0"/>
      <dgm:spPr/>
    </dgm:pt>
    <dgm:pt modelId="{A659AE21-232F-42BD-8188-602932E34EC0}" type="pres">
      <dgm:prSet presAssocID="{843464C1-7B1E-4E1A-8753-8B78DA82C4ED}" presName="Name5" presStyleLbl="vennNode1" presStyleIdx="2" presStyleCnt="3">
        <dgm:presLayoutVars>
          <dgm:bulletEnabled val="1"/>
        </dgm:presLayoutVars>
      </dgm:prSet>
      <dgm:spPr/>
    </dgm:pt>
  </dgm:ptLst>
  <dgm:cxnLst>
    <dgm:cxn modelId="{2C19A23B-688F-4529-828F-2B7E226C795D}" srcId="{2B5C531D-2398-4D2B-AAD1-24815620E2BF}" destId="{EB3CC8CE-53C0-4F1D-A824-F625BD5B3980}" srcOrd="1" destOrd="0" parTransId="{508E7B0B-21D1-4157-8590-E9395BEB1A43}" sibTransId="{5B97F0B2-1926-4465-9AA0-22522179CFD5}"/>
    <dgm:cxn modelId="{AB4A1A6B-93B7-4E65-842A-C694AD79C6B3}" type="presOf" srcId="{843464C1-7B1E-4E1A-8753-8B78DA82C4ED}" destId="{A659AE21-232F-42BD-8188-602932E34EC0}" srcOrd="0" destOrd="0" presId="urn:microsoft.com/office/officeart/2005/8/layout/venn3"/>
    <dgm:cxn modelId="{0F775A6E-D677-4F97-A764-16576EDD444B}" srcId="{843464C1-7B1E-4E1A-8753-8B78DA82C4ED}" destId="{4E5BAB7A-ED95-4646-AEB0-E5EADFDABCA2}" srcOrd="0" destOrd="0" parTransId="{8D53E953-19A4-49D0-8EAE-462229A621D9}" sibTransId="{39593A18-F600-4BFB-91BF-D059A6355F94}"/>
    <dgm:cxn modelId="{6EE74150-68BF-46D3-A110-3E84DCC57B81}" type="presOf" srcId="{57274611-6F6F-4E2D-BA2F-AF0C3CFEE40E}" destId="{4D4B177D-A484-46B6-91D8-0786B13CFA2E}" srcOrd="0" destOrd="0" presId="urn:microsoft.com/office/officeart/2005/8/layout/venn3"/>
    <dgm:cxn modelId="{D4BBAA7B-A0D9-464D-B30B-2DC8EC9785E9}" type="presOf" srcId="{EB3CC8CE-53C0-4F1D-A824-F625BD5B3980}" destId="{BB90BB5A-678E-4D84-BC3A-99F1E70F5450}" srcOrd="0" destOrd="0" presId="urn:microsoft.com/office/officeart/2005/8/layout/venn3"/>
    <dgm:cxn modelId="{0FF48D8E-5616-4E2F-BA02-193F53401430}" type="presOf" srcId="{4E5BAB7A-ED95-4646-AEB0-E5EADFDABCA2}" destId="{A659AE21-232F-42BD-8188-602932E34EC0}" srcOrd="0" destOrd="1" presId="urn:microsoft.com/office/officeart/2005/8/layout/venn3"/>
    <dgm:cxn modelId="{B01713A0-3303-4957-8B51-141818AD83D1}" type="presOf" srcId="{01FAC4D3-7EC7-4C79-A649-6DE13D66C84A}" destId="{4D4B177D-A484-46B6-91D8-0786B13CFA2E}" srcOrd="0" destOrd="1" presId="urn:microsoft.com/office/officeart/2005/8/layout/venn3"/>
    <dgm:cxn modelId="{22B064B8-B6FD-4F7B-912A-F0B203D81023}" srcId="{2B5C531D-2398-4D2B-AAD1-24815620E2BF}" destId="{57274611-6F6F-4E2D-BA2F-AF0C3CFEE40E}" srcOrd="0" destOrd="0" parTransId="{03DF0BAE-CEDC-4495-A4B2-32A90BB5B9D3}" sibTransId="{4CFFCAD2-9664-4CFB-80DE-9F37B3E77989}"/>
    <dgm:cxn modelId="{B02BC9C7-E0C0-4DB0-A4A4-30A9A247DA9B}" srcId="{57274611-6F6F-4E2D-BA2F-AF0C3CFEE40E}" destId="{01FAC4D3-7EC7-4C79-A649-6DE13D66C84A}" srcOrd="0" destOrd="0" parTransId="{54732E9A-609B-48E7-9612-C44E5F8CEBD4}" sibTransId="{8FA372F3-E2BC-4311-BFC7-7059888E34F9}"/>
    <dgm:cxn modelId="{DEFC85C8-4F6E-4D42-A453-F718450AE437}" type="presOf" srcId="{2B5C531D-2398-4D2B-AAD1-24815620E2BF}" destId="{86988615-888F-45E8-9082-432B89492CF5}" srcOrd="0" destOrd="0" presId="urn:microsoft.com/office/officeart/2005/8/layout/venn3"/>
    <dgm:cxn modelId="{B9E1EEC8-5982-4090-B3B0-2996923B2EF5}" srcId="{2B5C531D-2398-4D2B-AAD1-24815620E2BF}" destId="{843464C1-7B1E-4E1A-8753-8B78DA82C4ED}" srcOrd="2" destOrd="0" parTransId="{12745FF4-BF71-4432-ABF6-94DEDFE605AA}" sibTransId="{06423631-8170-4CF1-974A-C26B98C3375D}"/>
    <dgm:cxn modelId="{1237C2B3-3FED-4A15-AF1B-935DF4C7C452}" type="presParOf" srcId="{86988615-888F-45E8-9082-432B89492CF5}" destId="{4D4B177D-A484-46B6-91D8-0786B13CFA2E}" srcOrd="0" destOrd="0" presId="urn:microsoft.com/office/officeart/2005/8/layout/venn3"/>
    <dgm:cxn modelId="{918249B7-8D6F-4D6E-B949-B2E3E3ECEA55}" type="presParOf" srcId="{86988615-888F-45E8-9082-432B89492CF5}" destId="{170D1E36-D581-4F7C-A00C-68F3D860F3D1}" srcOrd="1" destOrd="0" presId="urn:microsoft.com/office/officeart/2005/8/layout/venn3"/>
    <dgm:cxn modelId="{6BF42EFA-9862-4777-97C5-62A7517F829C}" type="presParOf" srcId="{86988615-888F-45E8-9082-432B89492CF5}" destId="{BB90BB5A-678E-4D84-BC3A-99F1E70F5450}" srcOrd="2" destOrd="0" presId="urn:microsoft.com/office/officeart/2005/8/layout/venn3"/>
    <dgm:cxn modelId="{6EF92E4C-70E4-4391-B47F-6DD486656D5D}" type="presParOf" srcId="{86988615-888F-45E8-9082-432B89492CF5}" destId="{B6D2C3F1-5A41-4AE1-81FE-2007A0D1372D}" srcOrd="3" destOrd="0" presId="urn:microsoft.com/office/officeart/2005/8/layout/venn3"/>
    <dgm:cxn modelId="{76676ABD-9F8A-4A8B-A4E3-F1FE060A1597}" type="presParOf" srcId="{86988615-888F-45E8-9082-432B89492CF5}" destId="{A659AE21-232F-42BD-8188-602932E34EC0}" srcOrd="4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4B177D-A484-46B6-91D8-0786B13CFA2E}">
      <dsp:nvSpPr>
        <dsp:cNvPr id="0" name=""/>
        <dsp:cNvSpPr/>
      </dsp:nvSpPr>
      <dsp:spPr>
        <a:xfrm>
          <a:off x="3627" y="953895"/>
          <a:ext cx="3172209" cy="317220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4577" tIns="41910" rIns="174577" bIns="41910" numCol="1" spcCol="1270" anchor="ctr" anchorCtr="1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One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Node Two has a longer label</a:t>
          </a:r>
        </a:p>
      </dsp:txBody>
      <dsp:txXfrm>
        <a:off x="468186" y="1418454"/>
        <a:ext cx="2243091" cy="2243091"/>
      </dsp:txXfrm>
    </dsp:sp>
    <dsp:sp modelId="{BB90BB5A-678E-4D84-BC3A-99F1E70F5450}">
      <dsp:nvSpPr>
        <dsp:cNvPr id="0" name=""/>
        <dsp:cNvSpPr/>
      </dsp:nvSpPr>
      <dsp:spPr>
        <a:xfrm>
          <a:off x="2541395" y="953895"/>
          <a:ext cx="3172209" cy="317220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4577" tIns="41910" rIns="174577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Three</a:t>
          </a:r>
        </a:p>
      </dsp:txBody>
      <dsp:txXfrm>
        <a:off x="3005954" y="1418454"/>
        <a:ext cx="2243091" cy="2243091"/>
      </dsp:txXfrm>
    </dsp:sp>
    <dsp:sp modelId="{A659AE21-232F-42BD-8188-602932E34EC0}">
      <dsp:nvSpPr>
        <dsp:cNvPr id="0" name=""/>
        <dsp:cNvSpPr/>
      </dsp:nvSpPr>
      <dsp:spPr>
        <a:xfrm>
          <a:off x="5079162" y="953895"/>
          <a:ext cx="3172209" cy="317220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4577" tIns="41910" rIns="174577" bIns="41910" numCol="1" spcCol="1270" anchor="ctr" anchorCtr="1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Four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Node Five</a:t>
          </a:r>
        </a:p>
      </dsp:txBody>
      <dsp:txXfrm>
        <a:off x="5543721" y="1418454"/>
        <a:ext cx="2243091" cy="22430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BF482-156F-AF88-D403-3A2A82188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C284E-CB6F-1DCF-2907-787921EF9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1B973-1590-B21F-CF99-E1C3F98F4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BE51-B63D-4BAD-A7D5-1F40E082902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06DB2-E376-D496-6EF6-65CFBE955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9A069-5B7B-0BA2-E410-A502619D9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5B20-5D24-4F75-9883-604B6A6C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9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D6126-85F5-4EBF-1989-2D7C7A8B0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7A9D1-0F75-77ED-FCB9-427DEE973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D8377-C5DF-88D2-0F36-71668FCF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BE51-B63D-4BAD-A7D5-1F40E082902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8F115-82B9-800A-3195-73CA54A16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985B-A1BC-1C61-778A-13DB18ED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5B20-5D24-4F75-9883-604B6A6C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8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3B340-08E4-5953-4F62-EF9117555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E3942-CCFD-2C5A-2ACF-77D4FB481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652D7-43E7-6A5E-6F74-D611F7FDB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BE51-B63D-4BAD-A7D5-1F40E082902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65E31-6C9A-3F11-5B4B-F4CA8D7C6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F45CE-C442-4D94-61F4-689156B24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5B20-5D24-4F75-9883-604B6A6C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639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63BAE-6DA0-E732-525F-C5BBBEFDE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8AE17-CBF2-AF57-F087-5EB65BBAA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4E9C6-AC15-7AF3-EF05-A43F22A76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F5787-4216-71EE-D8F9-05703F380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BE51-B63D-4BAD-A7D5-1F40E082902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A70E1-D724-A065-BF22-AABFEE6C9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337F0-5125-B459-0475-3F39D1E4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5B20-5D24-4F75-9883-604B6A6C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443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59EBC-5623-8D17-57F5-0156D442D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0D12D-07E7-CCAD-59DB-2717F8AC3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DDB2C-89EC-605A-9DDA-1BB6C0BEF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FE8F2E-CD7F-9751-6EE7-CC156F6C7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0C854A-3F55-B0FE-76B2-6BE9D4FD02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25564F-E1F0-8995-A885-560A3B87B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BE51-B63D-4BAD-A7D5-1F40E082902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0C9809-3BE6-DA09-8287-2BBD35F6B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14B43F-8550-E947-3B88-B8E5FE28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5B20-5D24-4F75-9883-604B6A6C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6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968C3-5663-907E-E62C-5D9A3518F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C41783-83A0-BF3F-3542-46FCAAD11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BE51-B63D-4BAD-A7D5-1F40E082902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8F6D1-1424-43B7-2AA2-88467C680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AFE9F4-7CC8-87EA-EEDA-989DBFFEF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5B20-5D24-4F75-9883-604B6A6C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44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4055B-A5D0-2A4B-C243-44E84BADA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BE51-B63D-4BAD-A7D5-1F40E082902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34281D-5FE3-FD9F-A927-449BDAB4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26E50-C73D-28F9-08D3-BAB8CCCAD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5B20-5D24-4F75-9883-604B6A6C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64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E6A0-D030-6521-7C3B-A5E702052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E6689-E0D7-27B3-DEA2-5E2568E4F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ED02C-8065-FAC1-EE3B-D7D9C0259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764EE-70A1-B51E-37BA-631BE3902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BE51-B63D-4BAD-A7D5-1F40E082902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850EF-830E-354C-84E7-673870490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AFD8E-B857-372D-ADB5-103495607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5B20-5D24-4F75-9883-604B6A6C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52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CE38-C40E-CC5B-2505-9433BD035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C970A8-4928-442D-8061-5033681FFB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20960-E31F-EC44-1827-735C3B0B6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29469-4C51-9971-4729-34C54CFF2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BE51-B63D-4BAD-A7D5-1F40E082902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C41A5-AE49-E02C-0822-6B63F57F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88B7B-F53C-E06F-35A0-0D1231426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5B20-5D24-4F75-9883-604B6A6C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89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9446B-B1CB-91E0-933E-B3D932B0E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54DA8A-141C-DCE7-9C1B-1D29CBC52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D5DAF-BA99-2502-11DB-A28A9E7C0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BE51-B63D-4BAD-A7D5-1F40E082902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B2A7E-9A08-4725-D9DE-BBEC3E51D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1FB1D-DEF8-8FE0-A48B-8280D0C98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5B20-5D24-4F75-9883-604B6A6C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679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900CA7-DEB4-C59D-3A26-9EBA6C943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33AD70-9E94-EFF8-B834-F0A215929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57DF2-C85B-6DD8-1CC6-820CA4C2A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BE51-B63D-4BAD-A7D5-1F40E082902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F82DC-808C-0F6D-2592-346ACB69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90E58-3B02-B6DC-385A-99BB6C26E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5B20-5D24-4F75-9883-604B6A6C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82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FC281-967C-6754-0FF4-A329C77C9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47C17-58B8-91B5-9FDD-49801DF09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CBA07-4FD9-380E-52FA-9CBE601324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7BE51-B63D-4BAD-A7D5-1F40E082902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5B4C2-71A5-E654-ECEB-99A5DD3BC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7FE2A-F458-6DAB-2B94-A23FD9EB1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85B20-5D24-4F75-9883-604B6A6C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490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DC472C8-3741-0AFA-21ED-B7D519D02C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195556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8824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2026-09-06T08:14:44Z</dcterms:created>
  <dcterms:modified xsi:type="dcterms:W3CDTF">2026-09-06T08:14:45Z</dcterms:modified>
</cp:coreProperties>
</file>