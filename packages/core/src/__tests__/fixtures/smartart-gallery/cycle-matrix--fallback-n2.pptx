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4FF65E-E854-403B-B0C3-33E5DD973861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78C5DD-BA0C-488C-8D97-3F3FC2DF5CF7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52D85CA3-A990-4A8A-A676-D5FDDCB7C750}" type="parTrans" cxnId="{28EEFE06-CE84-4C32-A20F-F6941286B194}">
      <dgm:prSet/>
      <dgm:spPr/>
    </dgm:pt>
    <dgm:pt modelId="{A3E8AEE8-DFBE-4C2F-B1FA-78418513864A}" type="sibTrans" cxnId="{28EEFE06-CE84-4C32-A20F-F6941286B194}">
      <dgm:prSet/>
      <dgm:spPr/>
    </dgm:pt>
    <dgm:pt modelId="{F59851A2-A417-409F-9645-957D21228FD8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D6F4F932-8B00-4F0A-90FF-C33441F04A1B}" type="parTrans" cxnId="{28F128C1-6FCC-4EE2-BBD9-6D31E68861F3}">
      <dgm:prSet/>
      <dgm:spPr/>
    </dgm:pt>
    <dgm:pt modelId="{89D4A710-ACAF-4365-82C4-06C8132582AC}" type="sibTrans" cxnId="{28F128C1-6FCC-4EE2-BBD9-6D31E68861F3}">
      <dgm:prSet/>
      <dgm:spPr/>
    </dgm:pt>
    <dgm:pt modelId="{A962DE79-A929-4149-9720-29E59CFEEBA2}" type="pres">
      <dgm:prSet presAssocID="{894FF65E-E854-403B-B0C3-33E5DD97386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5ABEBC9-7685-48AE-93C0-F28ADB87E5DD}" type="pres">
      <dgm:prSet presAssocID="{894FF65E-E854-403B-B0C3-33E5DD973861}" presName="children" presStyleCnt="0"/>
      <dgm:spPr/>
    </dgm:pt>
    <dgm:pt modelId="{7CE0294B-FC7E-45A9-9F16-DCEEE5113679}" type="pres">
      <dgm:prSet presAssocID="{894FF65E-E854-403B-B0C3-33E5DD973861}" presName="child1group" presStyleCnt="0"/>
      <dgm:spPr/>
    </dgm:pt>
    <dgm:pt modelId="{D588A3F6-B706-4230-80A8-914EC9EFB71F}" type="pres">
      <dgm:prSet presAssocID="{894FF65E-E854-403B-B0C3-33E5DD973861}" presName="child1" presStyleLbl="bgAcc1" presStyleIdx="0" presStyleCnt="1"/>
      <dgm:spPr/>
    </dgm:pt>
    <dgm:pt modelId="{A9B6998D-5C2D-4341-84AB-85AA5CEECE02}" type="pres">
      <dgm:prSet presAssocID="{894FF65E-E854-403B-B0C3-33E5DD973861}" presName="child1Text" presStyleLbl="bgAcc1" presStyleIdx="0" presStyleCnt="1">
        <dgm:presLayoutVars>
          <dgm:bulletEnabled val="1"/>
        </dgm:presLayoutVars>
      </dgm:prSet>
      <dgm:spPr/>
    </dgm:pt>
    <dgm:pt modelId="{228321BC-B04C-4D93-B79D-2D4F45AE2343}" type="pres">
      <dgm:prSet presAssocID="{894FF65E-E854-403B-B0C3-33E5DD973861}" presName="childPlaceholder" presStyleCnt="0"/>
      <dgm:spPr/>
    </dgm:pt>
    <dgm:pt modelId="{DDC07894-F68F-4C79-8847-40D276EF2DAE}" type="pres">
      <dgm:prSet presAssocID="{894FF65E-E854-403B-B0C3-33E5DD973861}" presName="circle" presStyleCnt="0"/>
      <dgm:spPr/>
    </dgm:pt>
    <dgm:pt modelId="{40E7D1D9-5728-4B08-9CA9-A87DC5AF52E2}" type="pres">
      <dgm:prSet presAssocID="{894FF65E-E854-403B-B0C3-33E5DD97386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0B4B8C64-994D-4E00-B26A-B4F2B2172110}" type="pres">
      <dgm:prSet presAssocID="{894FF65E-E854-403B-B0C3-33E5DD97386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DD37AFD4-DE1F-4830-B620-CCB284199F06}" type="pres">
      <dgm:prSet presAssocID="{894FF65E-E854-403B-B0C3-33E5DD97386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BC9F818A-4674-40BC-8D5C-3328C8815DEA}" type="pres">
      <dgm:prSet presAssocID="{894FF65E-E854-403B-B0C3-33E5DD97386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1F289797-90BA-4A34-9249-14C40C38DF37}" type="pres">
      <dgm:prSet presAssocID="{894FF65E-E854-403B-B0C3-33E5DD973861}" presName="quadrantPlaceholder" presStyleCnt="0"/>
      <dgm:spPr/>
    </dgm:pt>
    <dgm:pt modelId="{84D06903-6DA4-419A-912C-D96DC73436E6}" type="pres">
      <dgm:prSet presAssocID="{894FF65E-E854-403B-B0C3-33E5DD973861}" presName="center1" presStyleLbl="fgShp" presStyleIdx="0" presStyleCnt="2"/>
      <dgm:spPr/>
    </dgm:pt>
    <dgm:pt modelId="{F6096AD8-37F3-4CBD-95D1-8D47BC12FCF6}" type="pres">
      <dgm:prSet presAssocID="{894FF65E-E854-403B-B0C3-33E5DD973861}" presName="center2" presStyleLbl="fgShp" presStyleIdx="1" presStyleCnt="2"/>
      <dgm:spPr/>
    </dgm:pt>
  </dgm:ptLst>
  <dgm:cxnLst>
    <dgm:cxn modelId="{28EEFE06-CE84-4C32-A20F-F6941286B194}" srcId="{894FF65E-E854-403B-B0C3-33E5DD973861}" destId="{FC78C5DD-BA0C-488C-8D97-3F3FC2DF5CF7}" srcOrd="0" destOrd="0" parTransId="{52D85CA3-A990-4A8A-A676-D5FDDCB7C750}" sibTransId="{A3E8AEE8-DFBE-4C2F-B1FA-78418513864A}"/>
    <dgm:cxn modelId="{F7AA9E5C-2950-4D13-8F61-B2218E289F37}" type="presOf" srcId="{F59851A2-A417-409F-9645-957D21228FD8}" destId="{D588A3F6-B706-4230-80A8-914EC9EFB71F}" srcOrd="0" destOrd="0" presId="urn:microsoft.com/office/officeart/2005/8/layout/cycle4"/>
    <dgm:cxn modelId="{CDB4295F-BA07-41E7-BF28-530EBCC0B76C}" type="presOf" srcId="{F59851A2-A417-409F-9645-957D21228FD8}" destId="{A9B6998D-5C2D-4341-84AB-85AA5CEECE02}" srcOrd="1" destOrd="0" presId="urn:microsoft.com/office/officeart/2005/8/layout/cycle4"/>
    <dgm:cxn modelId="{28F128C1-6FCC-4EE2-BBD9-6D31E68861F3}" srcId="{FC78C5DD-BA0C-488C-8D97-3F3FC2DF5CF7}" destId="{F59851A2-A417-409F-9645-957D21228FD8}" srcOrd="0" destOrd="0" parTransId="{D6F4F932-8B00-4F0A-90FF-C33441F04A1B}" sibTransId="{89D4A710-ACAF-4365-82C4-06C8132582AC}"/>
    <dgm:cxn modelId="{1D32A4D6-008F-4876-94AA-8C31764A3DF0}" type="presOf" srcId="{FC78C5DD-BA0C-488C-8D97-3F3FC2DF5CF7}" destId="{40E7D1D9-5728-4B08-9CA9-A87DC5AF52E2}" srcOrd="0" destOrd="0" presId="urn:microsoft.com/office/officeart/2005/8/layout/cycle4"/>
    <dgm:cxn modelId="{84C75DF9-646E-4998-8C3D-D4A14872A84A}" type="presOf" srcId="{894FF65E-E854-403B-B0C3-33E5DD973861}" destId="{A962DE79-A929-4149-9720-29E59CFEEBA2}" srcOrd="0" destOrd="0" presId="urn:microsoft.com/office/officeart/2005/8/layout/cycle4"/>
    <dgm:cxn modelId="{1505D041-728D-4375-8B6E-47ED099FEFE4}" type="presParOf" srcId="{A962DE79-A929-4149-9720-29E59CFEEBA2}" destId="{95ABEBC9-7685-48AE-93C0-F28ADB87E5DD}" srcOrd="0" destOrd="0" presId="urn:microsoft.com/office/officeart/2005/8/layout/cycle4"/>
    <dgm:cxn modelId="{F6520747-098F-42C6-8037-E5C44FD9D1CA}" type="presParOf" srcId="{95ABEBC9-7685-48AE-93C0-F28ADB87E5DD}" destId="{7CE0294B-FC7E-45A9-9F16-DCEEE5113679}" srcOrd="0" destOrd="0" presId="urn:microsoft.com/office/officeart/2005/8/layout/cycle4"/>
    <dgm:cxn modelId="{E85051ED-8B66-45DC-80E9-0AC8A27153F5}" type="presParOf" srcId="{7CE0294B-FC7E-45A9-9F16-DCEEE5113679}" destId="{D588A3F6-B706-4230-80A8-914EC9EFB71F}" srcOrd="0" destOrd="0" presId="urn:microsoft.com/office/officeart/2005/8/layout/cycle4"/>
    <dgm:cxn modelId="{C8A561DE-375B-4037-A61A-01B0D6DEF775}" type="presParOf" srcId="{7CE0294B-FC7E-45A9-9F16-DCEEE5113679}" destId="{A9B6998D-5C2D-4341-84AB-85AA5CEECE02}" srcOrd="1" destOrd="0" presId="urn:microsoft.com/office/officeart/2005/8/layout/cycle4"/>
    <dgm:cxn modelId="{EB3A414B-2669-499C-838C-25183E32D0F4}" type="presParOf" srcId="{95ABEBC9-7685-48AE-93C0-F28ADB87E5DD}" destId="{228321BC-B04C-4D93-B79D-2D4F45AE2343}" srcOrd="1" destOrd="0" presId="urn:microsoft.com/office/officeart/2005/8/layout/cycle4"/>
    <dgm:cxn modelId="{C33C04E9-B140-4C64-B76D-36C7AE33E4EB}" type="presParOf" srcId="{A962DE79-A929-4149-9720-29E59CFEEBA2}" destId="{DDC07894-F68F-4C79-8847-40D276EF2DAE}" srcOrd="1" destOrd="0" presId="urn:microsoft.com/office/officeart/2005/8/layout/cycle4"/>
    <dgm:cxn modelId="{9121F70F-3815-4846-BA45-82A1C9F153B8}" type="presParOf" srcId="{DDC07894-F68F-4C79-8847-40D276EF2DAE}" destId="{40E7D1D9-5728-4B08-9CA9-A87DC5AF52E2}" srcOrd="0" destOrd="0" presId="urn:microsoft.com/office/officeart/2005/8/layout/cycle4"/>
    <dgm:cxn modelId="{8CFCA2C0-C51E-40B7-96E7-9B44D8C7C083}" type="presParOf" srcId="{DDC07894-F68F-4C79-8847-40D276EF2DAE}" destId="{0B4B8C64-994D-4E00-B26A-B4F2B2172110}" srcOrd="1" destOrd="0" presId="urn:microsoft.com/office/officeart/2005/8/layout/cycle4"/>
    <dgm:cxn modelId="{96F7398B-ACFC-464C-92DB-5E052F2E7885}" type="presParOf" srcId="{DDC07894-F68F-4C79-8847-40D276EF2DAE}" destId="{DD37AFD4-DE1F-4830-B620-CCB284199F06}" srcOrd="2" destOrd="0" presId="urn:microsoft.com/office/officeart/2005/8/layout/cycle4"/>
    <dgm:cxn modelId="{F20E9FEC-1D4B-4529-867A-E82C1B2CFD18}" type="presParOf" srcId="{DDC07894-F68F-4C79-8847-40D276EF2DAE}" destId="{BC9F818A-4674-40BC-8D5C-3328C8815DEA}" srcOrd="3" destOrd="0" presId="urn:microsoft.com/office/officeart/2005/8/layout/cycle4"/>
    <dgm:cxn modelId="{09EC3DDD-CE79-41BE-98FE-708847A3306F}" type="presParOf" srcId="{DDC07894-F68F-4C79-8847-40D276EF2DAE}" destId="{1F289797-90BA-4A34-9249-14C40C38DF37}" srcOrd="4" destOrd="0" presId="urn:microsoft.com/office/officeart/2005/8/layout/cycle4"/>
    <dgm:cxn modelId="{281452CA-423B-47BD-94A0-8AEBAAD99941}" type="presParOf" srcId="{A962DE79-A929-4149-9720-29E59CFEEBA2}" destId="{84D06903-6DA4-419A-912C-D96DC73436E6}" srcOrd="2" destOrd="0" presId="urn:microsoft.com/office/officeart/2005/8/layout/cycle4"/>
    <dgm:cxn modelId="{ECC141FE-5C09-4B66-AD2E-E11069F49E86}" type="presParOf" srcId="{A962DE79-A929-4149-9720-29E59CFEEBA2}" destId="{F6096AD8-37F3-4CBD-95D1-8D47BC12FCF6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88A3F6-B706-4230-80A8-914EC9EFB71F}">
      <dsp:nvSpPr>
        <dsp:cNvPr id="0" name=""/>
        <dsp:cNvSpPr/>
      </dsp:nvSpPr>
      <dsp:spPr>
        <a:xfrm>
          <a:off x="825499" y="0"/>
          <a:ext cx="2509520" cy="16256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Beta has a noticeably longer label than the others</a:t>
          </a:r>
        </a:p>
      </dsp:txBody>
      <dsp:txXfrm>
        <a:off x="861208" y="35709"/>
        <a:ext cx="1685246" cy="1147782"/>
      </dsp:txXfrm>
    </dsp:sp>
    <dsp:sp modelId="{40E7D1D9-5728-4B08-9CA9-A87DC5AF52E2}">
      <dsp:nvSpPr>
        <dsp:cNvPr id="0" name=""/>
        <dsp:cNvSpPr/>
      </dsp:nvSpPr>
      <dsp:spPr>
        <a:xfrm>
          <a:off x="1877059" y="289559"/>
          <a:ext cx="2199640" cy="21996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Alpha</a:t>
          </a:r>
        </a:p>
      </dsp:txBody>
      <dsp:txXfrm>
        <a:off x="2521319" y="933819"/>
        <a:ext cx="1555380" cy="1555380"/>
      </dsp:txXfrm>
    </dsp:sp>
    <dsp:sp modelId="{0B4B8C64-994D-4E00-B26A-B4F2B2172110}">
      <dsp:nvSpPr>
        <dsp:cNvPr id="0" name=""/>
        <dsp:cNvSpPr/>
      </dsp:nvSpPr>
      <dsp:spPr>
        <a:xfrm rot="5400000">
          <a:off x="4178300" y="289559"/>
          <a:ext cx="2199640" cy="21996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7AFD4-DE1F-4830-B620-CCB284199F06}">
      <dsp:nvSpPr>
        <dsp:cNvPr id="0" name=""/>
        <dsp:cNvSpPr/>
      </dsp:nvSpPr>
      <dsp:spPr>
        <a:xfrm rot="10800000">
          <a:off x="4178300" y="2590800"/>
          <a:ext cx="2199640" cy="21996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9F818A-4674-40BC-8D5C-3328C8815DEA}">
      <dsp:nvSpPr>
        <dsp:cNvPr id="0" name=""/>
        <dsp:cNvSpPr/>
      </dsp:nvSpPr>
      <dsp:spPr>
        <a:xfrm rot="16200000">
          <a:off x="1877059" y="2590800"/>
          <a:ext cx="2199640" cy="2199640"/>
        </a:xfrm>
        <a:prstGeom prst="pieWedg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06903-6DA4-419A-912C-D96DC73436E6}">
      <dsp:nvSpPr>
        <dsp:cNvPr id="0" name=""/>
        <dsp:cNvSpPr/>
      </dsp:nvSpPr>
      <dsp:spPr>
        <a:xfrm>
          <a:off x="3747769" y="2082800"/>
          <a:ext cx="759460" cy="66040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096AD8-37F3-4CBD-95D1-8D47BC12FCF6}">
      <dsp:nvSpPr>
        <dsp:cNvPr id="0" name=""/>
        <dsp:cNvSpPr/>
      </dsp:nvSpPr>
      <dsp:spPr>
        <a:xfrm rot="10800000">
          <a:off x="3747769" y="2336800"/>
          <a:ext cx="759460" cy="66040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42886-9A9D-5254-3498-E64576847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BB1D27-89DB-7A33-8BBA-4F1AB1E102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94CCC-F638-C7A2-33CE-E4D1F9A5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A9ACD-3C3D-4FCD-0B99-627418921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A509D-4631-4A6A-7CB5-7A63A667E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527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22FD-0C63-A63F-3B62-A068E7AE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D3FC6-BBD9-D8C2-399C-CCDCB6D90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68C26-3B38-E4CD-4422-A94D53B4E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FD067-ACD9-CA94-CB9D-38801C06F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1AB8E-A3FB-94B9-BE6C-880F1ADD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484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F8699-8EF0-CD43-E4E9-E4333D89F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EF3A81-CB14-6A1B-08E1-ECB4EE9AE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32734-FD48-53EC-BFD4-103312021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BC5E7-3E51-D2AA-C802-537E8A8B4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60D4A-DDE2-0E72-432E-2BBCC460E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6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47C63-A57B-5AD1-88EF-07ED5CF8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93DD4-8788-B2B4-01BB-95DC740397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32FD2-CF8C-707F-2C24-60DDA5AFC6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817C3-9834-4E4A-EB9D-2D0AB9C3D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6A11E-955B-F8C3-AAEB-777F0D7E1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123F2-6828-03C6-E3DA-F7E8362BF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9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2C7FD-8C44-F769-7AC3-2BD7CFA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E9139-02F6-69A5-463C-2BE48EF62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256F9-3B7E-B7F7-D380-1B344C493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D4297-FDC4-7528-D59C-457F47E35E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BE73A-7EF9-699A-B4EC-D778FF026D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5C19BE-2EDA-FE21-373B-56C38C5CE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12DEB5-5D7A-81C1-4E4D-79D5D76BC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C9CA4C-BE70-225C-846A-F70B9350D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395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BBC2-D815-F8CB-1F59-015396CB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D73B33-42E5-8AB8-AD83-DBA101CB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03372-0268-7ED3-27C8-FE2FA8BF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20A7F-EFF8-51D0-7382-15C03B31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5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E81FE-788F-7335-3ACE-6B2704B07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8D2747-85B6-5DEB-F0F7-4ABFAD5F3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44CF2-0493-C6EE-5452-3458FAC2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01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D3F41-0F90-F137-D1D9-6A7F8982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90124-5FA1-4B6A-A78E-E83F63954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85988-4EF4-6EA8-5314-DCB4A334CD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612E1-E2AE-A1EE-502A-C09CC1E3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99E21-D196-CB3F-C12C-507170CF0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74D36-8084-2896-F7E9-D4AEDCD3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8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B150A-4635-4A58-E4F2-33995C26F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E4270D-0640-414E-9F20-80A678B92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3FB0C-3BCE-0199-5B8A-B267DDD62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5280E-467C-3DE2-D774-8C24DDD78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7A990-4F09-272A-83A1-8437482A8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C8B95-669A-D074-47C2-314CF3EB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5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33DF8-0B6B-0CBB-C6D3-F0D65582C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26AB5C-EC05-C3DD-5E0C-13129FEA0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D8277-7E1B-2D83-4077-CA4C3E32A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C8D42-2873-B322-FBD5-63ED4555C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5D794-61E2-21E8-F6C1-D80A058AB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1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1982F-2529-C0CF-7007-B4B5EEE762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8A1162-354F-36D6-25DF-A3132B774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7643B-A829-7A23-4D85-C17125CE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77C8B-3F79-D750-9705-C1803DA0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F77BE-2C3A-9DCF-DE6B-A34CDB047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4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3BBC41-2C58-B2D9-58F7-924A0A73A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FFDFF4-D987-92B5-BE80-A7088A3BE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24ADC-CE78-74F3-2AF2-F3823EF0D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CF8E89-6304-451C-B8C4-46AED980747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072C1-64F3-5AAF-E770-FBDBFC88DE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B38BD-07B2-AE76-8E46-F7D2A929A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EC81D-B0A1-4244-B6F6-C3FAEB9C3B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4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3D748AB-9D46-F233-C4FC-FE716D9069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629139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1020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2026-09-06T08:14:20Z</dcterms:created>
  <dcterms:modified xsi:type="dcterms:W3CDTF">2026-09-06T08:14:21Z</dcterms:modified>
</cp:coreProperties>
</file>