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18C207-B3FF-4CCF-82E0-C7014DF234E0}" type="doc">
      <dgm:prSet loTypeId="urn:microsoft.com/office/officeart/2008/layout/BendingPictureCaption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E38373F-40EB-4225-B29E-452080D8D181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8033D1AF-46CE-4C44-BB34-2B07C18F2DB1}" type="parTrans" cxnId="{6037955D-2114-48EC-83AD-5282FB1A1B72}">
      <dgm:prSet/>
      <dgm:spPr/>
    </dgm:pt>
    <dgm:pt modelId="{FA36E01D-F594-4FEE-BA97-90E5A60EC6DE}" type="sibTrans" cxnId="{6037955D-2114-48EC-83AD-5282FB1A1B72}">
      <dgm:prSet/>
      <dgm:spPr/>
    </dgm:pt>
    <dgm:pt modelId="{4ABD4A3D-EEAD-4259-8AF4-8DE67CD14FC0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2C1C0199-997E-488B-A746-D0C98452CFC6}" type="parTrans" cxnId="{686A41ED-6C4B-44D3-9432-7820509EFACE}">
      <dgm:prSet/>
      <dgm:spPr/>
    </dgm:pt>
    <dgm:pt modelId="{5411AC6F-48CF-42AD-AFB4-890E8E22E82C}" type="sibTrans" cxnId="{686A41ED-6C4B-44D3-9432-7820509EFACE}">
      <dgm:prSet/>
      <dgm:spPr/>
    </dgm:pt>
    <dgm:pt modelId="{127AB5B3-910E-48EB-8A47-F7F5784247A1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1CAA11A8-1F70-40B5-BE81-47B9D4E34D2D}" type="parTrans" cxnId="{770FAADB-4692-486D-A947-9AA601DFB6A0}">
      <dgm:prSet/>
      <dgm:spPr/>
    </dgm:pt>
    <dgm:pt modelId="{0A6D9F8C-E216-4303-A755-81278F1B26CD}" type="sibTrans" cxnId="{770FAADB-4692-486D-A947-9AA601DFB6A0}">
      <dgm:prSet/>
      <dgm:spPr/>
    </dgm:pt>
    <dgm:pt modelId="{9B340BEA-FEC3-49A8-B9F1-F2F47D00DD80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AE2CC9BE-4215-4089-B388-C3D9071CF92F}" type="parTrans" cxnId="{0F8A52DF-D11F-43F0-AE8D-168AAD031416}">
      <dgm:prSet/>
      <dgm:spPr/>
    </dgm:pt>
    <dgm:pt modelId="{4C37587F-BE91-4820-B4C2-C713986D9B82}" type="sibTrans" cxnId="{0F8A52DF-D11F-43F0-AE8D-168AAD031416}">
      <dgm:prSet/>
      <dgm:spPr/>
    </dgm:pt>
    <dgm:pt modelId="{80DA9CE2-0B10-412F-AB15-B80CBB32225F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718A3202-9761-45C1-A91F-7D5D137C169C}" type="parTrans" cxnId="{D513D5E1-1C85-47A8-BED8-5C3B43105DBF}">
      <dgm:prSet/>
      <dgm:spPr/>
    </dgm:pt>
    <dgm:pt modelId="{1EDC377C-A188-446C-B24A-7DDD33416726}" type="sibTrans" cxnId="{D513D5E1-1C85-47A8-BED8-5C3B43105DBF}">
      <dgm:prSet/>
      <dgm:spPr/>
    </dgm:pt>
    <dgm:pt modelId="{5D48FC0F-6DF2-406A-A55D-EB91F0595314}" type="pres">
      <dgm:prSet presAssocID="{CD18C207-B3FF-4CCF-82E0-C7014DF234E0}" presName="diagram" presStyleCnt="0">
        <dgm:presLayoutVars>
          <dgm:dir/>
        </dgm:presLayoutVars>
      </dgm:prSet>
      <dgm:spPr/>
    </dgm:pt>
    <dgm:pt modelId="{B3EAC135-34A1-4561-AE18-673A6ED275FF}" type="pres">
      <dgm:prSet presAssocID="{EE38373F-40EB-4225-B29E-452080D8D181}" presName="composite" presStyleCnt="0"/>
      <dgm:spPr/>
    </dgm:pt>
    <dgm:pt modelId="{CA7A8CAA-1B50-4D56-94B0-8C6EA2CB7361}" type="pres">
      <dgm:prSet presAssocID="{EE38373F-40EB-4225-B29E-452080D8D181}" presName="Image" presStyleLbl="bgShp" presStyleIdx="0" presStyleCnt="3"/>
      <dgm:spPr/>
    </dgm:pt>
    <dgm:pt modelId="{85D42656-DFC1-407F-BD58-88300DF849AB}" type="pres">
      <dgm:prSet presAssocID="{EE38373F-40EB-4225-B29E-452080D8D181}" presName="Parent" presStyleLbl="node0" presStyleIdx="0" presStyleCnt="3">
        <dgm:presLayoutVars>
          <dgm:bulletEnabled val="1"/>
        </dgm:presLayoutVars>
      </dgm:prSet>
      <dgm:spPr/>
    </dgm:pt>
    <dgm:pt modelId="{D71BB352-9C0E-4066-BCAB-3EFBCAA01842}" type="pres">
      <dgm:prSet presAssocID="{FA36E01D-F594-4FEE-BA97-90E5A60EC6DE}" presName="sibTrans" presStyleCnt="0"/>
      <dgm:spPr/>
    </dgm:pt>
    <dgm:pt modelId="{34A4990F-D4B8-4418-9B50-EDDAEC75436A}" type="pres">
      <dgm:prSet presAssocID="{127AB5B3-910E-48EB-8A47-F7F5784247A1}" presName="composite" presStyleCnt="0"/>
      <dgm:spPr/>
    </dgm:pt>
    <dgm:pt modelId="{D49B81A9-7A3E-48F4-90E7-8428B12F8426}" type="pres">
      <dgm:prSet presAssocID="{127AB5B3-910E-48EB-8A47-F7F5784247A1}" presName="Image" presStyleLbl="bgShp" presStyleIdx="1" presStyleCnt="3"/>
      <dgm:spPr/>
    </dgm:pt>
    <dgm:pt modelId="{23F44BEA-A19F-46DF-800F-F651B93E4C90}" type="pres">
      <dgm:prSet presAssocID="{127AB5B3-910E-48EB-8A47-F7F5784247A1}" presName="Parent" presStyleLbl="node0" presStyleIdx="1" presStyleCnt="3">
        <dgm:presLayoutVars>
          <dgm:bulletEnabled val="1"/>
        </dgm:presLayoutVars>
      </dgm:prSet>
      <dgm:spPr/>
    </dgm:pt>
    <dgm:pt modelId="{4619F1E6-CA75-456D-A1D8-55D0119A5348}" type="pres">
      <dgm:prSet presAssocID="{0A6D9F8C-E216-4303-A755-81278F1B26CD}" presName="sibTrans" presStyleCnt="0"/>
      <dgm:spPr/>
    </dgm:pt>
    <dgm:pt modelId="{BD98CF5F-B30F-4349-9710-8C6624A4A8C3}" type="pres">
      <dgm:prSet presAssocID="{9B340BEA-FEC3-49A8-B9F1-F2F47D00DD80}" presName="composite" presStyleCnt="0"/>
      <dgm:spPr/>
    </dgm:pt>
    <dgm:pt modelId="{C2EFCD2B-AAF4-4550-B4B9-7C6D9F0BCADD}" type="pres">
      <dgm:prSet presAssocID="{9B340BEA-FEC3-49A8-B9F1-F2F47D00DD80}" presName="Image" presStyleLbl="bgShp" presStyleIdx="2" presStyleCnt="3"/>
      <dgm:spPr/>
    </dgm:pt>
    <dgm:pt modelId="{0067CD13-D5EE-479C-8FFB-B0314F9D1C61}" type="pres">
      <dgm:prSet presAssocID="{9B340BEA-FEC3-49A8-B9F1-F2F47D00DD80}" presName="Parent" presStyleLbl="node0" presStyleIdx="2" presStyleCnt="3">
        <dgm:presLayoutVars>
          <dgm:bulletEnabled val="1"/>
        </dgm:presLayoutVars>
      </dgm:prSet>
      <dgm:spPr/>
    </dgm:pt>
  </dgm:ptLst>
  <dgm:cxnLst>
    <dgm:cxn modelId="{3680AF0A-B91D-4C79-B7A6-B6283A2EDDC6}" type="presOf" srcId="{9B340BEA-FEC3-49A8-B9F1-F2F47D00DD80}" destId="{0067CD13-D5EE-479C-8FFB-B0314F9D1C61}" srcOrd="0" destOrd="0" presId="urn:microsoft.com/office/officeart/2008/layout/BendingPictureCaption"/>
    <dgm:cxn modelId="{6037955D-2114-48EC-83AD-5282FB1A1B72}" srcId="{CD18C207-B3FF-4CCF-82E0-C7014DF234E0}" destId="{EE38373F-40EB-4225-B29E-452080D8D181}" srcOrd="0" destOrd="0" parTransId="{8033D1AF-46CE-4C44-BB34-2B07C18F2DB1}" sibTransId="{FA36E01D-F594-4FEE-BA97-90E5A60EC6DE}"/>
    <dgm:cxn modelId="{62849450-318D-4C38-84E7-BA313F43134B}" type="presOf" srcId="{EE38373F-40EB-4225-B29E-452080D8D181}" destId="{85D42656-DFC1-407F-BD58-88300DF849AB}" srcOrd="0" destOrd="0" presId="urn:microsoft.com/office/officeart/2008/layout/BendingPictureCaption"/>
    <dgm:cxn modelId="{9D06C375-F1A6-47D8-8A19-14EE78F82B22}" type="presOf" srcId="{80DA9CE2-0B10-412F-AB15-B80CBB32225F}" destId="{0067CD13-D5EE-479C-8FFB-B0314F9D1C61}" srcOrd="0" destOrd="1" presId="urn:microsoft.com/office/officeart/2008/layout/BendingPictureCaption"/>
    <dgm:cxn modelId="{70E27C84-8BEA-46FC-B6E0-5D2618AE9646}" type="presOf" srcId="{127AB5B3-910E-48EB-8A47-F7F5784247A1}" destId="{23F44BEA-A19F-46DF-800F-F651B93E4C90}" srcOrd="0" destOrd="0" presId="urn:microsoft.com/office/officeart/2008/layout/BendingPictureCaption"/>
    <dgm:cxn modelId="{B6A6F5D7-9F7B-45D3-84B1-35CECB6EF891}" type="presOf" srcId="{4ABD4A3D-EEAD-4259-8AF4-8DE67CD14FC0}" destId="{85D42656-DFC1-407F-BD58-88300DF849AB}" srcOrd="0" destOrd="1" presId="urn:microsoft.com/office/officeart/2008/layout/BendingPictureCaption"/>
    <dgm:cxn modelId="{770FAADB-4692-486D-A947-9AA601DFB6A0}" srcId="{CD18C207-B3FF-4CCF-82E0-C7014DF234E0}" destId="{127AB5B3-910E-48EB-8A47-F7F5784247A1}" srcOrd="1" destOrd="0" parTransId="{1CAA11A8-1F70-40B5-BE81-47B9D4E34D2D}" sibTransId="{0A6D9F8C-E216-4303-A755-81278F1B26CD}"/>
    <dgm:cxn modelId="{0F8A52DF-D11F-43F0-AE8D-168AAD031416}" srcId="{CD18C207-B3FF-4CCF-82E0-C7014DF234E0}" destId="{9B340BEA-FEC3-49A8-B9F1-F2F47D00DD80}" srcOrd="2" destOrd="0" parTransId="{AE2CC9BE-4215-4089-B388-C3D9071CF92F}" sibTransId="{4C37587F-BE91-4820-B4C2-C713986D9B82}"/>
    <dgm:cxn modelId="{8DAEB9DF-969F-4C5F-BF71-D51C12F4380F}" type="presOf" srcId="{CD18C207-B3FF-4CCF-82E0-C7014DF234E0}" destId="{5D48FC0F-6DF2-406A-A55D-EB91F0595314}" srcOrd="0" destOrd="0" presId="urn:microsoft.com/office/officeart/2008/layout/BendingPictureCaption"/>
    <dgm:cxn modelId="{D513D5E1-1C85-47A8-BED8-5C3B43105DBF}" srcId="{9B340BEA-FEC3-49A8-B9F1-F2F47D00DD80}" destId="{80DA9CE2-0B10-412F-AB15-B80CBB32225F}" srcOrd="0" destOrd="0" parTransId="{718A3202-9761-45C1-A91F-7D5D137C169C}" sibTransId="{1EDC377C-A188-446C-B24A-7DDD33416726}"/>
    <dgm:cxn modelId="{686A41ED-6C4B-44D3-9432-7820509EFACE}" srcId="{EE38373F-40EB-4225-B29E-452080D8D181}" destId="{4ABD4A3D-EEAD-4259-8AF4-8DE67CD14FC0}" srcOrd="0" destOrd="0" parTransId="{2C1C0199-997E-488B-A746-D0C98452CFC6}" sibTransId="{5411AC6F-48CF-42AD-AFB4-890E8E22E82C}"/>
    <dgm:cxn modelId="{5B6FFC9F-C39B-40C5-A802-1793A3379685}" type="presParOf" srcId="{5D48FC0F-6DF2-406A-A55D-EB91F0595314}" destId="{B3EAC135-34A1-4561-AE18-673A6ED275FF}" srcOrd="0" destOrd="0" presId="urn:microsoft.com/office/officeart/2008/layout/BendingPictureCaption"/>
    <dgm:cxn modelId="{07978680-1E29-4F81-A227-9F71142B7DC0}" type="presParOf" srcId="{B3EAC135-34A1-4561-AE18-673A6ED275FF}" destId="{CA7A8CAA-1B50-4D56-94B0-8C6EA2CB7361}" srcOrd="0" destOrd="0" presId="urn:microsoft.com/office/officeart/2008/layout/BendingPictureCaption"/>
    <dgm:cxn modelId="{0B76A08F-2A76-4694-B77C-CC82BEA41FC8}" type="presParOf" srcId="{B3EAC135-34A1-4561-AE18-673A6ED275FF}" destId="{85D42656-DFC1-407F-BD58-88300DF849AB}" srcOrd="1" destOrd="0" presId="urn:microsoft.com/office/officeart/2008/layout/BendingPictureCaption"/>
    <dgm:cxn modelId="{C25A194E-A888-45DB-B77B-950C3E883FA9}" type="presParOf" srcId="{5D48FC0F-6DF2-406A-A55D-EB91F0595314}" destId="{D71BB352-9C0E-4066-BCAB-3EFBCAA01842}" srcOrd="1" destOrd="0" presId="urn:microsoft.com/office/officeart/2008/layout/BendingPictureCaption"/>
    <dgm:cxn modelId="{E93685C8-1E6F-43C4-9303-680274AD4C1A}" type="presParOf" srcId="{5D48FC0F-6DF2-406A-A55D-EB91F0595314}" destId="{34A4990F-D4B8-4418-9B50-EDDAEC75436A}" srcOrd="2" destOrd="0" presId="urn:microsoft.com/office/officeart/2008/layout/BendingPictureCaption"/>
    <dgm:cxn modelId="{797B0713-C9BB-42E1-8CF7-BBBC79A49E93}" type="presParOf" srcId="{34A4990F-D4B8-4418-9B50-EDDAEC75436A}" destId="{D49B81A9-7A3E-48F4-90E7-8428B12F8426}" srcOrd="0" destOrd="0" presId="urn:microsoft.com/office/officeart/2008/layout/BendingPictureCaption"/>
    <dgm:cxn modelId="{B8CF82AE-2599-452A-AF72-EBADF3849DF5}" type="presParOf" srcId="{34A4990F-D4B8-4418-9B50-EDDAEC75436A}" destId="{23F44BEA-A19F-46DF-800F-F651B93E4C90}" srcOrd="1" destOrd="0" presId="urn:microsoft.com/office/officeart/2008/layout/BendingPictureCaption"/>
    <dgm:cxn modelId="{DF75AD1A-B385-4F53-A503-265C426047FA}" type="presParOf" srcId="{5D48FC0F-6DF2-406A-A55D-EB91F0595314}" destId="{4619F1E6-CA75-456D-A1D8-55D0119A5348}" srcOrd="3" destOrd="0" presId="urn:microsoft.com/office/officeart/2008/layout/BendingPictureCaption"/>
    <dgm:cxn modelId="{1CF60E18-19D1-46A3-831C-98288625DA1A}" type="presParOf" srcId="{5D48FC0F-6DF2-406A-A55D-EB91F0595314}" destId="{BD98CF5F-B30F-4349-9710-8C6624A4A8C3}" srcOrd="4" destOrd="0" presId="urn:microsoft.com/office/officeart/2008/layout/BendingPictureCaption"/>
    <dgm:cxn modelId="{54FD66DA-6C0D-4054-B55D-178EC46C431B}" type="presParOf" srcId="{BD98CF5F-B30F-4349-9710-8C6624A4A8C3}" destId="{C2EFCD2B-AAF4-4550-B4B9-7C6D9F0BCADD}" srcOrd="0" destOrd="0" presId="urn:microsoft.com/office/officeart/2008/layout/BendingPictureCaption"/>
    <dgm:cxn modelId="{7D297917-AD8A-4E49-AF69-C628A72750CA}" type="presParOf" srcId="{BD98CF5F-B30F-4349-9710-8C6624A4A8C3}" destId="{0067CD13-D5EE-479C-8FFB-B0314F9D1C61}" srcOrd="1" destOrd="0" presId="urn:microsoft.com/office/officeart/2008/layout/BendingPictureCapti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7A8CAA-1B50-4D56-94B0-8C6EA2CB7361}">
      <dsp:nvSpPr>
        <dsp:cNvPr id="0" name=""/>
        <dsp:cNvSpPr/>
      </dsp:nvSpPr>
      <dsp:spPr>
        <a:xfrm>
          <a:off x="859448" y="37136"/>
          <a:ext cx="2892563" cy="2137593"/>
        </a:xfrm>
        <a:prstGeom prst="rect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D42656-DFC1-407F-BD58-88300DF849AB}">
      <dsp:nvSpPr>
        <dsp:cNvPr id="0" name=""/>
        <dsp:cNvSpPr/>
      </dsp:nvSpPr>
      <dsp:spPr>
        <a:xfrm>
          <a:off x="1444115" y="1787144"/>
          <a:ext cx="2492528" cy="5989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36195" rIns="36195" bIns="3619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5000"/>
            </a:spcAft>
            <a:buNone/>
          </a:pPr>
          <a:r>
            <a:rPr lang="en-US" sz="1900" kern="1200"/>
            <a:t>Node One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Node Two has a longer label</a:t>
          </a:r>
        </a:p>
      </dsp:txBody>
      <dsp:txXfrm>
        <a:off x="1444115" y="1787144"/>
        <a:ext cx="2492528" cy="598995"/>
      </dsp:txXfrm>
    </dsp:sp>
    <dsp:sp modelId="{D49B81A9-7A3E-48F4-90E7-8428B12F8426}">
      <dsp:nvSpPr>
        <dsp:cNvPr id="0" name=""/>
        <dsp:cNvSpPr/>
      </dsp:nvSpPr>
      <dsp:spPr>
        <a:xfrm>
          <a:off x="4318356" y="37136"/>
          <a:ext cx="2892563" cy="2137593"/>
        </a:xfrm>
        <a:prstGeom prst="rect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F44BEA-A19F-46DF-800F-F651B93E4C90}">
      <dsp:nvSpPr>
        <dsp:cNvPr id="0" name=""/>
        <dsp:cNvSpPr/>
      </dsp:nvSpPr>
      <dsp:spPr>
        <a:xfrm>
          <a:off x="4903023" y="1787144"/>
          <a:ext cx="2492528" cy="5989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36195" rIns="36195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5000"/>
            </a:spcAft>
            <a:buNone/>
          </a:pPr>
          <a:r>
            <a:rPr lang="en-US" sz="1900" kern="1200"/>
            <a:t>Node Three</a:t>
          </a:r>
        </a:p>
      </dsp:txBody>
      <dsp:txXfrm>
        <a:off x="4903023" y="1787144"/>
        <a:ext cx="2492528" cy="598995"/>
      </dsp:txXfrm>
    </dsp:sp>
    <dsp:sp modelId="{C2EFCD2B-AAF4-4550-B4B9-7C6D9F0BCADD}">
      <dsp:nvSpPr>
        <dsp:cNvPr id="0" name=""/>
        <dsp:cNvSpPr/>
      </dsp:nvSpPr>
      <dsp:spPr>
        <a:xfrm>
          <a:off x="2588902" y="2693859"/>
          <a:ext cx="2892563" cy="2137593"/>
        </a:xfrm>
        <a:prstGeom prst="rect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67CD13-D5EE-479C-8FFB-B0314F9D1C61}">
      <dsp:nvSpPr>
        <dsp:cNvPr id="0" name=""/>
        <dsp:cNvSpPr/>
      </dsp:nvSpPr>
      <dsp:spPr>
        <a:xfrm>
          <a:off x="3173569" y="4443867"/>
          <a:ext cx="2492528" cy="5989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36195" rIns="36195" bIns="3619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5000"/>
            </a:spcAft>
            <a:buNone/>
          </a:pPr>
          <a:r>
            <a:rPr lang="en-US" sz="1900" kern="1200"/>
            <a:t>Node Four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Node Five</a:t>
          </a:r>
        </a:p>
      </dsp:txBody>
      <dsp:txXfrm>
        <a:off x="3173569" y="4443867"/>
        <a:ext cx="2492528" cy="5989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BendingPictureCaption">
  <dgm:title val=""/>
  <dgm:desc val=""/>
  <dgm:catLst>
    <dgm:cat type="picture" pri="6000"/>
    <dgm:cat type="pictureconvert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7" srcId="0" destId="1" srcOrd="0" destOrd="0"/>
        <dgm:cxn modelId="8" srcId="0" destId="2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diagram">
    <dgm:varLst>
      <dgm:dir/>
    </dgm:varLst>
    <dgm:choose name="Name0">
      <dgm:if name="Name1" func="var" arg="dir" op="equ" val="norm">
        <dgm:alg type="snake">
          <dgm:param type="off" val="ctr"/>
        </dgm:alg>
      </dgm:if>
      <dgm:else name="Name2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3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Image" refType="w" fact="0"/>
              <dgm:constr type="t" for="ch" forName="Image" refType="h" fact="0"/>
              <dgm:constr type="w" for="ch" forName="Image" refType="w" fact="0.94"/>
              <dgm:constr type="h" for="ch" forName="Image" refType="h" fact="0.91"/>
              <dgm:constr type="l" for="ch" forName="Parent" refType="w" fact="0.19"/>
              <dgm:constr type="t" for="ch" forName="Parent" refType="h" fact="0.745"/>
              <dgm:constr type="w" for="ch" forName="Parent" refType="w" fact="0.81"/>
              <dgm:constr type="h" for="ch" forName="Parent" refType="h" fact="0.255"/>
            </dgm:constrLst>
          </dgm:if>
          <dgm:else name="Name5">
            <dgm:constrLst>
              <dgm:constr type="l" for="ch" forName="Image" refType="w" fact="0.06"/>
              <dgm:constr type="t" for="ch" forName="Image" refType="h" fact="0"/>
              <dgm:constr type="w" for="ch" forName="Image" refType="w" fact="0.94"/>
              <dgm:constr type="h" for="ch" forName="Image" refType="h" fact="0.91"/>
              <dgm:constr type="l" for="ch" forName="Parent" refType="w" fact="0"/>
              <dgm:constr type="t" for="ch" forName="Parent" refType="h" fact="0.745"/>
              <dgm:constr type="w" for="ch" forName="Parent" refType="w" fact="0.81"/>
              <dgm:constr type="h" for="ch" forName="Parent" refType="h" fact="0.255"/>
            </dgm:constrLst>
          </dgm:else>
        </dgm:choose>
        <dgm:layoutNode name="Image" styleLbl="bgShp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Parent" styleLbl="node0">
          <dgm:varLst>
            <dgm:bulletEnabled val="1"/>
          </dgm:varLst>
          <dgm:alg type="tx">
            <dgm:param type="txAnchorVertCh" val="mid"/>
            <dgm:param type="shpTxRTLAlignCh" val="r"/>
            <dgm:param type="lnSpAfParP" val="5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12CFE-3E61-06DE-56FD-497800AFBC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8F4785-06DA-F597-2470-1C4B5FFDD5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12B52-02F2-85D6-2923-B5032E5DF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7A111-23A1-42AB-90F3-93833FD319A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A18E7-D7A5-837C-C204-2153B0F13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65F85-70AF-7D94-C9C7-4F9892E05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FD638-47CE-42EA-9285-28C6A18F9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079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9323B-663C-FB21-C22B-6E4F79BE5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10308-E97D-5EA8-7940-41B07CD56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7FCF57-3FEB-C22B-50FC-35832B1FD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7A111-23A1-42AB-90F3-93833FD319A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8DC93-0D6A-6702-6E51-02E8B0C0A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1B58A-2315-D88C-71C7-E1B1855C2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FD638-47CE-42EA-9285-28C6A18F9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100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A27B9-A8A9-194B-38A5-2743027DC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859B8-A7BE-A2DA-F67C-4318E2C51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48747-CFF2-559D-9C6C-2E080EFE1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7A111-23A1-42AB-90F3-93833FD319A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91550-5CEB-1DCA-830C-25F2EAE88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E7C6A-331E-7189-1C12-48A6C8A7F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FD638-47CE-42EA-9285-28C6A18F9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429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2DC3E-9C42-424A-4A7D-A3F5C8445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DFFF4-A5C7-D272-F80C-5D30293F59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02BD5-CB9E-7199-D09F-075003731C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10ED28-26FD-158A-7827-E8CCEC2F8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7A111-23A1-42AB-90F3-93833FD319A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BD4527-F82A-F203-41D0-98FCF9439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98001-B723-740F-D3A0-A90203F3E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FD638-47CE-42EA-9285-28C6A18F9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805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898AA-FD6D-47B9-7DBD-50D9AD5BA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4189E-A3DB-A4ED-79A1-CD14A438C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1179A0-5DF5-9DC2-B416-D2F94A318C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EEB2A8-62DE-D4A2-60A0-33BB157665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407B44-76F0-DFD1-6447-6A2645599A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898FF1-E329-867B-2F40-26FB53D22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7A111-23A1-42AB-90F3-93833FD319A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C9C0BC-E190-622E-8D2F-1B980F1CC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A959CD-8B9C-452F-1066-DFFA7FEAA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FD638-47CE-42EA-9285-28C6A18F9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688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910DC-0B98-B47B-9CFC-D6F627779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893E0F-3D52-AD2A-A560-C4D13A21A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7A111-23A1-42AB-90F3-93833FD319A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30414E-C454-81BC-A4A1-5AE86884C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5D7FE3-F2F8-E635-DB2A-0EA225A59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FD638-47CE-42EA-9285-28C6A18F9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920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3C7196-5931-34AB-47EC-58485B67F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7A111-23A1-42AB-90F3-93833FD319A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E0DD3D-8B22-2279-69F0-0094DB208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A1553-9E83-2CCC-B3A9-84A79C995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FD638-47CE-42EA-9285-28C6A18F9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49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95EDA-0793-52FD-1D6C-2F390036E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D0AD3-31FC-683F-E4A2-465101F17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5CF77-A779-70DB-EAEC-6432A2D595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7B76FB-AC88-4816-2E6A-6C9ACDADE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7A111-23A1-42AB-90F3-93833FD319A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C128E5-1A15-549F-C77F-D5D568DD6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91407D-9C9D-DC11-5989-A4C4CE78F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FD638-47CE-42EA-9285-28C6A18F9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149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ED074-3AD8-0BD1-1B95-DCCACB7A3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4DC554-2334-7EDC-3AF0-902BD7099C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628496-4F8E-D9F2-809F-8B2D32DACB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99CCF5-389A-0133-3921-6E3532FFE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7A111-23A1-42AB-90F3-93833FD319A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ADF0A1-66E3-3BF5-E487-48063E210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9830E-3F66-D394-7A34-D4E343C1B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FD638-47CE-42EA-9285-28C6A18F9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419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0FE0A-DD40-D158-299C-4E0BD1C1E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AB22D2-24BC-6B5C-2BC2-9372E34162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418FD-1470-997B-9AAB-CDB2613DF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7A111-23A1-42AB-90F3-93833FD319A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64A87-3795-7A46-F28D-53702E205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4F3E8-DFAF-0F57-26C2-84D645A75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FD638-47CE-42EA-9285-28C6A18F9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482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34DE08-69EC-A245-45AB-C47FF29977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F9E4C-95C5-D02A-1F25-D11F47280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3B42F-DCE2-C003-A4BD-B4BA3E70A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7A111-23A1-42AB-90F3-93833FD319A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C7FFC-E3EE-5234-DDF1-655F29348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578DF-9FF2-9CB8-4962-1E9EB095F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FD638-47CE-42EA-9285-28C6A18F9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35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CD70C8-75D2-4ED3-FB03-A70DC6172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8CCE8E-D730-BF9F-4B10-9E4452A9C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C1D80-6F69-8E0E-2273-3AE01CD329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17A111-23A1-42AB-90F3-93833FD319A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22794-851B-EA0A-7E80-6577BC9322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5D4BC-02E6-8F50-9D6B-D519DE3307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BFD638-47CE-42EA-9285-28C6A18F9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658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18AC403-F06B-192A-15D4-AE3584541C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0259322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87991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2026-09-06T08:14:58Z</dcterms:created>
  <dcterms:modified xsi:type="dcterms:W3CDTF">2026-09-06T08:14:59Z</dcterms:modified>
</cp:coreProperties>
</file>