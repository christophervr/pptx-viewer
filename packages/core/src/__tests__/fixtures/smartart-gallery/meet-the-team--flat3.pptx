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37D7BF-0B5A-4CAB-9967-3F3BBEEF893F}" type="doc">
      <dgm:prSet loTypeId="urn:microsoft.com/office/officeart/2024/layout/MeetTheTeam" loCatId="meettheteam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0020DC-AFA3-4E40-922B-DEF8BB824DB5}">
      <dgm:prSet phldrT="Name"/>
      <dgm:spPr/>
      <dgm:t>
        <a:bodyPr/>
        <a:lstStyle/>
        <a:p>
          <a:pPr>
            <a:defRPr b="1"/>
          </a:pPr>
          <a:r>
            <a:rPr lang="en-US"/>
            <a:t>Alpha</a:t>
          </a:r>
        </a:p>
      </dgm:t>
    </dgm:pt>
    <dgm:pt modelId="{A362481B-419C-44CE-85FC-93D8840C106F}" type="parTrans" cxnId="{C62FCC2A-5F66-4EA1-827C-5A76DFCC8E04}">
      <dgm:prSet/>
      <dgm:spPr/>
    </dgm:pt>
    <dgm:pt modelId="{4B39E6D6-B698-445F-A6FA-CBBA96C55FD5}" type="sibTrans" cxnId="{C62FCC2A-5F66-4EA1-827C-5A76DFCC8E04}">
      <dgm:prSet/>
      <dgm:spPr/>
    </dgm:pt>
    <dgm:pt modelId="{8BCD279A-C155-4C45-996E-651183E2C609}">
      <dgm:prSet phldrT="Role" phldr="1"/>
      <dgm:spPr/>
      <dgm:t>
        <a:bodyPr/>
        <a:lstStyle/>
        <a:p>
          <a:endParaRPr lang="en-US"/>
        </a:p>
      </dgm:t>
    </dgm:pt>
    <dgm:pt modelId="{6BD91511-E3D5-4727-A194-7727D75B99B0}" type="parTrans" cxnId="{87B0A57A-0710-43A2-9FF9-D71F64D71ECB}">
      <dgm:prSet/>
      <dgm:spPr/>
    </dgm:pt>
    <dgm:pt modelId="{70117582-C797-4169-AA83-FF6236499033}" type="sibTrans" cxnId="{87B0A57A-0710-43A2-9FF9-D71F64D71ECB}">
      <dgm:prSet/>
      <dgm:spPr/>
    </dgm:pt>
    <dgm:pt modelId="{A11A5CAA-8D08-44E6-B0B6-C92ADBAEDBDF}">
      <dgm:prSet phldrT="Name"/>
      <dgm:spPr/>
      <dgm:t>
        <a:bodyPr/>
        <a:lstStyle/>
        <a:p>
          <a:pPr>
            <a:defRPr b="1"/>
          </a:pPr>
          <a:r>
            <a:rPr lang="en-US"/>
            <a:t>Beta has a noticeably longer label than the others</a:t>
          </a:r>
        </a:p>
      </dgm:t>
    </dgm:pt>
    <dgm:pt modelId="{F46F14E0-4FFD-4AEB-8405-B664B2542490}" type="parTrans" cxnId="{D24F3D1D-4D7D-40C7-88F7-63B7B7B37F42}">
      <dgm:prSet/>
      <dgm:spPr/>
    </dgm:pt>
    <dgm:pt modelId="{99CB6331-B924-4581-BD2F-D404B1CDD64B}" type="sibTrans" cxnId="{D24F3D1D-4D7D-40C7-88F7-63B7B7B37F42}">
      <dgm:prSet/>
      <dgm:spPr/>
    </dgm:pt>
    <dgm:pt modelId="{E0301116-4D25-4820-81DA-350D641B9414}">
      <dgm:prSet phldrT="Role" phldr="1"/>
      <dgm:spPr/>
      <dgm:t>
        <a:bodyPr/>
        <a:lstStyle/>
        <a:p>
          <a:endParaRPr lang="en-US"/>
        </a:p>
      </dgm:t>
    </dgm:pt>
    <dgm:pt modelId="{B0390841-DE28-429B-8656-AA3C1DA7580D}" type="parTrans" cxnId="{CEBB8652-982F-4224-B1FB-419752E2B4D4}">
      <dgm:prSet/>
      <dgm:spPr/>
    </dgm:pt>
    <dgm:pt modelId="{360AEDFA-18C5-4783-B38A-07D202536F08}" type="sibTrans" cxnId="{CEBB8652-982F-4224-B1FB-419752E2B4D4}">
      <dgm:prSet/>
      <dgm:spPr/>
    </dgm:pt>
    <dgm:pt modelId="{3D182872-E794-480E-A312-3E017CA60D91}">
      <dgm:prSet phldrT="Name"/>
      <dgm:spPr/>
      <dgm:t>
        <a:bodyPr/>
        <a:lstStyle/>
        <a:p>
          <a:pPr>
            <a:defRPr b="1"/>
          </a:pPr>
          <a:r>
            <a:rPr lang="en-US"/>
            <a:t>Gamma</a:t>
          </a:r>
        </a:p>
      </dgm:t>
    </dgm:pt>
    <dgm:pt modelId="{08C52687-D38E-4B4D-B29C-3A978C7F7679}" type="parTrans" cxnId="{01E680B9-9D84-495E-A4B9-9A8AC8A2AFD4}">
      <dgm:prSet/>
      <dgm:spPr/>
    </dgm:pt>
    <dgm:pt modelId="{7B5A579D-1C25-4A4D-9B9B-8FEEF2B3E65C}" type="sibTrans" cxnId="{01E680B9-9D84-495E-A4B9-9A8AC8A2AFD4}">
      <dgm:prSet/>
      <dgm:spPr/>
    </dgm:pt>
    <dgm:pt modelId="{8D24B481-B2B6-4AB8-A6F0-288BAA23BC20}">
      <dgm:prSet phldrT="Role" phldr="1"/>
      <dgm:spPr/>
      <dgm:t>
        <a:bodyPr/>
        <a:lstStyle/>
        <a:p>
          <a:endParaRPr lang="en-US"/>
        </a:p>
      </dgm:t>
    </dgm:pt>
    <dgm:pt modelId="{BBDADDE8-8DC4-4C0A-B092-808DFAEE664C}" type="parTrans" cxnId="{01C93BF4-48D7-44B4-A030-ACAF5485D017}">
      <dgm:prSet/>
      <dgm:spPr/>
    </dgm:pt>
    <dgm:pt modelId="{51CDD3A0-C650-4125-9275-7079AB6C05B3}" type="sibTrans" cxnId="{01C93BF4-48D7-44B4-A030-ACAF5485D017}">
      <dgm:prSet/>
      <dgm:spPr/>
    </dgm:pt>
    <dgm:pt modelId="{7A5FCA51-AB88-44A3-8A52-96F0B6CDB573}" type="pres">
      <dgm:prSet presAssocID="{7037D7BF-0B5A-4CAB-9967-3F3BBEEF893F}" presName="root" presStyleCnt="0">
        <dgm:presLayoutVars>
          <dgm:dir/>
          <dgm:resizeHandles val="exact"/>
        </dgm:presLayoutVars>
      </dgm:prSet>
      <dgm:spPr/>
    </dgm:pt>
    <dgm:pt modelId="{05781877-B9F3-4F21-B4F0-34F408F35AF8}" type="pres">
      <dgm:prSet presAssocID="{EF0020DC-AFA3-4E40-922B-DEF8BB824DB5}" presName="compNode" presStyleCnt="0"/>
      <dgm:spPr/>
    </dgm:pt>
    <dgm:pt modelId="{30B3EADF-FFE4-46D4-AD00-53BC282AA140}" type="pres">
      <dgm:prSet presAssocID="{EF0020DC-AFA3-4E40-922B-DEF8BB824DB5}" presName="photoCircle" presStyleLbl="fgImgPlace1" presStyleIdx="0" presStyleCnt="3"/>
      <dgm:spPr/>
    </dgm:pt>
    <dgm:pt modelId="{4243F141-D728-4E59-A19A-53A05A85CA35}" type="pres">
      <dgm:prSet presAssocID="{EF0020DC-AFA3-4E40-922B-DEF8BB824DB5}" presName="spacer" presStyleCnt="0"/>
      <dgm:spPr/>
    </dgm:pt>
    <dgm:pt modelId="{F15AE50E-3361-424E-83D2-9E42CC8451D6}" type="pres">
      <dgm:prSet presAssocID="{EF0020DC-AFA3-4E40-922B-DEF8BB824DB5}" presName="nameText" presStyleLbl="revTx" presStyleIdx="0" presStyleCnt="6">
        <dgm:presLayoutVars>
          <dgm:chMax val="1"/>
          <dgm:chPref val="1"/>
        </dgm:presLayoutVars>
      </dgm:prSet>
      <dgm:spPr/>
    </dgm:pt>
    <dgm:pt modelId="{B3778AB5-5843-4A0C-848F-06F59B139987}" type="pres">
      <dgm:prSet presAssocID="{EF0020DC-AFA3-4E40-922B-DEF8BB824DB5}" presName="roleText" presStyleLbl="revTx" presStyleIdx="1" presStyleCnt="6">
        <dgm:presLayoutVars>
          <dgm:chMax val="0"/>
        </dgm:presLayoutVars>
      </dgm:prSet>
      <dgm:spPr/>
    </dgm:pt>
    <dgm:pt modelId="{2B25FD89-545C-48CA-AEC5-6DA854D6E6FE}" type="pres">
      <dgm:prSet presAssocID="{4B39E6D6-B698-445F-A6FA-CBBA96C55FD5}" presName="sibTrans" presStyleCnt="0"/>
      <dgm:spPr/>
    </dgm:pt>
    <dgm:pt modelId="{A87AF927-ED81-43FD-A01F-87C2DD9548A7}" type="pres">
      <dgm:prSet presAssocID="{A11A5CAA-8D08-44E6-B0B6-C92ADBAEDBDF}" presName="compNode" presStyleCnt="0"/>
      <dgm:spPr/>
    </dgm:pt>
    <dgm:pt modelId="{76D8C66B-C42B-4352-8AC5-C1E0BD9B383D}" type="pres">
      <dgm:prSet presAssocID="{A11A5CAA-8D08-44E6-B0B6-C92ADBAEDBDF}" presName="photoCircle" presStyleLbl="fgImgPlace1" presStyleIdx="1" presStyleCnt="3"/>
      <dgm:spPr/>
    </dgm:pt>
    <dgm:pt modelId="{87DEC86A-1472-4533-A047-4EBE262DC4E2}" type="pres">
      <dgm:prSet presAssocID="{A11A5CAA-8D08-44E6-B0B6-C92ADBAEDBDF}" presName="spacer" presStyleCnt="0"/>
      <dgm:spPr/>
    </dgm:pt>
    <dgm:pt modelId="{18C252D2-2B51-45D3-AA44-D61C27ECDB58}" type="pres">
      <dgm:prSet presAssocID="{A11A5CAA-8D08-44E6-B0B6-C92ADBAEDBDF}" presName="nameText" presStyleLbl="revTx" presStyleIdx="2" presStyleCnt="6">
        <dgm:presLayoutVars>
          <dgm:chMax val="1"/>
          <dgm:chPref val="1"/>
        </dgm:presLayoutVars>
      </dgm:prSet>
      <dgm:spPr/>
    </dgm:pt>
    <dgm:pt modelId="{4C152706-96C5-4A13-A3CE-088776AE8D51}" type="pres">
      <dgm:prSet presAssocID="{A11A5CAA-8D08-44E6-B0B6-C92ADBAEDBDF}" presName="roleText" presStyleLbl="revTx" presStyleIdx="3" presStyleCnt="6">
        <dgm:presLayoutVars>
          <dgm:chMax val="0"/>
        </dgm:presLayoutVars>
      </dgm:prSet>
      <dgm:spPr/>
    </dgm:pt>
    <dgm:pt modelId="{845D7E21-6231-43D1-AC80-13785FEC215E}" type="pres">
      <dgm:prSet presAssocID="{99CB6331-B924-4581-BD2F-D404B1CDD64B}" presName="sibTrans" presStyleCnt="0"/>
      <dgm:spPr/>
    </dgm:pt>
    <dgm:pt modelId="{DAD09A8A-BD39-40BA-9AAE-898525BF2BED}" type="pres">
      <dgm:prSet presAssocID="{3D182872-E794-480E-A312-3E017CA60D91}" presName="compNode" presStyleCnt="0"/>
      <dgm:spPr/>
    </dgm:pt>
    <dgm:pt modelId="{B483FBC1-416E-4BA2-A3BD-37D6B1D9EBAF}" type="pres">
      <dgm:prSet presAssocID="{3D182872-E794-480E-A312-3E017CA60D91}" presName="photoCircle" presStyleLbl="fgImgPlace1" presStyleIdx="2" presStyleCnt="3"/>
      <dgm:spPr/>
    </dgm:pt>
    <dgm:pt modelId="{807D8660-D4CE-4406-A5A5-52C312B050C3}" type="pres">
      <dgm:prSet presAssocID="{3D182872-E794-480E-A312-3E017CA60D91}" presName="spacer" presStyleCnt="0"/>
      <dgm:spPr/>
    </dgm:pt>
    <dgm:pt modelId="{B227542E-D468-4A8E-AE72-00BBCA7B91C3}" type="pres">
      <dgm:prSet presAssocID="{3D182872-E794-480E-A312-3E017CA60D91}" presName="nameText" presStyleLbl="revTx" presStyleIdx="4" presStyleCnt="6">
        <dgm:presLayoutVars>
          <dgm:chMax val="1"/>
          <dgm:chPref val="1"/>
        </dgm:presLayoutVars>
      </dgm:prSet>
      <dgm:spPr/>
    </dgm:pt>
    <dgm:pt modelId="{3B9828BB-5BBA-4968-8DCD-3B3C5C79D4C2}" type="pres">
      <dgm:prSet presAssocID="{3D182872-E794-480E-A312-3E017CA60D91}" presName="roleText" presStyleLbl="revTx" presStyleIdx="5" presStyleCnt="6">
        <dgm:presLayoutVars>
          <dgm:chMax val="0"/>
        </dgm:presLayoutVars>
      </dgm:prSet>
      <dgm:spPr/>
    </dgm:pt>
  </dgm:ptLst>
  <dgm:cxnLst>
    <dgm:cxn modelId="{6BAE3509-FD41-42D8-987E-CD17C13A667C}" type="presOf" srcId="{E0301116-4D25-4820-81DA-350D641B9414}" destId="{4C152706-96C5-4A13-A3CE-088776AE8D51}" srcOrd="0" destOrd="0" presId="urn:microsoft.com/office/officeart/2024/layout/MeetTheTeam"/>
    <dgm:cxn modelId="{D24F3D1D-4D7D-40C7-88F7-63B7B7B37F42}" srcId="{7037D7BF-0B5A-4CAB-9967-3F3BBEEF893F}" destId="{A11A5CAA-8D08-44E6-B0B6-C92ADBAEDBDF}" srcOrd="1" destOrd="0" parTransId="{F46F14E0-4FFD-4AEB-8405-B664B2542490}" sibTransId="{99CB6331-B924-4581-BD2F-D404B1CDD64B}"/>
    <dgm:cxn modelId="{C62FCC2A-5F66-4EA1-827C-5A76DFCC8E04}" srcId="{7037D7BF-0B5A-4CAB-9967-3F3BBEEF893F}" destId="{EF0020DC-AFA3-4E40-922B-DEF8BB824DB5}" srcOrd="0" destOrd="0" parTransId="{A362481B-419C-44CE-85FC-93D8840C106F}" sibTransId="{4B39E6D6-B698-445F-A6FA-CBBA96C55FD5}"/>
    <dgm:cxn modelId="{CEBB8652-982F-4224-B1FB-419752E2B4D4}" srcId="{A11A5CAA-8D08-44E6-B0B6-C92ADBAEDBDF}" destId="{E0301116-4D25-4820-81DA-350D641B9414}" srcOrd="0" destOrd="0" parTransId="{B0390841-DE28-429B-8656-AA3C1DA7580D}" sibTransId="{360AEDFA-18C5-4783-B38A-07D202536F08}"/>
    <dgm:cxn modelId="{000DE878-1C13-49DD-8229-A12464214B10}" type="presOf" srcId="{A11A5CAA-8D08-44E6-B0B6-C92ADBAEDBDF}" destId="{18C252D2-2B51-45D3-AA44-D61C27ECDB58}" srcOrd="0" destOrd="0" presId="urn:microsoft.com/office/officeart/2024/layout/MeetTheTeam"/>
    <dgm:cxn modelId="{87B0A57A-0710-43A2-9FF9-D71F64D71ECB}" srcId="{EF0020DC-AFA3-4E40-922B-DEF8BB824DB5}" destId="{8BCD279A-C155-4C45-996E-651183E2C609}" srcOrd="0" destOrd="0" parTransId="{6BD91511-E3D5-4727-A194-7727D75B99B0}" sibTransId="{70117582-C797-4169-AA83-FF6236499033}"/>
    <dgm:cxn modelId="{4C383085-7329-4D1B-BA01-8475C9AC106F}" type="presOf" srcId="{EF0020DC-AFA3-4E40-922B-DEF8BB824DB5}" destId="{F15AE50E-3361-424E-83D2-9E42CC8451D6}" srcOrd="0" destOrd="0" presId="urn:microsoft.com/office/officeart/2024/layout/MeetTheTeam"/>
    <dgm:cxn modelId="{295D6BA4-C8ED-44D6-9F3A-12D4F89FB5A7}" type="presOf" srcId="{8BCD279A-C155-4C45-996E-651183E2C609}" destId="{B3778AB5-5843-4A0C-848F-06F59B139987}" srcOrd="0" destOrd="0" presId="urn:microsoft.com/office/officeart/2024/layout/MeetTheTeam"/>
    <dgm:cxn modelId="{35FE1EAE-7A12-4994-B071-03E92B89C7AA}" type="presOf" srcId="{8D24B481-B2B6-4AB8-A6F0-288BAA23BC20}" destId="{3B9828BB-5BBA-4968-8DCD-3B3C5C79D4C2}" srcOrd="0" destOrd="0" presId="urn:microsoft.com/office/officeart/2024/layout/MeetTheTeam"/>
    <dgm:cxn modelId="{01E680B9-9D84-495E-A4B9-9A8AC8A2AFD4}" srcId="{7037D7BF-0B5A-4CAB-9967-3F3BBEEF893F}" destId="{3D182872-E794-480E-A312-3E017CA60D91}" srcOrd="2" destOrd="0" parTransId="{08C52687-D38E-4B4D-B29C-3A978C7F7679}" sibTransId="{7B5A579D-1C25-4A4D-9B9B-8FEEF2B3E65C}"/>
    <dgm:cxn modelId="{2C9948BF-98FC-43D2-98B4-A506D4360BFA}" type="presOf" srcId="{7037D7BF-0B5A-4CAB-9967-3F3BBEEF893F}" destId="{7A5FCA51-AB88-44A3-8A52-96F0B6CDB573}" srcOrd="0" destOrd="0" presId="urn:microsoft.com/office/officeart/2024/layout/MeetTheTeam"/>
    <dgm:cxn modelId="{0D6625C3-642A-47B9-8AE0-3777E5F9FF71}" type="presOf" srcId="{3D182872-E794-480E-A312-3E017CA60D91}" destId="{B227542E-D468-4A8E-AE72-00BBCA7B91C3}" srcOrd="0" destOrd="0" presId="urn:microsoft.com/office/officeart/2024/layout/MeetTheTeam"/>
    <dgm:cxn modelId="{01C93BF4-48D7-44B4-A030-ACAF5485D017}" srcId="{3D182872-E794-480E-A312-3E017CA60D91}" destId="{8D24B481-B2B6-4AB8-A6F0-288BAA23BC20}" srcOrd="0" destOrd="0" parTransId="{BBDADDE8-8DC4-4C0A-B092-808DFAEE664C}" sibTransId="{51CDD3A0-C650-4125-9275-7079AB6C05B3}"/>
    <dgm:cxn modelId="{D8C48EB6-D22E-48C6-B605-96DD258C7327}" type="presParOf" srcId="{7A5FCA51-AB88-44A3-8A52-96F0B6CDB573}" destId="{05781877-B9F3-4F21-B4F0-34F408F35AF8}" srcOrd="0" destOrd="0" presId="urn:microsoft.com/office/officeart/2024/layout/MeetTheTeam"/>
    <dgm:cxn modelId="{D3D8CAC6-575C-4EB4-9B61-BC6F69354224}" type="presParOf" srcId="{05781877-B9F3-4F21-B4F0-34F408F35AF8}" destId="{30B3EADF-FFE4-46D4-AD00-53BC282AA140}" srcOrd="0" destOrd="0" presId="urn:microsoft.com/office/officeart/2024/layout/MeetTheTeam"/>
    <dgm:cxn modelId="{9F634D3B-50DA-4267-B1F5-5309BADDC7EF}" type="presParOf" srcId="{05781877-B9F3-4F21-B4F0-34F408F35AF8}" destId="{4243F141-D728-4E59-A19A-53A05A85CA35}" srcOrd="1" destOrd="0" presId="urn:microsoft.com/office/officeart/2024/layout/MeetTheTeam"/>
    <dgm:cxn modelId="{61076530-94B8-490A-A28E-C7D6C55EDBA3}" type="presParOf" srcId="{05781877-B9F3-4F21-B4F0-34F408F35AF8}" destId="{F15AE50E-3361-424E-83D2-9E42CC8451D6}" srcOrd="2" destOrd="0" presId="urn:microsoft.com/office/officeart/2024/layout/MeetTheTeam"/>
    <dgm:cxn modelId="{94A250A1-005D-47CE-B03C-FB9FDA6AF1E9}" type="presParOf" srcId="{05781877-B9F3-4F21-B4F0-34F408F35AF8}" destId="{B3778AB5-5843-4A0C-848F-06F59B139987}" srcOrd="3" destOrd="0" presId="urn:microsoft.com/office/officeart/2024/layout/MeetTheTeam"/>
    <dgm:cxn modelId="{BACAFE3B-A31E-4EEA-8345-7566F1F3EA95}" type="presParOf" srcId="{7A5FCA51-AB88-44A3-8A52-96F0B6CDB573}" destId="{2B25FD89-545C-48CA-AEC5-6DA854D6E6FE}" srcOrd="1" destOrd="0" presId="urn:microsoft.com/office/officeart/2024/layout/MeetTheTeam"/>
    <dgm:cxn modelId="{A136183B-60C2-4F43-93CF-4DA18991234E}" type="presParOf" srcId="{7A5FCA51-AB88-44A3-8A52-96F0B6CDB573}" destId="{A87AF927-ED81-43FD-A01F-87C2DD9548A7}" srcOrd="2" destOrd="0" presId="urn:microsoft.com/office/officeart/2024/layout/MeetTheTeam"/>
    <dgm:cxn modelId="{70B45E23-4E16-4647-B495-1769E317290B}" type="presParOf" srcId="{A87AF927-ED81-43FD-A01F-87C2DD9548A7}" destId="{76D8C66B-C42B-4352-8AC5-C1E0BD9B383D}" srcOrd="0" destOrd="0" presId="urn:microsoft.com/office/officeart/2024/layout/MeetTheTeam"/>
    <dgm:cxn modelId="{26CD4667-C18E-422C-BF6E-8C5A6BCB7383}" type="presParOf" srcId="{A87AF927-ED81-43FD-A01F-87C2DD9548A7}" destId="{87DEC86A-1472-4533-A047-4EBE262DC4E2}" srcOrd="1" destOrd="0" presId="urn:microsoft.com/office/officeart/2024/layout/MeetTheTeam"/>
    <dgm:cxn modelId="{E331AA88-2CDE-4F90-91D6-31542AFCEE42}" type="presParOf" srcId="{A87AF927-ED81-43FD-A01F-87C2DD9548A7}" destId="{18C252D2-2B51-45D3-AA44-D61C27ECDB58}" srcOrd="2" destOrd="0" presId="urn:microsoft.com/office/officeart/2024/layout/MeetTheTeam"/>
    <dgm:cxn modelId="{ACAF741E-9B28-4674-9C5F-F1BDA1D24A10}" type="presParOf" srcId="{A87AF927-ED81-43FD-A01F-87C2DD9548A7}" destId="{4C152706-96C5-4A13-A3CE-088776AE8D51}" srcOrd="3" destOrd="0" presId="urn:microsoft.com/office/officeart/2024/layout/MeetTheTeam"/>
    <dgm:cxn modelId="{E66DB3EB-9EA7-4F5D-8EE7-920582F43E3C}" type="presParOf" srcId="{7A5FCA51-AB88-44A3-8A52-96F0B6CDB573}" destId="{845D7E21-6231-43D1-AC80-13785FEC215E}" srcOrd="3" destOrd="0" presId="urn:microsoft.com/office/officeart/2024/layout/MeetTheTeam"/>
    <dgm:cxn modelId="{2736C92E-A781-4EF3-AA5B-FA98547F668A}" type="presParOf" srcId="{7A5FCA51-AB88-44A3-8A52-96F0B6CDB573}" destId="{DAD09A8A-BD39-40BA-9AAE-898525BF2BED}" srcOrd="4" destOrd="0" presId="urn:microsoft.com/office/officeart/2024/layout/MeetTheTeam"/>
    <dgm:cxn modelId="{AB9C3F23-7DF6-4CDD-BDA2-53004D5266BB}" type="presParOf" srcId="{DAD09A8A-BD39-40BA-9AAE-898525BF2BED}" destId="{B483FBC1-416E-4BA2-A3BD-37D6B1D9EBAF}" srcOrd="0" destOrd="0" presId="urn:microsoft.com/office/officeart/2024/layout/MeetTheTeam"/>
    <dgm:cxn modelId="{6DF18EE7-0540-4620-BD68-B9A181AD738A}" type="presParOf" srcId="{DAD09A8A-BD39-40BA-9AAE-898525BF2BED}" destId="{807D8660-D4CE-4406-A5A5-52C312B050C3}" srcOrd="1" destOrd="0" presId="urn:microsoft.com/office/officeart/2024/layout/MeetTheTeam"/>
    <dgm:cxn modelId="{E3006F10-A209-491F-BA26-595B707ED3B4}" type="presParOf" srcId="{DAD09A8A-BD39-40BA-9AAE-898525BF2BED}" destId="{B227542E-D468-4A8E-AE72-00BBCA7B91C3}" srcOrd="2" destOrd="0" presId="urn:microsoft.com/office/officeart/2024/layout/MeetTheTeam"/>
    <dgm:cxn modelId="{9FF7CB31-26F3-4C25-BAAD-AF6AC9059F41}" type="presParOf" srcId="{DAD09A8A-BD39-40BA-9AAE-898525BF2BED}" destId="{3B9828BB-5BBA-4968-8DCD-3B3C5C79D4C2}" srcOrd="3" destOrd="0" presId="urn:microsoft.com/office/officeart/2024/layout/MeetTheTeam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B3EADF-FFE4-46D4-AD00-53BC282AA140}">
      <dsp:nvSpPr>
        <dsp:cNvPr id="0" name=""/>
        <dsp:cNvSpPr/>
      </dsp:nvSpPr>
      <dsp:spPr>
        <a:xfrm>
          <a:off x="220037" y="1012334"/>
          <a:ext cx="2326500" cy="23265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AE50E-3361-424E-83D2-9E42CC8451D6}">
      <dsp:nvSpPr>
        <dsp:cNvPr id="0" name=""/>
        <dsp:cNvSpPr/>
      </dsp:nvSpPr>
      <dsp:spPr>
        <a:xfrm>
          <a:off x="127506" y="3473665"/>
          <a:ext cx="251156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Alpha</a:t>
          </a:r>
        </a:p>
      </dsp:txBody>
      <dsp:txXfrm>
        <a:off x="127506" y="3473665"/>
        <a:ext cx="2511562" cy="324000"/>
      </dsp:txXfrm>
    </dsp:sp>
    <dsp:sp modelId="{B3778AB5-5843-4A0C-848F-06F59B139987}">
      <dsp:nvSpPr>
        <dsp:cNvPr id="0" name=""/>
        <dsp:cNvSpPr/>
      </dsp:nvSpPr>
      <dsp:spPr>
        <a:xfrm>
          <a:off x="127506" y="3797665"/>
          <a:ext cx="251156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27506" y="3797665"/>
        <a:ext cx="2511562" cy="270000"/>
      </dsp:txXfrm>
    </dsp:sp>
    <dsp:sp modelId="{76D8C66B-C42B-4352-8AC5-C1E0BD9B383D}">
      <dsp:nvSpPr>
        <dsp:cNvPr id="0" name=""/>
        <dsp:cNvSpPr/>
      </dsp:nvSpPr>
      <dsp:spPr>
        <a:xfrm>
          <a:off x="2964249" y="1012334"/>
          <a:ext cx="2326500" cy="23265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252D2-2B51-45D3-AA44-D61C27ECDB58}">
      <dsp:nvSpPr>
        <dsp:cNvPr id="0" name=""/>
        <dsp:cNvSpPr/>
      </dsp:nvSpPr>
      <dsp:spPr>
        <a:xfrm>
          <a:off x="2871718" y="3473665"/>
          <a:ext cx="251156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Beta has a noticeably longer label than the others</a:t>
          </a:r>
        </a:p>
      </dsp:txBody>
      <dsp:txXfrm>
        <a:off x="2871718" y="3473665"/>
        <a:ext cx="2511562" cy="324000"/>
      </dsp:txXfrm>
    </dsp:sp>
    <dsp:sp modelId="{4C152706-96C5-4A13-A3CE-088776AE8D51}">
      <dsp:nvSpPr>
        <dsp:cNvPr id="0" name=""/>
        <dsp:cNvSpPr/>
      </dsp:nvSpPr>
      <dsp:spPr>
        <a:xfrm>
          <a:off x="2871718" y="3797665"/>
          <a:ext cx="251156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71718" y="3797665"/>
        <a:ext cx="2511562" cy="270000"/>
      </dsp:txXfrm>
    </dsp:sp>
    <dsp:sp modelId="{B483FBC1-416E-4BA2-A3BD-37D6B1D9EBAF}">
      <dsp:nvSpPr>
        <dsp:cNvPr id="0" name=""/>
        <dsp:cNvSpPr/>
      </dsp:nvSpPr>
      <dsp:spPr>
        <a:xfrm>
          <a:off x="5708462" y="1012334"/>
          <a:ext cx="2326500" cy="23265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7542E-D468-4A8E-AE72-00BBCA7B91C3}">
      <dsp:nvSpPr>
        <dsp:cNvPr id="0" name=""/>
        <dsp:cNvSpPr/>
      </dsp:nvSpPr>
      <dsp:spPr>
        <a:xfrm>
          <a:off x="5615931" y="3473665"/>
          <a:ext cx="251156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Gamma</a:t>
          </a:r>
        </a:p>
      </dsp:txBody>
      <dsp:txXfrm>
        <a:off x="5615931" y="3473665"/>
        <a:ext cx="2511562" cy="324000"/>
      </dsp:txXfrm>
    </dsp:sp>
    <dsp:sp modelId="{3B9828BB-5BBA-4968-8DCD-3B3C5C79D4C2}">
      <dsp:nvSpPr>
        <dsp:cNvPr id="0" name=""/>
        <dsp:cNvSpPr/>
      </dsp:nvSpPr>
      <dsp:spPr>
        <a:xfrm>
          <a:off x="5615931" y="3797665"/>
          <a:ext cx="251156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15931" y="3797665"/>
        <a:ext cx="2511562" cy="27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MeetTheTeam">
  <dgm:title val=""/>
  <dgm:desc val=""/>
  <dgm:catLst>
    <dgm:cat type="meettheteam" pri="100"/>
    <dgm:cat type="pictureconvert" pri="31000"/>
  </dgm:catLst>
  <dgm:sampData>
    <dgm:dataModel>
      <dgm:ptLst>
        <dgm:pt modelId="0" type="doc"/>
        <dgm:pt modelId="10">
          <dgm:prSet phldrT="Name" phldr="1"/>
        </dgm:pt>
        <dgm:pt modelId="11">
          <dgm:prSet phldrT="Role" phldr="1"/>
        </dgm:pt>
        <dgm:pt modelId="20">
          <dgm:prSet phldrT="Name" phldr="1"/>
        </dgm:pt>
        <dgm:pt modelId="21">
          <dgm:prSet phldrT="Role" phldr="1"/>
        </dgm:pt>
        <dgm:pt modelId="30">
          <dgm:prSet phldrT="Name" phldr="1"/>
        </dgm:pt>
        <dgm:pt modelId="31">
          <dgm:prSet phldrT="Role" phldr="1"/>
        </dgm:pt>
        <dgm:pt modelId="40">
          <dgm:prSet phldrT="Name" phldr="1"/>
        </dgm:pt>
        <dgm:pt modelId="41">
          <dgm:prSet phldrT="Role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  <dgm:cxn modelId="106" srcId="0" destId="40" srcOrd="3" destOrd="0"/>
        <dgm:cxn modelId="107" srcId="40" destId="4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photoCircle" refType="w" fact="0.88"/>
          <dgm:constr type="h" for="ch" forName="photoCircle" refType="w" refFor="ch" refForName="photoCircle"/>
          <dgm:constr type="t" for="ch" forName="photoCircle"/>
          <dgm:constr type="ctrX" for="ch" forName="photoCircle" refType="w" fact="0.5"/>
          <dgm:constr type="h" for="ch" forName="spacer" refType="w" fact="0.051"/>
          <dgm:constr type="w" for="ch" forName="spacer" refType="w"/>
          <dgm:constr type="l" for="ch" forName="spacer"/>
          <dgm:constr type="t" for="ch" forName="spacer" refType="b" refFor="ch" refForName="photoCircle"/>
          <dgm:constr type="h" for="ch" forName="nameText" val="9"/>
          <dgm:constr type="w" for="ch" forName="nameText" refType="w" fact="0.95"/>
          <dgm:constr type="ctrX" for="ch" forName="nameText" refType="w" fact="0.5"/>
          <dgm:constr type="t" for="ch" forName="nameText" refType="b" refFor="ch" refForName="spacer"/>
          <dgm:constr type="h" for="ch" forName="roleText" val="7.5"/>
          <dgm:constr type="w" for="ch" forName="roleText" refType="w" fact="0.95"/>
          <dgm:constr type="ctrX" for="ch" forName="roleText" refType="w" fact="0.5"/>
          <dgm:constr type="t" for="ch" forName="roleText" refType="b" refFor="ch" refForName="nameText"/>
        </dgm:constrLst>
        <dgm:ruleLst>
          <dgm:rule type="h" val="INF" fact="NaN" max="NaN"/>
        </dgm:ruleLst>
        <dgm:layoutNode name="photoCircle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space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ext" styleLbl="revTx">
          <dgm:varLst>
            <dgm:chMax val="1"/>
            <dgm:chPref val="1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  <dgm:layoutNode name="roleText" styleLbl="revTx">
          <dgm:varLst>
            <dgm:chMax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BF55-EFFC-7351-6FEE-E5EE12449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46690-0CBD-0639-3181-1E9136F3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06883-6F28-13CA-02F2-EBF7E206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C0086-AB9E-A57C-F77B-429F7914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9D04F-015F-29DE-72F2-72E5DDE0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F593-EE1C-435A-05CD-C48140A8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1C48-2F46-0C49-8CE4-E099396F5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35490-898D-B6FC-9462-9D4EAB01E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F5F1B-BD57-E7FE-D40A-8724A692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134C4-930F-7EAD-BB76-6E991D890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E442-ED74-2C05-CFD6-3569233D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BE826-92E9-345D-20FE-024402FC8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6AB14-0261-C8D0-A09D-4D59821C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FB548-0C75-0A85-6509-9391F1B2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A133E-203B-803D-A146-B3BDDB92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9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54285-57C9-3859-4966-B226D6B8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3C460-C4D9-69E1-8699-72CE6CADA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12AD2-EEB0-90B2-C2EE-2F3137D5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88589-2432-1B82-D5E1-E4A7581F7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3E425-EB3C-0CAA-7EBA-A0A31E2F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8EA54-D8E8-364D-01BA-832E1BDD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62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B20C-F40A-58E7-3FA1-A33CB653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4FA7F-34A4-AC1F-D261-7E86A9432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83A0F-C97B-AE26-CF4A-B388ED5F1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A8E74-807E-E9F7-6878-6750B7A6D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1BB67-3883-51F0-7502-0A26B8ACA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853E66-7A17-35AE-9FB0-C1BB01BDE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424DB-20C2-6CA7-BD65-3CCEF4FA3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FD54A-2DD4-2BA8-7928-6EF1261D5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37C5-2FE9-81AE-8864-0CF2160D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71359-E2B9-258E-EFE5-A01D9556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36628-1E54-378F-ABEE-B13DBD2C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AA6D1-E14A-63B3-7701-702E431F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54D542-8344-D8DC-C2D4-5249F058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E884D7-1269-4827-BF72-89153F28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9021F-8C83-C1F7-6D9B-F3A20DAE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1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E443-C518-F101-7649-5237CF42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82158-7599-6691-C05B-C1E5F7D6B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BE713-57FB-900C-0B61-CF3E3F81D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7D371-B9D0-E6D9-E173-5CD56501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A22EF-02F8-0FCA-59C1-390B4932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8F8D4-6920-6E05-32BF-26A5B57D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86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24DA-B428-A3AE-66C5-56192882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13C39C-C706-EDE3-21BE-18A4562A2E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49355-725A-9C77-4FF5-70712E6AD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F9BE3-D963-4181-6623-3988C1A8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8CA48-2E09-2CF8-D1BB-D2E466D5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A9913-F07E-0C1A-96EF-76DAF7FB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3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398F-2715-E7AD-D80B-479E6B954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EB3D-A755-B662-1CD0-5BC3109A9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D82D-8E29-EF5B-237A-900B0376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8C330-6FE3-1099-C76C-01861ACAB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7EA02-1C1F-E356-0483-03F9931A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4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36700D-5150-A764-CA2A-C1AD30AD0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133E9-6F75-7DD9-CF5F-23D560A61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3C3B8-40E1-93CD-611C-4F5EC4436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EA970-2C40-E034-CB29-BC415886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C40EA-52CB-F766-2939-5782674A6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0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91471-DE3A-4097-7F90-3EB905DDB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D292F-AE42-F2A8-E4C8-1BA3FEB9B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9D890-F20D-39DF-2959-B2B85625E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55263-A2D0-439F-8E60-321FEBA85E3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DBB3B-1CD2-E057-8A1C-F9DC29627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C3BF8-27E2-E7ED-E8E4-06658369F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FB2D7C-1A0A-43A7-A5DF-0A98F435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9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B22067B-22BE-0335-63D2-17EE180DC9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647948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72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2026-09-06T08:15:14Z</dcterms:created>
  <dcterms:modified xsi:type="dcterms:W3CDTF">2026-09-06T08:15:15Z</dcterms:modified>
</cp:coreProperties>
</file>