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401F4E-2769-44B3-9C72-319B49FF5CAC}" type="doc">
      <dgm:prSet loTypeId="urn:microsoft.com/office/officeart/2026/layout/TextCardShortLine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ED2696-4AAD-41AF-AA6F-D117A87C81EE}">
      <dgm:prSet phldrT="Title"/>
      <dgm:spPr/>
      <dgm:t>
        <a:bodyPr/>
        <a:lstStyle/>
        <a:p>
          <a:pPr>
            <a:defRPr b="1"/>
          </a:pPr>
          <a:r>
            <a:rPr lang="en-US"/>
            <a:t>Branch A Root</a:t>
          </a:r>
        </a:p>
      </dgm:t>
    </dgm:pt>
    <dgm:pt modelId="{B0D1E713-AEAD-4C82-8218-F491DA527943}" type="parTrans" cxnId="{17052A3D-2EF2-45AF-BCA8-51672BD96A0D}">
      <dgm:prSet/>
      <dgm:spPr/>
    </dgm:pt>
    <dgm:pt modelId="{1091C2F3-4A39-47C3-BAE0-806197A116A0}" type="sibTrans" cxnId="{17052A3D-2EF2-45AF-BCA8-51672BD96A0D}">
      <dgm:prSet/>
      <dgm:spPr/>
    </dgm:pt>
    <dgm:pt modelId="{3CD53CC5-A2FB-4A5C-B4F4-3193D3BF3581}">
      <dgm:prSet phldrT="Description" phldr="1"/>
      <dgm:spPr/>
      <dgm:t>
        <a:bodyPr/>
        <a:lstStyle/>
        <a:p>
          <a:endParaRPr lang="en-US"/>
        </a:p>
      </dgm:t>
    </dgm:pt>
    <dgm:pt modelId="{192C1870-60B1-45B7-815F-B3785509675E}" type="parTrans" cxnId="{8909297E-8738-4638-9C1C-735CC2E37A87}">
      <dgm:prSet/>
      <dgm:spPr/>
    </dgm:pt>
    <dgm:pt modelId="{5F7B264D-C89E-443F-BC2F-DA59D313AF45}" type="sibTrans" cxnId="{8909297E-8738-4638-9C1C-735CC2E37A87}">
      <dgm:prSet/>
      <dgm:spPr/>
    </dgm:pt>
    <dgm:pt modelId="{16B3D3BA-F37C-4D4A-B519-29E206E34CFD}">
      <dgm:prSet phldrT="Title"/>
      <dgm:spPr/>
      <dgm:t>
        <a:bodyPr/>
        <a:lstStyle/>
        <a:p>
          <a:r>
            <a:rPr lang="en-US"/>
            <a:t>Branch A Child</a:t>
          </a:r>
        </a:p>
      </dgm:t>
    </dgm:pt>
    <dgm:pt modelId="{2E984859-1961-44E3-A199-32F0F2223E05}" type="parTrans" cxnId="{E0CAC37E-D590-4461-BB83-56BBFEFB8DF3}">
      <dgm:prSet/>
      <dgm:spPr/>
    </dgm:pt>
    <dgm:pt modelId="{77CEBB7D-06DC-41E0-B28A-BF72F34FEB73}" type="sibTrans" cxnId="{E0CAC37E-D590-4461-BB83-56BBFEFB8DF3}">
      <dgm:prSet/>
      <dgm:spPr/>
    </dgm:pt>
    <dgm:pt modelId="{15B6442A-70E6-49F2-8040-458D19504814}">
      <dgm:prSet phldrT="Description" phldr="1"/>
      <dgm:spPr/>
      <dgm:t>
        <a:bodyPr/>
        <a:lstStyle/>
        <a:p>
          <a:endParaRPr lang="en-US"/>
        </a:p>
      </dgm:t>
    </dgm:pt>
    <dgm:pt modelId="{C1E21E70-E187-4D87-B41D-B9ABC378C4FA}" type="parTrans" cxnId="{8A375FEB-3464-48F3-8716-0130B1BC4F52}">
      <dgm:prSet/>
      <dgm:spPr/>
    </dgm:pt>
    <dgm:pt modelId="{573842AC-250B-4A97-8703-D80AB059A10B}" type="sibTrans" cxnId="{8A375FEB-3464-48F3-8716-0130B1BC4F52}">
      <dgm:prSet/>
      <dgm:spPr/>
    </dgm:pt>
    <dgm:pt modelId="{C6BC9B91-3B8A-49D0-8DB1-A8B078E8C4ED}">
      <dgm:prSet phldrT="Title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7012724A-A4EF-4A74-80FC-77385F734055}" type="parTrans" cxnId="{DC9BC3C8-F5C5-427B-AC74-D690B54A7780}">
      <dgm:prSet/>
      <dgm:spPr/>
    </dgm:pt>
    <dgm:pt modelId="{ACA42EC6-F88B-4A91-ACDB-9DC74DEB1ED9}" type="sibTrans" cxnId="{DC9BC3C8-F5C5-427B-AC74-D690B54A7780}">
      <dgm:prSet/>
      <dgm:spPr/>
    </dgm:pt>
    <dgm:pt modelId="{7AE48059-E82E-44E8-8405-44DC6E036F45}">
      <dgm:prSet phldrT="Description"/>
      <dgm:spPr/>
      <dgm:t>
        <a:bodyPr/>
        <a:lstStyle/>
        <a:p>
          <a:endParaRPr lang="en-US"/>
        </a:p>
      </dgm:t>
    </dgm:pt>
    <dgm:pt modelId="{408A1115-65F6-4069-8C4D-1B460E17F9A9}" type="parTrans" cxnId="{273B876B-3750-4D37-9122-4845DB72726B}">
      <dgm:prSet/>
      <dgm:spPr/>
    </dgm:pt>
    <dgm:pt modelId="{472AADA6-FE41-4176-9785-5551C39FF84C}" type="sibTrans" cxnId="{273B876B-3750-4D37-9122-4845DB72726B}">
      <dgm:prSet/>
      <dgm:spPr/>
    </dgm:pt>
    <dgm:pt modelId="{53C5712D-51BB-4069-A0C5-9320F9BABB33}">
      <dgm:prSet phldrT="Title"/>
      <dgm:spPr/>
      <dgm:t>
        <a:bodyPr/>
        <a:lstStyle/>
        <a:p>
          <a:pPr>
            <a:defRPr b="1"/>
          </a:pPr>
          <a:r>
            <a:rPr lang="en-US"/>
            <a:t>Branch B Root</a:t>
          </a:r>
        </a:p>
      </dgm:t>
    </dgm:pt>
    <dgm:pt modelId="{27E2FEAC-7ABA-49B3-A1C7-F97E250FA920}" type="parTrans" cxnId="{4C93F4A8-327F-4AA5-95A4-4944C2347602}">
      <dgm:prSet/>
      <dgm:spPr/>
    </dgm:pt>
    <dgm:pt modelId="{AF712369-6A08-4F53-84D3-1D81F52BFA18}" type="sibTrans" cxnId="{4C93F4A8-327F-4AA5-95A4-4944C2347602}">
      <dgm:prSet/>
      <dgm:spPr/>
    </dgm:pt>
    <dgm:pt modelId="{A46A1790-E2CE-4140-A97B-17608CF464E9}">
      <dgm:prSet phldrT="Description" phldr="1"/>
      <dgm:spPr/>
      <dgm:t>
        <a:bodyPr/>
        <a:lstStyle/>
        <a:p>
          <a:endParaRPr lang="en-US"/>
        </a:p>
      </dgm:t>
    </dgm:pt>
    <dgm:pt modelId="{C5DACB62-0446-4F46-874E-03A47EBCF133}" type="parTrans" cxnId="{40D5F7DD-B687-4566-99B4-8E13C92D53C9}">
      <dgm:prSet/>
      <dgm:spPr/>
    </dgm:pt>
    <dgm:pt modelId="{07347A60-8E50-4CBF-88D4-FC7E181526BB}" type="sibTrans" cxnId="{40D5F7DD-B687-4566-99B4-8E13C92D53C9}">
      <dgm:prSet/>
      <dgm:spPr/>
    </dgm:pt>
    <dgm:pt modelId="{D7F4CB3D-7108-4D82-8ADF-23113436D69C}">
      <dgm:prSet phldrT="Title"/>
      <dgm:spPr/>
      <dgm:t>
        <a:bodyPr/>
        <a:lstStyle/>
        <a:p>
          <a:pPr>
            <a:defRPr b="1"/>
          </a:pPr>
          <a:r>
            <a:rPr lang="en-US"/>
            <a:t>Branch B Child</a:t>
          </a:r>
        </a:p>
      </dgm:t>
    </dgm:pt>
    <dgm:pt modelId="{95823118-384B-454F-821B-91AE91DDC8ED}" type="parTrans" cxnId="{9E849485-CA02-4DAE-A3E5-71570724A767}">
      <dgm:prSet/>
      <dgm:spPr/>
    </dgm:pt>
    <dgm:pt modelId="{2D07B88E-B3AA-4845-8E9B-8277F11BDF6A}" type="sibTrans" cxnId="{9E849485-CA02-4DAE-A3E5-71570724A767}">
      <dgm:prSet/>
      <dgm:spPr/>
    </dgm:pt>
    <dgm:pt modelId="{7E3ECFF9-9B2A-4E0D-894B-30C66EE30EC2}">
      <dgm:prSet phldrT="Description" phldr="1"/>
      <dgm:spPr/>
      <dgm:t>
        <a:bodyPr/>
        <a:lstStyle/>
        <a:p>
          <a:endParaRPr lang="en-US"/>
        </a:p>
      </dgm:t>
    </dgm:pt>
    <dgm:pt modelId="{11771FD9-CDC3-4A2D-A155-857391C6B3A5}" type="parTrans" cxnId="{6D3C6845-8295-463A-9C4B-4DDD86B2CB6E}">
      <dgm:prSet/>
      <dgm:spPr/>
    </dgm:pt>
    <dgm:pt modelId="{03FA6284-2F64-484C-8E80-643A2FA8E205}" type="sibTrans" cxnId="{6D3C6845-8295-463A-9C4B-4DDD86B2CB6E}">
      <dgm:prSet/>
      <dgm:spPr/>
    </dgm:pt>
    <dgm:pt modelId="{09C3E88C-0153-461C-8BFF-A39CC30CE3BE}">
      <dgm:prSet phldrT="Title"/>
      <dgm:spPr/>
      <dgm:t>
        <a:bodyPr/>
        <a:lstStyle/>
        <a:p>
          <a:pPr>
            <a:defRPr b="1"/>
          </a:pPr>
          <a:r>
            <a:rPr lang="en-US"/>
            <a:t>Branch B Grandchild</a:t>
          </a:r>
        </a:p>
      </dgm:t>
    </dgm:pt>
    <dgm:pt modelId="{102E6E14-7D87-4873-8ACB-481465B05745}" type="parTrans" cxnId="{C329A811-4781-45CA-9D02-0BE47DCD751F}">
      <dgm:prSet/>
      <dgm:spPr/>
    </dgm:pt>
    <dgm:pt modelId="{F1393428-381E-4593-AD1B-60DBBFB2F283}" type="sibTrans" cxnId="{C329A811-4781-45CA-9D02-0BE47DCD751F}">
      <dgm:prSet/>
      <dgm:spPr/>
    </dgm:pt>
    <dgm:pt modelId="{0988E6DB-38BE-484A-83FE-9D4AA500F8C3}">
      <dgm:prSet phldrT="Description" phldr="1"/>
      <dgm:spPr/>
      <dgm:t>
        <a:bodyPr/>
        <a:lstStyle/>
        <a:p>
          <a:endParaRPr lang="en-US"/>
        </a:p>
      </dgm:t>
    </dgm:pt>
    <dgm:pt modelId="{9DC71075-F67E-49FD-BE68-3B0094680F03}" type="parTrans" cxnId="{0068B276-76A9-4CA4-9B5A-AEB195391292}">
      <dgm:prSet/>
      <dgm:spPr/>
    </dgm:pt>
    <dgm:pt modelId="{590C2D77-32CE-4A8C-8671-5463B29CB316}" type="sibTrans" cxnId="{0068B276-76A9-4CA4-9B5A-AEB195391292}">
      <dgm:prSet/>
      <dgm:spPr/>
    </dgm:pt>
    <dgm:pt modelId="{57207954-1F17-4C5E-A82C-D15504170C61}">
      <dgm:prSet phldrT="Title"/>
      <dgm:spPr/>
      <dgm:t>
        <a:bodyPr/>
        <a:lstStyle/>
        <a:p>
          <a:pPr>
            <a:defRPr b="1"/>
          </a:pPr>
          <a:r>
            <a:rPr lang="en-US"/>
            <a:t>Branch C Root</a:t>
          </a:r>
        </a:p>
      </dgm:t>
    </dgm:pt>
    <dgm:pt modelId="{9CC9AD44-C33E-46E9-8347-A7D722847CF4}" type="parTrans" cxnId="{A84A6E17-3371-4217-8ACA-B193DDA2774F}">
      <dgm:prSet/>
      <dgm:spPr/>
    </dgm:pt>
    <dgm:pt modelId="{091CBABA-1CE1-4638-8F57-181CA9659365}" type="sibTrans" cxnId="{A84A6E17-3371-4217-8ACA-B193DDA2774F}">
      <dgm:prSet/>
      <dgm:spPr/>
    </dgm:pt>
    <dgm:pt modelId="{3C6E1B32-1877-481B-B5FC-F26AB5B8EEE2}">
      <dgm:prSet phldrT="Description" phldr="1"/>
      <dgm:spPr/>
      <dgm:t>
        <a:bodyPr/>
        <a:lstStyle/>
        <a:p>
          <a:endParaRPr lang="en-US"/>
        </a:p>
      </dgm:t>
    </dgm:pt>
    <dgm:pt modelId="{FDA26107-E519-4736-9F66-DBCEF9A477AF}" type="parTrans" cxnId="{8DB7FA96-4A92-4CAF-BD90-3CD2685D0BE2}">
      <dgm:prSet/>
      <dgm:spPr/>
    </dgm:pt>
    <dgm:pt modelId="{F5ACFF73-0386-42DE-BBA9-2671A673CBB4}" type="sibTrans" cxnId="{8DB7FA96-4A92-4CAF-BD90-3CD2685D0BE2}">
      <dgm:prSet/>
      <dgm:spPr/>
    </dgm:pt>
    <dgm:pt modelId="{6D7F9ACB-A22B-4966-A328-EB7A77B4F10A}">
      <dgm:prSet phldrT="Title"/>
      <dgm:spPr/>
      <dgm:t>
        <a:bodyPr/>
        <a:lstStyle/>
        <a:p>
          <a:pPr>
            <a:defRPr b="1"/>
          </a:pPr>
          <a:r>
            <a:rPr lang="en-US"/>
            <a:t>Branch C Child</a:t>
          </a:r>
        </a:p>
      </dgm:t>
    </dgm:pt>
    <dgm:pt modelId="{435EE1EA-3AA3-4257-9B97-4F775B776136}" type="parTrans" cxnId="{011BF705-BAC7-4932-B2EF-95C8AE189BA8}">
      <dgm:prSet/>
      <dgm:spPr/>
    </dgm:pt>
    <dgm:pt modelId="{CDD6826F-3355-4FE3-9018-9B0CA08F6035}" type="sibTrans" cxnId="{011BF705-BAC7-4932-B2EF-95C8AE189BA8}">
      <dgm:prSet/>
      <dgm:spPr/>
    </dgm:pt>
    <dgm:pt modelId="{620D0D9C-4650-4A8C-BB61-483E6CDD2C05}">
      <dgm:prSet phldrT="Description" phldr="1"/>
      <dgm:spPr/>
      <dgm:t>
        <a:bodyPr/>
        <a:lstStyle/>
        <a:p>
          <a:endParaRPr lang="en-US"/>
        </a:p>
      </dgm:t>
    </dgm:pt>
    <dgm:pt modelId="{F907E124-37A5-4744-A498-BEF051605B06}" type="parTrans" cxnId="{1B83943B-4682-422F-8EC7-867B251AA5C0}">
      <dgm:prSet/>
      <dgm:spPr/>
    </dgm:pt>
    <dgm:pt modelId="{9DBA1A29-8E01-4483-B9E8-C86F9FD58651}" type="sibTrans" cxnId="{1B83943B-4682-422F-8EC7-867B251AA5C0}">
      <dgm:prSet/>
      <dgm:spPr/>
    </dgm:pt>
    <dgm:pt modelId="{166C8330-049E-4315-9F8C-7A5BD36223BD}" type="pres">
      <dgm:prSet presAssocID="{8A401F4E-2769-44B3-9C72-319B49FF5CAC}" presName="root" presStyleCnt="0">
        <dgm:presLayoutVars>
          <dgm:dir/>
          <dgm:resizeHandles val="exact"/>
        </dgm:presLayoutVars>
      </dgm:prSet>
      <dgm:spPr/>
    </dgm:pt>
    <dgm:pt modelId="{57611028-5F58-44BE-ABC9-65C75F975E77}" type="pres">
      <dgm:prSet presAssocID="{17ED2696-4AAD-41AF-AA6F-D117A87C81EE}" presName="compNode" presStyleCnt="0"/>
      <dgm:spPr/>
    </dgm:pt>
    <dgm:pt modelId="{66378924-E33E-4EC9-BF7E-81100F7EE670}" type="pres">
      <dgm:prSet presAssocID="{17ED2696-4AAD-41AF-AA6F-D117A87C81EE}" presName="accentLine" presStyleLbl="dkBgShp" presStyleIdx="0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EEE6B4F9-1B23-47FB-8E1A-85DC06802DB5}" type="pres">
      <dgm:prSet presAssocID="{17ED2696-4AAD-41AF-AA6F-D117A87C81EE}" presName="titleText" presStyleLbl="revTx" presStyleIdx="0" presStyleCnt="12">
        <dgm:presLayoutVars>
          <dgm:chMax val="0"/>
          <dgm:chPref val="0"/>
        </dgm:presLayoutVars>
      </dgm:prSet>
      <dgm:spPr/>
    </dgm:pt>
    <dgm:pt modelId="{BE9BBC95-CDD7-47FD-BC33-F9BB876C3C1C}" type="pres">
      <dgm:prSet presAssocID="{17ED2696-4AAD-41AF-AA6F-D117A87C81EE}" presName="bodyText" presStyleLbl="revTx" presStyleIdx="1" presStyleCnt="12">
        <dgm:presLayoutVars>
          <dgm:chMax val="0"/>
          <dgm:chPref val="0"/>
        </dgm:presLayoutVars>
      </dgm:prSet>
      <dgm:spPr/>
    </dgm:pt>
    <dgm:pt modelId="{57BB5A40-89E6-402A-9E8B-9769D0027177}" type="pres">
      <dgm:prSet presAssocID="{1091C2F3-4A39-47C3-BAE0-806197A116A0}" presName="sibTrans" presStyleCnt="0"/>
      <dgm:spPr/>
    </dgm:pt>
    <dgm:pt modelId="{4A5404E3-2057-4727-9BD0-1DC97FB6DA40}" type="pres">
      <dgm:prSet presAssocID="{53C5712D-51BB-4069-A0C5-9320F9BABB33}" presName="compNode" presStyleCnt="0"/>
      <dgm:spPr/>
    </dgm:pt>
    <dgm:pt modelId="{3E145A9D-8953-4E83-8181-B8C723CDD7BB}" type="pres">
      <dgm:prSet presAssocID="{53C5712D-51BB-4069-A0C5-9320F9BABB33}" presName="accentLine" presStyleLbl="dkBgShp" presStyleIdx="1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BF10DEA-0328-48B5-8EDA-0C8D1BA8F7AF}" type="pres">
      <dgm:prSet presAssocID="{53C5712D-51BB-4069-A0C5-9320F9BABB33}" presName="titleText" presStyleLbl="revTx" presStyleIdx="2" presStyleCnt="12">
        <dgm:presLayoutVars>
          <dgm:chMax val="0"/>
          <dgm:chPref val="0"/>
        </dgm:presLayoutVars>
      </dgm:prSet>
      <dgm:spPr/>
    </dgm:pt>
    <dgm:pt modelId="{CA05A6C5-5D65-49E1-BEB1-FDF797BF50F3}" type="pres">
      <dgm:prSet presAssocID="{53C5712D-51BB-4069-A0C5-9320F9BABB33}" presName="bodyText" presStyleLbl="revTx" presStyleIdx="3" presStyleCnt="12">
        <dgm:presLayoutVars>
          <dgm:chMax val="0"/>
          <dgm:chPref val="0"/>
        </dgm:presLayoutVars>
      </dgm:prSet>
      <dgm:spPr/>
    </dgm:pt>
    <dgm:pt modelId="{45544FC6-49EC-4315-B4D0-C8C1D1CC6EB4}" type="pres">
      <dgm:prSet presAssocID="{AF712369-6A08-4F53-84D3-1D81F52BFA18}" presName="sibTrans" presStyleCnt="0"/>
      <dgm:spPr/>
    </dgm:pt>
    <dgm:pt modelId="{116F3DB4-5C29-44DD-A1FA-7A42BD127821}" type="pres">
      <dgm:prSet presAssocID="{D7F4CB3D-7108-4D82-8ADF-23113436D69C}" presName="compNode" presStyleCnt="0"/>
      <dgm:spPr/>
    </dgm:pt>
    <dgm:pt modelId="{CD715D44-4A07-4F29-BF19-B16BE3827D1B}" type="pres">
      <dgm:prSet presAssocID="{D7F4CB3D-7108-4D82-8ADF-23113436D69C}" presName="accentLine" presStyleLbl="dkBgShp" presStyleIdx="2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07F2FDBD-6937-4A9E-BB20-8D0161714E9B}" type="pres">
      <dgm:prSet presAssocID="{D7F4CB3D-7108-4D82-8ADF-23113436D69C}" presName="titleText" presStyleLbl="revTx" presStyleIdx="4" presStyleCnt="12">
        <dgm:presLayoutVars>
          <dgm:chMax val="0"/>
          <dgm:chPref val="0"/>
        </dgm:presLayoutVars>
      </dgm:prSet>
      <dgm:spPr/>
    </dgm:pt>
    <dgm:pt modelId="{BA3E4FD3-A6EC-4EF5-B8A9-D24D3B03E702}" type="pres">
      <dgm:prSet presAssocID="{D7F4CB3D-7108-4D82-8ADF-23113436D69C}" presName="bodyText" presStyleLbl="revTx" presStyleIdx="5" presStyleCnt="12">
        <dgm:presLayoutVars>
          <dgm:chMax val="0"/>
          <dgm:chPref val="0"/>
        </dgm:presLayoutVars>
      </dgm:prSet>
      <dgm:spPr/>
    </dgm:pt>
    <dgm:pt modelId="{F90F5D24-E670-485B-82F9-DA8E84E9CB93}" type="pres">
      <dgm:prSet presAssocID="{2D07B88E-B3AA-4845-8E9B-8277F11BDF6A}" presName="sibTrans" presStyleCnt="0"/>
      <dgm:spPr/>
    </dgm:pt>
    <dgm:pt modelId="{C3F165D6-98F2-4DAC-8E57-08A4D10DF657}" type="pres">
      <dgm:prSet presAssocID="{09C3E88C-0153-461C-8BFF-A39CC30CE3BE}" presName="compNode" presStyleCnt="0"/>
      <dgm:spPr/>
    </dgm:pt>
    <dgm:pt modelId="{5379750B-8DC4-4D03-AD0D-3E2B454020AE}" type="pres">
      <dgm:prSet presAssocID="{09C3E88C-0153-461C-8BFF-A39CC30CE3BE}" presName="accentLine" presStyleLbl="dkBgShp" presStyleIdx="3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594D9E42-4079-49B6-BA4C-58F9BEA5B704}" type="pres">
      <dgm:prSet presAssocID="{09C3E88C-0153-461C-8BFF-A39CC30CE3BE}" presName="titleText" presStyleLbl="revTx" presStyleIdx="6" presStyleCnt="12">
        <dgm:presLayoutVars>
          <dgm:chMax val="0"/>
          <dgm:chPref val="0"/>
        </dgm:presLayoutVars>
      </dgm:prSet>
      <dgm:spPr/>
    </dgm:pt>
    <dgm:pt modelId="{14333CA5-5D60-4E6F-8F51-6E847E7B53AF}" type="pres">
      <dgm:prSet presAssocID="{09C3E88C-0153-461C-8BFF-A39CC30CE3BE}" presName="bodyText" presStyleLbl="revTx" presStyleIdx="7" presStyleCnt="12">
        <dgm:presLayoutVars>
          <dgm:chMax val="0"/>
          <dgm:chPref val="0"/>
        </dgm:presLayoutVars>
      </dgm:prSet>
      <dgm:spPr/>
    </dgm:pt>
    <dgm:pt modelId="{7C91A45A-FFC6-4BB0-9B06-A0D780943F2F}" type="pres">
      <dgm:prSet presAssocID="{F1393428-381E-4593-AD1B-60DBBFB2F283}" presName="sibTrans" presStyleCnt="0"/>
      <dgm:spPr/>
    </dgm:pt>
    <dgm:pt modelId="{024060D5-C177-49D0-8C49-7174DAE174A2}" type="pres">
      <dgm:prSet presAssocID="{57207954-1F17-4C5E-A82C-D15504170C61}" presName="compNode" presStyleCnt="0"/>
      <dgm:spPr/>
    </dgm:pt>
    <dgm:pt modelId="{0A4D5848-8459-4E74-9B49-5CDED7D78F63}" type="pres">
      <dgm:prSet presAssocID="{57207954-1F17-4C5E-A82C-D15504170C61}" presName="accentLine" presStyleLbl="dkBgShp" presStyleIdx="4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56EC814-2EB8-4D11-895E-7AC2BE6E5205}" type="pres">
      <dgm:prSet presAssocID="{57207954-1F17-4C5E-A82C-D15504170C61}" presName="titleText" presStyleLbl="revTx" presStyleIdx="8" presStyleCnt="12">
        <dgm:presLayoutVars>
          <dgm:chMax val="0"/>
          <dgm:chPref val="0"/>
        </dgm:presLayoutVars>
      </dgm:prSet>
      <dgm:spPr/>
    </dgm:pt>
    <dgm:pt modelId="{387FA52B-5FE1-4670-9EEB-D8A01A0CEBB8}" type="pres">
      <dgm:prSet presAssocID="{57207954-1F17-4C5E-A82C-D15504170C61}" presName="bodyText" presStyleLbl="revTx" presStyleIdx="9" presStyleCnt="12">
        <dgm:presLayoutVars>
          <dgm:chMax val="0"/>
          <dgm:chPref val="0"/>
        </dgm:presLayoutVars>
      </dgm:prSet>
      <dgm:spPr/>
    </dgm:pt>
    <dgm:pt modelId="{C7D5B709-E0AF-4C67-9505-FFEF808A85A9}" type="pres">
      <dgm:prSet presAssocID="{091CBABA-1CE1-4638-8F57-181CA9659365}" presName="sibTrans" presStyleCnt="0"/>
      <dgm:spPr/>
    </dgm:pt>
    <dgm:pt modelId="{1E171C8B-B3D8-4A07-8A63-45C7FFFD64CE}" type="pres">
      <dgm:prSet presAssocID="{6D7F9ACB-A22B-4966-A328-EB7A77B4F10A}" presName="compNode" presStyleCnt="0"/>
      <dgm:spPr/>
    </dgm:pt>
    <dgm:pt modelId="{5BD6A875-F20A-4905-9462-AA269E5A15C4}" type="pres">
      <dgm:prSet presAssocID="{6D7F9ACB-A22B-4966-A328-EB7A77B4F10A}" presName="accentLine" presStyleLbl="dkBgShp" presStyleIdx="5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636A2197-943A-4DB5-8CAE-EA4C9407E96C}" type="pres">
      <dgm:prSet presAssocID="{6D7F9ACB-A22B-4966-A328-EB7A77B4F10A}" presName="titleText" presStyleLbl="revTx" presStyleIdx="10" presStyleCnt="12">
        <dgm:presLayoutVars>
          <dgm:chMax val="0"/>
          <dgm:chPref val="0"/>
        </dgm:presLayoutVars>
      </dgm:prSet>
      <dgm:spPr/>
    </dgm:pt>
    <dgm:pt modelId="{916BF036-2091-4CDC-968C-A60353138D3F}" type="pres">
      <dgm:prSet presAssocID="{6D7F9ACB-A22B-4966-A328-EB7A77B4F10A}" presName="bodyText" presStyleLbl="revTx" presStyleIdx="11" presStyleCnt="12">
        <dgm:presLayoutVars>
          <dgm:chMax val="0"/>
          <dgm:chPref val="0"/>
        </dgm:presLayoutVars>
      </dgm:prSet>
      <dgm:spPr/>
    </dgm:pt>
  </dgm:ptLst>
  <dgm:cxnLst>
    <dgm:cxn modelId="{6C148400-66D9-4BC9-8959-1910F35EA1AC}" type="presOf" srcId="{17ED2696-4AAD-41AF-AA6F-D117A87C81EE}" destId="{EEE6B4F9-1B23-47FB-8E1A-85DC06802DB5}" srcOrd="0" destOrd="0" presId="urn:microsoft.com/office/officeart/2026/layout/TextCardShortLine"/>
    <dgm:cxn modelId="{011BF705-BAC7-4932-B2EF-95C8AE189BA8}" srcId="{8A401F4E-2769-44B3-9C72-319B49FF5CAC}" destId="{6D7F9ACB-A22B-4966-A328-EB7A77B4F10A}" srcOrd="5" destOrd="0" parTransId="{435EE1EA-3AA3-4257-9B97-4F775B776136}" sibTransId="{CDD6826F-3355-4FE3-9018-9B0CA08F6035}"/>
    <dgm:cxn modelId="{DB6AD706-FAA5-4DBE-81E9-481CE1B003DA}" type="presOf" srcId="{09C3E88C-0153-461C-8BFF-A39CC30CE3BE}" destId="{594D9E42-4079-49B6-BA4C-58F9BEA5B704}" srcOrd="0" destOrd="0" presId="urn:microsoft.com/office/officeart/2026/layout/TextCardShortLine"/>
    <dgm:cxn modelId="{C329A811-4781-45CA-9D02-0BE47DCD751F}" srcId="{8A401F4E-2769-44B3-9C72-319B49FF5CAC}" destId="{09C3E88C-0153-461C-8BFF-A39CC30CE3BE}" srcOrd="3" destOrd="0" parTransId="{102E6E14-7D87-4873-8ACB-481465B05745}" sibTransId="{F1393428-381E-4593-AD1B-60DBBFB2F283}"/>
    <dgm:cxn modelId="{0906BC11-1F20-40A5-9DB9-93AF442258B7}" type="presOf" srcId="{3CD53CC5-A2FB-4A5C-B4F4-3193D3BF3581}" destId="{BE9BBC95-CDD7-47FD-BC33-F9BB876C3C1C}" srcOrd="0" destOrd="0" presId="urn:microsoft.com/office/officeart/2026/layout/TextCardShortLine"/>
    <dgm:cxn modelId="{A84A6E17-3371-4217-8ACA-B193DDA2774F}" srcId="{8A401F4E-2769-44B3-9C72-319B49FF5CAC}" destId="{57207954-1F17-4C5E-A82C-D15504170C61}" srcOrd="4" destOrd="0" parTransId="{9CC9AD44-C33E-46E9-8347-A7D722847CF4}" sibTransId="{091CBABA-1CE1-4638-8F57-181CA9659365}"/>
    <dgm:cxn modelId="{242D0429-CB8A-4932-B185-8D697F1471BF}" type="presOf" srcId="{8A401F4E-2769-44B3-9C72-319B49FF5CAC}" destId="{166C8330-049E-4315-9F8C-7A5BD36223BD}" srcOrd="0" destOrd="0" presId="urn:microsoft.com/office/officeart/2026/layout/TextCardShortLine"/>
    <dgm:cxn modelId="{B8A5B92A-F37C-482E-A232-32E31A45756E}" type="presOf" srcId="{A46A1790-E2CE-4140-A97B-17608CF464E9}" destId="{CA05A6C5-5D65-49E1-BEB1-FDF797BF50F3}" srcOrd="0" destOrd="0" presId="urn:microsoft.com/office/officeart/2026/layout/TextCardShortLine"/>
    <dgm:cxn modelId="{F296A738-1AC2-4928-82C2-C1ABE5D25355}" type="presOf" srcId="{0988E6DB-38BE-484A-83FE-9D4AA500F8C3}" destId="{14333CA5-5D60-4E6F-8F51-6E847E7B53AF}" srcOrd="0" destOrd="0" presId="urn:microsoft.com/office/officeart/2026/layout/TextCardShortLine"/>
    <dgm:cxn modelId="{1B83943B-4682-422F-8EC7-867B251AA5C0}" srcId="{6D7F9ACB-A22B-4966-A328-EB7A77B4F10A}" destId="{620D0D9C-4650-4A8C-BB61-483E6CDD2C05}" srcOrd="0" destOrd="0" parTransId="{F907E124-37A5-4744-A498-BEF051605B06}" sibTransId="{9DBA1A29-8E01-4483-B9E8-C86F9FD58651}"/>
    <dgm:cxn modelId="{17052A3D-2EF2-45AF-BCA8-51672BD96A0D}" srcId="{8A401F4E-2769-44B3-9C72-319B49FF5CAC}" destId="{17ED2696-4AAD-41AF-AA6F-D117A87C81EE}" srcOrd="0" destOrd="0" parTransId="{B0D1E713-AEAD-4C82-8218-F491DA527943}" sibTransId="{1091C2F3-4A39-47C3-BAE0-806197A116A0}"/>
    <dgm:cxn modelId="{08B4C440-629F-409B-945E-8216089DBE28}" type="presOf" srcId="{15B6442A-70E6-49F2-8040-458D19504814}" destId="{BE9BBC95-CDD7-47FD-BC33-F9BB876C3C1C}" srcOrd="0" destOrd="2" presId="urn:microsoft.com/office/officeart/2026/layout/TextCardShortLine"/>
    <dgm:cxn modelId="{C380FE41-C402-4788-BDB8-4845D17C507C}" type="presOf" srcId="{53C5712D-51BB-4069-A0C5-9320F9BABB33}" destId="{FBF10DEA-0328-48B5-8EDA-0C8D1BA8F7AF}" srcOrd="0" destOrd="0" presId="urn:microsoft.com/office/officeart/2026/layout/TextCardShortLine"/>
    <dgm:cxn modelId="{CE9FFC62-0288-44F4-B6E2-43BCF72B650E}" type="presOf" srcId="{57207954-1F17-4C5E-A82C-D15504170C61}" destId="{F56EC814-2EB8-4D11-895E-7AC2BE6E5205}" srcOrd="0" destOrd="0" presId="urn:microsoft.com/office/officeart/2026/layout/TextCardShortLine"/>
    <dgm:cxn modelId="{6D3C6845-8295-463A-9C4B-4DDD86B2CB6E}" srcId="{D7F4CB3D-7108-4D82-8ADF-23113436D69C}" destId="{7E3ECFF9-9B2A-4E0D-894B-30C66EE30EC2}" srcOrd="0" destOrd="0" parTransId="{11771FD9-CDC3-4A2D-A155-857391C6B3A5}" sibTransId="{03FA6284-2F64-484C-8E80-643A2FA8E205}"/>
    <dgm:cxn modelId="{30292467-B273-4373-A07F-B71CD865FDF0}" type="presOf" srcId="{6D7F9ACB-A22B-4966-A328-EB7A77B4F10A}" destId="{636A2197-943A-4DB5-8CAE-EA4C9407E96C}" srcOrd="0" destOrd="0" presId="urn:microsoft.com/office/officeart/2026/layout/TextCardShortLine"/>
    <dgm:cxn modelId="{6398B849-A338-4FD2-89F6-631F270A30B3}" type="presOf" srcId="{7E3ECFF9-9B2A-4E0D-894B-30C66EE30EC2}" destId="{BA3E4FD3-A6EC-4EF5-B8A9-D24D3B03E702}" srcOrd="0" destOrd="0" presId="urn:microsoft.com/office/officeart/2026/layout/TextCardShortLine"/>
    <dgm:cxn modelId="{273B876B-3750-4D37-9122-4845DB72726B}" srcId="{C6BC9B91-3B8A-49D0-8DB1-A8B078E8C4ED}" destId="{7AE48059-E82E-44E8-8405-44DC6E036F45}" srcOrd="0" destOrd="0" parTransId="{408A1115-65F6-4069-8C4D-1B460E17F9A9}" sibTransId="{472AADA6-FE41-4176-9785-5551C39FF84C}"/>
    <dgm:cxn modelId="{92782A53-2077-40D7-B1E3-E800DB31702D}" type="presOf" srcId="{620D0D9C-4650-4A8C-BB61-483E6CDD2C05}" destId="{916BF036-2091-4CDC-968C-A60353138D3F}" srcOrd="0" destOrd="0" presId="urn:microsoft.com/office/officeart/2026/layout/TextCardShortLine"/>
    <dgm:cxn modelId="{0068B276-76A9-4CA4-9B5A-AEB195391292}" srcId="{09C3E88C-0153-461C-8BFF-A39CC30CE3BE}" destId="{0988E6DB-38BE-484A-83FE-9D4AA500F8C3}" srcOrd="0" destOrd="0" parTransId="{9DC71075-F67E-49FD-BE68-3B0094680F03}" sibTransId="{590C2D77-32CE-4A8C-8671-5463B29CB316}"/>
    <dgm:cxn modelId="{37B1217E-F09B-42E1-9DB4-345D10B60282}" type="presOf" srcId="{D7F4CB3D-7108-4D82-8ADF-23113436D69C}" destId="{07F2FDBD-6937-4A9E-BB20-8D0161714E9B}" srcOrd="0" destOrd="0" presId="urn:microsoft.com/office/officeart/2026/layout/TextCardShortLine"/>
    <dgm:cxn modelId="{8909297E-8738-4638-9C1C-735CC2E37A87}" srcId="{17ED2696-4AAD-41AF-AA6F-D117A87C81EE}" destId="{3CD53CC5-A2FB-4A5C-B4F4-3193D3BF3581}" srcOrd="0" destOrd="0" parTransId="{192C1870-60B1-45B7-815F-B3785509675E}" sibTransId="{5F7B264D-C89E-443F-BC2F-DA59D313AF45}"/>
    <dgm:cxn modelId="{E0CAC37E-D590-4461-BB83-56BBFEFB8DF3}" srcId="{17ED2696-4AAD-41AF-AA6F-D117A87C81EE}" destId="{16B3D3BA-F37C-4D4A-B519-29E206E34CFD}" srcOrd="1" destOrd="0" parTransId="{2E984859-1961-44E3-A199-32F0F2223E05}" sibTransId="{77CEBB7D-06DC-41E0-B28A-BF72F34FEB73}"/>
    <dgm:cxn modelId="{9E849485-CA02-4DAE-A3E5-71570724A767}" srcId="{8A401F4E-2769-44B3-9C72-319B49FF5CAC}" destId="{D7F4CB3D-7108-4D82-8ADF-23113436D69C}" srcOrd="2" destOrd="0" parTransId="{95823118-384B-454F-821B-91AE91DDC8ED}" sibTransId="{2D07B88E-B3AA-4845-8E9B-8277F11BDF6A}"/>
    <dgm:cxn modelId="{827A5796-70D7-4649-84B6-AF120F85C369}" type="presOf" srcId="{7AE48059-E82E-44E8-8405-44DC6E036F45}" destId="{BE9BBC95-CDD7-47FD-BC33-F9BB876C3C1C}" srcOrd="0" destOrd="4" presId="urn:microsoft.com/office/officeart/2026/layout/TextCardShortLine"/>
    <dgm:cxn modelId="{8DB7FA96-4A92-4CAF-BD90-3CD2685D0BE2}" srcId="{57207954-1F17-4C5E-A82C-D15504170C61}" destId="{3C6E1B32-1877-481B-B5FC-F26AB5B8EEE2}" srcOrd="0" destOrd="0" parTransId="{FDA26107-E519-4736-9F66-DBCEF9A477AF}" sibTransId="{F5ACFF73-0386-42DE-BBA9-2671A673CBB4}"/>
    <dgm:cxn modelId="{AA038298-98A6-4A80-B839-5B407883D6C1}" type="presOf" srcId="{C6BC9B91-3B8A-49D0-8DB1-A8B078E8C4ED}" destId="{BE9BBC95-CDD7-47FD-BC33-F9BB876C3C1C}" srcOrd="0" destOrd="3" presId="urn:microsoft.com/office/officeart/2026/layout/TextCardShortLine"/>
    <dgm:cxn modelId="{4C93F4A8-327F-4AA5-95A4-4944C2347602}" srcId="{8A401F4E-2769-44B3-9C72-319B49FF5CAC}" destId="{53C5712D-51BB-4069-A0C5-9320F9BABB33}" srcOrd="1" destOrd="0" parTransId="{27E2FEAC-7ABA-49B3-A1C7-F97E250FA920}" sibTransId="{AF712369-6A08-4F53-84D3-1D81F52BFA18}"/>
    <dgm:cxn modelId="{DC9BC3C8-F5C5-427B-AC74-D690B54A7780}" srcId="{17ED2696-4AAD-41AF-AA6F-D117A87C81EE}" destId="{C6BC9B91-3B8A-49D0-8DB1-A8B078E8C4ED}" srcOrd="3" destOrd="0" parTransId="{7012724A-A4EF-4A74-80FC-77385F734055}" sibTransId="{ACA42EC6-F88B-4A91-ACDB-9DC74DEB1ED9}"/>
    <dgm:cxn modelId="{CB0F6CCE-39DC-431A-8223-B373088A31B4}" type="presOf" srcId="{16B3D3BA-F37C-4D4A-B519-29E206E34CFD}" destId="{BE9BBC95-CDD7-47FD-BC33-F9BB876C3C1C}" srcOrd="0" destOrd="1" presId="urn:microsoft.com/office/officeart/2026/layout/TextCardShortLine"/>
    <dgm:cxn modelId="{40D5F7DD-B687-4566-99B4-8E13C92D53C9}" srcId="{53C5712D-51BB-4069-A0C5-9320F9BABB33}" destId="{A46A1790-E2CE-4140-A97B-17608CF464E9}" srcOrd="0" destOrd="0" parTransId="{C5DACB62-0446-4F46-874E-03A47EBCF133}" sibTransId="{07347A60-8E50-4CBF-88D4-FC7E181526BB}"/>
    <dgm:cxn modelId="{7438DBE3-840B-42D5-AC0C-F6C59298CDA7}" type="presOf" srcId="{3C6E1B32-1877-481B-B5FC-F26AB5B8EEE2}" destId="{387FA52B-5FE1-4670-9EEB-D8A01A0CEBB8}" srcOrd="0" destOrd="0" presId="urn:microsoft.com/office/officeart/2026/layout/TextCardShortLine"/>
    <dgm:cxn modelId="{8A375FEB-3464-48F3-8716-0130B1BC4F52}" srcId="{17ED2696-4AAD-41AF-AA6F-D117A87C81EE}" destId="{15B6442A-70E6-49F2-8040-458D19504814}" srcOrd="2" destOrd="0" parTransId="{C1E21E70-E187-4D87-B41D-B9ABC378C4FA}" sibTransId="{573842AC-250B-4A97-8703-D80AB059A10B}"/>
    <dgm:cxn modelId="{3344C303-FB91-4EB9-B5EB-2D097CFEF326}" type="presParOf" srcId="{166C8330-049E-4315-9F8C-7A5BD36223BD}" destId="{57611028-5F58-44BE-ABC9-65C75F975E77}" srcOrd="0" destOrd="0" presId="urn:microsoft.com/office/officeart/2026/layout/TextCardShortLine"/>
    <dgm:cxn modelId="{6B1C3D8D-FC50-48DC-BF2D-980D7712951D}" type="presParOf" srcId="{57611028-5F58-44BE-ABC9-65C75F975E77}" destId="{66378924-E33E-4EC9-BF7E-81100F7EE670}" srcOrd="0" destOrd="0" presId="urn:microsoft.com/office/officeart/2026/layout/TextCardShortLine"/>
    <dgm:cxn modelId="{DE01A85F-D9E0-44EE-9E93-0978B0808D05}" type="presParOf" srcId="{57611028-5F58-44BE-ABC9-65C75F975E77}" destId="{EEE6B4F9-1B23-47FB-8E1A-85DC06802DB5}" srcOrd="1" destOrd="0" presId="urn:microsoft.com/office/officeart/2026/layout/TextCardShortLine"/>
    <dgm:cxn modelId="{47896A9B-C2B8-40C1-B6E0-FA068E14B5FC}" type="presParOf" srcId="{57611028-5F58-44BE-ABC9-65C75F975E77}" destId="{BE9BBC95-CDD7-47FD-BC33-F9BB876C3C1C}" srcOrd="2" destOrd="0" presId="urn:microsoft.com/office/officeart/2026/layout/TextCardShortLine"/>
    <dgm:cxn modelId="{95F26B31-E23A-4CC4-A2C1-E0281027F55F}" type="presParOf" srcId="{166C8330-049E-4315-9F8C-7A5BD36223BD}" destId="{57BB5A40-89E6-402A-9E8B-9769D0027177}" srcOrd="1" destOrd="0" presId="urn:microsoft.com/office/officeart/2026/layout/TextCardShortLine"/>
    <dgm:cxn modelId="{0FFAB16C-4227-42DE-8870-4B07571092D3}" type="presParOf" srcId="{166C8330-049E-4315-9F8C-7A5BD36223BD}" destId="{4A5404E3-2057-4727-9BD0-1DC97FB6DA40}" srcOrd="2" destOrd="0" presId="urn:microsoft.com/office/officeart/2026/layout/TextCardShortLine"/>
    <dgm:cxn modelId="{3753656F-0A42-4132-9852-989275F86EB8}" type="presParOf" srcId="{4A5404E3-2057-4727-9BD0-1DC97FB6DA40}" destId="{3E145A9D-8953-4E83-8181-B8C723CDD7BB}" srcOrd="0" destOrd="0" presId="urn:microsoft.com/office/officeart/2026/layout/TextCardShortLine"/>
    <dgm:cxn modelId="{A1D2D1D8-126C-4216-96D4-49EA22507533}" type="presParOf" srcId="{4A5404E3-2057-4727-9BD0-1DC97FB6DA40}" destId="{FBF10DEA-0328-48B5-8EDA-0C8D1BA8F7AF}" srcOrd="1" destOrd="0" presId="urn:microsoft.com/office/officeart/2026/layout/TextCardShortLine"/>
    <dgm:cxn modelId="{6A9286AA-BA92-458C-966F-65E91477EAA5}" type="presParOf" srcId="{4A5404E3-2057-4727-9BD0-1DC97FB6DA40}" destId="{CA05A6C5-5D65-49E1-BEB1-FDF797BF50F3}" srcOrd="2" destOrd="0" presId="urn:microsoft.com/office/officeart/2026/layout/TextCardShortLine"/>
    <dgm:cxn modelId="{1951352E-E9E8-4B10-92DE-972F88D6DF9D}" type="presParOf" srcId="{166C8330-049E-4315-9F8C-7A5BD36223BD}" destId="{45544FC6-49EC-4315-B4D0-C8C1D1CC6EB4}" srcOrd="3" destOrd="0" presId="urn:microsoft.com/office/officeart/2026/layout/TextCardShortLine"/>
    <dgm:cxn modelId="{B0936AE9-7A9B-4CC8-963C-FFD05E4F7079}" type="presParOf" srcId="{166C8330-049E-4315-9F8C-7A5BD36223BD}" destId="{116F3DB4-5C29-44DD-A1FA-7A42BD127821}" srcOrd="4" destOrd="0" presId="urn:microsoft.com/office/officeart/2026/layout/TextCardShortLine"/>
    <dgm:cxn modelId="{061F8EF7-46F5-4465-8FCA-4193A6011361}" type="presParOf" srcId="{116F3DB4-5C29-44DD-A1FA-7A42BD127821}" destId="{CD715D44-4A07-4F29-BF19-B16BE3827D1B}" srcOrd="0" destOrd="0" presId="urn:microsoft.com/office/officeart/2026/layout/TextCardShortLine"/>
    <dgm:cxn modelId="{EA1D2608-E77B-4A90-AC3D-B1C3948F7D8E}" type="presParOf" srcId="{116F3DB4-5C29-44DD-A1FA-7A42BD127821}" destId="{07F2FDBD-6937-4A9E-BB20-8D0161714E9B}" srcOrd="1" destOrd="0" presId="urn:microsoft.com/office/officeart/2026/layout/TextCardShortLine"/>
    <dgm:cxn modelId="{E9F2E0B2-6F0D-4C87-9A60-C29862362BCE}" type="presParOf" srcId="{116F3DB4-5C29-44DD-A1FA-7A42BD127821}" destId="{BA3E4FD3-A6EC-4EF5-B8A9-D24D3B03E702}" srcOrd="2" destOrd="0" presId="urn:microsoft.com/office/officeart/2026/layout/TextCardShortLine"/>
    <dgm:cxn modelId="{03103516-788C-417B-B8FF-DBEA74654F96}" type="presParOf" srcId="{166C8330-049E-4315-9F8C-7A5BD36223BD}" destId="{F90F5D24-E670-485B-82F9-DA8E84E9CB93}" srcOrd="5" destOrd="0" presId="urn:microsoft.com/office/officeart/2026/layout/TextCardShortLine"/>
    <dgm:cxn modelId="{919CF964-BD5A-465E-AD6C-04C50DDD69CC}" type="presParOf" srcId="{166C8330-049E-4315-9F8C-7A5BD36223BD}" destId="{C3F165D6-98F2-4DAC-8E57-08A4D10DF657}" srcOrd="6" destOrd="0" presId="urn:microsoft.com/office/officeart/2026/layout/TextCardShortLine"/>
    <dgm:cxn modelId="{4B538546-CC71-4A74-A204-ED008BB046C7}" type="presParOf" srcId="{C3F165D6-98F2-4DAC-8E57-08A4D10DF657}" destId="{5379750B-8DC4-4D03-AD0D-3E2B454020AE}" srcOrd="0" destOrd="0" presId="urn:microsoft.com/office/officeart/2026/layout/TextCardShortLine"/>
    <dgm:cxn modelId="{DDDFACE5-E4E3-4A2D-A584-4F3C55BF2C1F}" type="presParOf" srcId="{C3F165D6-98F2-4DAC-8E57-08A4D10DF657}" destId="{594D9E42-4079-49B6-BA4C-58F9BEA5B704}" srcOrd="1" destOrd="0" presId="urn:microsoft.com/office/officeart/2026/layout/TextCardShortLine"/>
    <dgm:cxn modelId="{9BB0AD78-74C9-49B9-BC58-A95A8E3535D2}" type="presParOf" srcId="{C3F165D6-98F2-4DAC-8E57-08A4D10DF657}" destId="{14333CA5-5D60-4E6F-8F51-6E847E7B53AF}" srcOrd="2" destOrd="0" presId="urn:microsoft.com/office/officeart/2026/layout/TextCardShortLine"/>
    <dgm:cxn modelId="{22BF1DAD-FB7F-49E9-B2EC-EE986D0D50B2}" type="presParOf" srcId="{166C8330-049E-4315-9F8C-7A5BD36223BD}" destId="{7C91A45A-FFC6-4BB0-9B06-A0D780943F2F}" srcOrd="7" destOrd="0" presId="urn:microsoft.com/office/officeart/2026/layout/TextCardShortLine"/>
    <dgm:cxn modelId="{B56B7951-DEF4-41FC-96F4-A637321A582C}" type="presParOf" srcId="{166C8330-049E-4315-9F8C-7A5BD36223BD}" destId="{024060D5-C177-49D0-8C49-7174DAE174A2}" srcOrd="8" destOrd="0" presId="urn:microsoft.com/office/officeart/2026/layout/TextCardShortLine"/>
    <dgm:cxn modelId="{E613DA82-BACE-45C4-8F27-5BE044DF8B5B}" type="presParOf" srcId="{024060D5-C177-49D0-8C49-7174DAE174A2}" destId="{0A4D5848-8459-4E74-9B49-5CDED7D78F63}" srcOrd="0" destOrd="0" presId="urn:microsoft.com/office/officeart/2026/layout/TextCardShortLine"/>
    <dgm:cxn modelId="{A6013286-41DC-4201-B5C4-497E7DF8603C}" type="presParOf" srcId="{024060D5-C177-49D0-8C49-7174DAE174A2}" destId="{F56EC814-2EB8-4D11-895E-7AC2BE6E5205}" srcOrd="1" destOrd="0" presId="urn:microsoft.com/office/officeart/2026/layout/TextCardShortLine"/>
    <dgm:cxn modelId="{90CC7480-FFE6-4B62-AB97-89420F4BAE68}" type="presParOf" srcId="{024060D5-C177-49D0-8C49-7174DAE174A2}" destId="{387FA52B-5FE1-4670-9EEB-D8A01A0CEBB8}" srcOrd="2" destOrd="0" presId="urn:microsoft.com/office/officeart/2026/layout/TextCardShortLine"/>
    <dgm:cxn modelId="{D5D69690-F859-4082-B6D0-0371D79FFF8E}" type="presParOf" srcId="{166C8330-049E-4315-9F8C-7A5BD36223BD}" destId="{C7D5B709-E0AF-4C67-9505-FFEF808A85A9}" srcOrd="9" destOrd="0" presId="urn:microsoft.com/office/officeart/2026/layout/TextCardShortLine"/>
    <dgm:cxn modelId="{86FC4D21-3550-4059-BAAB-0043720A391C}" type="presParOf" srcId="{166C8330-049E-4315-9F8C-7A5BD36223BD}" destId="{1E171C8B-B3D8-4A07-8A63-45C7FFFD64CE}" srcOrd="10" destOrd="0" presId="urn:microsoft.com/office/officeart/2026/layout/TextCardShortLine"/>
    <dgm:cxn modelId="{1F048212-3B1B-43A0-8CFC-98746E0DE291}" type="presParOf" srcId="{1E171C8B-B3D8-4A07-8A63-45C7FFFD64CE}" destId="{5BD6A875-F20A-4905-9462-AA269E5A15C4}" srcOrd="0" destOrd="0" presId="urn:microsoft.com/office/officeart/2026/layout/TextCardShortLine"/>
    <dgm:cxn modelId="{6DCFE5B5-6328-4074-9447-11D6DD14C296}" type="presParOf" srcId="{1E171C8B-B3D8-4A07-8A63-45C7FFFD64CE}" destId="{636A2197-943A-4DB5-8CAE-EA4C9407E96C}" srcOrd="1" destOrd="0" presId="urn:microsoft.com/office/officeart/2026/layout/TextCardShortLine"/>
    <dgm:cxn modelId="{B59BFE16-2B9D-477D-800D-6D548AD311F7}" type="presParOf" srcId="{1E171C8B-B3D8-4A07-8A63-45C7FFFD64CE}" destId="{916BF036-2091-4CDC-968C-A60353138D3F}" srcOrd="2" destOrd="0" presId="urn:microsoft.com/office/officeart/2026/layout/TextCardShort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78924-E33E-4EC9-BF7E-81100F7EE670}">
      <dsp:nvSpPr>
        <dsp:cNvPr id="0" name=""/>
        <dsp:cNvSpPr/>
      </dsp:nvSpPr>
      <dsp:spPr>
        <a:xfrm>
          <a:off x="224535" y="20433"/>
          <a:ext cx="544830" cy="2934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6B4F9-1B23-47FB-8E1A-85DC06802DB5}">
      <dsp:nvSpPr>
        <dsp:cNvPr id="0" name=""/>
        <dsp:cNvSpPr/>
      </dsp:nvSpPr>
      <dsp:spPr>
        <a:xfrm>
          <a:off x="224535" y="223391"/>
          <a:ext cx="2476500" cy="545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Branch A Root</a:t>
          </a:r>
        </a:p>
      </dsp:txBody>
      <dsp:txXfrm>
        <a:off x="224535" y="223391"/>
        <a:ext cx="2476500" cy="545295"/>
      </dsp:txXfrm>
    </dsp:sp>
    <dsp:sp modelId="{BE9BBC95-CDD7-47FD-BC33-F9BB876C3C1C}">
      <dsp:nvSpPr>
        <dsp:cNvPr id="0" name=""/>
        <dsp:cNvSpPr/>
      </dsp:nvSpPr>
      <dsp:spPr>
        <a:xfrm>
          <a:off x="224535" y="768686"/>
          <a:ext cx="2476500" cy="1697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Branch A Child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Branch A Grandchild with long text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</dsp:txBody>
      <dsp:txXfrm>
        <a:off x="224535" y="768686"/>
        <a:ext cx="2476500" cy="1697018"/>
      </dsp:txXfrm>
    </dsp:sp>
    <dsp:sp modelId="{3E145A9D-8953-4E83-8181-B8C723CDD7BB}">
      <dsp:nvSpPr>
        <dsp:cNvPr id="0" name=""/>
        <dsp:cNvSpPr/>
      </dsp:nvSpPr>
      <dsp:spPr>
        <a:xfrm>
          <a:off x="2889249" y="20433"/>
          <a:ext cx="544830" cy="2934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10DEA-0328-48B5-8EDA-0C8D1BA8F7AF}">
      <dsp:nvSpPr>
        <dsp:cNvPr id="0" name=""/>
        <dsp:cNvSpPr/>
      </dsp:nvSpPr>
      <dsp:spPr>
        <a:xfrm>
          <a:off x="2889249" y="223391"/>
          <a:ext cx="2476500" cy="545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Branch B Root</a:t>
          </a:r>
        </a:p>
      </dsp:txBody>
      <dsp:txXfrm>
        <a:off x="2889249" y="223391"/>
        <a:ext cx="2476500" cy="545295"/>
      </dsp:txXfrm>
    </dsp:sp>
    <dsp:sp modelId="{CA05A6C5-5D65-49E1-BEB1-FDF797BF50F3}">
      <dsp:nvSpPr>
        <dsp:cNvPr id="0" name=""/>
        <dsp:cNvSpPr/>
      </dsp:nvSpPr>
      <dsp:spPr>
        <a:xfrm>
          <a:off x="2889249" y="768686"/>
          <a:ext cx="2476500" cy="1697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89249" y="768686"/>
        <a:ext cx="2476500" cy="1697018"/>
      </dsp:txXfrm>
    </dsp:sp>
    <dsp:sp modelId="{CD715D44-4A07-4F29-BF19-B16BE3827D1B}">
      <dsp:nvSpPr>
        <dsp:cNvPr id="0" name=""/>
        <dsp:cNvSpPr/>
      </dsp:nvSpPr>
      <dsp:spPr>
        <a:xfrm>
          <a:off x="5553964" y="20433"/>
          <a:ext cx="544830" cy="2934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2FDBD-6937-4A9E-BB20-8D0161714E9B}">
      <dsp:nvSpPr>
        <dsp:cNvPr id="0" name=""/>
        <dsp:cNvSpPr/>
      </dsp:nvSpPr>
      <dsp:spPr>
        <a:xfrm>
          <a:off x="5553964" y="223391"/>
          <a:ext cx="2476500" cy="545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Branch B Child</a:t>
          </a:r>
        </a:p>
      </dsp:txBody>
      <dsp:txXfrm>
        <a:off x="5553964" y="223391"/>
        <a:ext cx="2476500" cy="545295"/>
      </dsp:txXfrm>
    </dsp:sp>
    <dsp:sp modelId="{BA3E4FD3-A6EC-4EF5-B8A9-D24D3B03E702}">
      <dsp:nvSpPr>
        <dsp:cNvPr id="0" name=""/>
        <dsp:cNvSpPr/>
      </dsp:nvSpPr>
      <dsp:spPr>
        <a:xfrm>
          <a:off x="5553964" y="768686"/>
          <a:ext cx="2476500" cy="1697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553964" y="768686"/>
        <a:ext cx="2476500" cy="1697018"/>
      </dsp:txXfrm>
    </dsp:sp>
    <dsp:sp modelId="{5379750B-8DC4-4D03-AD0D-3E2B454020AE}">
      <dsp:nvSpPr>
        <dsp:cNvPr id="0" name=""/>
        <dsp:cNvSpPr/>
      </dsp:nvSpPr>
      <dsp:spPr>
        <a:xfrm>
          <a:off x="224535" y="2614295"/>
          <a:ext cx="544830" cy="2934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4D9E42-4079-49B6-BA4C-58F9BEA5B704}">
      <dsp:nvSpPr>
        <dsp:cNvPr id="0" name=""/>
        <dsp:cNvSpPr/>
      </dsp:nvSpPr>
      <dsp:spPr>
        <a:xfrm>
          <a:off x="224535" y="2817252"/>
          <a:ext cx="2476500" cy="545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Branch B Grandchild</a:t>
          </a:r>
        </a:p>
      </dsp:txBody>
      <dsp:txXfrm>
        <a:off x="224535" y="2817252"/>
        <a:ext cx="2476500" cy="545295"/>
      </dsp:txXfrm>
    </dsp:sp>
    <dsp:sp modelId="{14333CA5-5D60-4E6F-8F51-6E847E7B53AF}">
      <dsp:nvSpPr>
        <dsp:cNvPr id="0" name=""/>
        <dsp:cNvSpPr/>
      </dsp:nvSpPr>
      <dsp:spPr>
        <a:xfrm>
          <a:off x="224535" y="3362548"/>
          <a:ext cx="2476500" cy="1697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4535" y="3362548"/>
        <a:ext cx="2476500" cy="1697018"/>
      </dsp:txXfrm>
    </dsp:sp>
    <dsp:sp modelId="{0A4D5848-8459-4E74-9B49-5CDED7D78F63}">
      <dsp:nvSpPr>
        <dsp:cNvPr id="0" name=""/>
        <dsp:cNvSpPr/>
      </dsp:nvSpPr>
      <dsp:spPr>
        <a:xfrm>
          <a:off x="2889249" y="2614295"/>
          <a:ext cx="544830" cy="2934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EC814-2EB8-4D11-895E-7AC2BE6E5205}">
      <dsp:nvSpPr>
        <dsp:cNvPr id="0" name=""/>
        <dsp:cNvSpPr/>
      </dsp:nvSpPr>
      <dsp:spPr>
        <a:xfrm>
          <a:off x="2889249" y="2817252"/>
          <a:ext cx="2476500" cy="545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Branch C Root</a:t>
          </a:r>
        </a:p>
      </dsp:txBody>
      <dsp:txXfrm>
        <a:off x="2889249" y="2817252"/>
        <a:ext cx="2476500" cy="545295"/>
      </dsp:txXfrm>
    </dsp:sp>
    <dsp:sp modelId="{387FA52B-5FE1-4670-9EEB-D8A01A0CEBB8}">
      <dsp:nvSpPr>
        <dsp:cNvPr id="0" name=""/>
        <dsp:cNvSpPr/>
      </dsp:nvSpPr>
      <dsp:spPr>
        <a:xfrm>
          <a:off x="2889249" y="3362548"/>
          <a:ext cx="2476500" cy="1697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89249" y="3362548"/>
        <a:ext cx="2476500" cy="1697018"/>
      </dsp:txXfrm>
    </dsp:sp>
    <dsp:sp modelId="{5BD6A875-F20A-4905-9462-AA269E5A15C4}">
      <dsp:nvSpPr>
        <dsp:cNvPr id="0" name=""/>
        <dsp:cNvSpPr/>
      </dsp:nvSpPr>
      <dsp:spPr>
        <a:xfrm>
          <a:off x="5553964" y="2614295"/>
          <a:ext cx="544830" cy="2934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A2197-943A-4DB5-8CAE-EA4C9407E96C}">
      <dsp:nvSpPr>
        <dsp:cNvPr id="0" name=""/>
        <dsp:cNvSpPr/>
      </dsp:nvSpPr>
      <dsp:spPr>
        <a:xfrm>
          <a:off x="5553964" y="2817252"/>
          <a:ext cx="2476500" cy="545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Branch C Child</a:t>
          </a:r>
        </a:p>
      </dsp:txBody>
      <dsp:txXfrm>
        <a:off x="5553964" y="2817252"/>
        <a:ext cx="2476500" cy="545295"/>
      </dsp:txXfrm>
    </dsp:sp>
    <dsp:sp modelId="{916BF036-2091-4CDC-968C-A60353138D3F}">
      <dsp:nvSpPr>
        <dsp:cNvPr id="0" name=""/>
        <dsp:cNvSpPr/>
      </dsp:nvSpPr>
      <dsp:spPr>
        <a:xfrm>
          <a:off x="5553964" y="3362548"/>
          <a:ext cx="2476500" cy="1697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553964" y="3362548"/>
        <a:ext cx="2476500" cy="16970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8695-DED8-65A9-134B-798B146BD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C203B4-9435-855D-C7FA-2843CCCF8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3C6D4-4FB1-B9B4-5E1D-F6009AF3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4913A-B061-0AF4-0786-1B7F3968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D5E74-D7F5-EB25-A5E6-56C95080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5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D5BD-EEDF-BE70-7238-15259943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0D341-2DC6-4922-FAB6-613B8791E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81562-7CBA-3ADA-9B87-2CA4252D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11A1B-273D-8642-61F2-063F463A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CCA22-0277-6302-A684-6712DE6B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6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28D1-5DD6-79C4-C338-8DDC9FA6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CCC5-BB0A-D52C-295D-C813C9235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62718-9610-8CC3-EEC9-91C957E25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FA444-523B-A532-C1B4-0DEB44DA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9E611-3DAE-D70A-AF14-4F41774A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8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939F-F1C7-78F2-F7AB-0DA7A266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176AA-45DE-C731-A676-8616D932E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8033-E2CD-D731-6F4D-3581461D7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A62D5-44F9-A750-5FF1-A380991F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BEC5B-FEC8-2553-5898-1992C3EA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8B2AA-ADB5-C675-3A8D-D4EE7078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4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9C3F-290D-D64F-A8EC-F06D8E9B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984E3-6EB5-FDA2-B7FA-203C1A6AE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7CBE5-292B-FC3C-A268-8F7E99729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9BB8C-1B2B-C37C-574C-ACBD4D74A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A8CCF-C6C8-33EF-D523-18EC6BBF0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475A6-092B-88E4-D536-79CE1ADC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7D6FA-A9F7-F9B0-9694-26DF4331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3BADC4-A9A6-EAFE-888F-50436D5F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3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B9F0-CEE7-12FB-9FC3-72418D1D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4EF90-F4E5-ABA9-1423-C89B8419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AFB01-3018-E7FF-41D2-3D7960EF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9DAA1-F542-2A29-F03D-69A44856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01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9B879-33A8-E2F4-52AA-AB0EBCB8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3C3E7-0569-45CC-4700-A1E522E9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F8F70-50DF-CDD7-AB0D-F7FFB804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CA307-0D7E-1DF6-B75D-EA5B9F38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027D-2FD4-185A-1FAC-649B5E31E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99D34-F8C7-B159-B1FA-C0F6034DC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60EDB-D337-00B5-3562-7CEC011A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E748A-3F01-C02D-6A57-EBEB422B1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43938-9585-F40D-A3C9-E73F7985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5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53FA-4B3C-C08A-2B1B-B3ADFD1C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71E9B-C9B5-3CE5-81FB-8C37EC82B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D339E-230D-B525-2B7F-9DF6CE23D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133C8-C874-1A7E-177B-E6536CC0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1A253-C53A-2918-83D7-50F2D2B4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26E65-C38A-BF54-F897-7473A99E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7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5D6F-9F2D-2CF9-FB79-D52AF3DE8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ABC1D-B886-8EAE-A817-5419F510A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E1D2C-6129-EDFE-09E4-3A948D89D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FE3B7-6AB0-B8B9-E912-63F3970A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E451E-4ED3-01A4-5C72-4B82767D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BCD0D-5F29-1AB1-2EDD-0FFB521BE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DE40D-36B0-C001-9016-2797D1B50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9E26F-D899-303F-E042-10AE606F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6AA18-8E31-30AE-7633-1FAD3D9A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28D00-25B4-B13D-D9E1-D079D6CD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7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2A222-FC38-8339-F78F-12E3CA99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5E10A-59B9-D815-05FA-9DFE398C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AAA42-B777-FC20-0AF5-EAF97E522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30649-5B7F-425F-91AF-36D1E6D45E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195E2-AEF9-AB63-5EE9-76D26FC79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97195-465E-BC02-0CE5-8E8B2546F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5B2BA-CC8C-414B-AA55-FEC2B50A8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4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71CF823-4CCD-A6D1-B090-A11C5AEC49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870225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8042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2026-09-06T08:15:21Z</dcterms:created>
  <dcterms:modified xsi:type="dcterms:W3CDTF">2026-09-06T08:15:22Z</dcterms:modified>
</cp:coreProperties>
</file>