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73AD43-16C9-4736-8D96-F8DCB33F651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E75C9A0-F4D1-4DC2-9B11-41681AD5CA13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D5E58BA1-A71E-418B-A02E-D5BE3208AD16}" type="parTrans" cxnId="{90B9D222-C39B-43E7-9C4C-0103B4237CDB}">
      <dgm:prSet/>
      <dgm:spPr/>
    </dgm:pt>
    <dgm:pt modelId="{246A9121-242B-475E-8830-BA56BE331001}" type="sibTrans" cxnId="{90B9D222-C39B-43E7-9C4C-0103B4237CDB}">
      <dgm:prSet/>
      <dgm:spPr/>
    </dgm:pt>
    <dgm:pt modelId="{D6F0E320-3297-4F08-88CE-C692A09226D3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981AFDBD-74FB-4263-8737-03701B0534F6}" type="parTrans" cxnId="{57342CB2-BE77-40AE-98C6-5753CE34036A}">
      <dgm:prSet/>
      <dgm:spPr/>
    </dgm:pt>
    <dgm:pt modelId="{959CBA87-6836-484C-B99B-81487494B4BC}" type="sibTrans" cxnId="{57342CB2-BE77-40AE-98C6-5753CE34036A}">
      <dgm:prSet/>
      <dgm:spPr/>
    </dgm:pt>
    <dgm:pt modelId="{CA0D510B-DF17-4CCE-B461-B12CC3BB407A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9AB41A36-DFF5-4937-9E07-75C5E572A1C8}" type="parTrans" cxnId="{E197042B-B737-489B-9BEB-A8DAE9EE58F9}">
      <dgm:prSet/>
      <dgm:spPr/>
    </dgm:pt>
    <dgm:pt modelId="{6D169B0D-EDDF-4C01-8D13-22F8EE600887}" type="sibTrans" cxnId="{E197042B-B737-489B-9BEB-A8DAE9EE58F9}">
      <dgm:prSet/>
      <dgm:spPr/>
    </dgm:pt>
    <dgm:pt modelId="{56797B92-4534-45F0-BE60-C596EE2F45D1}" type="pres">
      <dgm:prSet presAssocID="{6D73AD43-16C9-4736-8D96-F8DCB33F6516}" presName="linear" presStyleCnt="0">
        <dgm:presLayoutVars>
          <dgm:animLvl val="lvl"/>
          <dgm:resizeHandles val="exact"/>
        </dgm:presLayoutVars>
      </dgm:prSet>
      <dgm:spPr/>
    </dgm:pt>
    <dgm:pt modelId="{F2C3CF3B-F77F-4EE2-ABF7-62935BE64D07}" type="pres">
      <dgm:prSet presAssocID="{AE75C9A0-F4D1-4DC2-9B11-41681AD5CA1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5DDD36F-D6C6-46F1-89C5-07776D3E9E0F}" type="pres">
      <dgm:prSet presAssocID="{246A9121-242B-475E-8830-BA56BE331001}" presName="spacer" presStyleCnt="0"/>
      <dgm:spPr/>
    </dgm:pt>
    <dgm:pt modelId="{29F7D134-5130-4551-B3C0-32E6110DF51C}" type="pres">
      <dgm:prSet presAssocID="{D6F0E320-3297-4F08-88CE-C692A09226D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2CBC86E-E990-4E57-B0E9-F856F7A29B94}" type="pres">
      <dgm:prSet presAssocID="{959CBA87-6836-484C-B99B-81487494B4BC}" presName="spacer" presStyleCnt="0"/>
      <dgm:spPr/>
    </dgm:pt>
    <dgm:pt modelId="{040B92DE-55FE-459A-AEF3-459BE9A2EC00}" type="pres">
      <dgm:prSet presAssocID="{CA0D510B-DF17-4CCE-B461-B12CC3BB407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0B9D222-C39B-43E7-9C4C-0103B4237CDB}" srcId="{6D73AD43-16C9-4736-8D96-F8DCB33F6516}" destId="{AE75C9A0-F4D1-4DC2-9B11-41681AD5CA13}" srcOrd="0" destOrd="0" parTransId="{D5E58BA1-A71E-418B-A02E-D5BE3208AD16}" sibTransId="{246A9121-242B-475E-8830-BA56BE331001}"/>
    <dgm:cxn modelId="{E197042B-B737-489B-9BEB-A8DAE9EE58F9}" srcId="{6D73AD43-16C9-4736-8D96-F8DCB33F6516}" destId="{CA0D510B-DF17-4CCE-B461-B12CC3BB407A}" srcOrd="2" destOrd="0" parTransId="{9AB41A36-DFF5-4937-9E07-75C5E572A1C8}" sibTransId="{6D169B0D-EDDF-4C01-8D13-22F8EE600887}"/>
    <dgm:cxn modelId="{9002076F-1839-42DB-836F-7E47465E604B}" type="presOf" srcId="{AE75C9A0-F4D1-4DC2-9B11-41681AD5CA13}" destId="{F2C3CF3B-F77F-4EE2-ABF7-62935BE64D07}" srcOrd="0" destOrd="0" presId="urn:microsoft.com/office/officeart/2005/8/layout/vList2"/>
    <dgm:cxn modelId="{57F7A283-1327-4A19-98A5-BE301D0FD31D}" type="presOf" srcId="{6D73AD43-16C9-4736-8D96-F8DCB33F6516}" destId="{56797B92-4534-45F0-BE60-C596EE2F45D1}" srcOrd="0" destOrd="0" presId="urn:microsoft.com/office/officeart/2005/8/layout/vList2"/>
    <dgm:cxn modelId="{17662886-6115-431E-9CC2-85C99CCF6889}" type="presOf" srcId="{D6F0E320-3297-4F08-88CE-C692A09226D3}" destId="{29F7D134-5130-4551-B3C0-32E6110DF51C}" srcOrd="0" destOrd="0" presId="urn:microsoft.com/office/officeart/2005/8/layout/vList2"/>
    <dgm:cxn modelId="{8EA7BB8B-9622-4168-95AA-13EC730A5DE9}" type="presOf" srcId="{CA0D510B-DF17-4CCE-B461-B12CC3BB407A}" destId="{040B92DE-55FE-459A-AEF3-459BE9A2EC00}" srcOrd="0" destOrd="0" presId="urn:microsoft.com/office/officeart/2005/8/layout/vList2"/>
    <dgm:cxn modelId="{57342CB2-BE77-40AE-98C6-5753CE34036A}" srcId="{6D73AD43-16C9-4736-8D96-F8DCB33F6516}" destId="{D6F0E320-3297-4F08-88CE-C692A09226D3}" srcOrd="1" destOrd="0" parTransId="{981AFDBD-74FB-4263-8737-03701B0534F6}" sibTransId="{959CBA87-6836-484C-B99B-81487494B4BC}"/>
    <dgm:cxn modelId="{35AAE9EE-ED71-4D30-BA1F-F992439FC3ED}" type="presParOf" srcId="{56797B92-4534-45F0-BE60-C596EE2F45D1}" destId="{F2C3CF3B-F77F-4EE2-ABF7-62935BE64D07}" srcOrd="0" destOrd="0" presId="urn:microsoft.com/office/officeart/2005/8/layout/vList2"/>
    <dgm:cxn modelId="{70F2A0C4-FFD8-40CA-AFD6-49B61740ED35}" type="presParOf" srcId="{56797B92-4534-45F0-BE60-C596EE2F45D1}" destId="{B5DDD36F-D6C6-46F1-89C5-07776D3E9E0F}" srcOrd="1" destOrd="0" presId="urn:microsoft.com/office/officeart/2005/8/layout/vList2"/>
    <dgm:cxn modelId="{5466B6A4-6CC6-461D-B562-75B7C7FEF437}" type="presParOf" srcId="{56797B92-4534-45F0-BE60-C596EE2F45D1}" destId="{29F7D134-5130-4551-B3C0-32E6110DF51C}" srcOrd="2" destOrd="0" presId="urn:microsoft.com/office/officeart/2005/8/layout/vList2"/>
    <dgm:cxn modelId="{6E884051-75F0-45C6-B37C-58EEDA76D2FF}" type="presParOf" srcId="{56797B92-4534-45F0-BE60-C596EE2F45D1}" destId="{02CBC86E-E990-4E57-B0E9-F856F7A29B94}" srcOrd="3" destOrd="0" presId="urn:microsoft.com/office/officeart/2005/8/layout/vList2"/>
    <dgm:cxn modelId="{B7EC8942-5C90-45B9-9C5B-8323CBD15D7E}" type="presParOf" srcId="{56797B92-4534-45F0-BE60-C596EE2F45D1}" destId="{040B92DE-55FE-459A-AEF3-459BE9A2EC0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C3CF3B-F77F-4EE2-ABF7-62935BE64D07}">
      <dsp:nvSpPr>
        <dsp:cNvPr id="0" name=""/>
        <dsp:cNvSpPr/>
      </dsp:nvSpPr>
      <dsp:spPr>
        <a:xfrm>
          <a:off x="0" y="29224"/>
          <a:ext cx="8255000" cy="1597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Alpha</a:t>
          </a:r>
        </a:p>
      </dsp:txBody>
      <dsp:txXfrm>
        <a:off x="77962" y="107186"/>
        <a:ext cx="8099076" cy="1441126"/>
      </dsp:txXfrm>
    </dsp:sp>
    <dsp:sp modelId="{29F7D134-5130-4551-B3C0-32E6110DF51C}">
      <dsp:nvSpPr>
        <dsp:cNvPr id="0" name=""/>
        <dsp:cNvSpPr/>
      </dsp:nvSpPr>
      <dsp:spPr>
        <a:xfrm>
          <a:off x="0" y="1741475"/>
          <a:ext cx="8255000" cy="1597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Beta has a noticeably longer label than the others</a:t>
          </a:r>
        </a:p>
      </dsp:txBody>
      <dsp:txXfrm>
        <a:off x="77962" y="1819437"/>
        <a:ext cx="8099076" cy="1441126"/>
      </dsp:txXfrm>
    </dsp:sp>
    <dsp:sp modelId="{040B92DE-55FE-459A-AEF3-459BE9A2EC00}">
      <dsp:nvSpPr>
        <dsp:cNvPr id="0" name=""/>
        <dsp:cNvSpPr/>
      </dsp:nvSpPr>
      <dsp:spPr>
        <a:xfrm>
          <a:off x="0" y="3453725"/>
          <a:ext cx="8255000" cy="1597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Gamma</a:t>
          </a:r>
        </a:p>
      </dsp:txBody>
      <dsp:txXfrm>
        <a:off x="77962" y="3531687"/>
        <a:ext cx="8099076" cy="14411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B36D0-33A3-86C2-1489-0848CFF92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136665-C855-703F-E650-B4D82AE5D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7A9B8-DBF4-90E0-5E66-D5DF2C333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19FD3-E9F6-4DCA-AAB5-1A85FFD7F3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AD5EB-2DC5-57D5-2CDE-CC9B77CE1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28069-046E-AA47-4177-9DC06F321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6438-1710-4B79-8F74-389BF323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770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B2E41-3F5E-4800-7F47-055D0C3B9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9CF05-087D-4C1C-FFF5-A30F26D2A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834F2-3B77-D067-6B78-23F3C71A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19FD3-E9F6-4DCA-AAB5-1A85FFD7F3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E3C5F-0414-2D2A-83A3-B739391B5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D6780-E307-D4E8-B8E5-DBE90DEEA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6438-1710-4B79-8F74-389BF323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14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C850D-1FA3-6406-D67D-91D07E3C8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334B8-DC85-F6C9-243D-9030B91BE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BF11F-10E7-2550-982E-2904C40B8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19FD3-E9F6-4DCA-AAB5-1A85FFD7F3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EBC07-218E-247F-3F2C-9A00AEB06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85A81-8069-F1C4-2004-0FB8D52ED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6438-1710-4B79-8F74-389BF323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22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F679E-5C92-077D-CD9F-043434F5A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7676D-952E-0197-78E0-86603E848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A2065-0C22-F68D-F101-4957E8957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EAB2D-E58F-4099-4E7D-3D1EA447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19FD3-E9F6-4DCA-AAB5-1A85FFD7F3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FFD1B-674D-704D-F5DE-AC623A5B5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5F8C7-3D39-B5D2-AABA-18D0121FF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6438-1710-4B79-8F74-389BF323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51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CBC70-63B6-5296-3D43-949F8B12A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67AB6-2C69-BD4A-8A38-E75E2D28A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DF654-0C4E-ECFF-60F0-D5502BF26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F191C5-F30B-CD32-3B89-9FC897E7CB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F2584-567E-6966-C027-0BE5E3E0AD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85752F-234C-51B8-DFA7-729C00151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19FD3-E9F6-4DCA-AAB5-1A85FFD7F3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AC748C-3A9C-7AFD-9117-C1F8EEFBF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47C7E8-A14F-2738-D4DE-FB24221FB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6438-1710-4B79-8F74-389BF323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BC6D8-F977-BB73-3B92-545513B6E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FAE25-0D9A-5174-699E-3B9D65448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19FD3-E9F6-4DCA-AAB5-1A85FFD7F3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238AE-2933-188B-3C5F-352A15B1D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708A85-DADF-6AFE-7D6E-6B02F7242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6438-1710-4B79-8F74-389BF323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81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FE808-3052-24E1-ECF6-1FE0C440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19FD3-E9F6-4DCA-AAB5-1A85FFD7F3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1D5E47-0381-A362-2E74-AE4CCAA54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2B06D-5483-7428-240B-B6992D9F3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6438-1710-4B79-8F74-389BF323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88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012E-62BB-EEA7-1EA3-3B8B35F46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5FF6B-6B7B-DFD0-407B-64B21DAEE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BCCAC-4680-1DB9-68E7-4B311DE05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82C70-AEFB-9A3D-6AF6-AB8E15210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19FD3-E9F6-4DCA-AAB5-1A85FFD7F3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51770-305D-A0FD-7F21-2E12FD6BE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DBC73-D0B4-C2FC-36BC-4EF5F556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6438-1710-4B79-8F74-389BF323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27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B4926-DB63-C3D8-AD73-3979BFF43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80D938-6431-42D7-657A-B8FF4E6CE2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28AE6B-86E5-C625-7455-ADB40956E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AE552-A0CA-62A8-147E-CAD00D51D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19FD3-E9F6-4DCA-AAB5-1A85FFD7F3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474BC8-23A7-2A5A-6584-7B2D5C26E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E2E74-16F3-0AF8-B353-2E009A5F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6438-1710-4B79-8F74-389BF323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4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BD661-60CA-E197-63AC-4225F8846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0B554-025E-9495-C593-CF0D3A710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AD213-9737-9F6A-B19C-1E8DA249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19FD3-E9F6-4DCA-AAB5-1A85FFD7F3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466A3-FC64-9769-1CAC-88DACB2FC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11DC8-255D-245C-D56E-1E87DB5EA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6438-1710-4B79-8F74-389BF323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83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687A4B-867D-714C-EF07-500558B1E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2A0DB5-1A47-0B65-E71C-F04C683F6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C46DD-1F29-BF1F-4BE1-4CE4896F2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19FD3-E9F6-4DCA-AAB5-1A85FFD7F3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947B0-2590-633C-8292-AF01A397B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A51E8-8C16-4516-8F59-37E3A85CA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6438-1710-4B79-8F74-389BF323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62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2FBC24-6B4F-65F9-C72F-C26224DA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94D3A-DB71-F9A8-C815-DD9DBF2F1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BA0CE-A47A-EBD3-FD43-93AECC53C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119FD3-E9F6-4DCA-AAB5-1A85FFD7F36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F1B7C-5BDC-FD9B-09C1-B4EA3CD35C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92C02-D45A-C950-BABB-FA087F281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F6438-1710-4B79-8F74-389BF32303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1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372F561-731C-DC45-F792-5A211F399B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633258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5070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2026-09-06T08:12:36Z</dcterms:created>
  <dcterms:modified xsi:type="dcterms:W3CDTF">2026-09-06T08:12:36Z</dcterms:modified>
</cp:coreProperties>
</file>