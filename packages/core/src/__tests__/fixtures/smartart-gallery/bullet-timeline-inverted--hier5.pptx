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B40B29-F76D-4B8A-B161-BC9E8143A59B}" type="doc">
      <dgm:prSet loTypeId="urn:microsoft.com/office/officeart/2024/layout/BulletTimelineInverted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457A9C-AF16-48C0-B906-D34070C11288}">
      <dgm:prSet phldrT="Add an event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0A0A6016-FFF0-4A02-837C-9C224B5E26EF}" type="parTrans" cxnId="{52C5A29D-4506-480E-8AC4-E72EFBB7E1DA}">
      <dgm:prSet/>
      <dgm:spPr/>
    </dgm:pt>
    <dgm:pt modelId="{26923623-37AD-4A1F-BA67-F27B48CADAA2}" type="sibTrans" cxnId="{52C5A29D-4506-480E-8AC4-E72EFBB7E1DA}">
      <dgm:prSet/>
      <dgm:spPr/>
    </dgm:pt>
    <dgm:pt modelId="{9393F274-D7A3-44A9-9E4E-9DF9FDB2E428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8F607460-6403-4DC6-99E8-6982CA2DD3C5}" type="parTrans" cxnId="{0F451FC5-D989-43B3-9EF5-5C0E7D534446}">
      <dgm:prSet/>
      <dgm:spPr/>
    </dgm:pt>
    <dgm:pt modelId="{DA170BA6-86A0-46BE-BE7E-98B7686DCD9B}" type="sibTrans" cxnId="{0F451FC5-D989-43B3-9EF5-5C0E7D534446}">
      <dgm:prSet/>
      <dgm:spPr/>
    </dgm:pt>
    <dgm:pt modelId="{E071C18E-DC55-42B4-95F3-6B0A40AF0AC7}">
      <dgm:prSet phldrT="Add an event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8ED0828B-BD24-4CC3-819F-CFB9BB49D0BB}" type="parTrans" cxnId="{DD2011C0-08B1-49EE-89E4-AF896A208D86}">
      <dgm:prSet/>
      <dgm:spPr/>
    </dgm:pt>
    <dgm:pt modelId="{A4DC3B62-D0E7-407A-868A-6CC27AA3EBB8}" type="sibTrans" cxnId="{DD2011C0-08B1-49EE-89E4-AF896A208D86}">
      <dgm:prSet/>
      <dgm:spPr/>
    </dgm:pt>
    <dgm:pt modelId="{85C75BE8-35C3-4C6A-A416-0BB6BF4F2648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975272AF-3D6B-4CDD-B8F0-383F4AD09B61}" type="parTrans" cxnId="{E9F2F3E1-E5FF-4C8F-9D59-981D4199E97D}">
      <dgm:prSet/>
      <dgm:spPr/>
    </dgm:pt>
    <dgm:pt modelId="{B52F6D0C-B7F6-4D4C-9F1A-CB98F78F195A}" type="sibTrans" cxnId="{E9F2F3E1-E5FF-4C8F-9D59-981D4199E97D}">
      <dgm:prSet/>
      <dgm:spPr/>
    </dgm:pt>
    <dgm:pt modelId="{9088F17C-C813-4A0F-8C37-1208F31EE7A3}">
      <dgm:prSet phldrT="Add an event"/>
      <dgm:spPr/>
      <dgm:t>
        <a:bodyPr/>
        <a:lstStyle/>
        <a:p>
          <a:r>
            <a:rPr lang="en-US"/>
            <a:t>Node Three</a:t>
          </a:r>
        </a:p>
      </dgm:t>
    </dgm:pt>
    <dgm:pt modelId="{FA00013A-864E-4433-B8B6-A8676D99C0E6}" type="parTrans" cxnId="{8F38AA4A-112B-4C50-AE44-05E7D165B095}">
      <dgm:prSet/>
      <dgm:spPr/>
    </dgm:pt>
    <dgm:pt modelId="{3B261B70-9E00-4160-8905-86D252D97064}" type="sibTrans" cxnId="{8F38AA4A-112B-4C50-AE44-05E7D165B095}">
      <dgm:prSet/>
      <dgm:spPr/>
    </dgm:pt>
    <dgm:pt modelId="{AC540C95-EC21-4874-8D68-6DCC27154209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D9AEAF9F-8AD8-44DD-8B83-C71ACCF5CD58}" type="parTrans" cxnId="{6041C3B0-8F25-46E5-B7DC-249739319142}">
      <dgm:prSet/>
      <dgm:spPr/>
    </dgm:pt>
    <dgm:pt modelId="{39B31C2A-3C58-439E-9CDF-178A3D438124}" type="sibTrans" cxnId="{6041C3B0-8F25-46E5-B7DC-249739319142}">
      <dgm:prSet/>
      <dgm:spPr/>
    </dgm:pt>
    <dgm:pt modelId="{0E1F7B5A-406E-40FA-A14C-F32C9C586988}">
      <dgm:prSet phldrT="Add an event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762FD703-E758-437E-AB99-298DBF47352B}" type="parTrans" cxnId="{002F6769-C172-4725-AAAD-EB5366307E93}">
      <dgm:prSet/>
      <dgm:spPr/>
    </dgm:pt>
    <dgm:pt modelId="{14136537-46E4-4405-AC83-6FE23A082962}" type="sibTrans" cxnId="{002F6769-C172-4725-AAAD-EB5366307E93}">
      <dgm:prSet/>
      <dgm:spPr/>
    </dgm:pt>
    <dgm:pt modelId="{5F66E6E2-5969-41F3-BF3F-457F80DF64CE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F38D7C71-77D5-402E-AA37-50D261A67FB4}" type="parTrans" cxnId="{9819E193-84A8-4145-BCFF-0393EAFE5E63}">
      <dgm:prSet/>
      <dgm:spPr/>
    </dgm:pt>
    <dgm:pt modelId="{B1E581E1-CB7D-409A-AEF2-DFD9C4BB2C29}" type="sibTrans" cxnId="{9819E193-84A8-4145-BCFF-0393EAFE5E63}">
      <dgm:prSet/>
      <dgm:spPr/>
    </dgm:pt>
    <dgm:pt modelId="{F37F82B8-F9FC-4DBB-A25D-3175C46A4A84}">
      <dgm:prSet phldrT="Add an event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68609737-9682-4C89-9D74-21396B6FF699}" type="parTrans" cxnId="{AA38C60B-320F-40D4-9990-C299DC0575C5}">
      <dgm:prSet/>
      <dgm:spPr/>
    </dgm:pt>
    <dgm:pt modelId="{695016D0-60DD-409C-B8A2-3B261D64C6BF}" type="sibTrans" cxnId="{AA38C60B-320F-40D4-9990-C299DC0575C5}">
      <dgm:prSet/>
      <dgm:spPr/>
    </dgm:pt>
    <dgm:pt modelId="{A6DA9605-3814-42F2-A9CA-22AE5499FCCD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AE35DDC7-5B9C-413B-B806-035951D9D85D}" type="parTrans" cxnId="{B2095942-A3AF-4032-AB0E-FD80EF48F957}">
      <dgm:prSet/>
      <dgm:spPr/>
    </dgm:pt>
    <dgm:pt modelId="{B46BBAD9-5BDC-4420-8C50-04D1907AC257}" type="sibTrans" cxnId="{B2095942-A3AF-4032-AB0E-FD80EF48F957}">
      <dgm:prSet/>
      <dgm:spPr/>
    </dgm:pt>
    <dgm:pt modelId="{2CC4A424-0B9E-4D00-B8AA-43DE70224B55}" type="pres">
      <dgm:prSet presAssocID="{91B40B29-F76D-4B8A-B161-BC9E8143A59B}" presName="root" presStyleCnt="0">
        <dgm:presLayoutVars>
          <dgm:dir/>
          <dgm:animLvl val="lvl"/>
        </dgm:presLayoutVars>
      </dgm:prSet>
      <dgm:spPr/>
    </dgm:pt>
    <dgm:pt modelId="{CEE7F734-1709-4C13-AC1F-636BCA72AEDF}" type="pres">
      <dgm:prSet presAssocID="{91B40B29-F76D-4B8A-B161-BC9E8143A59B}" presName="divider" presStyleCnt="0"/>
      <dgm:spPr/>
    </dgm:pt>
    <dgm:pt modelId="{630AB934-A615-4146-9089-9E3E6E86F1F3}" type="pres">
      <dgm:prSet presAssocID="{91B40B29-F76D-4B8A-B161-BC9E8143A59B}" presName="rectBar" presStyleLbl="dkBgShp" presStyleIdx="0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B980B7D4-A9D2-40E1-A11A-41E246A1E37A}" type="pres">
      <dgm:prSet presAssocID="{91B40B29-F76D-4B8A-B161-BC9E8143A59B}" presName="chevronArrow" presStyleLbl="dkBgShp" presStyleIdx="1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A1B45AF0-1A0F-4044-87D6-1558809AC8B8}" type="pres">
      <dgm:prSet presAssocID="{91B40B29-F76D-4B8A-B161-BC9E8143A59B}" presName="nodes" presStyleCnt="0">
        <dgm:presLayoutVars>
          <dgm:chMax/>
          <dgm:chPref/>
          <dgm:animLvl val="lvl"/>
        </dgm:presLayoutVars>
      </dgm:prSet>
      <dgm:spPr/>
    </dgm:pt>
    <dgm:pt modelId="{3B2E72B4-6832-4FC4-AF3B-35173BD14D71}" type="pres">
      <dgm:prSet presAssocID="{0F457A9C-AF16-48C0-B906-D34070C11288}" presName="composite" presStyleCnt="0"/>
      <dgm:spPr/>
    </dgm:pt>
    <dgm:pt modelId="{4EF2A8D6-9CFC-4E01-B17C-9B8975D60F31}" type="pres">
      <dgm:prSet presAssocID="{0F457A9C-AF16-48C0-B906-D34070C11288}" presName="DropPinPlaceHolder" presStyleCnt="0"/>
      <dgm:spPr/>
    </dgm:pt>
    <dgm:pt modelId="{A39F9458-0297-4887-A3AD-DF3161B2978A}" type="pres">
      <dgm:prSet presAssocID="{0F457A9C-AF16-48C0-B906-D34070C11288}" presName="DropPin" presStyleLbl="alignNode1" presStyleIdx="0" presStyleCnt="4"/>
      <dgm:spPr/>
    </dgm:pt>
    <dgm:pt modelId="{4442777E-FF6C-425C-8D92-D30340D0DDD7}" type="pres">
      <dgm:prSet presAssocID="{0F457A9C-AF16-48C0-B906-D34070C11288}" presName="Ellipse" presStyleLbl="fgAcc1" presStyleIdx="0" presStyleCnt="4"/>
      <dgm:spPr/>
    </dgm:pt>
    <dgm:pt modelId="{CC219E8E-D52E-4893-A704-23340C9239A4}" type="pres">
      <dgm:prSet presAssocID="{0F457A9C-AF16-48C0-B906-D34070C11288}" presName="L2TextContainer" presStyleLbl="revTx" presStyleIdx="0" presStyleCnt="8">
        <dgm:presLayoutVars>
          <dgm:bulletEnabled val="1"/>
        </dgm:presLayoutVars>
      </dgm:prSet>
      <dgm:spPr/>
    </dgm:pt>
    <dgm:pt modelId="{E368BD5E-50FF-4851-A2B1-FB7045190B9C}" type="pres">
      <dgm:prSet presAssocID="{0F457A9C-AF16-48C0-B906-D34070C11288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6568EF37-3F13-4908-9B65-7CA2C2774741}" type="pres">
      <dgm:prSet presAssocID="{0F457A9C-AF16-48C0-B906-D34070C11288}" presName="ConnectLine" presStyleLbl="dkBgShp" presStyleIdx="2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909DA74D-EB7A-4151-A6CC-1DFEEB7BDB7C}" type="pres">
      <dgm:prSet presAssocID="{0F457A9C-AF16-48C0-B906-D34070C11288}" presName="ConnectorPoint" presStyleCnt="0"/>
      <dgm:spPr/>
    </dgm:pt>
    <dgm:pt modelId="{54C3BBBF-AFC3-4448-875D-A105663B69E0}" type="pres">
      <dgm:prSet presAssocID="{0F457A9C-AF16-48C0-B906-D34070C11288}" presName="Bullet" presStyleLbl="node1NoLn" presStyleIdx="0" presStyleCnt="4"/>
      <dgm:spPr/>
    </dgm:pt>
    <dgm:pt modelId="{1764BC11-C8BE-4383-91DF-E229B00DA0E0}" type="pres">
      <dgm:prSet presAssocID="{0F457A9C-AF16-48C0-B906-D34070C11288}" presName="EmptyPlaceHolder" presStyleCnt="0"/>
      <dgm:spPr/>
    </dgm:pt>
    <dgm:pt modelId="{72E385D2-9992-4143-A62F-8D574D7BF6F7}" type="pres">
      <dgm:prSet presAssocID="{26923623-37AD-4A1F-BA67-F27B48CADAA2}" presName="spaceBetweenRectangles" presStyleCnt="0"/>
      <dgm:spPr/>
    </dgm:pt>
    <dgm:pt modelId="{735F13CF-7E5B-45DD-ACC6-FA4B675AF4CA}" type="pres">
      <dgm:prSet presAssocID="{E071C18E-DC55-42B4-95F3-6B0A40AF0AC7}" presName="composite" presStyleCnt="0"/>
      <dgm:spPr/>
    </dgm:pt>
    <dgm:pt modelId="{04C15FF6-8C4A-44F6-9CAE-15D27FA6574B}" type="pres">
      <dgm:prSet presAssocID="{E071C18E-DC55-42B4-95F3-6B0A40AF0AC7}" presName="DropPinPlaceHolder" presStyleCnt="0"/>
      <dgm:spPr/>
    </dgm:pt>
    <dgm:pt modelId="{A5036441-23C9-4ABB-A8C4-2E3BA50AC71B}" type="pres">
      <dgm:prSet presAssocID="{E071C18E-DC55-42B4-95F3-6B0A40AF0AC7}" presName="DropPin" presStyleLbl="alignNode1" presStyleIdx="1" presStyleCnt="4"/>
      <dgm:spPr/>
    </dgm:pt>
    <dgm:pt modelId="{B8E048E6-443F-422F-AB74-2C9BB1AF9168}" type="pres">
      <dgm:prSet presAssocID="{E071C18E-DC55-42B4-95F3-6B0A40AF0AC7}" presName="Ellipse" presStyleLbl="fgAcc1" presStyleIdx="1" presStyleCnt="4"/>
      <dgm:spPr/>
    </dgm:pt>
    <dgm:pt modelId="{D9B50271-76CE-4189-8186-1AA58EFFC820}" type="pres">
      <dgm:prSet presAssocID="{E071C18E-DC55-42B4-95F3-6B0A40AF0AC7}" presName="L2TextContainer" presStyleLbl="revTx" presStyleIdx="2" presStyleCnt="8">
        <dgm:presLayoutVars>
          <dgm:bulletEnabled val="1"/>
        </dgm:presLayoutVars>
      </dgm:prSet>
      <dgm:spPr/>
    </dgm:pt>
    <dgm:pt modelId="{B723EB66-7719-468E-A81B-9CC630891060}" type="pres">
      <dgm:prSet presAssocID="{E071C18E-DC55-42B4-95F3-6B0A40AF0AC7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D83596B7-01BA-4323-9A59-BC796FE0FC6C}" type="pres">
      <dgm:prSet presAssocID="{E071C18E-DC55-42B4-95F3-6B0A40AF0AC7}" presName="ConnectLine" presStyleLbl="dkBgShp" presStyleIdx="3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6B67F6F2-AC26-484B-9985-BA4F3CBA8F5E}" type="pres">
      <dgm:prSet presAssocID="{E071C18E-DC55-42B4-95F3-6B0A40AF0AC7}" presName="ConnectorPoint" presStyleCnt="0"/>
      <dgm:spPr/>
    </dgm:pt>
    <dgm:pt modelId="{E4AB86CE-6BEF-4944-9A74-E2D8A9BA356D}" type="pres">
      <dgm:prSet presAssocID="{E071C18E-DC55-42B4-95F3-6B0A40AF0AC7}" presName="Bullet" presStyleLbl="node1NoLn" presStyleIdx="1" presStyleCnt="4"/>
      <dgm:spPr/>
    </dgm:pt>
    <dgm:pt modelId="{5D1CE635-AB6B-463C-85CD-CFF54DBAC42E}" type="pres">
      <dgm:prSet presAssocID="{E071C18E-DC55-42B4-95F3-6B0A40AF0AC7}" presName="EmptyPlaceHolder" presStyleCnt="0"/>
      <dgm:spPr/>
    </dgm:pt>
    <dgm:pt modelId="{8E3D813D-625F-42B9-B3D2-43C9FC7FA076}" type="pres">
      <dgm:prSet presAssocID="{A4DC3B62-D0E7-407A-868A-6CC27AA3EBB8}" presName="spaceBetweenRectangles" presStyleCnt="0"/>
      <dgm:spPr/>
    </dgm:pt>
    <dgm:pt modelId="{2CFEF1D8-E840-46D7-B170-96E774D4A027}" type="pres">
      <dgm:prSet presAssocID="{0E1F7B5A-406E-40FA-A14C-F32C9C586988}" presName="composite" presStyleCnt="0"/>
      <dgm:spPr/>
    </dgm:pt>
    <dgm:pt modelId="{C4261026-A838-4F1E-9411-3B62881691CC}" type="pres">
      <dgm:prSet presAssocID="{0E1F7B5A-406E-40FA-A14C-F32C9C586988}" presName="DropPinPlaceHolder" presStyleCnt="0"/>
      <dgm:spPr/>
    </dgm:pt>
    <dgm:pt modelId="{82C150A6-1880-433E-9DBD-EEE85B7627A4}" type="pres">
      <dgm:prSet presAssocID="{0E1F7B5A-406E-40FA-A14C-F32C9C586988}" presName="DropPin" presStyleLbl="alignNode1" presStyleIdx="2" presStyleCnt="4"/>
      <dgm:spPr/>
    </dgm:pt>
    <dgm:pt modelId="{560AA029-CB15-4932-BDA0-1040F509A4F8}" type="pres">
      <dgm:prSet presAssocID="{0E1F7B5A-406E-40FA-A14C-F32C9C586988}" presName="Ellipse" presStyleLbl="fgAcc1" presStyleIdx="2" presStyleCnt="4"/>
      <dgm:spPr/>
    </dgm:pt>
    <dgm:pt modelId="{AB03F13F-0A5C-4C80-A7F8-29C2014F49BD}" type="pres">
      <dgm:prSet presAssocID="{0E1F7B5A-406E-40FA-A14C-F32C9C586988}" presName="L2TextContainer" presStyleLbl="revTx" presStyleIdx="4" presStyleCnt="8">
        <dgm:presLayoutVars>
          <dgm:bulletEnabled val="1"/>
        </dgm:presLayoutVars>
      </dgm:prSet>
      <dgm:spPr/>
    </dgm:pt>
    <dgm:pt modelId="{FADA1B94-D10C-45DC-B600-74144EFE720A}" type="pres">
      <dgm:prSet presAssocID="{0E1F7B5A-406E-40FA-A14C-F32C9C586988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A53EB293-CE72-497D-A11D-0290C435C257}" type="pres">
      <dgm:prSet presAssocID="{0E1F7B5A-406E-40FA-A14C-F32C9C586988}" presName="ConnectLine" presStyleLbl="dkBgShp" presStyleIdx="4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890C1D1F-D2D8-4473-AA7D-BCC1ECA3F7EC}" type="pres">
      <dgm:prSet presAssocID="{0E1F7B5A-406E-40FA-A14C-F32C9C586988}" presName="ConnectorPoint" presStyleCnt="0"/>
      <dgm:spPr/>
    </dgm:pt>
    <dgm:pt modelId="{A9D2089A-F453-4173-9D2A-3B41B3A98D26}" type="pres">
      <dgm:prSet presAssocID="{0E1F7B5A-406E-40FA-A14C-F32C9C586988}" presName="Bullet" presStyleLbl="node1NoLn" presStyleIdx="2" presStyleCnt="4"/>
      <dgm:spPr/>
    </dgm:pt>
    <dgm:pt modelId="{74F77285-AF31-447D-8E86-D3B6F7EAFEFE}" type="pres">
      <dgm:prSet presAssocID="{0E1F7B5A-406E-40FA-A14C-F32C9C586988}" presName="EmptyPlaceHolder" presStyleCnt="0"/>
      <dgm:spPr/>
    </dgm:pt>
    <dgm:pt modelId="{A84D66EE-B7F3-4629-AA2B-2E21D2BBCC78}" type="pres">
      <dgm:prSet presAssocID="{14136537-46E4-4405-AC83-6FE23A082962}" presName="spaceBetweenRectangles" presStyleCnt="0"/>
      <dgm:spPr/>
    </dgm:pt>
    <dgm:pt modelId="{57C7C5D6-FF58-480F-9BA4-FF5F173E6299}" type="pres">
      <dgm:prSet presAssocID="{F37F82B8-F9FC-4DBB-A25D-3175C46A4A84}" presName="composite" presStyleCnt="0"/>
      <dgm:spPr/>
    </dgm:pt>
    <dgm:pt modelId="{4B1F57F2-562F-4AE6-AE4B-3C367929D5FA}" type="pres">
      <dgm:prSet presAssocID="{F37F82B8-F9FC-4DBB-A25D-3175C46A4A84}" presName="DropPinPlaceHolder" presStyleCnt="0"/>
      <dgm:spPr/>
    </dgm:pt>
    <dgm:pt modelId="{F8AE398F-60EA-4298-9EAC-84AAD7233896}" type="pres">
      <dgm:prSet presAssocID="{F37F82B8-F9FC-4DBB-A25D-3175C46A4A84}" presName="DropPin" presStyleLbl="alignNode1" presStyleIdx="3" presStyleCnt="4"/>
      <dgm:spPr/>
    </dgm:pt>
    <dgm:pt modelId="{AB71DE34-DDA9-4B35-BBCA-B774C6438D9E}" type="pres">
      <dgm:prSet presAssocID="{F37F82B8-F9FC-4DBB-A25D-3175C46A4A84}" presName="Ellipse" presStyleLbl="fgAcc1" presStyleIdx="3" presStyleCnt="4"/>
      <dgm:spPr/>
    </dgm:pt>
    <dgm:pt modelId="{CF6E748F-A0FB-4900-B3D7-BD7BD24DBC16}" type="pres">
      <dgm:prSet presAssocID="{F37F82B8-F9FC-4DBB-A25D-3175C46A4A84}" presName="L2TextContainer" presStyleLbl="revTx" presStyleIdx="6" presStyleCnt="8">
        <dgm:presLayoutVars>
          <dgm:bulletEnabled val="1"/>
        </dgm:presLayoutVars>
      </dgm:prSet>
      <dgm:spPr/>
    </dgm:pt>
    <dgm:pt modelId="{290ED4DC-A144-46AD-AE9D-6B5D6B8E332D}" type="pres">
      <dgm:prSet presAssocID="{F37F82B8-F9FC-4DBB-A25D-3175C46A4A84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5F2F63B7-8BF6-4F52-BC5B-1E71D6E04FE1}" type="pres">
      <dgm:prSet presAssocID="{F37F82B8-F9FC-4DBB-A25D-3175C46A4A84}" presName="ConnectLine" presStyleLbl="dkBgShp" presStyleIdx="5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A4BE0D25-F1CC-4007-A99B-345112E080AA}" type="pres">
      <dgm:prSet presAssocID="{F37F82B8-F9FC-4DBB-A25D-3175C46A4A84}" presName="ConnectorPoint" presStyleCnt="0"/>
      <dgm:spPr/>
    </dgm:pt>
    <dgm:pt modelId="{643DA328-E753-4A56-A9C1-444916FD84D4}" type="pres">
      <dgm:prSet presAssocID="{F37F82B8-F9FC-4DBB-A25D-3175C46A4A84}" presName="Bullet" presStyleLbl="node1NoLn" presStyleIdx="3" presStyleCnt="4"/>
      <dgm:spPr/>
    </dgm:pt>
    <dgm:pt modelId="{27DE4BEF-8D9C-4405-B990-7151DD6D15AD}" type="pres">
      <dgm:prSet presAssocID="{F37F82B8-F9FC-4DBB-A25D-3175C46A4A84}" presName="EmptyPlaceHolder" presStyleCnt="0"/>
      <dgm:spPr/>
    </dgm:pt>
  </dgm:ptLst>
  <dgm:cxnLst>
    <dgm:cxn modelId="{A081AF02-48F6-4A5F-A304-F2334DA918F7}" type="presOf" srcId="{5F66E6E2-5969-41F3-BF3F-457F80DF64CE}" destId="{AB03F13F-0A5C-4C80-A7F8-29C2014F49BD}" srcOrd="0" destOrd="0" presId="urn:microsoft.com/office/officeart/2024/layout/BulletTimelineInverted"/>
    <dgm:cxn modelId="{AA38C60B-320F-40D4-9990-C299DC0575C5}" srcId="{91B40B29-F76D-4B8A-B161-BC9E8143A59B}" destId="{F37F82B8-F9FC-4DBB-A25D-3175C46A4A84}" srcOrd="3" destOrd="0" parTransId="{68609737-9682-4C89-9D74-21396B6FF699}" sibTransId="{695016D0-60DD-409C-B8A2-3B261D64C6BF}"/>
    <dgm:cxn modelId="{08752015-10E2-40A5-B850-ACE042D9A91E}" type="presOf" srcId="{9088F17C-C813-4A0F-8C37-1208F31EE7A3}" destId="{D9B50271-76CE-4189-8186-1AA58EFFC820}" srcOrd="0" destOrd="1" presId="urn:microsoft.com/office/officeart/2024/layout/BulletTimelineInverted"/>
    <dgm:cxn modelId="{86B7601F-57BF-4E81-83A2-C82FE2A38FF3}" type="presOf" srcId="{85C75BE8-35C3-4C6A-A416-0BB6BF4F2648}" destId="{D9B50271-76CE-4189-8186-1AA58EFFC820}" srcOrd="0" destOrd="0" presId="urn:microsoft.com/office/officeart/2024/layout/BulletTimelineInverted"/>
    <dgm:cxn modelId="{6CB47B20-ADB4-410B-9AA7-8BE1AE554D2A}" type="presOf" srcId="{E071C18E-DC55-42B4-95F3-6B0A40AF0AC7}" destId="{B723EB66-7719-468E-A81B-9CC630891060}" srcOrd="0" destOrd="0" presId="urn:microsoft.com/office/officeart/2024/layout/BulletTimelineInverted"/>
    <dgm:cxn modelId="{4F5A6229-2463-43BA-8A02-49583361301E}" type="presOf" srcId="{91B40B29-F76D-4B8A-B161-BC9E8143A59B}" destId="{2CC4A424-0B9E-4D00-B8AA-43DE70224B55}" srcOrd="0" destOrd="0" presId="urn:microsoft.com/office/officeart/2024/layout/BulletTimelineInverted"/>
    <dgm:cxn modelId="{B2095942-A3AF-4032-AB0E-FD80EF48F957}" srcId="{F37F82B8-F9FC-4DBB-A25D-3175C46A4A84}" destId="{A6DA9605-3814-42F2-A9CA-22AE5499FCCD}" srcOrd="0" destOrd="0" parTransId="{AE35DDC7-5B9C-413B-B806-035951D9D85D}" sibTransId="{B46BBAD9-5BDC-4420-8C50-04D1907AC257}"/>
    <dgm:cxn modelId="{86C28865-E982-4A1F-9F6C-642195A7CDBF}" type="presOf" srcId="{F37F82B8-F9FC-4DBB-A25D-3175C46A4A84}" destId="{290ED4DC-A144-46AD-AE9D-6B5D6B8E332D}" srcOrd="0" destOrd="0" presId="urn:microsoft.com/office/officeart/2024/layout/BulletTimelineInverted"/>
    <dgm:cxn modelId="{1369BB65-D996-48A8-A804-CBAEF1162C29}" type="presOf" srcId="{AC540C95-EC21-4874-8D68-6DCC27154209}" destId="{D9B50271-76CE-4189-8186-1AA58EFFC820}" srcOrd="0" destOrd="2" presId="urn:microsoft.com/office/officeart/2024/layout/BulletTimelineInverted"/>
    <dgm:cxn modelId="{82134648-130C-4FA1-A1D4-4BFF67499BB4}" type="presOf" srcId="{0E1F7B5A-406E-40FA-A14C-F32C9C586988}" destId="{FADA1B94-D10C-45DC-B600-74144EFE720A}" srcOrd="0" destOrd="0" presId="urn:microsoft.com/office/officeart/2024/layout/BulletTimelineInverted"/>
    <dgm:cxn modelId="{002F6769-C172-4725-AAAD-EB5366307E93}" srcId="{91B40B29-F76D-4B8A-B161-BC9E8143A59B}" destId="{0E1F7B5A-406E-40FA-A14C-F32C9C586988}" srcOrd="2" destOrd="0" parTransId="{762FD703-E758-437E-AB99-298DBF47352B}" sibTransId="{14136537-46E4-4405-AC83-6FE23A082962}"/>
    <dgm:cxn modelId="{8F38AA4A-112B-4C50-AE44-05E7D165B095}" srcId="{E071C18E-DC55-42B4-95F3-6B0A40AF0AC7}" destId="{9088F17C-C813-4A0F-8C37-1208F31EE7A3}" srcOrd="1" destOrd="0" parTransId="{FA00013A-864E-4433-B8B6-A8676D99C0E6}" sibTransId="{3B261B70-9E00-4160-8905-86D252D97064}"/>
    <dgm:cxn modelId="{00C24659-2C75-4DFC-9EAA-9208240BC906}" type="presOf" srcId="{0F457A9C-AF16-48C0-B906-D34070C11288}" destId="{E368BD5E-50FF-4851-A2B1-FB7045190B9C}" srcOrd="0" destOrd="0" presId="urn:microsoft.com/office/officeart/2024/layout/BulletTimelineInverted"/>
    <dgm:cxn modelId="{F0A3E182-64E6-4D29-9F0A-710465B19EF4}" type="presOf" srcId="{9393F274-D7A3-44A9-9E4E-9DF9FDB2E428}" destId="{CC219E8E-D52E-4893-A704-23340C9239A4}" srcOrd="0" destOrd="0" presId="urn:microsoft.com/office/officeart/2024/layout/BulletTimelineInverted"/>
    <dgm:cxn modelId="{148E2893-4F7F-45BA-B5E3-4BDB31C60669}" type="presOf" srcId="{A6DA9605-3814-42F2-A9CA-22AE5499FCCD}" destId="{CF6E748F-A0FB-4900-B3D7-BD7BD24DBC16}" srcOrd="0" destOrd="0" presId="urn:microsoft.com/office/officeart/2024/layout/BulletTimelineInverted"/>
    <dgm:cxn modelId="{9819E193-84A8-4145-BCFF-0393EAFE5E63}" srcId="{0E1F7B5A-406E-40FA-A14C-F32C9C586988}" destId="{5F66E6E2-5969-41F3-BF3F-457F80DF64CE}" srcOrd="0" destOrd="0" parTransId="{F38D7C71-77D5-402E-AA37-50D261A67FB4}" sibTransId="{B1E581E1-CB7D-409A-AEF2-DFD9C4BB2C29}"/>
    <dgm:cxn modelId="{52C5A29D-4506-480E-8AC4-E72EFBB7E1DA}" srcId="{91B40B29-F76D-4B8A-B161-BC9E8143A59B}" destId="{0F457A9C-AF16-48C0-B906-D34070C11288}" srcOrd="0" destOrd="0" parTransId="{0A0A6016-FFF0-4A02-837C-9C224B5E26EF}" sibTransId="{26923623-37AD-4A1F-BA67-F27B48CADAA2}"/>
    <dgm:cxn modelId="{6041C3B0-8F25-46E5-B7DC-249739319142}" srcId="{E071C18E-DC55-42B4-95F3-6B0A40AF0AC7}" destId="{AC540C95-EC21-4874-8D68-6DCC27154209}" srcOrd="2" destOrd="0" parTransId="{D9AEAF9F-8AD8-44DD-8B83-C71ACCF5CD58}" sibTransId="{39B31C2A-3C58-439E-9CDF-178A3D438124}"/>
    <dgm:cxn modelId="{DD2011C0-08B1-49EE-89E4-AF896A208D86}" srcId="{91B40B29-F76D-4B8A-B161-BC9E8143A59B}" destId="{E071C18E-DC55-42B4-95F3-6B0A40AF0AC7}" srcOrd="1" destOrd="0" parTransId="{8ED0828B-BD24-4CC3-819F-CFB9BB49D0BB}" sibTransId="{A4DC3B62-D0E7-407A-868A-6CC27AA3EBB8}"/>
    <dgm:cxn modelId="{0F451FC5-D989-43B3-9EF5-5C0E7D534446}" srcId="{0F457A9C-AF16-48C0-B906-D34070C11288}" destId="{9393F274-D7A3-44A9-9E4E-9DF9FDB2E428}" srcOrd="0" destOrd="0" parTransId="{8F607460-6403-4DC6-99E8-6982CA2DD3C5}" sibTransId="{DA170BA6-86A0-46BE-BE7E-98B7686DCD9B}"/>
    <dgm:cxn modelId="{E9F2F3E1-E5FF-4C8F-9D59-981D4199E97D}" srcId="{E071C18E-DC55-42B4-95F3-6B0A40AF0AC7}" destId="{85C75BE8-35C3-4C6A-A416-0BB6BF4F2648}" srcOrd="0" destOrd="0" parTransId="{975272AF-3D6B-4CDD-B8F0-383F4AD09B61}" sibTransId="{B52F6D0C-B7F6-4D4C-9F1A-CB98F78F195A}"/>
    <dgm:cxn modelId="{ECB9B8DD-26BB-429E-B5AC-4C511038C7C3}" type="presParOf" srcId="{2CC4A424-0B9E-4D00-B8AA-43DE70224B55}" destId="{CEE7F734-1709-4C13-AC1F-636BCA72AEDF}" srcOrd="0" destOrd="0" presId="urn:microsoft.com/office/officeart/2024/layout/BulletTimelineInverted"/>
    <dgm:cxn modelId="{F3990EB7-63E5-400D-B81E-CF33EC666BED}" type="presParOf" srcId="{CEE7F734-1709-4C13-AC1F-636BCA72AEDF}" destId="{630AB934-A615-4146-9089-9E3E6E86F1F3}" srcOrd="0" destOrd="0" presId="urn:microsoft.com/office/officeart/2024/layout/BulletTimelineInverted"/>
    <dgm:cxn modelId="{CDE707A7-F56B-4B4A-97B5-B45F4E3FAD44}" type="presParOf" srcId="{CEE7F734-1709-4C13-AC1F-636BCA72AEDF}" destId="{B980B7D4-A9D2-40E1-A11A-41E246A1E37A}" srcOrd="1" destOrd="0" presId="urn:microsoft.com/office/officeart/2024/layout/BulletTimelineInverted"/>
    <dgm:cxn modelId="{B86DA589-046F-4990-A105-F6A5C73A55CA}" type="presParOf" srcId="{2CC4A424-0B9E-4D00-B8AA-43DE70224B55}" destId="{A1B45AF0-1A0F-4044-87D6-1558809AC8B8}" srcOrd="1" destOrd="0" presId="urn:microsoft.com/office/officeart/2024/layout/BulletTimelineInverted"/>
    <dgm:cxn modelId="{43A6EDFA-8DB2-4BC4-A2FE-CF7FA61DA16A}" type="presParOf" srcId="{A1B45AF0-1A0F-4044-87D6-1558809AC8B8}" destId="{3B2E72B4-6832-4FC4-AF3B-35173BD14D71}" srcOrd="0" destOrd="0" presId="urn:microsoft.com/office/officeart/2024/layout/BulletTimelineInverted"/>
    <dgm:cxn modelId="{0FBC7616-F4AE-4A4D-A359-DE8F16BEC27E}" type="presParOf" srcId="{3B2E72B4-6832-4FC4-AF3B-35173BD14D71}" destId="{4EF2A8D6-9CFC-4E01-B17C-9B8975D60F31}" srcOrd="0" destOrd="0" presId="urn:microsoft.com/office/officeart/2024/layout/BulletTimelineInverted"/>
    <dgm:cxn modelId="{0BE2DC4D-02DA-4099-B136-29256A0ADD53}" type="presParOf" srcId="{4EF2A8D6-9CFC-4E01-B17C-9B8975D60F31}" destId="{A39F9458-0297-4887-A3AD-DF3161B2978A}" srcOrd="0" destOrd="0" presId="urn:microsoft.com/office/officeart/2024/layout/BulletTimelineInverted"/>
    <dgm:cxn modelId="{085653A5-9F15-4BB6-A7FC-7ECDCD47F81D}" type="presParOf" srcId="{4EF2A8D6-9CFC-4E01-B17C-9B8975D60F31}" destId="{4442777E-FF6C-425C-8D92-D30340D0DDD7}" srcOrd="1" destOrd="0" presId="urn:microsoft.com/office/officeart/2024/layout/BulletTimelineInverted"/>
    <dgm:cxn modelId="{907DECA0-E3B3-4C92-B5CC-E290F63D47D3}" type="presParOf" srcId="{3B2E72B4-6832-4FC4-AF3B-35173BD14D71}" destId="{CC219E8E-D52E-4893-A704-23340C9239A4}" srcOrd="1" destOrd="0" presId="urn:microsoft.com/office/officeart/2024/layout/BulletTimelineInverted"/>
    <dgm:cxn modelId="{603C3143-BBE3-4109-8BDD-6935836FE6FF}" type="presParOf" srcId="{3B2E72B4-6832-4FC4-AF3B-35173BD14D71}" destId="{E368BD5E-50FF-4851-A2B1-FB7045190B9C}" srcOrd="2" destOrd="0" presId="urn:microsoft.com/office/officeart/2024/layout/BulletTimelineInverted"/>
    <dgm:cxn modelId="{D78A33A8-A1B1-4C93-BE35-965887E370FA}" type="presParOf" srcId="{3B2E72B4-6832-4FC4-AF3B-35173BD14D71}" destId="{6568EF37-3F13-4908-9B65-7CA2C2774741}" srcOrd="3" destOrd="0" presId="urn:microsoft.com/office/officeart/2024/layout/BulletTimelineInverted"/>
    <dgm:cxn modelId="{7471D6A5-1A4F-47F3-82E9-C3303AED1C8E}" type="presParOf" srcId="{3B2E72B4-6832-4FC4-AF3B-35173BD14D71}" destId="{909DA74D-EB7A-4151-A6CC-1DFEEB7BDB7C}" srcOrd="4" destOrd="0" presId="urn:microsoft.com/office/officeart/2024/layout/BulletTimelineInverted"/>
    <dgm:cxn modelId="{AFE6CC21-2789-4D9E-B9BD-C5F9CDE3E093}" type="presParOf" srcId="{909DA74D-EB7A-4151-A6CC-1DFEEB7BDB7C}" destId="{54C3BBBF-AFC3-4448-875D-A105663B69E0}" srcOrd="0" destOrd="0" presId="urn:microsoft.com/office/officeart/2024/layout/BulletTimelineInverted"/>
    <dgm:cxn modelId="{8E5A9990-F673-4997-BF11-B27760E54598}" type="presParOf" srcId="{3B2E72B4-6832-4FC4-AF3B-35173BD14D71}" destId="{1764BC11-C8BE-4383-91DF-E229B00DA0E0}" srcOrd="5" destOrd="0" presId="urn:microsoft.com/office/officeart/2024/layout/BulletTimelineInverted"/>
    <dgm:cxn modelId="{391EA180-DF13-4E08-BCEF-ACC79F4B89D1}" type="presParOf" srcId="{A1B45AF0-1A0F-4044-87D6-1558809AC8B8}" destId="{72E385D2-9992-4143-A62F-8D574D7BF6F7}" srcOrd="1" destOrd="0" presId="urn:microsoft.com/office/officeart/2024/layout/BulletTimelineInverted"/>
    <dgm:cxn modelId="{6514A970-8248-4805-A118-99198E4D0F07}" type="presParOf" srcId="{A1B45AF0-1A0F-4044-87D6-1558809AC8B8}" destId="{735F13CF-7E5B-45DD-ACC6-FA4B675AF4CA}" srcOrd="2" destOrd="0" presId="urn:microsoft.com/office/officeart/2024/layout/BulletTimelineInverted"/>
    <dgm:cxn modelId="{5C44B817-903A-4129-AFCE-6ABFA3850DF1}" type="presParOf" srcId="{735F13CF-7E5B-45DD-ACC6-FA4B675AF4CA}" destId="{04C15FF6-8C4A-44F6-9CAE-15D27FA6574B}" srcOrd="0" destOrd="0" presId="urn:microsoft.com/office/officeart/2024/layout/BulletTimelineInverted"/>
    <dgm:cxn modelId="{D0C10727-938E-4434-AB7C-DE4FA9925D27}" type="presParOf" srcId="{04C15FF6-8C4A-44F6-9CAE-15D27FA6574B}" destId="{A5036441-23C9-4ABB-A8C4-2E3BA50AC71B}" srcOrd="0" destOrd="0" presId="urn:microsoft.com/office/officeart/2024/layout/BulletTimelineInverted"/>
    <dgm:cxn modelId="{49CD7D98-5484-4280-8C1A-20A0350A77FE}" type="presParOf" srcId="{04C15FF6-8C4A-44F6-9CAE-15D27FA6574B}" destId="{B8E048E6-443F-422F-AB74-2C9BB1AF9168}" srcOrd="1" destOrd="0" presId="urn:microsoft.com/office/officeart/2024/layout/BulletTimelineInverted"/>
    <dgm:cxn modelId="{693123FB-BCCC-4DD0-BDE0-09FFA88FFF75}" type="presParOf" srcId="{735F13CF-7E5B-45DD-ACC6-FA4B675AF4CA}" destId="{D9B50271-76CE-4189-8186-1AA58EFFC820}" srcOrd="1" destOrd="0" presId="urn:microsoft.com/office/officeart/2024/layout/BulletTimelineInverted"/>
    <dgm:cxn modelId="{FB6DA5DA-2A35-400E-9F2C-412C3B5E5903}" type="presParOf" srcId="{735F13CF-7E5B-45DD-ACC6-FA4B675AF4CA}" destId="{B723EB66-7719-468E-A81B-9CC630891060}" srcOrd="2" destOrd="0" presId="urn:microsoft.com/office/officeart/2024/layout/BulletTimelineInverted"/>
    <dgm:cxn modelId="{C05C4B87-8777-4299-8113-2894E882898D}" type="presParOf" srcId="{735F13CF-7E5B-45DD-ACC6-FA4B675AF4CA}" destId="{D83596B7-01BA-4323-9A59-BC796FE0FC6C}" srcOrd="3" destOrd="0" presId="urn:microsoft.com/office/officeart/2024/layout/BulletTimelineInverted"/>
    <dgm:cxn modelId="{7669BDB1-A630-46B6-8D3C-55564EF13D0C}" type="presParOf" srcId="{735F13CF-7E5B-45DD-ACC6-FA4B675AF4CA}" destId="{6B67F6F2-AC26-484B-9985-BA4F3CBA8F5E}" srcOrd="4" destOrd="0" presId="urn:microsoft.com/office/officeart/2024/layout/BulletTimelineInverted"/>
    <dgm:cxn modelId="{34E15FA9-4EE7-4EA4-B23E-7AA785F6AA52}" type="presParOf" srcId="{6B67F6F2-AC26-484B-9985-BA4F3CBA8F5E}" destId="{E4AB86CE-6BEF-4944-9A74-E2D8A9BA356D}" srcOrd="0" destOrd="0" presId="urn:microsoft.com/office/officeart/2024/layout/BulletTimelineInverted"/>
    <dgm:cxn modelId="{428796AD-31EB-4642-9635-F3BE1609B5C5}" type="presParOf" srcId="{735F13CF-7E5B-45DD-ACC6-FA4B675AF4CA}" destId="{5D1CE635-AB6B-463C-85CD-CFF54DBAC42E}" srcOrd="5" destOrd="0" presId="urn:microsoft.com/office/officeart/2024/layout/BulletTimelineInverted"/>
    <dgm:cxn modelId="{087636B3-061E-4E30-A9E1-62C74B0A43B7}" type="presParOf" srcId="{A1B45AF0-1A0F-4044-87D6-1558809AC8B8}" destId="{8E3D813D-625F-42B9-B3D2-43C9FC7FA076}" srcOrd="3" destOrd="0" presId="urn:microsoft.com/office/officeart/2024/layout/BulletTimelineInverted"/>
    <dgm:cxn modelId="{B2E21F36-85AC-4708-9C94-933B07B45105}" type="presParOf" srcId="{A1B45AF0-1A0F-4044-87D6-1558809AC8B8}" destId="{2CFEF1D8-E840-46D7-B170-96E774D4A027}" srcOrd="4" destOrd="0" presId="urn:microsoft.com/office/officeart/2024/layout/BulletTimelineInverted"/>
    <dgm:cxn modelId="{30A8BFA8-8EB6-4985-B737-B40783785371}" type="presParOf" srcId="{2CFEF1D8-E840-46D7-B170-96E774D4A027}" destId="{C4261026-A838-4F1E-9411-3B62881691CC}" srcOrd="0" destOrd="0" presId="urn:microsoft.com/office/officeart/2024/layout/BulletTimelineInverted"/>
    <dgm:cxn modelId="{66FEA0A2-AF05-40C8-8710-1C14AC4F0415}" type="presParOf" srcId="{C4261026-A838-4F1E-9411-3B62881691CC}" destId="{82C150A6-1880-433E-9DBD-EEE85B7627A4}" srcOrd="0" destOrd="0" presId="urn:microsoft.com/office/officeart/2024/layout/BulletTimelineInverted"/>
    <dgm:cxn modelId="{67FF890A-38E6-4E41-AC62-322E2E3AD287}" type="presParOf" srcId="{C4261026-A838-4F1E-9411-3B62881691CC}" destId="{560AA029-CB15-4932-BDA0-1040F509A4F8}" srcOrd="1" destOrd="0" presId="urn:microsoft.com/office/officeart/2024/layout/BulletTimelineInverted"/>
    <dgm:cxn modelId="{38EFF5B2-043D-4105-8744-46C0C8E4DE6A}" type="presParOf" srcId="{2CFEF1D8-E840-46D7-B170-96E774D4A027}" destId="{AB03F13F-0A5C-4C80-A7F8-29C2014F49BD}" srcOrd="1" destOrd="0" presId="urn:microsoft.com/office/officeart/2024/layout/BulletTimelineInverted"/>
    <dgm:cxn modelId="{E9D694D7-4C52-48D8-ACA6-C74B7FB29CB1}" type="presParOf" srcId="{2CFEF1D8-E840-46D7-B170-96E774D4A027}" destId="{FADA1B94-D10C-45DC-B600-74144EFE720A}" srcOrd="2" destOrd="0" presId="urn:microsoft.com/office/officeart/2024/layout/BulletTimelineInverted"/>
    <dgm:cxn modelId="{6872F3BF-D341-4A65-81C6-632C55B37F94}" type="presParOf" srcId="{2CFEF1D8-E840-46D7-B170-96E774D4A027}" destId="{A53EB293-CE72-497D-A11D-0290C435C257}" srcOrd="3" destOrd="0" presId="urn:microsoft.com/office/officeart/2024/layout/BulletTimelineInverted"/>
    <dgm:cxn modelId="{C2C169BF-4E9F-478D-85FF-A18C973E2B4F}" type="presParOf" srcId="{2CFEF1D8-E840-46D7-B170-96E774D4A027}" destId="{890C1D1F-D2D8-4473-AA7D-BCC1ECA3F7EC}" srcOrd="4" destOrd="0" presId="urn:microsoft.com/office/officeart/2024/layout/BulletTimelineInverted"/>
    <dgm:cxn modelId="{2D4A9FF7-14C3-447A-8D2B-A5F72ACB6889}" type="presParOf" srcId="{890C1D1F-D2D8-4473-AA7D-BCC1ECA3F7EC}" destId="{A9D2089A-F453-4173-9D2A-3B41B3A98D26}" srcOrd="0" destOrd="0" presId="urn:microsoft.com/office/officeart/2024/layout/BulletTimelineInverted"/>
    <dgm:cxn modelId="{830F07BF-9AC7-4D2A-A1E7-22F62ACB7242}" type="presParOf" srcId="{2CFEF1D8-E840-46D7-B170-96E774D4A027}" destId="{74F77285-AF31-447D-8E86-D3B6F7EAFEFE}" srcOrd="5" destOrd="0" presId="urn:microsoft.com/office/officeart/2024/layout/BulletTimelineInverted"/>
    <dgm:cxn modelId="{5F449652-5065-4D9F-85F8-64BD27F6A677}" type="presParOf" srcId="{A1B45AF0-1A0F-4044-87D6-1558809AC8B8}" destId="{A84D66EE-B7F3-4629-AA2B-2E21D2BBCC78}" srcOrd="5" destOrd="0" presId="urn:microsoft.com/office/officeart/2024/layout/BulletTimelineInverted"/>
    <dgm:cxn modelId="{5E690876-AE15-4369-8F19-6D529048AA84}" type="presParOf" srcId="{A1B45AF0-1A0F-4044-87D6-1558809AC8B8}" destId="{57C7C5D6-FF58-480F-9BA4-FF5F173E6299}" srcOrd="6" destOrd="0" presId="urn:microsoft.com/office/officeart/2024/layout/BulletTimelineInverted"/>
    <dgm:cxn modelId="{2A0CFD60-3835-469D-B343-7563407F5785}" type="presParOf" srcId="{57C7C5D6-FF58-480F-9BA4-FF5F173E6299}" destId="{4B1F57F2-562F-4AE6-AE4B-3C367929D5FA}" srcOrd="0" destOrd="0" presId="urn:microsoft.com/office/officeart/2024/layout/BulletTimelineInverted"/>
    <dgm:cxn modelId="{670D3871-4B94-4A11-81AF-437EA0304AAD}" type="presParOf" srcId="{4B1F57F2-562F-4AE6-AE4B-3C367929D5FA}" destId="{F8AE398F-60EA-4298-9EAC-84AAD7233896}" srcOrd="0" destOrd="0" presId="urn:microsoft.com/office/officeart/2024/layout/BulletTimelineInverted"/>
    <dgm:cxn modelId="{599F8A8C-5090-45F0-AE32-600EF222DB2C}" type="presParOf" srcId="{4B1F57F2-562F-4AE6-AE4B-3C367929D5FA}" destId="{AB71DE34-DDA9-4B35-BBCA-B774C6438D9E}" srcOrd="1" destOrd="0" presId="urn:microsoft.com/office/officeart/2024/layout/BulletTimelineInverted"/>
    <dgm:cxn modelId="{95510008-18AA-4021-B637-62CDCBC6F1AA}" type="presParOf" srcId="{57C7C5D6-FF58-480F-9BA4-FF5F173E6299}" destId="{CF6E748F-A0FB-4900-B3D7-BD7BD24DBC16}" srcOrd="1" destOrd="0" presId="urn:microsoft.com/office/officeart/2024/layout/BulletTimelineInverted"/>
    <dgm:cxn modelId="{CD61628B-0ECC-4742-8052-87B9DC895832}" type="presParOf" srcId="{57C7C5D6-FF58-480F-9BA4-FF5F173E6299}" destId="{290ED4DC-A144-46AD-AE9D-6B5D6B8E332D}" srcOrd="2" destOrd="0" presId="urn:microsoft.com/office/officeart/2024/layout/BulletTimelineInverted"/>
    <dgm:cxn modelId="{D0792D54-4666-4ACB-BC05-8C50F50FBC25}" type="presParOf" srcId="{57C7C5D6-FF58-480F-9BA4-FF5F173E6299}" destId="{5F2F63B7-8BF6-4F52-BC5B-1E71D6E04FE1}" srcOrd="3" destOrd="0" presId="urn:microsoft.com/office/officeart/2024/layout/BulletTimelineInverted"/>
    <dgm:cxn modelId="{43389813-55A2-4F8B-A262-897A20AF0057}" type="presParOf" srcId="{57C7C5D6-FF58-480F-9BA4-FF5F173E6299}" destId="{A4BE0D25-F1CC-4007-A99B-345112E080AA}" srcOrd="4" destOrd="0" presId="urn:microsoft.com/office/officeart/2024/layout/BulletTimelineInverted"/>
    <dgm:cxn modelId="{302EBF45-9237-4D7B-9DA4-377BEDC4A1C1}" type="presParOf" srcId="{A4BE0D25-F1CC-4007-A99B-345112E080AA}" destId="{643DA328-E753-4A56-A9C1-444916FD84D4}" srcOrd="0" destOrd="0" presId="urn:microsoft.com/office/officeart/2024/layout/BulletTimelineInverted"/>
    <dgm:cxn modelId="{552B1897-7779-47CA-BF70-0B421B14FC63}" type="presParOf" srcId="{57C7C5D6-FF58-480F-9BA4-FF5F173E6299}" destId="{27DE4BEF-8D9C-4405-B990-7151DD6D15AD}" srcOrd="5" destOrd="0" presId="urn:microsoft.com/office/officeart/2024/layout/BulletTimelineInvert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AB934-A615-4146-9089-9E3E6E86F1F3}">
      <dsp:nvSpPr>
        <dsp:cNvPr id="0" name=""/>
        <dsp:cNvSpPr/>
      </dsp:nvSpPr>
      <dsp:spPr>
        <a:xfrm>
          <a:off x="0" y="2514599"/>
          <a:ext cx="8221980" cy="508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80B7D4-A9D2-40E1-A11A-41E246A1E37A}">
      <dsp:nvSpPr>
        <dsp:cNvPr id="0" name=""/>
        <dsp:cNvSpPr/>
      </dsp:nvSpPr>
      <dsp:spPr>
        <a:xfrm>
          <a:off x="7950200" y="2336800"/>
          <a:ext cx="304800" cy="40640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19E8E-D52E-4893-A704-23340C9239A4}">
      <dsp:nvSpPr>
        <dsp:cNvPr id="0" name=""/>
        <dsp:cNvSpPr/>
      </dsp:nvSpPr>
      <dsp:spPr>
        <a:xfrm>
          <a:off x="634170" y="1277201"/>
          <a:ext cx="2668030" cy="1119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34170" y="1277201"/>
        <a:ext cx="2668030" cy="1119913"/>
      </dsp:txXfrm>
    </dsp:sp>
    <dsp:sp modelId="{E368BD5E-50FF-4851-A2B1-FB7045190B9C}">
      <dsp:nvSpPr>
        <dsp:cNvPr id="0" name=""/>
        <dsp:cNvSpPr/>
      </dsp:nvSpPr>
      <dsp:spPr>
        <a:xfrm>
          <a:off x="634170" y="697935"/>
          <a:ext cx="2668030" cy="579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One</a:t>
          </a:r>
        </a:p>
      </dsp:txBody>
      <dsp:txXfrm>
        <a:off x="634170" y="697935"/>
        <a:ext cx="2668030" cy="579265"/>
      </dsp:txXfrm>
    </dsp:sp>
    <dsp:sp modelId="{6568EF37-3F13-4908-9B65-7CA2C2774741}">
      <dsp:nvSpPr>
        <dsp:cNvPr id="0" name=""/>
        <dsp:cNvSpPr/>
      </dsp:nvSpPr>
      <dsp:spPr>
        <a:xfrm>
          <a:off x="297802" y="659318"/>
          <a:ext cx="39572" cy="1892267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50271-76CE-4189-8186-1AA58EFFC820}">
      <dsp:nvSpPr>
        <dsp:cNvPr id="0" name=""/>
        <dsp:cNvSpPr/>
      </dsp:nvSpPr>
      <dsp:spPr>
        <a:xfrm>
          <a:off x="2284767" y="3498613"/>
          <a:ext cx="2668030" cy="930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Node Three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284767" y="3498613"/>
        <a:ext cx="2668030" cy="930838"/>
      </dsp:txXfrm>
    </dsp:sp>
    <dsp:sp modelId="{B723EB66-7719-468E-A81B-9CC630891060}">
      <dsp:nvSpPr>
        <dsp:cNvPr id="0" name=""/>
        <dsp:cNvSpPr/>
      </dsp:nvSpPr>
      <dsp:spPr>
        <a:xfrm>
          <a:off x="2284767" y="2884656"/>
          <a:ext cx="2668030" cy="613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Two has a longer label</a:t>
          </a:r>
        </a:p>
      </dsp:txBody>
      <dsp:txXfrm>
        <a:off x="2284767" y="2884656"/>
        <a:ext cx="2668030" cy="613957"/>
      </dsp:txXfrm>
    </dsp:sp>
    <dsp:sp modelId="{D83596B7-01BA-4323-9A59-BC796FE0FC6C}">
      <dsp:nvSpPr>
        <dsp:cNvPr id="0" name=""/>
        <dsp:cNvSpPr/>
      </dsp:nvSpPr>
      <dsp:spPr>
        <a:xfrm>
          <a:off x="1948399" y="2528165"/>
          <a:ext cx="39572" cy="194089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3BBBF-AFC3-4448-875D-A105663B69E0}">
      <dsp:nvSpPr>
        <dsp:cNvPr id="0" name=""/>
        <dsp:cNvSpPr/>
      </dsp:nvSpPr>
      <dsp:spPr>
        <a:xfrm>
          <a:off x="214700" y="558912"/>
          <a:ext cx="205777" cy="2008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B86CE-6BEF-4944-9A74-E2D8A9BA356D}">
      <dsp:nvSpPr>
        <dsp:cNvPr id="0" name=""/>
        <dsp:cNvSpPr/>
      </dsp:nvSpPr>
      <dsp:spPr>
        <a:xfrm>
          <a:off x="1865297" y="4366173"/>
          <a:ext cx="205777" cy="2057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3F13F-0A5C-4C80-A7F8-29C2014F49BD}">
      <dsp:nvSpPr>
        <dsp:cNvPr id="0" name=""/>
        <dsp:cNvSpPr/>
      </dsp:nvSpPr>
      <dsp:spPr>
        <a:xfrm>
          <a:off x="3935364" y="1277201"/>
          <a:ext cx="2668030" cy="1119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935364" y="1277201"/>
        <a:ext cx="2668030" cy="1119913"/>
      </dsp:txXfrm>
    </dsp:sp>
    <dsp:sp modelId="{FADA1B94-D10C-45DC-B600-74144EFE720A}">
      <dsp:nvSpPr>
        <dsp:cNvPr id="0" name=""/>
        <dsp:cNvSpPr/>
      </dsp:nvSpPr>
      <dsp:spPr>
        <a:xfrm>
          <a:off x="3935364" y="697935"/>
          <a:ext cx="2668030" cy="579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Four</a:t>
          </a:r>
        </a:p>
      </dsp:txBody>
      <dsp:txXfrm>
        <a:off x="3935364" y="697935"/>
        <a:ext cx="2668030" cy="579265"/>
      </dsp:txXfrm>
    </dsp:sp>
    <dsp:sp modelId="{A53EB293-CE72-497D-A11D-0290C435C257}">
      <dsp:nvSpPr>
        <dsp:cNvPr id="0" name=""/>
        <dsp:cNvSpPr/>
      </dsp:nvSpPr>
      <dsp:spPr>
        <a:xfrm>
          <a:off x="3598996" y="659318"/>
          <a:ext cx="39572" cy="1892267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E748F-A0FB-4900-B3D7-BD7BD24DBC16}">
      <dsp:nvSpPr>
        <dsp:cNvPr id="0" name=""/>
        <dsp:cNvSpPr/>
      </dsp:nvSpPr>
      <dsp:spPr>
        <a:xfrm>
          <a:off x="5585961" y="3498613"/>
          <a:ext cx="2668030" cy="9308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85961" y="3498613"/>
        <a:ext cx="2668030" cy="930838"/>
      </dsp:txXfrm>
    </dsp:sp>
    <dsp:sp modelId="{290ED4DC-A144-46AD-AE9D-6B5D6B8E332D}">
      <dsp:nvSpPr>
        <dsp:cNvPr id="0" name=""/>
        <dsp:cNvSpPr/>
      </dsp:nvSpPr>
      <dsp:spPr>
        <a:xfrm>
          <a:off x="5585961" y="2884656"/>
          <a:ext cx="2668030" cy="613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Five</a:t>
          </a:r>
        </a:p>
      </dsp:txBody>
      <dsp:txXfrm>
        <a:off x="5585961" y="2884656"/>
        <a:ext cx="2668030" cy="613957"/>
      </dsp:txXfrm>
    </dsp:sp>
    <dsp:sp modelId="{5F2F63B7-8BF6-4F52-BC5B-1E71D6E04FE1}">
      <dsp:nvSpPr>
        <dsp:cNvPr id="0" name=""/>
        <dsp:cNvSpPr/>
      </dsp:nvSpPr>
      <dsp:spPr>
        <a:xfrm>
          <a:off x="5249593" y="2528165"/>
          <a:ext cx="39572" cy="1940896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D2089A-F453-4173-9D2A-3B41B3A98D26}">
      <dsp:nvSpPr>
        <dsp:cNvPr id="0" name=""/>
        <dsp:cNvSpPr/>
      </dsp:nvSpPr>
      <dsp:spPr>
        <a:xfrm>
          <a:off x="3515894" y="558912"/>
          <a:ext cx="205777" cy="20081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DA328-E753-4A56-A9C1-444916FD84D4}">
      <dsp:nvSpPr>
        <dsp:cNvPr id="0" name=""/>
        <dsp:cNvSpPr/>
      </dsp:nvSpPr>
      <dsp:spPr>
        <a:xfrm>
          <a:off x="5166490" y="4366173"/>
          <a:ext cx="205777" cy="2057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Inverted">
  <dgm:title val=""/>
  <dgm:desc val=""/>
  <dgm:catLst>
    <dgm:cat type="process" pri="7451"/>
    <dgm:cat type="timeline" pri="101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49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1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49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1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BF65-3491-3983-8D19-32C50A5AC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E5CE51-AC34-5C34-A174-073645BF5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72E51-60FD-2887-0D12-BD256628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0DADC-4D43-A24E-255B-E96BDC18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466D6-2833-ED31-B36B-B3B4A2DE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3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5EC0E-64F8-A235-68C1-65BDEFE13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675EF-D5E6-4909-07B4-A0DB4D6C3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FCBCE-F9E3-CADB-43D1-4692AAB2F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DCAA3-2D66-644A-6FD1-C88DFA446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9E793-6D73-F1D3-8D22-DE97F7A91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73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6FAA-C1B4-DEA3-CE98-A34FEE19C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74C50-D61F-850E-F62B-58A28496C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8161B-9518-922D-237A-A68BA8DB9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65E10-6D34-31FD-4EC0-22B2F6CA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8BB40-1E69-D9A6-8D44-6A9E625B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36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235D3-60DA-B546-2C6A-FA0944C89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B76D0-3EA2-984E-2F5D-5EB63CB69D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6D156D-23EF-0003-9E7E-3B4D825A5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5F59F-A37B-B14C-12A8-C113189A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32F53-2E78-D5F8-1E80-5EBF4A59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37971-BD5C-BEA9-87C1-97ACDB5D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63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75D5-7D69-51CC-CE55-AF254A2D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F7E10-750A-0B57-A033-79AECE21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6AF1D-3DBB-AF50-BDAA-F9F1BE5BA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E62C9-3909-565A-7A82-0D4561A7E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BEF19E-7BB9-BA47-0855-C385E1909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028135-B425-124A-CDEE-E5C56F69E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704AE8-1CB3-C4E1-17F6-CEE870E1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75689-E565-32EA-9CDF-DBF7ADFA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4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DAC9F-38C6-38BD-77A0-0E537EF19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09FF6B-E01D-CCDB-2DD5-904267722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80F1B-59ED-CCD9-EA6D-32C612CD1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CA4732-DB7E-9A37-0F55-27562EFB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87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6F378-D9A1-39F9-C9AA-098BBD531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DFC72-957B-3888-516E-6AF0FE71C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51306-E430-D59D-DB83-62A9F1F9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0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B5EA-E691-DA6B-3F7C-8339CA3A1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499A0-139E-2B52-F94C-E8DCB1057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A1100-5C44-2AA8-513C-0862847D4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3E493-59D8-25D9-139A-D8B1B19CE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E3E37F-AAD2-8E99-0AE0-F983DBB99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3D09C9-4283-56E8-5B62-42163639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71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8E66-DAEA-D905-CC51-76F868AA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533FDD-CFD7-224E-A874-16A93A49A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A87AC4-9C23-90E1-0567-EC860548D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73102-CE49-D7E6-D879-53D5588AE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CF6662-0E89-6CFC-DFD3-C7ACA7B9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0B904-8F2E-ED38-25DB-A288C655A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2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8FC08-B361-865A-E5EC-B7A796112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4174C-C368-5205-8EA8-E1145D44CD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42D3-F23A-284C-8CAC-245D899DE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6AE1B2-3953-E957-2948-8644C5DF3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5BA22-C5D8-5C16-27C0-6892BE23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07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E424C-0E82-8F37-2974-22D9C134C8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4DB342-4C62-92FC-E8E2-6AE787BDE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E4DCE-2456-885F-A45D-E308D9029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E1596-7F79-F74F-9E3D-81A3BEFD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D3863-D527-865E-8FC9-446BA9DF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121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36E951-26A1-B9B6-8641-669F6F11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87A5-44FE-F783-8B4C-562E1DBF2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362F2-6897-BCC2-C501-EE85C6D7E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A9249-073D-433C-8AA0-6C550542BC87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08708-F8C9-41EE-A5EC-12B7510B4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75A9D-B239-0AD1-1465-DF9925F8F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6F3FE-D25E-4BED-BAEE-DF2CFDA48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795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AA09EAF-B97E-A6AC-A864-373E603C1E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210506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136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2026-09-06T08:13:33Z</dcterms:created>
  <dcterms:modified xsi:type="dcterms:W3CDTF">2026-09-06T08:13:34Z</dcterms:modified>
</cp:coreProperties>
</file>