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3649D0-EDF6-4E35-9942-BC0D0799EB9D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F8FDC6-5CAB-4353-B706-A355302D62A6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C845E5A-FA35-4505-9F2B-114AB0ABDF1F}" type="parTrans" cxnId="{D703A946-3F7E-4BD5-A262-BB98D5185279}">
      <dgm:prSet/>
      <dgm:spPr/>
    </dgm:pt>
    <dgm:pt modelId="{A91AE21D-2B9C-44BA-93AF-A2F8326E1AED}" type="sibTrans" cxnId="{D703A946-3F7E-4BD5-A262-BB98D5185279}">
      <dgm:prSet/>
      <dgm:spPr/>
    </dgm:pt>
    <dgm:pt modelId="{B86789BF-C653-45F0-8DAD-62C04DFC7A4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7EA1FD7-D0D3-48B3-A9D1-7905E65E597B}" type="parTrans" cxnId="{F2F64826-F122-45D5-AE65-C760C8082BA5}">
      <dgm:prSet/>
      <dgm:spPr/>
    </dgm:pt>
    <dgm:pt modelId="{6D5F190D-FCA2-41C0-88DB-28EE51CAA960}" type="sibTrans" cxnId="{F2F64826-F122-45D5-AE65-C760C8082BA5}">
      <dgm:prSet/>
      <dgm:spPr/>
    </dgm:pt>
    <dgm:pt modelId="{8AADCACA-4775-4EA7-9ED8-608865674861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2F04992A-05A4-4023-B025-5AF4A2A4A7EC}" type="parTrans" cxnId="{17F73FF5-257D-48C3-B47E-449BE73FF0F7}">
      <dgm:prSet/>
      <dgm:spPr/>
    </dgm:pt>
    <dgm:pt modelId="{BF24A747-95B4-4AA7-9B51-3879C12BC3F6}" type="sibTrans" cxnId="{17F73FF5-257D-48C3-B47E-449BE73FF0F7}">
      <dgm:prSet/>
      <dgm:spPr/>
    </dgm:pt>
    <dgm:pt modelId="{38F8B8C7-ABC1-469A-929B-42BFE9DF252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7528CF8-5EBD-44D0-B7F0-ACF6E900A327}" type="parTrans" cxnId="{A802D114-F4D1-4AB1-A21C-35AD2738DA71}">
      <dgm:prSet/>
      <dgm:spPr/>
    </dgm:pt>
    <dgm:pt modelId="{2DEC4D99-15C6-4319-8C64-A39713282C4C}" type="sibTrans" cxnId="{A802D114-F4D1-4AB1-A21C-35AD2738DA71}">
      <dgm:prSet/>
      <dgm:spPr/>
    </dgm:pt>
    <dgm:pt modelId="{3CFDB06D-5EF0-41EF-96BD-55453CF0E0D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2DD48E6-7712-4FDE-A8CD-40A3710412B7}" type="parTrans" cxnId="{50C298D1-3E59-4F52-91C3-F68F9981218C}">
      <dgm:prSet/>
      <dgm:spPr/>
    </dgm:pt>
    <dgm:pt modelId="{AD310437-03E3-430D-A097-25AD818093D3}" type="sibTrans" cxnId="{50C298D1-3E59-4F52-91C3-F68F9981218C}">
      <dgm:prSet/>
      <dgm:spPr/>
    </dgm:pt>
    <dgm:pt modelId="{DBD22E48-4F8E-447B-815C-B8A9C3834821}" type="pres">
      <dgm:prSet presAssocID="{A23649D0-EDF6-4E35-9942-BC0D0799EB9D}" presName="linear" presStyleCnt="0">
        <dgm:presLayoutVars>
          <dgm:dir/>
          <dgm:resizeHandles val="exact"/>
        </dgm:presLayoutVars>
      </dgm:prSet>
      <dgm:spPr/>
    </dgm:pt>
    <dgm:pt modelId="{818C2D0F-3D0C-4D68-A221-2189ED428BD2}" type="pres">
      <dgm:prSet presAssocID="{9AF8FDC6-5CAB-4353-B706-A355302D62A6}" presName="comp" presStyleCnt="0"/>
      <dgm:spPr/>
    </dgm:pt>
    <dgm:pt modelId="{BEB1E13A-DB7C-44E8-BFAC-B47D9A85D462}" type="pres">
      <dgm:prSet presAssocID="{9AF8FDC6-5CAB-4353-B706-A355302D62A6}" presName="box" presStyleLbl="node1" presStyleIdx="0" presStyleCnt="3"/>
      <dgm:spPr/>
    </dgm:pt>
    <dgm:pt modelId="{47220132-7704-4DA0-A150-33FEC9A920EB}" type="pres">
      <dgm:prSet presAssocID="{9AF8FDC6-5CAB-4353-B706-A355302D62A6}" presName="img" presStyleLbl="fgImgPlace1" presStyleIdx="0" presStyleCnt="3"/>
      <dgm:spPr/>
    </dgm:pt>
    <dgm:pt modelId="{AD8691F5-16ED-4D99-8003-664CD8C0D620}" type="pres">
      <dgm:prSet presAssocID="{9AF8FDC6-5CAB-4353-B706-A355302D62A6}" presName="text" presStyleLbl="node1" presStyleIdx="0" presStyleCnt="3">
        <dgm:presLayoutVars>
          <dgm:bulletEnabled val="1"/>
        </dgm:presLayoutVars>
      </dgm:prSet>
      <dgm:spPr/>
    </dgm:pt>
    <dgm:pt modelId="{910206C4-F10D-445C-830F-D0F17620E72E}" type="pres">
      <dgm:prSet presAssocID="{A91AE21D-2B9C-44BA-93AF-A2F8326E1AED}" presName="spacer" presStyleCnt="0"/>
      <dgm:spPr/>
    </dgm:pt>
    <dgm:pt modelId="{6FF06056-3954-43A0-8E12-DB29E79E7DAF}" type="pres">
      <dgm:prSet presAssocID="{8AADCACA-4775-4EA7-9ED8-608865674861}" presName="comp" presStyleCnt="0"/>
      <dgm:spPr/>
    </dgm:pt>
    <dgm:pt modelId="{69CEC40B-E81F-4538-AC80-69C38EAA75EC}" type="pres">
      <dgm:prSet presAssocID="{8AADCACA-4775-4EA7-9ED8-608865674861}" presName="box" presStyleLbl="node1" presStyleIdx="1" presStyleCnt="3"/>
      <dgm:spPr/>
    </dgm:pt>
    <dgm:pt modelId="{FFB1EC08-85CD-494F-B72E-799A3EF038B9}" type="pres">
      <dgm:prSet presAssocID="{8AADCACA-4775-4EA7-9ED8-608865674861}" presName="img" presStyleLbl="fgImgPlace1" presStyleIdx="1" presStyleCnt="3"/>
      <dgm:spPr/>
    </dgm:pt>
    <dgm:pt modelId="{7E86F7E1-A8AC-4AEE-8DDA-3440F34AC5B4}" type="pres">
      <dgm:prSet presAssocID="{8AADCACA-4775-4EA7-9ED8-608865674861}" presName="text" presStyleLbl="node1" presStyleIdx="1" presStyleCnt="3">
        <dgm:presLayoutVars>
          <dgm:bulletEnabled val="1"/>
        </dgm:presLayoutVars>
      </dgm:prSet>
      <dgm:spPr/>
    </dgm:pt>
    <dgm:pt modelId="{0EE4A471-0C0E-4DF2-A435-1EE9076827FA}" type="pres">
      <dgm:prSet presAssocID="{BF24A747-95B4-4AA7-9B51-3879C12BC3F6}" presName="spacer" presStyleCnt="0"/>
      <dgm:spPr/>
    </dgm:pt>
    <dgm:pt modelId="{92834225-EDBB-46FC-8332-4D264736B8A8}" type="pres">
      <dgm:prSet presAssocID="{38F8B8C7-ABC1-469A-929B-42BFE9DF252B}" presName="comp" presStyleCnt="0"/>
      <dgm:spPr/>
    </dgm:pt>
    <dgm:pt modelId="{6A614604-0A25-4AC1-8101-9395489214BF}" type="pres">
      <dgm:prSet presAssocID="{38F8B8C7-ABC1-469A-929B-42BFE9DF252B}" presName="box" presStyleLbl="node1" presStyleIdx="2" presStyleCnt="3"/>
      <dgm:spPr/>
    </dgm:pt>
    <dgm:pt modelId="{59F5BFC7-0092-4296-B790-CEECE5B8B57D}" type="pres">
      <dgm:prSet presAssocID="{38F8B8C7-ABC1-469A-929B-42BFE9DF252B}" presName="img" presStyleLbl="fgImgPlace1" presStyleIdx="2" presStyleCnt="3"/>
      <dgm:spPr/>
    </dgm:pt>
    <dgm:pt modelId="{7C44A00D-4654-40A5-B30F-BEC3D8CDC5EE}" type="pres">
      <dgm:prSet presAssocID="{38F8B8C7-ABC1-469A-929B-42BFE9DF252B}" presName="text" presStyleLbl="node1" presStyleIdx="2" presStyleCnt="3">
        <dgm:presLayoutVars>
          <dgm:bulletEnabled val="1"/>
        </dgm:presLayoutVars>
      </dgm:prSet>
      <dgm:spPr/>
    </dgm:pt>
  </dgm:ptLst>
  <dgm:cxnLst>
    <dgm:cxn modelId="{D0BDA911-F31A-4FB1-BBD6-0F37304BA8A0}" type="presOf" srcId="{9AF8FDC6-5CAB-4353-B706-A355302D62A6}" destId="{AD8691F5-16ED-4D99-8003-664CD8C0D620}" srcOrd="1" destOrd="0" presId="urn:microsoft.com/office/officeart/2005/8/layout/vList4"/>
    <dgm:cxn modelId="{A802D114-F4D1-4AB1-A21C-35AD2738DA71}" srcId="{A23649D0-EDF6-4E35-9942-BC0D0799EB9D}" destId="{38F8B8C7-ABC1-469A-929B-42BFE9DF252B}" srcOrd="2" destOrd="0" parTransId="{F7528CF8-5EBD-44D0-B7F0-ACF6E900A327}" sibTransId="{2DEC4D99-15C6-4319-8C64-A39713282C4C}"/>
    <dgm:cxn modelId="{F2F64826-F122-45D5-AE65-C760C8082BA5}" srcId="{9AF8FDC6-5CAB-4353-B706-A355302D62A6}" destId="{B86789BF-C653-45F0-8DAD-62C04DFC7A40}" srcOrd="0" destOrd="0" parTransId="{F7EA1FD7-D0D3-48B3-A9D1-7905E65E597B}" sibTransId="{6D5F190D-FCA2-41C0-88DB-28EE51CAA960}"/>
    <dgm:cxn modelId="{2AF7E234-A565-4480-A780-A831F021FB1E}" type="presOf" srcId="{B86789BF-C653-45F0-8DAD-62C04DFC7A40}" destId="{BEB1E13A-DB7C-44E8-BFAC-B47D9A85D462}" srcOrd="0" destOrd="1" presId="urn:microsoft.com/office/officeart/2005/8/layout/vList4"/>
    <dgm:cxn modelId="{D703A946-3F7E-4BD5-A262-BB98D5185279}" srcId="{A23649D0-EDF6-4E35-9942-BC0D0799EB9D}" destId="{9AF8FDC6-5CAB-4353-B706-A355302D62A6}" srcOrd="0" destOrd="0" parTransId="{8C845E5A-FA35-4505-9F2B-114AB0ABDF1F}" sibTransId="{A91AE21D-2B9C-44BA-93AF-A2F8326E1AED}"/>
    <dgm:cxn modelId="{C6356147-973F-48FE-B786-8887ABC6DFD6}" type="presOf" srcId="{8AADCACA-4775-4EA7-9ED8-608865674861}" destId="{7E86F7E1-A8AC-4AEE-8DDA-3440F34AC5B4}" srcOrd="1" destOrd="0" presId="urn:microsoft.com/office/officeart/2005/8/layout/vList4"/>
    <dgm:cxn modelId="{CF5C0C48-3E79-4096-AC46-68DBC7D56665}" type="presOf" srcId="{38F8B8C7-ABC1-469A-929B-42BFE9DF252B}" destId="{7C44A00D-4654-40A5-B30F-BEC3D8CDC5EE}" srcOrd="1" destOrd="0" presId="urn:microsoft.com/office/officeart/2005/8/layout/vList4"/>
    <dgm:cxn modelId="{1FE52853-F0C7-436F-852A-1A6CBB50424F}" type="presOf" srcId="{3CFDB06D-5EF0-41EF-96BD-55453CF0E0DD}" destId="{7C44A00D-4654-40A5-B30F-BEC3D8CDC5EE}" srcOrd="1" destOrd="1" presId="urn:microsoft.com/office/officeart/2005/8/layout/vList4"/>
    <dgm:cxn modelId="{BEB370B1-51BD-47AF-B10D-27125927AAD0}" type="presOf" srcId="{B86789BF-C653-45F0-8DAD-62C04DFC7A40}" destId="{AD8691F5-16ED-4D99-8003-664CD8C0D620}" srcOrd="1" destOrd="1" presId="urn:microsoft.com/office/officeart/2005/8/layout/vList4"/>
    <dgm:cxn modelId="{82FCD6BB-9C75-4238-AD0A-BA818638EE38}" type="presOf" srcId="{A23649D0-EDF6-4E35-9942-BC0D0799EB9D}" destId="{DBD22E48-4F8E-447B-815C-B8A9C3834821}" srcOrd="0" destOrd="0" presId="urn:microsoft.com/office/officeart/2005/8/layout/vList4"/>
    <dgm:cxn modelId="{50C298D1-3E59-4F52-91C3-F68F9981218C}" srcId="{38F8B8C7-ABC1-469A-929B-42BFE9DF252B}" destId="{3CFDB06D-5EF0-41EF-96BD-55453CF0E0DD}" srcOrd="0" destOrd="0" parTransId="{82DD48E6-7712-4FDE-A8CD-40A3710412B7}" sibTransId="{AD310437-03E3-430D-A097-25AD818093D3}"/>
    <dgm:cxn modelId="{D90850D6-22C2-4D31-964B-826DF3325CA4}" type="presOf" srcId="{3CFDB06D-5EF0-41EF-96BD-55453CF0E0DD}" destId="{6A614604-0A25-4AC1-8101-9395489214BF}" srcOrd="0" destOrd="1" presId="urn:microsoft.com/office/officeart/2005/8/layout/vList4"/>
    <dgm:cxn modelId="{510FF1EC-0C6A-4CB3-9463-A372ADCF91EB}" type="presOf" srcId="{9AF8FDC6-5CAB-4353-B706-A355302D62A6}" destId="{BEB1E13A-DB7C-44E8-BFAC-B47D9A85D462}" srcOrd="0" destOrd="0" presId="urn:microsoft.com/office/officeart/2005/8/layout/vList4"/>
    <dgm:cxn modelId="{4AE227F5-D61C-4254-BC6F-9E7C9F022BAC}" type="presOf" srcId="{38F8B8C7-ABC1-469A-929B-42BFE9DF252B}" destId="{6A614604-0A25-4AC1-8101-9395489214BF}" srcOrd="0" destOrd="0" presId="urn:microsoft.com/office/officeart/2005/8/layout/vList4"/>
    <dgm:cxn modelId="{17F73FF5-257D-48C3-B47E-449BE73FF0F7}" srcId="{A23649D0-EDF6-4E35-9942-BC0D0799EB9D}" destId="{8AADCACA-4775-4EA7-9ED8-608865674861}" srcOrd="1" destOrd="0" parTransId="{2F04992A-05A4-4023-B025-5AF4A2A4A7EC}" sibTransId="{BF24A747-95B4-4AA7-9B51-3879C12BC3F6}"/>
    <dgm:cxn modelId="{2F5964FC-5AB8-464F-877F-20DA700651BF}" type="presOf" srcId="{8AADCACA-4775-4EA7-9ED8-608865674861}" destId="{69CEC40B-E81F-4538-AC80-69C38EAA75EC}" srcOrd="0" destOrd="0" presId="urn:microsoft.com/office/officeart/2005/8/layout/vList4"/>
    <dgm:cxn modelId="{01A5CFA7-7A98-4C9E-A4C9-6C2E9252360B}" type="presParOf" srcId="{DBD22E48-4F8E-447B-815C-B8A9C3834821}" destId="{818C2D0F-3D0C-4D68-A221-2189ED428BD2}" srcOrd="0" destOrd="0" presId="urn:microsoft.com/office/officeart/2005/8/layout/vList4"/>
    <dgm:cxn modelId="{2356D73B-6BCE-4490-B685-3F2B3ABE5D83}" type="presParOf" srcId="{818C2D0F-3D0C-4D68-A221-2189ED428BD2}" destId="{BEB1E13A-DB7C-44E8-BFAC-B47D9A85D462}" srcOrd="0" destOrd="0" presId="urn:microsoft.com/office/officeart/2005/8/layout/vList4"/>
    <dgm:cxn modelId="{E3BC8DBF-691B-40B6-9353-93334D2E54E6}" type="presParOf" srcId="{818C2D0F-3D0C-4D68-A221-2189ED428BD2}" destId="{47220132-7704-4DA0-A150-33FEC9A920EB}" srcOrd="1" destOrd="0" presId="urn:microsoft.com/office/officeart/2005/8/layout/vList4"/>
    <dgm:cxn modelId="{3696A2E6-D161-4FE1-A273-37740D6A1304}" type="presParOf" srcId="{818C2D0F-3D0C-4D68-A221-2189ED428BD2}" destId="{AD8691F5-16ED-4D99-8003-664CD8C0D620}" srcOrd="2" destOrd="0" presId="urn:microsoft.com/office/officeart/2005/8/layout/vList4"/>
    <dgm:cxn modelId="{B67F299D-D1EB-486D-90C0-5B236BF063A0}" type="presParOf" srcId="{DBD22E48-4F8E-447B-815C-B8A9C3834821}" destId="{910206C4-F10D-445C-830F-D0F17620E72E}" srcOrd="1" destOrd="0" presId="urn:microsoft.com/office/officeart/2005/8/layout/vList4"/>
    <dgm:cxn modelId="{EC684B0E-2104-4DA6-806F-E214AD65684B}" type="presParOf" srcId="{DBD22E48-4F8E-447B-815C-B8A9C3834821}" destId="{6FF06056-3954-43A0-8E12-DB29E79E7DAF}" srcOrd="2" destOrd="0" presId="urn:microsoft.com/office/officeart/2005/8/layout/vList4"/>
    <dgm:cxn modelId="{4F0E917D-3741-4164-9CEF-62B1109B2381}" type="presParOf" srcId="{6FF06056-3954-43A0-8E12-DB29E79E7DAF}" destId="{69CEC40B-E81F-4538-AC80-69C38EAA75EC}" srcOrd="0" destOrd="0" presId="urn:microsoft.com/office/officeart/2005/8/layout/vList4"/>
    <dgm:cxn modelId="{5D8526FE-9AD9-4B6D-B955-825D18FDB616}" type="presParOf" srcId="{6FF06056-3954-43A0-8E12-DB29E79E7DAF}" destId="{FFB1EC08-85CD-494F-B72E-799A3EF038B9}" srcOrd="1" destOrd="0" presId="urn:microsoft.com/office/officeart/2005/8/layout/vList4"/>
    <dgm:cxn modelId="{01B8A12F-D1D0-45E1-88BA-66DA07F49AAE}" type="presParOf" srcId="{6FF06056-3954-43A0-8E12-DB29E79E7DAF}" destId="{7E86F7E1-A8AC-4AEE-8DDA-3440F34AC5B4}" srcOrd="2" destOrd="0" presId="urn:microsoft.com/office/officeart/2005/8/layout/vList4"/>
    <dgm:cxn modelId="{234690E3-9604-4C2D-B911-27FF4690E242}" type="presParOf" srcId="{DBD22E48-4F8E-447B-815C-B8A9C3834821}" destId="{0EE4A471-0C0E-4DF2-A435-1EE9076827FA}" srcOrd="3" destOrd="0" presId="urn:microsoft.com/office/officeart/2005/8/layout/vList4"/>
    <dgm:cxn modelId="{34F6413E-DA5D-45C6-BACF-79170170AC29}" type="presParOf" srcId="{DBD22E48-4F8E-447B-815C-B8A9C3834821}" destId="{92834225-EDBB-46FC-8332-4D264736B8A8}" srcOrd="4" destOrd="0" presId="urn:microsoft.com/office/officeart/2005/8/layout/vList4"/>
    <dgm:cxn modelId="{29760FB7-E740-4E26-873B-ABB2080BD05F}" type="presParOf" srcId="{92834225-EDBB-46FC-8332-4D264736B8A8}" destId="{6A614604-0A25-4AC1-8101-9395489214BF}" srcOrd="0" destOrd="0" presId="urn:microsoft.com/office/officeart/2005/8/layout/vList4"/>
    <dgm:cxn modelId="{E9A09310-2A75-4DEE-9540-AD059EC1D830}" type="presParOf" srcId="{92834225-EDBB-46FC-8332-4D264736B8A8}" destId="{59F5BFC7-0092-4296-B790-CEECE5B8B57D}" srcOrd="1" destOrd="0" presId="urn:microsoft.com/office/officeart/2005/8/layout/vList4"/>
    <dgm:cxn modelId="{D2781B2C-0EE4-4D0E-88E6-322F917DA7A1}" type="presParOf" srcId="{92834225-EDBB-46FC-8332-4D264736B8A8}" destId="{7C44A00D-4654-40A5-B30F-BEC3D8CDC5E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B1E13A-DB7C-44E8-BFAC-B47D9A85D462}">
      <dsp:nvSpPr>
        <dsp:cNvPr id="0" name=""/>
        <dsp:cNvSpPr/>
      </dsp:nvSpPr>
      <dsp:spPr>
        <a:xfrm>
          <a:off x="0" y="0"/>
          <a:ext cx="8255000" cy="1587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Node One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Node Two has a longer label</a:t>
          </a:r>
        </a:p>
      </dsp:txBody>
      <dsp:txXfrm>
        <a:off x="1809750" y="0"/>
        <a:ext cx="6445249" cy="1587499"/>
      </dsp:txXfrm>
    </dsp:sp>
    <dsp:sp modelId="{47220132-7704-4DA0-A150-33FEC9A920EB}">
      <dsp:nvSpPr>
        <dsp:cNvPr id="0" name=""/>
        <dsp:cNvSpPr/>
      </dsp:nvSpPr>
      <dsp:spPr>
        <a:xfrm>
          <a:off x="158750" y="158749"/>
          <a:ext cx="1651000" cy="1269999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EC40B-E81F-4538-AC80-69C38EAA75EC}">
      <dsp:nvSpPr>
        <dsp:cNvPr id="0" name=""/>
        <dsp:cNvSpPr/>
      </dsp:nvSpPr>
      <dsp:spPr>
        <a:xfrm>
          <a:off x="0" y="1746249"/>
          <a:ext cx="8255000" cy="1587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Node Three</a:t>
          </a:r>
        </a:p>
      </dsp:txBody>
      <dsp:txXfrm>
        <a:off x="1809750" y="1746249"/>
        <a:ext cx="6445249" cy="1587499"/>
      </dsp:txXfrm>
    </dsp:sp>
    <dsp:sp modelId="{FFB1EC08-85CD-494F-B72E-799A3EF038B9}">
      <dsp:nvSpPr>
        <dsp:cNvPr id="0" name=""/>
        <dsp:cNvSpPr/>
      </dsp:nvSpPr>
      <dsp:spPr>
        <a:xfrm>
          <a:off x="158750" y="1905000"/>
          <a:ext cx="1651000" cy="1269999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14604-0A25-4AC1-8101-9395489214BF}">
      <dsp:nvSpPr>
        <dsp:cNvPr id="0" name=""/>
        <dsp:cNvSpPr/>
      </dsp:nvSpPr>
      <dsp:spPr>
        <a:xfrm>
          <a:off x="0" y="3492500"/>
          <a:ext cx="8255000" cy="1587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Node Four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Node Five</a:t>
          </a:r>
        </a:p>
      </dsp:txBody>
      <dsp:txXfrm>
        <a:off x="1809750" y="3492500"/>
        <a:ext cx="6445249" cy="1587499"/>
      </dsp:txXfrm>
    </dsp:sp>
    <dsp:sp modelId="{59F5BFC7-0092-4296-B790-CEECE5B8B57D}">
      <dsp:nvSpPr>
        <dsp:cNvPr id="0" name=""/>
        <dsp:cNvSpPr/>
      </dsp:nvSpPr>
      <dsp:spPr>
        <a:xfrm>
          <a:off x="158750" y="3651250"/>
          <a:ext cx="1651000" cy="1269999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832C-4B59-2C32-2033-3BB5574F6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11564-58B7-0872-0571-C3FCFA3BA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1A3D6-62BB-08DB-20BB-BEEFDEDD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2000B-37F5-1435-2D17-D6C75810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E1D7D-0529-50CA-F8F0-BA7F8826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7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B1F6-8E6E-B3E5-190A-E084D070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E151-D06F-BA11-7ED0-534E8F55B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4AED6-CA4C-4B8C-A582-8CC16232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41A6A-4CE4-B0F5-14CD-AD75D7E6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DC9CF-54AC-3986-DCDE-3F4EF6F3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7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A2A3-96F0-26B9-E144-17B84A532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CBC2B-997D-EA9A-E6BC-764633E3F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B3F75-8112-10EF-D17C-4D2C44D8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03FAA-9E86-4997-457B-B93D72BB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F8C58-D4ED-69F8-B106-B66136EE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4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FC4D-023E-0468-5BB8-192AD21C0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B98BA-735F-C0BA-3275-9B6EA0B61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CA140-E001-904E-347C-37E5C905F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49A1E-F38A-C83C-0640-74FD36BD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49BAF-F129-CD01-874F-7D2F6A7F9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68BE1-41A6-A259-B28B-531BE753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7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A696-A634-E10E-2822-CD3BED33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2F159-76AB-A6DC-9D88-B67155080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BE24-0F8B-2F51-7054-CCB764824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A408A-C426-9F0F-BBCA-1F1FA6D15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747E5-3A21-5773-B9D5-5051B5406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A8526-2414-D8D5-2299-52D10F26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85FB7E-6271-7E4B-B173-47970AB8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268EF-D186-2565-AC15-6EC7ADA12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6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E52E-9080-B848-99AE-3FD8FACB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ECFB1-3630-3AC2-09D5-0808FDF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EC690-B8C1-4369-D435-8BCF2850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446A8-90A3-4F4D-8E5A-811C4807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0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2447C-63EB-4E27-DAE4-9865A397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C78CE-2791-B5C7-B382-247B1A2A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7DAA5-DB26-C4FC-B805-B616B149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E7F8-369B-47E1-D736-C1DA917C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A035-8577-4783-A073-6D1E340C9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51613-D854-4AF8-2150-005D987F0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1BE7A-345F-0351-F7E2-EE9D52FF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40DFA-0CC1-3179-7698-51BBB6C8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53AD1-1B69-E810-BA32-45C209FD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FF1D-64DB-5725-3E97-BF931B924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54438-7CFD-ED4A-AAAC-C2F705914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5FC35-4712-1F28-2942-FDBC57396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2A7C6-4507-2473-DE4A-97D146E4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D8C71-A8C7-45D4-E4B4-ED4DB091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08778-4994-AB26-DB9A-980CB81A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2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417F3-B884-A62C-7012-5CBF89D3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852F2-C845-D119-1324-E5CBD424A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AC72C-5F8E-8E0A-01AF-B69019FA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136CF-D30A-CC7F-9C07-F8D220F4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91CCF-BFEF-4788-8B71-A50965159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7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5FFD7-D7E9-C720-84AC-12CAB2F4F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A673C-A91D-1ED5-C344-D05EC3CF2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70150-8672-F819-2776-E629619B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23A7A-C8C3-2019-4577-6659AEC70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F77EC-9969-59A1-68CA-653CDE5B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3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BE2DD-7A84-0D18-C392-DE573810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6CE24-5D7D-55EA-6A12-551AEE6BE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F665D-0254-EACC-248F-9DEFF5BF3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35CE1-B926-42A6-AAC8-B6F36F05827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75F6B-8605-BB03-6A06-FEB96B560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D5F7A-4C59-AF73-1B6A-3BDD78FA8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7CBB1-8383-4651-92D3-C564BD0B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8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7BC0892-3A17-8BE9-47FE-96CB168FBE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996255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7770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2026-09-06T08:12:57Z</dcterms:created>
  <dcterms:modified xsi:type="dcterms:W3CDTF">2026-09-06T08:12:57Z</dcterms:modified>
</cp:coreProperties>
</file>