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0B1EFAE-761A-4F37-9396-AE0746A5E358}" type="doc">
      <dgm:prSet loTypeId="urn:microsoft.com/office/officeart/2026/layout/TextCardSideLineNumbered" loCatId="textcard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4302B77-D91C-4C2E-8D9A-15B47E87D7C1}">
      <dgm:prSet phldrT="Title"/>
      <dgm:spPr/>
      <dgm:t>
        <a:bodyPr/>
        <a:lstStyle/>
        <a:p>
          <a:pPr>
            <a:defRPr b="1"/>
          </a:pPr>
          <a:r>
            <a:rPr lang="en-US"/>
            <a:t>Node One</a:t>
          </a:r>
        </a:p>
      </dgm:t>
    </dgm:pt>
    <dgm:pt modelId="{778E0F45-109B-49CE-AC4A-940C41B21F7D}" type="parTrans" cxnId="{35B94CD2-BD1C-4D97-BF9E-0B96E90A0808}">
      <dgm:prSet/>
      <dgm:spPr/>
    </dgm:pt>
    <dgm:pt modelId="{10E0E820-C381-42D1-B4F7-E2442964E1BA}" type="sibTrans" cxnId="{35B94CD2-BD1C-4D97-BF9E-0B96E90A0808}">
      <dgm:prSet phldrT="1" phldr="0"/>
      <dgm:spPr/>
      <dgm:t>
        <a:bodyPr/>
        <a:lstStyle/>
        <a:p>
          <a:pPr>
            <a:defRPr b="1"/>
          </a:pPr>
          <a:r>
            <a:rPr lang="en-US"/>
            <a:t>1</a:t>
          </a:r>
        </a:p>
      </dgm:t>
    </dgm:pt>
    <dgm:pt modelId="{E13881AB-02E6-4501-91E5-6EDECB992AF0}">
      <dgm:prSet phldrT="Description" phldr="1"/>
      <dgm:spPr/>
      <dgm:t>
        <a:bodyPr/>
        <a:lstStyle/>
        <a:p>
          <a:endParaRPr lang="en-US"/>
        </a:p>
      </dgm:t>
    </dgm:pt>
    <dgm:pt modelId="{4025544A-4E46-469C-A863-FEDBB41E34C2}" type="parTrans" cxnId="{72E0D6F6-4CCB-4E0C-9C2F-D4D3756FC254}">
      <dgm:prSet/>
      <dgm:spPr/>
    </dgm:pt>
    <dgm:pt modelId="{F549D7C3-9D9B-45D3-9D42-CB0DF79CD0E2}" type="sibTrans" cxnId="{72E0D6F6-4CCB-4E0C-9C2F-D4D3756FC254}">
      <dgm:prSet/>
      <dgm:spPr/>
    </dgm:pt>
    <dgm:pt modelId="{0589892F-1197-4FDD-ADCD-63A516B676F0}">
      <dgm:prSet phldrT="Title"/>
      <dgm:spPr/>
      <dgm:t>
        <a:bodyPr/>
        <a:lstStyle/>
        <a:p>
          <a:pPr>
            <a:defRPr b="1"/>
          </a:pPr>
          <a:r>
            <a:rPr lang="en-US"/>
            <a:t>Node Two has a longer label</a:t>
          </a:r>
        </a:p>
      </dgm:t>
    </dgm:pt>
    <dgm:pt modelId="{17AF1558-191B-4E4A-BA67-9B251C396607}" type="parTrans" cxnId="{C8CB749C-5BA1-4F8F-B2A2-D9659D8D6623}">
      <dgm:prSet/>
      <dgm:spPr/>
    </dgm:pt>
    <dgm:pt modelId="{AA86AD08-DA31-40F4-A7A2-FA5EF3AECC41}" type="sibTrans" cxnId="{C8CB749C-5BA1-4F8F-B2A2-D9659D8D6623}">
      <dgm:prSet phldrT="2" phldr="0"/>
      <dgm:spPr/>
      <dgm:t>
        <a:bodyPr/>
        <a:lstStyle/>
        <a:p>
          <a:pPr>
            <a:defRPr b="1"/>
          </a:pPr>
          <a:r>
            <a:rPr lang="en-US"/>
            <a:t>2</a:t>
          </a:r>
        </a:p>
      </dgm:t>
    </dgm:pt>
    <dgm:pt modelId="{5BE76F05-39AB-4428-BB18-725DC927F5C8}">
      <dgm:prSet phldrT="Description" phldr="1"/>
      <dgm:spPr/>
      <dgm:t>
        <a:bodyPr/>
        <a:lstStyle/>
        <a:p>
          <a:endParaRPr lang="en-US"/>
        </a:p>
      </dgm:t>
    </dgm:pt>
    <dgm:pt modelId="{FD8872AB-42A7-499E-89F1-7AD3660AB839}" type="parTrans" cxnId="{A4C059D3-9A80-4E0A-855E-1E8F25EE4296}">
      <dgm:prSet/>
      <dgm:spPr/>
    </dgm:pt>
    <dgm:pt modelId="{FD80A2B7-BBFC-44B3-8212-9DA8DC32E58C}" type="sibTrans" cxnId="{A4C059D3-9A80-4E0A-855E-1E8F25EE4296}">
      <dgm:prSet/>
      <dgm:spPr/>
    </dgm:pt>
    <dgm:pt modelId="{3C833FA6-0132-43C4-92D8-7FF3AD5568DD}">
      <dgm:prSet phldrT="Title"/>
      <dgm:spPr/>
      <dgm:t>
        <a:bodyPr/>
        <a:lstStyle/>
        <a:p>
          <a:r>
            <a:rPr lang="en-US"/>
            <a:t>Node Three</a:t>
          </a:r>
        </a:p>
      </dgm:t>
    </dgm:pt>
    <dgm:pt modelId="{59A9664A-B0B8-4731-B91E-91DF583D43AB}" type="parTrans" cxnId="{BCD899EA-1833-4F8D-A2F6-D43FD0DCA9BC}">
      <dgm:prSet/>
      <dgm:spPr/>
    </dgm:pt>
    <dgm:pt modelId="{A65E4FC2-467D-4D3E-A510-2E76C0722D23}" type="sibTrans" cxnId="{BCD899EA-1833-4F8D-A2F6-D43FD0DCA9BC}">
      <dgm:prSet phldrT="3" phldr="0"/>
      <dgm:spPr/>
    </dgm:pt>
    <dgm:pt modelId="{72618647-B47B-4C9E-B1B7-BA1D035BC49D}">
      <dgm:prSet phldrT="Description" phldr="1"/>
      <dgm:spPr/>
      <dgm:t>
        <a:bodyPr/>
        <a:lstStyle/>
        <a:p>
          <a:endParaRPr lang="en-US"/>
        </a:p>
      </dgm:t>
    </dgm:pt>
    <dgm:pt modelId="{382B3F1B-F383-4DB9-8EE8-E2B8946452EF}" type="parTrans" cxnId="{B33339F7-6AAB-4949-AA6F-947381607537}">
      <dgm:prSet/>
      <dgm:spPr/>
    </dgm:pt>
    <dgm:pt modelId="{90D39E4D-C3E5-4C23-AC2F-16BE147D6236}" type="sibTrans" cxnId="{B33339F7-6AAB-4949-AA6F-947381607537}">
      <dgm:prSet/>
      <dgm:spPr/>
    </dgm:pt>
    <dgm:pt modelId="{1B12A5E8-28CA-488F-A0E5-9B6AC51D951C}">
      <dgm:prSet phldrT="Title"/>
      <dgm:spPr/>
      <dgm:t>
        <a:bodyPr/>
        <a:lstStyle/>
        <a:p>
          <a:pPr>
            <a:defRPr b="1"/>
          </a:pPr>
          <a:r>
            <a:rPr lang="en-US"/>
            <a:t>Node Four</a:t>
          </a:r>
        </a:p>
      </dgm:t>
    </dgm:pt>
    <dgm:pt modelId="{53BA2037-FF59-4CFE-9BEC-BE1DBF194C7C}" type="parTrans" cxnId="{21BD9B93-EA43-4CE5-86D9-4E89B10BA3C7}">
      <dgm:prSet/>
      <dgm:spPr/>
    </dgm:pt>
    <dgm:pt modelId="{749E1E48-29CF-4557-92D8-DBE2ED85A6DF}" type="sibTrans" cxnId="{21BD9B93-EA43-4CE5-86D9-4E89B10BA3C7}">
      <dgm:prSet phldrT="3" phldr="0"/>
      <dgm:spPr/>
      <dgm:t>
        <a:bodyPr/>
        <a:lstStyle/>
        <a:p>
          <a:pPr>
            <a:defRPr b="1"/>
          </a:pPr>
          <a:r>
            <a:rPr lang="en-US"/>
            <a:t>3</a:t>
          </a:r>
        </a:p>
      </dgm:t>
    </dgm:pt>
    <dgm:pt modelId="{C08688D5-93E4-4BAE-9299-796A74395287}">
      <dgm:prSet phldrT="Description" phldr="1"/>
      <dgm:spPr/>
      <dgm:t>
        <a:bodyPr/>
        <a:lstStyle/>
        <a:p>
          <a:endParaRPr lang="en-US"/>
        </a:p>
      </dgm:t>
    </dgm:pt>
    <dgm:pt modelId="{0A3D077D-1AAF-4B06-BBC9-61D4A878CFCB}" type="parTrans" cxnId="{D066D4B2-002E-44CB-998C-C87A605E2C96}">
      <dgm:prSet/>
      <dgm:spPr/>
    </dgm:pt>
    <dgm:pt modelId="{4E98719E-7CCF-4AA3-B516-B60144D5C62A}" type="sibTrans" cxnId="{D066D4B2-002E-44CB-998C-C87A605E2C96}">
      <dgm:prSet/>
      <dgm:spPr/>
    </dgm:pt>
    <dgm:pt modelId="{7DCE6AA8-DC43-4B75-BEF7-B77E4014B503}">
      <dgm:prSet phldrT="Title"/>
      <dgm:spPr/>
      <dgm:t>
        <a:bodyPr/>
        <a:lstStyle/>
        <a:p>
          <a:pPr>
            <a:defRPr b="1"/>
          </a:pPr>
          <a:r>
            <a:rPr lang="en-US"/>
            <a:t>Node Five</a:t>
          </a:r>
        </a:p>
      </dgm:t>
    </dgm:pt>
    <dgm:pt modelId="{34FC5596-FE20-40BA-9E34-F323E385FECF}" type="parTrans" cxnId="{609D2509-0487-4256-A50E-F5A57F558112}">
      <dgm:prSet/>
      <dgm:spPr/>
    </dgm:pt>
    <dgm:pt modelId="{02AAFC93-CFBD-448A-86B2-36C8AC58F579}" type="sibTrans" cxnId="{609D2509-0487-4256-A50E-F5A57F558112}">
      <dgm:prSet phldrT="4" phldr="0"/>
      <dgm:spPr/>
      <dgm:t>
        <a:bodyPr/>
        <a:lstStyle/>
        <a:p>
          <a:pPr>
            <a:defRPr b="1"/>
          </a:pPr>
          <a:r>
            <a:rPr lang="en-US"/>
            <a:t>4</a:t>
          </a:r>
        </a:p>
      </dgm:t>
    </dgm:pt>
    <dgm:pt modelId="{1843F04D-5B8B-4955-962A-F5B99FF54E68}">
      <dgm:prSet phldrT="Description" phldr="1"/>
      <dgm:spPr/>
      <dgm:t>
        <a:bodyPr/>
        <a:lstStyle/>
        <a:p>
          <a:endParaRPr lang="en-US"/>
        </a:p>
      </dgm:t>
    </dgm:pt>
    <dgm:pt modelId="{F8A54D46-E184-42C8-89E2-8AAC28F0E66F}" type="parTrans" cxnId="{B68DFEEC-C3DB-409D-9BD6-A3D66AA4605F}">
      <dgm:prSet/>
      <dgm:spPr/>
    </dgm:pt>
    <dgm:pt modelId="{00D4FED3-A9BE-4049-9885-CF5BB99A5406}" type="sibTrans" cxnId="{B68DFEEC-C3DB-409D-9BD6-A3D66AA4605F}">
      <dgm:prSet/>
      <dgm:spPr/>
    </dgm:pt>
    <dgm:pt modelId="{9380E4EB-FE53-42E9-89D1-6D9B61FCE17E}" type="pres">
      <dgm:prSet presAssocID="{A0B1EFAE-761A-4F37-9396-AE0746A5E358}" presName="root" presStyleCnt="0">
        <dgm:presLayoutVars>
          <dgm:dir/>
          <dgm:resizeHandles val="exact"/>
        </dgm:presLayoutVars>
      </dgm:prSet>
      <dgm:spPr/>
    </dgm:pt>
    <dgm:pt modelId="{32A0DBEF-5F01-49C6-A7C3-96494C0F6300}" type="pres">
      <dgm:prSet presAssocID="{B4302B77-D91C-4C2E-8D9A-15B47E87D7C1}" presName="compNode" presStyleCnt="0"/>
      <dgm:spPr/>
    </dgm:pt>
    <dgm:pt modelId="{3981F0AF-8934-402D-A953-EFBD642034B8}" type="pres">
      <dgm:prSet presAssocID="{B4302B77-D91C-4C2E-8D9A-15B47E87D7C1}" presName="accentLine" presStyleLbl="dkBgShp" presStyleIdx="0" presStyleCnt="4"/>
      <dgm:spPr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gm:spPr>
    </dgm:pt>
    <dgm:pt modelId="{7229B2C2-B100-4B08-9477-6D51CEFE4E93}" type="pres">
      <dgm:prSet presAssocID="{10E0E820-C381-42D1-B4F7-E2442964E1BA}" presName="numberText" presStyleLbl="revTx" presStyleIdx="0" presStyleCnt="12">
        <dgm:presLayoutVars>
          <dgm:chMax val="0"/>
          <dgm:chPref val="0"/>
          <dgm:bulletEnabled/>
        </dgm:presLayoutVars>
      </dgm:prSet>
      <dgm:spPr/>
    </dgm:pt>
    <dgm:pt modelId="{A4237BC0-2BD8-4C2C-93E8-85BD06638DC7}" type="pres">
      <dgm:prSet presAssocID="{B4302B77-D91C-4C2E-8D9A-15B47E87D7C1}" presName="titleText" presStyleLbl="revTx" presStyleIdx="1" presStyleCnt="12">
        <dgm:presLayoutVars>
          <dgm:chMax val="0"/>
          <dgm:chPref val="0"/>
        </dgm:presLayoutVars>
      </dgm:prSet>
      <dgm:spPr/>
    </dgm:pt>
    <dgm:pt modelId="{44D1B588-90E3-4620-8928-89E04BB166CF}" type="pres">
      <dgm:prSet presAssocID="{B4302B77-D91C-4C2E-8D9A-15B47E87D7C1}" presName="bodyText" presStyleLbl="revTx" presStyleIdx="2" presStyleCnt="12">
        <dgm:presLayoutVars>
          <dgm:chMax val="0"/>
          <dgm:chPref val="0"/>
        </dgm:presLayoutVars>
      </dgm:prSet>
      <dgm:spPr/>
    </dgm:pt>
    <dgm:pt modelId="{24F703DD-A56B-4FF8-8A9B-03F3BDF80462}" type="pres">
      <dgm:prSet presAssocID="{10E0E820-C381-42D1-B4F7-E2442964E1BA}" presName="sibTrans" presStyleCnt="0"/>
      <dgm:spPr/>
    </dgm:pt>
    <dgm:pt modelId="{3D98E8D3-58DF-4F3B-A99F-B0A7E5EC9C3E}" type="pres">
      <dgm:prSet presAssocID="{0589892F-1197-4FDD-ADCD-63A516B676F0}" presName="compNode" presStyleCnt="0"/>
      <dgm:spPr/>
    </dgm:pt>
    <dgm:pt modelId="{732E5508-19F8-404A-98F3-D90AF6B1D910}" type="pres">
      <dgm:prSet presAssocID="{0589892F-1197-4FDD-ADCD-63A516B676F0}" presName="accentLine" presStyleLbl="dkBgShp" presStyleIdx="1" presStyleCnt="4"/>
      <dgm:spPr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gm:spPr>
    </dgm:pt>
    <dgm:pt modelId="{36072DB9-33F4-4D2A-89D9-D40899A6AE34}" type="pres">
      <dgm:prSet presAssocID="{AA86AD08-DA31-40F4-A7A2-FA5EF3AECC41}" presName="numberText" presStyleLbl="revTx" presStyleIdx="3" presStyleCnt="12">
        <dgm:presLayoutVars>
          <dgm:chMax val="0"/>
          <dgm:chPref val="0"/>
          <dgm:bulletEnabled/>
        </dgm:presLayoutVars>
      </dgm:prSet>
      <dgm:spPr/>
    </dgm:pt>
    <dgm:pt modelId="{66599D9A-80E3-45A7-8FB4-1F9CA86DE7DF}" type="pres">
      <dgm:prSet presAssocID="{0589892F-1197-4FDD-ADCD-63A516B676F0}" presName="titleText" presStyleLbl="revTx" presStyleIdx="4" presStyleCnt="12">
        <dgm:presLayoutVars>
          <dgm:chMax val="0"/>
          <dgm:chPref val="0"/>
        </dgm:presLayoutVars>
      </dgm:prSet>
      <dgm:spPr/>
    </dgm:pt>
    <dgm:pt modelId="{70FF5B41-C080-418E-9CA6-FF32C2032C84}" type="pres">
      <dgm:prSet presAssocID="{0589892F-1197-4FDD-ADCD-63A516B676F0}" presName="bodyText" presStyleLbl="revTx" presStyleIdx="5" presStyleCnt="12">
        <dgm:presLayoutVars>
          <dgm:chMax val="0"/>
          <dgm:chPref val="0"/>
        </dgm:presLayoutVars>
      </dgm:prSet>
      <dgm:spPr/>
    </dgm:pt>
    <dgm:pt modelId="{E198BDB4-BC4B-48C1-B89C-44BBFC209DD3}" type="pres">
      <dgm:prSet presAssocID="{AA86AD08-DA31-40F4-A7A2-FA5EF3AECC41}" presName="sibTrans" presStyleCnt="0"/>
      <dgm:spPr/>
    </dgm:pt>
    <dgm:pt modelId="{E8CB0ED0-E46D-41AB-845A-2B2A0EEC46CE}" type="pres">
      <dgm:prSet presAssocID="{1B12A5E8-28CA-488F-A0E5-9B6AC51D951C}" presName="compNode" presStyleCnt="0"/>
      <dgm:spPr/>
    </dgm:pt>
    <dgm:pt modelId="{0775BF53-65AE-4998-8E4A-73AF7C0E1B0A}" type="pres">
      <dgm:prSet presAssocID="{1B12A5E8-28CA-488F-A0E5-9B6AC51D951C}" presName="accentLine" presStyleLbl="dkBgShp" presStyleIdx="2" presStyleCnt="4"/>
      <dgm:spPr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gm:spPr>
    </dgm:pt>
    <dgm:pt modelId="{19BD3217-A3F9-4BFC-BFA7-B4E8DEA3256F}" type="pres">
      <dgm:prSet presAssocID="{749E1E48-29CF-4557-92D8-DBE2ED85A6DF}" presName="numberText" presStyleLbl="revTx" presStyleIdx="6" presStyleCnt="12">
        <dgm:presLayoutVars>
          <dgm:chMax val="0"/>
          <dgm:chPref val="0"/>
          <dgm:bulletEnabled/>
        </dgm:presLayoutVars>
      </dgm:prSet>
      <dgm:spPr/>
    </dgm:pt>
    <dgm:pt modelId="{6D6E0D9B-51F7-4AA0-8535-12800DD619ED}" type="pres">
      <dgm:prSet presAssocID="{1B12A5E8-28CA-488F-A0E5-9B6AC51D951C}" presName="titleText" presStyleLbl="revTx" presStyleIdx="7" presStyleCnt="12">
        <dgm:presLayoutVars>
          <dgm:chMax val="0"/>
          <dgm:chPref val="0"/>
        </dgm:presLayoutVars>
      </dgm:prSet>
      <dgm:spPr/>
    </dgm:pt>
    <dgm:pt modelId="{6524A50F-8101-429E-8B8A-B4CF50BDF8C0}" type="pres">
      <dgm:prSet presAssocID="{1B12A5E8-28CA-488F-A0E5-9B6AC51D951C}" presName="bodyText" presStyleLbl="revTx" presStyleIdx="8" presStyleCnt="12">
        <dgm:presLayoutVars>
          <dgm:chMax val="0"/>
          <dgm:chPref val="0"/>
        </dgm:presLayoutVars>
      </dgm:prSet>
      <dgm:spPr/>
    </dgm:pt>
    <dgm:pt modelId="{478FE6F1-63D8-4DB1-A88C-858AA97714B0}" type="pres">
      <dgm:prSet presAssocID="{749E1E48-29CF-4557-92D8-DBE2ED85A6DF}" presName="sibTrans" presStyleCnt="0"/>
      <dgm:spPr/>
    </dgm:pt>
    <dgm:pt modelId="{B2D09436-CB0F-402E-8D5F-26DCA79B129F}" type="pres">
      <dgm:prSet presAssocID="{7DCE6AA8-DC43-4B75-BEF7-B77E4014B503}" presName="compNode" presStyleCnt="0"/>
      <dgm:spPr/>
    </dgm:pt>
    <dgm:pt modelId="{48644E74-B0A6-42DE-AA2F-02106945DED2}" type="pres">
      <dgm:prSet presAssocID="{7DCE6AA8-DC43-4B75-BEF7-B77E4014B503}" presName="accentLine" presStyleLbl="dkBgShp" presStyleIdx="3" presStyleCnt="4"/>
      <dgm:spPr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gm:spPr>
    </dgm:pt>
    <dgm:pt modelId="{F0465FA3-AF0B-4B17-A598-D9AC148C2431}" type="pres">
      <dgm:prSet presAssocID="{02AAFC93-CFBD-448A-86B2-36C8AC58F579}" presName="numberText" presStyleLbl="revTx" presStyleIdx="9" presStyleCnt="12">
        <dgm:presLayoutVars>
          <dgm:chMax val="0"/>
          <dgm:chPref val="0"/>
          <dgm:bulletEnabled/>
        </dgm:presLayoutVars>
      </dgm:prSet>
      <dgm:spPr/>
    </dgm:pt>
    <dgm:pt modelId="{A566956F-B7A9-47A8-8189-26614713DCA5}" type="pres">
      <dgm:prSet presAssocID="{7DCE6AA8-DC43-4B75-BEF7-B77E4014B503}" presName="titleText" presStyleLbl="revTx" presStyleIdx="10" presStyleCnt="12">
        <dgm:presLayoutVars>
          <dgm:chMax val="0"/>
          <dgm:chPref val="0"/>
        </dgm:presLayoutVars>
      </dgm:prSet>
      <dgm:spPr/>
    </dgm:pt>
    <dgm:pt modelId="{1F1893B2-3CDD-481F-BE19-354BBB25BCD3}" type="pres">
      <dgm:prSet presAssocID="{7DCE6AA8-DC43-4B75-BEF7-B77E4014B503}" presName="bodyText" presStyleLbl="revTx" presStyleIdx="11" presStyleCnt="12">
        <dgm:presLayoutVars>
          <dgm:chMax val="0"/>
          <dgm:chPref val="0"/>
        </dgm:presLayoutVars>
      </dgm:prSet>
      <dgm:spPr/>
    </dgm:pt>
  </dgm:ptLst>
  <dgm:cxnLst>
    <dgm:cxn modelId="{609D2509-0487-4256-A50E-F5A57F558112}" srcId="{A0B1EFAE-761A-4F37-9396-AE0746A5E358}" destId="{7DCE6AA8-DC43-4B75-BEF7-B77E4014B503}" srcOrd="3" destOrd="0" parTransId="{34FC5596-FE20-40BA-9E34-F323E385FECF}" sibTransId="{02AAFC93-CFBD-448A-86B2-36C8AC58F579}"/>
    <dgm:cxn modelId="{77DA3916-F2BB-4012-8DFA-63F7098A0560}" type="presOf" srcId="{B4302B77-D91C-4C2E-8D9A-15B47E87D7C1}" destId="{A4237BC0-2BD8-4C2C-93E8-85BD06638DC7}" srcOrd="0" destOrd="0" presId="urn:microsoft.com/office/officeart/2026/layout/TextCardSideLineNumbered"/>
    <dgm:cxn modelId="{93905717-0112-4CE8-B03D-5E9492B3B7ED}" type="presOf" srcId="{AA86AD08-DA31-40F4-A7A2-FA5EF3AECC41}" destId="{36072DB9-33F4-4D2A-89D9-D40899A6AE34}" srcOrd="0" destOrd="0" presId="urn:microsoft.com/office/officeart/2026/layout/TextCardSideLineNumbered"/>
    <dgm:cxn modelId="{17683519-3A97-4535-9868-9DA9ECA8C656}" type="presOf" srcId="{749E1E48-29CF-4557-92D8-DBE2ED85A6DF}" destId="{19BD3217-A3F9-4BFC-BFA7-B4E8DEA3256F}" srcOrd="0" destOrd="0" presId="urn:microsoft.com/office/officeart/2026/layout/TextCardSideLineNumbered"/>
    <dgm:cxn modelId="{1FCB0333-EC5A-4E16-8E4B-017161234B9A}" type="presOf" srcId="{A0B1EFAE-761A-4F37-9396-AE0746A5E358}" destId="{9380E4EB-FE53-42E9-89D1-6D9B61FCE17E}" srcOrd="0" destOrd="0" presId="urn:microsoft.com/office/officeart/2026/layout/TextCardSideLineNumbered"/>
    <dgm:cxn modelId="{EBBCF946-F8D6-454D-A9DA-7C0E89159FFE}" type="presOf" srcId="{1843F04D-5B8B-4955-962A-F5B99FF54E68}" destId="{1F1893B2-3CDD-481F-BE19-354BBB25BCD3}" srcOrd="0" destOrd="0" presId="urn:microsoft.com/office/officeart/2026/layout/TextCardSideLineNumbered"/>
    <dgm:cxn modelId="{DD1EB953-8521-446D-AD5D-F03AE737B0F3}" type="presOf" srcId="{5BE76F05-39AB-4428-BB18-725DC927F5C8}" destId="{70FF5B41-C080-418E-9CA6-FF32C2032C84}" srcOrd="0" destOrd="0" presId="urn:microsoft.com/office/officeart/2026/layout/TextCardSideLineNumbered"/>
    <dgm:cxn modelId="{89740F76-5634-4C93-9DBE-F5002BC562D9}" type="presOf" srcId="{3C833FA6-0132-43C4-92D8-7FF3AD5568DD}" destId="{70FF5B41-C080-418E-9CA6-FF32C2032C84}" srcOrd="0" destOrd="1" presId="urn:microsoft.com/office/officeart/2026/layout/TextCardSideLineNumbered"/>
    <dgm:cxn modelId="{8FC4D25A-1F51-4C2C-A6CD-ECE002F67DE8}" type="presOf" srcId="{72618647-B47B-4C9E-B1B7-BA1D035BC49D}" destId="{70FF5B41-C080-418E-9CA6-FF32C2032C84}" srcOrd="0" destOrd="2" presId="urn:microsoft.com/office/officeart/2026/layout/TextCardSideLineNumbered"/>
    <dgm:cxn modelId="{21BD9B93-EA43-4CE5-86D9-4E89B10BA3C7}" srcId="{A0B1EFAE-761A-4F37-9396-AE0746A5E358}" destId="{1B12A5E8-28CA-488F-A0E5-9B6AC51D951C}" srcOrd="2" destOrd="0" parTransId="{53BA2037-FF59-4CFE-9BEC-BE1DBF194C7C}" sibTransId="{749E1E48-29CF-4557-92D8-DBE2ED85A6DF}"/>
    <dgm:cxn modelId="{C8CB749C-5BA1-4F8F-B2A2-D9659D8D6623}" srcId="{A0B1EFAE-761A-4F37-9396-AE0746A5E358}" destId="{0589892F-1197-4FDD-ADCD-63A516B676F0}" srcOrd="1" destOrd="0" parTransId="{17AF1558-191B-4E4A-BA67-9B251C396607}" sibTransId="{AA86AD08-DA31-40F4-A7A2-FA5EF3AECC41}"/>
    <dgm:cxn modelId="{239F5A9E-37B7-4A01-BC82-65029AD018FE}" type="presOf" srcId="{C08688D5-93E4-4BAE-9299-796A74395287}" destId="{6524A50F-8101-429E-8B8A-B4CF50BDF8C0}" srcOrd="0" destOrd="0" presId="urn:microsoft.com/office/officeart/2026/layout/TextCardSideLineNumbered"/>
    <dgm:cxn modelId="{884B32AB-E57B-4DB5-831A-E1D171600E08}" type="presOf" srcId="{0589892F-1197-4FDD-ADCD-63A516B676F0}" destId="{66599D9A-80E3-45A7-8FB4-1F9CA86DE7DF}" srcOrd="0" destOrd="0" presId="urn:microsoft.com/office/officeart/2026/layout/TextCardSideLineNumbered"/>
    <dgm:cxn modelId="{A1D1ABAC-AFCB-45B7-84EC-9D01A77DC3CF}" type="presOf" srcId="{E13881AB-02E6-4501-91E5-6EDECB992AF0}" destId="{44D1B588-90E3-4620-8928-89E04BB166CF}" srcOrd="0" destOrd="0" presId="urn:microsoft.com/office/officeart/2026/layout/TextCardSideLineNumbered"/>
    <dgm:cxn modelId="{D066D4B2-002E-44CB-998C-C87A605E2C96}" srcId="{1B12A5E8-28CA-488F-A0E5-9B6AC51D951C}" destId="{C08688D5-93E4-4BAE-9299-796A74395287}" srcOrd="0" destOrd="0" parTransId="{0A3D077D-1AAF-4B06-BBC9-61D4A878CFCB}" sibTransId="{4E98719E-7CCF-4AA3-B516-B60144D5C62A}"/>
    <dgm:cxn modelId="{7864A6C8-01C8-44C6-95AB-C7B464FA163C}" type="presOf" srcId="{02AAFC93-CFBD-448A-86B2-36C8AC58F579}" destId="{F0465FA3-AF0B-4B17-A598-D9AC148C2431}" srcOrd="0" destOrd="0" presId="urn:microsoft.com/office/officeart/2026/layout/TextCardSideLineNumbered"/>
    <dgm:cxn modelId="{35B94CD2-BD1C-4D97-BF9E-0B96E90A0808}" srcId="{A0B1EFAE-761A-4F37-9396-AE0746A5E358}" destId="{B4302B77-D91C-4C2E-8D9A-15B47E87D7C1}" srcOrd="0" destOrd="0" parTransId="{778E0F45-109B-49CE-AC4A-940C41B21F7D}" sibTransId="{10E0E820-C381-42D1-B4F7-E2442964E1BA}"/>
    <dgm:cxn modelId="{A4C059D3-9A80-4E0A-855E-1E8F25EE4296}" srcId="{0589892F-1197-4FDD-ADCD-63A516B676F0}" destId="{5BE76F05-39AB-4428-BB18-725DC927F5C8}" srcOrd="0" destOrd="0" parTransId="{FD8872AB-42A7-499E-89F1-7AD3660AB839}" sibTransId="{FD80A2B7-BBFC-44B3-8212-9DA8DC32E58C}"/>
    <dgm:cxn modelId="{0E534DDE-8DEC-48FE-97B1-375DFB217F4D}" type="presOf" srcId="{7DCE6AA8-DC43-4B75-BEF7-B77E4014B503}" destId="{A566956F-B7A9-47A8-8189-26614713DCA5}" srcOrd="0" destOrd="0" presId="urn:microsoft.com/office/officeart/2026/layout/TextCardSideLineNumbered"/>
    <dgm:cxn modelId="{BCD899EA-1833-4F8D-A2F6-D43FD0DCA9BC}" srcId="{0589892F-1197-4FDD-ADCD-63A516B676F0}" destId="{3C833FA6-0132-43C4-92D8-7FF3AD5568DD}" srcOrd="1" destOrd="0" parTransId="{59A9664A-B0B8-4731-B91E-91DF583D43AB}" sibTransId="{A65E4FC2-467D-4D3E-A510-2E76C0722D23}"/>
    <dgm:cxn modelId="{B68DFEEC-C3DB-409D-9BD6-A3D66AA4605F}" srcId="{7DCE6AA8-DC43-4B75-BEF7-B77E4014B503}" destId="{1843F04D-5B8B-4955-962A-F5B99FF54E68}" srcOrd="0" destOrd="0" parTransId="{F8A54D46-E184-42C8-89E2-8AAC28F0E66F}" sibTransId="{00D4FED3-A9BE-4049-9885-CF5BB99A5406}"/>
    <dgm:cxn modelId="{82EEF9ED-0E40-44C0-B722-039CAD390496}" type="presOf" srcId="{1B12A5E8-28CA-488F-A0E5-9B6AC51D951C}" destId="{6D6E0D9B-51F7-4AA0-8535-12800DD619ED}" srcOrd="0" destOrd="0" presId="urn:microsoft.com/office/officeart/2026/layout/TextCardSideLineNumbered"/>
    <dgm:cxn modelId="{D08F54EE-F3D1-40B6-8EB6-CA80DDCE1487}" type="presOf" srcId="{10E0E820-C381-42D1-B4F7-E2442964E1BA}" destId="{7229B2C2-B100-4B08-9477-6D51CEFE4E93}" srcOrd="0" destOrd="0" presId="urn:microsoft.com/office/officeart/2026/layout/TextCardSideLineNumbered"/>
    <dgm:cxn modelId="{72E0D6F6-4CCB-4E0C-9C2F-D4D3756FC254}" srcId="{B4302B77-D91C-4C2E-8D9A-15B47E87D7C1}" destId="{E13881AB-02E6-4501-91E5-6EDECB992AF0}" srcOrd="0" destOrd="0" parTransId="{4025544A-4E46-469C-A863-FEDBB41E34C2}" sibTransId="{F549D7C3-9D9B-45D3-9D42-CB0DF79CD0E2}"/>
    <dgm:cxn modelId="{B33339F7-6AAB-4949-AA6F-947381607537}" srcId="{0589892F-1197-4FDD-ADCD-63A516B676F0}" destId="{72618647-B47B-4C9E-B1B7-BA1D035BC49D}" srcOrd="2" destOrd="0" parTransId="{382B3F1B-F383-4DB9-8EE8-E2B8946452EF}" sibTransId="{90D39E4D-C3E5-4C23-AC2F-16BE147D6236}"/>
    <dgm:cxn modelId="{A624E85F-6A57-4065-8A18-8121F3073872}" type="presParOf" srcId="{9380E4EB-FE53-42E9-89D1-6D9B61FCE17E}" destId="{32A0DBEF-5F01-49C6-A7C3-96494C0F6300}" srcOrd="0" destOrd="0" presId="urn:microsoft.com/office/officeart/2026/layout/TextCardSideLineNumbered"/>
    <dgm:cxn modelId="{C5C3A81D-DE55-4267-84AA-B735B47F4914}" type="presParOf" srcId="{32A0DBEF-5F01-49C6-A7C3-96494C0F6300}" destId="{3981F0AF-8934-402D-A953-EFBD642034B8}" srcOrd="0" destOrd="0" presId="urn:microsoft.com/office/officeart/2026/layout/TextCardSideLineNumbered"/>
    <dgm:cxn modelId="{D2D2CA4C-B2B2-4853-B734-CD12CDEB36A3}" type="presParOf" srcId="{32A0DBEF-5F01-49C6-A7C3-96494C0F6300}" destId="{7229B2C2-B100-4B08-9477-6D51CEFE4E93}" srcOrd="1" destOrd="0" presId="urn:microsoft.com/office/officeart/2026/layout/TextCardSideLineNumbered"/>
    <dgm:cxn modelId="{56F8607E-9565-4F08-9CEF-32303DF699F8}" type="presParOf" srcId="{32A0DBEF-5F01-49C6-A7C3-96494C0F6300}" destId="{A4237BC0-2BD8-4C2C-93E8-85BD06638DC7}" srcOrd="2" destOrd="0" presId="urn:microsoft.com/office/officeart/2026/layout/TextCardSideLineNumbered"/>
    <dgm:cxn modelId="{B0BEA9C3-E7FF-470F-BB05-1AC9390DD013}" type="presParOf" srcId="{32A0DBEF-5F01-49C6-A7C3-96494C0F6300}" destId="{44D1B588-90E3-4620-8928-89E04BB166CF}" srcOrd="3" destOrd="0" presId="urn:microsoft.com/office/officeart/2026/layout/TextCardSideLineNumbered"/>
    <dgm:cxn modelId="{C9F105BF-DED2-4E93-9EE0-69EF7D16E688}" type="presParOf" srcId="{9380E4EB-FE53-42E9-89D1-6D9B61FCE17E}" destId="{24F703DD-A56B-4FF8-8A9B-03F3BDF80462}" srcOrd="1" destOrd="0" presId="urn:microsoft.com/office/officeart/2026/layout/TextCardSideLineNumbered"/>
    <dgm:cxn modelId="{E1DE13C4-FFB7-4D26-8B88-B9DBEF174A4C}" type="presParOf" srcId="{9380E4EB-FE53-42E9-89D1-6D9B61FCE17E}" destId="{3D98E8D3-58DF-4F3B-A99F-B0A7E5EC9C3E}" srcOrd="2" destOrd="0" presId="urn:microsoft.com/office/officeart/2026/layout/TextCardSideLineNumbered"/>
    <dgm:cxn modelId="{92249551-89E1-4A66-934F-93E93B20B9A3}" type="presParOf" srcId="{3D98E8D3-58DF-4F3B-A99F-B0A7E5EC9C3E}" destId="{732E5508-19F8-404A-98F3-D90AF6B1D910}" srcOrd="0" destOrd="0" presId="urn:microsoft.com/office/officeart/2026/layout/TextCardSideLineNumbered"/>
    <dgm:cxn modelId="{5300600A-D881-4FF8-A6E6-22ECA841653A}" type="presParOf" srcId="{3D98E8D3-58DF-4F3B-A99F-B0A7E5EC9C3E}" destId="{36072DB9-33F4-4D2A-89D9-D40899A6AE34}" srcOrd="1" destOrd="0" presId="urn:microsoft.com/office/officeart/2026/layout/TextCardSideLineNumbered"/>
    <dgm:cxn modelId="{AD62B0A0-389E-4D18-AFAB-CE9DB93FB243}" type="presParOf" srcId="{3D98E8D3-58DF-4F3B-A99F-B0A7E5EC9C3E}" destId="{66599D9A-80E3-45A7-8FB4-1F9CA86DE7DF}" srcOrd="2" destOrd="0" presId="urn:microsoft.com/office/officeart/2026/layout/TextCardSideLineNumbered"/>
    <dgm:cxn modelId="{0B10CD21-BAFA-42FA-A3E1-55A23FB352B8}" type="presParOf" srcId="{3D98E8D3-58DF-4F3B-A99F-B0A7E5EC9C3E}" destId="{70FF5B41-C080-418E-9CA6-FF32C2032C84}" srcOrd="3" destOrd="0" presId="urn:microsoft.com/office/officeart/2026/layout/TextCardSideLineNumbered"/>
    <dgm:cxn modelId="{3B150429-1211-4627-9275-2E194FA59013}" type="presParOf" srcId="{9380E4EB-FE53-42E9-89D1-6D9B61FCE17E}" destId="{E198BDB4-BC4B-48C1-B89C-44BBFC209DD3}" srcOrd="3" destOrd="0" presId="urn:microsoft.com/office/officeart/2026/layout/TextCardSideLineNumbered"/>
    <dgm:cxn modelId="{F81E812F-63AF-42C6-BD88-8106C83D12CC}" type="presParOf" srcId="{9380E4EB-FE53-42E9-89D1-6D9B61FCE17E}" destId="{E8CB0ED0-E46D-41AB-845A-2B2A0EEC46CE}" srcOrd="4" destOrd="0" presId="urn:microsoft.com/office/officeart/2026/layout/TextCardSideLineNumbered"/>
    <dgm:cxn modelId="{C5156526-8B32-489A-B23D-A06901FC9A40}" type="presParOf" srcId="{E8CB0ED0-E46D-41AB-845A-2B2A0EEC46CE}" destId="{0775BF53-65AE-4998-8E4A-73AF7C0E1B0A}" srcOrd="0" destOrd="0" presId="urn:microsoft.com/office/officeart/2026/layout/TextCardSideLineNumbered"/>
    <dgm:cxn modelId="{0BE67D3B-7491-4702-8E60-D502EDDA70AB}" type="presParOf" srcId="{E8CB0ED0-E46D-41AB-845A-2B2A0EEC46CE}" destId="{19BD3217-A3F9-4BFC-BFA7-B4E8DEA3256F}" srcOrd="1" destOrd="0" presId="urn:microsoft.com/office/officeart/2026/layout/TextCardSideLineNumbered"/>
    <dgm:cxn modelId="{45A5CEB5-3238-4252-BF36-2AECD8740A4E}" type="presParOf" srcId="{E8CB0ED0-E46D-41AB-845A-2B2A0EEC46CE}" destId="{6D6E0D9B-51F7-4AA0-8535-12800DD619ED}" srcOrd="2" destOrd="0" presId="urn:microsoft.com/office/officeart/2026/layout/TextCardSideLineNumbered"/>
    <dgm:cxn modelId="{CB84788F-C0B9-4A54-8DEC-4F961BDEF636}" type="presParOf" srcId="{E8CB0ED0-E46D-41AB-845A-2B2A0EEC46CE}" destId="{6524A50F-8101-429E-8B8A-B4CF50BDF8C0}" srcOrd="3" destOrd="0" presId="urn:microsoft.com/office/officeart/2026/layout/TextCardSideLineNumbered"/>
    <dgm:cxn modelId="{48DBEF25-1604-4FC2-8408-868D02A5AA61}" type="presParOf" srcId="{9380E4EB-FE53-42E9-89D1-6D9B61FCE17E}" destId="{478FE6F1-63D8-4DB1-A88C-858AA97714B0}" srcOrd="5" destOrd="0" presId="urn:microsoft.com/office/officeart/2026/layout/TextCardSideLineNumbered"/>
    <dgm:cxn modelId="{84C7BBE5-BFE6-4D24-B50A-610B99CE3901}" type="presParOf" srcId="{9380E4EB-FE53-42E9-89D1-6D9B61FCE17E}" destId="{B2D09436-CB0F-402E-8D5F-26DCA79B129F}" srcOrd="6" destOrd="0" presId="urn:microsoft.com/office/officeart/2026/layout/TextCardSideLineNumbered"/>
    <dgm:cxn modelId="{7A36528C-839A-46F3-92AC-13FED86851B6}" type="presParOf" srcId="{B2D09436-CB0F-402E-8D5F-26DCA79B129F}" destId="{48644E74-B0A6-42DE-AA2F-02106945DED2}" srcOrd="0" destOrd="0" presId="urn:microsoft.com/office/officeart/2026/layout/TextCardSideLineNumbered"/>
    <dgm:cxn modelId="{7B219FEF-8180-499F-BCFC-74AF549586EB}" type="presParOf" srcId="{B2D09436-CB0F-402E-8D5F-26DCA79B129F}" destId="{F0465FA3-AF0B-4B17-A598-D9AC148C2431}" srcOrd="1" destOrd="0" presId="urn:microsoft.com/office/officeart/2026/layout/TextCardSideLineNumbered"/>
    <dgm:cxn modelId="{3F1C1CFF-F622-41D8-9663-15CEF77F6F97}" type="presParOf" srcId="{B2D09436-CB0F-402E-8D5F-26DCA79B129F}" destId="{A566956F-B7A9-47A8-8189-26614713DCA5}" srcOrd="2" destOrd="0" presId="urn:microsoft.com/office/officeart/2026/layout/TextCardSideLineNumbered"/>
    <dgm:cxn modelId="{7BE0638C-8C16-49EF-8781-79ECD069745E}" type="presParOf" srcId="{B2D09436-CB0F-402E-8D5F-26DCA79B129F}" destId="{1F1893B2-3CDD-481F-BE19-354BBB25BCD3}" srcOrd="3" destOrd="0" presId="urn:microsoft.com/office/officeart/2026/layout/TextCardSideLine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81F0AF-8934-402D-A953-EFBD642034B8}">
      <dsp:nvSpPr>
        <dsp:cNvPr id="0" name=""/>
        <dsp:cNvSpPr/>
      </dsp:nvSpPr>
      <dsp:spPr>
        <a:xfrm>
          <a:off x="288264" y="990599"/>
          <a:ext cx="14528" cy="3098800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29B2C2-B100-4B08-9477-6D51CEFE4E93}">
      <dsp:nvSpPr>
        <dsp:cNvPr id="0" name=""/>
        <dsp:cNvSpPr/>
      </dsp:nvSpPr>
      <dsp:spPr>
        <a:xfrm>
          <a:off x="415391" y="1052575"/>
          <a:ext cx="1688973" cy="929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4800" kern="1200"/>
            <a:t>1</a:t>
          </a:r>
        </a:p>
      </dsp:txBody>
      <dsp:txXfrm>
        <a:off x="415391" y="1052575"/>
        <a:ext cx="1688973" cy="929640"/>
      </dsp:txXfrm>
    </dsp:sp>
    <dsp:sp modelId="{A4237BC0-2BD8-4C2C-93E8-85BD06638DC7}">
      <dsp:nvSpPr>
        <dsp:cNvPr id="0" name=""/>
        <dsp:cNvSpPr/>
      </dsp:nvSpPr>
      <dsp:spPr>
        <a:xfrm>
          <a:off x="415391" y="2044192"/>
          <a:ext cx="1688973" cy="6817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Node One</a:t>
          </a:r>
        </a:p>
      </dsp:txBody>
      <dsp:txXfrm>
        <a:off x="415391" y="2044192"/>
        <a:ext cx="1688973" cy="681736"/>
      </dsp:txXfrm>
    </dsp:sp>
    <dsp:sp modelId="{44D1B588-90E3-4620-8928-89E04BB166CF}">
      <dsp:nvSpPr>
        <dsp:cNvPr id="0" name=""/>
        <dsp:cNvSpPr/>
      </dsp:nvSpPr>
      <dsp:spPr>
        <a:xfrm>
          <a:off x="415391" y="2787904"/>
          <a:ext cx="1688973" cy="13014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415391" y="2787904"/>
        <a:ext cx="1688973" cy="1301496"/>
      </dsp:txXfrm>
    </dsp:sp>
    <dsp:sp modelId="{732E5508-19F8-404A-98F3-D90AF6B1D910}">
      <dsp:nvSpPr>
        <dsp:cNvPr id="0" name=""/>
        <dsp:cNvSpPr/>
      </dsp:nvSpPr>
      <dsp:spPr>
        <a:xfrm>
          <a:off x="2242388" y="990599"/>
          <a:ext cx="14528" cy="3098800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072DB9-33F4-4D2A-89D9-D40899A6AE34}">
      <dsp:nvSpPr>
        <dsp:cNvPr id="0" name=""/>
        <dsp:cNvSpPr/>
      </dsp:nvSpPr>
      <dsp:spPr>
        <a:xfrm>
          <a:off x="2369515" y="1052575"/>
          <a:ext cx="1688973" cy="929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4800" kern="1200"/>
            <a:t>2</a:t>
          </a:r>
        </a:p>
      </dsp:txBody>
      <dsp:txXfrm>
        <a:off x="2369515" y="1052575"/>
        <a:ext cx="1688973" cy="929640"/>
      </dsp:txXfrm>
    </dsp:sp>
    <dsp:sp modelId="{66599D9A-80E3-45A7-8FB4-1F9CA86DE7DF}">
      <dsp:nvSpPr>
        <dsp:cNvPr id="0" name=""/>
        <dsp:cNvSpPr/>
      </dsp:nvSpPr>
      <dsp:spPr>
        <a:xfrm>
          <a:off x="2369515" y="2044192"/>
          <a:ext cx="1688973" cy="6817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Node Two has a longer label</a:t>
          </a:r>
        </a:p>
      </dsp:txBody>
      <dsp:txXfrm>
        <a:off x="2369515" y="2044192"/>
        <a:ext cx="1688973" cy="681736"/>
      </dsp:txXfrm>
    </dsp:sp>
    <dsp:sp modelId="{70FF5B41-C080-418E-9CA6-FF32C2032C84}">
      <dsp:nvSpPr>
        <dsp:cNvPr id="0" name=""/>
        <dsp:cNvSpPr/>
      </dsp:nvSpPr>
      <dsp:spPr>
        <a:xfrm>
          <a:off x="2369515" y="2787904"/>
          <a:ext cx="1688973" cy="13014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Node Three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369515" y="2787904"/>
        <a:ext cx="1688973" cy="1301496"/>
      </dsp:txXfrm>
    </dsp:sp>
    <dsp:sp modelId="{0775BF53-65AE-4998-8E4A-73AF7C0E1B0A}">
      <dsp:nvSpPr>
        <dsp:cNvPr id="0" name=""/>
        <dsp:cNvSpPr/>
      </dsp:nvSpPr>
      <dsp:spPr>
        <a:xfrm>
          <a:off x="4196511" y="990599"/>
          <a:ext cx="14528" cy="3098800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BD3217-A3F9-4BFC-BFA7-B4E8DEA3256F}">
      <dsp:nvSpPr>
        <dsp:cNvPr id="0" name=""/>
        <dsp:cNvSpPr/>
      </dsp:nvSpPr>
      <dsp:spPr>
        <a:xfrm>
          <a:off x="4323638" y="1052575"/>
          <a:ext cx="1688973" cy="929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4800" kern="1200"/>
            <a:t>3</a:t>
          </a:r>
        </a:p>
      </dsp:txBody>
      <dsp:txXfrm>
        <a:off x="4323638" y="1052575"/>
        <a:ext cx="1688973" cy="929640"/>
      </dsp:txXfrm>
    </dsp:sp>
    <dsp:sp modelId="{6D6E0D9B-51F7-4AA0-8535-12800DD619ED}">
      <dsp:nvSpPr>
        <dsp:cNvPr id="0" name=""/>
        <dsp:cNvSpPr/>
      </dsp:nvSpPr>
      <dsp:spPr>
        <a:xfrm>
          <a:off x="4323638" y="2044192"/>
          <a:ext cx="1688973" cy="6817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Node Four</a:t>
          </a:r>
        </a:p>
      </dsp:txBody>
      <dsp:txXfrm>
        <a:off x="4323638" y="2044192"/>
        <a:ext cx="1688973" cy="681736"/>
      </dsp:txXfrm>
    </dsp:sp>
    <dsp:sp modelId="{6524A50F-8101-429E-8B8A-B4CF50BDF8C0}">
      <dsp:nvSpPr>
        <dsp:cNvPr id="0" name=""/>
        <dsp:cNvSpPr/>
      </dsp:nvSpPr>
      <dsp:spPr>
        <a:xfrm>
          <a:off x="4323638" y="2787904"/>
          <a:ext cx="1688973" cy="13014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4323638" y="2787904"/>
        <a:ext cx="1688973" cy="1301496"/>
      </dsp:txXfrm>
    </dsp:sp>
    <dsp:sp modelId="{48644E74-B0A6-42DE-AA2F-02106945DED2}">
      <dsp:nvSpPr>
        <dsp:cNvPr id="0" name=""/>
        <dsp:cNvSpPr/>
      </dsp:nvSpPr>
      <dsp:spPr>
        <a:xfrm>
          <a:off x="6150635" y="990599"/>
          <a:ext cx="14528" cy="3098800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465FA3-AF0B-4B17-A598-D9AC148C2431}">
      <dsp:nvSpPr>
        <dsp:cNvPr id="0" name=""/>
        <dsp:cNvSpPr/>
      </dsp:nvSpPr>
      <dsp:spPr>
        <a:xfrm>
          <a:off x="6277762" y="1052575"/>
          <a:ext cx="1688973" cy="929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4800" kern="1200"/>
            <a:t>4</a:t>
          </a:r>
        </a:p>
      </dsp:txBody>
      <dsp:txXfrm>
        <a:off x="6277762" y="1052575"/>
        <a:ext cx="1688973" cy="929640"/>
      </dsp:txXfrm>
    </dsp:sp>
    <dsp:sp modelId="{A566956F-B7A9-47A8-8189-26614713DCA5}">
      <dsp:nvSpPr>
        <dsp:cNvPr id="0" name=""/>
        <dsp:cNvSpPr/>
      </dsp:nvSpPr>
      <dsp:spPr>
        <a:xfrm>
          <a:off x="6277762" y="2044192"/>
          <a:ext cx="1688973" cy="6817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Node Five</a:t>
          </a:r>
        </a:p>
      </dsp:txBody>
      <dsp:txXfrm>
        <a:off x="6277762" y="2044192"/>
        <a:ext cx="1688973" cy="681736"/>
      </dsp:txXfrm>
    </dsp:sp>
    <dsp:sp modelId="{1F1893B2-3CDD-481F-BE19-354BBB25BCD3}">
      <dsp:nvSpPr>
        <dsp:cNvPr id="0" name=""/>
        <dsp:cNvSpPr/>
      </dsp:nvSpPr>
      <dsp:spPr>
        <a:xfrm>
          <a:off x="6277762" y="2787904"/>
          <a:ext cx="1688973" cy="13014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6277762" y="2787904"/>
        <a:ext cx="1688973" cy="13014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6/layout/TextCardSideLineNumbered">
  <dgm:title val=""/>
  <dgm:desc val=""/>
  <dgm:catLst>
    <dgm:cat type="textcard" pri="100"/>
  </dgm:catLst>
  <dgm:sampData>
    <dgm:dataModel>
      <dgm:ptLst>
        <dgm:pt modelId="0" type="doc"/>
        <dgm:pt modelId="10">
          <dgm:prSet phldrT="Title" phldr="1"/>
        </dgm:pt>
        <dgm:pt modelId="11">
          <dgm:prSet phldrT="Description" phldr="1"/>
        </dgm:pt>
        <dgm:pt modelId="20">
          <dgm:prSet phldrT="Title" phldr="1"/>
        </dgm:pt>
        <dgm:pt modelId="21">
          <dgm:prSet phldrT="Description" phldr="1"/>
        </dgm:pt>
        <dgm:pt modelId="30">
          <dgm:prSet phldrT="Title" phldr="1"/>
        </dgm:pt>
        <dgm:pt modelId="31">
          <dgm:prSet phldrT="Description" phldr="1"/>
        </dgm:pt>
        <dgm:pt modelId="101" type="sibTrans" cxnId="{8FF3DA75-9BAC-44B5-BB13-07D9031ED9A1}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{98CE6904-8883-471B-91A0-CA92EF175183}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{91406F63-012E-42FC-8422-B92366F09A39}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100" srcId="0" destId="10" srcOrd="0" destOrd="0" sibTransId="101"/>
        <dgm:cxn modelId="101" srcId="10" destId="11" srcOrd="0" destOrd="0"/>
        <dgm:cxn modelId="102" srcId="0" destId="20" srcOrd="1" destOrd="0" sibTransId="201"/>
        <dgm:cxn modelId="103" srcId="20" destId="21" srcOrd="0" destOrd="0"/>
        <dgm:cxn modelId="104" srcId="0" destId="30" srcOrd="2" destOrd="0" sibTransId="301"/>
        <dgm:cxn modelId="105" srcId="30" destId="3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choose name="RowBalLTR">
          <dgm:if name="RB1" axis="ch" ptType="node" func="cnt" op="lte" val="4">
            <dgm:alg type="snake">
              <dgm:param type="grDir" val="tL"/>
              <dgm:param type="flowDir" val="row"/>
              <dgm:param type="contDir" val="sameDir"/>
              <dgm:param type="off" val="off"/>
              <dgm:param type="vertAlign" val="mid"/>
              <dgm:param type="horzAlign" val="ctr"/>
            </dgm:alg>
          </dgm:if>
          <dgm:else name="RB2">
            <dgm:alg type="snake">
              <dgm:param type="grDir" val="tL"/>
              <dgm:param type="flowDir" val="row"/>
              <dgm:param type="contDir" val="sameDir"/>
              <dgm:param type="off" val="off"/>
              <dgm:param type="vertAlign" val="mid"/>
              <dgm:param type="horzAlign" val="ctr"/>
              <dgm:param type="bkpt" val="bal"/>
            </dgm:alg>
          </dgm:else>
        </dgm:choose>
      </dgm:if>
      <dgm:else name="Name2">
        <dgm:choose name="RowBalRTL">
          <dgm:if name="RB3" axis="ch" ptType="node" func="cnt" op="lte" val="4">
            <dgm:alg type="snake">
              <dgm:param type="grDir" val="tR"/>
              <dgm:param type="flowDir" val="row"/>
              <dgm:param type="contDir" val="sameDir"/>
              <dgm:param type="off" val="off"/>
              <dgm:param type="vertAlign" val="mid"/>
              <dgm:param type="horzAlign" val="ctr"/>
            </dgm:alg>
          </dgm:if>
          <dgm:else name="RB4">
            <dgm:alg type="snake">
              <dgm:param type="grDir" val="tR"/>
              <dgm:param type="flowDir" val="row"/>
              <dgm:param type="contDir" val="sameDir"/>
              <dgm:param type="off" val="off"/>
              <dgm:param type="vertAlign" val="mid"/>
              <dgm:param type="horzAlign" val="ctr"/>
              <dgm:param type="bkpt" val="bal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w" for="ch" forName="compNode" refType="w" fact="0.3"/>
          <dgm:constr type="h" for="ch" forName="compNode" refType="h" fact="0.61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numberText" op="equ" val="48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if name="Name5" axis="ch" ptType="node" func="cnt" op="lte" val="3">
        <dgm:constrLst>
          <dgm:constr type="w" for="ch" forName="compNode" refType="w" fact="0.3"/>
          <dgm:constr type="h" for="ch" forName="compNode" refType="h" fact="0.61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numberText" op="equ" val="48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if name="Name5b" axis="ch" ptType="node" func="cnt" op="lte" val="4">
        <dgm:constrLst>
          <dgm:constr type="w" for="ch" forName="compNode" refType="w" fact="0.22"/>
          <dgm:constr type="h" for="ch" forName="compNode" refType="h" fact="0.61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numberText" op="equ" val="48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if name="Name6" axis="ch" ptType="node" func="cnt" op="lte" val="6">
        <dgm:constrLst>
          <dgm:constr type="w" for="ch" forName="compNode" refType="w" fact="0.3"/>
          <dgm:constr type="h" for="ch" forName="compNode" refType="h" fact="0.61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numberText" op="equ" val="48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else name="Name7">
        <dgm:constrLst>
          <dgm:constr type="w" for="ch" forName="compNode" refType="w" fact="0.3"/>
          <dgm:constr type="h" for="ch" forName="compNode" refType="h" fact="0.61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numberText" op="equ" val="48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else>
    </dgm:choose>
    <dgm:ruleLst>
      <dgm:rule type="h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l" for="ch" forName="accentLine"/>
          <dgm:constr type="t" for="ch" forName="accentLine"/>
          <dgm:constr type="w" for="ch" forName="accentLine" refType="w" fact="0.008"/>
          <dgm:constr type="h" for="ch" forName="accentLine" refType="h"/>
          <dgm:constr type="l" for="ch" forName="numberText" refType="w" fact="0.07"/>
          <dgm:constr type="t" for="ch" forName="numberText" refType="h" fact="0.02"/>
          <dgm:constr type="w" for="ch" forName="numberText" refType="w" fact="0.93"/>
          <dgm:constr type="h" for="ch" forName="numberText" refType="h" fact="0.3"/>
          <dgm:constr type="l" for="ch" forName="titleText" refType="w" fact="0.07"/>
          <dgm:constr type="t" for="ch" forName="titleText" refType="h" fact="0.34"/>
          <dgm:constr type="w" for="ch" forName="titleText" refType="w" fact="0.93"/>
          <dgm:constr type="h" for="ch" forName="titleText" refType="h" fact="0.22"/>
          <dgm:constr type="l" for="ch" forName="bodyText" refType="w" fact="0.07"/>
          <dgm:constr type="t" for="ch" forName="bodyText" refType="h" fact="0.58"/>
          <dgm:constr type="w" for="ch" forName="bodyText" refType="w" fact="0.93"/>
          <dgm:constr type="h" for="ch" forName="bodyText" refType="h" fact="0.42"/>
        </dgm:constrLst>
        <dgm:ruleLst/>
        <dgm:layoutNode name="accentLine" styleLbl="dkBgShp">
          <dgm:alg type="sp"/>
          <dgm:shape xmlns:r="http://schemas.openxmlformats.org/officeDocument/2006/relationships" type="rect" r:blip="">
            <dgm:adjLst/>
            <dgm:extLst>
              <a:ext uri="{B698B0E9-8C71-41B9-8309-B3DCBF30829C}">
                <dgm1612:spPr xmlns:dgm1612="http://schemas.microsoft.com/office/drawing/2016/12/diagram">
                  <a:solidFill>
                    <a:schemeClr val="accent1"/>
                  </a:solidFill>
                </dgm1612:spPr>
              </a:ext>
            </dgm:extLst>
          </dgm:shape>
          <dgm:presOf/>
          <dgm:constrLst/>
          <dgm:ruleLst/>
        </dgm:layoutNode>
        <dgm:forEach name="numForEach" axis="followSib" ptType="sibTrans" hideLastTrans="0" cnt="1">
          <dgm:layoutNode name="numberText" styleLbl="revTx">
            <dgm:varLst>
              <dgm:chMax val="0"/>
              <dgm:chPref val="0"/>
              <dgm:bulletEnabled/>
            </dgm:varLst>
            <dgm:alg type="tx">
              <dgm:param type="txAnchorVert" val="b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24" fact="NaN" max="NaN"/>
            </dgm:ruleLst>
          </dgm:layoutNode>
        </dgm:forEach>
        <dgm:layoutNode name="titleText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8" fact="NaN" max="NaN"/>
          </dgm:ruleLst>
        </dgm:layoutNode>
        <dgm:layoutNode name="bodyText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7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lain"/>
          </dgm1611:buPr>
        </dgm1611:autoBuNodeInfo>
      </dgm1611:autoBuNodeInfoLst>
    </a:ex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A6EF1-9FCA-D4DD-11C5-BF56840B1B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510DCF-E415-B556-05CA-EFC9640FC4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A2CD99-07C5-5344-A2AB-6A93EBC43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57A1B-4673-40AD-A4F9-D4C4E7AF690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3D3EFD-33A8-0153-39F5-E18D7D820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E51AC-E3DD-5057-FBB2-96F10747D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70A85-4FF4-4DF1-8186-057EB9730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07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BDC69-C9B0-A871-81F3-536D5020E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0C72B-67A1-8399-4236-2F5A2697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1953F7-B84D-826A-2038-517F6A3CE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57A1B-4673-40AD-A4F9-D4C4E7AF690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5D5F63-C8D4-9EFF-46AA-993B1F234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2F9BC-3039-4CE5-05CB-C58436BFA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70A85-4FF4-4DF1-8186-057EB9730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300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0781E-C435-B3C6-20E6-DADFCBD02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87EA45-D0C7-7FAD-3023-950B65AA09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6C43F1-2D08-0862-8F35-F463F7553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57A1B-4673-40AD-A4F9-D4C4E7AF690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D7E101-F8CF-2E39-CFCA-A837DBA84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E02333-4840-7009-2D3A-B16E36D53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70A85-4FF4-4DF1-8186-057EB9730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280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86D2E-DB12-1BE9-0822-8F2AE6EDD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D1F43-967C-333D-7745-3428CCF0C8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D3DE08-D08A-58E1-9971-F6216F1BB2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7DBAA8-996C-8077-118D-89AAD492E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57A1B-4673-40AD-A4F9-D4C4E7AF690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287E7F-36B4-01DC-7878-E28024E1F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5A6CA4-5F77-028C-D0B3-0A6E94E92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70A85-4FF4-4DF1-8186-057EB9730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932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D00F9-F95E-F4F8-5C6F-3C24B1E58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1190F7-7EC3-B2A5-E0E1-E7813FABB9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6DE064-CD6A-1962-73A0-ED935A8D29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3D9C83-8FC4-9233-674A-7F8475F902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D0E2AA-04F1-C34A-86C7-B76D6E0706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E567E0-A347-0B7E-D081-094F58F64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57A1B-4673-40AD-A4F9-D4C4E7AF690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9105E4-0443-0EB7-2D4B-783BD3ABA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33086F-239A-9CB4-9C9D-EB34CE2F1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70A85-4FF4-4DF1-8186-057EB9730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960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51033-BB30-E3CF-B987-CCAAFA26B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07A4D2-4B61-CB85-AA3E-0314FEB93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57A1B-4673-40AD-A4F9-D4C4E7AF690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65C306-6E64-0624-49E3-DAC47FDF9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3CFD1A-1770-BCED-2D21-CD689047D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70A85-4FF4-4DF1-8186-057EB9730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076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CC8B2E-6A5A-51E1-47E2-407E99FEC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57A1B-4673-40AD-A4F9-D4C4E7AF690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32B642-0A2B-2CF3-ECE9-4DD193C98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59F26A-B182-D47E-6E15-A3BBCA36F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70A85-4FF4-4DF1-8186-057EB9730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161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19358-001A-5749-3C9F-1122E21E2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0292F-7117-C0CA-9FA7-6755D3B38F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8B1BAB-E893-8C05-ED15-66B1E7BCAD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502C43-E33F-3D91-A966-AB46AC20E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57A1B-4673-40AD-A4F9-D4C4E7AF690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4277D7-E351-2A79-88A0-C6A988FAF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9F2563-06C6-0850-134F-5CACB7E31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70A85-4FF4-4DF1-8186-057EB9730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317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C248A-F2FB-62E7-478F-C9045EB76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8BFB7F-6307-5EB5-17EC-B92767D058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F8CDFE-CC64-67E6-9E5C-8BB8725B18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98653D-E1BC-5384-392D-DE43CC5C6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57A1B-4673-40AD-A4F9-D4C4E7AF690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C15FB8-8110-D8FD-F67D-2C22CC596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C69190-33F0-25F1-1CEE-2BB3C618F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70A85-4FF4-4DF1-8186-057EB9730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2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3E103-9593-2563-B756-F838A2466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651A5E-93CB-5C5B-8C96-F203F8778F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91E6CD-386C-60E1-06D1-F5D7CBE7D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57A1B-4673-40AD-A4F9-D4C4E7AF690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57560-16DA-346E-E474-DA0222B2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C7E3EA-1CB0-F28A-9AD5-74B47E64B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70A85-4FF4-4DF1-8186-057EB9730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249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037B2A-9B21-25AD-F5CF-F717F06DC6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4B74C3-E45F-ADBB-80CB-A58DA0F66F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6DC0F5-3BB6-9FBA-A3AF-64A24374C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57A1B-4673-40AD-A4F9-D4C4E7AF690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0AD10-AF5C-A33A-62E7-5DF7740BD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20C5F-820F-9D60-0EA1-7610603A4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70A85-4FF4-4DF1-8186-057EB9730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018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0CE789-A0F7-0CF4-FF15-1D568FE5B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0D9629-25B8-18FE-DEB4-F4B23BE6B5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20D480-0CE0-D543-F0B4-DA4D7DA221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A57A1B-4673-40AD-A4F9-D4C4E7AF690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7075C5-C508-B91F-6C79-963383A8EE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154CA-A13F-89B0-840A-D66C313893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170A85-4FF4-4DF1-8186-057EB9730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529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E39AF9D-D16E-8318-A56E-B61E8FD8F8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94365300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365914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2026-09-06T08:15:18Z</dcterms:created>
  <dcterms:modified xsi:type="dcterms:W3CDTF">2026-09-06T08:15:18Z</dcterms:modified>
</cp:coreProperties>
</file>