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3CC5F5-17C1-4A81-92D7-B9F595C9BF3D}" type="doc">
      <dgm:prSet loTypeId="urn:microsoft.com/office/officeart/2026/layout/TextCardShortLineWide" loCatId="textcar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F61C908-2582-437A-9D82-94080374610D}">
      <dgm:prSet phldrT="Title"/>
      <dgm:spPr/>
      <dgm:t>
        <a:bodyPr/>
        <a:lstStyle/>
        <a:p>
          <a:pPr>
            <a:defRPr b="1"/>
          </a:pPr>
          <a:r>
            <a:rPr lang="en-US"/>
            <a:t>Node One</a:t>
          </a:r>
        </a:p>
      </dgm:t>
    </dgm:pt>
    <dgm:pt modelId="{B54B092F-7F8F-4511-9382-48A46CF5392A}" type="parTrans" cxnId="{AF6A090E-E712-4624-84D2-874AD22A67CE}">
      <dgm:prSet/>
      <dgm:spPr/>
    </dgm:pt>
    <dgm:pt modelId="{65861A80-E476-4727-85ED-3FD7394A91F5}" type="sibTrans" cxnId="{AF6A090E-E712-4624-84D2-874AD22A67CE}">
      <dgm:prSet/>
      <dgm:spPr/>
    </dgm:pt>
    <dgm:pt modelId="{5556DF91-9F9D-43DA-BB38-0F8DF17E266F}">
      <dgm:prSet phldrT="Description" phldr="1"/>
      <dgm:spPr/>
      <dgm:t>
        <a:bodyPr/>
        <a:lstStyle/>
        <a:p>
          <a:endParaRPr lang="en-US"/>
        </a:p>
      </dgm:t>
    </dgm:pt>
    <dgm:pt modelId="{3E0117A8-FBE8-4F98-800E-07767C1832FE}" type="parTrans" cxnId="{15B9516B-0AA0-44F9-8DFA-4B10468EBE95}">
      <dgm:prSet/>
      <dgm:spPr/>
    </dgm:pt>
    <dgm:pt modelId="{78CC1E25-9938-4696-B7E2-CA23EA87127A}" type="sibTrans" cxnId="{15B9516B-0AA0-44F9-8DFA-4B10468EBE95}">
      <dgm:prSet/>
      <dgm:spPr/>
    </dgm:pt>
    <dgm:pt modelId="{6C78AF7E-6EFD-4BBB-8D99-98DEC486D502}">
      <dgm:prSet phldrT="Title"/>
      <dgm:spPr/>
      <dgm:t>
        <a:bodyPr/>
        <a:lstStyle/>
        <a:p>
          <a:pPr>
            <a:defRPr b="1"/>
          </a:pPr>
          <a:r>
            <a:rPr lang="en-US"/>
            <a:t>Node Two has a longer label</a:t>
          </a:r>
        </a:p>
      </dgm:t>
    </dgm:pt>
    <dgm:pt modelId="{0C47B294-8753-44D9-8CDD-BBB6155B50A6}" type="parTrans" cxnId="{D4315EF2-54F4-4A28-8AFA-BC37F0616752}">
      <dgm:prSet/>
      <dgm:spPr/>
    </dgm:pt>
    <dgm:pt modelId="{3C89E359-6A64-46E7-8B08-B6A2BC81BBE1}" type="sibTrans" cxnId="{D4315EF2-54F4-4A28-8AFA-BC37F0616752}">
      <dgm:prSet/>
      <dgm:spPr/>
    </dgm:pt>
    <dgm:pt modelId="{33311C6B-F41A-461F-91D4-AE1E98B43DF2}">
      <dgm:prSet phldrT="Description" phldr="1"/>
      <dgm:spPr/>
      <dgm:t>
        <a:bodyPr/>
        <a:lstStyle/>
        <a:p>
          <a:endParaRPr lang="en-US"/>
        </a:p>
      </dgm:t>
    </dgm:pt>
    <dgm:pt modelId="{9696E8C5-9763-4668-BD03-9186E4A45A07}" type="parTrans" cxnId="{F1FBF85F-C78D-4432-896C-3D46B4F636BE}">
      <dgm:prSet/>
      <dgm:spPr/>
    </dgm:pt>
    <dgm:pt modelId="{7A40FFFD-CAAE-4CF8-9D39-04FB11BD7799}" type="sibTrans" cxnId="{F1FBF85F-C78D-4432-896C-3D46B4F636BE}">
      <dgm:prSet/>
      <dgm:spPr/>
    </dgm:pt>
    <dgm:pt modelId="{A2804398-DD92-4820-A379-16F3EE4F656B}">
      <dgm:prSet phldrT="Title"/>
      <dgm:spPr/>
      <dgm:t>
        <a:bodyPr/>
        <a:lstStyle/>
        <a:p>
          <a:r>
            <a:rPr lang="en-US"/>
            <a:t>Node Three</a:t>
          </a:r>
        </a:p>
      </dgm:t>
    </dgm:pt>
    <dgm:pt modelId="{4BF01A1B-A90C-4ABB-98C9-8868C1A94C60}" type="parTrans" cxnId="{3835D252-1B16-474D-B10D-6EE444C384D9}">
      <dgm:prSet/>
      <dgm:spPr/>
    </dgm:pt>
    <dgm:pt modelId="{362C796C-C68B-4E60-9233-8EE53B09CC1A}" type="sibTrans" cxnId="{3835D252-1B16-474D-B10D-6EE444C384D9}">
      <dgm:prSet/>
      <dgm:spPr/>
    </dgm:pt>
    <dgm:pt modelId="{6C412C29-C252-46D7-8EA6-51AF1019BFB5}">
      <dgm:prSet phldrT="Description" phldr="1"/>
      <dgm:spPr/>
      <dgm:t>
        <a:bodyPr/>
        <a:lstStyle/>
        <a:p>
          <a:endParaRPr lang="en-US"/>
        </a:p>
      </dgm:t>
    </dgm:pt>
    <dgm:pt modelId="{D44C809C-8D05-414D-8AD9-EF6A3917B3E3}" type="parTrans" cxnId="{DE27C598-E07A-43A9-8218-94D614665D06}">
      <dgm:prSet/>
      <dgm:spPr/>
    </dgm:pt>
    <dgm:pt modelId="{98FEA466-CC07-4F7C-A0CF-682F04B0954F}" type="sibTrans" cxnId="{DE27C598-E07A-43A9-8218-94D614665D06}">
      <dgm:prSet/>
      <dgm:spPr/>
    </dgm:pt>
    <dgm:pt modelId="{7C9C6EA4-E82F-452F-9157-6BD87273ABC5}">
      <dgm:prSet phldrT="Title"/>
      <dgm:spPr/>
      <dgm:t>
        <a:bodyPr/>
        <a:lstStyle/>
        <a:p>
          <a:pPr>
            <a:defRPr b="1"/>
          </a:pPr>
          <a:r>
            <a:rPr lang="en-US"/>
            <a:t>Node Four</a:t>
          </a:r>
        </a:p>
      </dgm:t>
    </dgm:pt>
    <dgm:pt modelId="{C5EB300B-F669-46D7-A669-ABF7D289659C}" type="parTrans" cxnId="{0575F6BB-00F2-4014-AAD9-C041F933BC03}">
      <dgm:prSet/>
      <dgm:spPr/>
    </dgm:pt>
    <dgm:pt modelId="{22AB6D4A-6E01-4C93-B4D5-2C19D4D94734}" type="sibTrans" cxnId="{0575F6BB-00F2-4014-AAD9-C041F933BC03}">
      <dgm:prSet/>
      <dgm:spPr/>
    </dgm:pt>
    <dgm:pt modelId="{E2BFA0FE-F9EB-427A-9101-F4CD01CA77D4}">
      <dgm:prSet phldrT="Description" phldr="1"/>
      <dgm:spPr/>
      <dgm:t>
        <a:bodyPr/>
        <a:lstStyle/>
        <a:p>
          <a:endParaRPr lang="en-US"/>
        </a:p>
      </dgm:t>
    </dgm:pt>
    <dgm:pt modelId="{0743122F-2350-490B-9C98-CC6CE8D2CC3A}" type="parTrans" cxnId="{51037CB3-2B64-4BA1-B49A-B80118AD2928}">
      <dgm:prSet/>
      <dgm:spPr/>
    </dgm:pt>
    <dgm:pt modelId="{FB1D2A97-838C-4F2D-8C7A-FEFB6E7F0416}" type="sibTrans" cxnId="{51037CB3-2B64-4BA1-B49A-B80118AD2928}">
      <dgm:prSet/>
      <dgm:spPr/>
    </dgm:pt>
    <dgm:pt modelId="{445F052D-01FC-428E-AD9C-4577BB52F0D9}">
      <dgm:prSet phldrT="Title"/>
      <dgm:spPr/>
      <dgm:t>
        <a:bodyPr/>
        <a:lstStyle/>
        <a:p>
          <a:pPr>
            <a:defRPr b="1"/>
          </a:pPr>
          <a:r>
            <a:rPr lang="en-US"/>
            <a:t>Node Five</a:t>
          </a:r>
        </a:p>
      </dgm:t>
    </dgm:pt>
    <dgm:pt modelId="{E9313EF9-E5FA-42A4-8B77-4399C6CFC1E5}" type="parTrans" cxnId="{BC406C88-C11F-4CFA-BEE2-3B11D0FC7C7D}">
      <dgm:prSet/>
      <dgm:spPr/>
    </dgm:pt>
    <dgm:pt modelId="{2A127DF5-6A89-4CBF-BC82-B07B64CC1A72}" type="sibTrans" cxnId="{BC406C88-C11F-4CFA-BEE2-3B11D0FC7C7D}">
      <dgm:prSet/>
      <dgm:spPr/>
    </dgm:pt>
    <dgm:pt modelId="{DBEE00DE-59E9-46A2-844B-6034C2CE67C5}">
      <dgm:prSet phldrT="Description" phldr="1"/>
      <dgm:spPr/>
      <dgm:t>
        <a:bodyPr/>
        <a:lstStyle/>
        <a:p>
          <a:endParaRPr lang="en-US"/>
        </a:p>
      </dgm:t>
    </dgm:pt>
    <dgm:pt modelId="{C8E547EF-F1B2-4CFD-863A-FCBD1DACDD40}" type="parTrans" cxnId="{A116994C-C709-4934-B7DA-C73A6F07D229}">
      <dgm:prSet/>
      <dgm:spPr/>
    </dgm:pt>
    <dgm:pt modelId="{9FC4A225-9473-4F1D-BC7A-F178E8C75012}" type="sibTrans" cxnId="{A116994C-C709-4934-B7DA-C73A6F07D229}">
      <dgm:prSet/>
      <dgm:spPr/>
    </dgm:pt>
    <dgm:pt modelId="{7CE43179-60D5-4AA9-814A-2C403C10DB27}" type="pres">
      <dgm:prSet presAssocID="{C13CC5F5-17C1-4A81-92D7-B9F595C9BF3D}" presName="root" presStyleCnt="0">
        <dgm:presLayoutVars>
          <dgm:dir/>
          <dgm:resizeHandles val="exact"/>
        </dgm:presLayoutVars>
      </dgm:prSet>
      <dgm:spPr/>
    </dgm:pt>
    <dgm:pt modelId="{12CF79EC-A9BC-46D3-BD1E-63BA9101D6D3}" type="pres">
      <dgm:prSet presAssocID="{8F61C908-2582-437A-9D82-94080374610D}" presName="compNode" presStyleCnt="0"/>
      <dgm:spPr/>
    </dgm:pt>
    <dgm:pt modelId="{8DBCF57E-E2D1-4F8B-B5D5-04C9DB56873D}" type="pres">
      <dgm:prSet presAssocID="{8F61C908-2582-437A-9D82-94080374610D}" presName="accentLine" presStyleLbl="dkBgShp" presStyleIdx="0" presStyleCnt="4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BB9B4F45-C4D9-440C-957C-393FF838D842}" type="pres">
      <dgm:prSet presAssocID="{8F61C908-2582-437A-9D82-94080374610D}" presName="titleText" presStyleLbl="revTx" presStyleIdx="0" presStyleCnt="8">
        <dgm:presLayoutVars>
          <dgm:chMax val="0"/>
          <dgm:chPref val="0"/>
        </dgm:presLayoutVars>
      </dgm:prSet>
      <dgm:spPr/>
    </dgm:pt>
    <dgm:pt modelId="{7F606C84-93B8-40AE-B6C4-5C0C7FDB42DB}" type="pres">
      <dgm:prSet presAssocID="{8F61C908-2582-437A-9D82-94080374610D}" presName="bodyText" presStyleLbl="revTx" presStyleIdx="1" presStyleCnt="8">
        <dgm:presLayoutVars>
          <dgm:chMax val="0"/>
          <dgm:chPref val="0"/>
        </dgm:presLayoutVars>
      </dgm:prSet>
      <dgm:spPr/>
    </dgm:pt>
    <dgm:pt modelId="{1D8B1C6A-7608-462B-A7FE-2C015E9AC15D}" type="pres">
      <dgm:prSet presAssocID="{65861A80-E476-4727-85ED-3FD7394A91F5}" presName="sibTrans" presStyleCnt="0"/>
      <dgm:spPr/>
    </dgm:pt>
    <dgm:pt modelId="{E115E2C0-DEA8-4EC4-9020-900ABB3FDB18}" type="pres">
      <dgm:prSet presAssocID="{6C78AF7E-6EFD-4BBB-8D99-98DEC486D502}" presName="compNode" presStyleCnt="0"/>
      <dgm:spPr/>
    </dgm:pt>
    <dgm:pt modelId="{08015AD1-BCD1-4622-A8F5-E57E3E173DE2}" type="pres">
      <dgm:prSet presAssocID="{6C78AF7E-6EFD-4BBB-8D99-98DEC486D502}" presName="accentLine" presStyleLbl="dkBgShp" presStyleIdx="1" presStyleCnt="4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5583EE62-DB34-420A-8578-4AE7BD468B6E}" type="pres">
      <dgm:prSet presAssocID="{6C78AF7E-6EFD-4BBB-8D99-98DEC486D502}" presName="titleText" presStyleLbl="revTx" presStyleIdx="2" presStyleCnt="8">
        <dgm:presLayoutVars>
          <dgm:chMax val="0"/>
          <dgm:chPref val="0"/>
        </dgm:presLayoutVars>
      </dgm:prSet>
      <dgm:spPr/>
    </dgm:pt>
    <dgm:pt modelId="{DBDAE23D-FFD4-44E8-883E-953784EEC09C}" type="pres">
      <dgm:prSet presAssocID="{6C78AF7E-6EFD-4BBB-8D99-98DEC486D502}" presName="bodyText" presStyleLbl="revTx" presStyleIdx="3" presStyleCnt="8">
        <dgm:presLayoutVars>
          <dgm:chMax val="0"/>
          <dgm:chPref val="0"/>
        </dgm:presLayoutVars>
      </dgm:prSet>
      <dgm:spPr/>
    </dgm:pt>
    <dgm:pt modelId="{8FA7D9EE-6C00-40C5-8051-7D0B79D85F5C}" type="pres">
      <dgm:prSet presAssocID="{3C89E359-6A64-46E7-8B08-B6A2BC81BBE1}" presName="sibTrans" presStyleCnt="0"/>
      <dgm:spPr/>
    </dgm:pt>
    <dgm:pt modelId="{B121870F-7D91-4499-9EFB-323868F417DA}" type="pres">
      <dgm:prSet presAssocID="{7C9C6EA4-E82F-452F-9157-6BD87273ABC5}" presName="compNode" presStyleCnt="0"/>
      <dgm:spPr/>
    </dgm:pt>
    <dgm:pt modelId="{567C3A54-C055-4269-B51F-633C571E7BEE}" type="pres">
      <dgm:prSet presAssocID="{7C9C6EA4-E82F-452F-9157-6BD87273ABC5}" presName="accentLine" presStyleLbl="dkBgShp" presStyleIdx="2" presStyleCnt="4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7DCEA473-17A5-44D2-9B3B-D3BA75B722D9}" type="pres">
      <dgm:prSet presAssocID="{7C9C6EA4-E82F-452F-9157-6BD87273ABC5}" presName="titleText" presStyleLbl="revTx" presStyleIdx="4" presStyleCnt="8">
        <dgm:presLayoutVars>
          <dgm:chMax val="0"/>
          <dgm:chPref val="0"/>
        </dgm:presLayoutVars>
      </dgm:prSet>
      <dgm:spPr/>
    </dgm:pt>
    <dgm:pt modelId="{7B09396B-6D18-4599-BA5A-76FC83BC0960}" type="pres">
      <dgm:prSet presAssocID="{7C9C6EA4-E82F-452F-9157-6BD87273ABC5}" presName="bodyText" presStyleLbl="revTx" presStyleIdx="5" presStyleCnt="8">
        <dgm:presLayoutVars>
          <dgm:chMax val="0"/>
          <dgm:chPref val="0"/>
        </dgm:presLayoutVars>
      </dgm:prSet>
      <dgm:spPr/>
    </dgm:pt>
    <dgm:pt modelId="{D546A8F8-9B03-4C19-A862-03510C55DCF2}" type="pres">
      <dgm:prSet presAssocID="{22AB6D4A-6E01-4C93-B4D5-2C19D4D94734}" presName="sibTrans" presStyleCnt="0"/>
      <dgm:spPr/>
    </dgm:pt>
    <dgm:pt modelId="{BDB3C3FC-8FFE-48E3-A442-9F2A462B620F}" type="pres">
      <dgm:prSet presAssocID="{445F052D-01FC-428E-AD9C-4577BB52F0D9}" presName="compNode" presStyleCnt="0"/>
      <dgm:spPr/>
    </dgm:pt>
    <dgm:pt modelId="{DE3F31F4-3ABB-4C73-B30B-241C0AA96821}" type="pres">
      <dgm:prSet presAssocID="{445F052D-01FC-428E-AD9C-4577BB52F0D9}" presName="accentLine" presStyleLbl="dkBgShp" presStyleIdx="3" presStyleCnt="4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EE44EA5C-40AC-4067-8E3F-D74797D12C6A}" type="pres">
      <dgm:prSet presAssocID="{445F052D-01FC-428E-AD9C-4577BB52F0D9}" presName="titleText" presStyleLbl="revTx" presStyleIdx="6" presStyleCnt="8">
        <dgm:presLayoutVars>
          <dgm:chMax val="0"/>
          <dgm:chPref val="0"/>
        </dgm:presLayoutVars>
      </dgm:prSet>
      <dgm:spPr/>
    </dgm:pt>
    <dgm:pt modelId="{BFA2161D-5A76-4F39-9356-24362981D923}" type="pres">
      <dgm:prSet presAssocID="{445F052D-01FC-428E-AD9C-4577BB52F0D9}" presName="bodyText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AF6A090E-E712-4624-84D2-874AD22A67CE}" srcId="{C13CC5F5-17C1-4A81-92D7-B9F595C9BF3D}" destId="{8F61C908-2582-437A-9D82-94080374610D}" srcOrd="0" destOrd="0" parTransId="{B54B092F-7F8F-4511-9382-48A46CF5392A}" sibTransId="{65861A80-E476-4727-85ED-3FD7394A91F5}"/>
    <dgm:cxn modelId="{E6112319-4C66-4430-981F-9B2D95A70B1A}" type="presOf" srcId="{DBEE00DE-59E9-46A2-844B-6034C2CE67C5}" destId="{BFA2161D-5A76-4F39-9356-24362981D923}" srcOrd="0" destOrd="0" presId="urn:microsoft.com/office/officeart/2026/layout/TextCardShortLineWide"/>
    <dgm:cxn modelId="{6C5F212E-C09B-49E5-B7F4-970FF6252DF7}" type="presOf" srcId="{445F052D-01FC-428E-AD9C-4577BB52F0D9}" destId="{EE44EA5C-40AC-4067-8E3F-D74797D12C6A}" srcOrd="0" destOrd="0" presId="urn:microsoft.com/office/officeart/2026/layout/TextCardShortLineWide"/>
    <dgm:cxn modelId="{A0E51D35-B1D9-4CA9-919D-BCE675992732}" type="presOf" srcId="{5556DF91-9F9D-43DA-BB38-0F8DF17E266F}" destId="{7F606C84-93B8-40AE-B6C4-5C0C7FDB42DB}" srcOrd="0" destOrd="0" presId="urn:microsoft.com/office/officeart/2026/layout/TextCardShortLineWide"/>
    <dgm:cxn modelId="{F1FBF85F-C78D-4432-896C-3D46B4F636BE}" srcId="{6C78AF7E-6EFD-4BBB-8D99-98DEC486D502}" destId="{33311C6B-F41A-461F-91D4-AE1E98B43DF2}" srcOrd="0" destOrd="0" parTransId="{9696E8C5-9763-4668-BD03-9186E4A45A07}" sibTransId="{7A40FFFD-CAAE-4CF8-9D39-04FB11BD7799}"/>
    <dgm:cxn modelId="{E7449047-4714-4DE7-8F51-49E494EF7FED}" type="presOf" srcId="{6C412C29-C252-46D7-8EA6-51AF1019BFB5}" destId="{DBDAE23D-FFD4-44E8-883E-953784EEC09C}" srcOrd="0" destOrd="2" presId="urn:microsoft.com/office/officeart/2026/layout/TextCardShortLineWide"/>
    <dgm:cxn modelId="{3E5E0E49-1B81-4F42-81F8-3BB94A8DC1A8}" type="presOf" srcId="{A2804398-DD92-4820-A379-16F3EE4F656B}" destId="{DBDAE23D-FFD4-44E8-883E-953784EEC09C}" srcOrd="0" destOrd="1" presId="urn:microsoft.com/office/officeart/2026/layout/TextCardShortLineWide"/>
    <dgm:cxn modelId="{15B9516B-0AA0-44F9-8DFA-4B10468EBE95}" srcId="{8F61C908-2582-437A-9D82-94080374610D}" destId="{5556DF91-9F9D-43DA-BB38-0F8DF17E266F}" srcOrd="0" destOrd="0" parTransId="{3E0117A8-FBE8-4F98-800E-07767C1832FE}" sibTransId="{78CC1E25-9938-4696-B7E2-CA23EA87127A}"/>
    <dgm:cxn modelId="{A116994C-C709-4934-B7DA-C73A6F07D229}" srcId="{445F052D-01FC-428E-AD9C-4577BB52F0D9}" destId="{DBEE00DE-59E9-46A2-844B-6034C2CE67C5}" srcOrd="0" destOrd="0" parTransId="{C8E547EF-F1B2-4CFD-863A-FCBD1DACDD40}" sibTransId="{9FC4A225-9473-4F1D-BC7A-F178E8C75012}"/>
    <dgm:cxn modelId="{3835D252-1B16-474D-B10D-6EE444C384D9}" srcId="{6C78AF7E-6EFD-4BBB-8D99-98DEC486D502}" destId="{A2804398-DD92-4820-A379-16F3EE4F656B}" srcOrd="1" destOrd="0" parTransId="{4BF01A1B-A90C-4ABB-98C9-8868C1A94C60}" sibTransId="{362C796C-C68B-4E60-9233-8EE53B09CC1A}"/>
    <dgm:cxn modelId="{5E4EF785-DB31-4320-B28B-94A1FDFADE4D}" type="presOf" srcId="{6C78AF7E-6EFD-4BBB-8D99-98DEC486D502}" destId="{5583EE62-DB34-420A-8578-4AE7BD468B6E}" srcOrd="0" destOrd="0" presId="urn:microsoft.com/office/officeart/2026/layout/TextCardShortLineWide"/>
    <dgm:cxn modelId="{BC406C88-C11F-4CFA-BEE2-3B11D0FC7C7D}" srcId="{C13CC5F5-17C1-4A81-92D7-B9F595C9BF3D}" destId="{445F052D-01FC-428E-AD9C-4577BB52F0D9}" srcOrd="3" destOrd="0" parTransId="{E9313EF9-E5FA-42A4-8B77-4399C6CFC1E5}" sibTransId="{2A127DF5-6A89-4CBF-BC82-B07B64CC1A72}"/>
    <dgm:cxn modelId="{DE27C598-E07A-43A9-8218-94D614665D06}" srcId="{6C78AF7E-6EFD-4BBB-8D99-98DEC486D502}" destId="{6C412C29-C252-46D7-8EA6-51AF1019BFB5}" srcOrd="2" destOrd="0" parTransId="{D44C809C-8D05-414D-8AD9-EF6A3917B3E3}" sibTransId="{98FEA466-CC07-4F7C-A0CF-682F04B0954F}"/>
    <dgm:cxn modelId="{7C89BCA0-7F6C-490B-8282-37213F615F24}" type="presOf" srcId="{E2BFA0FE-F9EB-427A-9101-F4CD01CA77D4}" destId="{7B09396B-6D18-4599-BA5A-76FC83BC0960}" srcOrd="0" destOrd="0" presId="urn:microsoft.com/office/officeart/2026/layout/TextCardShortLineWide"/>
    <dgm:cxn modelId="{51037CB3-2B64-4BA1-B49A-B80118AD2928}" srcId="{7C9C6EA4-E82F-452F-9157-6BD87273ABC5}" destId="{E2BFA0FE-F9EB-427A-9101-F4CD01CA77D4}" srcOrd="0" destOrd="0" parTransId="{0743122F-2350-490B-9C98-CC6CE8D2CC3A}" sibTransId="{FB1D2A97-838C-4F2D-8C7A-FEFB6E7F0416}"/>
    <dgm:cxn modelId="{0575F6BB-00F2-4014-AAD9-C041F933BC03}" srcId="{C13CC5F5-17C1-4A81-92D7-B9F595C9BF3D}" destId="{7C9C6EA4-E82F-452F-9157-6BD87273ABC5}" srcOrd="2" destOrd="0" parTransId="{C5EB300B-F669-46D7-A669-ABF7D289659C}" sibTransId="{22AB6D4A-6E01-4C93-B4D5-2C19D4D94734}"/>
    <dgm:cxn modelId="{7D1374C4-0E87-43DF-AA9F-288392042EE7}" type="presOf" srcId="{7C9C6EA4-E82F-452F-9157-6BD87273ABC5}" destId="{7DCEA473-17A5-44D2-9B3B-D3BA75B722D9}" srcOrd="0" destOrd="0" presId="urn:microsoft.com/office/officeart/2026/layout/TextCardShortLineWide"/>
    <dgm:cxn modelId="{323283D2-B988-458C-BCC7-B434BCC2FF2F}" type="presOf" srcId="{C13CC5F5-17C1-4A81-92D7-B9F595C9BF3D}" destId="{7CE43179-60D5-4AA9-814A-2C403C10DB27}" srcOrd="0" destOrd="0" presId="urn:microsoft.com/office/officeart/2026/layout/TextCardShortLineWide"/>
    <dgm:cxn modelId="{1F4CFFD8-E897-423D-AA69-32EA7A40D731}" type="presOf" srcId="{33311C6B-F41A-461F-91D4-AE1E98B43DF2}" destId="{DBDAE23D-FFD4-44E8-883E-953784EEC09C}" srcOrd="0" destOrd="0" presId="urn:microsoft.com/office/officeart/2026/layout/TextCardShortLineWide"/>
    <dgm:cxn modelId="{936398EF-AB83-4CBE-85BA-8B402B805BCC}" type="presOf" srcId="{8F61C908-2582-437A-9D82-94080374610D}" destId="{BB9B4F45-C4D9-440C-957C-393FF838D842}" srcOrd="0" destOrd="0" presId="urn:microsoft.com/office/officeart/2026/layout/TextCardShortLineWide"/>
    <dgm:cxn modelId="{D4315EF2-54F4-4A28-8AFA-BC37F0616752}" srcId="{C13CC5F5-17C1-4A81-92D7-B9F595C9BF3D}" destId="{6C78AF7E-6EFD-4BBB-8D99-98DEC486D502}" srcOrd="1" destOrd="0" parTransId="{0C47B294-8753-44D9-8CDD-BBB6155B50A6}" sibTransId="{3C89E359-6A64-46E7-8B08-B6A2BC81BBE1}"/>
    <dgm:cxn modelId="{8ECDFB63-44EB-4944-937E-9177638BF8F4}" type="presParOf" srcId="{7CE43179-60D5-4AA9-814A-2C403C10DB27}" destId="{12CF79EC-A9BC-46D3-BD1E-63BA9101D6D3}" srcOrd="0" destOrd="0" presId="urn:microsoft.com/office/officeart/2026/layout/TextCardShortLineWide"/>
    <dgm:cxn modelId="{0271712F-7B34-4F00-9E44-0C401BE83679}" type="presParOf" srcId="{12CF79EC-A9BC-46D3-BD1E-63BA9101D6D3}" destId="{8DBCF57E-E2D1-4F8B-B5D5-04C9DB56873D}" srcOrd="0" destOrd="0" presId="urn:microsoft.com/office/officeart/2026/layout/TextCardShortLineWide"/>
    <dgm:cxn modelId="{2CA6BB7A-1D85-4097-BE21-937529A99F80}" type="presParOf" srcId="{12CF79EC-A9BC-46D3-BD1E-63BA9101D6D3}" destId="{BB9B4F45-C4D9-440C-957C-393FF838D842}" srcOrd="1" destOrd="0" presId="urn:microsoft.com/office/officeart/2026/layout/TextCardShortLineWide"/>
    <dgm:cxn modelId="{EBB440C4-BB71-40BD-A13C-2AAB0B7C01CF}" type="presParOf" srcId="{12CF79EC-A9BC-46D3-BD1E-63BA9101D6D3}" destId="{7F606C84-93B8-40AE-B6C4-5C0C7FDB42DB}" srcOrd="2" destOrd="0" presId="urn:microsoft.com/office/officeart/2026/layout/TextCardShortLineWide"/>
    <dgm:cxn modelId="{4CDFF067-6E32-4F6B-849B-E2B549021BFF}" type="presParOf" srcId="{7CE43179-60D5-4AA9-814A-2C403C10DB27}" destId="{1D8B1C6A-7608-462B-A7FE-2C015E9AC15D}" srcOrd="1" destOrd="0" presId="urn:microsoft.com/office/officeart/2026/layout/TextCardShortLineWide"/>
    <dgm:cxn modelId="{3B341F88-4EF7-4862-9A5E-712D7A96A2BA}" type="presParOf" srcId="{7CE43179-60D5-4AA9-814A-2C403C10DB27}" destId="{E115E2C0-DEA8-4EC4-9020-900ABB3FDB18}" srcOrd="2" destOrd="0" presId="urn:microsoft.com/office/officeart/2026/layout/TextCardShortLineWide"/>
    <dgm:cxn modelId="{3CC05D3B-744A-434C-9DDA-99706A14B004}" type="presParOf" srcId="{E115E2C0-DEA8-4EC4-9020-900ABB3FDB18}" destId="{08015AD1-BCD1-4622-A8F5-E57E3E173DE2}" srcOrd="0" destOrd="0" presId="urn:microsoft.com/office/officeart/2026/layout/TextCardShortLineWide"/>
    <dgm:cxn modelId="{3D5F1852-D72E-4548-97EF-B0A9FBCE0B8C}" type="presParOf" srcId="{E115E2C0-DEA8-4EC4-9020-900ABB3FDB18}" destId="{5583EE62-DB34-420A-8578-4AE7BD468B6E}" srcOrd="1" destOrd="0" presId="urn:microsoft.com/office/officeart/2026/layout/TextCardShortLineWide"/>
    <dgm:cxn modelId="{8F07B74E-F7CD-4314-9CB8-1A6FC4208895}" type="presParOf" srcId="{E115E2C0-DEA8-4EC4-9020-900ABB3FDB18}" destId="{DBDAE23D-FFD4-44E8-883E-953784EEC09C}" srcOrd="2" destOrd="0" presId="urn:microsoft.com/office/officeart/2026/layout/TextCardShortLineWide"/>
    <dgm:cxn modelId="{F11712F5-9B1F-4791-9DFE-C3DD74CB45DC}" type="presParOf" srcId="{7CE43179-60D5-4AA9-814A-2C403C10DB27}" destId="{8FA7D9EE-6C00-40C5-8051-7D0B79D85F5C}" srcOrd="3" destOrd="0" presId="urn:microsoft.com/office/officeart/2026/layout/TextCardShortLineWide"/>
    <dgm:cxn modelId="{40882828-BC89-4A38-95BB-586121068AB6}" type="presParOf" srcId="{7CE43179-60D5-4AA9-814A-2C403C10DB27}" destId="{B121870F-7D91-4499-9EFB-323868F417DA}" srcOrd="4" destOrd="0" presId="urn:microsoft.com/office/officeart/2026/layout/TextCardShortLineWide"/>
    <dgm:cxn modelId="{EE30CA35-0CC6-443B-9AC7-F971166959F4}" type="presParOf" srcId="{B121870F-7D91-4499-9EFB-323868F417DA}" destId="{567C3A54-C055-4269-B51F-633C571E7BEE}" srcOrd="0" destOrd="0" presId="urn:microsoft.com/office/officeart/2026/layout/TextCardShortLineWide"/>
    <dgm:cxn modelId="{CD5CAA97-8ED3-4318-AA79-50E902777FE6}" type="presParOf" srcId="{B121870F-7D91-4499-9EFB-323868F417DA}" destId="{7DCEA473-17A5-44D2-9B3B-D3BA75B722D9}" srcOrd="1" destOrd="0" presId="urn:microsoft.com/office/officeart/2026/layout/TextCardShortLineWide"/>
    <dgm:cxn modelId="{A2808AB6-8F39-4336-B221-852C701C165B}" type="presParOf" srcId="{B121870F-7D91-4499-9EFB-323868F417DA}" destId="{7B09396B-6D18-4599-BA5A-76FC83BC0960}" srcOrd="2" destOrd="0" presId="urn:microsoft.com/office/officeart/2026/layout/TextCardShortLineWide"/>
    <dgm:cxn modelId="{39C9BA02-BF9C-401C-BC65-14C3D933C6CC}" type="presParOf" srcId="{7CE43179-60D5-4AA9-814A-2C403C10DB27}" destId="{D546A8F8-9B03-4C19-A862-03510C55DCF2}" srcOrd="5" destOrd="0" presId="urn:microsoft.com/office/officeart/2026/layout/TextCardShortLineWide"/>
    <dgm:cxn modelId="{6DE13923-ACB6-4EC1-8E15-0CEA40A0CBE0}" type="presParOf" srcId="{7CE43179-60D5-4AA9-814A-2C403C10DB27}" destId="{BDB3C3FC-8FFE-48E3-A442-9F2A462B620F}" srcOrd="6" destOrd="0" presId="urn:microsoft.com/office/officeart/2026/layout/TextCardShortLineWide"/>
    <dgm:cxn modelId="{20634BBA-5A5F-4F2F-9954-3D235EFCE45A}" type="presParOf" srcId="{BDB3C3FC-8FFE-48E3-A442-9F2A462B620F}" destId="{DE3F31F4-3ABB-4C73-B30B-241C0AA96821}" srcOrd="0" destOrd="0" presId="urn:microsoft.com/office/officeart/2026/layout/TextCardShortLineWide"/>
    <dgm:cxn modelId="{6F87CACE-1096-4E68-B430-DF31E196405A}" type="presParOf" srcId="{BDB3C3FC-8FFE-48E3-A442-9F2A462B620F}" destId="{EE44EA5C-40AC-4067-8E3F-D74797D12C6A}" srcOrd="1" destOrd="0" presId="urn:microsoft.com/office/officeart/2026/layout/TextCardShortLineWide"/>
    <dgm:cxn modelId="{C591DEF9-141A-419A-90ED-7727EA2E2FD0}" type="presParOf" srcId="{BDB3C3FC-8FFE-48E3-A442-9F2A462B620F}" destId="{BFA2161D-5A76-4F39-9356-24362981D923}" srcOrd="2" destOrd="0" presId="urn:microsoft.com/office/officeart/2026/layout/TextCardShortLineWid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BCF57E-E2D1-4F8B-B5D5-04C9DB56873D}">
      <dsp:nvSpPr>
        <dsp:cNvPr id="0" name=""/>
        <dsp:cNvSpPr/>
      </dsp:nvSpPr>
      <dsp:spPr>
        <a:xfrm>
          <a:off x="165099" y="1674"/>
          <a:ext cx="908050" cy="34224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9B4F45-C4D9-440C-957C-393FF838D842}">
      <dsp:nvSpPr>
        <dsp:cNvPr id="0" name=""/>
        <dsp:cNvSpPr/>
      </dsp:nvSpPr>
      <dsp:spPr>
        <a:xfrm>
          <a:off x="165099" y="218430"/>
          <a:ext cx="7924800" cy="3878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Node One</a:t>
          </a:r>
        </a:p>
      </dsp:txBody>
      <dsp:txXfrm>
        <a:off x="165099" y="218430"/>
        <a:ext cx="7924800" cy="387878"/>
      </dsp:txXfrm>
    </dsp:sp>
    <dsp:sp modelId="{7F606C84-93B8-40AE-B6C4-5C0C7FDB42DB}">
      <dsp:nvSpPr>
        <dsp:cNvPr id="0" name=""/>
        <dsp:cNvSpPr/>
      </dsp:nvSpPr>
      <dsp:spPr>
        <a:xfrm>
          <a:off x="165099" y="583493"/>
          <a:ext cx="7924800" cy="559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65099" y="583493"/>
        <a:ext cx="7924800" cy="559001"/>
      </dsp:txXfrm>
    </dsp:sp>
    <dsp:sp modelId="{08015AD1-BCD1-4622-A8F5-E57E3E173DE2}">
      <dsp:nvSpPr>
        <dsp:cNvPr id="0" name=""/>
        <dsp:cNvSpPr/>
      </dsp:nvSpPr>
      <dsp:spPr>
        <a:xfrm>
          <a:off x="165099" y="1313618"/>
          <a:ext cx="908050" cy="34224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83EE62-DB34-420A-8578-4AE7BD468B6E}">
      <dsp:nvSpPr>
        <dsp:cNvPr id="0" name=""/>
        <dsp:cNvSpPr/>
      </dsp:nvSpPr>
      <dsp:spPr>
        <a:xfrm>
          <a:off x="165099" y="1530374"/>
          <a:ext cx="7924800" cy="3878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Node Two has a longer label</a:t>
          </a:r>
        </a:p>
      </dsp:txBody>
      <dsp:txXfrm>
        <a:off x="165099" y="1530374"/>
        <a:ext cx="7924800" cy="387878"/>
      </dsp:txXfrm>
    </dsp:sp>
    <dsp:sp modelId="{DBDAE23D-FFD4-44E8-883E-953784EEC09C}">
      <dsp:nvSpPr>
        <dsp:cNvPr id="0" name=""/>
        <dsp:cNvSpPr/>
      </dsp:nvSpPr>
      <dsp:spPr>
        <a:xfrm>
          <a:off x="165099" y="1895436"/>
          <a:ext cx="7924800" cy="559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Node Three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65099" y="1895436"/>
        <a:ext cx="7924800" cy="559001"/>
      </dsp:txXfrm>
    </dsp:sp>
    <dsp:sp modelId="{567C3A54-C055-4269-B51F-633C571E7BEE}">
      <dsp:nvSpPr>
        <dsp:cNvPr id="0" name=""/>
        <dsp:cNvSpPr/>
      </dsp:nvSpPr>
      <dsp:spPr>
        <a:xfrm>
          <a:off x="165099" y="2625561"/>
          <a:ext cx="908050" cy="34224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CEA473-17A5-44D2-9B3B-D3BA75B722D9}">
      <dsp:nvSpPr>
        <dsp:cNvPr id="0" name=""/>
        <dsp:cNvSpPr/>
      </dsp:nvSpPr>
      <dsp:spPr>
        <a:xfrm>
          <a:off x="165099" y="2842317"/>
          <a:ext cx="7924800" cy="3878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Node Four</a:t>
          </a:r>
        </a:p>
      </dsp:txBody>
      <dsp:txXfrm>
        <a:off x="165099" y="2842317"/>
        <a:ext cx="7924800" cy="387878"/>
      </dsp:txXfrm>
    </dsp:sp>
    <dsp:sp modelId="{7B09396B-6D18-4599-BA5A-76FC83BC0960}">
      <dsp:nvSpPr>
        <dsp:cNvPr id="0" name=""/>
        <dsp:cNvSpPr/>
      </dsp:nvSpPr>
      <dsp:spPr>
        <a:xfrm>
          <a:off x="165099" y="3207379"/>
          <a:ext cx="7924800" cy="559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65099" y="3207379"/>
        <a:ext cx="7924800" cy="559001"/>
      </dsp:txXfrm>
    </dsp:sp>
    <dsp:sp modelId="{DE3F31F4-3ABB-4C73-B30B-241C0AA96821}">
      <dsp:nvSpPr>
        <dsp:cNvPr id="0" name=""/>
        <dsp:cNvSpPr/>
      </dsp:nvSpPr>
      <dsp:spPr>
        <a:xfrm>
          <a:off x="165099" y="3937504"/>
          <a:ext cx="908050" cy="34224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44EA5C-40AC-4067-8E3F-D74797D12C6A}">
      <dsp:nvSpPr>
        <dsp:cNvPr id="0" name=""/>
        <dsp:cNvSpPr/>
      </dsp:nvSpPr>
      <dsp:spPr>
        <a:xfrm>
          <a:off x="165099" y="4154260"/>
          <a:ext cx="7924800" cy="3878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Node Five</a:t>
          </a:r>
        </a:p>
      </dsp:txBody>
      <dsp:txXfrm>
        <a:off x="165099" y="4154260"/>
        <a:ext cx="7924800" cy="387878"/>
      </dsp:txXfrm>
    </dsp:sp>
    <dsp:sp modelId="{BFA2161D-5A76-4F39-9356-24362981D923}">
      <dsp:nvSpPr>
        <dsp:cNvPr id="0" name=""/>
        <dsp:cNvSpPr/>
      </dsp:nvSpPr>
      <dsp:spPr>
        <a:xfrm>
          <a:off x="165099" y="4519323"/>
          <a:ext cx="7924800" cy="559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65099" y="4519323"/>
        <a:ext cx="7924800" cy="5590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6/layout/TextCardShortLineWide">
  <dgm:title val=""/>
  <dgm:desc val=""/>
  <dgm:catLst>
    <dgm:cat type="textcard" pri="107"/>
  </dgm:catLst>
  <dgm:sampData>
    <dgm:dataModel>
      <dgm:ptLst>
        <dgm:pt modelId="0" type="doc"/>
        <dgm:pt modelId="10">
          <dgm:prSet phldrT="Title" phldr="1"/>
        </dgm:pt>
        <dgm:pt modelId="11">
          <dgm:prSet phldrT="Description" phldr="1"/>
        </dgm:pt>
        <dgm:pt modelId="20">
          <dgm:prSet phldrT="Title" phldr="1"/>
        </dgm:pt>
        <dgm:pt modelId="21">
          <dgm:prSet phldrT="Description" phldr="1"/>
        </dgm:pt>
        <dgm:pt modelId="30">
          <dgm:prSet phldrT="Title" phldr="1"/>
        </dgm:pt>
        <dgm:pt modelId="31">
          <dgm:prSet phldrT="Description" phldr="1"/>
        </dgm:pt>
      </dgm:ptLst>
      <dgm:cxnLst>
        <dgm:cxn modelId="100" srcId="0" destId="10" srcOrd="0" destOrd="0"/>
        <dgm:cxn modelId="101" srcId="10" destId="11" srcOrd="0" destOrd="0"/>
        <dgm:cxn modelId="102" srcId="0" destId="20" srcOrd="1" destOrd="0"/>
        <dgm:cxn modelId="103" srcId="20" destId="21" srcOrd="0" destOrd="0"/>
        <dgm:cxn modelId="104" srcId="0" destId="30" srcOrd="2" destOrd="0"/>
        <dgm:cxn modelId="105" srcId="30" destId="3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horzAlign" val="ctr"/>
        </dgm:alg>
      </dgm:if>
      <dgm:else name="Name2">
        <dgm:alg type="lin">
          <dgm:param type="linDir" val="fromT"/>
          <dgm:param type="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w" for="ch" forName="compNode" refType="w"/>
          <dgm:constr type="h" for="ch" forName="compNode" refType="h" fact="0.65"/>
          <dgm:constr type="h" for="ch" forName="sibTrans" refType="h" refFor="ch" refForName="compNode" fact="0.15"/>
          <dgm:constr type="sp" refType="h" refFor="ch" refForName="compNode" op="equ" fact="0.15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5" axis="ch" ptType="node" func="cnt" op="lte" val="3">
        <dgm:constrLst>
          <dgm:constr type="w" for="ch" forName="compNode" refType="w"/>
          <dgm:constr type="h" for="ch" forName="compNode" refType="h" fact="0.65"/>
          <dgm:constr type="h" for="ch" forName="sibTrans" refType="h" refFor="ch" refForName="compNode" fact="0.15"/>
          <dgm:constr type="sp" refType="h" refFor="ch" refForName="compNode" op="equ" fact="0.15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5b" axis="ch" ptType="node" func="cnt" op="lte" val="4">
        <dgm:constrLst>
          <dgm:constr type="w" for="ch" forName="compNode" refType="w"/>
          <dgm:constr type="h" for="ch" forName="compNode" refType="h" fact="0.65"/>
          <dgm:constr type="h" for="ch" forName="sibTrans" refType="h" refFor="ch" refForName="compNode" fact="0.15"/>
          <dgm:constr type="sp" refType="h" refFor="ch" refForName="compNode" op="equ" fact="0.15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6" axis="ch" ptType="node" func="cnt" op="lte" val="6">
        <dgm:constrLst>
          <dgm:constr type="w" for="ch" forName="compNode" refType="w"/>
          <dgm:constr type="h" for="ch" forName="compNode" refType="h" fact="0.65"/>
          <dgm:constr type="h" for="ch" forName="sibTrans" refType="h" refFor="ch" refForName="compNode" fact="0.15"/>
          <dgm:constr type="sp" refType="h" refFor="ch" refForName="compNode" op="equ" fact="0.15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else name="Name7">
        <dgm:constrLst>
          <dgm:constr type="w" for="ch" forName="compNode" refType="w"/>
          <dgm:constr type="h" for="ch" forName="compNode" refType="h" fact="0.65"/>
          <dgm:constr type="h" for="ch" forName="sibTrans" refType="h" refFor="ch" refForName="compNode" fact="0.15"/>
          <dgm:constr type="sp" refType="h" refFor="ch" refForName="compNode" op="equ" fact="0.15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else>
    </dgm:choose>
    <dgm:ruleLst>
      <dgm:rule type="h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l" for="ch" forName="accentLine" refType="w" fact="0.02"/>
          <dgm:constr type="t" for="ch" forName="accentLine"/>
          <dgm:constr type="w" for="ch" forName="accentLine" refType="w" fact="0.11"/>
          <dgm:constr type="h" for="ch" forName="accentLine" refType="h" fact="0.03"/>
          <dgm:constr type="l" for="ch" forName="titleText" refType="w" fact="0.02"/>
          <dgm:constr type="t" for="ch" forName="titleText" refType="h" fact="0.19"/>
          <dgm:constr type="w" for="ch" forName="titleText" refType="w" fact="0.96"/>
          <dgm:constr type="h" for="ch" forName="titleText" refType="h" fact="0.34"/>
          <dgm:constr type="l" for="ch" forName="bodyText" refType="w" fact="0.02"/>
          <dgm:constr type="t" for="ch" forName="bodyText" refType="h" fact="0.51"/>
          <dgm:constr type="w" for="ch" forName="bodyText" refType="w" fact="0.96"/>
          <dgm:constr type="h" for="ch" forName="bodyText" refType="h" fact="0.49"/>
        </dgm:constrLst>
        <dgm:ruleLst/>
        <dgm:layoutNode name="accentLine" styleLbl="dkBgShp">
          <dgm:alg type="sp"/>
          <dgm:shape xmlns:r="http://schemas.openxmlformats.org/officeDocument/2006/relationships" type="rect" r:blip="">
            <dgm:adjLst/>
            <dgm:extLst>
              <a:ext uri="{B698B0E9-8C71-41B9-8309-B3DCBF30829C}">
                <dgm1612:spPr xmlns:dgm1612="http://schemas.microsoft.com/office/drawing/2016/12/diagram">
                  <a:solidFill>
                    <a:schemeClr val="accent1"/>
                  </a:solidFill>
                </dgm1612:spPr>
              </a:ext>
            </dgm:extLst>
          </dgm:shape>
          <dgm:presOf/>
          <dgm:constrLst/>
          <dgm:ruleLst/>
        </dgm:layoutNode>
        <dgm:layoutNode name="titleText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8" fact="NaN" max="NaN"/>
          </dgm:ruleLst>
        </dgm:layoutNode>
        <dgm:layoutNode name="bodyText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7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4675E-AC9F-A036-E738-24C7CE2BCD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A9882C-D2C6-B7C3-6536-D856EA70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42328-CEFB-BB10-2A56-47B030E32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B7B3-FA7C-47A7-A8BF-EB442B38CC9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E46A9-A1BC-F5AC-162F-F6009916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760D4-407E-B0C6-0DB6-43C4B39B4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94763-9D31-43EE-8D24-9F88C3D29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521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CEF28-C98E-EE49-10C7-6C64A052B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92222-D9BA-7FC6-837E-96D0CAA4E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D068C-C843-2C50-7ECA-CC2000B1B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B7B3-FA7C-47A7-A8BF-EB442B38CC9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55EDB-6A4D-B999-6A19-9C506B3F3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6C566-37D8-63D9-CE04-43C2F595F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94763-9D31-43EE-8D24-9F88C3D29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720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08BE0-CE6C-1C5D-DE15-10FC538A0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AF27F9-BD9D-4776-432A-18983FDAC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16FDC-D6C7-1456-9E8A-F0FB2C783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B7B3-FA7C-47A7-A8BF-EB442B38CC9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5A290-3434-DFA7-6643-107E29EF8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89DAD-6EE6-F759-6C4F-47E4398E5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94763-9D31-43EE-8D24-9F88C3D29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54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8A23C-B9E6-595A-3088-81BEAFCBC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54E04-B123-3671-6EE9-243ED6A515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F36405-A902-DB32-889D-6FCAA80188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D4F4CF-FDF3-28A2-0AA4-BD67E551C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B7B3-FA7C-47A7-A8BF-EB442B38CC9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A5D314-D6F0-EA4D-40CC-5A03F8D4B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776CF-41A4-964B-43EC-CC05F015A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94763-9D31-43EE-8D24-9F88C3D29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169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EDC63-0939-3AB1-7005-00AA8FEAB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583533-7C59-7531-0890-C56537DCB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13C33-5718-02C0-830D-A246105DA8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4CED76-1050-AE4D-3CD2-AAFBE3D2B0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BC03E7-C9F5-77E0-1D22-E11521F28A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C30549-2165-3C40-75A0-44485BF01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B7B3-FA7C-47A7-A8BF-EB442B38CC9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C01BBF-C4BE-EA1F-79BD-1817584BA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6B77FA-2C7D-27D3-6346-F102BCE7E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94763-9D31-43EE-8D24-9F88C3D29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337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23BD6-73DA-A9FA-3581-8202E6526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BDB13C-61DB-8F7B-0D13-4495D6867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B7B3-FA7C-47A7-A8BF-EB442B38CC9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39E077-8554-ED3E-A08B-D61119591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99CDA8-1437-C344-6290-437118074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94763-9D31-43EE-8D24-9F88C3D29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948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60A159-5615-5040-50C0-EBA48B279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B7B3-FA7C-47A7-A8BF-EB442B38CC9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FF9440-4018-DA0A-A32A-FDFD4394A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B6999-3E80-F63F-305D-4B7E0C2B7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94763-9D31-43EE-8D24-9F88C3D29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493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28821-ACD0-BB85-D04F-74125C67B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671EC-6E44-7B7D-62BE-A06526AC7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BC042E-CBB8-B7FD-52F2-FC5AEB3E22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1997B4-070B-1076-B6AA-13478C7A1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B7B3-FA7C-47A7-A8BF-EB442B38CC9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6311F-7084-659F-6F0D-004F2EF8C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2E3E20-E406-EA60-E51B-704E96371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94763-9D31-43EE-8D24-9F88C3D29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981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0C912-DD76-40D9-006B-D7FE4496D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1DDC83-D573-F17B-F3C5-8A19913824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749BEA-61A1-AA5C-5848-515741E5F8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4E3116-9EA9-4DD6-2CC3-072DA2968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B7B3-FA7C-47A7-A8BF-EB442B38CC9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B104D-7C5F-2649-C8E6-946C33612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409979-4D1A-3E0B-E6DD-B3AA66F67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94763-9D31-43EE-8D24-9F88C3D29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31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FBADA-E3C9-74DB-40C9-0F38A1137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9726B5-931E-81F9-FEA6-7B6ABC97BA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CE74F-8C76-7609-2957-40B6E1B24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B7B3-FA7C-47A7-A8BF-EB442B38CC9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0D8EA-B018-B723-3799-4CF361E30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4332A-11E3-2D81-E947-CAFCEB3AF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94763-9D31-43EE-8D24-9F88C3D29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245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843951-DF24-57C1-E545-A013A9E3E1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CE3537-7AFB-EDE2-AFA8-F8F5300A08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36572-776B-C3BE-D22C-302822718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B7B3-FA7C-47A7-A8BF-EB442B38CC9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F47AF-A9FE-0489-9242-072736ADD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F8CA3-9336-3E43-8934-283E2118A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94763-9D31-43EE-8D24-9F88C3D29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597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4AE309-9A9D-2CEF-876C-79ADC3C72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5F7323-0AC4-899E-6F58-E60ACABF4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EF046-37AD-3751-FEC0-6C896850C3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8FB7B3-FA7C-47A7-A8BF-EB442B38CC9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D49B3-C83F-7E3E-2C56-BAE169B94F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C1A88-7B58-F2B9-7A0A-E3FAD94BC0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F94763-9D31-43EE-8D24-9F88C3D29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019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D7D5BDC-3DB2-3C0F-D5D8-F3513D4D7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6617769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5826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2026-09-06T08:15:23Z</dcterms:created>
  <dcterms:modified xsi:type="dcterms:W3CDTF">2026-09-06T08:15:24Z</dcterms:modified>
</cp:coreProperties>
</file>