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4B1D01-7D4C-494F-9444-DDDB7489D72D}" type="doc">
      <dgm:prSet loTypeId="urn:microsoft.com/office/officeart/2026/layout/NumberedDotsVertical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BB8D91-FC4F-45B8-B4F8-9EABC268F0D6}">
      <dgm:prSet phldrT="Add an event"/>
      <dgm:spPr/>
      <dgm:t>
        <a:bodyPr/>
        <a:lstStyle/>
        <a:p>
          <a:pPr>
            <a:defRPr b="1"/>
          </a:pPr>
          <a:r>
            <a:rPr lang="en-US"/>
            <a:t>Node One</a:t>
          </a:r>
        </a:p>
      </dgm:t>
    </dgm:pt>
    <dgm:pt modelId="{EF9B22BB-7BB4-49A4-B027-2DBF69E4EBA3}" type="parTrans" cxnId="{3B5E5BD7-A99E-4DE3-87BD-A66AC6935874}">
      <dgm:prSet/>
      <dgm:spPr/>
    </dgm:pt>
    <dgm:pt modelId="{17FC4CFC-F424-4A19-8D5F-8CB765F74E01}" type="sibTrans" cxnId="{3B5E5BD7-A99E-4DE3-87BD-A66AC6935874}">
      <dgm:prSet phldrT="1" phldr="0"/>
      <dgm:spPr/>
      <dgm:t>
        <a:bodyPr/>
        <a:lstStyle/>
        <a:p>
          <a:pPr>
            <a:defRPr b="1"/>
          </a:pPr>
          <a:r>
            <a:rPr lang="en-US"/>
            <a:t>1</a:t>
          </a:r>
        </a:p>
      </dgm:t>
    </dgm:pt>
    <dgm:pt modelId="{C5FC2E60-620E-48DB-AD50-003A10512422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94167BB0-2EE9-4D3C-878A-555DEBE8C8BD}" type="parTrans" cxnId="{0D11158C-3D58-4D24-9F0C-B418B405BF3C}">
      <dgm:prSet/>
      <dgm:spPr/>
    </dgm:pt>
    <dgm:pt modelId="{82643D6E-721C-4080-B734-CB513436AB2A}" type="sibTrans" cxnId="{0D11158C-3D58-4D24-9F0C-B418B405BF3C}">
      <dgm:prSet/>
      <dgm:spPr/>
    </dgm:pt>
    <dgm:pt modelId="{6A767CF3-30C4-4C7F-BB32-765F6CB897A8}">
      <dgm:prSet phldrT="Add an event"/>
      <dgm:spPr/>
      <dgm:t>
        <a:bodyPr/>
        <a:lstStyle/>
        <a:p>
          <a:pPr>
            <a:defRPr b="1"/>
          </a:pPr>
          <a:r>
            <a:rPr lang="en-US"/>
            <a:t>Node Two has a longer label</a:t>
          </a:r>
        </a:p>
      </dgm:t>
    </dgm:pt>
    <dgm:pt modelId="{F4CBB8C6-F3B5-46FC-B862-8A4DA4A599C0}" type="parTrans" cxnId="{FAAC4242-4004-4490-9149-E6FE59BB41A3}">
      <dgm:prSet/>
      <dgm:spPr/>
    </dgm:pt>
    <dgm:pt modelId="{3F0203D9-92A3-4C1E-AD4D-327AF8C15B78}" type="sibTrans" cxnId="{FAAC4242-4004-4490-9149-E6FE59BB41A3}">
      <dgm:prSet phldrT="2" phldr="0"/>
      <dgm:spPr/>
      <dgm:t>
        <a:bodyPr/>
        <a:lstStyle/>
        <a:p>
          <a:pPr>
            <a:defRPr b="1"/>
          </a:pPr>
          <a:r>
            <a:rPr lang="en-US"/>
            <a:t>2</a:t>
          </a:r>
        </a:p>
      </dgm:t>
    </dgm:pt>
    <dgm:pt modelId="{E6C13B2E-7135-40EB-A15F-1D2B56D2959F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4A91A241-1E1A-4BC3-8F76-6005D2237685}" type="parTrans" cxnId="{CFE3B8EF-925F-4AF4-A9F1-6A38E4369199}">
      <dgm:prSet/>
      <dgm:spPr/>
    </dgm:pt>
    <dgm:pt modelId="{3BE892E4-C91C-4EFD-8C24-FF0FEE31E36F}" type="sibTrans" cxnId="{CFE3B8EF-925F-4AF4-A9F1-6A38E4369199}">
      <dgm:prSet/>
      <dgm:spPr/>
    </dgm:pt>
    <dgm:pt modelId="{DB3CB88E-8BDF-45CC-9043-3CB99E89E866}">
      <dgm:prSet phldrT="Add an event"/>
      <dgm:spPr/>
      <dgm:t>
        <a:bodyPr/>
        <a:lstStyle/>
        <a:p>
          <a:r>
            <a:rPr lang="en-US"/>
            <a:t>Node Three</a:t>
          </a:r>
        </a:p>
      </dgm:t>
    </dgm:pt>
    <dgm:pt modelId="{7663AC54-AABD-4704-BB7B-53ED91585B03}" type="parTrans" cxnId="{1F7725B1-0D99-4335-B9B2-AD2B8FA77060}">
      <dgm:prSet/>
      <dgm:spPr/>
    </dgm:pt>
    <dgm:pt modelId="{F4561C4A-2BB9-498B-8319-FCD422BB1981}" type="sibTrans" cxnId="{1F7725B1-0D99-4335-B9B2-AD2B8FA77060}">
      <dgm:prSet phldrT="3" phldr="0"/>
      <dgm:spPr/>
    </dgm:pt>
    <dgm:pt modelId="{403E39D6-7EB7-467F-9AAC-F1E740B062BC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5AB02537-D21F-4197-A2DA-B79E61E02DD5}" type="parTrans" cxnId="{7F7CEF65-CAF9-4EAD-B53D-5F934A3B6CF8}">
      <dgm:prSet/>
      <dgm:spPr/>
    </dgm:pt>
    <dgm:pt modelId="{1C1EE049-6077-42A8-84D2-EF945327F268}" type="sibTrans" cxnId="{7F7CEF65-CAF9-4EAD-B53D-5F934A3B6CF8}">
      <dgm:prSet/>
      <dgm:spPr/>
    </dgm:pt>
    <dgm:pt modelId="{DD1CCB04-CBD4-4B03-A0FD-43910A89A7D9}">
      <dgm:prSet phldrT="Add an event"/>
      <dgm:spPr/>
      <dgm:t>
        <a:bodyPr/>
        <a:lstStyle/>
        <a:p>
          <a:pPr>
            <a:defRPr b="1"/>
          </a:pPr>
          <a:r>
            <a:rPr lang="en-US"/>
            <a:t>Node Four</a:t>
          </a:r>
        </a:p>
      </dgm:t>
    </dgm:pt>
    <dgm:pt modelId="{E5906D4D-9F28-47E2-8643-61BE07CE8DBC}" type="parTrans" cxnId="{CEC83DE5-5857-45AA-8A13-D0F52749FC77}">
      <dgm:prSet/>
      <dgm:spPr/>
    </dgm:pt>
    <dgm:pt modelId="{24C1F432-1D83-4B04-8237-198D8D88660F}" type="sibTrans" cxnId="{CEC83DE5-5857-45AA-8A13-D0F52749FC77}">
      <dgm:prSet phldrT="3" phldr="0"/>
      <dgm:spPr/>
      <dgm:t>
        <a:bodyPr/>
        <a:lstStyle/>
        <a:p>
          <a:pPr>
            <a:defRPr b="1"/>
          </a:pPr>
          <a:r>
            <a:rPr lang="en-US"/>
            <a:t>3</a:t>
          </a:r>
        </a:p>
      </dgm:t>
    </dgm:pt>
    <dgm:pt modelId="{A3D9AC46-93E8-4B9D-82F2-BAA4AF29FF72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514DB2F7-8910-4A2F-912F-C43A80423B2E}" type="parTrans" cxnId="{F916D80F-1A48-4CFF-B3B0-A3972949E899}">
      <dgm:prSet/>
      <dgm:spPr/>
    </dgm:pt>
    <dgm:pt modelId="{80B8677D-36E9-4F40-AA7F-2A2271AC9518}" type="sibTrans" cxnId="{F916D80F-1A48-4CFF-B3B0-A3972949E899}">
      <dgm:prSet/>
      <dgm:spPr/>
    </dgm:pt>
    <dgm:pt modelId="{B9FA58B7-E184-489A-8355-908D3239979C}">
      <dgm:prSet phldrT="Add an event"/>
      <dgm:spPr/>
      <dgm:t>
        <a:bodyPr/>
        <a:lstStyle/>
        <a:p>
          <a:pPr>
            <a:defRPr b="1"/>
          </a:pPr>
          <a:r>
            <a:rPr lang="en-US"/>
            <a:t>Node Five</a:t>
          </a:r>
        </a:p>
      </dgm:t>
    </dgm:pt>
    <dgm:pt modelId="{1BDDFD22-276E-495A-80D4-3B621F947EA4}" type="parTrans" cxnId="{BC90F07D-D1CE-4CF7-A758-FA7D456BE54B}">
      <dgm:prSet/>
      <dgm:spPr/>
    </dgm:pt>
    <dgm:pt modelId="{847715B0-6EAE-484E-AD56-B37633E377EE}" type="sibTrans" cxnId="{BC90F07D-D1CE-4CF7-A758-FA7D456BE54B}">
      <dgm:prSet phldrT="4" phldr="0"/>
      <dgm:spPr/>
      <dgm:t>
        <a:bodyPr/>
        <a:lstStyle/>
        <a:p>
          <a:pPr>
            <a:defRPr b="1"/>
          </a:pPr>
          <a:r>
            <a:rPr lang="en-US"/>
            <a:t>4</a:t>
          </a:r>
        </a:p>
      </dgm:t>
    </dgm:pt>
    <dgm:pt modelId="{9DF71329-4F4F-45CF-AA0C-5A2BFB36C1E5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E22D6654-1E15-4FE7-9B36-54560A6A01D4}" type="parTrans" cxnId="{9FC13F01-0B7C-4B46-9454-25D8E2D6F5DF}">
      <dgm:prSet/>
      <dgm:spPr/>
    </dgm:pt>
    <dgm:pt modelId="{E6293E52-E10F-476A-AA7E-F5EE84BD9B59}" type="sibTrans" cxnId="{9FC13F01-0B7C-4B46-9454-25D8E2D6F5DF}">
      <dgm:prSet/>
      <dgm:spPr/>
    </dgm:pt>
    <dgm:pt modelId="{031AB4DA-C697-482F-82B5-76158389248D}" type="pres">
      <dgm:prSet presAssocID="{CC4B1D01-7D4C-494F-9444-DDDB7489D72D}" presName="root" presStyleCnt="0">
        <dgm:presLayoutVars>
          <dgm:dir/>
          <dgm:resizeHandles val="exact"/>
        </dgm:presLayoutVars>
      </dgm:prSet>
      <dgm:spPr/>
    </dgm:pt>
    <dgm:pt modelId="{76CD3D33-6001-41F1-9072-374D818311AF}" type="pres">
      <dgm:prSet presAssocID="{CC4B1D01-7D4C-494F-9444-DDDB7489D72D}" presName="itemsFlow" presStyleCnt="0"/>
      <dgm:spPr/>
    </dgm:pt>
    <dgm:pt modelId="{AEC3538D-4886-46A2-97F2-633F665D5088}" type="pres">
      <dgm:prSet presAssocID="{47BB8D91-FC4F-45B8-B4F8-9EABC268F0D6}" presName="item" presStyleCnt="0"/>
      <dgm:spPr/>
    </dgm:pt>
    <dgm:pt modelId="{8B1ABF0C-6BFB-41A2-BA52-53BB6D2005E2}" type="pres">
      <dgm:prSet presAssocID="{47BB8D91-FC4F-45B8-B4F8-9EABC268F0D6}" presName="anchor" presStyleCnt="0"/>
      <dgm:spPr/>
    </dgm:pt>
    <dgm:pt modelId="{46671B90-0C3E-4365-B554-27B63EA0AE79}" type="pres">
      <dgm:prSet presAssocID="{47BB8D91-FC4F-45B8-B4F8-9EABC268F0D6}" presName="titleText" presStyleLbl="revTx" presStyleIdx="0" presStyleCnt="0">
        <dgm:presLayoutVars>
          <dgm:chMax val="0"/>
          <dgm:chPref val="0"/>
        </dgm:presLayoutVars>
      </dgm:prSet>
      <dgm:spPr/>
    </dgm:pt>
    <dgm:pt modelId="{F8A725A3-28BB-4E48-9100-E358052BE43D}" type="pres">
      <dgm:prSet presAssocID="{17FC4CFC-F424-4A19-8D5F-8CB765F74E01}" presName="numCircle" presStyleLbl="node1NoLn" presStyleIdx="0" presStyleCnt="4">
        <dgm:presLayoutVars>
          <dgm:chMax val="0"/>
          <dgm:bulletEnabled/>
        </dgm:presLayoutVars>
      </dgm:prSet>
      <dgm:spPr/>
    </dgm:pt>
    <dgm:pt modelId="{C516B040-5DA2-43CA-BAFB-AB1BB9A7F939}" type="pres">
      <dgm:prSet presAssocID="{47BB8D91-FC4F-45B8-B4F8-9EABC268F0D6}" presName="descText" presStyleLbl="revTx" presStyleIdx="0" presStyleCnt="0">
        <dgm:presLayoutVars>
          <dgm:chMax val="0"/>
          <dgm:chPref val="0"/>
        </dgm:presLayoutVars>
      </dgm:prSet>
      <dgm:spPr/>
    </dgm:pt>
    <dgm:pt modelId="{29566A85-71E8-41BE-806A-F5C22B04E45A}" type="pres">
      <dgm:prSet presAssocID="{17FC4CFC-F424-4A19-8D5F-8CB765F74E01}" presName="connector" presStyleLbl="dkBgShp" presStyleIdx="0" presStyleCnt="3"/>
      <dgm:spPr/>
    </dgm:pt>
    <dgm:pt modelId="{739897CB-3173-42AA-BCC3-752D6E178D61}" type="pres">
      <dgm:prSet presAssocID="{6A767CF3-30C4-4C7F-BB32-765F6CB897A8}" presName="item" presStyleCnt="0"/>
      <dgm:spPr/>
    </dgm:pt>
    <dgm:pt modelId="{713B0329-3955-4D88-9545-BF31AD522806}" type="pres">
      <dgm:prSet presAssocID="{6A767CF3-30C4-4C7F-BB32-765F6CB897A8}" presName="anchor" presStyleCnt="0"/>
      <dgm:spPr/>
    </dgm:pt>
    <dgm:pt modelId="{D243959E-5E5F-4FDE-AA76-67EAA4A8E3B1}" type="pres">
      <dgm:prSet presAssocID="{6A767CF3-30C4-4C7F-BB32-765F6CB897A8}" presName="titleText" presStyleLbl="revTx" presStyleIdx="0" presStyleCnt="0">
        <dgm:presLayoutVars>
          <dgm:chMax val="0"/>
          <dgm:chPref val="0"/>
        </dgm:presLayoutVars>
      </dgm:prSet>
      <dgm:spPr/>
    </dgm:pt>
    <dgm:pt modelId="{4279FA72-B7A3-4136-8939-74B6F2FBB74F}" type="pres">
      <dgm:prSet presAssocID="{3F0203D9-92A3-4C1E-AD4D-327AF8C15B78}" presName="numCircle" presStyleLbl="node1NoLn" presStyleIdx="1" presStyleCnt="4">
        <dgm:presLayoutVars>
          <dgm:chMax val="0"/>
          <dgm:bulletEnabled/>
        </dgm:presLayoutVars>
      </dgm:prSet>
      <dgm:spPr/>
    </dgm:pt>
    <dgm:pt modelId="{5205D77C-A944-46C6-A386-25313E60CDC9}" type="pres">
      <dgm:prSet presAssocID="{6A767CF3-30C4-4C7F-BB32-765F6CB897A8}" presName="descText" presStyleLbl="revTx" presStyleIdx="0" presStyleCnt="0">
        <dgm:presLayoutVars>
          <dgm:chMax val="0"/>
          <dgm:chPref val="0"/>
        </dgm:presLayoutVars>
      </dgm:prSet>
      <dgm:spPr/>
    </dgm:pt>
    <dgm:pt modelId="{E0C62B59-14DC-4078-AACB-87FD1A802AE6}" type="pres">
      <dgm:prSet presAssocID="{3F0203D9-92A3-4C1E-AD4D-327AF8C15B78}" presName="connector" presStyleLbl="dkBgShp" presStyleIdx="1" presStyleCnt="3"/>
      <dgm:spPr/>
    </dgm:pt>
    <dgm:pt modelId="{F1E59BD9-0B38-42FE-9138-8309BA667D07}" type="pres">
      <dgm:prSet presAssocID="{DD1CCB04-CBD4-4B03-A0FD-43910A89A7D9}" presName="item" presStyleCnt="0"/>
      <dgm:spPr/>
    </dgm:pt>
    <dgm:pt modelId="{E5D7DB4C-577A-435E-9004-763395E601AD}" type="pres">
      <dgm:prSet presAssocID="{DD1CCB04-CBD4-4B03-A0FD-43910A89A7D9}" presName="anchor" presStyleCnt="0"/>
      <dgm:spPr/>
    </dgm:pt>
    <dgm:pt modelId="{52469F21-A180-495B-9990-767067CBD6A6}" type="pres">
      <dgm:prSet presAssocID="{DD1CCB04-CBD4-4B03-A0FD-43910A89A7D9}" presName="titleText" presStyleLbl="revTx" presStyleIdx="0" presStyleCnt="0">
        <dgm:presLayoutVars>
          <dgm:chMax val="0"/>
          <dgm:chPref val="0"/>
        </dgm:presLayoutVars>
      </dgm:prSet>
      <dgm:spPr/>
    </dgm:pt>
    <dgm:pt modelId="{19A808AB-9720-4B5E-8F43-371764996AFD}" type="pres">
      <dgm:prSet presAssocID="{24C1F432-1D83-4B04-8237-198D8D88660F}" presName="numCircle" presStyleLbl="node1NoLn" presStyleIdx="2" presStyleCnt="4">
        <dgm:presLayoutVars>
          <dgm:chMax val="0"/>
          <dgm:bulletEnabled/>
        </dgm:presLayoutVars>
      </dgm:prSet>
      <dgm:spPr/>
    </dgm:pt>
    <dgm:pt modelId="{8FB47322-F519-41BA-B3E3-5C12776AC6C4}" type="pres">
      <dgm:prSet presAssocID="{DD1CCB04-CBD4-4B03-A0FD-43910A89A7D9}" presName="descText" presStyleLbl="revTx" presStyleIdx="0" presStyleCnt="0">
        <dgm:presLayoutVars>
          <dgm:chMax val="0"/>
          <dgm:chPref val="0"/>
        </dgm:presLayoutVars>
      </dgm:prSet>
      <dgm:spPr/>
    </dgm:pt>
    <dgm:pt modelId="{5A3F6B4E-1340-4D78-A1F2-94E42719B646}" type="pres">
      <dgm:prSet presAssocID="{24C1F432-1D83-4B04-8237-198D8D88660F}" presName="connector" presStyleLbl="dkBgShp" presStyleIdx="2" presStyleCnt="3"/>
      <dgm:spPr/>
    </dgm:pt>
    <dgm:pt modelId="{5179D553-C7E8-4176-9281-71A6DAD5A5F7}" type="pres">
      <dgm:prSet presAssocID="{B9FA58B7-E184-489A-8355-908D3239979C}" presName="item" presStyleCnt="0"/>
      <dgm:spPr/>
    </dgm:pt>
    <dgm:pt modelId="{54D510CA-8EAF-4CE8-8797-ADED8C6358E8}" type="pres">
      <dgm:prSet presAssocID="{B9FA58B7-E184-489A-8355-908D3239979C}" presName="anchor" presStyleCnt="0"/>
      <dgm:spPr/>
    </dgm:pt>
    <dgm:pt modelId="{BD24B392-C47F-4270-928B-C82AB4F412CF}" type="pres">
      <dgm:prSet presAssocID="{B9FA58B7-E184-489A-8355-908D3239979C}" presName="titleText" presStyleLbl="revTx" presStyleIdx="0" presStyleCnt="0">
        <dgm:presLayoutVars>
          <dgm:chMax val="0"/>
          <dgm:chPref val="0"/>
        </dgm:presLayoutVars>
      </dgm:prSet>
      <dgm:spPr/>
    </dgm:pt>
    <dgm:pt modelId="{2FE0898E-0EA1-4936-8AE8-CC825EA42177}" type="pres">
      <dgm:prSet presAssocID="{847715B0-6EAE-484E-AD56-B37633E377EE}" presName="numCircle" presStyleLbl="node1NoLn" presStyleIdx="3" presStyleCnt="4">
        <dgm:presLayoutVars>
          <dgm:chMax val="0"/>
          <dgm:bulletEnabled/>
        </dgm:presLayoutVars>
      </dgm:prSet>
      <dgm:spPr/>
    </dgm:pt>
    <dgm:pt modelId="{A49ED5EC-6C8C-4275-BCED-B8A05017CA1E}" type="pres">
      <dgm:prSet presAssocID="{B9FA58B7-E184-489A-8355-908D3239979C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9FC13F01-0B7C-4B46-9454-25D8E2D6F5DF}" srcId="{B9FA58B7-E184-489A-8355-908D3239979C}" destId="{9DF71329-4F4F-45CF-AA0C-5A2BFB36C1E5}" srcOrd="0" destOrd="0" parTransId="{E22D6654-1E15-4FE7-9B36-54560A6A01D4}" sibTransId="{E6293E52-E10F-476A-AA7E-F5EE84BD9B59}"/>
    <dgm:cxn modelId="{00B78A0E-EB22-4042-BC36-B491F5EDE07C}" type="presOf" srcId="{17FC4CFC-F424-4A19-8D5F-8CB765F74E01}" destId="{29566A85-71E8-41BE-806A-F5C22B04E45A}" srcOrd="1" destOrd="0" presId="urn:microsoft.com/office/officeart/2026/layout/NumberedDotsVertical"/>
    <dgm:cxn modelId="{F916D80F-1A48-4CFF-B3B0-A3972949E899}" srcId="{DD1CCB04-CBD4-4B03-A0FD-43910A89A7D9}" destId="{A3D9AC46-93E8-4B9D-82F2-BAA4AF29FF72}" srcOrd="0" destOrd="0" parTransId="{514DB2F7-8910-4A2F-912F-C43A80423B2E}" sibTransId="{80B8677D-36E9-4F40-AA7F-2A2271AC9518}"/>
    <dgm:cxn modelId="{E4717C1A-018F-4CD7-8DEA-AFDD4E0AAA4F}" type="presOf" srcId="{9DF71329-4F4F-45CF-AA0C-5A2BFB36C1E5}" destId="{A49ED5EC-6C8C-4275-BCED-B8A05017CA1E}" srcOrd="0" destOrd="0" presId="urn:microsoft.com/office/officeart/2026/layout/NumberedDotsVertical"/>
    <dgm:cxn modelId="{B102D71F-15EB-4692-AB8F-C84CC6641B74}" type="presOf" srcId="{E6C13B2E-7135-40EB-A15F-1D2B56D2959F}" destId="{5205D77C-A944-46C6-A386-25313E60CDC9}" srcOrd="0" destOrd="0" presId="urn:microsoft.com/office/officeart/2026/layout/NumberedDotsVertical"/>
    <dgm:cxn modelId="{E337912F-5106-4ACC-B431-FC8826B012BE}" type="presOf" srcId="{DB3CB88E-8BDF-45CC-9043-3CB99E89E866}" destId="{5205D77C-A944-46C6-A386-25313E60CDC9}" srcOrd="0" destOrd="1" presId="urn:microsoft.com/office/officeart/2026/layout/NumberedDotsVertical"/>
    <dgm:cxn modelId="{DB35E836-8B54-4BBE-BFA7-745ED77184AF}" type="presOf" srcId="{CC4B1D01-7D4C-494F-9444-DDDB7489D72D}" destId="{031AB4DA-C697-482F-82B5-76158389248D}" srcOrd="0" destOrd="0" presId="urn:microsoft.com/office/officeart/2026/layout/NumberedDotsVertical"/>
    <dgm:cxn modelId="{CF3B2F38-1A08-46F1-94D5-89D8AD65A1BE}" type="presOf" srcId="{A3D9AC46-93E8-4B9D-82F2-BAA4AF29FF72}" destId="{8FB47322-F519-41BA-B3E3-5C12776AC6C4}" srcOrd="0" destOrd="0" presId="urn:microsoft.com/office/officeart/2026/layout/NumberedDotsVertical"/>
    <dgm:cxn modelId="{1910FC3B-820F-4D09-885D-E08DD89F5DC4}" type="presOf" srcId="{17FC4CFC-F424-4A19-8D5F-8CB765F74E01}" destId="{F8A725A3-28BB-4E48-9100-E358052BE43D}" srcOrd="0" destOrd="0" presId="urn:microsoft.com/office/officeart/2026/layout/NumberedDotsVertical"/>
    <dgm:cxn modelId="{FAAC4242-4004-4490-9149-E6FE59BB41A3}" srcId="{CC4B1D01-7D4C-494F-9444-DDDB7489D72D}" destId="{6A767CF3-30C4-4C7F-BB32-765F6CB897A8}" srcOrd="1" destOrd="0" parTransId="{F4CBB8C6-F3B5-46FC-B862-8A4DA4A599C0}" sibTransId="{3F0203D9-92A3-4C1E-AD4D-327AF8C15B78}"/>
    <dgm:cxn modelId="{7F7CEF65-CAF9-4EAD-B53D-5F934A3B6CF8}" srcId="{6A767CF3-30C4-4C7F-BB32-765F6CB897A8}" destId="{403E39D6-7EB7-467F-9AAC-F1E740B062BC}" srcOrd="2" destOrd="0" parTransId="{5AB02537-D21F-4197-A2DA-B79E61E02DD5}" sibTransId="{1C1EE049-6077-42A8-84D2-EF945327F268}"/>
    <dgm:cxn modelId="{33FEFB45-C22E-44F7-86B6-49319A0787AC}" type="presOf" srcId="{B9FA58B7-E184-489A-8355-908D3239979C}" destId="{BD24B392-C47F-4270-928B-C82AB4F412CF}" srcOrd="0" destOrd="0" presId="urn:microsoft.com/office/officeart/2026/layout/NumberedDotsVertical"/>
    <dgm:cxn modelId="{E790206B-59AF-4E30-86F8-0528CF920224}" type="presOf" srcId="{24C1F432-1D83-4B04-8237-198D8D88660F}" destId="{19A808AB-9720-4B5E-8F43-371764996AFD}" srcOrd="0" destOrd="0" presId="urn:microsoft.com/office/officeart/2026/layout/NumberedDotsVertical"/>
    <dgm:cxn modelId="{FF35266F-F7CE-4B17-A759-C64338202320}" type="presOf" srcId="{403E39D6-7EB7-467F-9AAC-F1E740B062BC}" destId="{5205D77C-A944-46C6-A386-25313E60CDC9}" srcOrd="0" destOrd="2" presId="urn:microsoft.com/office/officeart/2026/layout/NumberedDotsVertical"/>
    <dgm:cxn modelId="{64BB327C-FBFD-4501-984A-D12D4E3E28C9}" type="presOf" srcId="{DD1CCB04-CBD4-4B03-A0FD-43910A89A7D9}" destId="{52469F21-A180-495B-9990-767067CBD6A6}" srcOrd="0" destOrd="0" presId="urn:microsoft.com/office/officeart/2026/layout/NumberedDotsVertical"/>
    <dgm:cxn modelId="{BC90F07D-D1CE-4CF7-A758-FA7D456BE54B}" srcId="{CC4B1D01-7D4C-494F-9444-DDDB7489D72D}" destId="{B9FA58B7-E184-489A-8355-908D3239979C}" srcOrd="3" destOrd="0" parTransId="{1BDDFD22-276E-495A-80D4-3B621F947EA4}" sibTransId="{847715B0-6EAE-484E-AD56-B37633E377EE}"/>
    <dgm:cxn modelId="{4B55A884-5922-4D0C-815B-E3ABC1024C20}" type="presOf" srcId="{3F0203D9-92A3-4C1E-AD4D-327AF8C15B78}" destId="{4279FA72-B7A3-4136-8939-74B6F2FBB74F}" srcOrd="0" destOrd="0" presId="urn:microsoft.com/office/officeart/2026/layout/NumberedDotsVertical"/>
    <dgm:cxn modelId="{0D11158C-3D58-4D24-9F0C-B418B405BF3C}" srcId="{47BB8D91-FC4F-45B8-B4F8-9EABC268F0D6}" destId="{C5FC2E60-620E-48DB-AD50-003A10512422}" srcOrd="0" destOrd="0" parTransId="{94167BB0-2EE9-4D3C-878A-555DEBE8C8BD}" sibTransId="{82643D6E-721C-4080-B734-CB513436AB2A}"/>
    <dgm:cxn modelId="{01B5069E-6650-469E-BDD0-D84E8A2549B6}" type="presOf" srcId="{3F0203D9-92A3-4C1E-AD4D-327AF8C15B78}" destId="{E0C62B59-14DC-4078-AACB-87FD1A802AE6}" srcOrd="1" destOrd="0" presId="urn:microsoft.com/office/officeart/2026/layout/NumberedDotsVertical"/>
    <dgm:cxn modelId="{1F7725B1-0D99-4335-B9B2-AD2B8FA77060}" srcId="{6A767CF3-30C4-4C7F-BB32-765F6CB897A8}" destId="{DB3CB88E-8BDF-45CC-9043-3CB99E89E866}" srcOrd="1" destOrd="0" parTransId="{7663AC54-AABD-4704-BB7B-53ED91585B03}" sibTransId="{F4561C4A-2BB9-498B-8319-FCD422BB1981}"/>
    <dgm:cxn modelId="{A9B05AB8-1FC1-483E-AC4F-0ED583A82890}" type="presOf" srcId="{24C1F432-1D83-4B04-8237-198D8D88660F}" destId="{5A3F6B4E-1340-4D78-A1F2-94E42719B646}" srcOrd="1" destOrd="0" presId="urn:microsoft.com/office/officeart/2026/layout/NumberedDotsVertical"/>
    <dgm:cxn modelId="{485C3ABE-49F2-4F81-A364-A19FEFCBEC0D}" type="presOf" srcId="{847715B0-6EAE-484E-AD56-B37633E377EE}" destId="{2FE0898E-0EA1-4936-8AE8-CC825EA42177}" srcOrd="0" destOrd="0" presId="urn:microsoft.com/office/officeart/2026/layout/NumberedDotsVertical"/>
    <dgm:cxn modelId="{B10D3ECE-A7A5-42BF-AE73-5BD23B31FC70}" type="presOf" srcId="{C5FC2E60-620E-48DB-AD50-003A10512422}" destId="{C516B040-5DA2-43CA-BAFB-AB1BB9A7F939}" srcOrd="0" destOrd="0" presId="urn:microsoft.com/office/officeart/2026/layout/NumberedDotsVertical"/>
    <dgm:cxn modelId="{3B5E5BD7-A99E-4DE3-87BD-A66AC6935874}" srcId="{CC4B1D01-7D4C-494F-9444-DDDB7489D72D}" destId="{47BB8D91-FC4F-45B8-B4F8-9EABC268F0D6}" srcOrd="0" destOrd="0" parTransId="{EF9B22BB-7BB4-49A4-B027-2DBF69E4EBA3}" sibTransId="{17FC4CFC-F424-4A19-8D5F-8CB765F74E01}"/>
    <dgm:cxn modelId="{32B7E6D9-864C-4999-BCE6-BC6DC43B544B}" type="presOf" srcId="{6A767CF3-30C4-4C7F-BB32-765F6CB897A8}" destId="{D243959E-5E5F-4FDE-AA76-67EAA4A8E3B1}" srcOrd="0" destOrd="0" presId="urn:microsoft.com/office/officeart/2026/layout/NumberedDotsVertical"/>
    <dgm:cxn modelId="{33828DDB-ED88-4149-9A87-44508CC4D33E}" type="presOf" srcId="{47BB8D91-FC4F-45B8-B4F8-9EABC268F0D6}" destId="{46671B90-0C3E-4365-B554-27B63EA0AE79}" srcOrd="0" destOrd="0" presId="urn:microsoft.com/office/officeart/2026/layout/NumberedDotsVertical"/>
    <dgm:cxn modelId="{CEC83DE5-5857-45AA-8A13-D0F52749FC77}" srcId="{CC4B1D01-7D4C-494F-9444-DDDB7489D72D}" destId="{DD1CCB04-CBD4-4B03-A0FD-43910A89A7D9}" srcOrd="2" destOrd="0" parTransId="{E5906D4D-9F28-47E2-8643-61BE07CE8DBC}" sibTransId="{24C1F432-1D83-4B04-8237-198D8D88660F}"/>
    <dgm:cxn modelId="{CFE3B8EF-925F-4AF4-A9F1-6A38E4369199}" srcId="{6A767CF3-30C4-4C7F-BB32-765F6CB897A8}" destId="{E6C13B2E-7135-40EB-A15F-1D2B56D2959F}" srcOrd="0" destOrd="0" parTransId="{4A91A241-1E1A-4BC3-8F76-6005D2237685}" sibTransId="{3BE892E4-C91C-4EFD-8C24-FF0FEE31E36F}"/>
    <dgm:cxn modelId="{83D16493-C443-4029-8D55-13E95D58AD9D}" type="presParOf" srcId="{031AB4DA-C697-482F-82B5-76158389248D}" destId="{76CD3D33-6001-41F1-9072-374D818311AF}" srcOrd="0" destOrd="0" presId="urn:microsoft.com/office/officeart/2026/layout/NumberedDotsVertical"/>
    <dgm:cxn modelId="{C7AA53B4-4A19-41F8-A5C9-C4F399F19C0C}" type="presParOf" srcId="{76CD3D33-6001-41F1-9072-374D818311AF}" destId="{AEC3538D-4886-46A2-97F2-633F665D5088}" srcOrd="0" destOrd="0" presId="urn:microsoft.com/office/officeart/2026/layout/NumberedDotsVertical"/>
    <dgm:cxn modelId="{92D8165A-F62D-4D01-987E-EF77634D07A5}" type="presParOf" srcId="{AEC3538D-4886-46A2-97F2-633F665D5088}" destId="{8B1ABF0C-6BFB-41A2-BA52-53BB6D2005E2}" srcOrd="0" destOrd="0" presId="urn:microsoft.com/office/officeart/2026/layout/NumberedDotsVertical"/>
    <dgm:cxn modelId="{674FB1FB-5355-4C59-BFDE-45CD82047B1D}" type="presParOf" srcId="{AEC3538D-4886-46A2-97F2-633F665D5088}" destId="{46671B90-0C3E-4365-B554-27B63EA0AE79}" srcOrd="1" destOrd="0" presId="urn:microsoft.com/office/officeart/2026/layout/NumberedDotsVertical"/>
    <dgm:cxn modelId="{3B03088D-4B11-4426-A0FD-96ACD65ECDF0}" type="presParOf" srcId="{AEC3538D-4886-46A2-97F2-633F665D5088}" destId="{F8A725A3-28BB-4E48-9100-E358052BE43D}" srcOrd="2" destOrd="0" presId="urn:microsoft.com/office/officeart/2026/layout/NumberedDotsVertical"/>
    <dgm:cxn modelId="{23CB93DD-B6AF-46BA-8D24-729A9409B44F}" type="presParOf" srcId="{AEC3538D-4886-46A2-97F2-633F665D5088}" destId="{C516B040-5DA2-43CA-BAFB-AB1BB9A7F939}" srcOrd="3" destOrd="0" presId="urn:microsoft.com/office/officeart/2026/layout/NumberedDotsVertical"/>
    <dgm:cxn modelId="{4E88D2E2-4BBB-4F6C-95CF-3FD760BC35F9}" type="presParOf" srcId="{76CD3D33-6001-41F1-9072-374D818311AF}" destId="{29566A85-71E8-41BE-806A-F5C22B04E45A}" srcOrd="1" destOrd="0" presId="urn:microsoft.com/office/officeart/2026/layout/NumberedDotsVertical"/>
    <dgm:cxn modelId="{5590D190-4A28-4794-8E6A-DD54C2D1B69B}" type="presParOf" srcId="{76CD3D33-6001-41F1-9072-374D818311AF}" destId="{739897CB-3173-42AA-BCC3-752D6E178D61}" srcOrd="2" destOrd="0" presId="urn:microsoft.com/office/officeart/2026/layout/NumberedDotsVertical"/>
    <dgm:cxn modelId="{1548B32B-A1D6-40C5-83B8-B19FCFE23CA9}" type="presParOf" srcId="{739897CB-3173-42AA-BCC3-752D6E178D61}" destId="{713B0329-3955-4D88-9545-BF31AD522806}" srcOrd="0" destOrd="0" presId="urn:microsoft.com/office/officeart/2026/layout/NumberedDotsVertical"/>
    <dgm:cxn modelId="{CC06BF36-BAE7-4141-9FC0-7B10E38AAF09}" type="presParOf" srcId="{739897CB-3173-42AA-BCC3-752D6E178D61}" destId="{D243959E-5E5F-4FDE-AA76-67EAA4A8E3B1}" srcOrd="1" destOrd="0" presId="urn:microsoft.com/office/officeart/2026/layout/NumberedDotsVertical"/>
    <dgm:cxn modelId="{7433B55E-4526-4871-B09F-5190E71472FC}" type="presParOf" srcId="{739897CB-3173-42AA-BCC3-752D6E178D61}" destId="{4279FA72-B7A3-4136-8939-74B6F2FBB74F}" srcOrd="2" destOrd="0" presId="urn:microsoft.com/office/officeart/2026/layout/NumberedDotsVertical"/>
    <dgm:cxn modelId="{30B680A7-6E29-4852-BCD3-ED2BF3B77EF8}" type="presParOf" srcId="{739897CB-3173-42AA-BCC3-752D6E178D61}" destId="{5205D77C-A944-46C6-A386-25313E60CDC9}" srcOrd="3" destOrd="0" presId="urn:microsoft.com/office/officeart/2026/layout/NumberedDotsVertical"/>
    <dgm:cxn modelId="{2095C848-D35D-49E9-A0A3-E144BC0557F3}" type="presParOf" srcId="{76CD3D33-6001-41F1-9072-374D818311AF}" destId="{E0C62B59-14DC-4078-AACB-87FD1A802AE6}" srcOrd="3" destOrd="0" presId="urn:microsoft.com/office/officeart/2026/layout/NumberedDotsVertical"/>
    <dgm:cxn modelId="{F753BAA6-D177-4F2B-B0E1-3B968AAE2B0B}" type="presParOf" srcId="{76CD3D33-6001-41F1-9072-374D818311AF}" destId="{F1E59BD9-0B38-42FE-9138-8309BA667D07}" srcOrd="4" destOrd="0" presId="urn:microsoft.com/office/officeart/2026/layout/NumberedDotsVertical"/>
    <dgm:cxn modelId="{05A3F867-208A-4BB7-9E10-D618D8AF348D}" type="presParOf" srcId="{F1E59BD9-0B38-42FE-9138-8309BA667D07}" destId="{E5D7DB4C-577A-435E-9004-763395E601AD}" srcOrd="0" destOrd="0" presId="urn:microsoft.com/office/officeart/2026/layout/NumberedDotsVertical"/>
    <dgm:cxn modelId="{59D6BCBB-F37B-4A46-A0DF-77D65B7E8915}" type="presParOf" srcId="{F1E59BD9-0B38-42FE-9138-8309BA667D07}" destId="{52469F21-A180-495B-9990-767067CBD6A6}" srcOrd="1" destOrd="0" presId="urn:microsoft.com/office/officeart/2026/layout/NumberedDotsVertical"/>
    <dgm:cxn modelId="{11D3D01A-9A35-4EC3-9364-1C614D1954D0}" type="presParOf" srcId="{F1E59BD9-0B38-42FE-9138-8309BA667D07}" destId="{19A808AB-9720-4B5E-8F43-371764996AFD}" srcOrd="2" destOrd="0" presId="urn:microsoft.com/office/officeart/2026/layout/NumberedDotsVertical"/>
    <dgm:cxn modelId="{A489FA6E-02E9-4391-B1F5-53A4ED412E5F}" type="presParOf" srcId="{F1E59BD9-0B38-42FE-9138-8309BA667D07}" destId="{8FB47322-F519-41BA-B3E3-5C12776AC6C4}" srcOrd="3" destOrd="0" presId="urn:microsoft.com/office/officeart/2026/layout/NumberedDotsVertical"/>
    <dgm:cxn modelId="{6FD7D217-EB87-40C2-BF70-02477A932201}" type="presParOf" srcId="{76CD3D33-6001-41F1-9072-374D818311AF}" destId="{5A3F6B4E-1340-4D78-A1F2-94E42719B646}" srcOrd="5" destOrd="0" presId="urn:microsoft.com/office/officeart/2026/layout/NumberedDotsVertical"/>
    <dgm:cxn modelId="{8FFB770D-8A97-4C0C-A4ED-D5E982160540}" type="presParOf" srcId="{76CD3D33-6001-41F1-9072-374D818311AF}" destId="{5179D553-C7E8-4176-9281-71A6DAD5A5F7}" srcOrd="6" destOrd="0" presId="urn:microsoft.com/office/officeart/2026/layout/NumberedDotsVertical"/>
    <dgm:cxn modelId="{A8906BF8-11BA-4D00-ABF5-CD36E407CE6F}" type="presParOf" srcId="{5179D553-C7E8-4176-9281-71A6DAD5A5F7}" destId="{54D510CA-8EAF-4CE8-8797-ADED8C6358E8}" srcOrd="0" destOrd="0" presId="urn:microsoft.com/office/officeart/2026/layout/NumberedDotsVertical"/>
    <dgm:cxn modelId="{451AAB8F-9BC9-4CAF-B1D4-00D3C232D6EA}" type="presParOf" srcId="{5179D553-C7E8-4176-9281-71A6DAD5A5F7}" destId="{BD24B392-C47F-4270-928B-C82AB4F412CF}" srcOrd="1" destOrd="0" presId="urn:microsoft.com/office/officeart/2026/layout/NumberedDotsVertical"/>
    <dgm:cxn modelId="{16073699-93FB-431D-AEC4-78BD1FEDFB75}" type="presParOf" srcId="{5179D553-C7E8-4176-9281-71A6DAD5A5F7}" destId="{2FE0898E-0EA1-4936-8AE8-CC825EA42177}" srcOrd="2" destOrd="0" presId="urn:microsoft.com/office/officeart/2026/layout/NumberedDotsVertical"/>
    <dgm:cxn modelId="{9703DF85-14C2-4B28-ACDE-794955EE4027}" type="presParOf" srcId="{5179D553-C7E8-4176-9281-71A6DAD5A5F7}" destId="{A49ED5EC-6C8C-4275-BCED-B8A05017CA1E}" srcOrd="3" destOrd="0" presId="urn:microsoft.com/office/officeart/2026/layout/NumberedDotsVertic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71B90-0C3E-4365-B554-27B63EA0AE79}">
      <dsp:nvSpPr>
        <dsp:cNvPr id="0" name=""/>
        <dsp:cNvSpPr/>
      </dsp:nvSpPr>
      <dsp:spPr>
        <a:xfrm>
          <a:off x="2061153" y="99"/>
          <a:ext cx="6108700" cy="59903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One</a:t>
          </a:r>
        </a:p>
      </dsp:txBody>
      <dsp:txXfrm>
        <a:off x="2061153" y="99"/>
        <a:ext cx="6108700" cy="599033"/>
      </dsp:txXfrm>
    </dsp:sp>
    <dsp:sp modelId="{F8A725A3-28BB-4E48-9100-E358052BE43D}">
      <dsp:nvSpPr>
        <dsp:cNvPr id="0" name=""/>
        <dsp:cNvSpPr/>
      </dsp:nvSpPr>
      <dsp:spPr>
        <a:xfrm>
          <a:off x="663537" y="48021"/>
          <a:ext cx="1102221" cy="11022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1</a:t>
          </a:r>
        </a:p>
      </dsp:txBody>
      <dsp:txXfrm>
        <a:off x="824954" y="209438"/>
        <a:ext cx="779387" cy="779387"/>
      </dsp:txXfrm>
    </dsp:sp>
    <dsp:sp modelId="{C516B040-5DA2-43CA-BAFB-AB1BB9A7F939}">
      <dsp:nvSpPr>
        <dsp:cNvPr id="0" name=""/>
        <dsp:cNvSpPr/>
      </dsp:nvSpPr>
      <dsp:spPr>
        <a:xfrm>
          <a:off x="2061153" y="599132"/>
          <a:ext cx="6108700" cy="59903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" rIns="13970" bIns="698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061153" y="599132"/>
        <a:ext cx="6108700" cy="599033"/>
      </dsp:txXfrm>
    </dsp:sp>
    <dsp:sp modelId="{29566A85-71E8-41BE-806A-F5C22B04E45A}">
      <dsp:nvSpPr>
        <dsp:cNvPr id="0" name=""/>
        <dsp:cNvSpPr/>
      </dsp:nvSpPr>
      <dsp:spPr>
        <a:xfrm rot="5400000">
          <a:off x="1118802" y="1231711"/>
          <a:ext cx="191690" cy="2875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1</a:t>
          </a:r>
        </a:p>
      </dsp:txBody>
      <dsp:txXfrm rot="-5400000">
        <a:off x="824954" y="209438"/>
        <a:ext cx="779387" cy="779387"/>
      </dsp:txXfrm>
    </dsp:sp>
    <dsp:sp modelId="{D243959E-5E5F-4FDE-AA76-67EAA4A8E3B1}">
      <dsp:nvSpPr>
        <dsp:cNvPr id="0" name=""/>
        <dsp:cNvSpPr/>
      </dsp:nvSpPr>
      <dsp:spPr>
        <a:xfrm>
          <a:off x="2061153" y="1294010"/>
          <a:ext cx="6108700" cy="59903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Two has a longer label</a:t>
          </a:r>
        </a:p>
      </dsp:txBody>
      <dsp:txXfrm>
        <a:off x="2061153" y="1294010"/>
        <a:ext cx="6108700" cy="599033"/>
      </dsp:txXfrm>
    </dsp:sp>
    <dsp:sp modelId="{4279FA72-B7A3-4136-8939-74B6F2FBB74F}">
      <dsp:nvSpPr>
        <dsp:cNvPr id="0" name=""/>
        <dsp:cNvSpPr/>
      </dsp:nvSpPr>
      <dsp:spPr>
        <a:xfrm>
          <a:off x="663537" y="1341933"/>
          <a:ext cx="1102221" cy="11022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2</a:t>
          </a:r>
        </a:p>
      </dsp:txBody>
      <dsp:txXfrm>
        <a:off x="824954" y="1503350"/>
        <a:ext cx="779387" cy="779387"/>
      </dsp:txXfrm>
    </dsp:sp>
    <dsp:sp modelId="{5205D77C-A944-46C6-A386-25313E60CDC9}">
      <dsp:nvSpPr>
        <dsp:cNvPr id="0" name=""/>
        <dsp:cNvSpPr/>
      </dsp:nvSpPr>
      <dsp:spPr>
        <a:xfrm>
          <a:off x="2061153" y="1893044"/>
          <a:ext cx="6108700" cy="59903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" rIns="13970" bIns="698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Node Three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061153" y="1893044"/>
        <a:ext cx="6108700" cy="599033"/>
      </dsp:txXfrm>
    </dsp:sp>
    <dsp:sp modelId="{E0C62B59-14DC-4078-AACB-87FD1A802AE6}">
      <dsp:nvSpPr>
        <dsp:cNvPr id="0" name=""/>
        <dsp:cNvSpPr/>
      </dsp:nvSpPr>
      <dsp:spPr>
        <a:xfrm rot="5400000">
          <a:off x="1118802" y="2525623"/>
          <a:ext cx="191690" cy="2875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2</a:t>
          </a:r>
        </a:p>
      </dsp:txBody>
      <dsp:txXfrm rot="-5400000">
        <a:off x="824954" y="1503350"/>
        <a:ext cx="779387" cy="779387"/>
      </dsp:txXfrm>
    </dsp:sp>
    <dsp:sp modelId="{52469F21-A180-495B-9990-767067CBD6A6}">
      <dsp:nvSpPr>
        <dsp:cNvPr id="0" name=""/>
        <dsp:cNvSpPr/>
      </dsp:nvSpPr>
      <dsp:spPr>
        <a:xfrm>
          <a:off x="2061153" y="2587922"/>
          <a:ext cx="6108700" cy="59903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Four</a:t>
          </a:r>
        </a:p>
      </dsp:txBody>
      <dsp:txXfrm>
        <a:off x="2061153" y="2587922"/>
        <a:ext cx="6108700" cy="599033"/>
      </dsp:txXfrm>
    </dsp:sp>
    <dsp:sp modelId="{19A808AB-9720-4B5E-8F43-371764996AFD}">
      <dsp:nvSpPr>
        <dsp:cNvPr id="0" name=""/>
        <dsp:cNvSpPr/>
      </dsp:nvSpPr>
      <dsp:spPr>
        <a:xfrm>
          <a:off x="663537" y="2635845"/>
          <a:ext cx="1102221" cy="11022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3</a:t>
          </a:r>
        </a:p>
      </dsp:txBody>
      <dsp:txXfrm>
        <a:off x="824954" y="2797262"/>
        <a:ext cx="779387" cy="779387"/>
      </dsp:txXfrm>
    </dsp:sp>
    <dsp:sp modelId="{8FB47322-F519-41BA-B3E3-5C12776AC6C4}">
      <dsp:nvSpPr>
        <dsp:cNvPr id="0" name=""/>
        <dsp:cNvSpPr/>
      </dsp:nvSpPr>
      <dsp:spPr>
        <a:xfrm>
          <a:off x="2061153" y="3186955"/>
          <a:ext cx="6108700" cy="59903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" rIns="13970" bIns="698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061153" y="3186955"/>
        <a:ext cx="6108700" cy="599033"/>
      </dsp:txXfrm>
    </dsp:sp>
    <dsp:sp modelId="{5A3F6B4E-1340-4D78-A1F2-94E42719B646}">
      <dsp:nvSpPr>
        <dsp:cNvPr id="0" name=""/>
        <dsp:cNvSpPr/>
      </dsp:nvSpPr>
      <dsp:spPr>
        <a:xfrm rot="5400000">
          <a:off x="1118802" y="3819534"/>
          <a:ext cx="191690" cy="2875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3</a:t>
          </a:r>
        </a:p>
      </dsp:txBody>
      <dsp:txXfrm rot="-5400000">
        <a:off x="824954" y="2797262"/>
        <a:ext cx="779387" cy="779387"/>
      </dsp:txXfrm>
    </dsp:sp>
    <dsp:sp modelId="{BD24B392-C47F-4270-928B-C82AB4F412CF}">
      <dsp:nvSpPr>
        <dsp:cNvPr id="0" name=""/>
        <dsp:cNvSpPr/>
      </dsp:nvSpPr>
      <dsp:spPr>
        <a:xfrm>
          <a:off x="2061153" y="3881834"/>
          <a:ext cx="6108700" cy="59903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Five</a:t>
          </a:r>
        </a:p>
      </dsp:txBody>
      <dsp:txXfrm>
        <a:off x="2061153" y="3881834"/>
        <a:ext cx="6108700" cy="599033"/>
      </dsp:txXfrm>
    </dsp:sp>
    <dsp:sp modelId="{2FE0898E-0EA1-4936-8AE8-CC825EA42177}">
      <dsp:nvSpPr>
        <dsp:cNvPr id="0" name=""/>
        <dsp:cNvSpPr/>
      </dsp:nvSpPr>
      <dsp:spPr>
        <a:xfrm>
          <a:off x="663537" y="3929757"/>
          <a:ext cx="1102221" cy="11022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4</a:t>
          </a:r>
        </a:p>
      </dsp:txBody>
      <dsp:txXfrm>
        <a:off x="824954" y="4091174"/>
        <a:ext cx="779387" cy="779387"/>
      </dsp:txXfrm>
    </dsp:sp>
    <dsp:sp modelId="{A49ED5EC-6C8C-4275-BCED-B8A05017CA1E}">
      <dsp:nvSpPr>
        <dsp:cNvPr id="0" name=""/>
        <dsp:cNvSpPr/>
      </dsp:nvSpPr>
      <dsp:spPr>
        <a:xfrm>
          <a:off x="2061153" y="4480867"/>
          <a:ext cx="6108700" cy="59903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" rIns="13970" bIns="698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061153" y="4480867"/>
        <a:ext cx="6108700" cy="5990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NumberedDotsVertical">
  <dgm:title val=""/>
  <dgm:desc val=""/>
  <dgm:catLst>
    <dgm:cat type="timeline" pri="106"/>
  </dgm:catLst>
  <dgm:sampData>
    <dgm:dataModel>
      <dgm:ptLst>
        <dgm:pt modelId="0" type="doc"/>
        <dgm:pt modelId="100">
          <dgm:prSet phldrT="Add an event" phldr="1"/>
        </dgm:pt>
        <dgm:pt modelId="101">
          <dgm:prSet phldrT="Write a description of the significance of this event" phldr="1"/>
        </dgm:pt>
        <dgm:pt modelId="200">
          <dgm:prSet phldrT="Add an event" phldr="1"/>
        </dgm:pt>
        <dgm:pt modelId="201">
          <dgm:prSet phldrT="Write a description of the significance of this event" phldr="1"/>
        </dgm:pt>
        <dgm:pt modelId="300">
          <dgm:prSet phldrT="Add an event" phldr="1"/>
        </dgm:pt>
        <dgm:pt modelId="301">
          <dgm:prSet phldrT="Write a description of the significance of this event" phldr="1"/>
        </dgm:pt>
        <dgm:pt modelId="400">
          <dgm:prSet phldrT="Add an event" phldr="1"/>
        </dgm:pt>
        <dgm:pt modelId="401">
          <dgm:prSet phldrT="Write a description of the significance of this event" phldr="1"/>
        </dgm:pt>
        <dgm:pt modelId="500">
          <dgm:prSet phldrT="Add an event" phldr="1"/>
        </dgm:pt>
        <dgm:pt modelId="501">
          <dgm:prSet phldrT="Write a description of the significance of this event" phldr="1"/>
        </dgm:pt>
        <dgm:pt modelId="1100" type="sibTrans" cxnId="{390F3A6B-427B-458B-BC89-7B1C04D95223}">
          <dgm:prSet phldrT="1"/>
          <dgm:t>
            <a:bodyPr/>
            <a:lstStyle/>
            <a:p>
              <a:r>
                <a:t>1</a:t>
              </a:r>
            </a:p>
          </dgm:t>
        </dgm:pt>
        <dgm:pt modelId="1200" type="sibTrans" cxnId="{08E5065A-F54E-4836-806B-D3239D8B229D}">
          <dgm:prSet phldrT="2"/>
          <dgm:t>
            <a:bodyPr/>
            <a:lstStyle/>
            <a:p>
              <a:r>
                <a:t>2</a:t>
              </a:r>
            </a:p>
          </dgm:t>
        </dgm:pt>
        <dgm:pt modelId="1300" type="sibTrans" cxnId="{38C84925-E07B-4FAF-A9BD-748E7EEFB7A1}">
          <dgm:prSet phldrT="3"/>
          <dgm:t>
            <a:bodyPr/>
            <a:lstStyle/>
            <a:p>
              <a:r>
                <a:t>3</a:t>
              </a:r>
            </a:p>
          </dgm:t>
        </dgm:pt>
        <dgm:pt modelId="1400" type="sibTrans" cxnId="{01A6E880-2BF4-497E-8D24-4FAB994C446B}">
          <dgm:prSet phldrT="4"/>
          <dgm:t>
            <a:bodyPr/>
            <a:lstStyle/>
            <a:p>
              <a:r>
                <a:t>4</a:t>
              </a:r>
            </a:p>
          </dgm:t>
        </dgm:pt>
        <dgm:pt modelId="1500" type="sibTrans" cxnId="{5C343175-DA79-47DA-A65E-91DB04918322}">
          <dgm:prSet phldrT="5"/>
          <dgm:t>
            <a:bodyPr/>
            <a:lstStyle/>
            <a:p>
              <a:r>
                <a:t>5</a:t>
              </a:r>
            </a:p>
          </dgm:t>
        </dgm:pt>
      </dgm:ptLst>
      <dgm:cxnLst>
        <dgm:cxn modelId="1000" srcId="0" destId="100" srcOrd="0" destOrd="0" sibTransId="1100"/>
        <dgm:cxn modelId="1001" srcId="100" destId="101" srcOrd="0" destOrd="0"/>
        <dgm:cxn modelId="2000" srcId="0" destId="200" srcOrd="1" destOrd="0" sibTransId="1200"/>
        <dgm:cxn modelId="2001" srcId="200" destId="201" srcOrd="0" destOrd="0"/>
        <dgm:cxn modelId="3000" srcId="0" destId="300" srcOrd="2" destOrd="0" sibTransId="1300"/>
        <dgm:cxn modelId="3001" srcId="300" destId="301" srcOrd="0" destOrd="0"/>
        <dgm:cxn modelId="4000" srcId="0" destId="400" srcOrd="3" destOrd="0" sibTransId="1400"/>
        <dgm:cxn modelId="4001" srcId="400" destId="401" srcOrd="0" destOrd="0"/>
        <dgm:cxn modelId="5000" srcId="0" destId="500" srcOrd="4" destOrd="0" sibTransId="1500"/>
        <dgm:cxn modelId="5001" srcId="500" destId="5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l" for="ch" forName="itemsFlow"/>
      <dgm:constr type="w" for="ch" forName="itemsFlow" refType="w"/>
      <dgm:constr type="t" for="ch" forName="itemsFlow"/>
      <dgm:constr type="h" for="ch" forName="itemsFlow" refType="h"/>
    </dgm:constrLst>
    <dgm:ruleLst/>
    <dgm:layoutNode name="itemsFlow">
      <dgm:alg type="lin">
        <dgm:param type="linDir" val="fromT"/>
        <dgm:param type="fallback" val="1D"/>
      </dgm:alg>
      <dgm:shape xmlns:r="http://schemas.openxmlformats.org/officeDocument/2006/relationships" r:blip="">
        <dgm:adjLst/>
      </dgm:shape>
      <dgm:presOf/>
      <dgm:constrLst>
        <dgm:constr type="w" for="ch" forName="item" refType="w"/>
        <dgm:constr type="h" for="ch" forName="item" refType="h"/>
        <dgm:constr type="h" for="ch" forName="connector" refType="h" refFor="ch" refForName="item" fact="0.08"/>
        <dgm:constr type="w" for="ch" forName="connector" refType="w" fact="0.5"/>
        <dgm:constr type="stemThick" for="ch" forName="connector" op="lte" val="38100"/>
        <dgm:constr type="primFontSz" for="des" forName="titleText" op="equ"/>
        <dgm:constr type="primFontSz" for="des" forName="titleTextCentered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ctrX" for="ch" forName="numCircle" refType="h" refFor="ch" refForName="numCircle" fact="1.102"/>
            <dgm:constr type="ctrX" for="ch" forName="numCircle" refType="w" op="lte" fact="0.5"/>
            <dgm:constr type="ctrY" for="ch" forName="numCircle" refType="h" fact="0.5"/>
            <dgm:constr type="w" for="ch" forName="numCircle" refType="h" op="equ" fact="0.92"/>
            <dgm:constr type="h" for="ch" forName="numCircle" refType="h" op="equ" fact="0.92"/>
            <dgm:constr type="w" for="ch" forName="numCircle" refType="w" op="lte" fact="0.139"/>
            <dgm:constr type="h" for="ch" forName="numCircle" refType="w" op="lte" fact="0.139"/>
            <dgm:constr type="l" for="ch" forName="titleText" refType="h" refFor="ch" refForName="numCircle" fact="1.87"/>
            <dgm:constr type="t" for="ch" forName="titleText" refType="h" fact="0"/>
            <dgm:constr type="w" for="ch" forName="titleText" refType="w" fact="0.74"/>
            <dgm:constr type="h" for="ch" forName="titleText" refType="h" fact="0.5"/>
            <dgm:constr type="l" for="ch" forName="titleTextCentered" refType="h" refFor="ch" refForName="numCircle" fact="1.87"/>
            <dgm:constr type="t" for="ch" forName="titleTextCentered" refType="h" fact="0"/>
            <dgm:constr type="w" for="ch" forName="titleTextCentered" refType="w" fact="0.74"/>
            <dgm:constr type="h" for="ch" forName="titleTextCentered" refType="h"/>
            <dgm:constr type="l" for="ch" forName="descText" refType="h" refFor="ch" refForName="numCircle" fact="1.87"/>
            <dgm:constr type="t" for="ch" forName="descText" refType="h" fact="0.5"/>
            <dgm:constr type="w" for="ch" forName="descText" refType="w" fact="0.74"/>
            <dgm:constr type="h" for="ch" forName="descText" refType="h" fact="0.5"/>
            <dgm:constr type="l" for="ch" forName="descSpacer" refType="h" refFor="ch" refForName="numCircle" fact="1.87"/>
            <dgm:constr type="t" for="ch" forName="descSpacer" refType="h" fact="0.5"/>
            <dgm:constr type="w" for="ch" forName="descSpacer" refType="w" fact="0.74"/>
            <dgm:constr type="h" for="ch" forName="descSpacer" refType="h" fact="0.5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hasDescChoose">
            <dgm:if name="hasDesc" axis="ch" ptType="node" func="cnt" op="gte" val="1">
              <dgm:layoutNode name="titleText" styleLbl="revTx">
                <dgm:varLst>
                  <dgm:chMax val="0"/>
                  <dgm:chPref val="0"/>
                </dgm:varLst>
                <dgm:alg type="tx">
                  <dgm:param type="txAnchorVert" val="b"/>
                  <dgm:param type="parTxLTRAlign" val="l"/>
                  <dgm:param type="parTxRTLAlign" val="r"/>
                </dgm:alg>
                <dgm:shape xmlns:r="http://schemas.openxmlformats.org/officeDocument/2006/relationships" type="rect" r:blip="" hideGeom="1">
                  <dgm:adjLst/>
                </dgm:shape>
                <dgm:presOf axis="self" ptType="node"/>
                <dgm:constrLst>
                  <dgm:constr type="primFontSz" val="18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  <dgm:ruleLst>
                  <dgm:rule type="primFontSz" val="8" fact="NaN" max="NaN"/>
                </dgm:ruleLst>
              </dgm:layoutNode>
            </dgm:if>
            <dgm:else name="noDesc">
              <dgm:layoutNode name="titleTextCentered" styleLbl="revTx">
                <dgm:varLst>
                  <dgm:chMax val="0"/>
                  <dgm:chPref val="0"/>
                </dgm:varLst>
                <dgm:alg type="tx">
                  <dgm:param type="txAnchorVert" val="mid"/>
                  <dgm:param type="parTxLTRAlign" val="l"/>
                  <dgm:param type="parTxRTLAlign" val="r"/>
                </dgm:alg>
                <dgm:shape xmlns:r="http://schemas.openxmlformats.org/officeDocument/2006/relationships" type="rect" r:blip="" hideGeom="1">
                  <dgm:adjLst/>
                </dgm:shape>
                <dgm:presOf axis="self" ptType="node"/>
                <dgm:constrLst>
                  <dgm:constr type="primFontSz" val="18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  <dgm:ruleLst>
                  <dgm:rule type="primFontSz" val="8" fact="NaN" max="NaN"/>
                </dgm:ruleLst>
              </dgm:layoutNode>
            </dgm:else>
          </dgm:choose>
          <dgm:forEach name="numForEach" axis="followSib" ptType="sibTrans" hideLastTrans="0" cnt="1">
            <dgm:layoutNode name="numCircle" styleLbl="node1NoLn">
              <dgm:varLst>
                <dgm:chMax val="0"/>
                <dgm:bulletEnabled/>
              </dgm:varLst>
              <dgm:alg type="tx">
                <dgm:param type="txAnchorVert" val="mid"/>
                <dgm:param type="txAnchorHorzCh" val="ctr"/>
              </dgm:alg>
              <dgm:shape xmlns:r="http://schemas.openxmlformats.org/officeDocument/2006/relationships" type="ellipse" r:blip="">
                <dgm:adjLst/>
              </dgm:shape>
              <dgm:presOf axis="self" ptType="sibTrans"/>
              <dgm:constrLst>
                <dgm:constr type="primFontSz" val="36"/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6" fact="NaN" max="NaN"/>
              </dgm:ruleLst>
            </dgm:layoutNode>
          </dgm:forEach>
          <dgm:choose name="descChoose">
            <dgm:if name="showDesc" axis="ch" ptType="node" func="cnt" op="gte" val="1">
              <dgm:layoutNode name="descText" styleLbl="revTx">
                <dgm:varLst>
                  <dgm:chMax val="0"/>
                  <dgm:chPref val="0"/>
                </dgm:varLst>
                <dgm:alg type="tx">
                  <dgm:param type="txAnchorVert" val="t"/>
                  <dgm:param type="parTxLTRAlign" val="l"/>
                  <dgm:param type="parTxRTLAlign" val="r"/>
                </dgm:alg>
                <dgm:shape xmlns:r="http://schemas.openxmlformats.org/officeDocument/2006/relationships" type="rect" r:blip="" hideGeom="1">
                  <dgm:adjLst/>
                </dgm:shape>
                <dgm:presOf axis="des" ptType="node"/>
                <dgm:constrLst>
                  <dgm:constr type="secFontSz" val="14"/>
                  <dgm:constr type="primFontSz" refType="secFontSz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  <dgm:ruleLst>
                  <dgm:rule type="primFontSz" val="7" fact="NaN" max="NaN"/>
                </dgm:ruleLst>
              </dgm:layoutNode>
            </dgm:if>
            <dgm:else name="noDescSpacer">
              <dgm:layoutNode name="descSpac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else>
          </dgm:choose>
        </dgm:layoutNode>
        <dgm:forEach name="sibTransForEach" axis="followSib" ptType="sibTrans" cnt="1">
          <dgm:layoutNode name="connector" styleLbl="dkBgShp">
            <dgm:alg type="conn">
              <dgm:param type="begPts" val="auto"/>
              <dgm:param type="endPts" val="auto"/>
              <dgm:param type="srcNode" val="numCircle"/>
              <dgm:param type="dstNode" val="numCircle"/>
              <dgm:param type="begSty" val="noArr"/>
              <dgm:param type="endSty" val="noArr"/>
              <dgm:param type="connRout" val="stra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begPad"/>
              <dgm:constr type="endPad"/>
              <dgm:constr type="stemThick" refType="h" fact="0.3"/>
            </dgm:constrLst>
            <dgm:ruleLst/>
          </dgm:layoutNode>
        </dgm:forEach>
      </dgm:forEach>
    </dgm:layoutNode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lain"/>
          </dgm1611:buPr>
        </dgm1611:autoBuNodeInfo>
      </dgm1611:autoBuNodeInfoLst>
    </a:ex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E037F-69A0-8402-6A29-6BB321484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154C5E-6B95-93DD-9C44-AF7CC81F9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D46D6-9029-5D7A-AD85-5E53093D8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0AD90-529B-4A17-AE08-C7904014A14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AFD40-E1F6-C2A5-4730-D790C40E9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AEC77-7DCA-4763-BCD7-5D029EDD1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76932-7483-48D1-8434-1F11D4147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27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1EAA-15B5-5F17-CC81-A1577B02E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BC557-E401-59C0-E32E-DA6FE13A8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53FBC-3472-4835-5397-18E9927D8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0AD90-529B-4A17-AE08-C7904014A14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396B3-57CE-8B05-0672-7F4AD9CB6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14E0E-87D6-036F-AA95-D9ED713B8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76932-7483-48D1-8434-1F11D4147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67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C439-BAF0-1D4C-4AF9-E58CF9D1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5C53A-BC71-54D0-74E1-B91EAEB7A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17243-E277-D366-D906-46FBB3E0A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0AD90-529B-4A17-AE08-C7904014A14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4133C-94ED-73D4-387D-9E806FBFC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C981E-DAA3-31DF-D989-7BA862C0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76932-7483-48D1-8434-1F11D4147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008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9EC27-85AD-2FA0-F796-5438F0886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E0A1C-87A2-3B33-4B73-39CBEA00F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AD2DB-4A38-13C7-C04D-BAFD13770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1B269-6FF3-EC51-900B-70789CF0D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0AD90-529B-4A17-AE08-C7904014A14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A87EB-AA14-C437-2A5E-9A1170416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B811A-4055-5C9B-D035-C22C505B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76932-7483-48D1-8434-1F11D4147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2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24A30-26BE-8536-8501-43838CE56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86F0A-B9D8-46DB-9881-60EE1ED7D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0FA29-8657-7C8D-DD1F-7FABD0C24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FEDC95-4166-0E1A-1A25-1C9E338BC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56035E-8717-1187-4B5B-D3F9D3E3EE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3AEADE-522E-9898-338D-57F60BE1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0AD90-529B-4A17-AE08-C7904014A14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F25D8C-7F90-DFB6-D8C6-FD43AE7E6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44F464-2864-A9B9-D71E-26314066A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76932-7483-48D1-8434-1F11D4147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52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203E4-F7A8-2132-8C6E-3DE228E98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F07ED-0B40-6CFD-6DDF-B218B0598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0AD90-529B-4A17-AE08-C7904014A14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6B2D76-74EF-BFFE-8A50-ACDAB3C59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F9DC68-22DF-258A-8FF1-33437FED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76932-7483-48D1-8434-1F11D4147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70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3D471C-8E50-96A0-3C3A-7ED9C99F4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0AD90-529B-4A17-AE08-C7904014A14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1D6D27-A6E1-EFFB-2A0D-B7B8BBF6F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0AAFD-8FEB-7EE7-FB6B-77D247068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76932-7483-48D1-8434-1F11D4147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2EC84-74B2-C61A-7442-C1010EE24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2FCE3-0563-8D54-5CC7-030AA2D74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B736C-DDB2-EEBE-69B3-A5782546A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C5DED-5C24-4D94-9ECA-F0BED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0AD90-529B-4A17-AE08-C7904014A14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00D3F-B0C8-60AF-079F-499A4AFC8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2C2DE-6549-E016-A121-0EEF5FB0E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76932-7483-48D1-8434-1F11D4147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99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3F1A-0647-2FDD-A43F-03BFD4AA3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037537-C54C-0E86-FADE-531A24AA2C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D72BF-11F1-A78A-8325-B6563F12B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939CF-3C37-C0D0-B91C-368857C9F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0AD90-529B-4A17-AE08-C7904014A14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7CBC1-405B-336A-7F46-9B7C769B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6C8C9-0D59-75D6-EC4F-E3460111A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76932-7483-48D1-8434-1F11D4147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80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82FFC-8450-25BA-DEF4-8505077D8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FFD1E1-5E0E-6934-AA57-DA44B4DD4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A4777-DAA0-420C-7305-E83B05290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0AD90-529B-4A17-AE08-C7904014A14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CB619-CB4F-A208-CBA1-F07315347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7F855-A0B8-069B-299A-CAF6F9B06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76932-7483-48D1-8434-1F11D4147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0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4632DD-5605-5310-0FF5-C8239CC16D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8D531D-DAC7-952E-64F3-CFE9359BD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8633D-4C1E-7BDD-FCF9-DA98CF9D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0AD90-529B-4A17-AE08-C7904014A14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D74A2-5469-E906-2CBC-63A66254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FDED5-BBF3-E9DA-C86C-3EBFC188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76932-7483-48D1-8434-1F11D4147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8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28AA00-E1B1-6464-4F31-24916315F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D1982-3B72-C3D5-581F-22C5B141F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F789B-AD60-77F4-0D34-FAFCFE828C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0AD90-529B-4A17-AE08-C7904014A14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10E09-483D-B30E-3CD2-AAF801071A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548A5-AECC-0683-30FA-09268CCF2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476932-7483-48D1-8434-1F11D4147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26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56D2605-FBAB-FDB0-5241-A86F562EC5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751660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882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2026-09-06T08:15:08Z</dcterms:created>
  <dcterms:modified xsi:type="dcterms:W3CDTF">2026-09-06T08:15:09Z</dcterms:modified>
</cp:coreProperties>
</file>