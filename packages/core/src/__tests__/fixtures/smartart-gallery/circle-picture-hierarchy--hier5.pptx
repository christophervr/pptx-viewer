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90329-E68D-4135-97C4-EC252ACB08B6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B93713-9E1F-49C2-A25F-9D9FEA3EC45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2230CC2-7E6F-4104-AB9F-A77C3313D1A6}" type="parTrans" cxnId="{617BBB60-F1AC-4BC4-B5AD-31B3C9E8FDC0}">
      <dgm:prSet/>
      <dgm:spPr/>
    </dgm:pt>
    <dgm:pt modelId="{608AE9EE-9F67-4799-A46F-D748531365F0}" type="sibTrans" cxnId="{617BBB60-F1AC-4BC4-B5AD-31B3C9E8FDC0}">
      <dgm:prSet/>
      <dgm:spPr/>
    </dgm:pt>
    <dgm:pt modelId="{08DD8E0C-8445-41BF-A2E9-EE739611985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0EBA460-71BC-46F3-B547-95233F477CE1}" type="parTrans" cxnId="{F1AFDE38-A0E4-42FD-BB81-2649BF29F451}">
      <dgm:prSet/>
      <dgm:spPr/>
    </dgm:pt>
    <dgm:pt modelId="{D3EC3321-A840-4898-B1D9-CD9F0F42B7F5}" type="sibTrans" cxnId="{F1AFDE38-A0E4-42FD-BB81-2649BF29F451}">
      <dgm:prSet/>
      <dgm:spPr/>
    </dgm:pt>
    <dgm:pt modelId="{68F948C5-6AC1-4212-B5A1-684CF9E5A73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8FD18E05-E444-412D-9B49-D1141DA749B5}" type="parTrans" cxnId="{602D21F7-8A81-4C7D-ABC9-C7F2DB7CF764}">
      <dgm:prSet/>
      <dgm:spPr/>
    </dgm:pt>
    <dgm:pt modelId="{2C12E521-2E52-4071-B192-1744D43C7E89}" type="sibTrans" cxnId="{602D21F7-8A81-4C7D-ABC9-C7F2DB7CF764}">
      <dgm:prSet/>
      <dgm:spPr/>
    </dgm:pt>
    <dgm:pt modelId="{A3FBA412-DC38-46E9-A6CA-AF74F109BD5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3919454A-F265-436F-B55B-A242FC646DD8}" type="parTrans" cxnId="{5427E209-18A5-42A2-9817-4B22B089855F}">
      <dgm:prSet/>
      <dgm:spPr/>
    </dgm:pt>
    <dgm:pt modelId="{23C4FB84-7E85-49E7-ABB4-A151223005ED}" type="sibTrans" cxnId="{5427E209-18A5-42A2-9817-4B22B089855F}">
      <dgm:prSet/>
      <dgm:spPr/>
    </dgm:pt>
    <dgm:pt modelId="{0CD40610-64BA-427D-96BD-0FC429C89DC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E9C5D28-FBA3-446B-A58E-851608CFB6D2}" type="parTrans" cxnId="{A845BB5C-A264-4D58-BF0C-50622E3C0CCC}">
      <dgm:prSet/>
      <dgm:spPr/>
    </dgm:pt>
    <dgm:pt modelId="{E37A7A12-A721-45E5-8361-3F7B4DFDB987}" type="sibTrans" cxnId="{A845BB5C-A264-4D58-BF0C-50622E3C0CCC}">
      <dgm:prSet/>
      <dgm:spPr/>
    </dgm:pt>
    <dgm:pt modelId="{E67BD843-88A0-4DA3-A751-B1FCCFD85501}" type="pres">
      <dgm:prSet presAssocID="{9B690329-E68D-4135-97C4-EC252ACB08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4951F6-93DD-46E1-87C0-6695BA3C9BD6}" type="pres">
      <dgm:prSet presAssocID="{81B93713-9E1F-49C2-A25F-9D9FEA3EC456}" presName="hierRoot1" presStyleCnt="0"/>
      <dgm:spPr/>
    </dgm:pt>
    <dgm:pt modelId="{2195E46D-CBED-475F-90D9-174510772014}" type="pres">
      <dgm:prSet presAssocID="{81B93713-9E1F-49C2-A25F-9D9FEA3EC456}" presName="composite" presStyleCnt="0"/>
      <dgm:spPr/>
    </dgm:pt>
    <dgm:pt modelId="{11A93472-032C-4207-BEF3-07965014E059}" type="pres">
      <dgm:prSet presAssocID="{81B93713-9E1F-49C2-A25F-9D9FEA3EC456}" presName="image" presStyleLbl="node0" presStyleIdx="0" presStyleCnt="1"/>
      <dgm:spPr/>
    </dgm:pt>
    <dgm:pt modelId="{D10AECCA-8B06-4A02-AB0F-8D1E2B499FB5}" type="pres">
      <dgm:prSet presAssocID="{81B93713-9E1F-49C2-A25F-9D9FEA3EC456}" presName="text" presStyleLbl="revTx" presStyleIdx="0" presStyleCnt="5">
        <dgm:presLayoutVars>
          <dgm:chPref val="3"/>
        </dgm:presLayoutVars>
      </dgm:prSet>
      <dgm:spPr/>
    </dgm:pt>
    <dgm:pt modelId="{6E5C6DB9-378D-4BF1-ACC3-84D59DEE0FD5}" type="pres">
      <dgm:prSet presAssocID="{81B93713-9E1F-49C2-A25F-9D9FEA3EC456}" presName="hierChild2" presStyleCnt="0"/>
      <dgm:spPr/>
    </dgm:pt>
    <dgm:pt modelId="{FB48A366-5157-4D26-A89E-B1B8D5AFBF10}" type="pres">
      <dgm:prSet presAssocID="{F0EBA460-71BC-46F3-B547-95233F477CE1}" presName="Name10" presStyleLbl="parChTrans1D2" presStyleIdx="0" presStyleCnt="2"/>
      <dgm:spPr/>
    </dgm:pt>
    <dgm:pt modelId="{A6B71F08-A141-4D18-B865-E5083CAC66A7}" type="pres">
      <dgm:prSet presAssocID="{08DD8E0C-8445-41BF-A2E9-EE7396119851}" presName="hierRoot2" presStyleCnt="0"/>
      <dgm:spPr/>
    </dgm:pt>
    <dgm:pt modelId="{BFFF5DEF-DE51-4686-947F-7644F187AA60}" type="pres">
      <dgm:prSet presAssocID="{08DD8E0C-8445-41BF-A2E9-EE7396119851}" presName="composite2" presStyleCnt="0"/>
      <dgm:spPr/>
    </dgm:pt>
    <dgm:pt modelId="{A5AFCC90-0BB8-43CF-A425-43DCB5EEC28A}" type="pres">
      <dgm:prSet presAssocID="{08DD8E0C-8445-41BF-A2E9-EE7396119851}" presName="image2" presStyleLbl="node2" presStyleIdx="0" presStyleCnt="2"/>
      <dgm:spPr/>
    </dgm:pt>
    <dgm:pt modelId="{7DD79173-6916-4CA1-9AFE-D3C3D5B97DB2}" type="pres">
      <dgm:prSet presAssocID="{08DD8E0C-8445-41BF-A2E9-EE7396119851}" presName="text2" presStyleLbl="revTx" presStyleIdx="1" presStyleCnt="5">
        <dgm:presLayoutVars>
          <dgm:chPref val="3"/>
        </dgm:presLayoutVars>
      </dgm:prSet>
      <dgm:spPr/>
    </dgm:pt>
    <dgm:pt modelId="{CF887025-49D3-4A1A-9866-CCE54338E18B}" type="pres">
      <dgm:prSet presAssocID="{08DD8E0C-8445-41BF-A2E9-EE7396119851}" presName="hierChild3" presStyleCnt="0"/>
      <dgm:spPr/>
    </dgm:pt>
    <dgm:pt modelId="{1204EE5F-898C-482C-8550-DA463EB2C27D}" type="pres">
      <dgm:prSet presAssocID="{BE9C5D28-FBA3-446B-A58E-851608CFB6D2}" presName="Name17" presStyleLbl="parChTrans1D3" presStyleIdx="0" presStyleCnt="2"/>
      <dgm:spPr/>
    </dgm:pt>
    <dgm:pt modelId="{EEAB4D48-E3D1-49B4-B531-5D53C7D828FC}" type="pres">
      <dgm:prSet presAssocID="{0CD40610-64BA-427D-96BD-0FC429C89DC3}" presName="hierRoot3" presStyleCnt="0"/>
      <dgm:spPr/>
    </dgm:pt>
    <dgm:pt modelId="{07CE0478-C16A-42B4-9C25-B65B757CD48C}" type="pres">
      <dgm:prSet presAssocID="{0CD40610-64BA-427D-96BD-0FC429C89DC3}" presName="composite3" presStyleCnt="0"/>
      <dgm:spPr/>
    </dgm:pt>
    <dgm:pt modelId="{F43249F4-6529-48B6-B0E1-6D6318A9DF22}" type="pres">
      <dgm:prSet presAssocID="{0CD40610-64BA-427D-96BD-0FC429C89DC3}" presName="image3" presStyleLbl="node3" presStyleIdx="0" presStyleCnt="2"/>
      <dgm:spPr/>
    </dgm:pt>
    <dgm:pt modelId="{38F4BA99-7C1D-4565-9B94-4BDF0157032B}" type="pres">
      <dgm:prSet presAssocID="{0CD40610-64BA-427D-96BD-0FC429C89DC3}" presName="text3" presStyleLbl="revTx" presStyleIdx="2" presStyleCnt="5">
        <dgm:presLayoutVars>
          <dgm:chPref val="3"/>
        </dgm:presLayoutVars>
      </dgm:prSet>
      <dgm:spPr/>
    </dgm:pt>
    <dgm:pt modelId="{CDA5E81F-5C7C-43FC-84D3-EAEFBA8982BE}" type="pres">
      <dgm:prSet presAssocID="{0CD40610-64BA-427D-96BD-0FC429C89DC3}" presName="hierChild4" presStyleCnt="0"/>
      <dgm:spPr/>
    </dgm:pt>
    <dgm:pt modelId="{3C078702-DDE1-4F63-9C74-0A1D361B2949}" type="pres">
      <dgm:prSet presAssocID="{8FD18E05-E444-412D-9B49-D1141DA749B5}" presName="Name10" presStyleLbl="parChTrans1D2" presStyleIdx="1" presStyleCnt="2"/>
      <dgm:spPr/>
    </dgm:pt>
    <dgm:pt modelId="{78A7DBAC-848A-4125-BF80-ABEFFE611422}" type="pres">
      <dgm:prSet presAssocID="{68F948C5-6AC1-4212-B5A1-684CF9E5A731}" presName="hierRoot2" presStyleCnt="0"/>
      <dgm:spPr/>
    </dgm:pt>
    <dgm:pt modelId="{F1A638E5-668F-4EE7-885E-D1956C3BDAE9}" type="pres">
      <dgm:prSet presAssocID="{68F948C5-6AC1-4212-B5A1-684CF9E5A731}" presName="composite2" presStyleCnt="0"/>
      <dgm:spPr/>
    </dgm:pt>
    <dgm:pt modelId="{6E406812-5787-41A7-9085-DA3EB5F0796A}" type="pres">
      <dgm:prSet presAssocID="{68F948C5-6AC1-4212-B5A1-684CF9E5A731}" presName="image2" presStyleLbl="node2" presStyleIdx="1" presStyleCnt="2"/>
      <dgm:spPr/>
    </dgm:pt>
    <dgm:pt modelId="{B9C3F0A3-BDF3-4BFA-B49F-DE26B95CB4A8}" type="pres">
      <dgm:prSet presAssocID="{68F948C5-6AC1-4212-B5A1-684CF9E5A731}" presName="text2" presStyleLbl="revTx" presStyleIdx="3" presStyleCnt="5">
        <dgm:presLayoutVars>
          <dgm:chPref val="3"/>
        </dgm:presLayoutVars>
      </dgm:prSet>
      <dgm:spPr/>
    </dgm:pt>
    <dgm:pt modelId="{0D61C09E-927C-4F77-A3DE-504BF3C69E60}" type="pres">
      <dgm:prSet presAssocID="{68F948C5-6AC1-4212-B5A1-684CF9E5A731}" presName="hierChild3" presStyleCnt="0"/>
      <dgm:spPr/>
    </dgm:pt>
    <dgm:pt modelId="{2C546E26-27AD-4F4E-93FC-A498765E3164}" type="pres">
      <dgm:prSet presAssocID="{3919454A-F265-436F-B55B-A242FC646DD8}" presName="Name17" presStyleLbl="parChTrans1D3" presStyleIdx="1" presStyleCnt="2"/>
      <dgm:spPr/>
    </dgm:pt>
    <dgm:pt modelId="{A13025D0-3A06-45CF-9342-AEDC076F0C55}" type="pres">
      <dgm:prSet presAssocID="{A3FBA412-DC38-46E9-A6CA-AF74F109BD55}" presName="hierRoot3" presStyleCnt="0"/>
      <dgm:spPr/>
    </dgm:pt>
    <dgm:pt modelId="{67508D40-E65D-429F-95D9-706C1754995F}" type="pres">
      <dgm:prSet presAssocID="{A3FBA412-DC38-46E9-A6CA-AF74F109BD55}" presName="composite3" presStyleCnt="0"/>
      <dgm:spPr/>
    </dgm:pt>
    <dgm:pt modelId="{D121C3E9-352D-4657-BD9C-60673F20B111}" type="pres">
      <dgm:prSet presAssocID="{A3FBA412-DC38-46E9-A6CA-AF74F109BD55}" presName="image3" presStyleLbl="node3" presStyleIdx="1" presStyleCnt="2"/>
      <dgm:spPr/>
    </dgm:pt>
    <dgm:pt modelId="{F518FC24-FE1F-47E5-90FE-95D39DB5BEFC}" type="pres">
      <dgm:prSet presAssocID="{A3FBA412-DC38-46E9-A6CA-AF74F109BD55}" presName="text3" presStyleLbl="revTx" presStyleIdx="4" presStyleCnt="5">
        <dgm:presLayoutVars>
          <dgm:chPref val="3"/>
        </dgm:presLayoutVars>
      </dgm:prSet>
      <dgm:spPr/>
    </dgm:pt>
    <dgm:pt modelId="{BAED02E8-41E3-41E4-84E4-C9C66BE5B7EA}" type="pres">
      <dgm:prSet presAssocID="{A3FBA412-DC38-46E9-A6CA-AF74F109BD55}" presName="hierChild4" presStyleCnt="0"/>
      <dgm:spPr/>
    </dgm:pt>
  </dgm:ptLst>
  <dgm:cxnLst>
    <dgm:cxn modelId="{5427E209-18A5-42A2-9817-4B22B089855F}" srcId="{68F948C5-6AC1-4212-B5A1-684CF9E5A731}" destId="{A3FBA412-DC38-46E9-A6CA-AF74F109BD55}" srcOrd="0" destOrd="0" parTransId="{3919454A-F265-436F-B55B-A242FC646DD8}" sibTransId="{23C4FB84-7E85-49E7-ABB4-A151223005ED}"/>
    <dgm:cxn modelId="{86113D21-7AB6-4EF2-96EC-FBD532798BCD}" type="presOf" srcId="{BE9C5D28-FBA3-446B-A58E-851608CFB6D2}" destId="{1204EE5F-898C-482C-8550-DA463EB2C27D}" srcOrd="0" destOrd="0" presId="urn:microsoft.com/office/officeart/2009/layout/CirclePictureHierarchy"/>
    <dgm:cxn modelId="{4C234B22-4DF1-483E-99CE-D03E99D3FBC7}" type="presOf" srcId="{F0EBA460-71BC-46F3-B547-95233F477CE1}" destId="{FB48A366-5157-4D26-A89E-B1B8D5AFBF10}" srcOrd="0" destOrd="0" presId="urn:microsoft.com/office/officeart/2009/layout/CirclePictureHierarchy"/>
    <dgm:cxn modelId="{434AFA26-D182-43CD-87A4-773270569AD6}" type="presOf" srcId="{3919454A-F265-436F-B55B-A242FC646DD8}" destId="{2C546E26-27AD-4F4E-93FC-A498765E3164}" srcOrd="0" destOrd="0" presId="urn:microsoft.com/office/officeart/2009/layout/CirclePictureHierarchy"/>
    <dgm:cxn modelId="{6201232E-0D4B-4EEA-8E47-467A4CCD2D5B}" type="presOf" srcId="{68F948C5-6AC1-4212-B5A1-684CF9E5A731}" destId="{B9C3F0A3-BDF3-4BFA-B49F-DE26B95CB4A8}" srcOrd="0" destOrd="0" presId="urn:microsoft.com/office/officeart/2009/layout/CirclePictureHierarchy"/>
    <dgm:cxn modelId="{86CB3131-C6CC-4C74-B81D-0DDF428C37C9}" type="presOf" srcId="{08DD8E0C-8445-41BF-A2E9-EE7396119851}" destId="{7DD79173-6916-4CA1-9AFE-D3C3D5B97DB2}" srcOrd="0" destOrd="0" presId="urn:microsoft.com/office/officeart/2009/layout/CirclePictureHierarchy"/>
    <dgm:cxn modelId="{F1AFDE38-A0E4-42FD-BB81-2649BF29F451}" srcId="{81B93713-9E1F-49C2-A25F-9D9FEA3EC456}" destId="{08DD8E0C-8445-41BF-A2E9-EE7396119851}" srcOrd="0" destOrd="0" parTransId="{F0EBA460-71BC-46F3-B547-95233F477CE1}" sibTransId="{D3EC3321-A840-4898-B1D9-CD9F0F42B7F5}"/>
    <dgm:cxn modelId="{F885145B-28BB-4FF4-9AC7-94925C165192}" type="presOf" srcId="{8FD18E05-E444-412D-9B49-D1141DA749B5}" destId="{3C078702-DDE1-4F63-9C74-0A1D361B2949}" srcOrd="0" destOrd="0" presId="urn:microsoft.com/office/officeart/2009/layout/CirclePictureHierarchy"/>
    <dgm:cxn modelId="{A845BB5C-A264-4D58-BF0C-50622E3C0CCC}" srcId="{08DD8E0C-8445-41BF-A2E9-EE7396119851}" destId="{0CD40610-64BA-427D-96BD-0FC429C89DC3}" srcOrd="0" destOrd="0" parTransId="{BE9C5D28-FBA3-446B-A58E-851608CFB6D2}" sibTransId="{E37A7A12-A721-45E5-8361-3F7B4DFDB987}"/>
    <dgm:cxn modelId="{617BBB60-F1AC-4BC4-B5AD-31B3C9E8FDC0}" srcId="{9B690329-E68D-4135-97C4-EC252ACB08B6}" destId="{81B93713-9E1F-49C2-A25F-9D9FEA3EC456}" srcOrd="0" destOrd="0" parTransId="{E2230CC2-7E6F-4104-AB9F-A77C3313D1A6}" sibTransId="{608AE9EE-9F67-4799-A46F-D748531365F0}"/>
    <dgm:cxn modelId="{01F1464F-8602-4E37-B734-A79E8EBCEB16}" type="presOf" srcId="{0CD40610-64BA-427D-96BD-0FC429C89DC3}" destId="{38F4BA99-7C1D-4565-9B94-4BDF0157032B}" srcOrd="0" destOrd="0" presId="urn:microsoft.com/office/officeart/2009/layout/CirclePictureHierarchy"/>
    <dgm:cxn modelId="{F8FE558D-D136-4A36-9AF2-F2D8DBA3D48B}" type="presOf" srcId="{81B93713-9E1F-49C2-A25F-9D9FEA3EC456}" destId="{D10AECCA-8B06-4A02-AB0F-8D1E2B499FB5}" srcOrd="0" destOrd="0" presId="urn:microsoft.com/office/officeart/2009/layout/CirclePictureHierarchy"/>
    <dgm:cxn modelId="{D28E57AF-A6F3-44B7-B36A-5652DC5C1377}" type="presOf" srcId="{A3FBA412-DC38-46E9-A6CA-AF74F109BD55}" destId="{F518FC24-FE1F-47E5-90FE-95D39DB5BEFC}" srcOrd="0" destOrd="0" presId="urn:microsoft.com/office/officeart/2009/layout/CirclePictureHierarchy"/>
    <dgm:cxn modelId="{D62CFDE0-FDF8-4030-8767-0E511133A76C}" type="presOf" srcId="{9B690329-E68D-4135-97C4-EC252ACB08B6}" destId="{E67BD843-88A0-4DA3-A751-B1FCCFD85501}" srcOrd="0" destOrd="0" presId="urn:microsoft.com/office/officeart/2009/layout/CirclePictureHierarchy"/>
    <dgm:cxn modelId="{602D21F7-8A81-4C7D-ABC9-C7F2DB7CF764}" srcId="{81B93713-9E1F-49C2-A25F-9D9FEA3EC456}" destId="{68F948C5-6AC1-4212-B5A1-684CF9E5A731}" srcOrd="1" destOrd="0" parTransId="{8FD18E05-E444-412D-9B49-D1141DA749B5}" sibTransId="{2C12E521-2E52-4071-B192-1744D43C7E89}"/>
    <dgm:cxn modelId="{688E7698-36AF-4CC5-8015-CA160A0E8349}" type="presParOf" srcId="{E67BD843-88A0-4DA3-A751-B1FCCFD85501}" destId="{A74951F6-93DD-46E1-87C0-6695BA3C9BD6}" srcOrd="0" destOrd="0" presId="urn:microsoft.com/office/officeart/2009/layout/CirclePictureHierarchy"/>
    <dgm:cxn modelId="{1A7B5952-BF50-4BBE-AC16-9E120CC045BB}" type="presParOf" srcId="{A74951F6-93DD-46E1-87C0-6695BA3C9BD6}" destId="{2195E46D-CBED-475F-90D9-174510772014}" srcOrd="0" destOrd="0" presId="urn:microsoft.com/office/officeart/2009/layout/CirclePictureHierarchy"/>
    <dgm:cxn modelId="{8EAE7D62-F2B8-4B96-AD79-87010B796277}" type="presParOf" srcId="{2195E46D-CBED-475F-90D9-174510772014}" destId="{11A93472-032C-4207-BEF3-07965014E059}" srcOrd="0" destOrd="0" presId="urn:microsoft.com/office/officeart/2009/layout/CirclePictureHierarchy"/>
    <dgm:cxn modelId="{CC042377-4B1C-4F3B-B2F6-1BABA1BAE2A7}" type="presParOf" srcId="{2195E46D-CBED-475F-90D9-174510772014}" destId="{D10AECCA-8B06-4A02-AB0F-8D1E2B499FB5}" srcOrd="1" destOrd="0" presId="urn:microsoft.com/office/officeart/2009/layout/CirclePictureHierarchy"/>
    <dgm:cxn modelId="{BA0A9222-5880-4AE3-9B78-7C48A8AEC4C1}" type="presParOf" srcId="{A74951F6-93DD-46E1-87C0-6695BA3C9BD6}" destId="{6E5C6DB9-378D-4BF1-ACC3-84D59DEE0FD5}" srcOrd="1" destOrd="0" presId="urn:microsoft.com/office/officeart/2009/layout/CirclePictureHierarchy"/>
    <dgm:cxn modelId="{ECD8B9E9-9ED6-417D-A5C1-7976CC6CBA98}" type="presParOf" srcId="{6E5C6DB9-378D-4BF1-ACC3-84D59DEE0FD5}" destId="{FB48A366-5157-4D26-A89E-B1B8D5AFBF10}" srcOrd="0" destOrd="0" presId="urn:microsoft.com/office/officeart/2009/layout/CirclePictureHierarchy"/>
    <dgm:cxn modelId="{1C921D59-695E-4E10-991B-22FB6BED90C4}" type="presParOf" srcId="{6E5C6DB9-378D-4BF1-ACC3-84D59DEE0FD5}" destId="{A6B71F08-A141-4D18-B865-E5083CAC66A7}" srcOrd="1" destOrd="0" presId="urn:microsoft.com/office/officeart/2009/layout/CirclePictureHierarchy"/>
    <dgm:cxn modelId="{770622E2-8F75-4D0C-A67A-ACB391FC0091}" type="presParOf" srcId="{A6B71F08-A141-4D18-B865-E5083CAC66A7}" destId="{BFFF5DEF-DE51-4686-947F-7644F187AA60}" srcOrd="0" destOrd="0" presId="urn:microsoft.com/office/officeart/2009/layout/CirclePictureHierarchy"/>
    <dgm:cxn modelId="{7B156ED3-ADDC-4BAF-90C6-11E55291C634}" type="presParOf" srcId="{BFFF5DEF-DE51-4686-947F-7644F187AA60}" destId="{A5AFCC90-0BB8-43CF-A425-43DCB5EEC28A}" srcOrd="0" destOrd="0" presId="urn:microsoft.com/office/officeart/2009/layout/CirclePictureHierarchy"/>
    <dgm:cxn modelId="{7A1D7549-3B78-44B3-AFCB-A799FA754A83}" type="presParOf" srcId="{BFFF5DEF-DE51-4686-947F-7644F187AA60}" destId="{7DD79173-6916-4CA1-9AFE-D3C3D5B97DB2}" srcOrd="1" destOrd="0" presId="urn:microsoft.com/office/officeart/2009/layout/CirclePictureHierarchy"/>
    <dgm:cxn modelId="{7FECE20F-60D0-42A3-89A6-8096FEF31D5D}" type="presParOf" srcId="{A6B71F08-A141-4D18-B865-E5083CAC66A7}" destId="{CF887025-49D3-4A1A-9866-CCE54338E18B}" srcOrd="1" destOrd="0" presId="urn:microsoft.com/office/officeart/2009/layout/CirclePictureHierarchy"/>
    <dgm:cxn modelId="{177D13AD-12A1-4131-B586-5F989B3D21C8}" type="presParOf" srcId="{CF887025-49D3-4A1A-9866-CCE54338E18B}" destId="{1204EE5F-898C-482C-8550-DA463EB2C27D}" srcOrd="0" destOrd="0" presId="urn:microsoft.com/office/officeart/2009/layout/CirclePictureHierarchy"/>
    <dgm:cxn modelId="{57ECECAB-0D67-454B-B108-E71D129FEBB5}" type="presParOf" srcId="{CF887025-49D3-4A1A-9866-CCE54338E18B}" destId="{EEAB4D48-E3D1-49B4-B531-5D53C7D828FC}" srcOrd="1" destOrd="0" presId="urn:microsoft.com/office/officeart/2009/layout/CirclePictureHierarchy"/>
    <dgm:cxn modelId="{3019AC29-8E79-4F3A-95CC-A4315F59FF63}" type="presParOf" srcId="{EEAB4D48-E3D1-49B4-B531-5D53C7D828FC}" destId="{07CE0478-C16A-42B4-9C25-B65B757CD48C}" srcOrd="0" destOrd="0" presId="urn:microsoft.com/office/officeart/2009/layout/CirclePictureHierarchy"/>
    <dgm:cxn modelId="{B369D43F-0205-4E25-A01E-602064998039}" type="presParOf" srcId="{07CE0478-C16A-42B4-9C25-B65B757CD48C}" destId="{F43249F4-6529-48B6-B0E1-6D6318A9DF22}" srcOrd="0" destOrd="0" presId="urn:microsoft.com/office/officeart/2009/layout/CirclePictureHierarchy"/>
    <dgm:cxn modelId="{63AEC4D5-9A15-4953-B977-A9B2C3CF0831}" type="presParOf" srcId="{07CE0478-C16A-42B4-9C25-B65B757CD48C}" destId="{38F4BA99-7C1D-4565-9B94-4BDF0157032B}" srcOrd="1" destOrd="0" presId="urn:microsoft.com/office/officeart/2009/layout/CirclePictureHierarchy"/>
    <dgm:cxn modelId="{E501CE3D-08C4-4C8D-A1B3-F8CF3512C2F1}" type="presParOf" srcId="{EEAB4D48-E3D1-49B4-B531-5D53C7D828FC}" destId="{CDA5E81F-5C7C-43FC-84D3-EAEFBA8982BE}" srcOrd="1" destOrd="0" presId="urn:microsoft.com/office/officeart/2009/layout/CirclePictureHierarchy"/>
    <dgm:cxn modelId="{A2AC338F-6852-4ABD-81ED-928E633C97F2}" type="presParOf" srcId="{6E5C6DB9-378D-4BF1-ACC3-84D59DEE0FD5}" destId="{3C078702-DDE1-4F63-9C74-0A1D361B2949}" srcOrd="2" destOrd="0" presId="urn:microsoft.com/office/officeart/2009/layout/CirclePictureHierarchy"/>
    <dgm:cxn modelId="{9D61471F-83FE-446F-A3D8-54F1BE804809}" type="presParOf" srcId="{6E5C6DB9-378D-4BF1-ACC3-84D59DEE0FD5}" destId="{78A7DBAC-848A-4125-BF80-ABEFFE611422}" srcOrd="3" destOrd="0" presId="urn:microsoft.com/office/officeart/2009/layout/CirclePictureHierarchy"/>
    <dgm:cxn modelId="{2B27CED2-54E3-4FAF-B1B2-238F81B5DDB8}" type="presParOf" srcId="{78A7DBAC-848A-4125-BF80-ABEFFE611422}" destId="{F1A638E5-668F-4EE7-885E-D1956C3BDAE9}" srcOrd="0" destOrd="0" presId="urn:microsoft.com/office/officeart/2009/layout/CirclePictureHierarchy"/>
    <dgm:cxn modelId="{91BD01C8-B9C8-4B40-85BE-B1C3973788F0}" type="presParOf" srcId="{F1A638E5-668F-4EE7-885E-D1956C3BDAE9}" destId="{6E406812-5787-41A7-9085-DA3EB5F0796A}" srcOrd="0" destOrd="0" presId="urn:microsoft.com/office/officeart/2009/layout/CirclePictureHierarchy"/>
    <dgm:cxn modelId="{B0AC01FC-7E14-4EE2-BDA6-E744F3CEA302}" type="presParOf" srcId="{F1A638E5-668F-4EE7-885E-D1956C3BDAE9}" destId="{B9C3F0A3-BDF3-4BFA-B49F-DE26B95CB4A8}" srcOrd="1" destOrd="0" presId="urn:microsoft.com/office/officeart/2009/layout/CirclePictureHierarchy"/>
    <dgm:cxn modelId="{36AA7598-6B1A-4930-9331-6E571321434C}" type="presParOf" srcId="{78A7DBAC-848A-4125-BF80-ABEFFE611422}" destId="{0D61C09E-927C-4F77-A3DE-504BF3C69E60}" srcOrd="1" destOrd="0" presId="urn:microsoft.com/office/officeart/2009/layout/CirclePictureHierarchy"/>
    <dgm:cxn modelId="{9A74DD27-B04D-4426-9D97-6091E16E8115}" type="presParOf" srcId="{0D61C09E-927C-4F77-A3DE-504BF3C69E60}" destId="{2C546E26-27AD-4F4E-93FC-A498765E3164}" srcOrd="0" destOrd="0" presId="urn:microsoft.com/office/officeart/2009/layout/CirclePictureHierarchy"/>
    <dgm:cxn modelId="{78086978-8B85-47E0-839E-C1A6D7A714A9}" type="presParOf" srcId="{0D61C09E-927C-4F77-A3DE-504BF3C69E60}" destId="{A13025D0-3A06-45CF-9342-AEDC076F0C55}" srcOrd="1" destOrd="0" presId="urn:microsoft.com/office/officeart/2009/layout/CirclePictureHierarchy"/>
    <dgm:cxn modelId="{54A44CAE-F69B-4AA2-86A0-99522B8F74CA}" type="presParOf" srcId="{A13025D0-3A06-45CF-9342-AEDC076F0C55}" destId="{67508D40-E65D-429F-95D9-706C1754995F}" srcOrd="0" destOrd="0" presId="urn:microsoft.com/office/officeart/2009/layout/CirclePictureHierarchy"/>
    <dgm:cxn modelId="{D6E39450-8497-48A6-9A4C-FA187CD6D405}" type="presParOf" srcId="{67508D40-E65D-429F-95D9-706C1754995F}" destId="{D121C3E9-352D-4657-BD9C-60673F20B111}" srcOrd="0" destOrd="0" presId="urn:microsoft.com/office/officeart/2009/layout/CirclePictureHierarchy"/>
    <dgm:cxn modelId="{5B6C5649-9EDA-4C51-8772-E7B672FD0426}" type="presParOf" srcId="{67508D40-E65D-429F-95D9-706C1754995F}" destId="{F518FC24-FE1F-47E5-90FE-95D39DB5BEFC}" srcOrd="1" destOrd="0" presId="urn:microsoft.com/office/officeart/2009/layout/CirclePictureHierarchy"/>
    <dgm:cxn modelId="{3169A1A0-7E59-4DA5-9590-F00D570A0768}" type="presParOf" srcId="{A13025D0-3A06-45CF-9342-AEDC076F0C55}" destId="{BAED02E8-41E3-41E4-84E4-C9C66BE5B7EA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46E26-27AD-4F4E-93FC-A498765E3164}">
      <dsp:nvSpPr>
        <dsp:cNvPr id="0" name=""/>
        <dsp:cNvSpPr/>
      </dsp:nvSpPr>
      <dsp:spPr>
        <a:xfrm>
          <a:off x="4939324" y="3227750"/>
          <a:ext cx="91440" cy="4322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22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078702-DDE1-4F63-9C74-0A1D361B2949}">
      <dsp:nvSpPr>
        <dsp:cNvPr id="0" name=""/>
        <dsp:cNvSpPr/>
      </dsp:nvSpPr>
      <dsp:spPr>
        <a:xfrm>
          <a:off x="3098446" y="1423476"/>
          <a:ext cx="1886598" cy="432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816"/>
              </a:lnTo>
              <a:lnTo>
                <a:pt x="1886598" y="217816"/>
              </a:lnTo>
              <a:lnTo>
                <a:pt x="1886598" y="4322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04EE5F-898C-482C-8550-DA463EB2C27D}">
      <dsp:nvSpPr>
        <dsp:cNvPr id="0" name=""/>
        <dsp:cNvSpPr/>
      </dsp:nvSpPr>
      <dsp:spPr>
        <a:xfrm>
          <a:off x="1166128" y="3227750"/>
          <a:ext cx="91440" cy="4322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22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8A366-5157-4D26-A89E-B1B8D5AFBF10}">
      <dsp:nvSpPr>
        <dsp:cNvPr id="0" name=""/>
        <dsp:cNvSpPr/>
      </dsp:nvSpPr>
      <dsp:spPr>
        <a:xfrm>
          <a:off x="1211848" y="1423476"/>
          <a:ext cx="1886598" cy="432202"/>
        </a:xfrm>
        <a:custGeom>
          <a:avLst/>
          <a:gdLst/>
          <a:ahLst/>
          <a:cxnLst/>
          <a:rect l="0" t="0" r="0" b="0"/>
          <a:pathLst>
            <a:path>
              <a:moveTo>
                <a:pt x="1886598" y="0"/>
              </a:moveTo>
              <a:lnTo>
                <a:pt x="1886598" y="217816"/>
              </a:lnTo>
              <a:lnTo>
                <a:pt x="0" y="217816"/>
              </a:lnTo>
              <a:lnTo>
                <a:pt x="0" y="4322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A93472-032C-4207-BEF3-07965014E059}">
      <dsp:nvSpPr>
        <dsp:cNvPr id="0" name=""/>
        <dsp:cNvSpPr/>
      </dsp:nvSpPr>
      <dsp:spPr>
        <a:xfrm>
          <a:off x="2412410" y="51405"/>
          <a:ext cx="1372071" cy="13720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AECCA-8B06-4A02-AB0F-8D1E2B499FB5}">
      <dsp:nvSpPr>
        <dsp:cNvPr id="0" name=""/>
        <dsp:cNvSpPr/>
      </dsp:nvSpPr>
      <dsp:spPr>
        <a:xfrm>
          <a:off x="3784482" y="47975"/>
          <a:ext cx="2058106" cy="137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</dsp:txBody>
      <dsp:txXfrm>
        <a:off x="3784482" y="47975"/>
        <a:ext cx="2058106" cy="1372071"/>
      </dsp:txXfrm>
    </dsp:sp>
    <dsp:sp modelId="{A5AFCC90-0BB8-43CF-A425-43DCB5EEC28A}">
      <dsp:nvSpPr>
        <dsp:cNvPr id="0" name=""/>
        <dsp:cNvSpPr/>
      </dsp:nvSpPr>
      <dsp:spPr>
        <a:xfrm>
          <a:off x="525812" y="1855679"/>
          <a:ext cx="1372071" cy="13720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79173-6916-4CA1-9AFE-D3C3D5B97DB2}">
      <dsp:nvSpPr>
        <dsp:cNvPr id="0" name=""/>
        <dsp:cNvSpPr/>
      </dsp:nvSpPr>
      <dsp:spPr>
        <a:xfrm>
          <a:off x="1897884" y="1852249"/>
          <a:ext cx="2058106" cy="137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Two has a longer label</a:t>
          </a:r>
        </a:p>
      </dsp:txBody>
      <dsp:txXfrm>
        <a:off x="1897884" y="1852249"/>
        <a:ext cx="2058106" cy="1372071"/>
      </dsp:txXfrm>
    </dsp:sp>
    <dsp:sp modelId="{F43249F4-6529-48B6-B0E1-6D6318A9DF22}">
      <dsp:nvSpPr>
        <dsp:cNvPr id="0" name=""/>
        <dsp:cNvSpPr/>
      </dsp:nvSpPr>
      <dsp:spPr>
        <a:xfrm>
          <a:off x="525812" y="3659953"/>
          <a:ext cx="1372071" cy="13720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4BA99-7C1D-4565-9B94-4BDF0157032B}">
      <dsp:nvSpPr>
        <dsp:cNvPr id="0" name=""/>
        <dsp:cNvSpPr/>
      </dsp:nvSpPr>
      <dsp:spPr>
        <a:xfrm>
          <a:off x="1897884" y="3656523"/>
          <a:ext cx="2058106" cy="137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Five</a:t>
          </a:r>
        </a:p>
      </dsp:txBody>
      <dsp:txXfrm>
        <a:off x="1897884" y="3656523"/>
        <a:ext cx="2058106" cy="1372071"/>
      </dsp:txXfrm>
    </dsp:sp>
    <dsp:sp modelId="{6E406812-5787-41A7-9085-DA3EB5F0796A}">
      <dsp:nvSpPr>
        <dsp:cNvPr id="0" name=""/>
        <dsp:cNvSpPr/>
      </dsp:nvSpPr>
      <dsp:spPr>
        <a:xfrm>
          <a:off x="4299008" y="1855679"/>
          <a:ext cx="1372071" cy="13720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3F0A3-BDF3-4BFA-B49F-DE26B95CB4A8}">
      <dsp:nvSpPr>
        <dsp:cNvPr id="0" name=""/>
        <dsp:cNvSpPr/>
      </dsp:nvSpPr>
      <dsp:spPr>
        <a:xfrm>
          <a:off x="5671080" y="1852249"/>
          <a:ext cx="2058106" cy="137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5671080" y="1852249"/>
        <a:ext cx="2058106" cy="1372071"/>
      </dsp:txXfrm>
    </dsp:sp>
    <dsp:sp modelId="{D121C3E9-352D-4657-BD9C-60673F20B111}">
      <dsp:nvSpPr>
        <dsp:cNvPr id="0" name=""/>
        <dsp:cNvSpPr/>
      </dsp:nvSpPr>
      <dsp:spPr>
        <a:xfrm>
          <a:off x="4299008" y="3659953"/>
          <a:ext cx="1372071" cy="13720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8FC24-FE1F-47E5-90FE-95D39DB5BEFC}">
      <dsp:nvSpPr>
        <dsp:cNvPr id="0" name=""/>
        <dsp:cNvSpPr/>
      </dsp:nvSpPr>
      <dsp:spPr>
        <a:xfrm>
          <a:off x="5671080" y="3656523"/>
          <a:ext cx="2058106" cy="137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</dsp:txBody>
      <dsp:txXfrm>
        <a:off x="5671080" y="3656523"/>
        <a:ext cx="2058106" cy="1372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92FF-1AB5-C093-D904-AFBA3E026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3A087-7A2E-8398-0675-FE43D2A2A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AFD74-A85D-1B78-5EEE-0BED76E5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A0D6-3CA7-5178-EC6F-B6677A0E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86B82-1F9D-611F-CADF-726E3B28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05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8E75-F2C7-B194-6E2F-D878B845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80BE5-BB99-4FCD-FE8E-FCA46A64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00940-764D-1DD4-7D57-42B2DAAB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7EA5C-CC73-F7B3-F8F8-2149C450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12834-5A02-C56F-D37A-E1DDC005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6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1FC1-9FDE-5ABE-FFB9-B45FA9F1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B81F2-B732-F614-9C39-FEF136D48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7A96B-9EF3-0FE8-CE5E-37EAF531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6E8CF-0994-A5F7-31D9-ECBCC781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2BC71-A728-E471-DB0C-B7F402C5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FBAED-03A4-8E94-1A18-7E94C87B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7CDE2-DCF7-5EF1-76A8-A3DA82751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40E78-9B7E-7A6D-1DDD-C1CB28A8C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CD1A9-A1AA-D325-F699-5D0A8AFE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13617-CB8D-979C-26AF-4ADD2FE2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AE3E7-1583-4BB2-C448-F1251A49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2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23FE-3FA1-3C60-CE4C-50A0F634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646B7-26C8-38C5-EAC0-A1354BAF6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56137-A6CA-4590-F17C-F732A85C9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41C1FF-4D4F-7063-A1C2-4FDC3862D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7AE1CF-C50D-0E04-553A-057C8044C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C28B6-1B9F-8C1F-8FB3-1842BFD6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19C43-2980-B6CE-C5F3-69715FD84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2B618-6943-DF73-1079-0C46744B0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4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8BE0-DA24-3BA0-BDCD-3F533976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07DE9-22C7-3575-7149-EFAAC41F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605F8-9A5C-4E6C-4912-62A4BA78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BEF0E-B4F3-8B8E-808B-6FD7270C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7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4973A8-6608-60EE-4177-0DAB3D55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A6206B-2782-CE56-6AEF-E85D01BC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5C254-065A-22BD-3237-551C049F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34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ABC5-1AD9-4C90-CD6D-BF25F851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4F72-3454-4F68-286D-1CCB76F59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91E37-3D87-BDEA-46DE-A21998814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5B5C9-3154-BF1D-E2CA-C853B592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FFF6E-F880-F0DF-5D61-39567C24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1D197-8F1D-56A2-006A-079F8D0D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7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258A-B85D-76EC-C67B-1DD905044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36D94-B4A2-A9F5-71C9-E65EFD987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916F8-400D-1559-804C-AB338E1F2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1CD4E-217C-CE73-4BB9-A1EAF144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81613-39F0-DC68-5CA0-172FFF41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29FC5-7D33-B0CD-E08B-30DDB896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6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6A47-200E-B1E0-EC43-D357A741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5D70B-2ED5-52C0-0400-D33E2BD42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4CA83-ED56-F433-87E0-9F69B784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F23E0-758E-C0B5-EF40-7509A90C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711AE-152F-D457-DBE9-B4561D30C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4682F-E127-3DD5-8002-4A8C74572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F2D92-933A-8198-C0B1-ECD263882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6A79F-248C-E452-C76A-C75DEE11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9B147-8B89-BDAB-5C6D-177FFEE31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6C8A4-6DBE-40F2-6DBE-F400373F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36C89-5EED-FFED-982D-53D5C8AE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34F17-F10A-394B-168D-B96510297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69A29-C9E2-56A0-F802-8EFC8572C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69E4B-DB13-4F45-B637-278ED92B4A8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01C21-0146-4EDE-3F50-235299062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287E6-E11E-81E3-32FC-CA4C61585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379C9-14C6-41CD-9960-7E7A7889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0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980C927-B5DA-0A32-EEB7-92F121088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31019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850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2026-09-06T08:14:25Z</dcterms:created>
  <dcterms:modified xsi:type="dcterms:W3CDTF">2026-09-06T08:14:26Z</dcterms:modified>
</cp:coreProperties>
</file>