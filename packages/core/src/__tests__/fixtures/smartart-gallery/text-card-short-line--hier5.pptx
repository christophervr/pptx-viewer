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509550-3F0E-400B-9DE4-F503C8520E73}" type="doc">
      <dgm:prSet loTypeId="urn:microsoft.com/office/officeart/2026/layout/TextCardShortLin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656BC7-C7A3-4004-8001-448D5ACD8746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5ECC087C-62AF-4318-A29F-CC4F572E8C83}" type="parTrans" cxnId="{51242071-4D0B-45AF-B02B-09A3F0B1A60F}">
      <dgm:prSet/>
      <dgm:spPr/>
    </dgm:pt>
    <dgm:pt modelId="{1224D2E2-1539-469C-BD85-DA546D0AB4C3}" type="sibTrans" cxnId="{51242071-4D0B-45AF-B02B-09A3F0B1A60F}">
      <dgm:prSet/>
      <dgm:spPr/>
    </dgm:pt>
    <dgm:pt modelId="{B4B2FAC2-2B15-4288-85CF-AE0F7A1ADBDF}">
      <dgm:prSet phldrT="Description" phldr="1"/>
      <dgm:spPr/>
      <dgm:t>
        <a:bodyPr/>
        <a:lstStyle/>
        <a:p>
          <a:endParaRPr lang="en-US"/>
        </a:p>
      </dgm:t>
    </dgm:pt>
    <dgm:pt modelId="{56831E10-92DB-429A-9D1C-B79A46B360B2}" type="parTrans" cxnId="{4045F0C5-DA16-4120-951C-D1D04FC30C1B}">
      <dgm:prSet/>
      <dgm:spPr/>
    </dgm:pt>
    <dgm:pt modelId="{2835ADA3-A607-4F2D-8888-4E7B334DB666}" type="sibTrans" cxnId="{4045F0C5-DA16-4120-951C-D1D04FC30C1B}">
      <dgm:prSet/>
      <dgm:spPr/>
    </dgm:pt>
    <dgm:pt modelId="{27E9ED88-8B74-45DE-976F-FA5F0BB13DAA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ABB1A7C1-EA39-4893-8184-5B9F47C6B6AA}" type="parTrans" cxnId="{D74CFC58-2315-4049-9DDA-98FC5B8F1E77}">
      <dgm:prSet/>
      <dgm:spPr/>
    </dgm:pt>
    <dgm:pt modelId="{4901B414-7FB7-47E9-9616-A74B33D90979}" type="sibTrans" cxnId="{D74CFC58-2315-4049-9DDA-98FC5B8F1E77}">
      <dgm:prSet/>
      <dgm:spPr/>
    </dgm:pt>
    <dgm:pt modelId="{14499298-D9F3-46BD-829F-398EC567BA10}">
      <dgm:prSet phldrT="Description" phldr="1"/>
      <dgm:spPr/>
      <dgm:t>
        <a:bodyPr/>
        <a:lstStyle/>
        <a:p>
          <a:endParaRPr lang="en-US"/>
        </a:p>
      </dgm:t>
    </dgm:pt>
    <dgm:pt modelId="{C6391C70-068B-416F-B2BA-31F8954F24D2}" type="parTrans" cxnId="{C69FA42F-5BA3-4340-8F6A-0BC328352193}">
      <dgm:prSet/>
      <dgm:spPr/>
    </dgm:pt>
    <dgm:pt modelId="{9A3A3D0C-B954-4E99-B26C-9803781F6CA3}" type="sibTrans" cxnId="{C69FA42F-5BA3-4340-8F6A-0BC328352193}">
      <dgm:prSet/>
      <dgm:spPr/>
    </dgm:pt>
    <dgm:pt modelId="{43010A9A-0E5F-4DD6-BE34-2C903452B38D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34BDF0CD-31EA-4B51-86D9-3BF60D3093CB}" type="parTrans" cxnId="{B22B33A6-9E32-42C1-8431-F4BA8A034683}">
      <dgm:prSet/>
      <dgm:spPr/>
    </dgm:pt>
    <dgm:pt modelId="{4331B631-5FC8-4295-8AEF-99B7975442F7}" type="sibTrans" cxnId="{B22B33A6-9E32-42C1-8431-F4BA8A034683}">
      <dgm:prSet/>
      <dgm:spPr/>
    </dgm:pt>
    <dgm:pt modelId="{112788DC-A2BD-4308-A0C3-97D9EC037355}">
      <dgm:prSet phldrT="Description" phldr="1"/>
      <dgm:spPr/>
      <dgm:t>
        <a:bodyPr/>
        <a:lstStyle/>
        <a:p>
          <a:endParaRPr lang="en-US"/>
        </a:p>
      </dgm:t>
    </dgm:pt>
    <dgm:pt modelId="{A024AD04-B125-4A68-83DD-8D742A4F19F2}" type="parTrans" cxnId="{11E9DA8C-1FD2-43B9-832E-DBF226A94060}">
      <dgm:prSet/>
      <dgm:spPr/>
    </dgm:pt>
    <dgm:pt modelId="{77615F20-A31E-4232-A303-F7D35DDF889C}" type="sibTrans" cxnId="{11E9DA8C-1FD2-43B9-832E-DBF226A94060}">
      <dgm:prSet/>
      <dgm:spPr/>
    </dgm:pt>
    <dgm:pt modelId="{F02C38ED-A805-4474-A9FF-4E885D910AD8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61D66045-39CC-4DB5-BB55-21795388822D}" type="parTrans" cxnId="{A12AA0BA-C27A-409E-939A-1270DBBBD04B}">
      <dgm:prSet/>
      <dgm:spPr/>
    </dgm:pt>
    <dgm:pt modelId="{33D230FF-5A75-4472-9342-31390B35192E}" type="sibTrans" cxnId="{A12AA0BA-C27A-409E-939A-1270DBBBD04B}">
      <dgm:prSet/>
      <dgm:spPr/>
    </dgm:pt>
    <dgm:pt modelId="{DD7776AE-9F66-41D1-BBFE-2A24ADF90FAD}">
      <dgm:prSet phldrT="Description" phldr="1"/>
      <dgm:spPr/>
      <dgm:t>
        <a:bodyPr/>
        <a:lstStyle/>
        <a:p>
          <a:endParaRPr lang="en-US"/>
        </a:p>
      </dgm:t>
    </dgm:pt>
    <dgm:pt modelId="{04A8095B-2CC6-4BF9-82C8-5BFB90DB31A5}" type="parTrans" cxnId="{A77D3B7E-93DA-4790-95B3-5963C4700E88}">
      <dgm:prSet/>
      <dgm:spPr/>
    </dgm:pt>
    <dgm:pt modelId="{351AAB5E-FB61-4A17-A1A2-EC7523115686}" type="sibTrans" cxnId="{A77D3B7E-93DA-4790-95B3-5963C4700E88}">
      <dgm:prSet/>
      <dgm:spPr/>
    </dgm:pt>
    <dgm:pt modelId="{01D1F5DA-7E66-4489-AAF2-64BD7BA73338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35630FE3-90AB-45F1-BCD5-D3758688D0CA}" type="parTrans" cxnId="{611D566F-EDAA-4B87-A240-9A130555D5AF}">
      <dgm:prSet/>
      <dgm:spPr/>
    </dgm:pt>
    <dgm:pt modelId="{1E88B0FF-C33B-48B4-BD7D-E7029DAC7A0B}" type="sibTrans" cxnId="{611D566F-EDAA-4B87-A240-9A130555D5AF}">
      <dgm:prSet/>
      <dgm:spPr/>
    </dgm:pt>
    <dgm:pt modelId="{4D71E24A-0D74-4A02-9596-3AD15CED9754}">
      <dgm:prSet phldrT="Description" phldr="1"/>
      <dgm:spPr/>
      <dgm:t>
        <a:bodyPr/>
        <a:lstStyle/>
        <a:p>
          <a:endParaRPr lang="en-US"/>
        </a:p>
      </dgm:t>
    </dgm:pt>
    <dgm:pt modelId="{5F3D2433-90AD-48EF-BA09-08315EFA3EEC}" type="parTrans" cxnId="{7C8548CC-CCE1-4058-8D91-120E3B4D940F}">
      <dgm:prSet/>
      <dgm:spPr/>
    </dgm:pt>
    <dgm:pt modelId="{B872B4BE-672A-4594-9E58-BC151618D511}" type="sibTrans" cxnId="{7C8548CC-CCE1-4058-8D91-120E3B4D940F}">
      <dgm:prSet/>
      <dgm:spPr/>
    </dgm:pt>
    <dgm:pt modelId="{32C918A6-8D65-46DF-9A06-171E46D7A614}" type="pres">
      <dgm:prSet presAssocID="{B8509550-3F0E-400B-9DE4-F503C8520E73}" presName="root" presStyleCnt="0">
        <dgm:presLayoutVars>
          <dgm:dir/>
          <dgm:resizeHandles val="exact"/>
        </dgm:presLayoutVars>
      </dgm:prSet>
      <dgm:spPr/>
    </dgm:pt>
    <dgm:pt modelId="{6FD8032A-CB2A-46CA-B3C4-F5E5240C83A1}" type="pres">
      <dgm:prSet presAssocID="{34656BC7-C7A3-4004-8001-448D5ACD8746}" presName="compNode" presStyleCnt="0"/>
      <dgm:spPr/>
    </dgm:pt>
    <dgm:pt modelId="{D4E8DE4B-9AB3-420B-A849-19A85EFC4FB5}" type="pres">
      <dgm:prSet presAssocID="{34656BC7-C7A3-4004-8001-448D5ACD8746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5559A0D7-D6E7-43BC-B1CE-07A0F19E2040}" type="pres">
      <dgm:prSet presAssocID="{34656BC7-C7A3-4004-8001-448D5ACD8746}" presName="titleText" presStyleLbl="revTx" presStyleIdx="0" presStyleCnt="8">
        <dgm:presLayoutVars>
          <dgm:chMax val="0"/>
          <dgm:chPref val="0"/>
        </dgm:presLayoutVars>
      </dgm:prSet>
      <dgm:spPr/>
    </dgm:pt>
    <dgm:pt modelId="{23283C39-056E-4709-8D30-4D9078093082}" type="pres">
      <dgm:prSet presAssocID="{34656BC7-C7A3-4004-8001-448D5ACD8746}" presName="bodyText" presStyleLbl="revTx" presStyleIdx="1" presStyleCnt="8">
        <dgm:presLayoutVars>
          <dgm:chMax val="0"/>
          <dgm:chPref val="0"/>
        </dgm:presLayoutVars>
      </dgm:prSet>
      <dgm:spPr/>
    </dgm:pt>
    <dgm:pt modelId="{1F8D52A4-5E25-4820-B036-BC237F3AAE8D}" type="pres">
      <dgm:prSet presAssocID="{1224D2E2-1539-469C-BD85-DA546D0AB4C3}" presName="sibTrans" presStyleCnt="0"/>
      <dgm:spPr/>
    </dgm:pt>
    <dgm:pt modelId="{3BA50112-600C-48E6-B823-C55005D54143}" type="pres">
      <dgm:prSet presAssocID="{27E9ED88-8B74-45DE-976F-FA5F0BB13DAA}" presName="compNode" presStyleCnt="0"/>
      <dgm:spPr/>
    </dgm:pt>
    <dgm:pt modelId="{DB728011-7B61-49F2-8433-CC8A715B7ED4}" type="pres">
      <dgm:prSet presAssocID="{27E9ED88-8B74-45DE-976F-FA5F0BB13DAA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4B0DEFB1-F521-4656-9E74-A59F2309FDF0}" type="pres">
      <dgm:prSet presAssocID="{27E9ED88-8B74-45DE-976F-FA5F0BB13DAA}" presName="titleText" presStyleLbl="revTx" presStyleIdx="2" presStyleCnt="8">
        <dgm:presLayoutVars>
          <dgm:chMax val="0"/>
          <dgm:chPref val="0"/>
        </dgm:presLayoutVars>
      </dgm:prSet>
      <dgm:spPr/>
    </dgm:pt>
    <dgm:pt modelId="{EE2FB08B-9970-47E5-A847-5F42A0559F90}" type="pres">
      <dgm:prSet presAssocID="{27E9ED88-8B74-45DE-976F-FA5F0BB13DAA}" presName="bodyText" presStyleLbl="revTx" presStyleIdx="3" presStyleCnt="8">
        <dgm:presLayoutVars>
          <dgm:chMax val="0"/>
          <dgm:chPref val="0"/>
        </dgm:presLayoutVars>
      </dgm:prSet>
      <dgm:spPr/>
    </dgm:pt>
    <dgm:pt modelId="{166FB73C-CBF9-462D-B697-8B4A76025704}" type="pres">
      <dgm:prSet presAssocID="{4901B414-7FB7-47E9-9616-A74B33D90979}" presName="sibTrans" presStyleCnt="0"/>
      <dgm:spPr/>
    </dgm:pt>
    <dgm:pt modelId="{7B108BBE-FAF6-454C-A2BD-E43B377BFD05}" type="pres">
      <dgm:prSet presAssocID="{F02C38ED-A805-4474-A9FF-4E885D910AD8}" presName="compNode" presStyleCnt="0"/>
      <dgm:spPr/>
    </dgm:pt>
    <dgm:pt modelId="{9A4A7BB1-FE07-4783-BBF8-131B7264E7EF}" type="pres">
      <dgm:prSet presAssocID="{F02C38ED-A805-4474-A9FF-4E885D910AD8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A176CD2C-730D-4453-9E1F-F2951A870658}" type="pres">
      <dgm:prSet presAssocID="{F02C38ED-A805-4474-A9FF-4E885D910AD8}" presName="titleText" presStyleLbl="revTx" presStyleIdx="4" presStyleCnt="8">
        <dgm:presLayoutVars>
          <dgm:chMax val="0"/>
          <dgm:chPref val="0"/>
        </dgm:presLayoutVars>
      </dgm:prSet>
      <dgm:spPr/>
    </dgm:pt>
    <dgm:pt modelId="{BAF0FC3D-7C80-4F8A-BFFA-287F71E5D8F2}" type="pres">
      <dgm:prSet presAssocID="{F02C38ED-A805-4474-A9FF-4E885D910AD8}" presName="bodyText" presStyleLbl="revTx" presStyleIdx="5" presStyleCnt="8">
        <dgm:presLayoutVars>
          <dgm:chMax val="0"/>
          <dgm:chPref val="0"/>
        </dgm:presLayoutVars>
      </dgm:prSet>
      <dgm:spPr/>
    </dgm:pt>
    <dgm:pt modelId="{E241AA52-B03D-44CB-9199-AB916D4BFC0D}" type="pres">
      <dgm:prSet presAssocID="{33D230FF-5A75-4472-9342-31390B35192E}" presName="sibTrans" presStyleCnt="0"/>
      <dgm:spPr/>
    </dgm:pt>
    <dgm:pt modelId="{136DE49C-C45B-4F5C-9F81-C952AF339B3B}" type="pres">
      <dgm:prSet presAssocID="{01D1F5DA-7E66-4489-AAF2-64BD7BA73338}" presName="compNode" presStyleCnt="0"/>
      <dgm:spPr/>
    </dgm:pt>
    <dgm:pt modelId="{412F059F-2D82-4758-BF34-07FEC6D5F040}" type="pres">
      <dgm:prSet presAssocID="{01D1F5DA-7E66-4489-AAF2-64BD7BA73338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642D6C90-D554-40E7-918D-9752DF2829E7}" type="pres">
      <dgm:prSet presAssocID="{01D1F5DA-7E66-4489-AAF2-64BD7BA73338}" presName="titleText" presStyleLbl="revTx" presStyleIdx="6" presStyleCnt="8">
        <dgm:presLayoutVars>
          <dgm:chMax val="0"/>
          <dgm:chPref val="0"/>
        </dgm:presLayoutVars>
      </dgm:prSet>
      <dgm:spPr/>
    </dgm:pt>
    <dgm:pt modelId="{1F8A65A7-606C-4398-8ECE-E45D9FEA4951}" type="pres">
      <dgm:prSet presAssocID="{01D1F5DA-7E66-4489-AAF2-64BD7BA73338}" presName="body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45E03711-3BB3-4D17-8B4B-24170630487F}" type="presOf" srcId="{B8509550-3F0E-400B-9DE4-F503C8520E73}" destId="{32C918A6-8D65-46DF-9A06-171E46D7A614}" srcOrd="0" destOrd="0" presId="urn:microsoft.com/office/officeart/2026/layout/TextCardShortLine"/>
    <dgm:cxn modelId="{6A701B2A-0380-45E8-AFD7-9B4181F06A4F}" type="presOf" srcId="{112788DC-A2BD-4308-A0C3-97D9EC037355}" destId="{EE2FB08B-9970-47E5-A847-5F42A0559F90}" srcOrd="0" destOrd="2" presId="urn:microsoft.com/office/officeart/2026/layout/TextCardShortLine"/>
    <dgm:cxn modelId="{C69FA42F-5BA3-4340-8F6A-0BC328352193}" srcId="{27E9ED88-8B74-45DE-976F-FA5F0BB13DAA}" destId="{14499298-D9F3-46BD-829F-398EC567BA10}" srcOrd="0" destOrd="0" parTransId="{C6391C70-068B-416F-B2BA-31F8954F24D2}" sibTransId="{9A3A3D0C-B954-4E99-B26C-9803781F6CA3}"/>
    <dgm:cxn modelId="{0519385D-E98B-4A7A-8F56-7B7387F94339}" type="presOf" srcId="{27E9ED88-8B74-45DE-976F-FA5F0BB13DAA}" destId="{4B0DEFB1-F521-4656-9E74-A59F2309FDF0}" srcOrd="0" destOrd="0" presId="urn:microsoft.com/office/officeart/2026/layout/TextCardShortLine"/>
    <dgm:cxn modelId="{A7A06164-427D-42EA-A492-14224BD6F18D}" type="presOf" srcId="{4D71E24A-0D74-4A02-9596-3AD15CED9754}" destId="{1F8A65A7-606C-4398-8ECE-E45D9FEA4951}" srcOrd="0" destOrd="0" presId="urn:microsoft.com/office/officeart/2026/layout/TextCardShortLine"/>
    <dgm:cxn modelId="{611D566F-EDAA-4B87-A240-9A130555D5AF}" srcId="{B8509550-3F0E-400B-9DE4-F503C8520E73}" destId="{01D1F5DA-7E66-4489-AAF2-64BD7BA73338}" srcOrd="3" destOrd="0" parTransId="{35630FE3-90AB-45F1-BCD5-D3758688D0CA}" sibTransId="{1E88B0FF-C33B-48B4-BD7D-E7029DAC7A0B}"/>
    <dgm:cxn modelId="{51242071-4D0B-45AF-B02B-09A3F0B1A60F}" srcId="{B8509550-3F0E-400B-9DE4-F503C8520E73}" destId="{34656BC7-C7A3-4004-8001-448D5ACD8746}" srcOrd="0" destOrd="0" parTransId="{5ECC087C-62AF-4318-A29F-CC4F572E8C83}" sibTransId="{1224D2E2-1539-469C-BD85-DA546D0AB4C3}"/>
    <dgm:cxn modelId="{D74CFC58-2315-4049-9DDA-98FC5B8F1E77}" srcId="{B8509550-3F0E-400B-9DE4-F503C8520E73}" destId="{27E9ED88-8B74-45DE-976F-FA5F0BB13DAA}" srcOrd="1" destOrd="0" parTransId="{ABB1A7C1-EA39-4893-8184-5B9F47C6B6AA}" sibTransId="{4901B414-7FB7-47E9-9616-A74B33D90979}"/>
    <dgm:cxn modelId="{A77D3B7E-93DA-4790-95B3-5963C4700E88}" srcId="{F02C38ED-A805-4474-A9FF-4E885D910AD8}" destId="{DD7776AE-9F66-41D1-BBFE-2A24ADF90FAD}" srcOrd="0" destOrd="0" parTransId="{04A8095B-2CC6-4BF9-82C8-5BFB90DB31A5}" sibTransId="{351AAB5E-FB61-4A17-A1A2-EC7523115686}"/>
    <dgm:cxn modelId="{90B9A889-C8DA-41F0-A19A-493FD2D86430}" type="presOf" srcId="{34656BC7-C7A3-4004-8001-448D5ACD8746}" destId="{5559A0D7-D6E7-43BC-B1CE-07A0F19E2040}" srcOrd="0" destOrd="0" presId="urn:microsoft.com/office/officeart/2026/layout/TextCardShortLine"/>
    <dgm:cxn modelId="{948AAC8C-2D3A-44DC-8E19-F50E151F37CD}" type="presOf" srcId="{B4B2FAC2-2B15-4288-85CF-AE0F7A1ADBDF}" destId="{23283C39-056E-4709-8D30-4D9078093082}" srcOrd="0" destOrd="0" presId="urn:microsoft.com/office/officeart/2026/layout/TextCardShortLine"/>
    <dgm:cxn modelId="{11E9DA8C-1FD2-43B9-832E-DBF226A94060}" srcId="{27E9ED88-8B74-45DE-976F-FA5F0BB13DAA}" destId="{112788DC-A2BD-4308-A0C3-97D9EC037355}" srcOrd="2" destOrd="0" parTransId="{A024AD04-B125-4A68-83DD-8D742A4F19F2}" sibTransId="{77615F20-A31E-4232-A303-F7D35DDF889C}"/>
    <dgm:cxn modelId="{B22B33A6-9E32-42C1-8431-F4BA8A034683}" srcId="{27E9ED88-8B74-45DE-976F-FA5F0BB13DAA}" destId="{43010A9A-0E5F-4DD6-BE34-2C903452B38D}" srcOrd="1" destOrd="0" parTransId="{34BDF0CD-31EA-4B51-86D9-3BF60D3093CB}" sibTransId="{4331B631-5FC8-4295-8AEF-99B7975442F7}"/>
    <dgm:cxn modelId="{DEA45FA6-5B54-4EEA-A35C-B591560FF43B}" type="presOf" srcId="{43010A9A-0E5F-4DD6-BE34-2C903452B38D}" destId="{EE2FB08B-9970-47E5-A847-5F42A0559F90}" srcOrd="0" destOrd="1" presId="urn:microsoft.com/office/officeart/2026/layout/TextCardShortLine"/>
    <dgm:cxn modelId="{6C4881B0-1A12-4CB4-A513-45B82CD06963}" type="presOf" srcId="{14499298-D9F3-46BD-829F-398EC567BA10}" destId="{EE2FB08B-9970-47E5-A847-5F42A0559F90}" srcOrd="0" destOrd="0" presId="urn:microsoft.com/office/officeart/2026/layout/TextCardShortLine"/>
    <dgm:cxn modelId="{A12AA0BA-C27A-409E-939A-1270DBBBD04B}" srcId="{B8509550-3F0E-400B-9DE4-F503C8520E73}" destId="{F02C38ED-A805-4474-A9FF-4E885D910AD8}" srcOrd="2" destOrd="0" parTransId="{61D66045-39CC-4DB5-BB55-21795388822D}" sibTransId="{33D230FF-5A75-4472-9342-31390B35192E}"/>
    <dgm:cxn modelId="{B2537EBF-A4C5-46E8-A12E-BB02183375AA}" type="presOf" srcId="{01D1F5DA-7E66-4489-AAF2-64BD7BA73338}" destId="{642D6C90-D554-40E7-918D-9752DF2829E7}" srcOrd="0" destOrd="0" presId="urn:microsoft.com/office/officeart/2026/layout/TextCardShortLine"/>
    <dgm:cxn modelId="{4045F0C5-DA16-4120-951C-D1D04FC30C1B}" srcId="{34656BC7-C7A3-4004-8001-448D5ACD8746}" destId="{B4B2FAC2-2B15-4288-85CF-AE0F7A1ADBDF}" srcOrd="0" destOrd="0" parTransId="{56831E10-92DB-429A-9D1C-B79A46B360B2}" sibTransId="{2835ADA3-A607-4F2D-8888-4E7B334DB666}"/>
    <dgm:cxn modelId="{7C8548CC-CCE1-4058-8D91-120E3B4D940F}" srcId="{01D1F5DA-7E66-4489-AAF2-64BD7BA73338}" destId="{4D71E24A-0D74-4A02-9596-3AD15CED9754}" srcOrd="0" destOrd="0" parTransId="{5F3D2433-90AD-48EF-BA09-08315EFA3EEC}" sibTransId="{B872B4BE-672A-4594-9E58-BC151618D511}"/>
    <dgm:cxn modelId="{086918D0-23EE-427F-82F9-90E0C0060326}" type="presOf" srcId="{F02C38ED-A805-4474-A9FF-4E885D910AD8}" destId="{A176CD2C-730D-4453-9E1F-F2951A870658}" srcOrd="0" destOrd="0" presId="urn:microsoft.com/office/officeart/2026/layout/TextCardShortLine"/>
    <dgm:cxn modelId="{454FD9E0-AFE2-44F8-BB3D-24B24466C3F4}" type="presOf" srcId="{DD7776AE-9F66-41D1-BBFE-2A24ADF90FAD}" destId="{BAF0FC3D-7C80-4F8A-BFFA-287F71E5D8F2}" srcOrd="0" destOrd="0" presId="urn:microsoft.com/office/officeart/2026/layout/TextCardShortLine"/>
    <dgm:cxn modelId="{ADB2E89E-E64D-4E55-93FC-38496C686937}" type="presParOf" srcId="{32C918A6-8D65-46DF-9A06-171E46D7A614}" destId="{6FD8032A-CB2A-46CA-B3C4-F5E5240C83A1}" srcOrd="0" destOrd="0" presId="urn:microsoft.com/office/officeart/2026/layout/TextCardShortLine"/>
    <dgm:cxn modelId="{AE3B4AAC-FAD3-4BDD-9E3F-CC02AD93B10D}" type="presParOf" srcId="{6FD8032A-CB2A-46CA-B3C4-F5E5240C83A1}" destId="{D4E8DE4B-9AB3-420B-A849-19A85EFC4FB5}" srcOrd="0" destOrd="0" presId="urn:microsoft.com/office/officeart/2026/layout/TextCardShortLine"/>
    <dgm:cxn modelId="{6A9632A4-1DEF-4027-9349-4DA122BC35BE}" type="presParOf" srcId="{6FD8032A-CB2A-46CA-B3C4-F5E5240C83A1}" destId="{5559A0D7-D6E7-43BC-B1CE-07A0F19E2040}" srcOrd="1" destOrd="0" presId="urn:microsoft.com/office/officeart/2026/layout/TextCardShortLine"/>
    <dgm:cxn modelId="{A404C4B6-2BA5-4BAC-B9D2-3A054651CA5C}" type="presParOf" srcId="{6FD8032A-CB2A-46CA-B3C4-F5E5240C83A1}" destId="{23283C39-056E-4709-8D30-4D9078093082}" srcOrd="2" destOrd="0" presId="urn:microsoft.com/office/officeart/2026/layout/TextCardShortLine"/>
    <dgm:cxn modelId="{A0E72C59-D639-4025-A344-1551035BD53B}" type="presParOf" srcId="{32C918A6-8D65-46DF-9A06-171E46D7A614}" destId="{1F8D52A4-5E25-4820-B036-BC237F3AAE8D}" srcOrd="1" destOrd="0" presId="urn:microsoft.com/office/officeart/2026/layout/TextCardShortLine"/>
    <dgm:cxn modelId="{E767D8F2-7C71-43DB-B101-6F6347DC84D6}" type="presParOf" srcId="{32C918A6-8D65-46DF-9A06-171E46D7A614}" destId="{3BA50112-600C-48E6-B823-C55005D54143}" srcOrd="2" destOrd="0" presId="urn:microsoft.com/office/officeart/2026/layout/TextCardShortLine"/>
    <dgm:cxn modelId="{5D8EB9A4-B9BB-439D-B68F-D8E894BB869B}" type="presParOf" srcId="{3BA50112-600C-48E6-B823-C55005D54143}" destId="{DB728011-7B61-49F2-8433-CC8A715B7ED4}" srcOrd="0" destOrd="0" presId="urn:microsoft.com/office/officeart/2026/layout/TextCardShortLine"/>
    <dgm:cxn modelId="{9753C5CD-2903-47AD-B888-E951BC71E0A6}" type="presParOf" srcId="{3BA50112-600C-48E6-B823-C55005D54143}" destId="{4B0DEFB1-F521-4656-9E74-A59F2309FDF0}" srcOrd="1" destOrd="0" presId="urn:microsoft.com/office/officeart/2026/layout/TextCardShortLine"/>
    <dgm:cxn modelId="{434E7908-F40A-4484-BCA5-D69A13591B8F}" type="presParOf" srcId="{3BA50112-600C-48E6-B823-C55005D54143}" destId="{EE2FB08B-9970-47E5-A847-5F42A0559F90}" srcOrd="2" destOrd="0" presId="urn:microsoft.com/office/officeart/2026/layout/TextCardShortLine"/>
    <dgm:cxn modelId="{6B792E29-4D2F-44D1-BAAB-A8B343042323}" type="presParOf" srcId="{32C918A6-8D65-46DF-9A06-171E46D7A614}" destId="{166FB73C-CBF9-462D-B697-8B4A76025704}" srcOrd="3" destOrd="0" presId="urn:microsoft.com/office/officeart/2026/layout/TextCardShortLine"/>
    <dgm:cxn modelId="{153650EA-131F-471C-BCED-4A8CFD59A999}" type="presParOf" srcId="{32C918A6-8D65-46DF-9A06-171E46D7A614}" destId="{7B108BBE-FAF6-454C-A2BD-E43B377BFD05}" srcOrd="4" destOrd="0" presId="urn:microsoft.com/office/officeart/2026/layout/TextCardShortLine"/>
    <dgm:cxn modelId="{11E627DF-3A46-4434-92BC-CFB1E0EB99D7}" type="presParOf" srcId="{7B108BBE-FAF6-454C-A2BD-E43B377BFD05}" destId="{9A4A7BB1-FE07-4783-BBF8-131B7264E7EF}" srcOrd="0" destOrd="0" presId="urn:microsoft.com/office/officeart/2026/layout/TextCardShortLine"/>
    <dgm:cxn modelId="{506DB5F9-DADE-4CE8-8132-A6D2752AA0AD}" type="presParOf" srcId="{7B108BBE-FAF6-454C-A2BD-E43B377BFD05}" destId="{A176CD2C-730D-4453-9E1F-F2951A870658}" srcOrd="1" destOrd="0" presId="urn:microsoft.com/office/officeart/2026/layout/TextCardShortLine"/>
    <dgm:cxn modelId="{66CD24F5-B74C-4CD5-BA68-051EB5B10540}" type="presParOf" srcId="{7B108BBE-FAF6-454C-A2BD-E43B377BFD05}" destId="{BAF0FC3D-7C80-4F8A-BFFA-287F71E5D8F2}" srcOrd="2" destOrd="0" presId="urn:microsoft.com/office/officeart/2026/layout/TextCardShortLine"/>
    <dgm:cxn modelId="{696091FC-8E26-49A4-A7B3-995BCB141F11}" type="presParOf" srcId="{32C918A6-8D65-46DF-9A06-171E46D7A614}" destId="{E241AA52-B03D-44CB-9199-AB916D4BFC0D}" srcOrd="5" destOrd="0" presId="urn:microsoft.com/office/officeart/2026/layout/TextCardShortLine"/>
    <dgm:cxn modelId="{73274978-90E6-40C7-9111-E46ADF8AACCC}" type="presParOf" srcId="{32C918A6-8D65-46DF-9A06-171E46D7A614}" destId="{136DE49C-C45B-4F5C-9F81-C952AF339B3B}" srcOrd="6" destOrd="0" presId="urn:microsoft.com/office/officeart/2026/layout/TextCardShortLine"/>
    <dgm:cxn modelId="{1ED231C9-5423-4F27-AF40-09923A4D18B0}" type="presParOf" srcId="{136DE49C-C45B-4F5C-9F81-C952AF339B3B}" destId="{412F059F-2D82-4758-BF34-07FEC6D5F040}" srcOrd="0" destOrd="0" presId="urn:microsoft.com/office/officeart/2026/layout/TextCardShortLine"/>
    <dgm:cxn modelId="{0B1E98CE-23CD-4634-9B36-C529CD4B3403}" type="presParOf" srcId="{136DE49C-C45B-4F5C-9F81-C952AF339B3B}" destId="{642D6C90-D554-40E7-918D-9752DF2829E7}" srcOrd="1" destOrd="0" presId="urn:microsoft.com/office/officeart/2026/layout/TextCardShortLine"/>
    <dgm:cxn modelId="{301E9DE8-4AE9-43DA-B55E-F81613BEC00A}" type="presParOf" srcId="{136DE49C-C45B-4F5C-9F81-C952AF339B3B}" destId="{1F8A65A7-606C-4398-8ECE-E45D9FEA4951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8DE4B-9AB3-420B-A849-19A85EFC4FB5}">
      <dsp:nvSpPr>
        <dsp:cNvPr id="0" name=""/>
        <dsp:cNvSpPr/>
      </dsp:nvSpPr>
      <dsp:spPr>
        <a:xfrm>
          <a:off x="288264" y="845819"/>
          <a:ext cx="399542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9A0D7-D6E7-43BC-B1CE-07A0F19E2040}">
      <dsp:nvSpPr>
        <dsp:cNvPr id="0" name=""/>
        <dsp:cNvSpPr/>
      </dsp:nvSpPr>
      <dsp:spPr>
        <a:xfrm>
          <a:off x="288264" y="1127053"/>
          <a:ext cx="18161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288264" y="1127053"/>
        <a:ext cx="1816100" cy="755604"/>
      </dsp:txXfrm>
    </dsp:sp>
    <dsp:sp modelId="{23283C39-056E-4709-8D30-4D9078093082}">
      <dsp:nvSpPr>
        <dsp:cNvPr id="0" name=""/>
        <dsp:cNvSpPr/>
      </dsp:nvSpPr>
      <dsp:spPr>
        <a:xfrm>
          <a:off x="288264" y="1882658"/>
          <a:ext cx="18161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8264" y="1882658"/>
        <a:ext cx="1816100" cy="2351521"/>
      </dsp:txXfrm>
    </dsp:sp>
    <dsp:sp modelId="{DB728011-7B61-49F2-8433-CC8A715B7ED4}">
      <dsp:nvSpPr>
        <dsp:cNvPr id="0" name=""/>
        <dsp:cNvSpPr/>
      </dsp:nvSpPr>
      <dsp:spPr>
        <a:xfrm>
          <a:off x="2242388" y="845819"/>
          <a:ext cx="399542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DEFB1-F521-4656-9E74-A59F2309FDF0}">
      <dsp:nvSpPr>
        <dsp:cNvPr id="0" name=""/>
        <dsp:cNvSpPr/>
      </dsp:nvSpPr>
      <dsp:spPr>
        <a:xfrm>
          <a:off x="2242388" y="1127053"/>
          <a:ext cx="18161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242388" y="1127053"/>
        <a:ext cx="1816100" cy="755604"/>
      </dsp:txXfrm>
    </dsp:sp>
    <dsp:sp modelId="{EE2FB08B-9970-47E5-A847-5F42A0559F90}">
      <dsp:nvSpPr>
        <dsp:cNvPr id="0" name=""/>
        <dsp:cNvSpPr/>
      </dsp:nvSpPr>
      <dsp:spPr>
        <a:xfrm>
          <a:off x="2242388" y="1882658"/>
          <a:ext cx="18161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42388" y="1882658"/>
        <a:ext cx="1816100" cy="2351521"/>
      </dsp:txXfrm>
    </dsp:sp>
    <dsp:sp modelId="{9A4A7BB1-FE07-4783-BBF8-131B7264E7EF}">
      <dsp:nvSpPr>
        <dsp:cNvPr id="0" name=""/>
        <dsp:cNvSpPr/>
      </dsp:nvSpPr>
      <dsp:spPr>
        <a:xfrm>
          <a:off x="4196511" y="845819"/>
          <a:ext cx="399542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6CD2C-730D-4453-9E1F-F2951A870658}">
      <dsp:nvSpPr>
        <dsp:cNvPr id="0" name=""/>
        <dsp:cNvSpPr/>
      </dsp:nvSpPr>
      <dsp:spPr>
        <a:xfrm>
          <a:off x="4196511" y="1127053"/>
          <a:ext cx="18161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4196511" y="1127053"/>
        <a:ext cx="1816100" cy="755604"/>
      </dsp:txXfrm>
    </dsp:sp>
    <dsp:sp modelId="{BAF0FC3D-7C80-4F8A-BFFA-287F71E5D8F2}">
      <dsp:nvSpPr>
        <dsp:cNvPr id="0" name=""/>
        <dsp:cNvSpPr/>
      </dsp:nvSpPr>
      <dsp:spPr>
        <a:xfrm>
          <a:off x="4196511" y="1882658"/>
          <a:ext cx="18161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96511" y="1882658"/>
        <a:ext cx="1816100" cy="2351521"/>
      </dsp:txXfrm>
    </dsp:sp>
    <dsp:sp modelId="{412F059F-2D82-4758-BF34-07FEC6D5F040}">
      <dsp:nvSpPr>
        <dsp:cNvPr id="0" name=""/>
        <dsp:cNvSpPr/>
      </dsp:nvSpPr>
      <dsp:spPr>
        <a:xfrm>
          <a:off x="6150635" y="845819"/>
          <a:ext cx="399542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D6C90-D554-40E7-918D-9752DF2829E7}">
      <dsp:nvSpPr>
        <dsp:cNvPr id="0" name=""/>
        <dsp:cNvSpPr/>
      </dsp:nvSpPr>
      <dsp:spPr>
        <a:xfrm>
          <a:off x="6150635" y="1127053"/>
          <a:ext cx="18161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6150635" y="1127053"/>
        <a:ext cx="1816100" cy="755604"/>
      </dsp:txXfrm>
    </dsp:sp>
    <dsp:sp modelId="{1F8A65A7-606C-4398-8ECE-E45D9FEA4951}">
      <dsp:nvSpPr>
        <dsp:cNvPr id="0" name=""/>
        <dsp:cNvSpPr/>
      </dsp:nvSpPr>
      <dsp:spPr>
        <a:xfrm>
          <a:off x="6150635" y="1882658"/>
          <a:ext cx="18161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150635" y="1882658"/>
        <a:ext cx="1816100" cy="2351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F8FA-0B99-FB82-3EBF-16A70A26B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50D50-11D5-60C3-B0F7-7990D6AA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FDC3E-E27A-A2CA-5365-6272A55F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E2DE6-693C-82F9-D91F-AC8EE217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2DEB-D771-FD24-9568-90053959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9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00F4-232C-34C4-9620-B7766CE3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C6E73-2605-765C-8B37-6CBE37C5F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BB5FB-E400-F62A-B6F2-BB83F21C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3C72-097D-0186-7F41-2BBC1AC7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C8BB-303C-0640-5875-DC9E4089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47CC-F1B3-3435-66AA-10EC5571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10881-83A7-0ACA-54D5-AFC829584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D11DE-8AAE-1E04-AB69-5BB527E3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64F8-B76F-B73B-0380-3B313423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C944A-24B4-F092-D53F-0C7DABFA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8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4295-20BD-194A-A356-244CF9279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6803-ACF8-3986-8029-919E0A12B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A98A5-FEFF-24BC-C9EE-5511AA5AE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92472-CDAF-C849-22A4-F8DB77E5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665B0-79A4-4BC4-EDFF-1EFF10DE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7E345-3D6F-C36B-7BF6-C3E00B06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9F59-EED9-B8B2-2FEE-F2B5DBAF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23CA-4FEA-7F35-17B5-0AC6CBED2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6686-6508-5FB1-9362-7D6F4C51C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5FD1A-6487-6EC9-6E34-3CA79A038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35340-CF91-9FFA-F0D7-64C2D586B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5EBBE-3A0D-5F67-A442-62145618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0F8F5-85A4-711A-803E-7928E892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D00F0-78D1-947C-D9BC-3A252DED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F828-0E15-19A4-FFF8-E42FE6D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F5211-8F97-2649-7616-3D03A680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AEC75-7A56-9E56-8BB5-328D0C02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91A91-956A-B5B5-0A66-FE709947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8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EFACA-2BBA-8759-02B5-D1465B39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9F77A-67CF-D42E-6523-5EBEAB50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153F5-9DFE-4EF2-0E43-23D77E4A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0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16FF-BB57-CFC6-E630-7CD7F025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0859-98CC-7201-16FD-400FC163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03E07-D681-F680-4DDC-36CB985E7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6D59E-6136-023A-C634-A7346A21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39D2A-214F-0921-C6FD-59CAFED9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2513B-2ED3-FD1E-B174-2344C646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0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22A8-6035-858B-8A08-B3061F4A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18784-54CB-5691-23E8-453639D73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1EA41-8BA8-D737-6912-36E90E6FA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63D64-A319-0581-FDF1-DE22C9C8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92F96-AE50-9E2D-0B9D-C383B11F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93C8D-1B7A-1A4C-C3D0-8EC1C3EE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2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3DA5-C793-74BA-971D-86E0F886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53D0B-8F79-4AA0-E8E0-D130C24BB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C210-5808-8A2C-21C1-02A913B7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AF28-5BCE-DE6E-C1EC-4E4D42E6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0B8FE-EAAC-05BA-12BC-96AFA8ED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8C9E3-9B4A-2AA7-0F0B-36888CB1B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50299-0FFB-0087-6C8B-9123BACEB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8056-FBF2-1EF9-A02F-CA9FE1DD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4744-4DCB-9D87-BAD2-7D6E9C8F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699A-69CD-FBE2-C9A0-541CCD55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1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9A3A1-3981-95D6-F96A-43F66004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63C82-D25C-CAF3-E500-2FA9955E2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4D4C3-E5B9-41C0-11B2-7E16B58F1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EB86D-3B9E-4B0C-A1AB-A66DB765759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A78ED-E172-4492-FBD5-4FE8A3B92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2D81D-874F-46F8-8D4B-B41B20F84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965A8-BDD7-431F-9654-14C7FCE6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8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CDED80-DC65-2DF2-87DD-F1FC1ECAF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14311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021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2026-09-06T08:15:20Z</dcterms:created>
  <dcterms:modified xsi:type="dcterms:W3CDTF">2026-09-06T08:15:21Z</dcterms:modified>
</cp:coreProperties>
</file>