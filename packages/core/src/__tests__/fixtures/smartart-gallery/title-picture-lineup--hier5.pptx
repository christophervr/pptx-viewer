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B78309-DDC7-43FF-A7A2-1325F6976698}" type="doc">
      <dgm:prSet loTypeId="urn:microsoft.com/office/officeart/2008/layout/TitlePictureLineup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166CF17-E3D1-48D1-944F-5DFFEF9CF821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48F32397-8713-4AE3-BA50-613474843B34}" type="parTrans" cxnId="{65A1542D-1C24-441E-B632-00EBDAB8BAA7}">
      <dgm:prSet/>
      <dgm:spPr/>
    </dgm:pt>
    <dgm:pt modelId="{AC22DB51-72DF-416D-8E74-88A5638C418E}" type="sibTrans" cxnId="{65A1542D-1C24-441E-B632-00EBDAB8BAA7}">
      <dgm:prSet/>
      <dgm:spPr/>
    </dgm:pt>
    <dgm:pt modelId="{EAA1DD66-1146-489B-9418-C10D41C9A5AC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18F2E8E9-1F10-41EB-9624-25CD657EC866}" type="parTrans" cxnId="{72560D0D-FF6B-425B-BDCD-229252208A07}">
      <dgm:prSet/>
      <dgm:spPr/>
    </dgm:pt>
    <dgm:pt modelId="{8A26263B-A7CC-4E93-BB40-269762EF63F3}" type="sibTrans" cxnId="{72560D0D-FF6B-425B-BDCD-229252208A07}">
      <dgm:prSet/>
      <dgm:spPr/>
    </dgm:pt>
    <dgm:pt modelId="{457BD173-8D86-498C-91FD-9CBAE684F627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6A3A4082-309F-4659-BAE2-06F7B915134B}" type="parTrans" cxnId="{2AAFC8C8-6F3B-459E-9C61-6E59F5200478}">
      <dgm:prSet/>
      <dgm:spPr/>
    </dgm:pt>
    <dgm:pt modelId="{23C48872-A6B9-46E2-A373-D34B171A9EFC}" type="sibTrans" cxnId="{2AAFC8C8-6F3B-459E-9C61-6E59F5200478}">
      <dgm:prSet/>
      <dgm:spPr/>
    </dgm:pt>
    <dgm:pt modelId="{A247ED48-C1A2-421A-ACC6-873C9D87268B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088934DF-E0EE-4763-AB81-5A3C689D6DE1}" type="parTrans" cxnId="{03B87455-7C84-44D0-81D6-C192192115BF}">
      <dgm:prSet/>
      <dgm:spPr/>
    </dgm:pt>
    <dgm:pt modelId="{064DAA5B-E1CE-445C-B403-836A24AA515F}" type="sibTrans" cxnId="{03B87455-7C84-44D0-81D6-C192192115BF}">
      <dgm:prSet/>
      <dgm:spPr/>
    </dgm:pt>
    <dgm:pt modelId="{A8D9429D-2379-486C-AF4C-71D8B685BE3C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BFFE298B-DDBD-4833-9B0F-AC8DF711853E}" type="parTrans" cxnId="{171EF959-E654-484A-98B7-FABECBA593AB}">
      <dgm:prSet/>
      <dgm:spPr/>
    </dgm:pt>
    <dgm:pt modelId="{511A52DF-A0AF-46A2-A745-1007F071035F}" type="sibTrans" cxnId="{171EF959-E654-484A-98B7-FABECBA593AB}">
      <dgm:prSet/>
      <dgm:spPr/>
    </dgm:pt>
    <dgm:pt modelId="{83A6DA46-F005-4F7E-92E1-D0B9A4F9D22F}" type="pres">
      <dgm:prSet presAssocID="{46B78309-DDC7-43FF-A7A2-1325F6976698}" presName="Name0" presStyleCnt="0">
        <dgm:presLayoutVars>
          <dgm:dir/>
        </dgm:presLayoutVars>
      </dgm:prSet>
      <dgm:spPr/>
    </dgm:pt>
    <dgm:pt modelId="{8A7B82AC-B978-472E-81DB-09F96CE2141C}" type="pres">
      <dgm:prSet presAssocID="{7166CF17-E3D1-48D1-944F-5DFFEF9CF821}" presName="composite" presStyleCnt="0"/>
      <dgm:spPr/>
    </dgm:pt>
    <dgm:pt modelId="{07C3729C-CFC0-45E9-9A3A-71A6FDA20525}" type="pres">
      <dgm:prSet presAssocID="{7166CF17-E3D1-48D1-944F-5DFFEF9CF821}" presName="Accent" presStyleLbl="alignAcc1" presStyleIdx="0" presStyleCnt="3"/>
      <dgm:spPr/>
    </dgm:pt>
    <dgm:pt modelId="{7EC7A3C4-0E02-4B43-893C-F80E64711099}" type="pres">
      <dgm:prSet presAssocID="{7166CF17-E3D1-48D1-944F-5DFFEF9CF821}" presName="Image" presStyleLbl="node1" presStyleIdx="0" presStyleCnt="3"/>
      <dgm:spPr/>
    </dgm:pt>
    <dgm:pt modelId="{CE7311BD-68B7-4F2C-A719-4619D6D7F4D6}" type="pres">
      <dgm:prSet presAssocID="{7166CF17-E3D1-48D1-944F-5DFFEF9CF821}" presName="Child" presStyleLbl="revTx" presStyleIdx="0" presStyleCnt="3">
        <dgm:presLayoutVars>
          <dgm:bulletEnabled val="1"/>
        </dgm:presLayoutVars>
      </dgm:prSet>
      <dgm:spPr/>
    </dgm:pt>
    <dgm:pt modelId="{EC47DEE1-69FB-4F87-843D-65A70A468800}" type="pres">
      <dgm:prSet presAssocID="{7166CF17-E3D1-48D1-944F-5DFFEF9CF821}" presName="Parent" presStyleLbl="alignNode1" presStyleIdx="0" presStyleCnt="3">
        <dgm:presLayoutVars>
          <dgm:bulletEnabled val="1"/>
        </dgm:presLayoutVars>
      </dgm:prSet>
      <dgm:spPr/>
    </dgm:pt>
    <dgm:pt modelId="{5860A86E-235A-4C25-87AF-D195CE0CA622}" type="pres">
      <dgm:prSet presAssocID="{AC22DB51-72DF-416D-8E74-88A5638C418E}" presName="sibTrans" presStyleCnt="0"/>
      <dgm:spPr/>
    </dgm:pt>
    <dgm:pt modelId="{571E6BF3-29B3-412B-85AD-68B9C5F61749}" type="pres">
      <dgm:prSet presAssocID="{457BD173-8D86-498C-91FD-9CBAE684F627}" presName="composite" presStyleCnt="0"/>
      <dgm:spPr/>
    </dgm:pt>
    <dgm:pt modelId="{857C9232-E55F-475C-B6A0-7173DCF40D15}" type="pres">
      <dgm:prSet presAssocID="{457BD173-8D86-498C-91FD-9CBAE684F627}" presName="Accent" presStyleLbl="alignAcc1" presStyleIdx="1" presStyleCnt="3"/>
      <dgm:spPr/>
    </dgm:pt>
    <dgm:pt modelId="{1B73FF25-0857-4B4C-84CB-0743EB4A214B}" type="pres">
      <dgm:prSet presAssocID="{457BD173-8D86-498C-91FD-9CBAE684F627}" presName="Image" presStyleLbl="node1" presStyleIdx="1" presStyleCnt="3"/>
      <dgm:spPr/>
    </dgm:pt>
    <dgm:pt modelId="{F4C763D0-72E3-4921-A0CC-47C58274CFA5}" type="pres">
      <dgm:prSet presAssocID="{457BD173-8D86-498C-91FD-9CBAE684F627}" presName="Child" presStyleLbl="revTx" presStyleIdx="1" presStyleCnt="3">
        <dgm:presLayoutVars>
          <dgm:bulletEnabled val="1"/>
        </dgm:presLayoutVars>
      </dgm:prSet>
      <dgm:spPr/>
    </dgm:pt>
    <dgm:pt modelId="{D428F6E3-EF82-4DDA-9E78-3681DD7E24FA}" type="pres">
      <dgm:prSet presAssocID="{457BD173-8D86-498C-91FD-9CBAE684F627}" presName="Parent" presStyleLbl="alignNode1" presStyleIdx="1" presStyleCnt="3">
        <dgm:presLayoutVars>
          <dgm:bulletEnabled val="1"/>
        </dgm:presLayoutVars>
      </dgm:prSet>
      <dgm:spPr/>
    </dgm:pt>
    <dgm:pt modelId="{A82EE767-16D9-4B6E-B8C7-E3DC4B0FE9DD}" type="pres">
      <dgm:prSet presAssocID="{23C48872-A6B9-46E2-A373-D34B171A9EFC}" presName="sibTrans" presStyleCnt="0"/>
      <dgm:spPr/>
    </dgm:pt>
    <dgm:pt modelId="{58B07A0F-E2DD-4B5C-97F2-22BB462D2DF3}" type="pres">
      <dgm:prSet presAssocID="{A247ED48-C1A2-421A-ACC6-873C9D87268B}" presName="composite" presStyleCnt="0"/>
      <dgm:spPr/>
    </dgm:pt>
    <dgm:pt modelId="{3AB2A39F-45C9-4F63-AE78-8D8EA5BD62E7}" type="pres">
      <dgm:prSet presAssocID="{A247ED48-C1A2-421A-ACC6-873C9D87268B}" presName="Accent" presStyleLbl="alignAcc1" presStyleIdx="2" presStyleCnt="3"/>
      <dgm:spPr/>
    </dgm:pt>
    <dgm:pt modelId="{BCD1D4E2-C2EA-494F-AFA9-7EDE83A22C97}" type="pres">
      <dgm:prSet presAssocID="{A247ED48-C1A2-421A-ACC6-873C9D87268B}" presName="Image" presStyleLbl="node1" presStyleIdx="2" presStyleCnt="3"/>
      <dgm:spPr/>
    </dgm:pt>
    <dgm:pt modelId="{07FCE71B-A3D8-4D4A-BC31-B49023B32B24}" type="pres">
      <dgm:prSet presAssocID="{A247ED48-C1A2-421A-ACC6-873C9D87268B}" presName="Child" presStyleLbl="revTx" presStyleIdx="2" presStyleCnt="3">
        <dgm:presLayoutVars>
          <dgm:bulletEnabled val="1"/>
        </dgm:presLayoutVars>
      </dgm:prSet>
      <dgm:spPr/>
    </dgm:pt>
    <dgm:pt modelId="{D352E8C3-5E18-484A-A989-35928CC2DB3E}" type="pres">
      <dgm:prSet presAssocID="{A247ED48-C1A2-421A-ACC6-873C9D87268B}" presName="Parent" presStyleLbl="alignNode1" presStyleIdx="2" presStyleCnt="3">
        <dgm:presLayoutVars>
          <dgm:bulletEnabled val="1"/>
        </dgm:presLayoutVars>
      </dgm:prSet>
      <dgm:spPr/>
    </dgm:pt>
  </dgm:ptLst>
  <dgm:cxnLst>
    <dgm:cxn modelId="{72560D0D-FF6B-425B-BDCD-229252208A07}" srcId="{7166CF17-E3D1-48D1-944F-5DFFEF9CF821}" destId="{EAA1DD66-1146-489B-9418-C10D41C9A5AC}" srcOrd="0" destOrd="0" parTransId="{18F2E8E9-1F10-41EB-9624-25CD657EC866}" sibTransId="{8A26263B-A7CC-4E93-BB40-269762EF63F3}"/>
    <dgm:cxn modelId="{81578F1A-A5AC-4549-BE6F-2766099CAC43}" type="presOf" srcId="{46B78309-DDC7-43FF-A7A2-1325F6976698}" destId="{83A6DA46-F005-4F7E-92E1-D0B9A4F9D22F}" srcOrd="0" destOrd="0" presId="urn:microsoft.com/office/officeart/2008/layout/TitlePictureLineup"/>
    <dgm:cxn modelId="{65A1542D-1C24-441E-B632-00EBDAB8BAA7}" srcId="{46B78309-DDC7-43FF-A7A2-1325F6976698}" destId="{7166CF17-E3D1-48D1-944F-5DFFEF9CF821}" srcOrd="0" destOrd="0" parTransId="{48F32397-8713-4AE3-BA50-613474843B34}" sibTransId="{AC22DB51-72DF-416D-8E74-88A5638C418E}"/>
    <dgm:cxn modelId="{F4C68545-1A4E-4C26-99D1-30950A340DBC}" type="presOf" srcId="{A247ED48-C1A2-421A-ACC6-873C9D87268B}" destId="{D352E8C3-5E18-484A-A989-35928CC2DB3E}" srcOrd="0" destOrd="0" presId="urn:microsoft.com/office/officeart/2008/layout/TitlePictureLineup"/>
    <dgm:cxn modelId="{03B87455-7C84-44D0-81D6-C192192115BF}" srcId="{46B78309-DDC7-43FF-A7A2-1325F6976698}" destId="{A247ED48-C1A2-421A-ACC6-873C9D87268B}" srcOrd="2" destOrd="0" parTransId="{088934DF-E0EE-4763-AB81-5A3C689D6DE1}" sibTransId="{064DAA5B-E1CE-445C-B403-836A24AA515F}"/>
    <dgm:cxn modelId="{A11B7D77-4AE6-4CF8-B22E-D633E886E144}" type="presOf" srcId="{EAA1DD66-1146-489B-9418-C10D41C9A5AC}" destId="{CE7311BD-68B7-4F2C-A719-4619D6D7F4D6}" srcOrd="0" destOrd="0" presId="urn:microsoft.com/office/officeart/2008/layout/TitlePictureLineup"/>
    <dgm:cxn modelId="{171EF959-E654-484A-98B7-FABECBA593AB}" srcId="{A247ED48-C1A2-421A-ACC6-873C9D87268B}" destId="{A8D9429D-2379-486C-AF4C-71D8B685BE3C}" srcOrd="0" destOrd="0" parTransId="{BFFE298B-DDBD-4833-9B0F-AC8DF711853E}" sibTransId="{511A52DF-A0AF-46A2-A745-1007F071035F}"/>
    <dgm:cxn modelId="{8B20F08E-1F7D-4192-BD70-9D0F156A0B38}" type="presOf" srcId="{A8D9429D-2379-486C-AF4C-71D8B685BE3C}" destId="{07FCE71B-A3D8-4D4A-BC31-B49023B32B24}" srcOrd="0" destOrd="0" presId="urn:microsoft.com/office/officeart/2008/layout/TitlePictureLineup"/>
    <dgm:cxn modelId="{619144C7-FB36-4692-9349-A82140237A5C}" type="presOf" srcId="{7166CF17-E3D1-48D1-944F-5DFFEF9CF821}" destId="{EC47DEE1-69FB-4F87-843D-65A70A468800}" srcOrd="0" destOrd="0" presId="urn:microsoft.com/office/officeart/2008/layout/TitlePictureLineup"/>
    <dgm:cxn modelId="{3AB64FC8-35E3-4E0E-BAF4-8602557F178A}" type="presOf" srcId="{457BD173-8D86-498C-91FD-9CBAE684F627}" destId="{D428F6E3-EF82-4DDA-9E78-3681DD7E24FA}" srcOrd="0" destOrd="0" presId="urn:microsoft.com/office/officeart/2008/layout/TitlePictureLineup"/>
    <dgm:cxn modelId="{2AAFC8C8-6F3B-459E-9C61-6E59F5200478}" srcId="{46B78309-DDC7-43FF-A7A2-1325F6976698}" destId="{457BD173-8D86-498C-91FD-9CBAE684F627}" srcOrd="1" destOrd="0" parTransId="{6A3A4082-309F-4659-BAE2-06F7B915134B}" sibTransId="{23C48872-A6B9-46E2-A373-D34B171A9EFC}"/>
    <dgm:cxn modelId="{2E05AE06-E58F-415F-8B30-72C911B28B20}" type="presParOf" srcId="{83A6DA46-F005-4F7E-92E1-D0B9A4F9D22F}" destId="{8A7B82AC-B978-472E-81DB-09F96CE2141C}" srcOrd="0" destOrd="0" presId="urn:microsoft.com/office/officeart/2008/layout/TitlePictureLineup"/>
    <dgm:cxn modelId="{1D75756A-F6DB-466A-A0F2-3844A293CC8A}" type="presParOf" srcId="{8A7B82AC-B978-472E-81DB-09F96CE2141C}" destId="{07C3729C-CFC0-45E9-9A3A-71A6FDA20525}" srcOrd="0" destOrd="0" presId="urn:microsoft.com/office/officeart/2008/layout/TitlePictureLineup"/>
    <dgm:cxn modelId="{8320BF93-2C95-4381-9864-3F6EA4261FCF}" type="presParOf" srcId="{8A7B82AC-B978-472E-81DB-09F96CE2141C}" destId="{7EC7A3C4-0E02-4B43-893C-F80E64711099}" srcOrd="1" destOrd="0" presId="urn:microsoft.com/office/officeart/2008/layout/TitlePictureLineup"/>
    <dgm:cxn modelId="{25240F0F-EABC-4C49-816F-75F9FE770053}" type="presParOf" srcId="{8A7B82AC-B978-472E-81DB-09F96CE2141C}" destId="{CE7311BD-68B7-4F2C-A719-4619D6D7F4D6}" srcOrd="2" destOrd="0" presId="urn:microsoft.com/office/officeart/2008/layout/TitlePictureLineup"/>
    <dgm:cxn modelId="{5E0ABAE4-9F61-4A34-B247-3A4B7232AC6D}" type="presParOf" srcId="{8A7B82AC-B978-472E-81DB-09F96CE2141C}" destId="{EC47DEE1-69FB-4F87-843D-65A70A468800}" srcOrd="3" destOrd="0" presId="urn:microsoft.com/office/officeart/2008/layout/TitlePictureLineup"/>
    <dgm:cxn modelId="{82617016-9852-47F6-B49F-9FA8E7EC1275}" type="presParOf" srcId="{83A6DA46-F005-4F7E-92E1-D0B9A4F9D22F}" destId="{5860A86E-235A-4C25-87AF-D195CE0CA622}" srcOrd="1" destOrd="0" presId="urn:microsoft.com/office/officeart/2008/layout/TitlePictureLineup"/>
    <dgm:cxn modelId="{A746D37C-4EE4-4801-B2E5-139063C58CFF}" type="presParOf" srcId="{83A6DA46-F005-4F7E-92E1-D0B9A4F9D22F}" destId="{571E6BF3-29B3-412B-85AD-68B9C5F61749}" srcOrd="2" destOrd="0" presId="urn:microsoft.com/office/officeart/2008/layout/TitlePictureLineup"/>
    <dgm:cxn modelId="{FA8E85B0-6116-489C-B5BD-E93EF3659568}" type="presParOf" srcId="{571E6BF3-29B3-412B-85AD-68B9C5F61749}" destId="{857C9232-E55F-475C-B6A0-7173DCF40D15}" srcOrd="0" destOrd="0" presId="urn:microsoft.com/office/officeart/2008/layout/TitlePictureLineup"/>
    <dgm:cxn modelId="{64449E84-09A7-47A0-8820-F570C42B65F6}" type="presParOf" srcId="{571E6BF3-29B3-412B-85AD-68B9C5F61749}" destId="{1B73FF25-0857-4B4C-84CB-0743EB4A214B}" srcOrd="1" destOrd="0" presId="urn:microsoft.com/office/officeart/2008/layout/TitlePictureLineup"/>
    <dgm:cxn modelId="{9C8AC8DE-9E68-4F24-A07B-B6E9B35A2735}" type="presParOf" srcId="{571E6BF3-29B3-412B-85AD-68B9C5F61749}" destId="{F4C763D0-72E3-4921-A0CC-47C58274CFA5}" srcOrd="2" destOrd="0" presId="urn:microsoft.com/office/officeart/2008/layout/TitlePictureLineup"/>
    <dgm:cxn modelId="{F7276539-D027-43F5-9550-0D4D63C49256}" type="presParOf" srcId="{571E6BF3-29B3-412B-85AD-68B9C5F61749}" destId="{D428F6E3-EF82-4DDA-9E78-3681DD7E24FA}" srcOrd="3" destOrd="0" presId="urn:microsoft.com/office/officeart/2008/layout/TitlePictureLineup"/>
    <dgm:cxn modelId="{0814BCCC-9A22-463C-AB10-31A10E531699}" type="presParOf" srcId="{83A6DA46-F005-4F7E-92E1-D0B9A4F9D22F}" destId="{A82EE767-16D9-4B6E-B8C7-E3DC4B0FE9DD}" srcOrd="3" destOrd="0" presId="urn:microsoft.com/office/officeart/2008/layout/TitlePictureLineup"/>
    <dgm:cxn modelId="{7DCF78EB-7B3E-4A98-A022-4535E77171B2}" type="presParOf" srcId="{83A6DA46-F005-4F7E-92E1-D0B9A4F9D22F}" destId="{58B07A0F-E2DD-4B5C-97F2-22BB462D2DF3}" srcOrd="4" destOrd="0" presId="urn:microsoft.com/office/officeart/2008/layout/TitlePictureLineup"/>
    <dgm:cxn modelId="{8ADAB63E-0803-4489-B91C-D42FFA2700A1}" type="presParOf" srcId="{58B07A0F-E2DD-4B5C-97F2-22BB462D2DF3}" destId="{3AB2A39F-45C9-4F63-AE78-8D8EA5BD62E7}" srcOrd="0" destOrd="0" presId="urn:microsoft.com/office/officeart/2008/layout/TitlePictureLineup"/>
    <dgm:cxn modelId="{4B1D8DC0-9D53-4D06-8E82-3CFC567330E3}" type="presParOf" srcId="{58B07A0F-E2DD-4B5C-97F2-22BB462D2DF3}" destId="{BCD1D4E2-C2EA-494F-AFA9-7EDE83A22C97}" srcOrd="1" destOrd="0" presId="urn:microsoft.com/office/officeart/2008/layout/TitlePictureLineup"/>
    <dgm:cxn modelId="{F8162F1B-D41B-4DB8-9F1E-8E991C33EC24}" type="presParOf" srcId="{58B07A0F-E2DD-4B5C-97F2-22BB462D2DF3}" destId="{07FCE71B-A3D8-4D4A-BC31-B49023B32B24}" srcOrd="2" destOrd="0" presId="urn:microsoft.com/office/officeart/2008/layout/TitlePictureLineup"/>
    <dgm:cxn modelId="{CAC73F50-5E22-4354-9B08-EFA343BD93B0}" type="presParOf" srcId="{58B07A0F-E2DD-4B5C-97F2-22BB462D2DF3}" destId="{D352E8C3-5E18-484A-A989-35928CC2DB3E}" srcOrd="3" destOrd="0" presId="urn:microsoft.com/office/officeart/2008/layout/TitlePictureLineup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C3729C-CFC0-45E9-9A3A-71A6FDA20525}">
      <dsp:nvSpPr>
        <dsp:cNvPr id="0" name=""/>
        <dsp:cNvSpPr/>
      </dsp:nvSpPr>
      <dsp:spPr>
        <a:xfrm>
          <a:off x="3720" y="555625"/>
          <a:ext cx="0" cy="4464843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C7A3C4-0E02-4B43-893C-F80E64711099}">
      <dsp:nvSpPr>
        <dsp:cNvPr id="0" name=""/>
        <dsp:cNvSpPr/>
      </dsp:nvSpPr>
      <dsp:spPr>
        <a:xfrm>
          <a:off x="127744" y="704453"/>
          <a:ext cx="2348259" cy="20091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7311BD-68B7-4F2C-A719-4619D6D7F4D6}">
      <dsp:nvSpPr>
        <dsp:cNvPr id="0" name=""/>
        <dsp:cNvSpPr/>
      </dsp:nvSpPr>
      <dsp:spPr>
        <a:xfrm>
          <a:off x="127744" y="2713632"/>
          <a:ext cx="2348259" cy="2306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Node Two has a longer label</a:t>
          </a:r>
        </a:p>
      </dsp:txBody>
      <dsp:txXfrm>
        <a:off x="127744" y="2713632"/>
        <a:ext cx="2348259" cy="2306835"/>
      </dsp:txXfrm>
    </dsp:sp>
    <dsp:sp modelId="{EC47DEE1-69FB-4F87-843D-65A70A468800}">
      <dsp:nvSpPr>
        <dsp:cNvPr id="0" name=""/>
        <dsp:cNvSpPr/>
      </dsp:nvSpPr>
      <dsp:spPr>
        <a:xfrm>
          <a:off x="3720" y="59531"/>
          <a:ext cx="2480468" cy="4960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Node One</a:t>
          </a:r>
        </a:p>
      </dsp:txBody>
      <dsp:txXfrm>
        <a:off x="3720" y="59531"/>
        <a:ext cx="2480468" cy="496093"/>
      </dsp:txXfrm>
    </dsp:sp>
    <dsp:sp modelId="{857C9232-E55F-475C-B6A0-7173DCF40D15}">
      <dsp:nvSpPr>
        <dsp:cNvPr id="0" name=""/>
        <dsp:cNvSpPr/>
      </dsp:nvSpPr>
      <dsp:spPr>
        <a:xfrm>
          <a:off x="2887265" y="555625"/>
          <a:ext cx="0" cy="4464843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73FF25-0857-4B4C-84CB-0743EB4A214B}">
      <dsp:nvSpPr>
        <dsp:cNvPr id="0" name=""/>
        <dsp:cNvSpPr/>
      </dsp:nvSpPr>
      <dsp:spPr>
        <a:xfrm>
          <a:off x="3011289" y="704453"/>
          <a:ext cx="2348259" cy="20091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C763D0-72E3-4921-A0CC-47C58274CFA5}">
      <dsp:nvSpPr>
        <dsp:cNvPr id="0" name=""/>
        <dsp:cNvSpPr/>
      </dsp:nvSpPr>
      <dsp:spPr>
        <a:xfrm>
          <a:off x="3011289" y="2713632"/>
          <a:ext cx="2348259" cy="2306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28F6E3-EF82-4DDA-9E78-3681DD7E24FA}">
      <dsp:nvSpPr>
        <dsp:cNvPr id="0" name=""/>
        <dsp:cNvSpPr/>
      </dsp:nvSpPr>
      <dsp:spPr>
        <a:xfrm>
          <a:off x="2887265" y="59531"/>
          <a:ext cx="2480468" cy="4960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Node Three</a:t>
          </a:r>
        </a:p>
      </dsp:txBody>
      <dsp:txXfrm>
        <a:off x="2887265" y="59531"/>
        <a:ext cx="2480468" cy="496093"/>
      </dsp:txXfrm>
    </dsp:sp>
    <dsp:sp modelId="{3AB2A39F-45C9-4F63-AE78-8D8EA5BD62E7}">
      <dsp:nvSpPr>
        <dsp:cNvPr id="0" name=""/>
        <dsp:cNvSpPr/>
      </dsp:nvSpPr>
      <dsp:spPr>
        <a:xfrm>
          <a:off x="5770810" y="555625"/>
          <a:ext cx="0" cy="4464843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D1D4E2-C2EA-494F-AFA9-7EDE83A22C97}">
      <dsp:nvSpPr>
        <dsp:cNvPr id="0" name=""/>
        <dsp:cNvSpPr/>
      </dsp:nvSpPr>
      <dsp:spPr>
        <a:xfrm>
          <a:off x="5894833" y="704453"/>
          <a:ext cx="2348259" cy="20091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FCE71B-A3D8-4D4A-BC31-B49023B32B24}">
      <dsp:nvSpPr>
        <dsp:cNvPr id="0" name=""/>
        <dsp:cNvSpPr/>
      </dsp:nvSpPr>
      <dsp:spPr>
        <a:xfrm>
          <a:off x="5894833" y="2713632"/>
          <a:ext cx="2348259" cy="2306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Node Five</a:t>
          </a:r>
        </a:p>
      </dsp:txBody>
      <dsp:txXfrm>
        <a:off x="5894833" y="2713632"/>
        <a:ext cx="2348259" cy="2306835"/>
      </dsp:txXfrm>
    </dsp:sp>
    <dsp:sp modelId="{D352E8C3-5E18-484A-A989-35928CC2DB3E}">
      <dsp:nvSpPr>
        <dsp:cNvPr id="0" name=""/>
        <dsp:cNvSpPr/>
      </dsp:nvSpPr>
      <dsp:spPr>
        <a:xfrm>
          <a:off x="5770810" y="59531"/>
          <a:ext cx="2480468" cy="4960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Node Four</a:t>
          </a:r>
        </a:p>
      </dsp:txBody>
      <dsp:txXfrm>
        <a:off x="5770810" y="59531"/>
        <a:ext cx="2480468" cy="4960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TitlePictureLineup">
  <dgm:title val=""/>
  <dgm:desc val=""/>
  <dgm:catLst>
    <dgm:cat type="picture" pri="18000"/>
    <dgm:cat type="pictureconvert" pri="18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dir/>
    </dgm:varLst>
    <dgm:choose name="Name1">
      <dgm:if name="Name2" func="var" arg="dir" op="equ" val="norm">
        <dgm:alg type="lin">
          <dgm:param type="linDir" val="fromL"/>
          <dgm:param type="fallback" val="1D"/>
          <dgm:param type="horzAlign" val="ctr"/>
          <dgm:param type="vertAlign" val="mid"/>
          <dgm:param type="nodeVertAlign" val="t"/>
        </dgm:alg>
      </dgm:if>
      <dgm:else name="Name3">
        <dgm:alg type="lin">
          <dgm:param type="linDir" val="fromR"/>
          <dgm:param type="fallback" val="1D"/>
          <dgm:param type="horzAlign" val="ctr"/>
          <dgm:param type="vertAlign" val="mid"/>
          <dgm:param type="nodeVertAlign" val="t"/>
        </dgm:alg>
      </dgm:else>
    </dgm:choose>
    <dgm:shape xmlns:r="http://schemas.openxmlformats.org/officeDocument/2006/relationships" r:blip="">
      <dgm:adjLst/>
    </dgm:shape>
    <dgm:constrLst>
      <dgm:constr type="h" for="des" forName="Child" op="equ"/>
      <dgm:constr type="w" for="des" forName="Child" op="equ"/>
      <dgm:constr type="h" for="des" forName="Accent" op="equ"/>
      <dgm:constr type="w" for="des" forName="Accent" op="equ"/>
      <dgm:constr type="primFontSz" for="des" forName="Parent" op="equ"/>
      <dgm:constr type="primFontSz" for="des" forName="Child" op="equ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05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0.5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 fact="0.1"/>
              <dgm:constr type="l" for="ch" forName="Accent" refType="w" fact="0"/>
              <dgm:constr type="b" for="ch" forName="Accent" refType="h"/>
              <dgm:constr type="w" for="ch" forName="Accent" refType="w" fact="0"/>
              <dgm:constr type="h" for="ch" forName="Accent" refType="h" fact="0.9"/>
              <dgm:constr type="l" for="ch" forName="Image" refType="w" fact="0.05"/>
              <dgm:constr type="t" for="ch" forName="Image" refType="h" fact="0.13"/>
              <dgm:constr type="w" for="ch" forName="Image" refType="w" fact="0.9467"/>
              <dgm:constr type="h" for="ch" forName="Image" refType="h" fact="0.405"/>
              <dgm:constr type="l" for="ch" forName="Child" refType="w" fact="0.05"/>
              <dgm:constr type="t" for="ch" forName="Child" refType="h" fact="0.535"/>
              <dgm:constr type="w" for="ch" forName="Child" refType="w" fact="0.9467"/>
              <dgm:constr type="h" for="ch" forName="Child" refType="h" fact="0.465"/>
            </dgm:constrLst>
          </dgm:if>
          <dgm:else name="Name6">
            <dgm:constrLst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 fact="0.1"/>
              <dgm:constr type="l" for="ch" forName="Accent" refType="w"/>
              <dgm:constr type="b" for="ch" forName="Accent" refType="h"/>
              <dgm:constr type="h" for="ch" forName="Accent" refType="h" fact="0.9"/>
              <dgm:constr type="l" for="ch" forName="Image" refType="w" fact="0"/>
              <dgm:constr type="t" for="ch" forName="Image" refType="h" fact="0.13"/>
              <dgm:constr type="w" for="ch" forName="Image" refType="w" fact="0.9467"/>
              <dgm:constr type="h" for="ch" forName="Image" refType="h" fact="0.405"/>
              <dgm:constr type="l" for="ch" forName="Child" refType="w" fact="0"/>
              <dgm:constr type="t" for="ch" forName="Child" refType="h" fact="0.535"/>
              <dgm:constr type="w" for="ch" forName="Child" refType="w" fact="0.9467"/>
              <dgm:constr type="h" for="ch" forName="Child" refType="h" fact="0.465"/>
            </dgm:constrLst>
          </dgm:else>
        </dgm:choose>
        <dgm:forEach name="Name7" axis="self" ptType="node">
          <dgm:layoutNode name="Accent" styleLbl="alignAcc1">
            <dgm:alg type="sp"/>
            <dgm:shape xmlns:r="http://schemas.openxmlformats.org/officeDocument/2006/relationships" type="line" r:blip="">
              <dgm:adjLst/>
            </dgm:shape>
            <dgm:presOf/>
          </dgm:layoutNode>
          <dgm:layoutNode name="Image">
            <dgm:alg type="sp"/>
            <dgm:shape xmlns:r="http://schemas.openxmlformats.org/officeDocument/2006/relationships" type="rect" r:blip="" blipPhldr="1">
              <dgm:adjLst/>
            </dgm:shape>
            <dgm:presOf/>
          </dgm:layoutNode>
          <dgm:layoutNode name="Child" styleLbl="revTx">
            <dgm:varLst>
              <dgm:bulletEnabled val="1"/>
            </dgm:varLst>
            <dgm:choose name="Name8">
              <dgm:if name="Name9" axis="ch" ptType="node" func="cnt" op="gt" val="1">
                <dgm:choose name="Name10">
                  <dgm:if name="Name11" func="var" arg="dir" op="equ" val="norm">
                    <dgm:alg type="tx">
                      <dgm:param type="shpTxLTRAlignCh" val="l"/>
                      <dgm:param type="shpTxRTLAlignCh" val="r"/>
                      <dgm:param type="txAnchorVert" val="t"/>
                      <dgm:param type="stBulletLvl" val="1"/>
                    </dgm:alg>
                  </dgm:if>
                  <dgm:else name="Name12">
                    <dgm:alg type="tx">
                      <dgm:param type="shpTxLTRAlignCh" val="l"/>
                      <dgm:param type="shpTxRTLAlignCh" val="r"/>
                      <dgm:param type="txAnchorVert" val="t"/>
                      <dgm:param type="stBulletLvl" val="1"/>
                    </dgm:alg>
                  </dgm:else>
                </dgm:choose>
              </dgm:if>
              <dgm:else name="Name13">
                <dgm:choose name="Name14">
                  <dgm:if name="Name15" func="var" arg="dir" op="equ" val="norm">
                    <dgm:alg type="tx">
                      <dgm:param type="shpTxLTRAlignCh" val="l"/>
                      <dgm:param type="shpTxRTLAlignCh" val="r"/>
                      <dgm:param type="txAnchorVert" val="t"/>
                      <dgm:param type="stBulletLvl" val="2"/>
                    </dgm:alg>
                  </dgm:if>
                  <dgm:else name="Name16">
                    <dgm:alg type="tx">
                      <dgm:param type="shpTxLTRAlignCh" val="l"/>
                      <dgm:param type="shpTxRTLAlignCh" val="r"/>
                      <dgm:param type="txAnchorVert" val="t"/>
                      <dgm:param type="stBulletLvl" val="2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2"/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  <dgm:layoutNode name="Parent" styleLbl="alignNode1">
            <dgm:varLst>
              <dgm:bulletEnabled val="1"/>
            </dgm:varLst>
            <dgm:alg type="tx">
              <dgm:param type="shpTxLTRAlignCh" val="ctr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self"/>
            <dgm:constrLst>
              <dgm:constr type="lMarg" refType="primFontSz" fact="0.2"/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forEach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1DE54-49E7-F93E-2F37-0DBF125E7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4C35B8-65F2-D6B7-FFAF-973710833B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9DA71-BF3F-0BC1-A75B-29BDDA882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A363-FD8E-45C1-B2E1-035B8A6FF3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02AE1-382B-2CC0-51E1-2D9A5701E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A13A2-4528-5606-14C6-76A8B0534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44BA-1D00-46F9-AF95-625EB9CFD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48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B6117-3C2A-A284-A8AC-348012DA9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32097-6127-2A47-0750-BCD4ABB8B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96E0A-DC6B-05B1-3A3B-64B22345C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A363-FD8E-45C1-B2E1-035B8A6FF3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3B6BE-C5A4-42F5-8786-762D0B318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D80B6-6E29-DF6E-DEE5-65A41A785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44BA-1D00-46F9-AF95-625EB9CFD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905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CBE5E-9F9A-B91D-C470-D49D0D26F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39D7B-2900-821A-1AC1-B7E0AFEAE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EFB22-8C3F-CF73-3AC0-342E2C02C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A363-FD8E-45C1-B2E1-035B8A6FF3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AB295-C0D6-40DB-3D2A-1C75C6AAE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CE92D-59AB-4640-71E5-1CBE93CA3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44BA-1D00-46F9-AF95-625EB9CFD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033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6FD05-D3E4-AAD5-12B2-696A960CD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3A35C-4CA6-4817-A246-4C718B3DA4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5A190-17B3-90CC-552F-E956E41A9D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0FBB3F-3DDF-40EB-9490-391651DA4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A363-FD8E-45C1-B2E1-035B8A6FF3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EDC8C-DB6F-BB5C-0B03-5F2489E1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067D4-ACB0-8A54-7CCD-5F9092F59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44BA-1D00-46F9-AF95-625EB9CFD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89C28-4850-9684-C1AD-809D61715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54997-DAA7-FCE1-90A2-9CC48FC9F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9A510E-D1B9-D83A-1A56-64B4497DE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D066F7-0CF4-8384-D67E-A66022432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C98FC9-2D9A-23C7-F14F-4D77C669D1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B545DD-E3FB-A310-35FD-DC94564AD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A363-FD8E-45C1-B2E1-035B8A6FF3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EAA821-0B33-3514-9036-B83690276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AC210C-482D-7633-0B39-34CEF1936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44BA-1D00-46F9-AF95-625EB9CFD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726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34E58-E951-2826-06FD-8939F3301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5AB0D2-3B9A-7A67-BA47-F76B963FF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A363-FD8E-45C1-B2E1-035B8A6FF3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6EA990-B066-9481-BC56-7522FC48F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D6AEEE-D0F8-D24E-DA10-B82849AC0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44BA-1D00-46F9-AF95-625EB9CFD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30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9B6EB7-5F9B-BF3D-7126-43C5BF1E8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A363-FD8E-45C1-B2E1-035B8A6FF3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77FFEF-7F7E-2024-B5A8-3C2361A39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50968-14D8-2FEB-0593-35C9C0F8B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44BA-1D00-46F9-AF95-625EB9CFD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34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C23DB-1606-CFBC-1EDD-31B2A5AB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3ACAB-1F56-E53D-02BC-8ED11BAD6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9089FA-6325-7A93-537C-EA0719627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0FC04F-E9FA-F841-A4D3-7E8FF085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A363-FD8E-45C1-B2E1-035B8A6FF3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83E93-B3F7-123E-1FD7-3394DD6C5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051F2-1291-D334-BA2D-FAE9F1EE1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44BA-1D00-46F9-AF95-625EB9CFD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906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B929A-721E-5617-131A-A441EE1F1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6393DD-94AE-5575-E3CD-2BEC5341F0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C589E1-7366-B15F-11B8-071E37CA99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1CFF0-CB0A-FBE3-80BA-F69AD8F7F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A363-FD8E-45C1-B2E1-035B8A6FF3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525FB-B019-1338-0AEF-9305E05CF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3DA900-FA61-CCBC-A126-C7D5BAB40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44BA-1D00-46F9-AF95-625EB9CFD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320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9AE02-97A0-E316-7362-D74568413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6B296-A54F-57E3-1DDC-91E201EFA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A4823-29D0-1CF8-C4EB-E6C5AF995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A363-FD8E-45C1-B2E1-035B8A6FF3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E7403-723C-630E-F525-0F5F25C81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6B1FB-7FDA-6862-F9E1-6B9AA11AF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44BA-1D00-46F9-AF95-625EB9CFD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412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5F73E-44B6-9F81-A356-D1787F2034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CA8B4-49F3-263A-49AD-C39CEBE5E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05C31-5D73-317D-E5A2-749321262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BA363-FD8E-45C1-B2E1-035B8A6FF3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A5FE2-E597-A8AB-D5FB-23F9E6C10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F4808-512D-16D6-EDAF-ED3E19D64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244BA-1D00-46F9-AF95-625EB9CFD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678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BA6181-DE3C-9C81-8E28-81AF0C7F0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3CEF1-1E96-CC8E-415D-20856C230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990CD-7AA5-C8EE-EB12-03CDF3C081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8BA363-FD8E-45C1-B2E1-035B8A6FF32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13F58-500A-1476-4CAB-494A328509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7C854-C32D-F13C-79FD-922C0F3C3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A244BA-1D00-46F9-AF95-625EB9CFD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00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2150C8E-E4E6-A6A7-8241-66A640C12E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6324686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1261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2026-09-06T08:15:05Z</dcterms:created>
  <dcterms:modified xsi:type="dcterms:W3CDTF">2026-09-06T08:15:05Z</dcterms:modified>
</cp:coreProperties>
</file>