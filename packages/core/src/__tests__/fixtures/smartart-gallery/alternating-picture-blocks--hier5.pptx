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E3A446-4B8A-4EFF-BC44-BF558B1DD93B}" type="doc">
      <dgm:prSet loTypeId="urn:microsoft.com/office/officeart/2008/layout/AlternatingPictureBlocks" loCatId="picture" qsTypeId="urn:microsoft.com/office/officeart/2005/8/quickstyle/simple1" qsCatId="simple" csTypeId="urn:microsoft.com/office/officeart/2005/8/colors/accent1_2" csCatId="accent1" phldr="1"/>
      <dgm:spPr/>
    </dgm:pt>
    <dgm:pt modelId="{389878DD-01B6-4F03-A55A-D5BB615A8FF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55D0D2F8-B75A-4989-A2EB-C0AC1281C8B1}" type="parTrans" cxnId="{0A3B173F-02EF-478F-8B2E-3534F64001EC}">
      <dgm:prSet/>
      <dgm:spPr/>
    </dgm:pt>
    <dgm:pt modelId="{7487A834-B7F6-4272-867B-4959F722EC40}" type="sibTrans" cxnId="{0A3B173F-02EF-478F-8B2E-3534F64001EC}">
      <dgm:prSet/>
      <dgm:spPr/>
    </dgm:pt>
    <dgm:pt modelId="{ED2CE3FF-CE47-48A1-8F76-9CDE3151CA49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9D57234-FF43-49A1-928D-11330F9E7DFB}" type="parTrans" cxnId="{59BC3677-0CA2-455D-9D77-8D90D145E2A8}">
      <dgm:prSet/>
      <dgm:spPr/>
    </dgm:pt>
    <dgm:pt modelId="{1B76A45A-4F0F-4430-BE5B-CBD864CCABAD}" type="sibTrans" cxnId="{59BC3677-0CA2-455D-9D77-8D90D145E2A8}">
      <dgm:prSet/>
      <dgm:spPr/>
    </dgm:pt>
    <dgm:pt modelId="{CF5149B7-74F2-4D62-95CD-A9693C49F70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55D7C192-B3C6-4D53-8A44-DF9D6E172AD5}" type="parTrans" cxnId="{142FB883-A163-4DA9-A725-C4A7AADBDA94}">
      <dgm:prSet/>
      <dgm:spPr/>
    </dgm:pt>
    <dgm:pt modelId="{E9168180-D63B-446E-BB1C-BB7B301859FD}" type="sibTrans" cxnId="{142FB883-A163-4DA9-A725-C4A7AADBDA94}">
      <dgm:prSet/>
      <dgm:spPr/>
    </dgm:pt>
    <dgm:pt modelId="{E95D3C1C-18BF-4015-834B-D3962C75419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36D3040-057D-43AB-A89A-6F671C943D16}" type="parTrans" cxnId="{04C9ADFD-742B-4229-BCA4-DEAB7DDFAE10}">
      <dgm:prSet/>
      <dgm:spPr/>
    </dgm:pt>
    <dgm:pt modelId="{8CCA95FA-A989-4FBB-BEDF-5B38DBBB380C}" type="sibTrans" cxnId="{04C9ADFD-742B-4229-BCA4-DEAB7DDFAE10}">
      <dgm:prSet/>
      <dgm:spPr/>
    </dgm:pt>
    <dgm:pt modelId="{5FC08E69-7290-4EFE-A663-333B4C15725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127CD436-7AEE-4B8E-BB1E-189975228790}" type="parTrans" cxnId="{01DCF19A-F2DB-49D7-BDED-446B12F5FAF2}">
      <dgm:prSet/>
      <dgm:spPr/>
    </dgm:pt>
    <dgm:pt modelId="{552E15A1-6C69-4637-B421-22613DFA9EB7}" type="sibTrans" cxnId="{01DCF19A-F2DB-49D7-BDED-446B12F5FAF2}">
      <dgm:prSet/>
      <dgm:spPr/>
    </dgm:pt>
    <dgm:pt modelId="{E6BDC94B-12C6-4D3B-BEB1-CF1AFD2E1E65}" type="pres">
      <dgm:prSet presAssocID="{6BE3A446-4B8A-4EFF-BC44-BF558B1DD93B}" presName="linearFlow" presStyleCnt="0">
        <dgm:presLayoutVars>
          <dgm:dir/>
          <dgm:resizeHandles val="exact"/>
        </dgm:presLayoutVars>
      </dgm:prSet>
      <dgm:spPr/>
    </dgm:pt>
    <dgm:pt modelId="{DF9B7362-7413-416D-B7CB-367977951045}" type="pres">
      <dgm:prSet presAssocID="{389878DD-01B6-4F03-A55A-D5BB615A8FF8}" presName="comp" presStyleCnt="0"/>
      <dgm:spPr/>
    </dgm:pt>
    <dgm:pt modelId="{8BC17432-2AA4-4C97-BCB0-D1ED1FBD16F9}" type="pres">
      <dgm:prSet presAssocID="{389878DD-01B6-4F03-A55A-D5BB615A8FF8}" presName="rect2" presStyleLbl="node1" presStyleIdx="0" presStyleCnt="3">
        <dgm:presLayoutVars>
          <dgm:bulletEnabled val="1"/>
        </dgm:presLayoutVars>
      </dgm:prSet>
      <dgm:spPr/>
    </dgm:pt>
    <dgm:pt modelId="{AD785934-2C29-45BC-8ADA-CA333660520A}" type="pres">
      <dgm:prSet presAssocID="{389878DD-01B6-4F03-A55A-D5BB615A8FF8}" presName="rect1" presStyleLbl="lnNode1" presStyleIdx="0" presStyleCnt="3"/>
      <dgm:spPr/>
    </dgm:pt>
    <dgm:pt modelId="{94BB3885-DDF0-42C5-8BE2-8E4B2D824EDE}" type="pres">
      <dgm:prSet presAssocID="{7487A834-B7F6-4272-867B-4959F722EC40}" presName="sibTrans" presStyleCnt="0"/>
      <dgm:spPr/>
    </dgm:pt>
    <dgm:pt modelId="{64DEC2AB-7686-47A9-BF21-100994CB3B35}" type="pres">
      <dgm:prSet presAssocID="{CF5149B7-74F2-4D62-95CD-A9693C49F700}" presName="comp" presStyleCnt="0"/>
      <dgm:spPr/>
    </dgm:pt>
    <dgm:pt modelId="{6E90A398-9CF0-4260-A3FE-8C50FFA0F86B}" type="pres">
      <dgm:prSet presAssocID="{CF5149B7-74F2-4D62-95CD-A9693C49F700}" presName="rect2" presStyleLbl="node1" presStyleIdx="1" presStyleCnt="3">
        <dgm:presLayoutVars>
          <dgm:bulletEnabled val="1"/>
        </dgm:presLayoutVars>
      </dgm:prSet>
      <dgm:spPr/>
    </dgm:pt>
    <dgm:pt modelId="{8478A89F-A0C9-4242-883D-D9CDA911F284}" type="pres">
      <dgm:prSet presAssocID="{CF5149B7-74F2-4D62-95CD-A9693C49F700}" presName="rect1" presStyleLbl="lnNode1" presStyleIdx="1" presStyleCnt="3"/>
      <dgm:spPr/>
    </dgm:pt>
    <dgm:pt modelId="{5F199271-2F2A-4F28-9A65-B772769E7047}" type="pres">
      <dgm:prSet presAssocID="{E9168180-D63B-446E-BB1C-BB7B301859FD}" presName="sibTrans" presStyleCnt="0"/>
      <dgm:spPr/>
    </dgm:pt>
    <dgm:pt modelId="{342B76F0-9A9D-4959-886B-D5C8E392FD05}" type="pres">
      <dgm:prSet presAssocID="{E95D3C1C-18BF-4015-834B-D3962C754198}" presName="comp" presStyleCnt="0"/>
      <dgm:spPr/>
    </dgm:pt>
    <dgm:pt modelId="{8E926CE8-054B-435E-8DEF-B0C2F95B56E8}" type="pres">
      <dgm:prSet presAssocID="{E95D3C1C-18BF-4015-834B-D3962C754198}" presName="rect2" presStyleLbl="node1" presStyleIdx="2" presStyleCnt="3">
        <dgm:presLayoutVars>
          <dgm:bulletEnabled val="1"/>
        </dgm:presLayoutVars>
      </dgm:prSet>
      <dgm:spPr/>
    </dgm:pt>
    <dgm:pt modelId="{192D6D2E-7777-46E3-835D-C0DE3869321E}" type="pres">
      <dgm:prSet presAssocID="{E95D3C1C-18BF-4015-834B-D3962C754198}" presName="rect1" presStyleLbl="lnNode1" presStyleIdx="2" presStyleCnt="3"/>
      <dgm:spPr/>
    </dgm:pt>
  </dgm:ptLst>
  <dgm:cxnLst>
    <dgm:cxn modelId="{2D94F00E-84FB-4CA9-86C6-1273551B976A}" type="presOf" srcId="{5FC08E69-7290-4EFE-A663-333B4C15725C}" destId="{8E926CE8-054B-435E-8DEF-B0C2F95B56E8}" srcOrd="0" destOrd="1" presId="urn:microsoft.com/office/officeart/2008/layout/AlternatingPictureBlocks"/>
    <dgm:cxn modelId="{2E820925-5351-482F-900D-6D85154D3157}" type="presOf" srcId="{389878DD-01B6-4F03-A55A-D5BB615A8FF8}" destId="{8BC17432-2AA4-4C97-BCB0-D1ED1FBD16F9}" srcOrd="0" destOrd="0" presId="urn:microsoft.com/office/officeart/2008/layout/AlternatingPictureBlocks"/>
    <dgm:cxn modelId="{8C12013D-D00D-4616-884B-202547CCED15}" type="presOf" srcId="{ED2CE3FF-CE47-48A1-8F76-9CDE3151CA49}" destId="{8BC17432-2AA4-4C97-BCB0-D1ED1FBD16F9}" srcOrd="0" destOrd="1" presId="urn:microsoft.com/office/officeart/2008/layout/AlternatingPictureBlocks"/>
    <dgm:cxn modelId="{0A3B173F-02EF-478F-8B2E-3534F64001EC}" srcId="{6BE3A446-4B8A-4EFF-BC44-BF558B1DD93B}" destId="{389878DD-01B6-4F03-A55A-D5BB615A8FF8}" srcOrd="0" destOrd="0" parTransId="{55D0D2F8-B75A-4989-A2EB-C0AC1281C8B1}" sibTransId="{7487A834-B7F6-4272-867B-4959F722EC40}"/>
    <dgm:cxn modelId="{59BC3677-0CA2-455D-9D77-8D90D145E2A8}" srcId="{389878DD-01B6-4F03-A55A-D5BB615A8FF8}" destId="{ED2CE3FF-CE47-48A1-8F76-9CDE3151CA49}" srcOrd="0" destOrd="0" parTransId="{09D57234-FF43-49A1-928D-11330F9E7DFB}" sibTransId="{1B76A45A-4F0F-4430-BE5B-CBD864CCABAD}"/>
    <dgm:cxn modelId="{48315879-2BD1-4818-B4C2-3C4B116D6272}" type="presOf" srcId="{6BE3A446-4B8A-4EFF-BC44-BF558B1DD93B}" destId="{E6BDC94B-12C6-4D3B-BEB1-CF1AFD2E1E65}" srcOrd="0" destOrd="0" presId="urn:microsoft.com/office/officeart/2008/layout/AlternatingPictureBlocks"/>
    <dgm:cxn modelId="{ACAB4483-A0CD-4A26-9D92-E4F7DF6CF712}" type="presOf" srcId="{E95D3C1C-18BF-4015-834B-D3962C754198}" destId="{8E926CE8-054B-435E-8DEF-B0C2F95B56E8}" srcOrd="0" destOrd="0" presId="urn:microsoft.com/office/officeart/2008/layout/AlternatingPictureBlocks"/>
    <dgm:cxn modelId="{142FB883-A163-4DA9-A725-C4A7AADBDA94}" srcId="{6BE3A446-4B8A-4EFF-BC44-BF558B1DD93B}" destId="{CF5149B7-74F2-4D62-95CD-A9693C49F700}" srcOrd="1" destOrd="0" parTransId="{55D7C192-B3C6-4D53-8A44-DF9D6E172AD5}" sibTransId="{E9168180-D63B-446E-BB1C-BB7B301859FD}"/>
    <dgm:cxn modelId="{01DCF19A-F2DB-49D7-BDED-446B12F5FAF2}" srcId="{E95D3C1C-18BF-4015-834B-D3962C754198}" destId="{5FC08E69-7290-4EFE-A663-333B4C15725C}" srcOrd="0" destOrd="0" parTransId="{127CD436-7AEE-4B8E-BB1E-189975228790}" sibTransId="{552E15A1-6C69-4637-B421-22613DFA9EB7}"/>
    <dgm:cxn modelId="{6DD113F1-EF46-488A-A422-5C401735AF96}" type="presOf" srcId="{CF5149B7-74F2-4D62-95CD-A9693C49F700}" destId="{6E90A398-9CF0-4260-A3FE-8C50FFA0F86B}" srcOrd="0" destOrd="0" presId="urn:microsoft.com/office/officeart/2008/layout/AlternatingPictureBlocks"/>
    <dgm:cxn modelId="{04C9ADFD-742B-4229-BCA4-DEAB7DDFAE10}" srcId="{6BE3A446-4B8A-4EFF-BC44-BF558B1DD93B}" destId="{E95D3C1C-18BF-4015-834B-D3962C754198}" srcOrd="2" destOrd="0" parTransId="{436D3040-057D-43AB-A89A-6F671C943D16}" sibTransId="{8CCA95FA-A989-4FBB-BEDF-5B38DBBB380C}"/>
    <dgm:cxn modelId="{5DF243B7-D35F-4856-AD51-539C1284D303}" type="presParOf" srcId="{E6BDC94B-12C6-4D3B-BEB1-CF1AFD2E1E65}" destId="{DF9B7362-7413-416D-B7CB-367977951045}" srcOrd="0" destOrd="0" presId="urn:microsoft.com/office/officeart/2008/layout/AlternatingPictureBlocks"/>
    <dgm:cxn modelId="{ABC0643C-ECBB-4EB0-BDDB-E99F6AE9F1D0}" type="presParOf" srcId="{DF9B7362-7413-416D-B7CB-367977951045}" destId="{8BC17432-2AA4-4C97-BCB0-D1ED1FBD16F9}" srcOrd="0" destOrd="0" presId="urn:microsoft.com/office/officeart/2008/layout/AlternatingPictureBlocks"/>
    <dgm:cxn modelId="{C5F0C648-B559-4BEE-AA70-D2FC8DB18680}" type="presParOf" srcId="{DF9B7362-7413-416D-B7CB-367977951045}" destId="{AD785934-2C29-45BC-8ADA-CA333660520A}" srcOrd="1" destOrd="0" presId="urn:microsoft.com/office/officeart/2008/layout/AlternatingPictureBlocks"/>
    <dgm:cxn modelId="{47DC43C4-0845-48A0-8EF7-C7849EA0F5F6}" type="presParOf" srcId="{E6BDC94B-12C6-4D3B-BEB1-CF1AFD2E1E65}" destId="{94BB3885-DDF0-42C5-8BE2-8E4B2D824EDE}" srcOrd="1" destOrd="0" presId="urn:microsoft.com/office/officeart/2008/layout/AlternatingPictureBlocks"/>
    <dgm:cxn modelId="{C15732FC-62B3-489E-B193-38C3C352012C}" type="presParOf" srcId="{E6BDC94B-12C6-4D3B-BEB1-CF1AFD2E1E65}" destId="{64DEC2AB-7686-47A9-BF21-100994CB3B35}" srcOrd="2" destOrd="0" presId="urn:microsoft.com/office/officeart/2008/layout/AlternatingPictureBlocks"/>
    <dgm:cxn modelId="{3844DFBF-34B8-4A48-A110-FF2C6017C262}" type="presParOf" srcId="{64DEC2AB-7686-47A9-BF21-100994CB3B35}" destId="{6E90A398-9CF0-4260-A3FE-8C50FFA0F86B}" srcOrd="0" destOrd="0" presId="urn:microsoft.com/office/officeart/2008/layout/AlternatingPictureBlocks"/>
    <dgm:cxn modelId="{2035F7F8-A954-4BDC-88B4-005A17AE7B89}" type="presParOf" srcId="{64DEC2AB-7686-47A9-BF21-100994CB3B35}" destId="{8478A89F-A0C9-4242-883D-D9CDA911F284}" srcOrd="1" destOrd="0" presId="urn:microsoft.com/office/officeart/2008/layout/AlternatingPictureBlocks"/>
    <dgm:cxn modelId="{D85581AA-BC90-4B0E-832C-916EEF7C9AA9}" type="presParOf" srcId="{E6BDC94B-12C6-4D3B-BEB1-CF1AFD2E1E65}" destId="{5F199271-2F2A-4F28-9A65-B772769E7047}" srcOrd="3" destOrd="0" presId="urn:microsoft.com/office/officeart/2008/layout/AlternatingPictureBlocks"/>
    <dgm:cxn modelId="{E10B84EC-FF45-463C-8548-721CB96291B1}" type="presParOf" srcId="{E6BDC94B-12C6-4D3B-BEB1-CF1AFD2E1E65}" destId="{342B76F0-9A9D-4959-886B-D5C8E392FD05}" srcOrd="4" destOrd="0" presId="urn:microsoft.com/office/officeart/2008/layout/AlternatingPictureBlocks"/>
    <dgm:cxn modelId="{BCB70BB3-529F-4F97-84C3-E91C07D1961C}" type="presParOf" srcId="{342B76F0-9A9D-4959-886B-D5C8E392FD05}" destId="{8E926CE8-054B-435E-8DEF-B0C2F95B56E8}" srcOrd="0" destOrd="0" presId="urn:microsoft.com/office/officeart/2008/layout/AlternatingPictureBlocks"/>
    <dgm:cxn modelId="{3203935B-22D8-4929-9979-89A1CB863D72}" type="presParOf" srcId="{342B76F0-9A9D-4959-886B-D5C8E392FD05}" destId="{192D6D2E-7777-46E3-835D-C0DE3869321E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17432-2AA4-4C97-BCB0-D1ED1FBD16F9}">
      <dsp:nvSpPr>
        <dsp:cNvPr id="0" name=""/>
        <dsp:cNvSpPr/>
      </dsp:nvSpPr>
      <dsp:spPr>
        <a:xfrm>
          <a:off x="3272333" y="1939"/>
          <a:ext cx="3370361" cy="1524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One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Node Two has a longer label</a:t>
          </a:r>
        </a:p>
      </dsp:txBody>
      <dsp:txXfrm>
        <a:off x="3272333" y="1939"/>
        <a:ext cx="3370361" cy="1524360"/>
      </dsp:txXfrm>
    </dsp:sp>
    <dsp:sp modelId="{AD785934-2C29-45BC-8ADA-CA333660520A}">
      <dsp:nvSpPr>
        <dsp:cNvPr id="0" name=""/>
        <dsp:cNvSpPr/>
      </dsp:nvSpPr>
      <dsp:spPr>
        <a:xfrm>
          <a:off x="1612304" y="1939"/>
          <a:ext cx="1509117" cy="1524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0A398-9CF0-4260-A3FE-8C50FFA0F86B}">
      <dsp:nvSpPr>
        <dsp:cNvPr id="0" name=""/>
        <dsp:cNvSpPr/>
      </dsp:nvSpPr>
      <dsp:spPr>
        <a:xfrm>
          <a:off x="1612304" y="1777819"/>
          <a:ext cx="3370361" cy="1524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Three</a:t>
          </a:r>
        </a:p>
      </dsp:txBody>
      <dsp:txXfrm>
        <a:off x="1612304" y="1777819"/>
        <a:ext cx="3370361" cy="1524360"/>
      </dsp:txXfrm>
    </dsp:sp>
    <dsp:sp modelId="{8478A89F-A0C9-4242-883D-D9CDA911F284}">
      <dsp:nvSpPr>
        <dsp:cNvPr id="0" name=""/>
        <dsp:cNvSpPr/>
      </dsp:nvSpPr>
      <dsp:spPr>
        <a:xfrm>
          <a:off x="5133578" y="1777819"/>
          <a:ext cx="1509117" cy="1524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26CE8-054B-435E-8DEF-B0C2F95B56E8}">
      <dsp:nvSpPr>
        <dsp:cNvPr id="0" name=""/>
        <dsp:cNvSpPr/>
      </dsp:nvSpPr>
      <dsp:spPr>
        <a:xfrm>
          <a:off x="3272333" y="3553699"/>
          <a:ext cx="3370361" cy="1524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Four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Node Five</a:t>
          </a:r>
        </a:p>
      </dsp:txBody>
      <dsp:txXfrm>
        <a:off x="3272333" y="3553699"/>
        <a:ext cx="3370361" cy="1524360"/>
      </dsp:txXfrm>
    </dsp:sp>
    <dsp:sp modelId="{192D6D2E-7777-46E3-835D-C0DE3869321E}">
      <dsp:nvSpPr>
        <dsp:cNvPr id="0" name=""/>
        <dsp:cNvSpPr/>
      </dsp:nvSpPr>
      <dsp:spPr>
        <a:xfrm>
          <a:off x="1612304" y="3553699"/>
          <a:ext cx="1509117" cy="15243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0A74-392C-8678-58B4-C2C05F23D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BA448-0077-08ED-80E0-15EF8E163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B537D-8E51-3348-2C4E-BFB90B1D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33665-0711-241D-BC55-28EF970C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ACEAD-EB9A-B0EF-25EA-9C30A64C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5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A2C0-698B-54D6-134D-B8E2F15F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B0916-3C11-99A0-D79B-AC349BFE7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B2000-DC4D-408E-0CE6-8E20EC776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3E760-BA00-B742-EB44-042FA487E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00E46-D33C-4FA8-D101-8BC1B57E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DCE2-556C-A01C-7D3A-B65B2721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84099-147B-01AE-A42D-40A749A9E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69F8A-0CF5-8B84-D17F-40006387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1A017-B755-2B7E-1C69-0A0EE3BA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34512-7718-9B13-D21F-2469AB5A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4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CEDC8-3DA4-C6DB-8D51-FD8C8B260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28B3-B1AB-9779-655A-EFBAC4C1C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D7597-7BFA-9A55-9B85-808F45CA6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10B4B-327C-5F96-40AD-E15D0D62F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64C07-9A8E-D9D8-7BA2-A1F74EAC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3C06E-FB9B-A10F-D507-A9027B07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71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3647-EBCC-835B-2B0C-14B7C10C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7811A-EB1E-7B9D-A968-EA32BEE22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4F89F-560B-C230-7629-9BD1BF156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065E1-AB54-5DF2-E9DF-F5D0D7926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1A92F-BB06-6664-206A-A8C0634A0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1C4A0-8CF0-D60C-6282-BA6677E5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33AE67-AD5E-E1B4-BE25-76BDD8EC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EFAB6-8F35-363E-2B87-E52D1F15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7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B6F8E-8CA2-C833-62A2-DFFE75BF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47DF2-DCFB-0B6A-C353-6A143C0B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A2F9D-97A7-80A9-7FCE-B70ECE5C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EE129-5868-3D25-72D3-2B819866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43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39F421-67C9-EAAA-8F52-47E86EFF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D0269-A68D-2D55-7FA6-DA4CE558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9D1CC-0057-3AE9-7BF1-B16D87843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18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03F4-A3A2-A852-83F3-C6AB9BCA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A35DD-2DD5-03E0-87BC-FBC20D181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03142-7BA0-E928-B52B-57833B648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B716E-9D8D-18B3-E2D3-FCFCB257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77F0D-4CC5-C865-7462-90D0EC09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C19C2-2DD5-FB2E-8CB0-CDBC440C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DE42-A2D4-F7AE-B5FD-C88972C38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9EA24-6D0E-3AD5-0D47-2895C8412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01C1E-1A92-D770-B205-008981E2F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3C528-6A9C-CCCE-CF5E-23F6EA7C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A3873-C47A-2109-23EF-055AEA4AA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A3010-2865-21CC-2A59-63C0FAD9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3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C211-18EB-C4B8-DEDD-1555C1624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DEE58-93BC-9EAB-B665-9DC6D08FD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EC979-23CE-745E-B0B5-B1C3CADC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084DA-587B-C07D-DB27-DC49E696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52ED9-5988-4CDC-7C35-5FD5D6CC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2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DD3D5-59BD-BEA7-25B6-0881546F1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F57FD-3D96-D0C8-3624-4A6197151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B34C4-5FFA-A0AF-205C-8B45C582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0B592-457B-90D5-07DF-8DBDA987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88C6F-7B72-F8CF-3AFE-05CC5A38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5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15527-B0A8-20BD-0106-08223002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FEABC-C46A-41D8-84F3-37863B11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43E40-9157-E6E1-FBB9-47F71DC75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D338C-7F9D-471E-9AA0-3C3B8EE356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39CC7-8DBC-B240-3F5D-352D43D5D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B90FB-CB64-ADAC-BFF9-418E37D06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39D29-6921-42E0-9EC8-DBAE16638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8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F5358A6-11A0-CC3E-2096-B5DA644631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256293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889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2026-09-06T08:12:57Z</dcterms:created>
  <dcterms:modified xsi:type="dcterms:W3CDTF">2026-09-06T08:12:58Z</dcterms:modified>
</cp:coreProperties>
</file>