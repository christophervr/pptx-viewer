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A2836E9-F76F-4BAB-A104-FF4F4FBB669F}" type="doc">
      <dgm:prSet loTypeId="urn:microsoft.com/office/officeart/2008/layout/PictureGrid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9529491-8772-4DEF-82ED-4CBE919FA27B}">
      <dgm:prSet phldrT="[Text]"/>
      <dgm:spPr/>
      <dgm:t>
        <a:bodyPr/>
        <a:lstStyle/>
        <a:p>
          <a:r>
            <a:rPr lang="en-US"/>
            <a:t>Alpha</a:t>
          </a:r>
        </a:p>
      </dgm:t>
    </dgm:pt>
    <dgm:pt modelId="{549E8F90-44F9-453F-91DC-C3D0B229B768}" type="parTrans" cxnId="{DFF73640-133F-4B29-AED7-ADA7D389DE2A}">
      <dgm:prSet/>
      <dgm:spPr/>
    </dgm:pt>
    <dgm:pt modelId="{F6BA813C-6F21-42E9-BC37-CF30287F4D73}" type="sibTrans" cxnId="{DFF73640-133F-4B29-AED7-ADA7D389DE2A}">
      <dgm:prSet/>
      <dgm:spPr/>
    </dgm:pt>
    <dgm:pt modelId="{00E963B4-9EAB-4E62-8608-8F566C2BBB48}">
      <dgm:prSet phldrT="[Text]"/>
      <dgm:spPr/>
      <dgm:t>
        <a:bodyPr/>
        <a:lstStyle/>
        <a:p>
          <a:r>
            <a:rPr lang="en-US"/>
            <a:t>Beta has a noticeably longer label than the others</a:t>
          </a:r>
        </a:p>
      </dgm:t>
    </dgm:pt>
    <dgm:pt modelId="{00BDE994-89A3-423E-AEB9-C380D0C57483}" type="parTrans" cxnId="{8FCB42E0-AF93-408C-BB59-2899C3C463F2}">
      <dgm:prSet/>
      <dgm:spPr/>
    </dgm:pt>
    <dgm:pt modelId="{2F82BAFA-5A0F-43DC-8C43-1F4A748A490A}" type="sibTrans" cxnId="{8FCB42E0-AF93-408C-BB59-2899C3C463F2}">
      <dgm:prSet/>
      <dgm:spPr/>
    </dgm:pt>
    <dgm:pt modelId="{4343F084-D717-4DAF-B24C-FB7AE7301814}">
      <dgm:prSet phldrT="[Text]"/>
      <dgm:spPr/>
      <dgm:t>
        <a:bodyPr/>
        <a:lstStyle/>
        <a:p>
          <a:r>
            <a:rPr lang="en-US"/>
            <a:t>Gamma</a:t>
          </a:r>
        </a:p>
      </dgm:t>
    </dgm:pt>
    <dgm:pt modelId="{6826E25A-892A-4864-8647-1FCC75C49418}" type="parTrans" cxnId="{5FCC1437-B11B-440E-85E6-8043D7E02C65}">
      <dgm:prSet/>
      <dgm:spPr/>
    </dgm:pt>
    <dgm:pt modelId="{18DD1D6B-68E7-4AF7-975F-3C81F7C9EBFF}" type="sibTrans" cxnId="{5FCC1437-B11B-440E-85E6-8043D7E02C65}">
      <dgm:prSet/>
      <dgm:spPr/>
    </dgm:pt>
    <dgm:pt modelId="{67C4F8B1-AE0F-4128-9715-3C0B25C3AB39}" type="pres">
      <dgm:prSet presAssocID="{4A2836E9-F76F-4BAB-A104-FF4F4FBB669F}" presName="Name0" presStyleCnt="0">
        <dgm:presLayoutVars>
          <dgm:dir/>
        </dgm:presLayoutVars>
      </dgm:prSet>
      <dgm:spPr/>
    </dgm:pt>
    <dgm:pt modelId="{DAF655E1-4C4F-4B7C-B443-2FC8BE248987}" type="pres">
      <dgm:prSet presAssocID="{19529491-8772-4DEF-82ED-4CBE919FA27B}" presName="composite" presStyleCnt="0"/>
      <dgm:spPr/>
    </dgm:pt>
    <dgm:pt modelId="{10F5A3E1-393F-4AB1-94E3-3F89880818A0}" type="pres">
      <dgm:prSet presAssocID="{19529491-8772-4DEF-82ED-4CBE919FA27B}" presName="rect2" presStyleLbl="revTx" presStyleIdx="0" presStyleCnt="3">
        <dgm:presLayoutVars>
          <dgm:bulletEnabled val="1"/>
        </dgm:presLayoutVars>
      </dgm:prSet>
      <dgm:spPr/>
    </dgm:pt>
    <dgm:pt modelId="{33E4FCD1-109A-47FF-92E5-396046B5731D}" type="pres">
      <dgm:prSet presAssocID="{19529491-8772-4DEF-82ED-4CBE919FA27B}" presName="rect1" presStyleLbl="alignImgPlace1" presStyleIdx="0" presStyleCnt="3"/>
      <dgm:spPr/>
    </dgm:pt>
    <dgm:pt modelId="{585D6DDC-A2F9-4048-82B6-DF3EFA6408C8}" type="pres">
      <dgm:prSet presAssocID="{F6BA813C-6F21-42E9-BC37-CF30287F4D73}" presName="sibTrans" presStyleCnt="0"/>
      <dgm:spPr/>
    </dgm:pt>
    <dgm:pt modelId="{8490B0FA-517A-4386-BC3A-282DBCF23FE0}" type="pres">
      <dgm:prSet presAssocID="{00E963B4-9EAB-4E62-8608-8F566C2BBB48}" presName="composite" presStyleCnt="0"/>
      <dgm:spPr/>
    </dgm:pt>
    <dgm:pt modelId="{D8BB3965-921C-4DFF-8CA7-896DF68E92BE}" type="pres">
      <dgm:prSet presAssocID="{00E963B4-9EAB-4E62-8608-8F566C2BBB48}" presName="rect2" presStyleLbl="revTx" presStyleIdx="1" presStyleCnt="3">
        <dgm:presLayoutVars>
          <dgm:bulletEnabled val="1"/>
        </dgm:presLayoutVars>
      </dgm:prSet>
      <dgm:spPr/>
    </dgm:pt>
    <dgm:pt modelId="{8BB96AFA-35CC-4235-BE59-77855151E555}" type="pres">
      <dgm:prSet presAssocID="{00E963B4-9EAB-4E62-8608-8F566C2BBB48}" presName="rect1" presStyleLbl="alignImgPlace1" presStyleIdx="1" presStyleCnt="3"/>
      <dgm:spPr/>
    </dgm:pt>
    <dgm:pt modelId="{8614AA7B-93F4-4546-ABE1-AA7A1091FB81}" type="pres">
      <dgm:prSet presAssocID="{2F82BAFA-5A0F-43DC-8C43-1F4A748A490A}" presName="sibTrans" presStyleCnt="0"/>
      <dgm:spPr/>
    </dgm:pt>
    <dgm:pt modelId="{299A5867-3CA2-4AC9-8C3B-69F7DD876E42}" type="pres">
      <dgm:prSet presAssocID="{4343F084-D717-4DAF-B24C-FB7AE7301814}" presName="composite" presStyleCnt="0"/>
      <dgm:spPr/>
    </dgm:pt>
    <dgm:pt modelId="{00CD2787-0167-4BBC-9BE9-0F360069B02F}" type="pres">
      <dgm:prSet presAssocID="{4343F084-D717-4DAF-B24C-FB7AE7301814}" presName="rect2" presStyleLbl="revTx" presStyleIdx="2" presStyleCnt="3">
        <dgm:presLayoutVars>
          <dgm:bulletEnabled val="1"/>
        </dgm:presLayoutVars>
      </dgm:prSet>
      <dgm:spPr/>
    </dgm:pt>
    <dgm:pt modelId="{3BF9DE16-9840-4F64-85E2-D45CD1378773}" type="pres">
      <dgm:prSet presAssocID="{4343F084-D717-4DAF-B24C-FB7AE7301814}" presName="rect1" presStyleLbl="alignImgPlace1" presStyleIdx="2" presStyleCnt="3"/>
      <dgm:spPr/>
    </dgm:pt>
  </dgm:ptLst>
  <dgm:cxnLst>
    <dgm:cxn modelId="{A86F9003-8BF9-437C-A256-63819AC9E1A7}" type="presOf" srcId="{4A2836E9-F76F-4BAB-A104-FF4F4FBB669F}" destId="{67C4F8B1-AE0F-4128-9715-3C0B25C3AB39}" srcOrd="0" destOrd="0" presId="urn:microsoft.com/office/officeart/2008/layout/PictureGrid"/>
    <dgm:cxn modelId="{3438BA13-0A9A-4368-8FF4-61B3B5C0FD94}" type="presOf" srcId="{19529491-8772-4DEF-82ED-4CBE919FA27B}" destId="{10F5A3E1-393F-4AB1-94E3-3F89880818A0}" srcOrd="0" destOrd="0" presId="urn:microsoft.com/office/officeart/2008/layout/PictureGrid"/>
    <dgm:cxn modelId="{5FCC1437-B11B-440E-85E6-8043D7E02C65}" srcId="{4A2836E9-F76F-4BAB-A104-FF4F4FBB669F}" destId="{4343F084-D717-4DAF-B24C-FB7AE7301814}" srcOrd="2" destOrd="0" parTransId="{6826E25A-892A-4864-8647-1FCC75C49418}" sibTransId="{18DD1D6B-68E7-4AF7-975F-3C81F7C9EBFF}"/>
    <dgm:cxn modelId="{DFF73640-133F-4B29-AED7-ADA7D389DE2A}" srcId="{4A2836E9-F76F-4BAB-A104-FF4F4FBB669F}" destId="{19529491-8772-4DEF-82ED-4CBE919FA27B}" srcOrd="0" destOrd="0" parTransId="{549E8F90-44F9-453F-91DC-C3D0B229B768}" sibTransId="{F6BA813C-6F21-42E9-BC37-CF30287F4D73}"/>
    <dgm:cxn modelId="{4B176C63-BCE4-48CD-AE19-67B2CA750F31}" type="presOf" srcId="{4343F084-D717-4DAF-B24C-FB7AE7301814}" destId="{00CD2787-0167-4BBC-9BE9-0F360069B02F}" srcOrd="0" destOrd="0" presId="urn:microsoft.com/office/officeart/2008/layout/PictureGrid"/>
    <dgm:cxn modelId="{825E0BC3-1C4A-47F9-A722-1B38E21AE387}" type="presOf" srcId="{00E963B4-9EAB-4E62-8608-8F566C2BBB48}" destId="{D8BB3965-921C-4DFF-8CA7-896DF68E92BE}" srcOrd="0" destOrd="0" presId="urn:microsoft.com/office/officeart/2008/layout/PictureGrid"/>
    <dgm:cxn modelId="{8FCB42E0-AF93-408C-BB59-2899C3C463F2}" srcId="{4A2836E9-F76F-4BAB-A104-FF4F4FBB669F}" destId="{00E963B4-9EAB-4E62-8608-8F566C2BBB48}" srcOrd="1" destOrd="0" parTransId="{00BDE994-89A3-423E-AEB9-C380D0C57483}" sibTransId="{2F82BAFA-5A0F-43DC-8C43-1F4A748A490A}"/>
    <dgm:cxn modelId="{D12BD090-DDDD-47AC-9BEC-BF0E92593444}" type="presParOf" srcId="{67C4F8B1-AE0F-4128-9715-3C0B25C3AB39}" destId="{DAF655E1-4C4F-4B7C-B443-2FC8BE248987}" srcOrd="0" destOrd="0" presId="urn:microsoft.com/office/officeart/2008/layout/PictureGrid"/>
    <dgm:cxn modelId="{750050FE-1553-4BC8-B3D4-6386C1DE529B}" type="presParOf" srcId="{DAF655E1-4C4F-4B7C-B443-2FC8BE248987}" destId="{10F5A3E1-393F-4AB1-94E3-3F89880818A0}" srcOrd="0" destOrd="0" presId="urn:microsoft.com/office/officeart/2008/layout/PictureGrid"/>
    <dgm:cxn modelId="{87A4A110-A5E3-4126-AFA8-56C642F53D84}" type="presParOf" srcId="{DAF655E1-4C4F-4B7C-B443-2FC8BE248987}" destId="{33E4FCD1-109A-47FF-92E5-396046B5731D}" srcOrd="1" destOrd="0" presId="urn:microsoft.com/office/officeart/2008/layout/PictureGrid"/>
    <dgm:cxn modelId="{D01FAB05-3C11-4897-B4F5-C3435DA525AD}" type="presParOf" srcId="{67C4F8B1-AE0F-4128-9715-3C0B25C3AB39}" destId="{585D6DDC-A2F9-4048-82B6-DF3EFA6408C8}" srcOrd="1" destOrd="0" presId="urn:microsoft.com/office/officeart/2008/layout/PictureGrid"/>
    <dgm:cxn modelId="{F869F5E6-0327-4DCF-AFF3-F2C26FA62458}" type="presParOf" srcId="{67C4F8B1-AE0F-4128-9715-3C0B25C3AB39}" destId="{8490B0FA-517A-4386-BC3A-282DBCF23FE0}" srcOrd="2" destOrd="0" presId="urn:microsoft.com/office/officeart/2008/layout/PictureGrid"/>
    <dgm:cxn modelId="{C9D8EE99-30D5-4549-958C-F538D07D243B}" type="presParOf" srcId="{8490B0FA-517A-4386-BC3A-282DBCF23FE0}" destId="{D8BB3965-921C-4DFF-8CA7-896DF68E92BE}" srcOrd="0" destOrd="0" presId="urn:microsoft.com/office/officeart/2008/layout/PictureGrid"/>
    <dgm:cxn modelId="{B2A97188-F3B7-4FF9-9986-150B8F4A5527}" type="presParOf" srcId="{8490B0FA-517A-4386-BC3A-282DBCF23FE0}" destId="{8BB96AFA-35CC-4235-BE59-77855151E555}" srcOrd="1" destOrd="0" presId="urn:microsoft.com/office/officeart/2008/layout/PictureGrid"/>
    <dgm:cxn modelId="{F62A4A25-A2C2-4598-A7C5-4275796A45F3}" type="presParOf" srcId="{67C4F8B1-AE0F-4128-9715-3C0B25C3AB39}" destId="{8614AA7B-93F4-4546-ABE1-AA7A1091FB81}" srcOrd="3" destOrd="0" presId="urn:microsoft.com/office/officeart/2008/layout/PictureGrid"/>
    <dgm:cxn modelId="{0378FBBB-B21D-426C-9B9C-92DED60D4D5B}" type="presParOf" srcId="{67C4F8B1-AE0F-4128-9715-3C0B25C3AB39}" destId="{299A5867-3CA2-4AC9-8C3B-69F7DD876E42}" srcOrd="4" destOrd="0" presId="urn:microsoft.com/office/officeart/2008/layout/PictureGrid"/>
    <dgm:cxn modelId="{88B0586D-3106-4526-9B77-E734210180CC}" type="presParOf" srcId="{299A5867-3CA2-4AC9-8C3B-69F7DD876E42}" destId="{00CD2787-0167-4BBC-9BE9-0F360069B02F}" srcOrd="0" destOrd="0" presId="urn:microsoft.com/office/officeart/2008/layout/PictureGrid"/>
    <dgm:cxn modelId="{57E7174C-5D6A-43DE-B930-9D5673034055}" type="presParOf" srcId="{299A5867-3CA2-4AC9-8C3B-69F7DD876E42}" destId="{3BF9DE16-9840-4F64-85E2-D45CD1378773}" srcOrd="1" destOrd="0" presId="urn:microsoft.com/office/officeart/2008/layout/PictureGri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F5A3E1-393F-4AB1-94E3-3F89880818A0}">
      <dsp:nvSpPr>
        <dsp:cNvPr id="0" name=""/>
        <dsp:cNvSpPr/>
      </dsp:nvSpPr>
      <dsp:spPr>
        <a:xfrm>
          <a:off x="1992947" y="46849"/>
          <a:ext cx="2027396" cy="30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34290" rIns="34290" bIns="0" numCol="1" spcCol="1270" anchor="b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Alpha</a:t>
          </a:r>
        </a:p>
      </dsp:txBody>
      <dsp:txXfrm>
        <a:off x="1992947" y="46849"/>
        <a:ext cx="2027396" cy="304109"/>
      </dsp:txXfrm>
    </dsp:sp>
    <dsp:sp modelId="{33E4FCD1-109A-47FF-92E5-396046B5731D}">
      <dsp:nvSpPr>
        <dsp:cNvPr id="0" name=""/>
        <dsp:cNvSpPr/>
      </dsp:nvSpPr>
      <dsp:spPr>
        <a:xfrm>
          <a:off x="1992947" y="411233"/>
          <a:ext cx="2027396" cy="2027396"/>
        </a:xfrm>
        <a:prstGeom prst="rect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8BB3965-921C-4DFF-8CA7-896DF68E92BE}">
      <dsp:nvSpPr>
        <dsp:cNvPr id="0" name=""/>
        <dsp:cNvSpPr/>
      </dsp:nvSpPr>
      <dsp:spPr>
        <a:xfrm>
          <a:off x="4234656" y="46849"/>
          <a:ext cx="2027396" cy="30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34290" rIns="34290" bIns="0" numCol="1" spcCol="1270" anchor="b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Beta has a noticeably longer label than the others</a:t>
          </a:r>
        </a:p>
      </dsp:txBody>
      <dsp:txXfrm>
        <a:off x="4234656" y="46849"/>
        <a:ext cx="2027396" cy="304109"/>
      </dsp:txXfrm>
    </dsp:sp>
    <dsp:sp modelId="{8BB96AFA-35CC-4235-BE59-77855151E555}">
      <dsp:nvSpPr>
        <dsp:cNvPr id="0" name=""/>
        <dsp:cNvSpPr/>
      </dsp:nvSpPr>
      <dsp:spPr>
        <a:xfrm>
          <a:off x="4234656" y="411233"/>
          <a:ext cx="2027396" cy="2027396"/>
        </a:xfrm>
        <a:prstGeom prst="rect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0CD2787-0167-4BBC-9BE9-0F360069B02F}">
      <dsp:nvSpPr>
        <dsp:cNvPr id="0" name=""/>
        <dsp:cNvSpPr/>
      </dsp:nvSpPr>
      <dsp:spPr>
        <a:xfrm>
          <a:off x="3113801" y="2641369"/>
          <a:ext cx="2027396" cy="30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34290" rIns="34290" bIns="0" numCol="1" spcCol="1270" anchor="b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Gamma</a:t>
          </a:r>
        </a:p>
      </dsp:txBody>
      <dsp:txXfrm>
        <a:off x="3113801" y="2641369"/>
        <a:ext cx="2027396" cy="304109"/>
      </dsp:txXfrm>
    </dsp:sp>
    <dsp:sp modelId="{3BF9DE16-9840-4F64-85E2-D45CD1378773}">
      <dsp:nvSpPr>
        <dsp:cNvPr id="0" name=""/>
        <dsp:cNvSpPr/>
      </dsp:nvSpPr>
      <dsp:spPr>
        <a:xfrm>
          <a:off x="3113801" y="3005754"/>
          <a:ext cx="2027396" cy="2027396"/>
        </a:xfrm>
        <a:prstGeom prst="rect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PictureGrid">
  <dgm:title val=""/>
  <dgm:desc val=""/>
  <dgm:catLst>
    <dgm:cat type="picture" pri="11000"/>
    <dgm:cat type="pictureconvert" pri="11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dir/>
    </dgm:varLst>
    <dgm:choose name="Name1">
      <dgm:if name="Name2" axis="ch" ptType="node" func="cnt" op="lte" val="4">
        <dgm:choose name="Name3">
          <dgm:if name="Name4" func="var" arg="dir" op="equ" val="norm">
            <dgm:alg type="snake">
              <dgm:param type="off" val="ctr"/>
              <dgm:param type="bkpt" val="fixed"/>
              <dgm:param type="bkPtFixedVal" val="2"/>
            </dgm:alg>
          </dgm:if>
          <dgm:else name="Name5">
            <dgm:alg type="snake">
              <dgm:param type="off" val="ctr"/>
              <dgm:param type="grDir" val="tR"/>
              <dgm:param type="bkpt" val="fixed"/>
              <dgm:param type="bkPtFixedVal" val="2"/>
            </dgm:alg>
          </dgm:else>
        </dgm:choose>
      </dgm:if>
      <dgm:else name="Name6">
        <dgm:choose name="Name7">
          <dgm:if name="Name8" axis="ch" ptType="node" func="cnt" op="lte" val="9">
            <dgm:choose name="Name9">
              <dgm:if name="Name10" func="var" arg="dir" op="equ" val="norm">
                <dgm:alg type="snake">
                  <dgm:param type="off" val="ctr"/>
                  <dgm:param type="bkpt" val="fixed"/>
                  <dgm:param type="bkPtFixedVal" val="3"/>
                </dgm:alg>
              </dgm:if>
              <dgm:else name="Name11">
                <dgm:alg type="snake">
                  <dgm:param type="off" val="ctr"/>
                  <dgm:param type="grDir" val="tR"/>
                  <dgm:param type="bkpt" val="fixed"/>
                  <dgm:param type="bkPtFixedVal" val="3"/>
                </dgm:alg>
              </dgm:else>
            </dgm:choose>
          </dgm:if>
          <dgm:else name="Name12">
            <dgm:choose name="Name13">
              <dgm:if name="Name14" axis="ch" ptType="node" func="cnt" op="lte" val="16">
                <dgm:choose name="Name15">
                  <dgm:if name="Name16" func="var" arg="dir" op="equ" val="norm">
                    <dgm:alg type="snake">
                      <dgm:param type="off" val="ctr"/>
                      <dgm:param type="bkpt" val="fixed"/>
                      <dgm:param type="bkPtFixedVal" val="4"/>
                    </dgm:alg>
                  </dgm:if>
                  <dgm:else name="Name17">
                    <dgm:alg type="snake">
                      <dgm:param type="off" val="ctr"/>
                      <dgm:param type="grDir" val="tR"/>
                      <dgm:param type="bkpt" val="fixed"/>
                      <dgm:param type="bkPtFixedVal" val="4"/>
                    </dgm:alg>
                  </dgm:else>
                </dgm:choose>
              </dgm:if>
              <dgm:else name="Name18">
                <dgm:choose name="Name19">
                  <dgm:if name="Name20" axis="ch" ptType="node" func="cnt" op="lte" val="25">
                    <dgm:choose name="Name21">
                      <dgm:if name="Name22" func="var" arg="dir" op="equ" val="norm">
                        <dgm:alg type="snake">
                          <dgm:param type="off" val="ctr"/>
                          <dgm:param type="bkpt" val="fixed"/>
                          <dgm:param type="bkPtFixedVal" val="5"/>
                        </dgm:alg>
                      </dgm:if>
                      <dgm:else name="Name23">
                        <dgm:alg type="snake">
                          <dgm:param type="off" val="ctr"/>
                          <dgm:param type="grDir" val="tR"/>
                          <dgm:param type="bkpt" val="fixed"/>
                          <dgm:param type="bkPtFixedVal" val="5"/>
                        </dgm:alg>
                      </dgm:else>
                    </dgm:choose>
                  </dgm:if>
                  <dgm:else name="Name24">
                    <dgm:choose name="Name25">
                      <dgm:if name="Name26" func="var" arg="dir" op="equ" val="norm">
                        <dgm:alg type="snake">
                          <dgm:param type="off" val="ctr"/>
                        </dgm:alg>
                      </dgm:if>
                      <dgm:else name="Name27">
                        <dgm:alg type="snake">
                          <dgm:param type="off" val="ctr"/>
                          <dgm:param type="grDir" val="tR"/>
                        </dgm:alg>
                      </dgm:else>
                    </dgm:choose>
                  </dgm:else>
                </dgm:choose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constrLst>
      <dgm:constr type="primFontSz" for="des" ptType="node" op="equ" val="65"/>
      <dgm:constr type="w" for="ch" forName="composite" refType="h" fact="0.8"/>
      <dgm:constr type="h" for="ch" forName="composite" refType="h"/>
      <dgm:constr type="sp" refType="w" refFor="ch" refForName="composite" op="equ" fact="0.1"/>
      <dgm:constr type="w" for="ch" forName="sibTrans" refType="w" refFor="ch" refForName="composite" op="equ" fact="0.1"/>
      <dgm:constr type="h" for="ch" forName="sibTrans" refType="w" refFor="ch" refForName="sibTrans" op="equ"/>
    </dgm:constrLst>
    <dgm:forEach name="nodesForEach" axis="ch" ptType="node">
      <dgm:layoutNode name="composite">
        <dgm:alg type="composite">
          <dgm:param type="ar" val="0.7568"/>
        </dgm:alg>
        <dgm:shape xmlns:r="http://schemas.openxmlformats.org/officeDocument/2006/relationships" r:blip="">
          <dgm:adjLst/>
        </dgm:shape>
        <dgm:constrLst>
          <dgm:constr type="l" for="ch" forName="rect1" refType="w" fact="0"/>
          <dgm:constr type="t" for="ch" forName="rect1" refType="h" fact="0.15"/>
          <dgm:constr type="w" for="ch" forName="rect1" refType="w"/>
          <dgm:constr type="h" for="ch" forName="rect1" refType="w"/>
          <dgm:constr type="l" for="ch" forName="rect2" refType="w" fact="0"/>
          <dgm:constr type="t" for="ch" forName="rect2" refType="h" fact="0"/>
          <dgm:constr type="w" for="ch" forName="rect2" refType="w"/>
          <dgm:constr type="h" for="ch" forName="rect2" refType="w" fact="0.15"/>
        </dgm:constrLst>
        <dgm:layoutNode name="rect2" styleLbl="revTx">
          <dgm:varLst>
            <dgm:bulletEnabled val="1"/>
          </dgm:varLst>
          <dgm:alg type="tx">
            <dgm:param type="stBulletLvl" val="3"/>
            <dgm:param type="parTxLTRAlign" val="l"/>
            <dgm:param type="parTxRTLAlign" val="r"/>
            <dgm:param type="txAnchorVert" val="b"/>
            <dgm:param type="txAnchorVertCh" val="b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"/>
            <dgm:constr type="rMarg" refType="primFontSz" fact="0.3"/>
            <dgm:constr type="tMarg" refType="primFontSz" fact="0.3"/>
            <dgm:constr type="bMarg" refType="primFontSz" fact="0"/>
            <dgm:constr type="secFontSz" refType="primFontSz" fact="0.8"/>
          </dgm:constrLst>
          <dgm:ruleLst>
            <dgm:rule type="primFontSz" val="5" fact="NaN" max="NaN"/>
          </dgm:ruleLst>
        </dgm:layoutNode>
        <dgm:layoutNode name="rect1" styleLbl="align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D887C-869B-1CAC-D8A0-E931470BE3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110E96-73D1-D9F0-F6C7-0515AE81D8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2E1ECD-4FAB-AD03-6697-6A936B99A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256BA-62A5-4F73-97EC-0B9CACEF3E6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E58058-3875-C7B5-906E-9AB310122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973016-84C9-301B-4E0C-CC6386CBF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0CC85-EB0E-40B6-8B32-08AFD5621D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6161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1A979-DC22-37BB-706F-A8A3DDE06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69FE31-346C-6D11-95AF-270C1326E0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92777C-795F-8E49-7AB4-D1D2573F4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256BA-62A5-4F73-97EC-0B9CACEF3E6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D28CF6-C6D3-D466-4425-D52EBFF54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EC7C07-E145-CB9C-5302-12DA58768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0CC85-EB0E-40B6-8B32-08AFD5621D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726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A3427-91BC-D37A-3731-98C31F3CF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CDE26C-843E-0484-5439-E4267562D2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EF8F36-B9CC-7DF4-33ED-7D96A1048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256BA-62A5-4F73-97EC-0B9CACEF3E6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FBF130-374B-71F2-8CC2-904F6DCA2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DB985B-D117-BE32-581F-64D0FACE7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0CC85-EB0E-40B6-8B32-08AFD5621D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910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52061-43E1-4CEA-4009-A221ED8C1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2F0ACD-5293-8836-CA33-F4FE0DE680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8B4D12-0BB2-BD00-3BA8-67CB8244EE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5D74DA-4BCA-CFFC-B748-A4DECCB0E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256BA-62A5-4F73-97EC-0B9CACEF3E6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827CBE-34EC-6DAF-EDFB-3FD1D033E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A91A36-FC6F-FE89-8B27-6F968EDA4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0CC85-EB0E-40B6-8B32-08AFD5621D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7978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E2596-DBAE-8448-F5D5-0A8FC23A5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CA605E-538F-BCF8-4FCD-0050E44042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2135D5-FF12-0741-D166-61DAE085F7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618193-6DF6-A7C4-76FC-E21B98C6FD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1D86D1-5555-5926-39A4-A99EC5BD70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29BB614-75AA-6C9B-C60E-5EC70C7512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256BA-62A5-4F73-97EC-0B9CACEF3E6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68BA619-4CBB-750D-0446-8DD845E47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9DE401-5E2D-DB06-D409-9E5F4D7D9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0CC85-EB0E-40B6-8B32-08AFD5621D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9077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4C9B0-4ACF-A84D-12B7-A85124220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91A586-3F6B-EC5A-7B29-D5CD58A2B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256BA-62A5-4F73-97EC-0B9CACEF3E6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9BED27-D6A7-5D1A-733A-54AD8E3DF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0A6462-6671-541B-30B3-354C83B90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0CC85-EB0E-40B6-8B32-08AFD5621D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461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74DA06-8B88-2A96-5B0E-8024B79C8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256BA-62A5-4F73-97EC-0B9CACEF3E6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F22E99-3291-3691-98A4-A950BC77A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84D116-44EC-924E-DF42-43696E42D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0CC85-EB0E-40B6-8B32-08AFD5621D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0449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7000B-31C5-FBC5-6EB5-4C17CE26A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5DACCE-A93C-0781-DC83-BEFEF1D709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9AE6B8-BD37-0DE8-1D1C-CBCDAFEB22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F0A7CA-70AE-089F-677D-792102B0D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256BA-62A5-4F73-97EC-0B9CACEF3E6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932016-E9DA-D6D2-024D-4260A0EC7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0A84DE-8F28-16D2-56FD-134A17D5D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0CC85-EB0E-40B6-8B32-08AFD5621D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0465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6CF5C-E47D-0858-ED24-90B16107B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B985BB-277F-9448-D285-4FAEB8FE4A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F523FB-82CF-023D-024C-8DBD470E33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12D705-1B4C-B532-B413-623BE8D105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256BA-62A5-4F73-97EC-0B9CACEF3E6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BF160B-A6D7-BC23-6889-B37C451D1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BAB6A3-2EA4-F3E9-6EAB-B75F22862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0CC85-EB0E-40B6-8B32-08AFD5621D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817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4D4B6-FA9C-5F04-024C-20595B963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CFC940-DC6D-A0F3-F3B8-7913FA3C3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83CB72-1F3B-92C6-36B0-06C80296A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256BA-62A5-4F73-97EC-0B9CACEF3E6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D32682-C5C4-5FA2-1F91-356B761F4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6E1518-1AF1-FA95-4F7F-BD6634192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0CC85-EB0E-40B6-8B32-08AFD5621D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6067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638CD07-39F8-ACF2-5D0A-91F5F743E7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F8DB65-6348-8E9A-E0E9-0589879ACF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04D0E-E73F-9B2F-6877-2CB181787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256BA-62A5-4F73-97EC-0B9CACEF3E6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E879F-6AEC-1394-E733-A9C9ADBB5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9EF36A-3DDA-3B72-9A09-2F47E9FE8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0CC85-EB0E-40B6-8B32-08AFD5621D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1718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55AF9DC-7570-D42D-8FDB-B975E7B604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7E92FC-A4F2-DBC1-CD40-EC8887D236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1AD15A-232D-09C5-C1DC-1825EB9D80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E256BA-62A5-4F73-97EC-0B9CACEF3E6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164272-871B-0A7D-9596-3E235F8704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DBE3EC-3BBE-65D0-BCEE-270489C1D7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A0CC85-EB0E-40B6-8B32-08AFD5621D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7221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6C86CE4B-695C-D578-8044-9BCAE1614F3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1194185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490299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2026-09-06T08:15:02Z</dcterms:created>
  <dcterms:modified xsi:type="dcterms:W3CDTF">2026-09-06T08:15:02Z</dcterms:modified>
</cp:coreProperties>
</file>