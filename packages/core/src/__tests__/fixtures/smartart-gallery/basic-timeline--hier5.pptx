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A6315D-EE9D-4CF8-8498-D09D4763B4A4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</dgm:pt>
    <dgm:pt modelId="{A5263401-C960-4511-957B-5AFE5CD62D7A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C4ED265E-CD20-4000-8FED-D7710B030E92}" type="parTrans" cxnId="{8AAECF16-C6F9-498B-BB0C-22D5B8F8A3ED}">
      <dgm:prSet/>
      <dgm:spPr/>
    </dgm:pt>
    <dgm:pt modelId="{216107B7-00CE-40DF-B6B1-A84F0A6A63B9}" type="sibTrans" cxnId="{8AAECF16-C6F9-498B-BB0C-22D5B8F8A3ED}">
      <dgm:prSet/>
      <dgm:spPr/>
    </dgm:pt>
    <dgm:pt modelId="{EE9B6899-CFE6-491E-B513-39C227B5C231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FFF0BEC9-3031-4CA3-8D99-1C8FA3CFAC0A}" type="parTrans" cxnId="{4A926F23-63E7-48F9-9B1A-BF56A80FC778}">
      <dgm:prSet/>
      <dgm:spPr/>
    </dgm:pt>
    <dgm:pt modelId="{7A54E7CE-FF16-4F17-AB3E-F01F72D597A9}" type="sibTrans" cxnId="{4A926F23-63E7-48F9-9B1A-BF56A80FC778}">
      <dgm:prSet/>
      <dgm:spPr/>
    </dgm:pt>
    <dgm:pt modelId="{A6EA8EA1-C385-4135-AC98-C7916B7ED761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EC6F5774-9FCF-47C8-8D70-C619B251C825}" type="parTrans" cxnId="{1614E7A4-CF5C-447D-865B-F814DC7C837E}">
      <dgm:prSet/>
      <dgm:spPr/>
    </dgm:pt>
    <dgm:pt modelId="{F84BDBB7-A5BF-4268-90DB-9FD9382D6AEF}" type="sibTrans" cxnId="{1614E7A4-CF5C-447D-865B-F814DC7C837E}">
      <dgm:prSet/>
      <dgm:spPr/>
    </dgm:pt>
    <dgm:pt modelId="{5373A881-9F85-4451-A6B3-1AA44E7E32D5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7DEE5F21-DC01-49AC-A04B-A796FB58683E}" type="parTrans" cxnId="{84A90183-B146-42E4-B2CB-AF60BDD9BF9B}">
      <dgm:prSet/>
      <dgm:spPr/>
    </dgm:pt>
    <dgm:pt modelId="{5A3020A5-2A67-4F79-B8F9-5C9281CF00DD}" type="sibTrans" cxnId="{84A90183-B146-42E4-B2CB-AF60BDD9BF9B}">
      <dgm:prSet/>
      <dgm:spPr/>
    </dgm:pt>
    <dgm:pt modelId="{F0454914-6422-4C17-80FB-82787421ED2C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6365A23A-6892-4785-B3D4-22904C5F5972}" type="parTrans" cxnId="{3D03CF43-71D5-4A16-B567-67D6B7AA5C0E}">
      <dgm:prSet/>
      <dgm:spPr/>
    </dgm:pt>
    <dgm:pt modelId="{FFC5B197-33B2-45F2-B328-1902C0FECD92}" type="sibTrans" cxnId="{3D03CF43-71D5-4A16-B567-67D6B7AA5C0E}">
      <dgm:prSet/>
      <dgm:spPr/>
    </dgm:pt>
    <dgm:pt modelId="{F1993409-B0FE-418F-BA7F-FD37D6DFFC7F}" type="pres">
      <dgm:prSet presAssocID="{24A6315D-EE9D-4CF8-8498-D09D4763B4A4}" presName="Name0" presStyleCnt="0">
        <dgm:presLayoutVars>
          <dgm:dir/>
          <dgm:resizeHandles val="exact"/>
        </dgm:presLayoutVars>
      </dgm:prSet>
      <dgm:spPr/>
    </dgm:pt>
    <dgm:pt modelId="{8D79AAF9-1801-4B4A-9BC6-0098DBE9BCD2}" type="pres">
      <dgm:prSet presAssocID="{24A6315D-EE9D-4CF8-8498-D09D4763B4A4}" presName="arrow" presStyleLbl="bgShp" presStyleIdx="0" presStyleCnt="1"/>
      <dgm:spPr/>
    </dgm:pt>
    <dgm:pt modelId="{F0720F53-0976-4A0C-BE87-B6C94E5FF9FF}" type="pres">
      <dgm:prSet presAssocID="{24A6315D-EE9D-4CF8-8498-D09D4763B4A4}" presName="points" presStyleCnt="0"/>
      <dgm:spPr/>
    </dgm:pt>
    <dgm:pt modelId="{C85BA238-D0C8-47ED-961F-966DF8B23C48}" type="pres">
      <dgm:prSet presAssocID="{A5263401-C960-4511-957B-5AFE5CD62D7A}" presName="compositeA" presStyleCnt="0"/>
      <dgm:spPr/>
    </dgm:pt>
    <dgm:pt modelId="{79AE1942-01AB-4DB2-AB6F-705B1344BD52}" type="pres">
      <dgm:prSet presAssocID="{A5263401-C960-4511-957B-5AFE5CD62D7A}" presName="textA" presStyleLbl="revTx" presStyleIdx="0" presStyleCnt="3">
        <dgm:presLayoutVars>
          <dgm:bulletEnabled val="1"/>
        </dgm:presLayoutVars>
      </dgm:prSet>
      <dgm:spPr/>
    </dgm:pt>
    <dgm:pt modelId="{BF5903E2-D2DF-41DA-902E-AC0C1BA7FC2B}" type="pres">
      <dgm:prSet presAssocID="{A5263401-C960-4511-957B-5AFE5CD62D7A}" presName="circleA" presStyleLbl="node1" presStyleIdx="0" presStyleCnt="3"/>
      <dgm:spPr/>
    </dgm:pt>
    <dgm:pt modelId="{CFD82DC7-5FCC-42E8-A5B4-96D613BF1332}" type="pres">
      <dgm:prSet presAssocID="{A5263401-C960-4511-957B-5AFE5CD62D7A}" presName="spaceA" presStyleCnt="0"/>
      <dgm:spPr/>
    </dgm:pt>
    <dgm:pt modelId="{65ADEA72-1847-40AB-9DA1-7628E2536057}" type="pres">
      <dgm:prSet presAssocID="{216107B7-00CE-40DF-B6B1-A84F0A6A63B9}" presName="space" presStyleCnt="0"/>
      <dgm:spPr/>
    </dgm:pt>
    <dgm:pt modelId="{CF463F41-216A-4565-BCDC-67143BC1EF5D}" type="pres">
      <dgm:prSet presAssocID="{A6EA8EA1-C385-4135-AC98-C7916B7ED761}" presName="compositeB" presStyleCnt="0"/>
      <dgm:spPr/>
    </dgm:pt>
    <dgm:pt modelId="{857E9159-D572-4D3F-A53F-0782A3D26421}" type="pres">
      <dgm:prSet presAssocID="{A6EA8EA1-C385-4135-AC98-C7916B7ED761}" presName="textB" presStyleLbl="revTx" presStyleIdx="1" presStyleCnt="3">
        <dgm:presLayoutVars>
          <dgm:bulletEnabled val="1"/>
        </dgm:presLayoutVars>
      </dgm:prSet>
      <dgm:spPr/>
    </dgm:pt>
    <dgm:pt modelId="{7D6D21E4-5E7A-4426-886E-49931A849EE0}" type="pres">
      <dgm:prSet presAssocID="{A6EA8EA1-C385-4135-AC98-C7916B7ED761}" presName="circleB" presStyleLbl="node1" presStyleIdx="1" presStyleCnt="3"/>
      <dgm:spPr/>
    </dgm:pt>
    <dgm:pt modelId="{9E6954DF-274A-418E-B1C3-2FD8F9C6DC8A}" type="pres">
      <dgm:prSet presAssocID="{A6EA8EA1-C385-4135-AC98-C7916B7ED761}" presName="spaceB" presStyleCnt="0"/>
      <dgm:spPr/>
    </dgm:pt>
    <dgm:pt modelId="{2C8AA03B-543A-4438-937C-84FB5E5C918B}" type="pres">
      <dgm:prSet presAssocID="{F84BDBB7-A5BF-4268-90DB-9FD9382D6AEF}" presName="space" presStyleCnt="0"/>
      <dgm:spPr/>
    </dgm:pt>
    <dgm:pt modelId="{016806EF-23A2-4D8A-B622-322B269ADF8E}" type="pres">
      <dgm:prSet presAssocID="{5373A881-9F85-4451-A6B3-1AA44E7E32D5}" presName="compositeA" presStyleCnt="0"/>
      <dgm:spPr/>
    </dgm:pt>
    <dgm:pt modelId="{3155D03B-F582-4CCD-BA85-39D63B2800C9}" type="pres">
      <dgm:prSet presAssocID="{5373A881-9F85-4451-A6B3-1AA44E7E32D5}" presName="textA" presStyleLbl="revTx" presStyleIdx="2" presStyleCnt="3">
        <dgm:presLayoutVars>
          <dgm:bulletEnabled val="1"/>
        </dgm:presLayoutVars>
      </dgm:prSet>
      <dgm:spPr/>
    </dgm:pt>
    <dgm:pt modelId="{44FFCB2F-2109-4332-A0D6-9EDAC2B679AE}" type="pres">
      <dgm:prSet presAssocID="{5373A881-9F85-4451-A6B3-1AA44E7E32D5}" presName="circleA" presStyleLbl="node1" presStyleIdx="2" presStyleCnt="3"/>
      <dgm:spPr/>
    </dgm:pt>
    <dgm:pt modelId="{60A259C0-972E-4407-B7A1-651B16FCE025}" type="pres">
      <dgm:prSet presAssocID="{5373A881-9F85-4451-A6B3-1AA44E7E32D5}" presName="spaceA" presStyleCnt="0"/>
      <dgm:spPr/>
    </dgm:pt>
  </dgm:ptLst>
  <dgm:cxnLst>
    <dgm:cxn modelId="{A3640C02-12FB-4134-A4DC-59B91F729F39}" type="presOf" srcId="{A6EA8EA1-C385-4135-AC98-C7916B7ED761}" destId="{857E9159-D572-4D3F-A53F-0782A3D26421}" srcOrd="0" destOrd="0" presId="urn:microsoft.com/office/officeart/2005/8/layout/hProcess11"/>
    <dgm:cxn modelId="{8AAECF16-C6F9-498B-BB0C-22D5B8F8A3ED}" srcId="{24A6315D-EE9D-4CF8-8498-D09D4763B4A4}" destId="{A5263401-C960-4511-957B-5AFE5CD62D7A}" srcOrd="0" destOrd="0" parTransId="{C4ED265E-CD20-4000-8FED-D7710B030E92}" sibTransId="{216107B7-00CE-40DF-B6B1-A84F0A6A63B9}"/>
    <dgm:cxn modelId="{4A926F23-63E7-48F9-9B1A-BF56A80FC778}" srcId="{A5263401-C960-4511-957B-5AFE5CD62D7A}" destId="{EE9B6899-CFE6-491E-B513-39C227B5C231}" srcOrd="0" destOrd="0" parTransId="{FFF0BEC9-3031-4CA3-8D99-1C8FA3CFAC0A}" sibTransId="{7A54E7CE-FF16-4F17-AB3E-F01F72D597A9}"/>
    <dgm:cxn modelId="{0DF0102C-6BBA-44E3-8B5C-3B0B03CAA8EA}" type="presOf" srcId="{24A6315D-EE9D-4CF8-8498-D09D4763B4A4}" destId="{F1993409-B0FE-418F-BA7F-FD37D6DFFC7F}" srcOrd="0" destOrd="0" presId="urn:microsoft.com/office/officeart/2005/8/layout/hProcess11"/>
    <dgm:cxn modelId="{00603135-CA88-404A-BBB2-2DB35B4E8D8A}" type="presOf" srcId="{A5263401-C960-4511-957B-5AFE5CD62D7A}" destId="{79AE1942-01AB-4DB2-AB6F-705B1344BD52}" srcOrd="0" destOrd="0" presId="urn:microsoft.com/office/officeart/2005/8/layout/hProcess11"/>
    <dgm:cxn modelId="{3D03CF43-71D5-4A16-B567-67D6B7AA5C0E}" srcId="{5373A881-9F85-4451-A6B3-1AA44E7E32D5}" destId="{F0454914-6422-4C17-80FB-82787421ED2C}" srcOrd="0" destOrd="0" parTransId="{6365A23A-6892-4785-B3D4-22904C5F5972}" sibTransId="{FFC5B197-33B2-45F2-B328-1902C0FECD92}"/>
    <dgm:cxn modelId="{696FE66A-6BC7-48CF-B009-6609937414BB}" type="presOf" srcId="{5373A881-9F85-4451-A6B3-1AA44E7E32D5}" destId="{3155D03B-F582-4CCD-BA85-39D63B2800C9}" srcOrd="0" destOrd="0" presId="urn:microsoft.com/office/officeart/2005/8/layout/hProcess11"/>
    <dgm:cxn modelId="{84A90183-B146-42E4-B2CB-AF60BDD9BF9B}" srcId="{24A6315D-EE9D-4CF8-8498-D09D4763B4A4}" destId="{5373A881-9F85-4451-A6B3-1AA44E7E32D5}" srcOrd="2" destOrd="0" parTransId="{7DEE5F21-DC01-49AC-A04B-A796FB58683E}" sibTransId="{5A3020A5-2A67-4F79-B8F9-5C9281CF00DD}"/>
    <dgm:cxn modelId="{F4472D94-E455-492D-938D-0AB1008F43FA}" type="presOf" srcId="{F0454914-6422-4C17-80FB-82787421ED2C}" destId="{3155D03B-F582-4CCD-BA85-39D63B2800C9}" srcOrd="0" destOrd="1" presId="urn:microsoft.com/office/officeart/2005/8/layout/hProcess11"/>
    <dgm:cxn modelId="{1614E7A4-CF5C-447D-865B-F814DC7C837E}" srcId="{24A6315D-EE9D-4CF8-8498-D09D4763B4A4}" destId="{A6EA8EA1-C385-4135-AC98-C7916B7ED761}" srcOrd="1" destOrd="0" parTransId="{EC6F5774-9FCF-47C8-8D70-C619B251C825}" sibTransId="{F84BDBB7-A5BF-4268-90DB-9FD9382D6AEF}"/>
    <dgm:cxn modelId="{62A00FC2-BF37-4CAB-B701-5E673506750A}" type="presOf" srcId="{EE9B6899-CFE6-491E-B513-39C227B5C231}" destId="{79AE1942-01AB-4DB2-AB6F-705B1344BD52}" srcOrd="0" destOrd="1" presId="urn:microsoft.com/office/officeart/2005/8/layout/hProcess11"/>
    <dgm:cxn modelId="{AB2CCC07-8CA9-463A-94FF-FA175A1D0C5F}" type="presParOf" srcId="{F1993409-B0FE-418F-BA7F-FD37D6DFFC7F}" destId="{8D79AAF9-1801-4B4A-9BC6-0098DBE9BCD2}" srcOrd="0" destOrd="0" presId="urn:microsoft.com/office/officeart/2005/8/layout/hProcess11"/>
    <dgm:cxn modelId="{65085AD9-706F-4B5E-B2DC-89F6E9019677}" type="presParOf" srcId="{F1993409-B0FE-418F-BA7F-FD37D6DFFC7F}" destId="{F0720F53-0976-4A0C-BE87-B6C94E5FF9FF}" srcOrd="1" destOrd="0" presId="urn:microsoft.com/office/officeart/2005/8/layout/hProcess11"/>
    <dgm:cxn modelId="{98F41A65-F518-410C-A0DA-EEF84C53BE83}" type="presParOf" srcId="{F0720F53-0976-4A0C-BE87-B6C94E5FF9FF}" destId="{C85BA238-D0C8-47ED-961F-966DF8B23C48}" srcOrd="0" destOrd="0" presId="urn:microsoft.com/office/officeart/2005/8/layout/hProcess11"/>
    <dgm:cxn modelId="{981C69A8-514C-4156-B26C-BFE76C8CF878}" type="presParOf" srcId="{C85BA238-D0C8-47ED-961F-966DF8B23C48}" destId="{79AE1942-01AB-4DB2-AB6F-705B1344BD52}" srcOrd="0" destOrd="0" presId="urn:microsoft.com/office/officeart/2005/8/layout/hProcess11"/>
    <dgm:cxn modelId="{88FD1F38-8605-4083-824A-9C2F748E9991}" type="presParOf" srcId="{C85BA238-D0C8-47ED-961F-966DF8B23C48}" destId="{BF5903E2-D2DF-41DA-902E-AC0C1BA7FC2B}" srcOrd="1" destOrd="0" presId="urn:microsoft.com/office/officeart/2005/8/layout/hProcess11"/>
    <dgm:cxn modelId="{DD01B921-47F0-4850-A0F4-BDAF51364F0A}" type="presParOf" srcId="{C85BA238-D0C8-47ED-961F-966DF8B23C48}" destId="{CFD82DC7-5FCC-42E8-A5B4-96D613BF1332}" srcOrd="2" destOrd="0" presId="urn:microsoft.com/office/officeart/2005/8/layout/hProcess11"/>
    <dgm:cxn modelId="{7D2AD668-0244-42F2-A1AD-40F1DB8F17E3}" type="presParOf" srcId="{F0720F53-0976-4A0C-BE87-B6C94E5FF9FF}" destId="{65ADEA72-1847-40AB-9DA1-7628E2536057}" srcOrd="1" destOrd="0" presId="urn:microsoft.com/office/officeart/2005/8/layout/hProcess11"/>
    <dgm:cxn modelId="{15DDC48B-0519-4B32-97A9-97837E8596F7}" type="presParOf" srcId="{F0720F53-0976-4A0C-BE87-B6C94E5FF9FF}" destId="{CF463F41-216A-4565-BCDC-67143BC1EF5D}" srcOrd="2" destOrd="0" presId="urn:microsoft.com/office/officeart/2005/8/layout/hProcess11"/>
    <dgm:cxn modelId="{92250290-9753-41AE-8D81-71FEF003D49B}" type="presParOf" srcId="{CF463F41-216A-4565-BCDC-67143BC1EF5D}" destId="{857E9159-D572-4D3F-A53F-0782A3D26421}" srcOrd="0" destOrd="0" presId="urn:microsoft.com/office/officeart/2005/8/layout/hProcess11"/>
    <dgm:cxn modelId="{0B5A2832-1B28-49E2-A71B-2B332D73D125}" type="presParOf" srcId="{CF463F41-216A-4565-BCDC-67143BC1EF5D}" destId="{7D6D21E4-5E7A-4426-886E-49931A849EE0}" srcOrd="1" destOrd="0" presId="urn:microsoft.com/office/officeart/2005/8/layout/hProcess11"/>
    <dgm:cxn modelId="{482FC435-FD46-402A-A832-2956427EF7A7}" type="presParOf" srcId="{CF463F41-216A-4565-BCDC-67143BC1EF5D}" destId="{9E6954DF-274A-418E-B1C3-2FD8F9C6DC8A}" srcOrd="2" destOrd="0" presId="urn:microsoft.com/office/officeart/2005/8/layout/hProcess11"/>
    <dgm:cxn modelId="{F43E41E6-C206-498B-9384-5474B4CCDE36}" type="presParOf" srcId="{F0720F53-0976-4A0C-BE87-B6C94E5FF9FF}" destId="{2C8AA03B-543A-4438-937C-84FB5E5C918B}" srcOrd="3" destOrd="0" presId="urn:microsoft.com/office/officeart/2005/8/layout/hProcess11"/>
    <dgm:cxn modelId="{DEA0DAF3-620E-4160-B31B-13B722D58FA5}" type="presParOf" srcId="{F0720F53-0976-4A0C-BE87-B6C94E5FF9FF}" destId="{016806EF-23A2-4D8A-B622-322B269ADF8E}" srcOrd="4" destOrd="0" presId="urn:microsoft.com/office/officeart/2005/8/layout/hProcess11"/>
    <dgm:cxn modelId="{DAF9671A-F8D2-443D-AC86-CD766B39373E}" type="presParOf" srcId="{016806EF-23A2-4D8A-B622-322B269ADF8E}" destId="{3155D03B-F582-4CCD-BA85-39D63B2800C9}" srcOrd="0" destOrd="0" presId="urn:microsoft.com/office/officeart/2005/8/layout/hProcess11"/>
    <dgm:cxn modelId="{21ECBE5A-3454-4D5E-8AA0-48D79768B184}" type="presParOf" srcId="{016806EF-23A2-4D8A-B622-322B269ADF8E}" destId="{44FFCB2F-2109-4332-A0D6-9EDAC2B679AE}" srcOrd="1" destOrd="0" presId="urn:microsoft.com/office/officeart/2005/8/layout/hProcess11"/>
    <dgm:cxn modelId="{C65848AB-B7C4-4BA3-B5E3-C79A2734D2B4}" type="presParOf" srcId="{016806EF-23A2-4D8A-B622-322B269ADF8E}" destId="{60A259C0-972E-4407-B7A1-651B16FCE025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79AAF9-1801-4B4A-9BC6-0098DBE9BCD2}">
      <dsp:nvSpPr>
        <dsp:cNvPr id="0" name=""/>
        <dsp:cNvSpPr/>
      </dsp:nvSpPr>
      <dsp:spPr>
        <a:xfrm>
          <a:off x="0" y="1523999"/>
          <a:ext cx="8255000" cy="2032000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AE1942-01AB-4DB2-AB6F-705B1344BD52}">
      <dsp:nvSpPr>
        <dsp:cNvPr id="0" name=""/>
        <dsp:cNvSpPr/>
      </dsp:nvSpPr>
      <dsp:spPr>
        <a:xfrm>
          <a:off x="3627" y="0"/>
          <a:ext cx="2394272" cy="203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b" anchorCtr="1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Node One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Node Two has a longer label</a:t>
          </a:r>
        </a:p>
      </dsp:txBody>
      <dsp:txXfrm>
        <a:off x="3627" y="0"/>
        <a:ext cx="2394272" cy="2032000"/>
      </dsp:txXfrm>
    </dsp:sp>
    <dsp:sp modelId="{BF5903E2-D2DF-41DA-902E-AC0C1BA7FC2B}">
      <dsp:nvSpPr>
        <dsp:cNvPr id="0" name=""/>
        <dsp:cNvSpPr/>
      </dsp:nvSpPr>
      <dsp:spPr>
        <a:xfrm>
          <a:off x="946763" y="2286000"/>
          <a:ext cx="508000" cy="508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7E9159-D572-4D3F-A53F-0782A3D26421}">
      <dsp:nvSpPr>
        <dsp:cNvPr id="0" name=""/>
        <dsp:cNvSpPr/>
      </dsp:nvSpPr>
      <dsp:spPr>
        <a:xfrm>
          <a:off x="2517613" y="3047999"/>
          <a:ext cx="2394272" cy="203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Node Three</a:t>
          </a:r>
        </a:p>
      </dsp:txBody>
      <dsp:txXfrm>
        <a:off x="2517613" y="3047999"/>
        <a:ext cx="2394272" cy="2032000"/>
      </dsp:txXfrm>
    </dsp:sp>
    <dsp:sp modelId="{7D6D21E4-5E7A-4426-886E-49931A849EE0}">
      <dsp:nvSpPr>
        <dsp:cNvPr id="0" name=""/>
        <dsp:cNvSpPr/>
      </dsp:nvSpPr>
      <dsp:spPr>
        <a:xfrm>
          <a:off x="3460750" y="2286000"/>
          <a:ext cx="508000" cy="508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55D03B-F582-4CCD-BA85-39D63B2800C9}">
      <dsp:nvSpPr>
        <dsp:cNvPr id="0" name=""/>
        <dsp:cNvSpPr/>
      </dsp:nvSpPr>
      <dsp:spPr>
        <a:xfrm>
          <a:off x="5031599" y="0"/>
          <a:ext cx="2394272" cy="203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b" anchorCtr="1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Node Four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Node Five</a:t>
          </a:r>
        </a:p>
      </dsp:txBody>
      <dsp:txXfrm>
        <a:off x="5031599" y="0"/>
        <a:ext cx="2394272" cy="2032000"/>
      </dsp:txXfrm>
    </dsp:sp>
    <dsp:sp modelId="{44FFCB2F-2109-4332-A0D6-9EDAC2B679AE}">
      <dsp:nvSpPr>
        <dsp:cNvPr id="0" name=""/>
        <dsp:cNvSpPr/>
      </dsp:nvSpPr>
      <dsp:spPr>
        <a:xfrm>
          <a:off x="5974736" y="2286000"/>
          <a:ext cx="508000" cy="508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timeline" pri="103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6EFA3-50A7-1E19-9293-C7A802B09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1FE953-4FC9-0C80-37FF-F1B3AC1A88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705C1-FAB3-B37C-3A1B-9C975659E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CD3C4-AAA1-492D-9EFD-D86682E45FE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3DAB1-D50B-C274-07D2-88DB5ACE8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C6775-5930-2CD9-64E3-FBD24672C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B541F-93AE-468D-8763-4C4421C21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793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C24D8-A6A2-3F31-44C9-60FDF666C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8D085-45F2-071B-3361-E33DB27FC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4218F-7533-737A-045C-F4B9F52E8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CD3C4-AAA1-492D-9EFD-D86682E45FE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38CBD-528A-919E-6728-92C5ECB01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2D8BF-1533-D6FF-E0CF-2C3BF88AE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B541F-93AE-468D-8763-4C4421C21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89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E1A59-E9A5-0AC1-FA19-E0BF970C1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A89BE-42B7-E3E3-6F32-3CB806947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59707-BC39-3489-9A20-4207C721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CD3C4-AAA1-492D-9EFD-D86682E45FE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C8692-D660-D596-9D80-AEC9077D4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850DE-DF79-547B-ECC6-93FD8B491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B541F-93AE-468D-8763-4C4421C21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722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FF256-DB32-B91C-E1EC-098F5E544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DC094-1EF3-1532-7B40-27589851EE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15C3B7-7FC8-0AB0-8D1E-A7D25BE8DC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28AB-7222-CAED-9846-B9AB678C2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CD3C4-AAA1-492D-9EFD-D86682E45FE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470B92-42C8-B5A1-2A81-762DB6429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8C448-6597-C6D3-B31E-FF16B99FD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B541F-93AE-468D-8763-4C4421C21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966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68194-C153-86F7-55B6-5028A7594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9A8FD6-53DC-35DD-8668-1A5C04679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C82FE3-839C-BA15-E24C-EE7FF7CB3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CF7BC9-D7E4-1193-79A9-69D6D4AA9E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56691F-8486-088E-C539-9FBFF0ECDC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60E3CB-06B2-D76A-0ABB-272B5D4AC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CD3C4-AAA1-492D-9EFD-D86682E45FE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86158B-DBBF-4A37-BEA1-B22F1525A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1C8B47-04CB-E3A9-0ACB-49648F7A8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B541F-93AE-468D-8763-4C4421C21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179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3A9E3-C3D0-3107-3747-74E1AC0E9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226F5B-2099-808D-60E0-68F2F69EA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CD3C4-AAA1-492D-9EFD-D86682E45FE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C73375-EA00-A752-8019-1935B75CA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11C9EC-12B4-DC95-A60B-0A5BC1C54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B541F-93AE-468D-8763-4C4421C21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437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971A4B-5917-274B-CE5A-4C57310CB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CD3C4-AAA1-492D-9EFD-D86682E45FE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FEDA55-E569-A33C-EDFF-DCE50AE9D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91F67-131D-8B95-7A1B-CE64863FD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B541F-93AE-468D-8763-4C4421C21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348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5A925-D896-11E7-E4C0-4D5E4CD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AB16F-77E9-9666-71FD-87596B8A2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05C524-7814-86CC-3A09-1F828BDB2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2B2499-B792-43EB-66BF-85CE5D0E2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CD3C4-AAA1-492D-9EFD-D86682E45FE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B3F691-8449-5E69-7FF0-9F4C59CEE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79AF2B-0EA6-007B-7792-F2198CF2E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B541F-93AE-468D-8763-4C4421C21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259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5FF43-B8D9-3D86-C96D-1BEE00B7F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3D96B4-ED8E-2A2B-293C-C3B3062A40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D547A2-7F5F-51E5-C946-6AAFC2FCE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A5E3A4-F65D-06C9-649B-197118602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CD3C4-AAA1-492D-9EFD-D86682E45FE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F8443B-9DDD-A69E-7994-2C0D56EEC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763CD1-F44D-37D0-AC99-5478F27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B541F-93AE-468D-8763-4C4421C21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2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898EE-0138-A968-4040-BA03FB964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D7CA18-83A7-9CBE-11C4-9DF8B5CA9A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CB878-B776-10F3-165F-267E5AAA0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CD3C4-AAA1-492D-9EFD-D86682E45FE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9FCFD-6E2B-F6EE-4F62-3742835F8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2FED2-79C2-7161-131C-42EC161B6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B541F-93AE-468D-8763-4C4421C21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341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7F1719-DEE8-8C65-74C1-378F9A16E1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045786-194C-8DC6-6CC5-EC0D6B481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4B39E-28CC-054D-85D2-C348CC8FB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CD3C4-AAA1-492D-9EFD-D86682E45FE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CDDC8-6FE1-3149-9593-3E4940E48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22258-EE59-F3D0-210D-3C5FAF6E5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B541F-93AE-468D-8763-4C4421C21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462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F52141-3C30-747E-64EA-39B357FDA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80D5A-5D83-2D9D-D64C-8801653D7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3F9CA-A0B1-5BED-EBE9-B5BB998EE0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5CD3C4-AAA1-492D-9EFD-D86682E45FE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2E33A-12EF-6952-AFAE-38C6EDD272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69C4E-BAB5-A5EF-CA1F-FD2E28427D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B541F-93AE-468D-8763-4C4421C21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22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9CC91BF-9523-6B20-80CA-858849C86F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2397997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5503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2026-09-06T08:13:35Z</dcterms:created>
  <dcterms:modified xsi:type="dcterms:W3CDTF">2026-09-06T08:13:35Z</dcterms:modified>
</cp:coreProperties>
</file>