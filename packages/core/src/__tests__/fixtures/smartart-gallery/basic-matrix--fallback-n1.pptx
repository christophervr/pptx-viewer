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3A83A3-A619-4FAD-A79B-829670AB565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48B454-37D4-4E7B-8F90-DFA3FC498F4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CE3DA808-6000-4E81-8E70-B08CB3E8ACA1}" type="parTrans" cxnId="{955184F3-B7AF-4FED-A34C-07F76347E76B}">
      <dgm:prSet/>
      <dgm:spPr/>
    </dgm:pt>
    <dgm:pt modelId="{2CFE0509-185B-4FD7-BDE1-8EA0A3AA2008}" type="sibTrans" cxnId="{955184F3-B7AF-4FED-A34C-07F76347E76B}">
      <dgm:prSet/>
      <dgm:spPr/>
    </dgm:pt>
    <dgm:pt modelId="{F8F0DA75-28CE-4317-B5B8-866B88B9002E}" type="pres">
      <dgm:prSet presAssocID="{553A83A3-A619-4FAD-A79B-829670AB5651}" presName="matrix" presStyleCnt="0">
        <dgm:presLayoutVars>
          <dgm:chMax val="1"/>
          <dgm:dir/>
          <dgm:resizeHandles val="exact"/>
        </dgm:presLayoutVars>
      </dgm:prSet>
      <dgm:spPr/>
    </dgm:pt>
    <dgm:pt modelId="{0566A2B0-4CE5-474A-BC9D-9D52F924A162}" type="pres">
      <dgm:prSet presAssocID="{553A83A3-A619-4FAD-A79B-829670AB5651}" presName="diamond" presStyleLbl="bgShp" presStyleIdx="0" presStyleCnt="1"/>
      <dgm:spPr/>
    </dgm:pt>
    <dgm:pt modelId="{D0D9A6EB-6B0F-4822-8434-5E7B62F25801}" type="pres">
      <dgm:prSet presAssocID="{553A83A3-A619-4FAD-A79B-829670AB565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1CD58A9-FF9F-4542-946D-B02C5F8C8E45}" type="pres">
      <dgm:prSet presAssocID="{553A83A3-A619-4FAD-A79B-829670AB565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22B3BE8-A0DA-45CE-AF73-B374E3F1262B}" type="pres">
      <dgm:prSet presAssocID="{553A83A3-A619-4FAD-A79B-829670AB565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E760AEE-6815-4471-9264-EA05FFE56921}" type="pres">
      <dgm:prSet presAssocID="{553A83A3-A619-4FAD-A79B-829670AB565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2CBCE53-CF4F-498E-AF83-1CF416C57172}" type="presOf" srcId="{1748B454-37D4-4E7B-8F90-DFA3FC498F40}" destId="{D0D9A6EB-6B0F-4822-8434-5E7B62F25801}" srcOrd="0" destOrd="0" presId="urn:microsoft.com/office/officeart/2005/8/layout/matrix3"/>
    <dgm:cxn modelId="{35E29E78-A360-4639-826D-99139ABCC01D}" type="presOf" srcId="{553A83A3-A619-4FAD-A79B-829670AB5651}" destId="{F8F0DA75-28CE-4317-B5B8-866B88B9002E}" srcOrd="0" destOrd="0" presId="urn:microsoft.com/office/officeart/2005/8/layout/matrix3"/>
    <dgm:cxn modelId="{955184F3-B7AF-4FED-A34C-07F76347E76B}" srcId="{553A83A3-A619-4FAD-A79B-829670AB5651}" destId="{1748B454-37D4-4E7B-8F90-DFA3FC498F40}" srcOrd="0" destOrd="0" parTransId="{CE3DA808-6000-4E81-8E70-B08CB3E8ACA1}" sibTransId="{2CFE0509-185B-4FD7-BDE1-8EA0A3AA2008}"/>
    <dgm:cxn modelId="{A654F8C4-D4E3-494A-8945-B3B50FF7A6F1}" type="presParOf" srcId="{F8F0DA75-28CE-4317-B5B8-866B88B9002E}" destId="{0566A2B0-4CE5-474A-BC9D-9D52F924A162}" srcOrd="0" destOrd="0" presId="urn:microsoft.com/office/officeart/2005/8/layout/matrix3"/>
    <dgm:cxn modelId="{34EF460C-346B-440F-9E42-1617D7805079}" type="presParOf" srcId="{F8F0DA75-28CE-4317-B5B8-866B88B9002E}" destId="{D0D9A6EB-6B0F-4822-8434-5E7B62F25801}" srcOrd="1" destOrd="0" presId="urn:microsoft.com/office/officeart/2005/8/layout/matrix3"/>
    <dgm:cxn modelId="{4567905B-C6C4-4BFC-A33B-B24635400D40}" type="presParOf" srcId="{F8F0DA75-28CE-4317-B5B8-866B88B9002E}" destId="{51CD58A9-FF9F-4542-946D-B02C5F8C8E45}" srcOrd="2" destOrd="0" presId="urn:microsoft.com/office/officeart/2005/8/layout/matrix3"/>
    <dgm:cxn modelId="{D4FBD6A4-92A5-49A3-BA04-BBB48286346F}" type="presParOf" srcId="{F8F0DA75-28CE-4317-B5B8-866B88B9002E}" destId="{322B3BE8-A0DA-45CE-AF73-B374E3F1262B}" srcOrd="3" destOrd="0" presId="urn:microsoft.com/office/officeart/2005/8/layout/matrix3"/>
    <dgm:cxn modelId="{FCEDC03A-AC96-4636-8AD8-88A10FAF7A52}" type="presParOf" srcId="{F8F0DA75-28CE-4317-B5B8-866B88B9002E}" destId="{7E760AEE-6815-4471-9264-EA05FFE5692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66A2B0-4CE5-474A-BC9D-9D52F924A162}">
      <dsp:nvSpPr>
        <dsp:cNvPr id="0" name=""/>
        <dsp:cNvSpPr/>
      </dsp:nvSpPr>
      <dsp:spPr>
        <a:xfrm>
          <a:off x="1587499" y="0"/>
          <a:ext cx="5080000" cy="508000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D9A6EB-6B0F-4822-8434-5E7B62F25801}">
      <dsp:nvSpPr>
        <dsp:cNvPr id="0" name=""/>
        <dsp:cNvSpPr/>
      </dsp:nvSpPr>
      <dsp:spPr>
        <a:xfrm>
          <a:off x="2070100" y="482600"/>
          <a:ext cx="1981200" cy="198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Alpha</a:t>
          </a:r>
        </a:p>
      </dsp:txBody>
      <dsp:txXfrm>
        <a:off x="2166814" y="579314"/>
        <a:ext cx="1787772" cy="1787772"/>
      </dsp:txXfrm>
    </dsp:sp>
    <dsp:sp modelId="{51CD58A9-FF9F-4542-946D-B02C5F8C8E45}">
      <dsp:nvSpPr>
        <dsp:cNvPr id="0" name=""/>
        <dsp:cNvSpPr/>
      </dsp:nvSpPr>
      <dsp:spPr>
        <a:xfrm>
          <a:off x="4203699" y="482600"/>
          <a:ext cx="1981200" cy="198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B3BE8-A0DA-45CE-AF73-B374E3F1262B}">
      <dsp:nvSpPr>
        <dsp:cNvPr id="0" name=""/>
        <dsp:cNvSpPr/>
      </dsp:nvSpPr>
      <dsp:spPr>
        <a:xfrm>
          <a:off x="2070100" y="2616200"/>
          <a:ext cx="1981200" cy="198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60AEE-6815-4471-9264-EA05FFE56921}">
      <dsp:nvSpPr>
        <dsp:cNvPr id="0" name=""/>
        <dsp:cNvSpPr/>
      </dsp:nvSpPr>
      <dsp:spPr>
        <a:xfrm>
          <a:off x="4203699" y="2616200"/>
          <a:ext cx="1981200" cy="198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67F6E-3681-559A-3CEF-FD9EF8B1D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7D5FF-0709-366A-4AF7-2AC5AD647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05A5B-1093-51C4-8EE9-B3F60073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5592F-9F18-8855-6D5C-4985D2F93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7295C-FC86-B355-D2F5-767A8EFE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4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AA2C-1E3A-88CE-9596-7FDAC849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17573-1DCB-6F63-3E6F-0272A6E4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2436B-9C1B-08D1-04E3-548D40F9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2685D-A011-79AA-BBF1-86C9E7FB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0CF38-9430-9626-476F-C971FAC9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3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D9E3-3D6D-91CC-AF5F-06D5CDDC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5B243-C894-64FB-79A2-DC858434D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97B8C-6075-E23E-AE5B-FB96431D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7E75D-72A6-A7BE-115C-2F4CDA7D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3A3BC-EFC7-440D-AC5A-B3CA726D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9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1668-2DF1-BD87-DF0D-B06255A8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5DCB9-E2AC-11D2-F4D5-32264750B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59DEE-0F59-2FEC-B609-FB9E35FCC8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805F0-F552-EB24-3275-A21ED08D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D4422-64F1-C269-AE6F-37140345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00B77-4FF3-31DE-AF53-66D6B9BA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0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E58A9-B7ED-AE74-639D-00CC52F45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F20C0-A611-B07E-58A3-00F378BA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82B62-BD08-2D8F-42BA-B63F36AFB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B91CBF-167F-F4EE-A014-896C4B9AE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0BD08B-445E-D372-F398-13869AC78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03A94-7E04-E060-863E-590BD4C8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5B1D84-2541-8904-5148-23BE7BFD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7314B-DB23-7CAD-BFC4-4382E804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8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D1CE-93A7-44FB-4B27-4631DCDB8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839F54-43CA-F6B2-6149-0652FC90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BD7E6-70B5-386C-88BB-46C5B159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B864C-940D-C134-BB43-5D3E3366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3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B34EE-9FE3-22FD-F7DA-7786B48A5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A394EB-FC61-7E15-9A44-086271CE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EB918-8C91-EA01-4C76-897392C5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3B6C-3E05-CA25-443F-AAEC71FF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E882B-0187-17B2-D0E4-217CDB110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FA12B-B629-22EB-A590-E8FE41ADE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C952A-3138-7C69-04D7-4EA1B176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83DB0-C8D0-D617-5D31-E462E933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B9B69-BBA1-AF80-25C8-BD7CDCD3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9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C547-B3F7-9016-DBB7-806390EF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B66A7-ABF7-1D29-FD1E-B521EC57C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B0D1B-CBC3-0CD5-9D72-F093F219B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F4F27-1CFF-5FBB-9A8C-1BAD050C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4B67F-46C0-F211-ADE5-1BB78922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5E6AE-6A54-FA4F-A270-50350528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0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1451-952E-F7A0-C09D-27A2A25F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7F34C-A00A-BCE0-7924-A835FBCF8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A61CA-56FF-22E9-0031-8E42BB71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B7AC7-A120-B40C-3C35-EEA56088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ADB4A-249C-46D5-7CDA-7DF7F158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26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81302F-36B7-6D90-9365-8B0AF9EED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FE2CF-94CB-8486-280E-0D0896194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50B9B-E971-068A-3A6F-CC075CF1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A0CD4-4548-51D5-7214-A711333F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1929E-DF72-A1BF-FA87-1A3E5EDA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7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25A7-F453-A371-5A7B-E9337C1C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459BB-0430-9DCC-4D3C-C5B5F961D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6DBDD-DCA9-04EE-3773-72351D52B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16075-8875-41F0-8358-31D93FEFFCB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F6161-C37D-0691-CC55-E774C8995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405C3-51E7-FCE5-54E6-5F4CF8EC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2BDD1-A6FE-423F-886F-BD3C4B5630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0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4C60C1D-18C7-A83E-B35B-3C2974BC7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932758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9898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2026-09-06T08:14:49Z</dcterms:created>
  <dcterms:modified xsi:type="dcterms:W3CDTF">2026-09-06T08:14:49Z</dcterms:modified>
</cp:coreProperties>
</file>