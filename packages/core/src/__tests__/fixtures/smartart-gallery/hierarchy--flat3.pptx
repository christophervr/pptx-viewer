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8" d="100"/>
          <a:sy n="98" d="100"/>
        </p:scale>
        <p:origin x="996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0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tNode1NoLn">
    <dgm:fillClrLst meth="repeat">
      <a:schemeClr val="accent1">
        <a:tint val="75000"/>
      </a:schemeClr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2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revTxLt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/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86C799DB-4DF8-43F8-9104-DAA6B243A8BF}" type="doc">
      <dgm:prSet loTypeId="urn:microsoft.com/office/officeart/2005/8/layout/hierarchy1" loCatId="hierarchy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EDE07B7A-7850-4E51-AE4C-2628061275BD}">
      <dgm:prSet phldrT="[Text]"/>
      <dgm:spPr/>
      <dgm:t>
        <a:bodyPr/>
        <a:lstStyle/>
        <a:p>
          <a:r>
            <a:rPr lang="en-US"/>
            <a:t>Alpha</a:t>
          </a:r>
        </a:p>
      </dgm:t>
    </dgm:pt>
    <dgm:pt modelId="{C99AE78A-6729-45D5-9319-714C3969A857}" type="parTrans" cxnId="{BB1940F5-87E8-4216-8216-F5CC184969DE}">
      <dgm:prSet/>
      <dgm:spPr/>
    </dgm:pt>
    <dgm:pt modelId="{76FE236E-A0BC-43A1-865D-90210772C89C}" type="sibTrans" cxnId="{BB1940F5-87E8-4216-8216-F5CC184969DE}">
      <dgm:prSet/>
      <dgm:spPr/>
    </dgm:pt>
    <dgm:pt modelId="{F77A90FB-C27B-49C6-8CB0-60B4CC49DBB4}">
      <dgm:prSet phldrT="[Text]"/>
      <dgm:spPr/>
      <dgm:t>
        <a:bodyPr/>
        <a:lstStyle/>
        <a:p>
          <a:r>
            <a:rPr lang="en-US"/>
            <a:t>Beta has a noticeably longer label than the others</a:t>
          </a:r>
        </a:p>
      </dgm:t>
    </dgm:pt>
    <dgm:pt modelId="{02908B6E-BB1D-4673-92D8-C68183896196}" type="parTrans" cxnId="{F2368902-91BC-4CC3-84A8-EBACBAAF9D36}">
      <dgm:prSet/>
      <dgm:spPr/>
    </dgm:pt>
    <dgm:pt modelId="{7DC55C1D-F6CB-47C4-B358-9A37D4209705}" type="sibTrans" cxnId="{F2368902-91BC-4CC3-84A8-EBACBAAF9D36}">
      <dgm:prSet/>
      <dgm:spPr/>
    </dgm:pt>
    <dgm:pt modelId="{5067A7B9-534C-4CC9-8BFF-C59A9C1AF22F}">
      <dgm:prSet phldrT="[Text]"/>
      <dgm:spPr/>
      <dgm:t>
        <a:bodyPr/>
        <a:lstStyle/>
        <a:p>
          <a:r>
            <a:rPr lang="en-US"/>
            <a:t>Gamma</a:t>
          </a:r>
        </a:p>
      </dgm:t>
    </dgm:pt>
    <dgm:pt modelId="{1CB86657-3DA9-4154-A071-203A7A9B25CE}" type="parTrans" cxnId="{6D854CAF-4567-4C60-8661-216CEA1CBC4F}">
      <dgm:prSet/>
      <dgm:spPr/>
    </dgm:pt>
    <dgm:pt modelId="{9D39664A-2319-4104-852F-82DB021940BB}" type="sibTrans" cxnId="{6D854CAF-4567-4C60-8661-216CEA1CBC4F}">
      <dgm:prSet/>
      <dgm:spPr/>
    </dgm:pt>
    <dgm:pt modelId="{C55032BB-38E6-4C8D-AFB3-F8B679AED834}" type="pres">
      <dgm:prSet presAssocID="{86C799DB-4DF8-43F8-9104-DAA6B243A8BF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7E162011-DE5C-4B5D-8C55-B4EAFCC0362E}" type="pres">
      <dgm:prSet presAssocID="{EDE07B7A-7850-4E51-AE4C-2628061275BD}" presName="hierRoot1" presStyleCnt="0"/>
      <dgm:spPr/>
    </dgm:pt>
    <dgm:pt modelId="{502D350E-CB17-457F-BE64-56C1CF52FAB7}" type="pres">
      <dgm:prSet presAssocID="{EDE07B7A-7850-4E51-AE4C-2628061275BD}" presName="composite" presStyleCnt="0"/>
      <dgm:spPr/>
    </dgm:pt>
    <dgm:pt modelId="{BC54FB98-BF6D-4172-AD6C-C23A8B3E5C6B}" type="pres">
      <dgm:prSet presAssocID="{EDE07B7A-7850-4E51-AE4C-2628061275BD}" presName="background" presStyleLbl="node0" presStyleIdx="0" presStyleCnt="1"/>
      <dgm:spPr/>
    </dgm:pt>
    <dgm:pt modelId="{8BACC38C-A7C2-447F-BD76-37FB43DAF4B7}" type="pres">
      <dgm:prSet presAssocID="{EDE07B7A-7850-4E51-AE4C-2628061275BD}" presName="text" presStyleLbl="fgAcc0" presStyleIdx="0" presStyleCnt="1">
        <dgm:presLayoutVars>
          <dgm:chPref val="3"/>
        </dgm:presLayoutVars>
      </dgm:prSet>
      <dgm:spPr/>
    </dgm:pt>
    <dgm:pt modelId="{C4370D1D-584D-409B-8F28-7D86C7F9C576}" type="pres">
      <dgm:prSet presAssocID="{EDE07B7A-7850-4E51-AE4C-2628061275BD}" presName="hierChild2" presStyleCnt="0"/>
      <dgm:spPr/>
    </dgm:pt>
    <dgm:pt modelId="{399A1AE4-8916-4187-8410-037A044773C0}" type="pres">
      <dgm:prSet presAssocID="{02908B6E-BB1D-4673-92D8-C68183896196}" presName="Name10" presStyleLbl="parChTrans1D2" presStyleIdx="0" presStyleCnt="2"/>
      <dgm:spPr/>
    </dgm:pt>
    <dgm:pt modelId="{722172E8-DE9F-4A6D-8C1F-7C956C0A90BA}" type="pres">
      <dgm:prSet presAssocID="{F77A90FB-C27B-49C6-8CB0-60B4CC49DBB4}" presName="hierRoot2" presStyleCnt="0"/>
      <dgm:spPr/>
    </dgm:pt>
    <dgm:pt modelId="{50E89D95-0E0C-4DDC-AA2B-0BA6886B331B}" type="pres">
      <dgm:prSet presAssocID="{F77A90FB-C27B-49C6-8CB0-60B4CC49DBB4}" presName="composite2" presStyleCnt="0"/>
      <dgm:spPr/>
    </dgm:pt>
    <dgm:pt modelId="{40459E84-1D29-4D9C-9BCE-ED78FE826F0B}" type="pres">
      <dgm:prSet presAssocID="{F77A90FB-C27B-49C6-8CB0-60B4CC49DBB4}" presName="background2" presStyleLbl="node2" presStyleIdx="0" presStyleCnt="2"/>
      <dgm:spPr/>
    </dgm:pt>
    <dgm:pt modelId="{05183FF8-0FB2-4204-9D26-271647B99B4D}" type="pres">
      <dgm:prSet presAssocID="{F77A90FB-C27B-49C6-8CB0-60B4CC49DBB4}" presName="text2" presStyleLbl="fgAcc2" presStyleIdx="0" presStyleCnt="2">
        <dgm:presLayoutVars>
          <dgm:chPref val="3"/>
        </dgm:presLayoutVars>
      </dgm:prSet>
      <dgm:spPr/>
    </dgm:pt>
    <dgm:pt modelId="{5875F1AA-B592-497A-82BA-9BA730D8B2B9}" type="pres">
      <dgm:prSet presAssocID="{F77A90FB-C27B-49C6-8CB0-60B4CC49DBB4}" presName="hierChild3" presStyleCnt="0"/>
      <dgm:spPr/>
    </dgm:pt>
    <dgm:pt modelId="{AE249522-159B-4095-8C55-EB13255BDE59}" type="pres">
      <dgm:prSet presAssocID="{1CB86657-3DA9-4154-A071-203A7A9B25CE}" presName="Name10" presStyleLbl="parChTrans1D2" presStyleIdx="1" presStyleCnt="2"/>
      <dgm:spPr/>
    </dgm:pt>
    <dgm:pt modelId="{06B55C15-1370-4FF8-8A14-CFF77529610B}" type="pres">
      <dgm:prSet presAssocID="{5067A7B9-534C-4CC9-8BFF-C59A9C1AF22F}" presName="hierRoot2" presStyleCnt="0"/>
      <dgm:spPr/>
    </dgm:pt>
    <dgm:pt modelId="{9CB8E0E7-457D-456C-9370-1E9D11B54B0B}" type="pres">
      <dgm:prSet presAssocID="{5067A7B9-534C-4CC9-8BFF-C59A9C1AF22F}" presName="composite2" presStyleCnt="0"/>
      <dgm:spPr/>
    </dgm:pt>
    <dgm:pt modelId="{8E5AD025-0591-4C77-B060-9FCCED66404E}" type="pres">
      <dgm:prSet presAssocID="{5067A7B9-534C-4CC9-8BFF-C59A9C1AF22F}" presName="background2" presStyleLbl="node2" presStyleIdx="1" presStyleCnt="2"/>
      <dgm:spPr/>
    </dgm:pt>
    <dgm:pt modelId="{A1ED0BD6-9478-4F1E-AD10-4C44BD7BA367}" type="pres">
      <dgm:prSet presAssocID="{5067A7B9-534C-4CC9-8BFF-C59A9C1AF22F}" presName="text2" presStyleLbl="fgAcc2" presStyleIdx="1" presStyleCnt="2">
        <dgm:presLayoutVars>
          <dgm:chPref val="3"/>
        </dgm:presLayoutVars>
      </dgm:prSet>
      <dgm:spPr/>
    </dgm:pt>
    <dgm:pt modelId="{39439446-136A-41A6-8854-A7D8B3240DE3}" type="pres">
      <dgm:prSet presAssocID="{5067A7B9-534C-4CC9-8BFF-C59A9C1AF22F}" presName="hierChild3" presStyleCnt="0"/>
      <dgm:spPr/>
    </dgm:pt>
  </dgm:ptLst>
  <dgm:cxnLst>
    <dgm:cxn modelId="{F2368902-91BC-4CC3-84A8-EBACBAAF9D36}" srcId="{EDE07B7A-7850-4E51-AE4C-2628061275BD}" destId="{F77A90FB-C27B-49C6-8CB0-60B4CC49DBB4}" srcOrd="0" destOrd="0" parTransId="{02908B6E-BB1D-4673-92D8-C68183896196}" sibTransId="{7DC55C1D-F6CB-47C4-B358-9A37D4209705}"/>
    <dgm:cxn modelId="{FDD8670F-0026-4310-83A1-FFBB3D76292D}" type="presOf" srcId="{5067A7B9-534C-4CC9-8BFF-C59A9C1AF22F}" destId="{A1ED0BD6-9478-4F1E-AD10-4C44BD7BA367}" srcOrd="0" destOrd="0" presId="urn:microsoft.com/office/officeart/2005/8/layout/hierarchy1"/>
    <dgm:cxn modelId="{11127541-1A70-40A3-93AC-C766F7538261}" type="presOf" srcId="{1CB86657-3DA9-4154-A071-203A7A9B25CE}" destId="{AE249522-159B-4095-8C55-EB13255BDE59}" srcOrd="0" destOrd="0" presId="urn:microsoft.com/office/officeart/2005/8/layout/hierarchy1"/>
    <dgm:cxn modelId="{D48CD647-62D3-4F8C-B7F6-F0D2E5558E5D}" type="presOf" srcId="{EDE07B7A-7850-4E51-AE4C-2628061275BD}" destId="{8BACC38C-A7C2-447F-BD76-37FB43DAF4B7}" srcOrd="0" destOrd="0" presId="urn:microsoft.com/office/officeart/2005/8/layout/hierarchy1"/>
    <dgm:cxn modelId="{D2A6D44A-7ED3-4F0D-BDB6-4CB4070D21BA}" type="presOf" srcId="{F77A90FB-C27B-49C6-8CB0-60B4CC49DBB4}" destId="{05183FF8-0FB2-4204-9D26-271647B99B4D}" srcOrd="0" destOrd="0" presId="urn:microsoft.com/office/officeart/2005/8/layout/hierarchy1"/>
    <dgm:cxn modelId="{F8C4FB4A-B1FE-4489-BC7E-B249E10893DA}" type="presOf" srcId="{02908B6E-BB1D-4673-92D8-C68183896196}" destId="{399A1AE4-8916-4187-8410-037A044773C0}" srcOrd="0" destOrd="0" presId="urn:microsoft.com/office/officeart/2005/8/layout/hierarchy1"/>
    <dgm:cxn modelId="{6D854CAF-4567-4C60-8661-216CEA1CBC4F}" srcId="{EDE07B7A-7850-4E51-AE4C-2628061275BD}" destId="{5067A7B9-534C-4CC9-8BFF-C59A9C1AF22F}" srcOrd="1" destOrd="0" parTransId="{1CB86657-3DA9-4154-A071-203A7A9B25CE}" sibTransId="{9D39664A-2319-4104-852F-82DB021940BB}"/>
    <dgm:cxn modelId="{BCF805B0-DBB2-47E9-B6B7-B70D349E6475}" type="presOf" srcId="{86C799DB-4DF8-43F8-9104-DAA6B243A8BF}" destId="{C55032BB-38E6-4C8D-AFB3-F8B679AED834}" srcOrd="0" destOrd="0" presId="urn:microsoft.com/office/officeart/2005/8/layout/hierarchy1"/>
    <dgm:cxn modelId="{BB1940F5-87E8-4216-8216-F5CC184969DE}" srcId="{86C799DB-4DF8-43F8-9104-DAA6B243A8BF}" destId="{EDE07B7A-7850-4E51-AE4C-2628061275BD}" srcOrd="0" destOrd="0" parTransId="{C99AE78A-6729-45D5-9319-714C3969A857}" sibTransId="{76FE236E-A0BC-43A1-865D-90210772C89C}"/>
    <dgm:cxn modelId="{F620420B-A0FD-4AF1-A597-719C39D78A93}" type="presParOf" srcId="{C55032BB-38E6-4C8D-AFB3-F8B679AED834}" destId="{7E162011-DE5C-4B5D-8C55-B4EAFCC0362E}" srcOrd="0" destOrd="0" presId="urn:microsoft.com/office/officeart/2005/8/layout/hierarchy1"/>
    <dgm:cxn modelId="{1A979A46-9981-48BD-AB48-274C8C74143C}" type="presParOf" srcId="{7E162011-DE5C-4B5D-8C55-B4EAFCC0362E}" destId="{502D350E-CB17-457F-BE64-56C1CF52FAB7}" srcOrd="0" destOrd="0" presId="urn:microsoft.com/office/officeart/2005/8/layout/hierarchy1"/>
    <dgm:cxn modelId="{5E4953FC-A373-4047-920C-7625F77AF762}" type="presParOf" srcId="{502D350E-CB17-457F-BE64-56C1CF52FAB7}" destId="{BC54FB98-BF6D-4172-AD6C-C23A8B3E5C6B}" srcOrd="0" destOrd="0" presId="urn:microsoft.com/office/officeart/2005/8/layout/hierarchy1"/>
    <dgm:cxn modelId="{7043FEF7-C3DB-421B-89A3-16FA60411915}" type="presParOf" srcId="{502D350E-CB17-457F-BE64-56C1CF52FAB7}" destId="{8BACC38C-A7C2-447F-BD76-37FB43DAF4B7}" srcOrd="1" destOrd="0" presId="urn:microsoft.com/office/officeart/2005/8/layout/hierarchy1"/>
    <dgm:cxn modelId="{EE6ECA59-E72B-497A-AB45-3F18D8E13954}" type="presParOf" srcId="{7E162011-DE5C-4B5D-8C55-B4EAFCC0362E}" destId="{C4370D1D-584D-409B-8F28-7D86C7F9C576}" srcOrd="1" destOrd="0" presId="urn:microsoft.com/office/officeart/2005/8/layout/hierarchy1"/>
    <dgm:cxn modelId="{7E6CEF06-B645-4395-A606-11B522966BC8}" type="presParOf" srcId="{C4370D1D-584D-409B-8F28-7D86C7F9C576}" destId="{399A1AE4-8916-4187-8410-037A044773C0}" srcOrd="0" destOrd="0" presId="urn:microsoft.com/office/officeart/2005/8/layout/hierarchy1"/>
    <dgm:cxn modelId="{54905041-D7B9-4692-BFAB-78C6BEAF164A}" type="presParOf" srcId="{C4370D1D-584D-409B-8F28-7D86C7F9C576}" destId="{722172E8-DE9F-4A6D-8C1F-7C956C0A90BA}" srcOrd="1" destOrd="0" presId="urn:microsoft.com/office/officeart/2005/8/layout/hierarchy1"/>
    <dgm:cxn modelId="{2AE918EB-8B41-4527-8204-6FFA7EFDEA86}" type="presParOf" srcId="{722172E8-DE9F-4A6D-8C1F-7C956C0A90BA}" destId="{50E89D95-0E0C-4DDC-AA2B-0BA6886B331B}" srcOrd="0" destOrd="0" presId="urn:microsoft.com/office/officeart/2005/8/layout/hierarchy1"/>
    <dgm:cxn modelId="{EE35FABF-D6C2-45CC-B578-9651FC9BE032}" type="presParOf" srcId="{50E89D95-0E0C-4DDC-AA2B-0BA6886B331B}" destId="{40459E84-1D29-4D9C-9BCE-ED78FE826F0B}" srcOrd="0" destOrd="0" presId="urn:microsoft.com/office/officeart/2005/8/layout/hierarchy1"/>
    <dgm:cxn modelId="{E5241EC5-06C8-4925-8BCF-63B70B65AA0B}" type="presParOf" srcId="{50E89D95-0E0C-4DDC-AA2B-0BA6886B331B}" destId="{05183FF8-0FB2-4204-9D26-271647B99B4D}" srcOrd="1" destOrd="0" presId="urn:microsoft.com/office/officeart/2005/8/layout/hierarchy1"/>
    <dgm:cxn modelId="{45FF9495-9417-4741-A31E-0880298CB5E0}" type="presParOf" srcId="{722172E8-DE9F-4A6D-8C1F-7C956C0A90BA}" destId="{5875F1AA-B592-497A-82BA-9BA730D8B2B9}" srcOrd="1" destOrd="0" presId="urn:microsoft.com/office/officeart/2005/8/layout/hierarchy1"/>
    <dgm:cxn modelId="{5929D976-0342-44C0-B62B-ACD28C149766}" type="presParOf" srcId="{C4370D1D-584D-409B-8F28-7D86C7F9C576}" destId="{AE249522-159B-4095-8C55-EB13255BDE59}" srcOrd="2" destOrd="0" presId="urn:microsoft.com/office/officeart/2005/8/layout/hierarchy1"/>
    <dgm:cxn modelId="{0B058945-8FF9-489C-9E02-2211B03D7632}" type="presParOf" srcId="{C4370D1D-584D-409B-8F28-7D86C7F9C576}" destId="{06B55C15-1370-4FF8-8A14-CFF77529610B}" srcOrd="3" destOrd="0" presId="urn:microsoft.com/office/officeart/2005/8/layout/hierarchy1"/>
    <dgm:cxn modelId="{8128632A-FAA4-47E5-96DA-7A18224CF8A1}" type="presParOf" srcId="{06B55C15-1370-4FF8-8A14-CFF77529610B}" destId="{9CB8E0E7-457D-456C-9370-1E9D11B54B0B}" srcOrd="0" destOrd="0" presId="urn:microsoft.com/office/officeart/2005/8/layout/hierarchy1"/>
    <dgm:cxn modelId="{A5401CC3-884A-4576-B85D-BE78F7964F03}" type="presParOf" srcId="{9CB8E0E7-457D-456C-9370-1E9D11B54B0B}" destId="{8E5AD025-0591-4C77-B060-9FCCED66404E}" srcOrd="0" destOrd="0" presId="urn:microsoft.com/office/officeart/2005/8/layout/hierarchy1"/>
    <dgm:cxn modelId="{8C32DE93-1652-49F5-BF4C-5972E4C7254E}" type="presParOf" srcId="{9CB8E0E7-457D-456C-9370-1E9D11B54B0B}" destId="{A1ED0BD6-9478-4F1E-AD10-4C44BD7BA367}" srcOrd="1" destOrd="0" presId="urn:microsoft.com/office/officeart/2005/8/layout/hierarchy1"/>
    <dgm:cxn modelId="{64469ED5-9C58-4A58-A9EA-47DF78639B9A}" type="presParOf" srcId="{06B55C15-1370-4FF8-8A14-CFF77529610B}" destId="{39439446-136A-41A6-8854-A7D8B3240DE3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E249522-159B-4095-8C55-EB13255BDE59}">
      <dsp:nvSpPr>
        <dsp:cNvPr id="0" name=""/>
        <dsp:cNvSpPr/>
      </dsp:nvSpPr>
      <dsp:spPr>
        <a:xfrm>
          <a:off x="3958208" y="1936050"/>
          <a:ext cx="1862211" cy="886243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603949"/>
              </a:lnTo>
              <a:lnTo>
                <a:pt x="1862211" y="603949"/>
              </a:lnTo>
              <a:lnTo>
                <a:pt x="1862211" y="886243"/>
              </a:lnTo>
            </a:path>
          </a:pathLst>
        </a:custGeom>
        <a:noFill/>
        <a:ln w="190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399A1AE4-8916-4187-8410-037A044773C0}">
      <dsp:nvSpPr>
        <dsp:cNvPr id="0" name=""/>
        <dsp:cNvSpPr/>
      </dsp:nvSpPr>
      <dsp:spPr>
        <a:xfrm>
          <a:off x="2095996" y="1936050"/>
          <a:ext cx="1862211" cy="886243"/>
        </a:xfrm>
        <a:custGeom>
          <a:avLst/>
          <a:gdLst/>
          <a:ahLst/>
          <a:cxnLst/>
          <a:rect l="0" t="0" r="0" b="0"/>
          <a:pathLst>
            <a:path>
              <a:moveTo>
                <a:pt x="1862211" y="0"/>
              </a:moveTo>
              <a:lnTo>
                <a:pt x="1862211" y="603949"/>
              </a:lnTo>
              <a:lnTo>
                <a:pt x="0" y="603949"/>
              </a:lnTo>
              <a:lnTo>
                <a:pt x="0" y="886243"/>
              </a:lnTo>
            </a:path>
          </a:pathLst>
        </a:custGeom>
        <a:noFill/>
        <a:ln w="190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BC54FB98-BF6D-4172-AD6C-C23A8B3E5C6B}">
      <dsp:nvSpPr>
        <dsp:cNvPr id="0" name=""/>
        <dsp:cNvSpPr/>
      </dsp:nvSpPr>
      <dsp:spPr>
        <a:xfrm>
          <a:off x="2434580" y="1043"/>
          <a:ext cx="3047255" cy="1935007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BACC38C-A7C2-447F-BD76-37FB43DAF4B7}">
      <dsp:nvSpPr>
        <dsp:cNvPr id="0" name=""/>
        <dsp:cNvSpPr/>
      </dsp:nvSpPr>
      <dsp:spPr>
        <a:xfrm>
          <a:off x="2773164" y="322698"/>
          <a:ext cx="3047255" cy="1935007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/>
            <a:t>Alpha</a:t>
          </a:r>
        </a:p>
      </dsp:txBody>
      <dsp:txXfrm>
        <a:off x="2829838" y="379372"/>
        <a:ext cx="2933907" cy="1821659"/>
      </dsp:txXfrm>
    </dsp:sp>
    <dsp:sp modelId="{40459E84-1D29-4D9C-9BCE-ED78FE826F0B}">
      <dsp:nvSpPr>
        <dsp:cNvPr id="0" name=""/>
        <dsp:cNvSpPr/>
      </dsp:nvSpPr>
      <dsp:spPr>
        <a:xfrm>
          <a:off x="572368" y="2822294"/>
          <a:ext cx="3047255" cy="1935007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5183FF8-0FB2-4204-9D26-271647B99B4D}">
      <dsp:nvSpPr>
        <dsp:cNvPr id="0" name=""/>
        <dsp:cNvSpPr/>
      </dsp:nvSpPr>
      <dsp:spPr>
        <a:xfrm>
          <a:off x="910952" y="3143949"/>
          <a:ext cx="3047255" cy="1935007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/>
            <a:t>Beta has a noticeably longer label than the others</a:t>
          </a:r>
        </a:p>
      </dsp:txBody>
      <dsp:txXfrm>
        <a:off x="967626" y="3200623"/>
        <a:ext cx="2933907" cy="1821659"/>
      </dsp:txXfrm>
    </dsp:sp>
    <dsp:sp modelId="{8E5AD025-0591-4C77-B060-9FCCED66404E}">
      <dsp:nvSpPr>
        <dsp:cNvPr id="0" name=""/>
        <dsp:cNvSpPr/>
      </dsp:nvSpPr>
      <dsp:spPr>
        <a:xfrm>
          <a:off x="4296791" y="2822294"/>
          <a:ext cx="3047255" cy="1935007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1ED0BD6-9478-4F1E-AD10-4C44BD7BA367}">
      <dsp:nvSpPr>
        <dsp:cNvPr id="0" name=""/>
        <dsp:cNvSpPr/>
      </dsp:nvSpPr>
      <dsp:spPr>
        <a:xfrm>
          <a:off x="4635375" y="3143949"/>
          <a:ext cx="3047255" cy="1935007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/>
            <a:t>Gamma</a:t>
          </a:r>
        </a:p>
      </dsp:txBody>
      <dsp:txXfrm>
        <a:off x="4692049" y="3200623"/>
        <a:ext cx="2933907" cy="1821659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0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tNode1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revTxLt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>
        <a:schemeClr val="lt1"/>
      </a:fontRef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F69176-145F-78E2-B15E-36B5E6EB569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4334037-C145-FAAF-AD2C-771A00A7E34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E182B2B-2721-2533-9131-C55E13E4FD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F6EFF6-8089-4FE3-A0EE-B0AC26529696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4FD44AB-C654-95D5-8FA6-F60A49E23B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D9DBC3F-77AA-AEF1-957F-C25C7D7BB6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46473D-6C68-4E47-8A2A-6B5C7E13BC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04533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F2AC53-4819-96C9-D080-A23A29444B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A72DB1-89F7-DBFF-24CD-0695DD43DB0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88FE597-5578-0291-1178-3F948158BD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F6EFF6-8089-4FE3-A0EE-B0AC26529696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85CB34-E38E-FFC5-FBC7-9BFEA581C2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8780DE6-05A6-57CB-A2BE-1AB12F927C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46473D-6C68-4E47-8A2A-6B5C7E13BC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65761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989AFF-F40B-CB75-9735-DE8D312385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DEDC54B-8EC0-E4F6-A935-761574D69C6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06553EA-B044-B9E4-329E-E9101B610B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F6EFF6-8089-4FE3-A0EE-B0AC26529696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C9F9EA8-01E9-64C1-8FC8-3C76DEE7C0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F684F1-1661-FE68-4F76-8F994853F5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46473D-6C68-4E47-8A2A-6B5C7E13BC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675784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4488F7-3D0C-C0D3-51F7-009F75622B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B1E092-D5B4-40D9-09EB-40CB3D9685A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D85C413-9DB4-0A43-9C49-B8E071541F2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E56B9AC-5AEA-BB7D-9B49-99C8E1A412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F6EFF6-8089-4FE3-A0EE-B0AC26529696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11EFBA6-4162-5641-52D9-31E7A7B252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2A75C28-3281-8362-F9CC-574B2CE09A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46473D-6C68-4E47-8A2A-6B5C7E13BC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805548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6868DF-2C73-10F0-9DED-C84FD51535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044AF69-230D-4038-8E36-B3E9462BF3D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C71EEEB-7D5E-4ACA-D1F0-8AC7E1FC9C0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71C61FD-029B-D83B-B1F1-68F32FF996D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97DFA17-DEA7-9433-04F9-848F13848D7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DBF31EC-C874-A879-797E-F48FE09283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F6EFF6-8089-4FE3-A0EE-B0AC26529696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3C6CFD4-B8F2-D95B-9A3F-9324E5AAD7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3A39B33-AB57-AD6F-7293-55352ADAA0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46473D-6C68-4E47-8A2A-6B5C7E13BC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992097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489C0F-3097-79BF-2920-75B4FC8137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65FF5F5-FC3B-D209-679C-4557507FBB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F6EFF6-8089-4FE3-A0EE-B0AC26529696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08A5D80-E005-392F-E101-7B85BB4FEE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64C2A3-C1AC-031F-595E-8E9AAFFD17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46473D-6C68-4E47-8A2A-6B5C7E13BC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9104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E7AE381-0E72-3E9A-A8D9-95545B516D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F6EFF6-8089-4FE3-A0EE-B0AC26529696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D948DD1-C304-C6F4-BE48-6545B6F61B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0F819E7-07C6-43F4-A7A6-CBBF75A5AE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46473D-6C68-4E47-8A2A-6B5C7E13BC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42800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64FC3F-D6DD-7E84-AC8D-363B7B8E19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7D6DD4-6F95-95D4-F9D9-9FC811A463D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48817C1-6194-18CC-EC06-BFC29631277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5CDF260-45F9-9003-F125-806DFBE3A5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F6EFF6-8089-4FE3-A0EE-B0AC26529696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5AA78F2-8723-48F0-16CF-591D272DA2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3462C2B-D05C-E267-052D-EDA9E2903A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46473D-6C68-4E47-8A2A-6B5C7E13BC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06513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B2D688-7581-65C0-6F87-54C8BB7140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C44543F-978F-F076-AECF-199D4AB3B85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4090732-05F6-5A90-C662-0F217AFE6EE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3CA9018-8353-487F-8A79-D90AFD3CAB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F6EFF6-8089-4FE3-A0EE-B0AC26529696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8594113-62BA-07F4-A763-BCCA3015AB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62EB934-3F41-BBE3-3066-7AD8870F26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46473D-6C68-4E47-8A2A-6B5C7E13BC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152030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0C58BF-714A-3F2C-E826-55608327EC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5F8C1D8-252B-8FCB-1197-05642575C6A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1F145DD-80E4-7FE4-5D3A-6E5AFCD046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F6EFF6-8089-4FE3-A0EE-B0AC26529696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7C81EFE-40F6-CC76-2EEE-E178EA00F5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60F7165-AA0F-FB0F-026C-CA3CCDCC18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46473D-6C68-4E47-8A2A-6B5C7E13BC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530881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9F7F06C-F34F-F24C-810D-4B6E9103214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0F546A9-00AB-A8B9-8B78-78EAB2545BF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F5AB2C9-0526-8C3C-9880-60926A1EF2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F6EFF6-8089-4FE3-A0EE-B0AC26529696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8BDE2F-E166-0623-E07A-5A3FDBE3C2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95C6283-CB36-2F7A-53D1-7650F8DFFD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46473D-6C68-4E47-8A2A-6B5C7E13BC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78196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CF187FB-8493-7716-2390-980A70A620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C7F644F-B0E8-F25C-0287-43DBCBB2BF7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E16A608-7E88-2E0C-A078-4A94AF4BB60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3F6EFF6-8089-4FE3-A0EE-B0AC26529696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EA8D80C-2BD2-BCC7-6498-4A9E3885CC1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35DE18-93AE-C8FE-8750-F7E20F2CD0C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A46473D-6C68-4E47-8A2A-6B5C7E13BC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31768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Diagram 1">
            <a:extLst>
              <a:ext uri="{FF2B5EF4-FFF2-40B4-BE49-F238E27FC236}">
                <a16:creationId xmlns:a16="http://schemas.microsoft.com/office/drawing/2014/main" id="{5898D490-3CE7-4BB0-B675-8D316FFB390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588413538"/>
              </p:ext>
            </p:extLst>
          </p:nvPr>
        </p:nvGraphicFramePr>
        <p:xfrm>
          <a:off x="508000" y="1143000"/>
          <a:ext cx="8255000" cy="5080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23822190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11</Words>
  <Application>Microsoft Office PowerPoint</Application>
  <PresentationFormat>Widescreen</PresentationFormat>
  <Paragraphs>3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Christopher van Rooyen</dc:creator>
  <cp:lastModifiedBy>Christopher van Rooyen</cp:lastModifiedBy>
  <cp:revision>1</cp:revision>
  <dcterms:created xsi:type="dcterms:W3CDTF">2026-09-06T08:14:26Z</dcterms:created>
  <dcterms:modified xsi:type="dcterms:W3CDTF">2026-09-06T08:14:27Z</dcterms:modified>
</cp:coreProperties>
</file>