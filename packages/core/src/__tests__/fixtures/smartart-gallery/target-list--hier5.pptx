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8E8482-01B0-4E0D-93EA-75FC2FE72F55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ABBC72-3357-4509-8ED0-62A2859E93E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2C976AB-A99D-4157-AD92-B1318FA02C96}" type="parTrans" cxnId="{2D00BDFC-FB2B-4A40-8FEA-3F780CE4FC2E}">
      <dgm:prSet/>
      <dgm:spPr/>
    </dgm:pt>
    <dgm:pt modelId="{B596DEA2-8A61-41AD-BD82-D522F26B842E}" type="sibTrans" cxnId="{2D00BDFC-FB2B-4A40-8FEA-3F780CE4FC2E}">
      <dgm:prSet/>
      <dgm:spPr/>
    </dgm:pt>
    <dgm:pt modelId="{E32DF010-A87E-4E14-B752-A0A2301309C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73E70D4-34B4-4BF4-8BC9-BBEF5556B27D}" type="parTrans" cxnId="{3DDE3090-E609-4C83-B673-15220FC27F55}">
      <dgm:prSet/>
      <dgm:spPr/>
    </dgm:pt>
    <dgm:pt modelId="{0D0551F9-C33C-461D-8F79-11409A2CB3A5}" type="sibTrans" cxnId="{3DDE3090-E609-4C83-B673-15220FC27F55}">
      <dgm:prSet/>
      <dgm:spPr/>
    </dgm:pt>
    <dgm:pt modelId="{7921F0B1-EC0C-45D0-B01E-DBB2BABA5B88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F4E2ADCF-CDAD-47C8-8B02-35D933FC5101}" type="parTrans" cxnId="{AC21FA40-A701-4A7F-987B-89EE78F848A0}">
      <dgm:prSet/>
      <dgm:spPr/>
    </dgm:pt>
    <dgm:pt modelId="{05A3E708-F372-435D-AA44-B7E91DA4C041}" type="sibTrans" cxnId="{AC21FA40-A701-4A7F-987B-89EE78F848A0}">
      <dgm:prSet/>
      <dgm:spPr/>
    </dgm:pt>
    <dgm:pt modelId="{D0FC98D3-1AE5-4D6B-8B4F-6D40C7AA50B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603E4FE-5CC3-436B-BA54-5814DCE67C6C}" type="parTrans" cxnId="{D39FD7C6-F438-4024-9157-C79D66F11F7C}">
      <dgm:prSet/>
      <dgm:spPr/>
    </dgm:pt>
    <dgm:pt modelId="{877EE8CB-E640-4A2F-A064-B0520B6CD241}" type="sibTrans" cxnId="{D39FD7C6-F438-4024-9157-C79D66F11F7C}">
      <dgm:prSet/>
      <dgm:spPr/>
    </dgm:pt>
    <dgm:pt modelId="{C24594A0-1BF8-4296-946D-5C6050DD9B67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6B39D727-39E6-42C3-8AD0-9BEB0196B55E}" type="parTrans" cxnId="{FD093B26-8102-4EC1-9ABF-5D4B192ECDBA}">
      <dgm:prSet/>
      <dgm:spPr/>
    </dgm:pt>
    <dgm:pt modelId="{6C2A7E8A-EDCA-4450-9F70-01909F5DE1CA}" type="sibTrans" cxnId="{FD093B26-8102-4EC1-9ABF-5D4B192ECDBA}">
      <dgm:prSet/>
      <dgm:spPr/>
    </dgm:pt>
    <dgm:pt modelId="{98AEFF6E-2A92-433A-965D-A493EFB7FAB9}" type="pres">
      <dgm:prSet presAssocID="{928E8482-01B0-4E0D-93EA-75FC2FE72F5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B0911C8-FC8D-4668-ACD1-6F3C8632BB99}" type="pres">
      <dgm:prSet presAssocID="{50ABBC72-3357-4509-8ED0-62A2859E93E0}" presName="circle1" presStyleLbl="node1" presStyleIdx="0" presStyleCnt="3"/>
      <dgm:spPr/>
    </dgm:pt>
    <dgm:pt modelId="{8B81E404-511E-4BE6-B0E8-CFC5061822B2}" type="pres">
      <dgm:prSet presAssocID="{50ABBC72-3357-4509-8ED0-62A2859E93E0}" presName="space" presStyleCnt="0"/>
      <dgm:spPr/>
    </dgm:pt>
    <dgm:pt modelId="{F055DA50-02BE-428F-9BC7-DD92E41889D7}" type="pres">
      <dgm:prSet presAssocID="{50ABBC72-3357-4509-8ED0-62A2859E93E0}" presName="rect1" presStyleLbl="alignAcc1" presStyleIdx="0" presStyleCnt="3"/>
      <dgm:spPr/>
    </dgm:pt>
    <dgm:pt modelId="{98E9F96C-85D5-4A95-8F81-2EDCDFBB5093}" type="pres">
      <dgm:prSet presAssocID="{7921F0B1-EC0C-45D0-B01E-DBB2BABA5B88}" presName="vertSpace2" presStyleLbl="node1" presStyleIdx="0" presStyleCnt="3"/>
      <dgm:spPr/>
    </dgm:pt>
    <dgm:pt modelId="{A9BB8786-B233-4040-8E44-DE9210C4E383}" type="pres">
      <dgm:prSet presAssocID="{7921F0B1-EC0C-45D0-B01E-DBB2BABA5B88}" presName="circle2" presStyleLbl="node1" presStyleIdx="1" presStyleCnt="3"/>
      <dgm:spPr/>
    </dgm:pt>
    <dgm:pt modelId="{0091E5E7-7F66-46D4-816C-547D722F0B8C}" type="pres">
      <dgm:prSet presAssocID="{7921F0B1-EC0C-45D0-B01E-DBB2BABA5B88}" presName="rect2" presStyleLbl="alignAcc1" presStyleIdx="1" presStyleCnt="3"/>
      <dgm:spPr/>
    </dgm:pt>
    <dgm:pt modelId="{137950EF-563E-493C-A798-BD9381B657F2}" type="pres">
      <dgm:prSet presAssocID="{D0FC98D3-1AE5-4D6B-8B4F-6D40C7AA50B8}" presName="vertSpace3" presStyleLbl="node1" presStyleIdx="1" presStyleCnt="3"/>
      <dgm:spPr/>
    </dgm:pt>
    <dgm:pt modelId="{C6320E63-257E-4542-ADCA-23B5D8A95CDE}" type="pres">
      <dgm:prSet presAssocID="{D0FC98D3-1AE5-4D6B-8B4F-6D40C7AA50B8}" presName="circle3" presStyleLbl="node1" presStyleIdx="2" presStyleCnt="3"/>
      <dgm:spPr/>
    </dgm:pt>
    <dgm:pt modelId="{FE3B1D24-A761-441B-8D41-A981AB717A73}" type="pres">
      <dgm:prSet presAssocID="{D0FC98D3-1AE5-4D6B-8B4F-6D40C7AA50B8}" presName="rect3" presStyleLbl="alignAcc1" presStyleIdx="2" presStyleCnt="3"/>
      <dgm:spPr/>
    </dgm:pt>
    <dgm:pt modelId="{A48CD543-1A38-4C58-86C3-0122D8950DBA}" type="pres">
      <dgm:prSet presAssocID="{50ABBC72-3357-4509-8ED0-62A2859E93E0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886D3F60-A777-4A33-8ADE-E28A47C41178}" type="pres">
      <dgm:prSet presAssocID="{50ABBC72-3357-4509-8ED0-62A2859E93E0}" presName="rect1ChTx" presStyleLbl="alignAcc1" presStyleIdx="2" presStyleCnt="3">
        <dgm:presLayoutVars>
          <dgm:bulletEnabled val="1"/>
        </dgm:presLayoutVars>
      </dgm:prSet>
      <dgm:spPr/>
    </dgm:pt>
    <dgm:pt modelId="{35FB5A55-1673-4ED9-93C3-E00F8905E9B4}" type="pres">
      <dgm:prSet presAssocID="{7921F0B1-EC0C-45D0-B01E-DBB2BABA5B88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881E23D2-E3FA-4C7B-BB7E-94011A6E0F71}" type="pres">
      <dgm:prSet presAssocID="{7921F0B1-EC0C-45D0-B01E-DBB2BABA5B88}" presName="rect2ChTx" presStyleLbl="alignAcc1" presStyleIdx="2" presStyleCnt="3">
        <dgm:presLayoutVars>
          <dgm:bulletEnabled val="1"/>
        </dgm:presLayoutVars>
      </dgm:prSet>
      <dgm:spPr/>
    </dgm:pt>
    <dgm:pt modelId="{44C5E562-E3B7-4F44-8CEF-1FE89D042CD2}" type="pres">
      <dgm:prSet presAssocID="{D0FC98D3-1AE5-4D6B-8B4F-6D40C7AA50B8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D26A9466-81FE-4437-8E23-741E3418947C}" type="pres">
      <dgm:prSet presAssocID="{D0FC98D3-1AE5-4D6B-8B4F-6D40C7AA50B8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FD093B26-8102-4EC1-9ABF-5D4B192ECDBA}" srcId="{D0FC98D3-1AE5-4D6B-8B4F-6D40C7AA50B8}" destId="{C24594A0-1BF8-4296-946D-5C6050DD9B67}" srcOrd="0" destOrd="0" parTransId="{6B39D727-39E6-42C3-8AD0-9BEB0196B55E}" sibTransId="{6C2A7E8A-EDCA-4450-9F70-01909F5DE1CA}"/>
    <dgm:cxn modelId="{BD66BD3F-9081-4276-8171-09036D5063CB}" type="presOf" srcId="{7921F0B1-EC0C-45D0-B01E-DBB2BABA5B88}" destId="{0091E5E7-7F66-46D4-816C-547D722F0B8C}" srcOrd="0" destOrd="0" presId="urn:microsoft.com/office/officeart/2005/8/layout/target3"/>
    <dgm:cxn modelId="{AC21FA40-A701-4A7F-987B-89EE78F848A0}" srcId="{928E8482-01B0-4E0D-93EA-75FC2FE72F55}" destId="{7921F0B1-EC0C-45D0-B01E-DBB2BABA5B88}" srcOrd="1" destOrd="0" parTransId="{F4E2ADCF-CDAD-47C8-8B02-35D933FC5101}" sibTransId="{05A3E708-F372-435D-AA44-B7E91DA4C041}"/>
    <dgm:cxn modelId="{67DB3260-4F97-4897-8540-7B848DBCB870}" type="presOf" srcId="{928E8482-01B0-4E0D-93EA-75FC2FE72F55}" destId="{98AEFF6E-2A92-433A-965D-A493EFB7FAB9}" srcOrd="0" destOrd="0" presId="urn:microsoft.com/office/officeart/2005/8/layout/target3"/>
    <dgm:cxn modelId="{EFE7A177-0ED1-4D46-8DA0-7C145ECB0305}" type="presOf" srcId="{7921F0B1-EC0C-45D0-B01E-DBB2BABA5B88}" destId="{35FB5A55-1673-4ED9-93C3-E00F8905E9B4}" srcOrd="1" destOrd="0" presId="urn:microsoft.com/office/officeart/2005/8/layout/target3"/>
    <dgm:cxn modelId="{47850879-CCB2-4BDB-ACE4-92BD1D14171E}" type="presOf" srcId="{D0FC98D3-1AE5-4D6B-8B4F-6D40C7AA50B8}" destId="{44C5E562-E3B7-4F44-8CEF-1FE89D042CD2}" srcOrd="1" destOrd="0" presId="urn:microsoft.com/office/officeart/2005/8/layout/target3"/>
    <dgm:cxn modelId="{1B63AA79-B6BB-470C-A04A-5BA0BE05E046}" type="presOf" srcId="{D0FC98D3-1AE5-4D6B-8B4F-6D40C7AA50B8}" destId="{FE3B1D24-A761-441B-8D41-A981AB717A73}" srcOrd="0" destOrd="0" presId="urn:microsoft.com/office/officeart/2005/8/layout/target3"/>
    <dgm:cxn modelId="{3DDE3090-E609-4C83-B673-15220FC27F55}" srcId="{50ABBC72-3357-4509-8ED0-62A2859E93E0}" destId="{E32DF010-A87E-4E14-B752-A0A2301309C8}" srcOrd="0" destOrd="0" parTransId="{F73E70D4-34B4-4BF4-8BC9-BBEF5556B27D}" sibTransId="{0D0551F9-C33C-461D-8F79-11409A2CB3A5}"/>
    <dgm:cxn modelId="{8C119BB1-44B0-4510-A289-94B0AF26B636}" type="presOf" srcId="{E32DF010-A87E-4E14-B752-A0A2301309C8}" destId="{886D3F60-A777-4A33-8ADE-E28A47C41178}" srcOrd="0" destOrd="0" presId="urn:microsoft.com/office/officeart/2005/8/layout/target3"/>
    <dgm:cxn modelId="{D39FD7C6-F438-4024-9157-C79D66F11F7C}" srcId="{928E8482-01B0-4E0D-93EA-75FC2FE72F55}" destId="{D0FC98D3-1AE5-4D6B-8B4F-6D40C7AA50B8}" srcOrd="2" destOrd="0" parTransId="{9603E4FE-5CC3-436B-BA54-5814DCE67C6C}" sibTransId="{877EE8CB-E640-4A2F-A064-B0520B6CD241}"/>
    <dgm:cxn modelId="{9D3DB9C9-6AF6-45F3-BC3D-3AAD3CB89E2B}" type="presOf" srcId="{50ABBC72-3357-4509-8ED0-62A2859E93E0}" destId="{A48CD543-1A38-4C58-86C3-0122D8950DBA}" srcOrd="1" destOrd="0" presId="urn:microsoft.com/office/officeart/2005/8/layout/target3"/>
    <dgm:cxn modelId="{9E2AD5EB-0D33-4CC3-9688-11C10EE82150}" type="presOf" srcId="{50ABBC72-3357-4509-8ED0-62A2859E93E0}" destId="{F055DA50-02BE-428F-9BC7-DD92E41889D7}" srcOrd="0" destOrd="0" presId="urn:microsoft.com/office/officeart/2005/8/layout/target3"/>
    <dgm:cxn modelId="{3F0AEEFA-3781-48CA-9C24-CE967EFD6EC1}" type="presOf" srcId="{C24594A0-1BF8-4296-946D-5C6050DD9B67}" destId="{D26A9466-81FE-4437-8E23-741E3418947C}" srcOrd="0" destOrd="0" presId="urn:microsoft.com/office/officeart/2005/8/layout/target3"/>
    <dgm:cxn modelId="{2D00BDFC-FB2B-4A40-8FEA-3F780CE4FC2E}" srcId="{928E8482-01B0-4E0D-93EA-75FC2FE72F55}" destId="{50ABBC72-3357-4509-8ED0-62A2859E93E0}" srcOrd="0" destOrd="0" parTransId="{12C976AB-A99D-4157-AD92-B1318FA02C96}" sibTransId="{B596DEA2-8A61-41AD-BD82-D522F26B842E}"/>
    <dgm:cxn modelId="{C5BF559C-32BB-4B4C-9845-B25437CB536A}" type="presParOf" srcId="{98AEFF6E-2A92-433A-965D-A493EFB7FAB9}" destId="{FB0911C8-FC8D-4668-ACD1-6F3C8632BB99}" srcOrd="0" destOrd="0" presId="urn:microsoft.com/office/officeart/2005/8/layout/target3"/>
    <dgm:cxn modelId="{C4F5DA5B-9E0B-419F-B011-4243200357EB}" type="presParOf" srcId="{98AEFF6E-2A92-433A-965D-A493EFB7FAB9}" destId="{8B81E404-511E-4BE6-B0E8-CFC5061822B2}" srcOrd="1" destOrd="0" presId="urn:microsoft.com/office/officeart/2005/8/layout/target3"/>
    <dgm:cxn modelId="{6FA12ABF-3C07-4728-8067-8C89484893B7}" type="presParOf" srcId="{98AEFF6E-2A92-433A-965D-A493EFB7FAB9}" destId="{F055DA50-02BE-428F-9BC7-DD92E41889D7}" srcOrd="2" destOrd="0" presId="urn:microsoft.com/office/officeart/2005/8/layout/target3"/>
    <dgm:cxn modelId="{D84EE6C7-74B2-42B6-8686-A5BAB8C53987}" type="presParOf" srcId="{98AEFF6E-2A92-433A-965D-A493EFB7FAB9}" destId="{98E9F96C-85D5-4A95-8F81-2EDCDFBB5093}" srcOrd="3" destOrd="0" presId="urn:microsoft.com/office/officeart/2005/8/layout/target3"/>
    <dgm:cxn modelId="{415AA7A4-8F71-47BB-9026-949919ADA3BA}" type="presParOf" srcId="{98AEFF6E-2A92-433A-965D-A493EFB7FAB9}" destId="{A9BB8786-B233-4040-8E44-DE9210C4E383}" srcOrd="4" destOrd="0" presId="urn:microsoft.com/office/officeart/2005/8/layout/target3"/>
    <dgm:cxn modelId="{228798E1-A91C-4D65-AEA7-17DA5F047744}" type="presParOf" srcId="{98AEFF6E-2A92-433A-965D-A493EFB7FAB9}" destId="{0091E5E7-7F66-46D4-816C-547D722F0B8C}" srcOrd="5" destOrd="0" presId="urn:microsoft.com/office/officeart/2005/8/layout/target3"/>
    <dgm:cxn modelId="{D2D11112-0DDF-4CC0-8125-C28F0DA433B1}" type="presParOf" srcId="{98AEFF6E-2A92-433A-965D-A493EFB7FAB9}" destId="{137950EF-563E-493C-A798-BD9381B657F2}" srcOrd="6" destOrd="0" presId="urn:microsoft.com/office/officeart/2005/8/layout/target3"/>
    <dgm:cxn modelId="{F3583995-92BF-449F-AD1A-5EFF48F943A7}" type="presParOf" srcId="{98AEFF6E-2A92-433A-965D-A493EFB7FAB9}" destId="{C6320E63-257E-4542-ADCA-23B5D8A95CDE}" srcOrd="7" destOrd="0" presId="urn:microsoft.com/office/officeart/2005/8/layout/target3"/>
    <dgm:cxn modelId="{6AEB0239-0832-49CD-97DD-52798080636D}" type="presParOf" srcId="{98AEFF6E-2A92-433A-965D-A493EFB7FAB9}" destId="{FE3B1D24-A761-441B-8D41-A981AB717A73}" srcOrd="8" destOrd="0" presId="urn:microsoft.com/office/officeart/2005/8/layout/target3"/>
    <dgm:cxn modelId="{5588283D-A2CD-4DAC-AF80-015138A68CDD}" type="presParOf" srcId="{98AEFF6E-2A92-433A-965D-A493EFB7FAB9}" destId="{A48CD543-1A38-4C58-86C3-0122D8950DBA}" srcOrd="9" destOrd="0" presId="urn:microsoft.com/office/officeart/2005/8/layout/target3"/>
    <dgm:cxn modelId="{EE06E45C-41DC-49EC-9177-8725FAF9156B}" type="presParOf" srcId="{98AEFF6E-2A92-433A-965D-A493EFB7FAB9}" destId="{886D3F60-A777-4A33-8ADE-E28A47C41178}" srcOrd="10" destOrd="0" presId="urn:microsoft.com/office/officeart/2005/8/layout/target3"/>
    <dgm:cxn modelId="{D9ED5FE8-79C6-49C2-99B1-5E04DEA6C0F1}" type="presParOf" srcId="{98AEFF6E-2A92-433A-965D-A493EFB7FAB9}" destId="{35FB5A55-1673-4ED9-93C3-E00F8905E9B4}" srcOrd="11" destOrd="0" presId="urn:microsoft.com/office/officeart/2005/8/layout/target3"/>
    <dgm:cxn modelId="{AC1E64B8-17BA-43C4-B7BB-0D46E3DB1CAF}" type="presParOf" srcId="{98AEFF6E-2A92-433A-965D-A493EFB7FAB9}" destId="{881E23D2-E3FA-4C7B-BB7E-94011A6E0F71}" srcOrd="12" destOrd="0" presId="urn:microsoft.com/office/officeart/2005/8/layout/target3"/>
    <dgm:cxn modelId="{B5706E3F-6F3B-4626-95B3-1532B0B17A1C}" type="presParOf" srcId="{98AEFF6E-2A92-433A-965D-A493EFB7FAB9}" destId="{44C5E562-E3B7-4F44-8CEF-1FE89D042CD2}" srcOrd="13" destOrd="0" presId="urn:microsoft.com/office/officeart/2005/8/layout/target3"/>
    <dgm:cxn modelId="{8245B7F4-82FB-4C1E-865E-E2E85E4F9127}" type="presParOf" srcId="{98AEFF6E-2A92-433A-965D-A493EFB7FAB9}" destId="{D26A9466-81FE-4437-8E23-741E3418947C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0911C8-FC8D-4668-ACD1-6F3C8632BB99}">
      <dsp:nvSpPr>
        <dsp:cNvPr id="0" name=""/>
        <dsp:cNvSpPr/>
      </dsp:nvSpPr>
      <dsp:spPr>
        <a:xfrm>
          <a:off x="0" y="63499"/>
          <a:ext cx="4953000" cy="49530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5DA50-02BE-428F-9BC7-DD92E41889D7}">
      <dsp:nvSpPr>
        <dsp:cNvPr id="0" name=""/>
        <dsp:cNvSpPr/>
      </dsp:nvSpPr>
      <dsp:spPr>
        <a:xfrm>
          <a:off x="2476500" y="63499"/>
          <a:ext cx="5778499" cy="495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Node One</a:t>
          </a:r>
        </a:p>
      </dsp:txBody>
      <dsp:txXfrm>
        <a:off x="2476500" y="63499"/>
        <a:ext cx="2889249" cy="1485903"/>
      </dsp:txXfrm>
    </dsp:sp>
    <dsp:sp modelId="{A9BB8786-B233-4040-8E44-DE9210C4E383}">
      <dsp:nvSpPr>
        <dsp:cNvPr id="0" name=""/>
        <dsp:cNvSpPr/>
      </dsp:nvSpPr>
      <dsp:spPr>
        <a:xfrm>
          <a:off x="866776" y="1549403"/>
          <a:ext cx="3219446" cy="321944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1E5E7-7F66-46D4-816C-547D722F0B8C}">
      <dsp:nvSpPr>
        <dsp:cNvPr id="0" name=""/>
        <dsp:cNvSpPr/>
      </dsp:nvSpPr>
      <dsp:spPr>
        <a:xfrm>
          <a:off x="2476500" y="1549403"/>
          <a:ext cx="5778499" cy="321944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Node Three</a:t>
          </a:r>
        </a:p>
      </dsp:txBody>
      <dsp:txXfrm>
        <a:off x="2476500" y="1549403"/>
        <a:ext cx="2889249" cy="1485898"/>
      </dsp:txXfrm>
    </dsp:sp>
    <dsp:sp modelId="{C6320E63-257E-4542-ADCA-23B5D8A95CDE}">
      <dsp:nvSpPr>
        <dsp:cNvPr id="0" name=""/>
        <dsp:cNvSpPr/>
      </dsp:nvSpPr>
      <dsp:spPr>
        <a:xfrm>
          <a:off x="1733550" y="3035301"/>
          <a:ext cx="1485898" cy="148589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B1D24-A761-441B-8D41-A981AB717A73}">
      <dsp:nvSpPr>
        <dsp:cNvPr id="0" name=""/>
        <dsp:cNvSpPr/>
      </dsp:nvSpPr>
      <dsp:spPr>
        <a:xfrm>
          <a:off x="2476500" y="3035301"/>
          <a:ext cx="5778499" cy="14858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Node Four</a:t>
          </a:r>
        </a:p>
      </dsp:txBody>
      <dsp:txXfrm>
        <a:off x="2476500" y="3035301"/>
        <a:ext cx="2889249" cy="1485898"/>
      </dsp:txXfrm>
    </dsp:sp>
    <dsp:sp modelId="{886D3F60-A777-4A33-8ADE-E28A47C41178}">
      <dsp:nvSpPr>
        <dsp:cNvPr id="0" name=""/>
        <dsp:cNvSpPr/>
      </dsp:nvSpPr>
      <dsp:spPr>
        <a:xfrm>
          <a:off x="5365749" y="63499"/>
          <a:ext cx="2889249" cy="1485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Two has a longer label</a:t>
          </a:r>
        </a:p>
      </dsp:txBody>
      <dsp:txXfrm>
        <a:off x="5365749" y="63499"/>
        <a:ext cx="2889249" cy="1485903"/>
      </dsp:txXfrm>
    </dsp:sp>
    <dsp:sp modelId="{D26A9466-81FE-4437-8E23-741E3418947C}">
      <dsp:nvSpPr>
        <dsp:cNvPr id="0" name=""/>
        <dsp:cNvSpPr/>
      </dsp:nvSpPr>
      <dsp:spPr>
        <a:xfrm>
          <a:off x="5365749" y="3035301"/>
          <a:ext cx="2889249" cy="14858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Five</a:t>
          </a:r>
        </a:p>
      </dsp:txBody>
      <dsp:txXfrm>
        <a:off x="5365749" y="3035301"/>
        <a:ext cx="2889249" cy="14858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7427-6F01-BEEC-82D5-9C465FCE1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857A9-5E57-DB00-A007-F33688D0D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6270C-CDA6-9A64-BCFA-4D64E39D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A0040-58D6-E25A-3CB0-CB777E12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B699E-F45A-07B1-F71A-292D24DB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6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8663-5A3C-6B98-2EEF-6B1146E3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77DC8-FC5B-6733-6C3F-E096FCFE3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4FFD8-B999-B518-D483-723AF9993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43F1C-C153-DBA3-80E2-11A54957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B9260-FC35-11CC-003A-3E2515A7C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5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9C07C-8EDD-3E98-F379-1436A9FF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E0D05-D5BF-C7B2-FEE2-5057569D0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4BBBF-45B2-10D9-73ED-A4522143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6F0EF-762B-0D5F-6E21-3AC4C4D7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237EA-067D-5BD5-779E-7BCE7047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8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D553-622A-A9D0-F3EA-A27C9A3D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11B10-F0CC-C227-62E3-28C696C20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27A29-C768-EF21-3752-5BB68167B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9D257-F081-F523-C352-79A9FBD4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44ED1-B4D9-4592-239D-2D436230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D080C-7A42-FF4F-6C12-A75188E3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6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B6ED-F915-AD0F-B771-E5E764F31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8771F-C8D6-67B2-742F-827449581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C53CB-CCA0-08D9-C4D7-540C61D1A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617CD7-04F3-0D8A-BC03-740B9D47B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FAF8D-B555-EF55-62AB-F6C5CBB8A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D1BB3-E723-9D36-54B5-899EBC5D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6743F9-E612-9780-2C5D-EAE09C29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9A63A0-4ED1-2DE7-884D-A931C4F9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02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45C69-DF67-38B4-83DB-1BD4F0AE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1E62D-A211-D065-AC3B-29C3F8B8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82D94-CD18-2F8D-2EC2-EE41C9A9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B10B5-F813-CA1F-5B28-B0DD2C48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87C10-ECAB-F156-29F9-4F293841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5A0B73-DA68-FAE4-CA51-FAD4163E0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7CD0F-F677-A0CE-EB6E-A3ABF52E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5872-31AF-FCEB-9CA6-AD61233C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BDBD-3E6E-CDA2-4861-F5CD91045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CDD01-67DB-3B1C-C80D-5E5CB11BA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A1548-9257-49D4-CF19-73A74B00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A29AA-00A0-408E-FB1B-5BD24178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A128C-BB6D-E6B7-B275-39EC98B6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1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BDBE-2370-FB10-B97D-E2DC892E1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E448F-A0CD-0803-CD14-8C9EBF3C6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B7B80-8CC1-18D8-41A3-59FCED797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796D0-0D9F-793E-BF21-1340B1AAF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FD827-859A-A3DB-47BE-69ABCA2D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1D75C-3B1F-C2A4-F988-223B9370D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7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F9B7-5CF7-914C-116B-19DD5776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8346E-4971-F9D7-1783-CF9B90A8E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C1938-C867-5F09-92EB-E7196F902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EA1D5-D125-A105-5411-D7625319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992DF-209D-6185-FE29-E2F64DD0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3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C08A2F-A905-5A1C-371C-88ACFB73E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847AF-2C31-A116-C12F-484E004AC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BE8DD-B0DB-A52C-E5A3-D0B0E5F6F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9DAE6-153F-DA22-FDAD-C7949D4C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39A9A-2903-CF84-74DB-52CE9C46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2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6828E6-7845-10DE-38C3-1A6B3C6C1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81A49-2ED2-886A-485C-2D0F37700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DFA69-159B-B1E3-CF44-F6E2CE483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8F479-8766-433F-A715-FCC857D7B6D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1AC0C-6CF9-92BA-D63A-7BEA8B106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DFF2-2845-DCE4-1BEA-E0B7B11BC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54056-B375-4DCB-9261-D854488AC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7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64B3727-3818-ED04-9FC2-4B1AB52CFA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337890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065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2026-09-06T08:13:09Z</dcterms:created>
  <dcterms:modified xsi:type="dcterms:W3CDTF">2026-09-06T08:13:10Z</dcterms:modified>
</cp:coreProperties>
</file>