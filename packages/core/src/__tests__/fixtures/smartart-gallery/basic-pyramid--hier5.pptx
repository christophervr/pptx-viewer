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0D482A-582D-4799-8320-1DC39683FEFC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3DDC78F8-D9F6-4BEA-BA08-23B944F069C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2F0DFFF-7B31-4ABF-BDB8-63596F268254}" type="parTrans" cxnId="{B8D78DF5-160C-4739-9B30-8EDA910D878D}">
      <dgm:prSet/>
      <dgm:spPr/>
    </dgm:pt>
    <dgm:pt modelId="{FFECCA12-1493-4DC8-A02D-A6584A752E29}" type="sibTrans" cxnId="{B8D78DF5-160C-4739-9B30-8EDA910D878D}">
      <dgm:prSet/>
      <dgm:spPr/>
    </dgm:pt>
    <dgm:pt modelId="{EE890C6C-1FE5-404F-9C08-84D85627189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92DCFE4-78A4-457F-9E3E-9C18A6ECB7D3}" type="parTrans" cxnId="{49B654E4-8D37-4036-B2D8-2514EE27836A}">
      <dgm:prSet/>
      <dgm:spPr/>
    </dgm:pt>
    <dgm:pt modelId="{2240954F-9B31-4EBC-AA8F-CC1F5E1E2288}" type="sibTrans" cxnId="{49B654E4-8D37-4036-B2D8-2514EE27836A}">
      <dgm:prSet/>
      <dgm:spPr/>
    </dgm:pt>
    <dgm:pt modelId="{FDBE8721-48E7-4199-8109-49AE6671844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F0AAB87-E9CD-46BC-9034-AD8657BB75BB}" type="parTrans" cxnId="{CF1346C6-741A-4376-BE48-CC8CBABED349}">
      <dgm:prSet/>
      <dgm:spPr/>
    </dgm:pt>
    <dgm:pt modelId="{35336DB8-FD5F-4DAD-8430-D5CBD12772E4}" type="sibTrans" cxnId="{CF1346C6-741A-4376-BE48-CC8CBABED349}">
      <dgm:prSet/>
      <dgm:spPr/>
    </dgm:pt>
    <dgm:pt modelId="{86B84144-1DA4-4E81-ABAB-09898D308EE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2FFA802-BD92-4B7D-AC56-50998FD1D8F8}" type="parTrans" cxnId="{71A8CF87-DFF0-4B88-8396-464018053CC6}">
      <dgm:prSet/>
      <dgm:spPr/>
    </dgm:pt>
    <dgm:pt modelId="{7B343DAC-9655-4EA6-BB1A-D467B720A0D0}" type="sibTrans" cxnId="{71A8CF87-DFF0-4B88-8396-464018053CC6}">
      <dgm:prSet/>
      <dgm:spPr/>
    </dgm:pt>
    <dgm:pt modelId="{45F1CBEA-5000-48AC-88C4-18B8E4A7F59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082EDC0-3787-44BA-B461-7EB01F36B832}" type="parTrans" cxnId="{708049A3-C809-40F6-8A29-7640C02BAD4F}">
      <dgm:prSet/>
      <dgm:spPr/>
    </dgm:pt>
    <dgm:pt modelId="{0B4EA8EB-0C7E-47C6-9CE8-942234C6BF92}" type="sibTrans" cxnId="{708049A3-C809-40F6-8A29-7640C02BAD4F}">
      <dgm:prSet/>
      <dgm:spPr/>
    </dgm:pt>
    <dgm:pt modelId="{38FB1905-5B83-44C9-A51E-8A97FE12EE3B}" type="pres">
      <dgm:prSet presAssocID="{1F0D482A-582D-4799-8320-1DC39683FEFC}" presName="Name0" presStyleCnt="0">
        <dgm:presLayoutVars>
          <dgm:dir/>
          <dgm:animLvl val="lvl"/>
          <dgm:resizeHandles val="exact"/>
        </dgm:presLayoutVars>
      </dgm:prSet>
      <dgm:spPr/>
    </dgm:pt>
    <dgm:pt modelId="{DB9BC4E3-6F4C-4FB2-B791-1D2C3871CCC9}" type="pres">
      <dgm:prSet presAssocID="{3DDC78F8-D9F6-4BEA-BA08-23B944F069CB}" presName="Name8" presStyleCnt="0"/>
      <dgm:spPr/>
    </dgm:pt>
    <dgm:pt modelId="{6488FD7E-98B0-4AA7-9F0E-A1E6A98C8359}" type="pres">
      <dgm:prSet presAssocID="{3DDC78F8-D9F6-4BEA-BA08-23B944F069CB}" presName="acctBkgd" presStyleLbl="alignAcc1" presStyleIdx="0" presStyleCnt="2"/>
      <dgm:spPr/>
    </dgm:pt>
    <dgm:pt modelId="{85EEF1B5-4B83-409D-AB7B-BB3CF67D91CE}" type="pres">
      <dgm:prSet presAssocID="{3DDC78F8-D9F6-4BEA-BA08-23B944F069CB}" presName="acctTx" presStyleLbl="alignAcc1" presStyleIdx="0" presStyleCnt="2">
        <dgm:presLayoutVars>
          <dgm:bulletEnabled val="1"/>
        </dgm:presLayoutVars>
      </dgm:prSet>
      <dgm:spPr/>
    </dgm:pt>
    <dgm:pt modelId="{04F453B5-5E13-443D-AD05-6CF8F04B66E8}" type="pres">
      <dgm:prSet presAssocID="{3DDC78F8-D9F6-4BEA-BA08-23B944F069CB}" presName="level" presStyleLbl="node1" presStyleIdx="0" presStyleCnt="3">
        <dgm:presLayoutVars>
          <dgm:chMax val="1"/>
          <dgm:bulletEnabled val="1"/>
        </dgm:presLayoutVars>
      </dgm:prSet>
      <dgm:spPr/>
    </dgm:pt>
    <dgm:pt modelId="{BFB1CE48-8D29-44B9-AC49-5B55984EC9EE}" type="pres">
      <dgm:prSet presAssocID="{3DDC78F8-D9F6-4BEA-BA08-23B944F069C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59C26C8-C099-4F04-BFE3-4D84A8DE31FE}" type="pres">
      <dgm:prSet presAssocID="{FDBE8721-48E7-4199-8109-49AE66718445}" presName="Name8" presStyleCnt="0"/>
      <dgm:spPr/>
    </dgm:pt>
    <dgm:pt modelId="{4AF9FA0F-9DDE-4094-90CF-6526116E75C9}" type="pres">
      <dgm:prSet presAssocID="{FDBE8721-48E7-4199-8109-49AE66718445}" presName="level" presStyleLbl="node1" presStyleIdx="1" presStyleCnt="3">
        <dgm:presLayoutVars>
          <dgm:chMax val="1"/>
          <dgm:bulletEnabled val="1"/>
        </dgm:presLayoutVars>
      </dgm:prSet>
      <dgm:spPr/>
    </dgm:pt>
    <dgm:pt modelId="{71E02387-E925-4BDE-9AE8-5C5E726B49E8}" type="pres">
      <dgm:prSet presAssocID="{FDBE8721-48E7-4199-8109-49AE6671844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B617BF7-4EFE-4FCC-977E-9ACCAC0C96F8}" type="pres">
      <dgm:prSet presAssocID="{86B84144-1DA4-4E81-ABAB-09898D308EE8}" presName="Name8" presStyleCnt="0"/>
      <dgm:spPr/>
    </dgm:pt>
    <dgm:pt modelId="{D7711282-EDFC-45E8-806C-31F6449692F2}" type="pres">
      <dgm:prSet presAssocID="{86B84144-1DA4-4E81-ABAB-09898D308EE8}" presName="acctBkgd" presStyleLbl="alignAcc1" presStyleIdx="1" presStyleCnt="2"/>
      <dgm:spPr/>
    </dgm:pt>
    <dgm:pt modelId="{D804C0FC-1AB8-41DC-B01C-352F5D551D32}" type="pres">
      <dgm:prSet presAssocID="{86B84144-1DA4-4E81-ABAB-09898D308EE8}" presName="acctTx" presStyleLbl="alignAcc1" presStyleIdx="1" presStyleCnt="2">
        <dgm:presLayoutVars>
          <dgm:bulletEnabled val="1"/>
        </dgm:presLayoutVars>
      </dgm:prSet>
      <dgm:spPr/>
    </dgm:pt>
    <dgm:pt modelId="{EFB8C3B4-AD20-4BA2-8407-9E6D8280D198}" type="pres">
      <dgm:prSet presAssocID="{86B84144-1DA4-4E81-ABAB-09898D308EE8}" presName="level" presStyleLbl="node1" presStyleIdx="2" presStyleCnt="3">
        <dgm:presLayoutVars>
          <dgm:chMax val="1"/>
          <dgm:bulletEnabled val="1"/>
        </dgm:presLayoutVars>
      </dgm:prSet>
      <dgm:spPr/>
    </dgm:pt>
    <dgm:pt modelId="{B160C4EF-8C1A-4A97-8379-6DA2FD4E37CD}" type="pres">
      <dgm:prSet presAssocID="{86B84144-1DA4-4E81-ABAB-09898D308EE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0243CE09-D291-4ADA-9CE1-6CAF048C0055}" type="presOf" srcId="{EE890C6C-1FE5-404F-9C08-84D856271897}" destId="{85EEF1B5-4B83-409D-AB7B-BB3CF67D91CE}" srcOrd="1" destOrd="0" presId="urn:microsoft.com/office/officeart/2005/8/layout/pyramid1"/>
    <dgm:cxn modelId="{C32D510A-DCBE-4678-8E81-ABD1E4343F3A}" type="presOf" srcId="{1F0D482A-582D-4799-8320-1DC39683FEFC}" destId="{38FB1905-5B83-44C9-A51E-8A97FE12EE3B}" srcOrd="0" destOrd="0" presId="urn:microsoft.com/office/officeart/2005/8/layout/pyramid1"/>
    <dgm:cxn modelId="{32DB063F-0CEA-4293-A193-185A5AA71230}" type="presOf" srcId="{86B84144-1DA4-4E81-ABAB-09898D308EE8}" destId="{EFB8C3B4-AD20-4BA2-8407-9E6D8280D198}" srcOrd="0" destOrd="0" presId="urn:microsoft.com/office/officeart/2005/8/layout/pyramid1"/>
    <dgm:cxn modelId="{CCD30E5E-B0BD-464B-8545-5B3A189A9C24}" type="presOf" srcId="{45F1CBEA-5000-48AC-88C4-18B8E4A7F598}" destId="{D804C0FC-1AB8-41DC-B01C-352F5D551D32}" srcOrd="1" destOrd="0" presId="urn:microsoft.com/office/officeart/2005/8/layout/pyramid1"/>
    <dgm:cxn modelId="{7026A17E-53AA-4D95-A423-7E30432C0DAB}" type="presOf" srcId="{45F1CBEA-5000-48AC-88C4-18B8E4A7F598}" destId="{D7711282-EDFC-45E8-806C-31F6449692F2}" srcOrd="0" destOrd="0" presId="urn:microsoft.com/office/officeart/2005/8/layout/pyramid1"/>
    <dgm:cxn modelId="{8C224A83-20AB-4104-A86A-793B99C408E7}" type="presOf" srcId="{3DDC78F8-D9F6-4BEA-BA08-23B944F069CB}" destId="{BFB1CE48-8D29-44B9-AC49-5B55984EC9EE}" srcOrd="1" destOrd="0" presId="urn:microsoft.com/office/officeart/2005/8/layout/pyramid1"/>
    <dgm:cxn modelId="{DAE6E383-2F87-495E-82F1-40AE07171F30}" type="presOf" srcId="{FDBE8721-48E7-4199-8109-49AE66718445}" destId="{4AF9FA0F-9DDE-4094-90CF-6526116E75C9}" srcOrd="0" destOrd="0" presId="urn:microsoft.com/office/officeart/2005/8/layout/pyramid1"/>
    <dgm:cxn modelId="{71A8CF87-DFF0-4B88-8396-464018053CC6}" srcId="{1F0D482A-582D-4799-8320-1DC39683FEFC}" destId="{86B84144-1DA4-4E81-ABAB-09898D308EE8}" srcOrd="2" destOrd="0" parTransId="{F2FFA802-BD92-4B7D-AC56-50998FD1D8F8}" sibTransId="{7B343DAC-9655-4EA6-BB1A-D467B720A0D0}"/>
    <dgm:cxn modelId="{708049A3-C809-40F6-8A29-7640C02BAD4F}" srcId="{86B84144-1DA4-4E81-ABAB-09898D308EE8}" destId="{45F1CBEA-5000-48AC-88C4-18B8E4A7F598}" srcOrd="0" destOrd="0" parTransId="{2082EDC0-3787-44BA-B461-7EB01F36B832}" sibTransId="{0B4EA8EB-0C7E-47C6-9CE8-942234C6BF92}"/>
    <dgm:cxn modelId="{72A7D8A4-67CA-48C9-8B96-6D6AB56F1F08}" type="presOf" srcId="{FDBE8721-48E7-4199-8109-49AE66718445}" destId="{71E02387-E925-4BDE-9AE8-5C5E726B49E8}" srcOrd="1" destOrd="0" presId="urn:microsoft.com/office/officeart/2005/8/layout/pyramid1"/>
    <dgm:cxn modelId="{CF1346C6-741A-4376-BE48-CC8CBABED349}" srcId="{1F0D482A-582D-4799-8320-1DC39683FEFC}" destId="{FDBE8721-48E7-4199-8109-49AE66718445}" srcOrd="1" destOrd="0" parTransId="{FF0AAB87-E9CD-46BC-9034-AD8657BB75BB}" sibTransId="{35336DB8-FD5F-4DAD-8430-D5CBD12772E4}"/>
    <dgm:cxn modelId="{59F763C7-B7D5-4F6F-80EF-F68DFC0B9A86}" type="presOf" srcId="{86B84144-1DA4-4E81-ABAB-09898D308EE8}" destId="{B160C4EF-8C1A-4A97-8379-6DA2FD4E37CD}" srcOrd="1" destOrd="0" presId="urn:microsoft.com/office/officeart/2005/8/layout/pyramid1"/>
    <dgm:cxn modelId="{A317C3CD-AE11-4AAD-86BB-E4632D4736B7}" type="presOf" srcId="{3DDC78F8-D9F6-4BEA-BA08-23B944F069CB}" destId="{04F453B5-5E13-443D-AD05-6CF8F04B66E8}" srcOrd="0" destOrd="0" presId="urn:microsoft.com/office/officeart/2005/8/layout/pyramid1"/>
    <dgm:cxn modelId="{49B654E4-8D37-4036-B2D8-2514EE27836A}" srcId="{3DDC78F8-D9F6-4BEA-BA08-23B944F069CB}" destId="{EE890C6C-1FE5-404F-9C08-84D856271897}" srcOrd="0" destOrd="0" parTransId="{F92DCFE4-78A4-457F-9E3E-9C18A6ECB7D3}" sibTransId="{2240954F-9B31-4EBC-AA8F-CC1F5E1E2288}"/>
    <dgm:cxn modelId="{B8D78DF5-160C-4739-9B30-8EDA910D878D}" srcId="{1F0D482A-582D-4799-8320-1DC39683FEFC}" destId="{3DDC78F8-D9F6-4BEA-BA08-23B944F069CB}" srcOrd="0" destOrd="0" parTransId="{52F0DFFF-7B31-4ABF-BDB8-63596F268254}" sibTransId="{FFECCA12-1493-4DC8-A02D-A6584A752E29}"/>
    <dgm:cxn modelId="{7D1FF5FE-0A51-41B1-9F62-676CBBADAA9D}" type="presOf" srcId="{EE890C6C-1FE5-404F-9C08-84D856271897}" destId="{6488FD7E-98B0-4AA7-9F0E-A1E6A98C8359}" srcOrd="0" destOrd="0" presId="urn:microsoft.com/office/officeart/2005/8/layout/pyramid1"/>
    <dgm:cxn modelId="{333583E9-0C2D-4D73-9452-1E6B88A75B78}" type="presParOf" srcId="{38FB1905-5B83-44C9-A51E-8A97FE12EE3B}" destId="{DB9BC4E3-6F4C-4FB2-B791-1D2C3871CCC9}" srcOrd="0" destOrd="0" presId="urn:microsoft.com/office/officeart/2005/8/layout/pyramid1"/>
    <dgm:cxn modelId="{14B30098-F391-40B0-AEAA-F84222BD726A}" type="presParOf" srcId="{DB9BC4E3-6F4C-4FB2-B791-1D2C3871CCC9}" destId="{6488FD7E-98B0-4AA7-9F0E-A1E6A98C8359}" srcOrd="0" destOrd="0" presId="urn:microsoft.com/office/officeart/2005/8/layout/pyramid1"/>
    <dgm:cxn modelId="{B2FAB0A1-EABB-4676-8AA4-84C34F672124}" type="presParOf" srcId="{DB9BC4E3-6F4C-4FB2-B791-1D2C3871CCC9}" destId="{85EEF1B5-4B83-409D-AB7B-BB3CF67D91CE}" srcOrd="1" destOrd="0" presId="urn:microsoft.com/office/officeart/2005/8/layout/pyramid1"/>
    <dgm:cxn modelId="{05F4DEC0-677B-4FD4-957D-C1BFD6D335EA}" type="presParOf" srcId="{DB9BC4E3-6F4C-4FB2-B791-1D2C3871CCC9}" destId="{04F453B5-5E13-443D-AD05-6CF8F04B66E8}" srcOrd="2" destOrd="0" presId="urn:microsoft.com/office/officeart/2005/8/layout/pyramid1"/>
    <dgm:cxn modelId="{1AAF4394-966A-4337-88F2-FF9C7BE87957}" type="presParOf" srcId="{DB9BC4E3-6F4C-4FB2-B791-1D2C3871CCC9}" destId="{BFB1CE48-8D29-44B9-AC49-5B55984EC9EE}" srcOrd="3" destOrd="0" presId="urn:microsoft.com/office/officeart/2005/8/layout/pyramid1"/>
    <dgm:cxn modelId="{E669C6DD-F321-47C4-96E5-8A08B9FA04C0}" type="presParOf" srcId="{38FB1905-5B83-44C9-A51E-8A97FE12EE3B}" destId="{A59C26C8-C099-4F04-BFE3-4D84A8DE31FE}" srcOrd="1" destOrd="0" presId="urn:microsoft.com/office/officeart/2005/8/layout/pyramid1"/>
    <dgm:cxn modelId="{8D65289B-04F3-4385-BB9E-94797C436898}" type="presParOf" srcId="{A59C26C8-C099-4F04-BFE3-4D84A8DE31FE}" destId="{4AF9FA0F-9DDE-4094-90CF-6526116E75C9}" srcOrd="0" destOrd="0" presId="urn:microsoft.com/office/officeart/2005/8/layout/pyramid1"/>
    <dgm:cxn modelId="{CAF137AB-F97E-412B-953A-BFE1C05EDFA2}" type="presParOf" srcId="{A59C26C8-C099-4F04-BFE3-4D84A8DE31FE}" destId="{71E02387-E925-4BDE-9AE8-5C5E726B49E8}" srcOrd="1" destOrd="0" presId="urn:microsoft.com/office/officeart/2005/8/layout/pyramid1"/>
    <dgm:cxn modelId="{71CAA5A3-388B-4BF8-8605-B45DDBF3D6E6}" type="presParOf" srcId="{38FB1905-5B83-44C9-A51E-8A97FE12EE3B}" destId="{CB617BF7-4EFE-4FCC-977E-9ACCAC0C96F8}" srcOrd="2" destOrd="0" presId="urn:microsoft.com/office/officeart/2005/8/layout/pyramid1"/>
    <dgm:cxn modelId="{788E23F8-CBB0-431A-A55E-25085015D9F8}" type="presParOf" srcId="{CB617BF7-4EFE-4FCC-977E-9ACCAC0C96F8}" destId="{D7711282-EDFC-45E8-806C-31F6449692F2}" srcOrd="0" destOrd="0" presId="urn:microsoft.com/office/officeart/2005/8/layout/pyramid1"/>
    <dgm:cxn modelId="{D9868DAC-9724-48CB-BA4F-92077F66FDB8}" type="presParOf" srcId="{CB617BF7-4EFE-4FCC-977E-9ACCAC0C96F8}" destId="{D804C0FC-1AB8-41DC-B01C-352F5D551D32}" srcOrd="1" destOrd="0" presId="urn:microsoft.com/office/officeart/2005/8/layout/pyramid1"/>
    <dgm:cxn modelId="{E65B8037-1648-471C-A7B4-4D9EA7F302BC}" type="presParOf" srcId="{CB617BF7-4EFE-4FCC-977E-9ACCAC0C96F8}" destId="{EFB8C3B4-AD20-4BA2-8407-9E6D8280D198}" srcOrd="2" destOrd="0" presId="urn:microsoft.com/office/officeart/2005/8/layout/pyramid1"/>
    <dgm:cxn modelId="{8B4A4C70-62EF-4D3C-9374-EC0033FBAA03}" type="presParOf" srcId="{CB617BF7-4EFE-4FCC-977E-9ACCAC0C96F8}" destId="{B160C4EF-8C1A-4A97-8379-6DA2FD4E37CD}" srcOrd="3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8FD7E-98B0-4AA7-9F0E-A1E6A98C8359}">
      <dsp:nvSpPr>
        <dsp:cNvPr id="0" name=""/>
        <dsp:cNvSpPr/>
      </dsp:nvSpPr>
      <dsp:spPr>
        <a:xfrm rot="10800000">
          <a:off x="2806699" y="0"/>
          <a:ext cx="5448300" cy="1693333"/>
        </a:xfrm>
        <a:prstGeom prst="nonIsoscelesTrapezoid">
          <a:avLst>
            <a:gd name="adj1" fmla="val 0"/>
            <a:gd name="adj2" fmla="val 5525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/>
            <a:t>Node Two has a longer label</a:t>
          </a:r>
        </a:p>
      </dsp:txBody>
      <dsp:txXfrm rot="10800000">
        <a:off x="3742266" y="0"/>
        <a:ext cx="4512733" cy="1693333"/>
      </dsp:txXfrm>
    </dsp:sp>
    <dsp:sp modelId="{04F453B5-5E13-443D-AD05-6CF8F04B66E8}">
      <dsp:nvSpPr>
        <dsp:cNvPr id="0" name=""/>
        <dsp:cNvSpPr/>
      </dsp:nvSpPr>
      <dsp:spPr>
        <a:xfrm>
          <a:off x="1871133" y="0"/>
          <a:ext cx="1871133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One</a:t>
          </a:r>
        </a:p>
      </dsp:txBody>
      <dsp:txXfrm>
        <a:off x="1871133" y="0"/>
        <a:ext cx="1871133" cy="1693333"/>
      </dsp:txXfrm>
    </dsp:sp>
    <dsp:sp modelId="{4AF9FA0F-9DDE-4094-90CF-6526116E75C9}">
      <dsp:nvSpPr>
        <dsp:cNvPr id="0" name=""/>
        <dsp:cNvSpPr/>
      </dsp:nvSpPr>
      <dsp:spPr>
        <a:xfrm>
          <a:off x="935566" y="1693333"/>
          <a:ext cx="3742266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Three</a:t>
          </a:r>
        </a:p>
      </dsp:txBody>
      <dsp:txXfrm>
        <a:off x="1590463" y="1693333"/>
        <a:ext cx="2432473" cy="1693333"/>
      </dsp:txXfrm>
    </dsp:sp>
    <dsp:sp modelId="{D7711282-EDFC-45E8-806C-31F6449692F2}">
      <dsp:nvSpPr>
        <dsp:cNvPr id="0" name=""/>
        <dsp:cNvSpPr/>
      </dsp:nvSpPr>
      <dsp:spPr>
        <a:xfrm rot="10800000">
          <a:off x="4677833" y="3386666"/>
          <a:ext cx="3577166" cy="1693333"/>
        </a:xfrm>
        <a:prstGeom prst="nonIsoscelesTrapezoid">
          <a:avLst>
            <a:gd name="adj1" fmla="val 0"/>
            <a:gd name="adj2" fmla="val 5525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/>
            <a:t>Node Five</a:t>
          </a:r>
        </a:p>
      </dsp:txBody>
      <dsp:txXfrm rot="10800000">
        <a:off x="5613399" y="3386666"/>
        <a:ext cx="2641600" cy="1693333"/>
      </dsp:txXfrm>
    </dsp:sp>
    <dsp:sp modelId="{EFB8C3B4-AD20-4BA2-8407-9E6D8280D198}">
      <dsp:nvSpPr>
        <dsp:cNvPr id="0" name=""/>
        <dsp:cNvSpPr/>
      </dsp:nvSpPr>
      <dsp:spPr>
        <a:xfrm>
          <a:off x="0" y="3386666"/>
          <a:ext cx="5613399" cy="1693333"/>
        </a:xfrm>
        <a:prstGeom prst="trapezoid">
          <a:avLst>
            <a:gd name="adj" fmla="val 552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Node Four</a:t>
          </a:r>
        </a:p>
      </dsp:txBody>
      <dsp:txXfrm>
        <a:off x="982344" y="3386666"/>
        <a:ext cx="3648710" cy="1693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F58C-2912-0F09-09C0-0099A26F6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57CC0-8D3C-6129-40DA-1AE1621F1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3C507-ABC9-8B26-D56B-F3EDCA79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6FE7-D52C-E569-1EEA-FC50A4283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D58BF-0901-9488-5D47-93E21614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5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B4C9-06CF-F904-545F-DCEDE3B9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1D03-135D-DEC6-0398-52638F4A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8165A-CD35-32B7-63F5-7F19B4C8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05EBE-C9DE-0228-BF64-C30DB91C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2139F-1439-4B99-8AC4-8BF18113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3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D5D27-E321-6E65-7C01-352447D27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EBF9F-F793-872E-ECEA-6A80E69A0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F7E5E-1BF2-CB02-09E5-F6090EAA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690-5166-C6EB-C851-9D2C8EAF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4CD8-0A6D-078F-F7C1-55148FF3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1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21AA-1E23-B0A7-0C71-A7CAD158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2055B-5115-B2E6-EB9B-5B0D03BE6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ED6DE-F10C-7CA1-1F16-EEB971E18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4D6B2-A213-7A29-145F-42E3C7055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DC9D4-BCF8-3167-2351-FEB32094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E633-CCE1-FB34-9E23-90108B0C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4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DB1A-F733-9F78-14FC-352EBEFC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FC472-D74B-F5EB-D953-EA5980C3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D48DC-7B65-9694-4192-829C60DFD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DDC57-71AE-CF3B-DBC5-08F5122F9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AF201-022D-6D4A-9CD8-0334FC9D6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EF6CF-8064-7965-FB3A-D0CAA7C3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54AB0-ACFF-0258-A983-6C26FBB2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C0F97-75D0-94E1-848B-FBABD3BE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1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5AB7-FDB4-B7B9-0524-12C118AA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D1165-2D8A-0551-2A06-4103C706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75D0AA-D86F-52B9-CEB9-D3105856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0A7B5-082D-005A-5591-C3545D864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5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591D6-CEDF-6372-B4D1-BFB7863F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09A6BF-36C0-30E8-7709-E7A8FBAE8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EE69-79D0-B0D6-E2F5-F3D35E77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EF20B-226A-B9E1-4C5C-3BB6D3BC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0A7A-9C8C-3CCF-FF9B-06981AB83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972F3-7A0D-1B7D-23C2-69B38239D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875E-371B-EC81-9AB2-7767B687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274A5-9D04-5FE3-894E-BDD19157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4C937-1FB7-B283-07B5-6C2F2CB1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00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471A2-AD96-F6FB-6FFE-CF23BCA1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F210CD-AF55-5701-1AFD-6A4F79156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6469D-68F3-5EE2-B9CE-44DE41EBA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57DA9-2BDC-102C-A22B-586222982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B44C2-79F1-B389-D31C-15EED0B1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48D81-30F3-C38B-63A0-2DA926EF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7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170F-F981-0ACE-80A4-DBBEE1081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D45B5-FD67-7EBB-BAC8-03F0044B6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2159-947F-304B-ECB3-3E7576CF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32889-AD58-A016-AFA3-666CFBFBC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A4D91-83DB-64E5-560F-6968799A3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CAE135-6C41-226E-867D-3854A3D602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39E6B-85E7-0557-B8B0-C1C9EECA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AEB66-7961-719A-35D5-54BBE7D4F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FDFE6-EB24-9C60-FE78-9820F419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E6390-D71C-91E6-B8F7-96ECCFD9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24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A4DD0-2473-DD66-0709-D46716B0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73954-364F-4C7C-DE4D-616B7E8C0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7DD8F-E69D-47FF-E6AA-CF2912428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354FE-FAA9-468D-B765-C9128CD2C9C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88F5E-A124-011D-D839-9D3217DE8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CEB3B-C8E4-73EA-679E-8E80EE38C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7E92A-737C-4F22-A90B-3F829368A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7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BBD7288-A50D-DB94-9C8A-B05630E522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161115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59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2026-09-06T08:14:53Z</dcterms:created>
  <dcterms:modified xsi:type="dcterms:W3CDTF">2026-09-06T08:14:53Z</dcterms:modified>
</cp:coreProperties>
</file>