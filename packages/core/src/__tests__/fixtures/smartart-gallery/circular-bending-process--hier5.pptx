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680312-B6E5-4198-86D1-F43BFCF15438}" type="doc">
      <dgm:prSet loTypeId="urn:microsoft.com/office/officeart/2005/8/layout/b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35FAA2-150F-4C9D-BE92-705D6D0C774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2715F380-4EAC-432E-9B07-54AD6F337DF1}" type="parTrans" cxnId="{5CEE19AD-5862-47DE-A44D-8E059BA16B2F}">
      <dgm:prSet/>
      <dgm:spPr/>
    </dgm:pt>
    <dgm:pt modelId="{3221FE9E-1DF9-49EB-A97B-B6CC1A5A6F4A}" type="sibTrans" cxnId="{5CEE19AD-5862-47DE-A44D-8E059BA16B2F}">
      <dgm:prSet/>
      <dgm:spPr/>
    </dgm:pt>
    <dgm:pt modelId="{FA09EB00-295D-4ACD-9793-DE15D0693E52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50F6F800-B11A-41FA-8476-BC6CB39533EA}" type="parTrans" cxnId="{6DFA5C85-C7A9-4F58-9FFC-811EAAA74BA8}">
      <dgm:prSet/>
      <dgm:spPr/>
    </dgm:pt>
    <dgm:pt modelId="{0CBAA333-31C4-470A-80D0-07010A5848DC}" type="sibTrans" cxnId="{6DFA5C85-C7A9-4F58-9FFC-811EAAA74BA8}">
      <dgm:prSet/>
      <dgm:spPr/>
    </dgm:pt>
    <dgm:pt modelId="{82F1C1DE-F17D-4779-B3A7-E5A4D862ADE4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F773B3ED-AC26-4CEA-A7D5-612B9764B224}" type="parTrans" cxnId="{02F57994-07D3-482E-974F-2193DA11C6DA}">
      <dgm:prSet/>
      <dgm:spPr/>
    </dgm:pt>
    <dgm:pt modelId="{D7B758E0-8666-489E-A356-7B2AED9F8B1E}" type="sibTrans" cxnId="{02F57994-07D3-482E-974F-2193DA11C6DA}">
      <dgm:prSet/>
      <dgm:spPr/>
    </dgm:pt>
    <dgm:pt modelId="{DAF3C59A-203F-49B8-93AD-C27B48E4D216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B3225E61-2AFB-470D-B3CF-D078B4B9CC44}" type="parTrans" cxnId="{7D19441A-0AE9-4834-89E3-23A7C6289252}">
      <dgm:prSet/>
      <dgm:spPr/>
    </dgm:pt>
    <dgm:pt modelId="{46A32105-9758-41D3-9BF2-68A952AB3BCD}" type="sibTrans" cxnId="{7D19441A-0AE9-4834-89E3-23A7C6289252}">
      <dgm:prSet/>
      <dgm:spPr/>
    </dgm:pt>
    <dgm:pt modelId="{1FBC220B-C6FD-4492-BD81-BD454D9E35D3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C4D251A2-166A-4C39-9207-954317D4FBF2}" type="parTrans" cxnId="{F394F172-1F39-420A-B9C7-7D63D442409D}">
      <dgm:prSet/>
      <dgm:spPr/>
    </dgm:pt>
    <dgm:pt modelId="{66062D25-F5B5-4BC8-9540-1C5D53C77F79}" type="sibTrans" cxnId="{F394F172-1F39-420A-B9C7-7D63D442409D}">
      <dgm:prSet/>
      <dgm:spPr/>
    </dgm:pt>
    <dgm:pt modelId="{0D92C3CB-C96B-4538-B821-4CBBE7F48FBC}" type="pres">
      <dgm:prSet presAssocID="{3F680312-B6E5-4198-86D1-F43BFCF15438}" presName="diagram" presStyleCnt="0">
        <dgm:presLayoutVars>
          <dgm:dir/>
          <dgm:resizeHandles/>
        </dgm:presLayoutVars>
      </dgm:prSet>
      <dgm:spPr/>
    </dgm:pt>
    <dgm:pt modelId="{1A2CA63B-71EA-424A-9154-B23EBD182BD5}" type="pres">
      <dgm:prSet presAssocID="{4F35FAA2-150F-4C9D-BE92-705D6D0C7748}" presName="firstNode" presStyleLbl="node1" presStyleIdx="0" presStyleCnt="3">
        <dgm:presLayoutVars>
          <dgm:bulletEnabled val="1"/>
        </dgm:presLayoutVars>
      </dgm:prSet>
      <dgm:spPr/>
    </dgm:pt>
    <dgm:pt modelId="{8794F008-6D28-4612-A835-5EA16F9140FA}" type="pres">
      <dgm:prSet presAssocID="{3221FE9E-1DF9-49EB-A97B-B6CC1A5A6F4A}" presName="sibTrans" presStyleLbl="sibTrans2D1" presStyleIdx="0" presStyleCnt="2"/>
      <dgm:spPr/>
    </dgm:pt>
    <dgm:pt modelId="{1F479980-9926-4B6F-9132-C4B8E24B2532}" type="pres">
      <dgm:prSet presAssocID="{82F1C1DE-F17D-4779-B3A7-E5A4D862ADE4}" presName="middleNode" presStyleCnt="0"/>
      <dgm:spPr/>
    </dgm:pt>
    <dgm:pt modelId="{C0F3B975-7884-4122-A7B4-05EDA74E7444}" type="pres">
      <dgm:prSet presAssocID="{82F1C1DE-F17D-4779-B3A7-E5A4D862ADE4}" presName="padding" presStyleLbl="node1" presStyleIdx="0" presStyleCnt="3"/>
      <dgm:spPr/>
    </dgm:pt>
    <dgm:pt modelId="{72CFDEA1-1C84-4A9F-A9AA-5783607C6EB1}" type="pres">
      <dgm:prSet presAssocID="{82F1C1DE-F17D-4779-B3A7-E5A4D862ADE4}" presName="shape" presStyleLbl="node1" presStyleIdx="1" presStyleCnt="3">
        <dgm:presLayoutVars>
          <dgm:bulletEnabled val="1"/>
        </dgm:presLayoutVars>
      </dgm:prSet>
      <dgm:spPr/>
    </dgm:pt>
    <dgm:pt modelId="{660D2013-FB25-41A5-AE95-073D32D1068A}" type="pres">
      <dgm:prSet presAssocID="{D7B758E0-8666-489E-A356-7B2AED9F8B1E}" presName="sibTrans" presStyleLbl="sibTrans2D1" presStyleIdx="1" presStyleCnt="2"/>
      <dgm:spPr/>
    </dgm:pt>
    <dgm:pt modelId="{028CD02A-BE0B-4B7F-AE46-C4A39ECE9052}" type="pres">
      <dgm:prSet presAssocID="{DAF3C59A-203F-49B8-93AD-C27B48E4D216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6E8BE717-6A69-4139-8DBE-69A65EE1D2D7}" type="presOf" srcId="{FA09EB00-295D-4ACD-9793-DE15D0693E52}" destId="{1A2CA63B-71EA-424A-9154-B23EBD182BD5}" srcOrd="0" destOrd="1" presId="urn:microsoft.com/office/officeart/2005/8/layout/bProcess2"/>
    <dgm:cxn modelId="{3F37FE17-3899-4DAE-AC85-C6E359EE601C}" type="presOf" srcId="{3221FE9E-1DF9-49EB-A97B-B6CC1A5A6F4A}" destId="{8794F008-6D28-4612-A835-5EA16F9140FA}" srcOrd="0" destOrd="0" presId="urn:microsoft.com/office/officeart/2005/8/layout/bProcess2"/>
    <dgm:cxn modelId="{7D19441A-0AE9-4834-89E3-23A7C6289252}" srcId="{3F680312-B6E5-4198-86D1-F43BFCF15438}" destId="{DAF3C59A-203F-49B8-93AD-C27B48E4D216}" srcOrd="2" destOrd="0" parTransId="{B3225E61-2AFB-470D-B3CF-D078B4B9CC44}" sibTransId="{46A32105-9758-41D3-9BF2-68A952AB3BCD}"/>
    <dgm:cxn modelId="{057DC639-94A3-490A-8D68-4DD9B0214633}" type="presOf" srcId="{DAF3C59A-203F-49B8-93AD-C27B48E4D216}" destId="{028CD02A-BE0B-4B7F-AE46-C4A39ECE9052}" srcOrd="0" destOrd="0" presId="urn:microsoft.com/office/officeart/2005/8/layout/bProcess2"/>
    <dgm:cxn modelId="{A47C0560-25F2-4B8E-858C-35EA3C0DE9A8}" type="presOf" srcId="{D7B758E0-8666-489E-A356-7B2AED9F8B1E}" destId="{660D2013-FB25-41A5-AE95-073D32D1068A}" srcOrd="0" destOrd="0" presId="urn:microsoft.com/office/officeart/2005/8/layout/bProcess2"/>
    <dgm:cxn modelId="{F394F172-1F39-420A-B9C7-7D63D442409D}" srcId="{DAF3C59A-203F-49B8-93AD-C27B48E4D216}" destId="{1FBC220B-C6FD-4492-BD81-BD454D9E35D3}" srcOrd="0" destOrd="0" parTransId="{C4D251A2-166A-4C39-9207-954317D4FBF2}" sibTransId="{66062D25-F5B5-4BC8-9540-1C5D53C77F79}"/>
    <dgm:cxn modelId="{6DFA5C85-C7A9-4F58-9FFC-811EAAA74BA8}" srcId="{4F35FAA2-150F-4C9D-BE92-705D6D0C7748}" destId="{FA09EB00-295D-4ACD-9793-DE15D0693E52}" srcOrd="0" destOrd="0" parTransId="{50F6F800-B11A-41FA-8476-BC6CB39533EA}" sibTransId="{0CBAA333-31C4-470A-80D0-07010A5848DC}"/>
    <dgm:cxn modelId="{583BD98C-EBA2-4C03-BB38-09C958C45E9F}" type="presOf" srcId="{82F1C1DE-F17D-4779-B3A7-E5A4D862ADE4}" destId="{72CFDEA1-1C84-4A9F-A9AA-5783607C6EB1}" srcOrd="0" destOrd="0" presId="urn:microsoft.com/office/officeart/2005/8/layout/bProcess2"/>
    <dgm:cxn modelId="{02F57994-07D3-482E-974F-2193DA11C6DA}" srcId="{3F680312-B6E5-4198-86D1-F43BFCF15438}" destId="{82F1C1DE-F17D-4779-B3A7-E5A4D862ADE4}" srcOrd="1" destOrd="0" parTransId="{F773B3ED-AC26-4CEA-A7D5-612B9764B224}" sibTransId="{D7B758E0-8666-489E-A356-7B2AED9F8B1E}"/>
    <dgm:cxn modelId="{5CEE19AD-5862-47DE-A44D-8E059BA16B2F}" srcId="{3F680312-B6E5-4198-86D1-F43BFCF15438}" destId="{4F35FAA2-150F-4C9D-BE92-705D6D0C7748}" srcOrd="0" destOrd="0" parTransId="{2715F380-4EAC-432E-9B07-54AD6F337DF1}" sibTransId="{3221FE9E-1DF9-49EB-A97B-B6CC1A5A6F4A}"/>
    <dgm:cxn modelId="{8AB30BB0-E96E-4F6D-B300-31EB7AB1DBAC}" type="presOf" srcId="{3F680312-B6E5-4198-86D1-F43BFCF15438}" destId="{0D92C3CB-C96B-4538-B821-4CBBE7F48FBC}" srcOrd="0" destOrd="0" presId="urn:microsoft.com/office/officeart/2005/8/layout/bProcess2"/>
    <dgm:cxn modelId="{62CE99B5-DFFC-4B20-93C7-2E7AF9118456}" type="presOf" srcId="{1FBC220B-C6FD-4492-BD81-BD454D9E35D3}" destId="{028CD02A-BE0B-4B7F-AE46-C4A39ECE9052}" srcOrd="0" destOrd="1" presId="urn:microsoft.com/office/officeart/2005/8/layout/bProcess2"/>
    <dgm:cxn modelId="{06A0DBCE-AF85-4A80-8AA1-7A3F12F049D8}" type="presOf" srcId="{4F35FAA2-150F-4C9D-BE92-705D6D0C7748}" destId="{1A2CA63B-71EA-424A-9154-B23EBD182BD5}" srcOrd="0" destOrd="0" presId="urn:microsoft.com/office/officeart/2005/8/layout/bProcess2"/>
    <dgm:cxn modelId="{B24F182B-3FC1-4173-979D-D35F76961C85}" type="presParOf" srcId="{0D92C3CB-C96B-4538-B821-4CBBE7F48FBC}" destId="{1A2CA63B-71EA-424A-9154-B23EBD182BD5}" srcOrd="0" destOrd="0" presId="urn:microsoft.com/office/officeart/2005/8/layout/bProcess2"/>
    <dgm:cxn modelId="{143A507E-B500-449E-8D8B-03295658CC86}" type="presParOf" srcId="{0D92C3CB-C96B-4538-B821-4CBBE7F48FBC}" destId="{8794F008-6D28-4612-A835-5EA16F9140FA}" srcOrd="1" destOrd="0" presId="urn:microsoft.com/office/officeart/2005/8/layout/bProcess2"/>
    <dgm:cxn modelId="{2BC5AC60-0283-453E-99D8-E4E5ACE5264C}" type="presParOf" srcId="{0D92C3CB-C96B-4538-B821-4CBBE7F48FBC}" destId="{1F479980-9926-4B6F-9132-C4B8E24B2532}" srcOrd="2" destOrd="0" presId="urn:microsoft.com/office/officeart/2005/8/layout/bProcess2"/>
    <dgm:cxn modelId="{4C9AD4C0-EE97-412B-9556-A96E90479DBD}" type="presParOf" srcId="{1F479980-9926-4B6F-9132-C4B8E24B2532}" destId="{C0F3B975-7884-4122-A7B4-05EDA74E7444}" srcOrd="0" destOrd="0" presId="urn:microsoft.com/office/officeart/2005/8/layout/bProcess2"/>
    <dgm:cxn modelId="{A3870D63-343F-4114-B61F-8485ECA7D2DC}" type="presParOf" srcId="{1F479980-9926-4B6F-9132-C4B8E24B2532}" destId="{72CFDEA1-1C84-4A9F-A9AA-5783607C6EB1}" srcOrd="1" destOrd="0" presId="urn:microsoft.com/office/officeart/2005/8/layout/bProcess2"/>
    <dgm:cxn modelId="{EBD53542-1F38-4D83-8114-B6FF9CB3E335}" type="presParOf" srcId="{0D92C3CB-C96B-4538-B821-4CBBE7F48FBC}" destId="{660D2013-FB25-41A5-AE95-073D32D1068A}" srcOrd="3" destOrd="0" presId="urn:microsoft.com/office/officeart/2005/8/layout/bProcess2"/>
    <dgm:cxn modelId="{12EF8FEF-8782-4BF1-AC94-6A08D01284C1}" type="presParOf" srcId="{0D92C3CB-C96B-4538-B821-4CBBE7F48FBC}" destId="{028CD02A-BE0B-4B7F-AE46-C4A39ECE9052}" srcOrd="4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2CA63B-71EA-424A-9154-B23EBD182BD5}">
      <dsp:nvSpPr>
        <dsp:cNvPr id="0" name=""/>
        <dsp:cNvSpPr/>
      </dsp:nvSpPr>
      <dsp:spPr>
        <a:xfrm>
          <a:off x="1426889" y="1426"/>
          <a:ext cx="2160488" cy="21604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One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Node Two has a longer label</a:t>
          </a:r>
        </a:p>
      </dsp:txBody>
      <dsp:txXfrm>
        <a:off x="1743285" y="317822"/>
        <a:ext cx="1527696" cy="1527696"/>
      </dsp:txXfrm>
    </dsp:sp>
    <dsp:sp modelId="{8794F008-6D28-4612-A835-5EA16F9140FA}">
      <dsp:nvSpPr>
        <dsp:cNvPr id="0" name=""/>
        <dsp:cNvSpPr/>
      </dsp:nvSpPr>
      <dsp:spPr>
        <a:xfrm rot="10800000">
          <a:off x="2129048" y="2440887"/>
          <a:ext cx="756170" cy="591422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FDEA1-1C84-4A9F-A9AA-5783607C6EB1}">
      <dsp:nvSpPr>
        <dsp:cNvPr id="0" name=""/>
        <dsp:cNvSpPr/>
      </dsp:nvSpPr>
      <dsp:spPr>
        <a:xfrm>
          <a:off x="1786610" y="3277806"/>
          <a:ext cx="1441045" cy="14410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Three</a:t>
          </a:r>
        </a:p>
      </dsp:txBody>
      <dsp:txXfrm>
        <a:off x="1997646" y="3488842"/>
        <a:ext cx="1018973" cy="1018973"/>
      </dsp:txXfrm>
    </dsp:sp>
    <dsp:sp modelId="{660D2013-FB25-41A5-AE95-073D32D1068A}">
      <dsp:nvSpPr>
        <dsp:cNvPr id="0" name=""/>
        <dsp:cNvSpPr/>
      </dsp:nvSpPr>
      <dsp:spPr>
        <a:xfrm rot="5400000">
          <a:off x="3586292" y="3702618"/>
          <a:ext cx="756170" cy="591422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8CD02A-BE0B-4B7F-AE46-C4A39ECE9052}">
      <dsp:nvSpPr>
        <dsp:cNvPr id="0" name=""/>
        <dsp:cNvSpPr/>
      </dsp:nvSpPr>
      <dsp:spPr>
        <a:xfrm>
          <a:off x="4667622" y="2918085"/>
          <a:ext cx="2160488" cy="21604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Four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Node Five</a:t>
          </a:r>
        </a:p>
      </dsp:txBody>
      <dsp:txXfrm>
        <a:off x="4984018" y="3234481"/>
        <a:ext cx="1527696" cy="15276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DE726-E4B1-55B4-F987-83DDEE349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A37F0-AC93-7091-5210-9FBEE4F8A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F2902-F089-7B5A-F1B0-F065ED08B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51B9B-4FBA-47A5-A0F7-2460DEC2562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DCE19-775D-EC96-12BF-2021DC05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C1B39-3F9A-0699-DFD2-288F8989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F48A-3104-4730-A4DA-EB89486C1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81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59C14-374D-0E62-F5C1-68B0AFB18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4207A-9F3E-99BC-7AF7-8D93C73EC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754E7-1E8A-565D-9ACC-5A1CAFFFE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51B9B-4FBA-47A5-A0F7-2460DEC2562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D0D91-CABC-15D4-C35A-0110506F7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5135D-12B4-7BBB-3B98-C06B67B4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F48A-3104-4730-A4DA-EB89486C1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10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5089B-007D-581E-5933-75E01818B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BFFDF-9490-8560-2246-629C9CB2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4E17-9D70-CB89-50BB-77271FCB1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51B9B-4FBA-47A5-A0F7-2460DEC2562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E6B4B-DA4A-A92D-1FF8-D21685C3D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1A65-4681-0B14-7C1F-E50DFB9D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F48A-3104-4730-A4DA-EB89486C1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5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00EF9-3921-922F-8061-2475C2B64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EF43E-0377-FE4A-470D-369463322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3D033-1722-17A8-6A21-1AEF864DE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36654-D800-AFF4-6A52-95DF049F8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51B9B-4FBA-47A5-A0F7-2460DEC2562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72E8C-F3C5-3049-8AB7-E45ED0FD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A4155-DC40-9E18-9C8A-108CD325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F48A-3104-4730-A4DA-EB89486C1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1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98925-D5E9-E39F-ECAC-45ECBA07A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26222-CAFD-519C-848F-F4C399CA7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43636-F5AB-C944-F700-C0548A929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2C8B8-C286-F6C6-E800-9067D41CA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5FE695-7BE1-19A7-8884-3954C43B6B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7794B0-1684-0177-17BC-15EF32E5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51B9B-4FBA-47A5-A0F7-2460DEC2562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1B021B-DA7F-2690-B088-1DC71643D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E24CE4-58F1-0B13-1694-328C10E4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F48A-3104-4730-A4DA-EB89486C1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83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8B4D3-E67B-694D-DD70-E54C7E26F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B7D0DF-C210-3D17-ECC0-CB0A977EA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51B9B-4FBA-47A5-A0F7-2460DEC2562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9B8C3-56AB-F898-2DC6-F8FBCB5B8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8C6FA-2A1E-993E-6617-8ED41559B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F48A-3104-4730-A4DA-EB89486C1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22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1942D-80E3-7D88-08FD-5969FDA6A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51B9B-4FBA-47A5-A0F7-2460DEC2562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052F0-99BA-3914-4C63-B3636D96C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CDB6C-75DF-982C-299D-7BB5EDA86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F48A-3104-4730-A4DA-EB89486C1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34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571E-DEC7-F5FE-93CF-D65EEF4D3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B744D-DC61-34DB-46D3-EA2C70A83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6D661-73B2-2E4F-56BB-0E9DA99E7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F1292-F197-A78D-FFA6-3F767257F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51B9B-4FBA-47A5-A0F7-2460DEC2562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5A3FC-EBDD-7E22-AAD8-D0CE538E1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7A038-0CEF-376D-D37A-79D6DB4B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F48A-3104-4730-A4DA-EB89486C1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03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1658A-750B-24A5-9907-4EB3E32CB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E031DD-20AB-F0C3-22C2-DB2BF8D4E6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353E7-947C-D247-3875-E1201D865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E64B6-27B8-2B22-5C44-D0779B41B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51B9B-4FBA-47A5-A0F7-2460DEC2562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5263E-4665-CB84-F444-B2C1E69E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53B7C-8418-85AC-52F6-50771E13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F48A-3104-4730-A4DA-EB89486C1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7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945B8-28FD-CB46-5E06-47384BC1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6855D3-6A0B-2F95-D6D1-BBB0E4695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5AD0B-5A77-327D-4CC0-A4DA91FD7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51B9B-4FBA-47A5-A0F7-2460DEC2562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D1D5A-AD48-5F35-C1DD-F71685C73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0A633-1F58-C63B-AB5D-591DE0C42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F48A-3104-4730-A4DA-EB89486C1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84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4D8B80-87E6-EC3F-6FAF-8870780B4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325D2D-8715-BBD4-B538-758E7F964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A5521-70BC-CEBF-D09C-746F69B6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51B9B-4FBA-47A5-A0F7-2460DEC2562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ADA37-B0E9-DCD7-E9B3-A53F8DCC4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149F2-E64A-0E06-32D0-E014076B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F48A-3104-4730-A4DA-EB89486C1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8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011984-4572-7567-5AF4-2FE63AA74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769AB-2F36-42DB-0A8F-C82F2DE8C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58874-C273-1632-D4FF-C213A64ED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51B9B-4FBA-47A5-A0F7-2460DEC2562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87898-42BA-6CA9-C3EE-68A8C6949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770E9-67D7-A90E-E089-2CB5BE3F7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8FF48A-3104-4730-A4DA-EB89486C1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9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E55F662-D2F6-C632-BEBF-49508114E9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028444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4260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2026-09-06T08:13:50Z</dcterms:created>
  <dcterms:modified xsi:type="dcterms:W3CDTF">2026-09-06T08:13:51Z</dcterms:modified>
</cp:coreProperties>
</file>