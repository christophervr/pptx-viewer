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3F31DD-6847-430D-AE68-193479063116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C4A69223-B1FC-4170-ACF1-3E674D96DC6E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5FDC60E-0040-4EA1-AB77-515599FC1691}" type="parTrans" cxnId="{FFA41110-E152-4C95-8849-B3DDC70A6B98}">
      <dgm:prSet/>
      <dgm:spPr/>
    </dgm:pt>
    <dgm:pt modelId="{E6E9072F-72A8-4642-BA69-55476F2949DC}" type="sibTrans" cxnId="{FFA41110-E152-4C95-8849-B3DDC70A6B98}">
      <dgm:prSet/>
      <dgm:spPr/>
    </dgm:pt>
    <dgm:pt modelId="{1A86B227-8F4B-49B0-957A-A8C173A58563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4D62A9E3-FC91-40FA-B776-AD875C6B3C7B}" type="parTrans" cxnId="{70DDB14D-C53E-4D42-8E61-D9F9011C02F4}">
      <dgm:prSet/>
      <dgm:spPr/>
    </dgm:pt>
    <dgm:pt modelId="{75B4812A-D379-41BA-9B07-D9ACF1D4EC21}" type="sibTrans" cxnId="{70DDB14D-C53E-4D42-8E61-D9F9011C02F4}">
      <dgm:prSet/>
      <dgm:spPr/>
    </dgm:pt>
    <dgm:pt modelId="{2FD4289A-EB55-4903-A2D2-60A800BA1690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A231E453-FB2F-4543-A489-26EA29095CB4}" type="parTrans" cxnId="{D034EBAA-8524-4DD0-AF69-101974E26655}">
      <dgm:prSet/>
      <dgm:spPr/>
    </dgm:pt>
    <dgm:pt modelId="{25F74F1E-2C2F-4712-90C2-D3A09769F8E9}" type="sibTrans" cxnId="{D034EBAA-8524-4DD0-AF69-101974E26655}">
      <dgm:prSet/>
      <dgm:spPr/>
    </dgm:pt>
    <dgm:pt modelId="{C0EE1158-1375-417A-8A86-DDFFA23C60AC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1975318B-9498-4E14-897E-10D7C54EDDF8}" type="parTrans" cxnId="{61D9D28A-1508-49C4-9BB5-C3D76585AB3C}">
      <dgm:prSet/>
      <dgm:spPr/>
    </dgm:pt>
    <dgm:pt modelId="{13B999F0-E4EB-4C33-B45A-6F546098A446}" type="sibTrans" cxnId="{61D9D28A-1508-49C4-9BB5-C3D76585AB3C}">
      <dgm:prSet/>
      <dgm:spPr/>
    </dgm:pt>
    <dgm:pt modelId="{45D70D44-E48F-49F1-A3B6-EEEC65409B0E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3B9ABA8B-BB6B-44C0-AFF1-3C4E96CEFF13}" type="parTrans" cxnId="{1966534C-9EDA-4F35-AA8E-F50382E3C9C0}">
      <dgm:prSet/>
      <dgm:spPr/>
    </dgm:pt>
    <dgm:pt modelId="{F4A0DFA1-46EC-4512-810B-887B098F6090}" type="sibTrans" cxnId="{1966534C-9EDA-4F35-AA8E-F50382E3C9C0}">
      <dgm:prSet/>
      <dgm:spPr/>
    </dgm:pt>
    <dgm:pt modelId="{23985DEE-1EE0-4459-80C2-2638B5BFBF74}" type="pres">
      <dgm:prSet presAssocID="{7B3F31DD-6847-430D-AE68-193479063116}" presName="Name0" presStyleCnt="0">
        <dgm:presLayoutVars>
          <dgm:dir/>
          <dgm:resizeHandles val="exact"/>
        </dgm:presLayoutVars>
      </dgm:prSet>
      <dgm:spPr/>
    </dgm:pt>
    <dgm:pt modelId="{B2C8E411-675B-4B71-89F7-75668777E586}" type="pres">
      <dgm:prSet presAssocID="{C4A69223-B1FC-4170-ACF1-3E674D96DC6E}" presName="parAndChTx" presStyleLbl="node1" presStyleIdx="0" presStyleCnt="3">
        <dgm:presLayoutVars>
          <dgm:bulletEnabled val="1"/>
        </dgm:presLayoutVars>
      </dgm:prSet>
      <dgm:spPr/>
    </dgm:pt>
    <dgm:pt modelId="{176B3728-6D90-4FB9-8121-E819C58E6066}" type="pres">
      <dgm:prSet presAssocID="{E6E9072F-72A8-4642-BA69-55476F2949DC}" presName="parAndChSpace" presStyleCnt="0"/>
      <dgm:spPr/>
    </dgm:pt>
    <dgm:pt modelId="{46275B33-CE50-4FF8-8961-7B2BF7658093}" type="pres">
      <dgm:prSet presAssocID="{2FD4289A-EB55-4903-A2D2-60A800BA1690}" presName="parAndChTx" presStyleLbl="node1" presStyleIdx="1" presStyleCnt="3">
        <dgm:presLayoutVars>
          <dgm:bulletEnabled val="1"/>
        </dgm:presLayoutVars>
      </dgm:prSet>
      <dgm:spPr/>
    </dgm:pt>
    <dgm:pt modelId="{8B53302E-040F-4489-ADB8-629681F38357}" type="pres">
      <dgm:prSet presAssocID="{25F74F1E-2C2F-4712-90C2-D3A09769F8E9}" presName="parAndChSpace" presStyleCnt="0"/>
      <dgm:spPr/>
    </dgm:pt>
    <dgm:pt modelId="{DB0D074E-16DE-4AF3-9ACD-03BA277F65CA}" type="pres">
      <dgm:prSet presAssocID="{C0EE1158-1375-417A-8A86-DDFFA23C60AC}" presName="parAndChTx" presStyleLbl="node1" presStyleIdx="2" presStyleCnt="3">
        <dgm:presLayoutVars>
          <dgm:bulletEnabled val="1"/>
        </dgm:presLayoutVars>
      </dgm:prSet>
      <dgm:spPr/>
    </dgm:pt>
  </dgm:ptLst>
  <dgm:cxnLst>
    <dgm:cxn modelId="{FFA41110-E152-4C95-8849-B3DDC70A6B98}" srcId="{7B3F31DD-6847-430D-AE68-193479063116}" destId="{C4A69223-B1FC-4170-ACF1-3E674D96DC6E}" srcOrd="0" destOrd="0" parTransId="{85FDC60E-0040-4EA1-AB77-515599FC1691}" sibTransId="{E6E9072F-72A8-4642-BA69-55476F2949DC}"/>
    <dgm:cxn modelId="{6616C827-56E1-495F-8914-535EBBE6ACB2}" type="presOf" srcId="{2FD4289A-EB55-4903-A2D2-60A800BA1690}" destId="{46275B33-CE50-4FF8-8961-7B2BF7658093}" srcOrd="0" destOrd="0" presId="urn:microsoft.com/office/officeart/2005/8/layout/hChevron3"/>
    <dgm:cxn modelId="{E5E56E48-12FD-4519-9BE3-1BE1EC23681D}" type="presOf" srcId="{45D70D44-E48F-49F1-A3B6-EEEC65409B0E}" destId="{DB0D074E-16DE-4AF3-9ACD-03BA277F65CA}" srcOrd="0" destOrd="1" presId="urn:microsoft.com/office/officeart/2005/8/layout/hChevron3"/>
    <dgm:cxn modelId="{3B96C848-75E8-4C3C-A900-1AE3B8D1F1CF}" type="presOf" srcId="{1A86B227-8F4B-49B0-957A-A8C173A58563}" destId="{B2C8E411-675B-4B71-89F7-75668777E586}" srcOrd="0" destOrd="1" presId="urn:microsoft.com/office/officeart/2005/8/layout/hChevron3"/>
    <dgm:cxn modelId="{1966534C-9EDA-4F35-AA8E-F50382E3C9C0}" srcId="{C0EE1158-1375-417A-8A86-DDFFA23C60AC}" destId="{45D70D44-E48F-49F1-A3B6-EEEC65409B0E}" srcOrd="0" destOrd="0" parTransId="{3B9ABA8B-BB6B-44C0-AFF1-3C4E96CEFF13}" sibTransId="{F4A0DFA1-46EC-4512-810B-887B098F6090}"/>
    <dgm:cxn modelId="{70DDB14D-C53E-4D42-8E61-D9F9011C02F4}" srcId="{C4A69223-B1FC-4170-ACF1-3E674D96DC6E}" destId="{1A86B227-8F4B-49B0-957A-A8C173A58563}" srcOrd="0" destOrd="0" parTransId="{4D62A9E3-FC91-40FA-B776-AD875C6B3C7B}" sibTransId="{75B4812A-D379-41BA-9B07-D9ACF1D4EC21}"/>
    <dgm:cxn modelId="{63FC2477-557F-4FA6-B879-6AEE9C217D9A}" type="presOf" srcId="{C0EE1158-1375-417A-8A86-DDFFA23C60AC}" destId="{DB0D074E-16DE-4AF3-9ACD-03BA277F65CA}" srcOrd="0" destOrd="0" presId="urn:microsoft.com/office/officeart/2005/8/layout/hChevron3"/>
    <dgm:cxn modelId="{551CB778-039E-4D27-898B-BD0E3E1BEFA4}" type="presOf" srcId="{C4A69223-B1FC-4170-ACF1-3E674D96DC6E}" destId="{B2C8E411-675B-4B71-89F7-75668777E586}" srcOrd="0" destOrd="0" presId="urn:microsoft.com/office/officeart/2005/8/layout/hChevron3"/>
    <dgm:cxn modelId="{61D9D28A-1508-49C4-9BB5-C3D76585AB3C}" srcId="{7B3F31DD-6847-430D-AE68-193479063116}" destId="{C0EE1158-1375-417A-8A86-DDFFA23C60AC}" srcOrd="2" destOrd="0" parTransId="{1975318B-9498-4E14-897E-10D7C54EDDF8}" sibTransId="{13B999F0-E4EB-4C33-B45A-6F546098A446}"/>
    <dgm:cxn modelId="{D034EBAA-8524-4DD0-AF69-101974E26655}" srcId="{7B3F31DD-6847-430D-AE68-193479063116}" destId="{2FD4289A-EB55-4903-A2D2-60A800BA1690}" srcOrd="1" destOrd="0" parTransId="{A231E453-FB2F-4543-A489-26EA29095CB4}" sibTransId="{25F74F1E-2C2F-4712-90C2-D3A09769F8E9}"/>
    <dgm:cxn modelId="{9F2678B7-64BF-406C-8289-D73D1E2A84F8}" type="presOf" srcId="{7B3F31DD-6847-430D-AE68-193479063116}" destId="{23985DEE-1EE0-4459-80C2-2638B5BFBF74}" srcOrd="0" destOrd="0" presId="urn:microsoft.com/office/officeart/2005/8/layout/hChevron3"/>
    <dgm:cxn modelId="{D3EED419-A906-4A71-84D1-8414F3287EBB}" type="presParOf" srcId="{23985DEE-1EE0-4459-80C2-2638B5BFBF74}" destId="{B2C8E411-675B-4B71-89F7-75668777E586}" srcOrd="0" destOrd="0" presId="urn:microsoft.com/office/officeart/2005/8/layout/hChevron3"/>
    <dgm:cxn modelId="{CE043CB9-BC58-4ABB-89A4-CDD25AD1A3BF}" type="presParOf" srcId="{23985DEE-1EE0-4459-80C2-2638B5BFBF74}" destId="{176B3728-6D90-4FB9-8121-E819C58E6066}" srcOrd="1" destOrd="0" presId="urn:microsoft.com/office/officeart/2005/8/layout/hChevron3"/>
    <dgm:cxn modelId="{8846224C-4FDD-4225-AFB8-F9A545AA5907}" type="presParOf" srcId="{23985DEE-1EE0-4459-80C2-2638B5BFBF74}" destId="{46275B33-CE50-4FF8-8961-7B2BF7658093}" srcOrd="2" destOrd="0" presId="urn:microsoft.com/office/officeart/2005/8/layout/hChevron3"/>
    <dgm:cxn modelId="{A25972ED-6F9F-4599-A504-ED301168176C}" type="presParOf" srcId="{23985DEE-1EE0-4459-80C2-2638B5BFBF74}" destId="{8B53302E-040F-4489-ADB8-629681F38357}" srcOrd="3" destOrd="0" presId="urn:microsoft.com/office/officeart/2005/8/layout/hChevron3"/>
    <dgm:cxn modelId="{D5933A50-760B-43B4-92C8-641FAD8415FC}" type="presParOf" srcId="{23985DEE-1EE0-4459-80C2-2638B5BFBF74}" destId="{DB0D074E-16DE-4AF3-9ACD-03BA277F65CA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8E411-675B-4B71-89F7-75668777E586}">
      <dsp:nvSpPr>
        <dsp:cNvPr id="0" name=""/>
        <dsp:cNvSpPr/>
      </dsp:nvSpPr>
      <dsp:spPr>
        <a:xfrm>
          <a:off x="3627" y="1271116"/>
          <a:ext cx="3172209" cy="2537767"/>
        </a:xfrm>
        <a:prstGeom prst="homePlate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909" tIns="101600" rIns="447634" bIns="1016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Node One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Node Two has a longer label</a:t>
          </a:r>
        </a:p>
      </dsp:txBody>
      <dsp:txXfrm>
        <a:off x="3627" y="1271116"/>
        <a:ext cx="2854988" cy="2537767"/>
      </dsp:txXfrm>
    </dsp:sp>
    <dsp:sp modelId="{46275B33-CE50-4FF8-8961-7B2BF7658093}">
      <dsp:nvSpPr>
        <dsp:cNvPr id="0" name=""/>
        <dsp:cNvSpPr/>
      </dsp:nvSpPr>
      <dsp:spPr>
        <a:xfrm>
          <a:off x="2541395" y="1271116"/>
          <a:ext cx="3172209" cy="2537767"/>
        </a:xfrm>
        <a:prstGeom prst="chevron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909" tIns="101600" rIns="111909" bIns="1016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Node Three</a:t>
          </a:r>
        </a:p>
      </dsp:txBody>
      <dsp:txXfrm>
        <a:off x="3175837" y="1271116"/>
        <a:ext cx="1903325" cy="2537767"/>
      </dsp:txXfrm>
    </dsp:sp>
    <dsp:sp modelId="{DB0D074E-16DE-4AF3-9ACD-03BA277F65CA}">
      <dsp:nvSpPr>
        <dsp:cNvPr id="0" name=""/>
        <dsp:cNvSpPr/>
      </dsp:nvSpPr>
      <dsp:spPr>
        <a:xfrm>
          <a:off x="5079162" y="1271116"/>
          <a:ext cx="3172209" cy="2537767"/>
        </a:xfrm>
        <a:prstGeom prst="chevron">
          <a:avLst>
            <a:gd name="adj" fmla="val 2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909" tIns="101600" rIns="111909" bIns="1016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Node Four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Node Five</a:t>
          </a:r>
        </a:p>
      </dsp:txBody>
      <dsp:txXfrm>
        <a:off x="5713604" y="1271116"/>
        <a:ext cx="1903325" cy="25377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9C21-334C-91F5-0981-DB457FD0A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0A1F4-31E1-F4AB-A6DB-E1246AA7A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78C80-BB01-6F82-5604-0BCD208C9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9997-21DE-4ED2-BB90-927DDF298E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10A66-C68B-01DE-9019-51111C5CC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1151C-94B4-6822-00CE-F34DFBD0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7563-1F7E-469F-AB90-10BCC8780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9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E82AE-BA01-C040-8226-95F2D142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240E9-97BE-04F7-CE84-CAE8C0945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3F3F7-26E4-F975-A9BD-860833F4C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9997-21DE-4ED2-BB90-927DDF298E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E9FD6-3995-8269-475D-C4FCAFE85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CC22D-67E8-EBAF-F287-1D2F3151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7563-1F7E-469F-AB90-10BCC8780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6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316E3-26F7-3720-4B37-218BE5FEA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806D8-15C7-D86A-2AA2-833AD0A92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9C434-FEF2-DA25-BCCD-0844ED77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9997-21DE-4ED2-BB90-927DDF298E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C3151-A6F8-9794-2963-CB186184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9BE11-31A3-072E-EA7E-66AC193E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7563-1F7E-469F-AB90-10BCC8780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53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3939A-E25B-2E78-4F95-67B0FFA89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E71C5-956C-23B7-0A73-EAC92667F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5030A-E8F4-D303-A97C-087DAAF67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44DE5-CCA7-5D2D-F8BA-DC60A521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9997-21DE-4ED2-BB90-927DDF298E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71A35-823A-4EB5-8F71-284594A9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A2186-86B7-7895-552E-A51C206A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7563-1F7E-469F-AB90-10BCC8780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1201-0C6A-73FC-5835-95A0D721F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B8561-991D-39C3-4B30-B14308284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482A8-CC83-A6FA-76A1-F4A64D863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0DEA0B-B23B-1A88-EA22-49C46743C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5D036-0899-C4C9-713E-0D327D621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453FC-43B8-3320-56A4-0530B6C5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9997-21DE-4ED2-BB90-927DDF298E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7173BB-86D8-106C-0249-40C999CA3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6F537A-C9F1-032C-0865-4BE2C315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7563-1F7E-469F-AB90-10BCC8780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3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16DE-E0E3-EFF1-4DA8-C384A037A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6EFD66-8B9A-28C0-5095-5139D3746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9997-21DE-4ED2-BB90-927DDF298E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6D57A5-74A1-B0BF-AAC6-7FA9A441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ACCB3-9469-A495-11FA-636D6FB1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7563-1F7E-469F-AB90-10BCC8780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01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2AAD67-0EA9-A43A-2EA8-7E1B06CD4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9997-21DE-4ED2-BB90-927DDF298E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F9A4D-1A12-F05C-41D2-1D8047D8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ADA5F-D63A-0E57-C32C-906B7BF2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7563-1F7E-469F-AB90-10BCC8780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75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6BFD-B496-5236-1DAB-52ADC8FF0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37D44-C1A7-1581-505E-6701F6054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9F077-B8EC-185B-C9E9-5E71C50E3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94580-6354-2AA5-45C4-CE1047BB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9997-21DE-4ED2-BB90-927DDF298E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1D8D4-6370-2BAE-EB00-B586E5BA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41735-E55D-9EC9-6FB8-184B557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7563-1F7E-469F-AB90-10BCC8780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2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7538-3F6C-B3B4-8006-C2EAFFE26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B7609-1BE2-C5C5-0214-7E1915D4F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023EE-6990-153D-FC8B-FE4350C5D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80100-45E4-F8FB-4C28-D36D9885A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9997-21DE-4ED2-BB90-927DDF298E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6DAB3-11F8-9F81-BBE2-4F7566C0B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D8998-F396-49F5-7A17-2EBBEEF1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7563-1F7E-469F-AB90-10BCC8780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2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B274-47E8-983C-438C-F6E73B0F8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6AF7D-63B4-D3BB-AF5E-0177135BD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93A6B-7CF8-74CF-0650-63EB359E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9997-21DE-4ED2-BB90-927DDF298E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A8C35-19CA-6548-1B5B-18B43383F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B98CC-6558-925E-2705-6F16D37F6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7563-1F7E-469F-AB90-10BCC8780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3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315F38-B22F-2B3C-AE1F-DE3449047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A9D19-C009-F0C8-CD49-DE26AFD11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D3319-6E53-2117-C0CD-EAEBE320E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9997-21DE-4ED2-BB90-927DDF298E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A8009-650C-4AEF-D2EC-11A7EAAF5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1E32B-041D-62E1-B6F0-5B7C76F5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7563-1F7E-469F-AB90-10BCC8780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2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7472B5-4D77-D9D0-6D44-7078AF555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D4B81-37F4-8C33-5092-6A8A8711E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65D2C-3DC4-7A9E-2980-3E4C8D45D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E9997-21DE-4ED2-BB90-927DDF298EA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E0D42-95C5-ACDB-89EE-2FCCD5BB0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2D68A-B037-7591-6553-B3FEE9E4E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47563-1F7E-469F-AB90-10BCC8780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AEB1E6D-65E3-94BC-21EB-5E4B6CA5E6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675146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8932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2026-09-06T08:13:40Z</dcterms:created>
  <dcterms:modified xsi:type="dcterms:W3CDTF">2026-09-06T08:13:40Z</dcterms:modified>
</cp:coreProperties>
</file>