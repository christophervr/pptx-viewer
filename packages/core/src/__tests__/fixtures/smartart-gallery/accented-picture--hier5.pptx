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2EBCB7-CCF3-495A-B559-E7603D00EF2E}" type="doc">
      <dgm:prSet loTypeId="urn:microsoft.com/office/officeart/2008/layout/AccentedPicture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3EDA8D-E69E-4F69-A1AA-F2A57DE9E8B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997738D3-E9C1-4AEF-8ECC-5B5EBED8B1EE}" type="parTrans" cxnId="{0CB3B6FC-4F3A-44BE-A1E9-CBF76BA70218}">
      <dgm:prSet/>
      <dgm:spPr/>
    </dgm:pt>
    <dgm:pt modelId="{D39D8BEC-69E1-4DD5-B1F4-A7583027C46C}" type="sibTrans" cxnId="{0CB3B6FC-4F3A-44BE-A1E9-CBF76BA70218}">
      <dgm:prSet/>
      <dgm:spPr/>
    </dgm:pt>
    <dgm:pt modelId="{9365C35B-AA7A-49F7-B8CF-0742D0C67FBB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9CC56C35-24E3-4B7F-A00E-264D608AA83D}" type="parTrans" cxnId="{376E2A01-0A96-415E-82E8-2EF1D339FE72}">
      <dgm:prSet/>
      <dgm:spPr/>
    </dgm:pt>
    <dgm:pt modelId="{03165EDE-5E62-4333-87EF-3BECAB7A5CFB}" type="sibTrans" cxnId="{376E2A01-0A96-415E-82E8-2EF1D339FE72}">
      <dgm:prSet/>
      <dgm:spPr/>
    </dgm:pt>
    <dgm:pt modelId="{BB401C4F-6E29-44EB-93EA-FBCD83AFBB2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70FF4080-B67B-40FF-AF9E-D86C902649A7}" type="parTrans" cxnId="{C7CF2080-0168-40BB-8B22-235A00A22603}">
      <dgm:prSet/>
      <dgm:spPr/>
    </dgm:pt>
    <dgm:pt modelId="{9C3CBC23-C591-459C-AA26-5FCF8BB6D78A}" type="sibTrans" cxnId="{C7CF2080-0168-40BB-8B22-235A00A22603}">
      <dgm:prSet/>
      <dgm:spPr/>
    </dgm:pt>
    <dgm:pt modelId="{C2089419-B8C1-45C4-ADC2-2C24180994C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6283F12C-7544-402C-A4B3-EC1C5FA6DF87}" type="parTrans" cxnId="{D1218AB3-494A-4135-A831-DD68AF30A83C}">
      <dgm:prSet/>
      <dgm:spPr/>
    </dgm:pt>
    <dgm:pt modelId="{DFED3873-EB19-427C-B608-E73A3F984D22}" type="sibTrans" cxnId="{D1218AB3-494A-4135-A831-DD68AF30A83C}">
      <dgm:prSet/>
      <dgm:spPr/>
    </dgm:pt>
    <dgm:pt modelId="{DCC5E4E0-1945-4779-BF65-DE963DE560A8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89E6689-42E1-468A-8B8F-148B1AC479F1}" type="parTrans" cxnId="{45E95CAC-D0FB-43E5-AB61-EF65E6027036}">
      <dgm:prSet/>
      <dgm:spPr/>
    </dgm:pt>
    <dgm:pt modelId="{21F031A1-FEEB-4619-9EE0-1243936168E6}" type="sibTrans" cxnId="{45E95CAC-D0FB-43E5-AB61-EF65E6027036}">
      <dgm:prSet/>
      <dgm:spPr/>
    </dgm:pt>
    <dgm:pt modelId="{3087594F-FAB4-4EDC-8BAE-FAAD8081F248}" type="pres">
      <dgm:prSet presAssocID="{222EBCB7-CCF3-495A-B559-E7603D00EF2E}" presName="Name0" presStyleCnt="0">
        <dgm:presLayoutVars>
          <dgm:dir/>
        </dgm:presLayoutVars>
      </dgm:prSet>
      <dgm:spPr/>
    </dgm:pt>
    <dgm:pt modelId="{36922742-0E64-4732-AEDB-D91A0BF3379B}" type="pres">
      <dgm:prSet presAssocID="{D39D8BEC-69E1-4DD5-B1F4-A7583027C46C}" presName="picture_1" presStyleLbl="bgImgPlace1" presStyleIdx="0" presStyleCnt="1"/>
      <dgm:spPr/>
    </dgm:pt>
    <dgm:pt modelId="{35B99C4D-DE3A-41B7-8235-B17FDB1D1CEC}" type="pres">
      <dgm:prSet presAssocID="{613EDA8D-E69E-4F69-A1AA-F2A57DE9E8B4}" presName="text_1" presStyleLbl="node1" presStyleIdx="0" presStyleCnt="0">
        <dgm:presLayoutVars>
          <dgm:bulletEnabled val="1"/>
        </dgm:presLayoutVars>
      </dgm:prSet>
      <dgm:spPr/>
    </dgm:pt>
    <dgm:pt modelId="{92FF2FBB-ADBA-40F0-A449-3736156D356D}" type="pres">
      <dgm:prSet presAssocID="{222EBCB7-CCF3-495A-B559-E7603D00EF2E}" presName="linV" presStyleCnt="0"/>
      <dgm:spPr/>
    </dgm:pt>
    <dgm:pt modelId="{7128E91F-19A1-4DE8-9251-D756AC876526}" type="pres">
      <dgm:prSet presAssocID="{BB401C4F-6E29-44EB-93EA-FBCD83AFBB23}" presName="pair" presStyleCnt="0"/>
      <dgm:spPr/>
    </dgm:pt>
    <dgm:pt modelId="{63B94069-D71D-4B34-A485-2C09A84AA4E9}" type="pres">
      <dgm:prSet presAssocID="{BB401C4F-6E29-44EB-93EA-FBCD83AFBB23}" presName="spaceH" presStyleLbl="node1" presStyleIdx="0" presStyleCnt="0"/>
      <dgm:spPr/>
    </dgm:pt>
    <dgm:pt modelId="{CFB76A7F-97E9-4A79-90FB-F7392953905A}" type="pres">
      <dgm:prSet presAssocID="{BB401C4F-6E29-44EB-93EA-FBCD83AFBB23}" presName="desPictures" presStyleLbl="alignImgPlace1" presStyleIdx="0" presStyleCnt="2"/>
      <dgm:spPr/>
    </dgm:pt>
    <dgm:pt modelId="{6D160A48-F22F-4568-9C0C-2F9B59525B09}" type="pres">
      <dgm:prSet presAssocID="{BB401C4F-6E29-44EB-93EA-FBCD83AFBB23}" presName="desTextWrapper" presStyleCnt="0"/>
      <dgm:spPr/>
    </dgm:pt>
    <dgm:pt modelId="{D0F7A6DC-CDB0-4C8E-9B6A-E6B7E512CAD3}" type="pres">
      <dgm:prSet presAssocID="{BB401C4F-6E29-44EB-93EA-FBCD83AFBB23}" presName="desText" presStyleLbl="revTx" presStyleIdx="0" presStyleCnt="2">
        <dgm:presLayoutVars>
          <dgm:bulletEnabled val="1"/>
        </dgm:presLayoutVars>
      </dgm:prSet>
      <dgm:spPr/>
    </dgm:pt>
    <dgm:pt modelId="{84CC02A2-9509-4DCC-8AD4-118F22558F67}" type="pres">
      <dgm:prSet presAssocID="{9C3CBC23-C591-459C-AA26-5FCF8BB6D78A}" presName="spaceV" presStyleCnt="0"/>
      <dgm:spPr/>
    </dgm:pt>
    <dgm:pt modelId="{99CE5520-FC95-4124-A1EB-3CBA25FD48D1}" type="pres">
      <dgm:prSet presAssocID="{C2089419-B8C1-45C4-ADC2-2C24180994CC}" presName="pair" presStyleCnt="0"/>
      <dgm:spPr/>
    </dgm:pt>
    <dgm:pt modelId="{4C633E4A-B786-4DF5-9462-D004DB277DF0}" type="pres">
      <dgm:prSet presAssocID="{C2089419-B8C1-45C4-ADC2-2C24180994CC}" presName="spaceH" presStyleLbl="node1" presStyleIdx="0" presStyleCnt="0"/>
      <dgm:spPr/>
    </dgm:pt>
    <dgm:pt modelId="{35A77353-E364-4A19-9558-78FBE5BF58FA}" type="pres">
      <dgm:prSet presAssocID="{C2089419-B8C1-45C4-ADC2-2C24180994CC}" presName="desPictures" presStyleLbl="alignImgPlace1" presStyleIdx="1" presStyleCnt="2"/>
      <dgm:spPr/>
    </dgm:pt>
    <dgm:pt modelId="{4DF5FBE0-7EF4-4064-9A65-8A2D767F5B35}" type="pres">
      <dgm:prSet presAssocID="{C2089419-B8C1-45C4-ADC2-2C24180994CC}" presName="desTextWrapper" presStyleCnt="0"/>
      <dgm:spPr/>
    </dgm:pt>
    <dgm:pt modelId="{3BCAF793-9A06-44AF-82DD-120992EDBE7C}" type="pres">
      <dgm:prSet presAssocID="{C2089419-B8C1-45C4-ADC2-2C24180994CC}" presName="desText" presStyleLbl="revTx" presStyleIdx="1" presStyleCnt="2">
        <dgm:presLayoutVars>
          <dgm:bulletEnabled val="1"/>
        </dgm:presLayoutVars>
      </dgm:prSet>
      <dgm:spPr/>
    </dgm:pt>
    <dgm:pt modelId="{FF81F302-05BB-4BA3-947D-7C439A0CF6E3}" type="pres">
      <dgm:prSet presAssocID="{222EBCB7-CCF3-495A-B559-E7603D00EF2E}" presName="maxNode" presStyleCnt="0"/>
      <dgm:spPr/>
    </dgm:pt>
    <dgm:pt modelId="{4683CD25-56D1-4D69-B1CA-0DE5E6012E8B}" type="pres">
      <dgm:prSet presAssocID="{222EBCB7-CCF3-495A-B559-E7603D00EF2E}" presName="Name33" presStyleCnt="0"/>
      <dgm:spPr/>
    </dgm:pt>
  </dgm:ptLst>
  <dgm:cxnLst>
    <dgm:cxn modelId="{376E2A01-0A96-415E-82E8-2EF1D339FE72}" srcId="{613EDA8D-E69E-4F69-A1AA-F2A57DE9E8B4}" destId="{9365C35B-AA7A-49F7-B8CF-0742D0C67FBB}" srcOrd="0" destOrd="0" parTransId="{9CC56C35-24E3-4B7F-A00E-264D608AA83D}" sibTransId="{03165EDE-5E62-4333-87EF-3BECAB7A5CFB}"/>
    <dgm:cxn modelId="{98199011-AA26-4E62-8C0E-56BD16BFD62C}" type="presOf" srcId="{C2089419-B8C1-45C4-ADC2-2C24180994CC}" destId="{3BCAF793-9A06-44AF-82DD-120992EDBE7C}" srcOrd="0" destOrd="0" presId="urn:microsoft.com/office/officeart/2008/layout/AccentedPicture"/>
    <dgm:cxn modelId="{59780920-B1B4-4442-9EDD-305878E3C87C}" type="presOf" srcId="{613EDA8D-E69E-4F69-A1AA-F2A57DE9E8B4}" destId="{35B99C4D-DE3A-41B7-8235-B17FDB1D1CEC}" srcOrd="0" destOrd="0" presId="urn:microsoft.com/office/officeart/2008/layout/AccentedPicture"/>
    <dgm:cxn modelId="{A2EAF546-4CA1-4D5A-AB3F-AD9093FEC83A}" type="presOf" srcId="{D39D8BEC-69E1-4DD5-B1F4-A7583027C46C}" destId="{36922742-0E64-4732-AEDB-D91A0BF3379B}" srcOrd="0" destOrd="0" presId="urn:microsoft.com/office/officeart/2008/layout/AccentedPicture"/>
    <dgm:cxn modelId="{CD828473-BC77-478B-9BFA-51B8D4F7E2FC}" type="presOf" srcId="{222EBCB7-CCF3-495A-B559-E7603D00EF2E}" destId="{3087594F-FAB4-4EDC-8BAE-FAAD8081F248}" srcOrd="0" destOrd="0" presId="urn:microsoft.com/office/officeart/2008/layout/AccentedPicture"/>
    <dgm:cxn modelId="{AE511159-E522-4ACD-B916-53820F14F241}" type="presOf" srcId="{9365C35B-AA7A-49F7-B8CF-0742D0C67FBB}" destId="{35B99C4D-DE3A-41B7-8235-B17FDB1D1CEC}" srcOrd="0" destOrd="1" presId="urn:microsoft.com/office/officeart/2008/layout/AccentedPicture"/>
    <dgm:cxn modelId="{6F12D17C-A606-4EAB-8C23-7F97E5F2353A}" type="presOf" srcId="{BB401C4F-6E29-44EB-93EA-FBCD83AFBB23}" destId="{D0F7A6DC-CDB0-4C8E-9B6A-E6B7E512CAD3}" srcOrd="0" destOrd="0" presId="urn:microsoft.com/office/officeart/2008/layout/AccentedPicture"/>
    <dgm:cxn modelId="{C7CF2080-0168-40BB-8B22-235A00A22603}" srcId="{222EBCB7-CCF3-495A-B559-E7603D00EF2E}" destId="{BB401C4F-6E29-44EB-93EA-FBCD83AFBB23}" srcOrd="1" destOrd="0" parTransId="{70FF4080-B67B-40FF-AF9E-D86C902649A7}" sibTransId="{9C3CBC23-C591-459C-AA26-5FCF8BB6D78A}"/>
    <dgm:cxn modelId="{6E10EF80-4325-44CD-9C55-29320B4E3B2D}" type="presOf" srcId="{DCC5E4E0-1945-4779-BF65-DE963DE560A8}" destId="{3BCAF793-9A06-44AF-82DD-120992EDBE7C}" srcOrd="0" destOrd="1" presId="urn:microsoft.com/office/officeart/2008/layout/AccentedPicture"/>
    <dgm:cxn modelId="{45E95CAC-D0FB-43E5-AB61-EF65E6027036}" srcId="{C2089419-B8C1-45C4-ADC2-2C24180994CC}" destId="{DCC5E4E0-1945-4779-BF65-DE963DE560A8}" srcOrd="0" destOrd="0" parTransId="{489E6689-42E1-468A-8B8F-148B1AC479F1}" sibTransId="{21F031A1-FEEB-4619-9EE0-1243936168E6}"/>
    <dgm:cxn modelId="{D1218AB3-494A-4135-A831-DD68AF30A83C}" srcId="{222EBCB7-CCF3-495A-B559-E7603D00EF2E}" destId="{C2089419-B8C1-45C4-ADC2-2C24180994CC}" srcOrd="2" destOrd="0" parTransId="{6283F12C-7544-402C-A4B3-EC1C5FA6DF87}" sibTransId="{DFED3873-EB19-427C-B608-E73A3F984D22}"/>
    <dgm:cxn modelId="{0CB3B6FC-4F3A-44BE-A1E9-CBF76BA70218}" srcId="{222EBCB7-CCF3-495A-B559-E7603D00EF2E}" destId="{613EDA8D-E69E-4F69-A1AA-F2A57DE9E8B4}" srcOrd="0" destOrd="0" parTransId="{997738D3-E9C1-4AEF-8ECC-5B5EBED8B1EE}" sibTransId="{D39D8BEC-69E1-4DD5-B1F4-A7583027C46C}"/>
    <dgm:cxn modelId="{3BDA66CE-15C9-4922-A505-17744D995B13}" type="presParOf" srcId="{3087594F-FAB4-4EDC-8BAE-FAAD8081F248}" destId="{36922742-0E64-4732-AEDB-D91A0BF3379B}" srcOrd="0" destOrd="0" presId="urn:microsoft.com/office/officeart/2008/layout/AccentedPicture"/>
    <dgm:cxn modelId="{4C3E2160-FF0D-4916-BA6D-5973851C6C83}" type="presParOf" srcId="{3087594F-FAB4-4EDC-8BAE-FAAD8081F248}" destId="{35B99C4D-DE3A-41B7-8235-B17FDB1D1CEC}" srcOrd="1" destOrd="0" presId="urn:microsoft.com/office/officeart/2008/layout/AccentedPicture"/>
    <dgm:cxn modelId="{A6503948-B6B8-4662-9B3C-1ECE8387E51E}" type="presParOf" srcId="{3087594F-FAB4-4EDC-8BAE-FAAD8081F248}" destId="{92FF2FBB-ADBA-40F0-A449-3736156D356D}" srcOrd="2" destOrd="0" presId="urn:microsoft.com/office/officeart/2008/layout/AccentedPicture"/>
    <dgm:cxn modelId="{08205E83-9DEC-4031-A754-CFB953FE6601}" type="presParOf" srcId="{92FF2FBB-ADBA-40F0-A449-3736156D356D}" destId="{7128E91F-19A1-4DE8-9251-D756AC876526}" srcOrd="0" destOrd="0" presId="urn:microsoft.com/office/officeart/2008/layout/AccentedPicture"/>
    <dgm:cxn modelId="{87A821AA-D6C6-476D-AFE9-5F719721E752}" type="presParOf" srcId="{7128E91F-19A1-4DE8-9251-D756AC876526}" destId="{63B94069-D71D-4B34-A485-2C09A84AA4E9}" srcOrd="0" destOrd="0" presId="urn:microsoft.com/office/officeart/2008/layout/AccentedPicture"/>
    <dgm:cxn modelId="{7E18F864-0A88-46D7-B965-ED41B579AE34}" type="presParOf" srcId="{7128E91F-19A1-4DE8-9251-D756AC876526}" destId="{CFB76A7F-97E9-4A79-90FB-F7392953905A}" srcOrd="1" destOrd="0" presId="urn:microsoft.com/office/officeart/2008/layout/AccentedPicture"/>
    <dgm:cxn modelId="{CC0A063F-FE5D-41AB-99B4-67DB06FE7CBD}" type="presParOf" srcId="{7128E91F-19A1-4DE8-9251-D756AC876526}" destId="{6D160A48-F22F-4568-9C0C-2F9B59525B09}" srcOrd="2" destOrd="0" presId="urn:microsoft.com/office/officeart/2008/layout/AccentedPicture"/>
    <dgm:cxn modelId="{E8A47688-E775-4626-BAD3-2BBF9EDA3D94}" type="presParOf" srcId="{6D160A48-F22F-4568-9C0C-2F9B59525B09}" destId="{D0F7A6DC-CDB0-4C8E-9B6A-E6B7E512CAD3}" srcOrd="0" destOrd="0" presId="urn:microsoft.com/office/officeart/2008/layout/AccentedPicture"/>
    <dgm:cxn modelId="{790E5922-D978-4279-B28E-21674DC11C48}" type="presParOf" srcId="{92FF2FBB-ADBA-40F0-A449-3736156D356D}" destId="{84CC02A2-9509-4DCC-8AD4-118F22558F67}" srcOrd="1" destOrd="0" presId="urn:microsoft.com/office/officeart/2008/layout/AccentedPicture"/>
    <dgm:cxn modelId="{14350257-3376-4C5B-A51B-A00725043615}" type="presParOf" srcId="{92FF2FBB-ADBA-40F0-A449-3736156D356D}" destId="{99CE5520-FC95-4124-A1EB-3CBA25FD48D1}" srcOrd="2" destOrd="0" presId="urn:microsoft.com/office/officeart/2008/layout/AccentedPicture"/>
    <dgm:cxn modelId="{50AAC3F4-A20B-489F-A5A9-960B30932F2F}" type="presParOf" srcId="{99CE5520-FC95-4124-A1EB-3CBA25FD48D1}" destId="{4C633E4A-B786-4DF5-9462-D004DB277DF0}" srcOrd="0" destOrd="0" presId="urn:microsoft.com/office/officeart/2008/layout/AccentedPicture"/>
    <dgm:cxn modelId="{FFAEC638-D6B3-404C-96B7-F427031C6A21}" type="presParOf" srcId="{99CE5520-FC95-4124-A1EB-3CBA25FD48D1}" destId="{35A77353-E364-4A19-9558-78FBE5BF58FA}" srcOrd="1" destOrd="0" presId="urn:microsoft.com/office/officeart/2008/layout/AccentedPicture"/>
    <dgm:cxn modelId="{09E8260C-F126-42F9-AF22-CAB87C53B4C5}" type="presParOf" srcId="{99CE5520-FC95-4124-A1EB-3CBA25FD48D1}" destId="{4DF5FBE0-7EF4-4064-9A65-8A2D767F5B35}" srcOrd="2" destOrd="0" presId="urn:microsoft.com/office/officeart/2008/layout/AccentedPicture"/>
    <dgm:cxn modelId="{7B003D41-B553-4D10-B836-56D6518406D6}" type="presParOf" srcId="{4DF5FBE0-7EF4-4064-9A65-8A2D767F5B35}" destId="{3BCAF793-9A06-44AF-82DD-120992EDBE7C}" srcOrd="0" destOrd="0" presId="urn:microsoft.com/office/officeart/2008/layout/AccentedPicture"/>
    <dgm:cxn modelId="{103B7283-00E3-41A6-BFF7-44B39CC90060}" type="presParOf" srcId="{3087594F-FAB4-4EDC-8BAE-FAAD8081F248}" destId="{FF81F302-05BB-4BA3-947D-7C439A0CF6E3}" srcOrd="3" destOrd="0" presId="urn:microsoft.com/office/officeart/2008/layout/AccentedPicture"/>
    <dgm:cxn modelId="{64A005DE-06A0-41B9-AFE1-F74E53B523D5}" type="presParOf" srcId="{FF81F302-05BB-4BA3-947D-7C439A0CF6E3}" destId="{4683CD25-56D1-4D69-B1CA-0DE5E6012E8B}" srcOrd="0" destOrd="0" presId="urn:microsoft.com/office/officeart/2008/layout/Accented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22742-0E64-4732-AEDB-D91A0BF3379B}">
      <dsp:nvSpPr>
        <dsp:cNvPr id="0" name=""/>
        <dsp:cNvSpPr/>
      </dsp:nvSpPr>
      <dsp:spPr>
        <a:xfrm>
          <a:off x="851425" y="346583"/>
          <a:ext cx="3620292" cy="4617720"/>
        </a:xfrm>
        <a:prstGeom prst="round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99C4D-DE3A-41B7-8235-B17FDB1D1CEC}">
      <dsp:nvSpPr>
        <dsp:cNvPr id="0" name=""/>
        <dsp:cNvSpPr/>
      </dsp:nvSpPr>
      <dsp:spPr>
        <a:xfrm>
          <a:off x="996236" y="2008962"/>
          <a:ext cx="2787625" cy="277063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Node One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Node Two has a longer label</a:t>
          </a:r>
        </a:p>
      </dsp:txBody>
      <dsp:txXfrm>
        <a:off x="996236" y="2008962"/>
        <a:ext cx="2787625" cy="2770632"/>
      </dsp:txXfrm>
    </dsp:sp>
    <dsp:sp modelId="{CFB76A7F-97E9-4A79-90FB-F7392953905A}">
      <dsp:nvSpPr>
        <dsp:cNvPr id="0" name=""/>
        <dsp:cNvSpPr/>
      </dsp:nvSpPr>
      <dsp:spPr>
        <a:xfrm>
          <a:off x="3848325" y="115696"/>
          <a:ext cx="1246784" cy="124678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7A6DC-CDB0-4C8E-9B6A-E6B7E512CAD3}">
      <dsp:nvSpPr>
        <dsp:cNvPr id="0" name=""/>
        <dsp:cNvSpPr/>
      </dsp:nvSpPr>
      <dsp:spPr>
        <a:xfrm>
          <a:off x="5095109" y="115696"/>
          <a:ext cx="2308464" cy="1246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980" tIns="46990" rIns="93980" bIns="4699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Three</a:t>
          </a:r>
        </a:p>
      </dsp:txBody>
      <dsp:txXfrm>
        <a:off x="5095109" y="115696"/>
        <a:ext cx="2308464" cy="1246784"/>
      </dsp:txXfrm>
    </dsp:sp>
    <dsp:sp modelId="{35A77353-E364-4A19-9558-78FBE5BF58FA}">
      <dsp:nvSpPr>
        <dsp:cNvPr id="0" name=""/>
        <dsp:cNvSpPr/>
      </dsp:nvSpPr>
      <dsp:spPr>
        <a:xfrm>
          <a:off x="3848325" y="1586902"/>
          <a:ext cx="1246784" cy="124678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CAF793-9A06-44AF-82DD-120992EDBE7C}">
      <dsp:nvSpPr>
        <dsp:cNvPr id="0" name=""/>
        <dsp:cNvSpPr/>
      </dsp:nvSpPr>
      <dsp:spPr>
        <a:xfrm>
          <a:off x="5095109" y="1586902"/>
          <a:ext cx="2308464" cy="1246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980" tIns="46990" rIns="93980" bIns="4699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Four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Node Five</a:t>
          </a:r>
        </a:p>
      </dsp:txBody>
      <dsp:txXfrm>
        <a:off x="5095109" y="1586902"/>
        <a:ext cx="2308464" cy="1246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ccentedPicture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txAnchorVert" val="b"/>
              <dgm:param type="parTxLTRAlign" val="l"/>
              <dgm:param type="shpTxLTRAlignCh" val="l"/>
              <dgm:param type="parTxRTLAlign" val="l"/>
              <dgm:param type="shpTxRTLAlignCh" val="l"/>
            </dgm:alg>
          </dgm:if>
          <dgm:else name="Name15">
            <dgm:alg type="tx">
              <dgm:param type="txAnchorVert" val="b"/>
              <dgm:param type="parTxLTRAlign" val="r"/>
              <dgm:param type="shpTxLTRAlignCh" val="r"/>
              <dgm:param type="parTxRTLAlign" val="r"/>
              <dgm:param type="shpTxRTLAlignCh" val="r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fallback" val="1D"/>
                <dgm:param type="horzAlign" val="l"/>
                <dgm:param type="nodeHorzAlign" val="l"/>
              </dgm:alg>
            </dgm:if>
            <dgm:else name="Name20">
              <dgm:alg type="lin">
                <dgm:param type="linDir" val="fromT"/>
                <dgm:param type="vertAlign" val="t"/>
                <dgm:param type="fallback" val="1D"/>
                <dgm:param type="horzAlign" val="r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shpTxLTRAlignCh" val="l"/>
                        <dgm:param type="parTxRTLAlign" val="r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shpTxLTRAlignCh" val="r"/>
                        <dgm:param type="parTxRTLAlign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FBE8-ED08-74AD-5AEE-5A1A073B6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7DCCA-FC30-05B9-2844-250FB6FC7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04686-6690-74E1-D56D-D535D2D0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F82ED-D93F-A6C9-65EE-8A07CF116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91850-4C3C-6171-62FC-F8EDBA1C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1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405B-A61B-CC73-D745-F84FC47A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F562F-FA53-1926-C104-94FE3C5AB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F5B8A-C652-69D6-E54E-1161381F6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F8CEA-5743-CEA6-7AE8-BAE9202D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A005-D374-433F-6469-33301F4D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5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8E3B-C559-4889-3F9E-2C0E915D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E821-4C92-C67E-99B8-29FD69A07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B3B1E-1DEF-7953-C7FD-7D5DC8AC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B9004-505B-E004-E776-1C91775E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B5407-7C34-0A8E-4E96-A2E2F18E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2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49F0-7D40-77CB-9870-4B566410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85F74-F4B5-7670-A0A5-D6EB12EB0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3250B-165F-6226-89BF-E44EB1B0A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2724A-9E44-7141-0D14-AD18985F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02FF0-93B8-F518-C5AB-2DE2761E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DA256-D42D-BD7D-9787-6972BD35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6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6C4F8-F2A6-7606-4701-3425F7F91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4B9E9-7A84-AECC-CCDE-5DB8291DA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BB65A-DB6F-A8AF-36AF-5EBC2477A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A1D56-53ED-93FA-D988-9051BBC75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4116C-4426-13B9-32F7-590205995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016E15-B562-6253-7A45-C2BE02C5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0B2C34-CA94-557C-020A-B3C012C4D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D9A53-8783-AE80-4558-5F104CC1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79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BF11-34ED-CF67-D68A-F2CF64DA0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52562-5997-E5C9-F75D-812B94FC3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1CCA0-D01C-EA12-B1E5-7F8F1DF5D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D12BE-420E-476E-22F1-261027BA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9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AB687-C3E1-14E5-92A4-AA643DD3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80FF1-2DC5-1104-ECE9-AB8EA4E28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1A436-078E-95F2-9C30-DFB50AAB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20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E063-EB07-D204-0A2F-3DE71B6D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BFBAA-6C09-BC11-329F-682AFCF8A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302F2-97E8-DEF8-4717-9577D705B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29C28-3C4C-910D-7256-87C2C58C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2BDC7-7181-3227-D171-2150B7446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D45B4-82BA-9FEE-402C-0C77860D5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6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1669-3DAA-D8E2-5BE8-0C396CD54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9E0325-99F3-9A98-26B2-00136DF4D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5F952-111F-D16B-6FB2-6BC3FBC62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8A39E-B9A9-03E4-6C79-589BF98B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FC1EA-7139-68B8-BB39-9B692CF6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D0483-9B4D-3EFC-60AA-E0A04736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2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224D-9E0F-EC12-6481-CBD46BE4C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FD888-62EA-B72E-8E03-DA6C1A13B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6676B-2D96-F49A-1602-D8916DA61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10E6D-23B6-6149-5D47-6DF3D75DA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82BF3-DAFE-97B7-0367-2D305589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2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0B6905-D6B3-EDDD-C1F9-388D5274D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6F552-59F9-C0D8-40FB-7707C3353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C333D-D9F8-DF8E-24E6-BDA59B87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0FFD1-B656-EF0E-AA68-CFFF727DA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B22FD-B789-7DAB-B3BD-9C73B71E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28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86EED-FD58-C311-3327-9CB603F5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BA1C0-F94F-D1D5-C6F3-A22750914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E3797-9FFE-E415-929D-7F72F81DF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DCDE7-8198-4949-9CAE-9A44577641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ACFDD-0556-E136-0F7B-8E87BAF8D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A0446-9034-9171-1C36-56AF09BBB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3D747-9A64-4CB9-BE0D-C0FC8044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35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13CCB3C-2DFC-7130-6470-7141129B15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562220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009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2026-09-06T08:14:55Z</dcterms:created>
  <dcterms:modified xsi:type="dcterms:W3CDTF">2026-09-06T08:14:55Z</dcterms:modified>
</cp:coreProperties>
</file>