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FE5B25-364C-45F1-9660-58AF89E2B0A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29C38F-F490-41DE-8D34-F0D10618F8A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11576CB-716C-47F3-AAB4-85743C4D630F}" type="parTrans" cxnId="{6B1007F2-FB90-47EB-8F9A-F8234D7CFEF2}">
      <dgm:prSet/>
      <dgm:spPr/>
    </dgm:pt>
    <dgm:pt modelId="{1E0C4D78-FB88-4059-8204-D8851E618F52}" type="sibTrans" cxnId="{6B1007F2-FB90-47EB-8F9A-F8234D7CFEF2}">
      <dgm:prSet/>
      <dgm:spPr/>
    </dgm:pt>
    <dgm:pt modelId="{AE0BB257-F185-4B06-B490-82A6725FEF21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793D3829-10E6-4685-95FB-EA02AD3ABC01}" type="parTrans" cxnId="{A65D05C5-BC8F-4770-A394-6709CF8FD2E3}">
      <dgm:prSet/>
      <dgm:spPr/>
      <dgm:t>
        <a:bodyPr/>
        <a:lstStyle/>
        <a:p>
          <a:endParaRPr lang="en-US"/>
        </a:p>
      </dgm:t>
    </dgm:pt>
    <dgm:pt modelId="{2D90A6CC-6D6A-49A2-B882-A2DCD97612C6}" type="sibTrans" cxnId="{A65D05C5-BC8F-4770-A394-6709CF8FD2E3}">
      <dgm:prSet/>
      <dgm:spPr/>
    </dgm:pt>
    <dgm:pt modelId="{9DBD0101-6A97-4AB1-B878-6D786DDB55E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E3E39D72-D91D-48B8-9E03-0350C7F02D90}" type="parTrans" cxnId="{6E13EFA2-48B4-465C-855A-29E3ACCE2BCA}">
      <dgm:prSet/>
      <dgm:spPr/>
      <dgm:t>
        <a:bodyPr/>
        <a:lstStyle/>
        <a:p>
          <a:endParaRPr lang="en-US"/>
        </a:p>
      </dgm:t>
    </dgm:pt>
    <dgm:pt modelId="{36DCB16A-BEAA-4B3B-B9FF-D65454A4573B}" type="sibTrans" cxnId="{6E13EFA2-48B4-465C-855A-29E3ACCE2BCA}">
      <dgm:prSet/>
      <dgm:spPr/>
    </dgm:pt>
    <dgm:pt modelId="{79BD0B16-0BB5-4C76-8C16-D06E288F17E7}" type="pres">
      <dgm:prSet presAssocID="{33FE5B25-364C-45F1-9660-58AF89E2B0A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BF8C863-EBD2-447D-B0AF-41856C8ADE30}" type="pres">
      <dgm:prSet presAssocID="{7729C38F-F490-41DE-8D34-F0D10618F8A0}" presName="root1" presStyleCnt="0"/>
      <dgm:spPr/>
    </dgm:pt>
    <dgm:pt modelId="{97290B0F-FBD3-4BAB-8C0B-9246E6145E51}" type="pres">
      <dgm:prSet presAssocID="{7729C38F-F490-41DE-8D34-F0D10618F8A0}" presName="LevelOneTextNode" presStyleLbl="node0" presStyleIdx="0" presStyleCnt="1">
        <dgm:presLayoutVars>
          <dgm:chPref val="3"/>
        </dgm:presLayoutVars>
      </dgm:prSet>
      <dgm:spPr/>
    </dgm:pt>
    <dgm:pt modelId="{BD231DFC-1CB3-4CC3-B01D-C27A5E7970C4}" type="pres">
      <dgm:prSet presAssocID="{7729C38F-F490-41DE-8D34-F0D10618F8A0}" presName="level2hierChild" presStyleCnt="0"/>
      <dgm:spPr/>
    </dgm:pt>
    <dgm:pt modelId="{6BAE51E8-241E-40B9-A20D-513F73ADFCA2}" type="pres">
      <dgm:prSet presAssocID="{793D3829-10E6-4685-95FB-EA02AD3ABC01}" presName="conn2-1" presStyleLbl="parChTrans1D2" presStyleIdx="0" presStyleCnt="2"/>
      <dgm:spPr/>
    </dgm:pt>
    <dgm:pt modelId="{06999761-7D1A-439A-82AD-8E048D44C10F}" type="pres">
      <dgm:prSet presAssocID="{793D3829-10E6-4685-95FB-EA02AD3ABC01}" presName="connTx" presStyleLbl="parChTrans1D2" presStyleIdx="0" presStyleCnt="2"/>
      <dgm:spPr/>
    </dgm:pt>
    <dgm:pt modelId="{28228BC9-43B0-46CE-ADB9-9A9B69DD5759}" type="pres">
      <dgm:prSet presAssocID="{AE0BB257-F185-4B06-B490-82A6725FEF21}" presName="root2" presStyleCnt="0"/>
      <dgm:spPr/>
    </dgm:pt>
    <dgm:pt modelId="{1ABA8AA1-3A3D-4137-B8EB-A6801FD8BC6B}" type="pres">
      <dgm:prSet presAssocID="{AE0BB257-F185-4B06-B490-82A6725FEF21}" presName="LevelTwoTextNode" presStyleLbl="node2" presStyleIdx="0" presStyleCnt="2">
        <dgm:presLayoutVars>
          <dgm:chPref val="3"/>
        </dgm:presLayoutVars>
      </dgm:prSet>
      <dgm:spPr/>
    </dgm:pt>
    <dgm:pt modelId="{C652AE22-D5B3-4BD7-B2CD-D7F0C089FE5E}" type="pres">
      <dgm:prSet presAssocID="{AE0BB257-F185-4B06-B490-82A6725FEF21}" presName="level3hierChild" presStyleCnt="0"/>
      <dgm:spPr/>
    </dgm:pt>
    <dgm:pt modelId="{C8B5D276-9AF4-4BB6-A656-AD79587392BE}" type="pres">
      <dgm:prSet presAssocID="{E3E39D72-D91D-48B8-9E03-0350C7F02D90}" presName="conn2-1" presStyleLbl="parChTrans1D2" presStyleIdx="1" presStyleCnt="2"/>
      <dgm:spPr/>
    </dgm:pt>
    <dgm:pt modelId="{A64DEBEE-4112-410F-B6CD-E8375C9BC7C4}" type="pres">
      <dgm:prSet presAssocID="{E3E39D72-D91D-48B8-9E03-0350C7F02D90}" presName="connTx" presStyleLbl="parChTrans1D2" presStyleIdx="1" presStyleCnt="2"/>
      <dgm:spPr/>
    </dgm:pt>
    <dgm:pt modelId="{90EB959B-29EF-4999-A71A-9CC021A602F8}" type="pres">
      <dgm:prSet presAssocID="{9DBD0101-6A97-4AB1-B878-6D786DDB55E4}" presName="root2" presStyleCnt="0"/>
      <dgm:spPr/>
    </dgm:pt>
    <dgm:pt modelId="{24AA70DA-9376-4E0E-9C14-C2D8E4A55441}" type="pres">
      <dgm:prSet presAssocID="{9DBD0101-6A97-4AB1-B878-6D786DDB55E4}" presName="LevelTwoTextNode" presStyleLbl="node2" presStyleIdx="1" presStyleCnt="2">
        <dgm:presLayoutVars>
          <dgm:chPref val="3"/>
        </dgm:presLayoutVars>
      </dgm:prSet>
      <dgm:spPr/>
    </dgm:pt>
    <dgm:pt modelId="{4BA33730-6EEC-463B-806B-AC8A5FE456E2}" type="pres">
      <dgm:prSet presAssocID="{9DBD0101-6A97-4AB1-B878-6D786DDB55E4}" presName="level3hierChild" presStyleCnt="0"/>
      <dgm:spPr/>
    </dgm:pt>
  </dgm:ptLst>
  <dgm:cxnLst>
    <dgm:cxn modelId="{DD87641A-3957-43E6-8E92-E2A444452406}" type="presOf" srcId="{33FE5B25-364C-45F1-9660-58AF89E2B0AA}" destId="{79BD0B16-0BB5-4C76-8C16-D06E288F17E7}" srcOrd="0" destOrd="0" presId="urn:microsoft.com/office/officeart/2005/8/layout/hierarchy2"/>
    <dgm:cxn modelId="{B712582C-C89C-4DB2-AD36-6F5D33CDEE2A}" type="presOf" srcId="{7729C38F-F490-41DE-8D34-F0D10618F8A0}" destId="{97290B0F-FBD3-4BAB-8C0B-9246E6145E51}" srcOrd="0" destOrd="0" presId="urn:microsoft.com/office/officeart/2005/8/layout/hierarchy2"/>
    <dgm:cxn modelId="{BFD55842-4DC1-422D-B2B8-A850906A9829}" type="presOf" srcId="{793D3829-10E6-4685-95FB-EA02AD3ABC01}" destId="{6BAE51E8-241E-40B9-A20D-513F73ADFCA2}" srcOrd="0" destOrd="0" presId="urn:microsoft.com/office/officeart/2005/8/layout/hierarchy2"/>
    <dgm:cxn modelId="{C0A8534B-24BB-4987-A789-9E0E90C6E82D}" type="presOf" srcId="{E3E39D72-D91D-48B8-9E03-0350C7F02D90}" destId="{A64DEBEE-4112-410F-B6CD-E8375C9BC7C4}" srcOrd="1" destOrd="0" presId="urn:microsoft.com/office/officeart/2005/8/layout/hierarchy2"/>
    <dgm:cxn modelId="{6E13EFA2-48B4-465C-855A-29E3ACCE2BCA}" srcId="{7729C38F-F490-41DE-8D34-F0D10618F8A0}" destId="{9DBD0101-6A97-4AB1-B878-6D786DDB55E4}" srcOrd="1" destOrd="0" parTransId="{E3E39D72-D91D-48B8-9E03-0350C7F02D90}" sibTransId="{36DCB16A-BEAA-4B3B-B9FF-D65454A4573B}"/>
    <dgm:cxn modelId="{6DE40BB5-436C-4C74-A932-F467362F805E}" type="presOf" srcId="{AE0BB257-F185-4B06-B490-82A6725FEF21}" destId="{1ABA8AA1-3A3D-4137-B8EB-A6801FD8BC6B}" srcOrd="0" destOrd="0" presId="urn:microsoft.com/office/officeart/2005/8/layout/hierarchy2"/>
    <dgm:cxn modelId="{A65D05C5-BC8F-4770-A394-6709CF8FD2E3}" srcId="{7729C38F-F490-41DE-8D34-F0D10618F8A0}" destId="{AE0BB257-F185-4B06-B490-82A6725FEF21}" srcOrd="0" destOrd="0" parTransId="{793D3829-10E6-4685-95FB-EA02AD3ABC01}" sibTransId="{2D90A6CC-6D6A-49A2-B882-A2DCD97612C6}"/>
    <dgm:cxn modelId="{3ECC4ACE-89CA-4349-90CB-1606492E7009}" type="presOf" srcId="{793D3829-10E6-4685-95FB-EA02AD3ABC01}" destId="{06999761-7D1A-439A-82AD-8E048D44C10F}" srcOrd="1" destOrd="0" presId="urn:microsoft.com/office/officeart/2005/8/layout/hierarchy2"/>
    <dgm:cxn modelId="{9E08E9E7-AD8C-4233-8332-E3F5A210565C}" type="presOf" srcId="{9DBD0101-6A97-4AB1-B878-6D786DDB55E4}" destId="{24AA70DA-9376-4E0E-9C14-C2D8E4A55441}" srcOrd="0" destOrd="0" presId="urn:microsoft.com/office/officeart/2005/8/layout/hierarchy2"/>
    <dgm:cxn modelId="{7D98F7EA-A191-46E3-9D2D-6CCFFE84A3F9}" type="presOf" srcId="{E3E39D72-D91D-48B8-9E03-0350C7F02D90}" destId="{C8B5D276-9AF4-4BB6-A656-AD79587392BE}" srcOrd="0" destOrd="0" presId="urn:microsoft.com/office/officeart/2005/8/layout/hierarchy2"/>
    <dgm:cxn modelId="{6B1007F2-FB90-47EB-8F9A-F8234D7CFEF2}" srcId="{33FE5B25-364C-45F1-9660-58AF89E2B0AA}" destId="{7729C38F-F490-41DE-8D34-F0D10618F8A0}" srcOrd="0" destOrd="0" parTransId="{C11576CB-716C-47F3-AAB4-85743C4D630F}" sibTransId="{1E0C4D78-FB88-4059-8204-D8851E618F52}"/>
    <dgm:cxn modelId="{2B57569A-B5EB-46DB-A922-FB51FFB431A1}" type="presParOf" srcId="{79BD0B16-0BB5-4C76-8C16-D06E288F17E7}" destId="{0BF8C863-EBD2-447D-B0AF-41856C8ADE30}" srcOrd="0" destOrd="0" presId="urn:microsoft.com/office/officeart/2005/8/layout/hierarchy2"/>
    <dgm:cxn modelId="{B9CF6F1F-5911-4E60-ADC0-34795EA28259}" type="presParOf" srcId="{0BF8C863-EBD2-447D-B0AF-41856C8ADE30}" destId="{97290B0F-FBD3-4BAB-8C0B-9246E6145E51}" srcOrd="0" destOrd="0" presId="urn:microsoft.com/office/officeart/2005/8/layout/hierarchy2"/>
    <dgm:cxn modelId="{6B95AE23-8D73-4472-8FB8-C2073E8CACE7}" type="presParOf" srcId="{0BF8C863-EBD2-447D-B0AF-41856C8ADE30}" destId="{BD231DFC-1CB3-4CC3-B01D-C27A5E7970C4}" srcOrd="1" destOrd="0" presId="urn:microsoft.com/office/officeart/2005/8/layout/hierarchy2"/>
    <dgm:cxn modelId="{45CD161C-B9BA-4FA9-A1A5-90DF9F681FC0}" type="presParOf" srcId="{BD231DFC-1CB3-4CC3-B01D-C27A5E7970C4}" destId="{6BAE51E8-241E-40B9-A20D-513F73ADFCA2}" srcOrd="0" destOrd="0" presId="urn:microsoft.com/office/officeart/2005/8/layout/hierarchy2"/>
    <dgm:cxn modelId="{3280695F-ADCB-4159-A392-0F507C96873D}" type="presParOf" srcId="{6BAE51E8-241E-40B9-A20D-513F73ADFCA2}" destId="{06999761-7D1A-439A-82AD-8E048D44C10F}" srcOrd="0" destOrd="0" presId="urn:microsoft.com/office/officeart/2005/8/layout/hierarchy2"/>
    <dgm:cxn modelId="{B7FAE24D-8240-4AA0-8248-B215F8280C4A}" type="presParOf" srcId="{BD231DFC-1CB3-4CC3-B01D-C27A5E7970C4}" destId="{28228BC9-43B0-46CE-ADB9-9A9B69DD5759}" srcOrd="1" destOrd="0" presId="urn:microsoft.com/office/officeart/2005/8/layout/hierarchy2"/>
    <dgm:cxn modelId="{ADFB0896-4026-48AB-8B21-A8CD70BFA863}" type="presParOf" srcId="{28228BC9-43B0-46CE-ADB9-9A9B69DD5759}" destId="{1ABA8AA1-3A3D-4137-B8EB-A6801FD8BC6B}" srcOrd="0" destOrd="0" presId="urn:microsoft.com/office/officeart/2005/8/layout/hierarchy2"/>
    <dgm:cxn modelId="{677D8A19-E057-4352-A367-F8706FB7E308}" type="presParOf" srcId="{28228BC9-43B0-46CE-ADB9-9A9B69DD5759}" destId="{C652AE22-D5B3-4BD7-B2CD-D7F0C089FE5E}" srcOrd="1" destOrd="0" presId="urn:microsoft.com/office/officeart/2005/8/layout/hierarchy2"/>
    <dgm:cxn modelId="{EE072FD8-50AA-4356-814F-59349679074E}" type="presParOf" srcId="{BD231DFC-1CB3-4CC3-B01D-C27A5E7970C4}" destId="{C8B5D276-9AF4-4BB6-A656-AD79587392BE}" srcOrd="2" destOrd="0" presId="urn:microsoft.com/office/officeart/2005/8/layout/hierarchy2"/>
    <dgm:cxn modelId="{AE3D8AA9-FA60-49B4-AF78-A2F44B45C105}" type="presParOf" srcId="{C8B5D276-9AF4-4BB6-A656-AD79587392BE}" destId="{A64DEBEE-4112-410F-B6CD-E8375C9BC7C4}" srcOrd="0" destOrd="0" presId="urn:microsoft.com/office/officeart/2005/8/layout/hierarchy2"/>
    <dgm:cxn modelId="{1197DC9A-CD4B-4F15-9E74-C62A6272D574}" type="presParOf" srcId="{BD231DFC-1CB3-4CC3-B01D-C27A5E7970C4}" destId="{90EB959B-29EF-4999-A71A-9CC021A602F8}" srcOrd="3" destOrd="0" presId="urn:microsoft.com/office/officeart/2005/8/layout/hierarchy2"/>
    <dgm:cxn modelId="{DC772FD9-BF30-4C71-89AA-50A99E7EB213}" type="presParOf" srcId="{90EB959B-29EF-4999-A71A-9CC021A602F8}" destId="{24AA70DA-9376-4E0E-9C14-C2D8E4A55441}" srcOrd="0" destOrd="0" presId="urn:microsoft.com/office/officeart/2005/8/layout/hierarchy2"/>
    <dgm:cxn modelId="{2BA36674-D87F-4D2A-9FBD-9A382B601F1D}" type="presParOf" srcId="{90EB959B-29EF-4999-A71A-9CC021A602F8}" destId="{4BA33730-6EEC-463B-806B-AC8A5FE456E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90B0F-FBD3-4BAB-8C0B-9246E6145E51}">
      <dsp:nvSpPr>
        <dsp:cNvPr id="0" name=""/>
        <dsp:cNvSpPr/>
      </dsp:nvSpPr>
      <dsp:spPr>
        <a:xfrm>
          <a:off x="1984" y="1680517"/>
          <a:ext cx="3437929" cy="1718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Alpha</a:t>
          </a:r>
        </a:p>
      </dsp:txBody>
      <dsp:txXfrm>
        <a:off x="52331" y="1730864"/>
        <a:ext cx="3337235" cy="1618270"/>
      </dsp:txXfrm>
    </dsp:sp>
    <dsp:sp modelId="{6BAE51E8-241E-40B9-A20D-513F73ADFCA2}">
      <dsp:nvSpPr>
        <dsp:cNvPr id="0" name=""/>
        <dsp:cNvSpPr/>
      </dsp:nvSpPr>
      <dsp:spPr>
        <a:xfrm rot="19457599">
          <a:off x="3280735" y="2015343"/>
          <a:ext cx="1693529" cy="60908"/>
        </a:xfrm>
        <a:custGeom>
          <a:avLst/>
          <a:gdLst/>
          <a:ahLst/>
          <a:cxnLst/>
          <a:rect l="0" t="0" r="0" b="0"/>
          <a:pathLst>
            <a:path>
              <a:moveTo>
                <a:pt x="0" y="30454"/>
              </a:moveTo>
              <a:lnTo>
                <a:pt x="1693529" y="304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085161" y="2003459"/>
        <a:ext cx="84676" cy="84676"/>
      </dsp:txXfrm>
    </dsp:sp>
    <dsp:sp modelId="{1ABA8AA1-3A3D-4137-B8EB-A6801FD8BC6B}">
      <dsp:nvSpPr>
        <dsp:cNvPr id="0" name=""/>
        <dsp:cNvSpPr/>
      </dsp:nvSpPr>
      <dsp:spPr>
        <a:xfrm>
          <a:off x="4815085" y="692112"/>
          <a:ext cx="3437929" cy="1718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Beta has a noticeably longer label than the others</a:t>
          </a:r>
        </a:p>
      </dsp:txBody>
      <dsp:txXfrm>
        <a:off x="4865432" y="742459"/>
        <a:ext cx="3337235" cy="1618270"/>
      </dsp:txXfrm>
    </dsp:sp>
    <dsp:sp modelId="{C8B5D276-9AF4-4BB6-A656-AD79587392BE}">
      <dsp:nvSpPr>
        <dsp:cNvPr id="0" name=""/>
        <dsp:cNvSpPr/>
      </dsp:nvSpPr>
      <dsp:spPr>
        <a:xfrm rot="2142401">
          <a:off x="3280735" y="3003748"/>
          <a:ext cx="1693529" cy="60908"/>
        </a:xfrm>
        <a:custGeom>
          <a:avLst/>
          <a:gdLst/>
          <a:ahLst/>
          <a:cxnLst/>
          <a:rect l="0" t="0" r="0" b="0"/>
          <a:pathLst>
            <a:path>
              <a:moveTo>
                <a:pt x="0" y="30454"/>
              </a:moveTo>
              <a:lnTo>
                <a:pt x="1693529" y="304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085161" y="2991864"/>
        <a:ext cx="84676" cy="84676"/>
      </dsp:txXfrm>
    </dsp:sp>
    <dsp:sp modelId="{24AA70DA-9376-4E0E-9C14-C2D8E4A55441}">
      <dsp:nvSpPr>
        <dsp:cNvPr id="0" name=""/>
        <dsp:cNvSpPr/>
      </dsp:nvSpPr>
      <dsp:spPr>
        <a:xfrm>
          <a:off x="4815085" y="2668922"/>
          <a:ext cx="3437929" cy="1718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Gamma</a:t>
          </a:r>
        </a:p>
      </dsp:txBody>
      <dsp:txXfrm>
        <a:off x="4865432" y="2719269"/>
        <a:ext cx="3337235" cy="161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59D3-1BD2-B374-B25D-20C436123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667A0-4E7E-6280-58CE-39F4EAB5E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B9177-733D-9185-329A-27FDA4FF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A7391-1A02-9365-B399-72085837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B50BA-F309-5959-C3AD-C17F566A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36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E378-075A-5071-45BF-1C9F39CB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1F3D4-39BD-9611-2CF8-EF1BFA86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EE335-AE19-7712-AF83-154BFF91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15EA1-AC29-C9FE-90F8-848ED56C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F9CEC-2263-4421-0E21-27B672D3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0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02E1-F2DD-C673-793E-38D6717C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1344A-7CDC-B925-5C9C-6C14DF4BD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D0388-70E5-B6C5-D39E-8883DB4C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5D1F-630C-4F28-FA8E-04C93E8D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6F242-3E50-18FF-09FF-66442F10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82EA-42EA-7EF5-B3A3-53D17C5A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250B-F7C8-5AD0-F6BE-74D84D8CF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8F8B3-5A56-2D91-F6A1-8BB7332AA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0AA2B-7B6D-B4BA-72F1-BF4C92EA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9E031-C818-2F9B-D8EB-3485A0AC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7CA7E-07F2-93A0-1C99-44CF2054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7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E54F-5FA1-A901-9218-40F785FB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A3CDB-BB37-5085-78DC-7CDC0A895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6EFAE-FD93-455D-578B-29F15040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3CA57-33CA-A505-EB3E-B49F15CAC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966CF-F0A2-3A8D-4B85-9FA53B074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34CCA-7729-5E55-508F-7D5F2075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0DD06-2927-8FD8-F765-2C8679AF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B0D0A7-28B0-CDFC-7116-CE975493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9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1D0A-2481-DC4F-D795-51AB2375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30F7E-5B4D-0E89-C75A-91D8E6B7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5EC01-8C31-1225-81D7-093A9725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5AE99-886D-0D20-F356-1A7193C7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8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B8295-C6C4-3B6E-8677-0670C907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5C6B9-5411-1302-B6BB-57336793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2D4B-7E12-6E0F-3522-AFE45310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B6ED-87AB-B93B-AF65-155EC0DD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CCB9-E5A0-440F-93F8-ACBD67EC1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6472B-8539-6131-6266-0DDB066BE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32E86-5F92-F7F2-0EF3-E7FC0453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B2137-7D17-F157-4B45-B1595283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4AD13-DD72-354F-E273-665E7D51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0CD7-91AD-1909-5023-A68AA4DD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75FBA-4FB4-DBE1-7B2D-92C3BE0A1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D8B15-592F-0FF4-B0FA-8B92DBC8E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F9140-D323-4D77-2C88-3AA6F0EB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9251B-C7B5-F8F3-A147-9E954249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BEE8A-3A3D-2374-43C2-365612AC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B023-488E-E9FA-E3C7-9BF7B08D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AEC43-CA57-8363-E351-4929F52E7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3249A-F311-607E-BD76-3F9EC6BE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836F7-CFE1-52EF-967B-3F4F8E4F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90315-422D-2077-A98C-EE5319C4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6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5D444-CEBC-749B-CD3B-0BC9194AA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BF8DB-0715-16DF-EE30-312D22C66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D5DE9-4336-944D-5A20-E2033318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D241-224E-D552-A488-AC6C35A3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87EBC-136D-0F8C-C118-2D0DE50E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7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B9E93-1237-A206-EFB1-2B3FB471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EA79D-8C5C-FA27-EC18-719ECDC69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13B5E-E3A9-8D51-E52F-FC30C55C0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94737-5578-4ECA-84B0-BB034384EE3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AE0A-1C84-6A81-EA90-DF8AC4E8D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51133-6703-E674-A859-4502DC6D5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C4103-28B2-4394-8B46-1FA897D59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1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22F3B5D-4904-3F82-632E-274413976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613465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075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2026-09-06T08:14:30Z</dcterms:created>
  <dcterms:modified xsi:type="dcterms:W3CDTF">2026-09-06T08:14:30Z</dcterms:modified>
</cp:coreProperties>
</file>