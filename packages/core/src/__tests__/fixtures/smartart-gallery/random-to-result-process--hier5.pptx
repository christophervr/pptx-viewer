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80A812-1B45-4F22-A797-2DE9110CB3D8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FFFFD9-D958-4D2C-9E5C-48BABCED8B5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6309EEE-C097-4AA2-8F5F-D4EC33DA0004}" type="parTrans" cxnId="{1DA2310F-D315-4F0D-825C-3F570F9FBCF3}">
      <dgm:prSet/>
      <dgm:spPr/>
    </dgm:pt>
    <dgm:pt modelId="{9BD5C63E-7406-4CEF-BDEC-CFFBA8C3D30E}" type="sibTrans" cxnId="{1DA2310F-D315-4F0D-825C-3F570F9FBCF3}">
      <dgm:prSet/>
      <dgm:spPr/>
    </dgm:pt>
    <dgm:pt modelId="{A00879D8-BFFA-4799-AB2E-F9196CC2AF9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B06863F-203F-4844-BF58-9E38412386BC}" type="parTrans" cxnId="{526B40EE-FD08-464A-9868-C25CABE1756C}">
      <dgm:prSet/>
      <dgm:spPr/>
    </dgm:pt>
    <dgm:pt modelId="{B1C9421B-3CA5-4B42-9FDE-7C1A612D3971}" type="sibTrans" cxnId="{526B40EE-FD08-464A-9868-C25CABE1756C}">
      <dgm:prSet/>
      <dgm:spPr/>
    </dgm:pt>
    <dgm:pt modelId="{FF53F4B0-BDF1-4617-AE67-B71926D1961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10DBAEF-4BA0-4E8D-8B55-47F81310D10A}" type="parTrans" cxnId="{EE3FCEDB-37D2-4096-9695-CBE55EF0EF95}">
      <dgm:prSet/>
      <dgm:spPr/>
    </dgm:pt>
    <dgm:pt modelId="{968D2F43-4BA3-4C66-81F5-0A7D49042920}" type="sibTrans" cxnId="{EE3FCEDB-37D2-4096-9695-CBE55EF0EF95}">
      <dgm:prSet/>
      <dgm:spPr/>
    </dgm:pt>
    <dgm:pt modelId="{7B9CCF40-3C30-44AC-BE15-2617EB349BE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8C97BAC-AF1D-401D-8DCE-7290DCBED2E8}" type="parTrans" cxnId="{289EC946-71F9-4526-9A8F-FD6B7554B97F}">
      <dgm:prSet/>
      <dgm:spPr/>
    </dgm:pt>
    <dgm:pt modelId="{EB20D338-7937-4DB0-9EA3-61F4B63415BC}" type="sibTrans" cxnId="{289EC946-71F9-4526-9A8F-FD6B7554B97F}">
      <dgm:prSet/>
      <dgm:spPr/>
    </dgm:pt>
    <dgm:pt modelId="{499071DA-9D5A-495F-A7F3-11DDB1CC5D8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B9D35CB-867F-4F7A-9070-F82F3F4BE958}" type="parTrans" cxnId="{C08D3A2D-90EF-42A4-9C73-C6C996EBB802}">
      <dgm:prSet/>
      <dgm:spPr/>
    </dgm:pt>
    <dgm:pt modelId="{A8FD6366-C8A7-440D-AA3F-5B18B065E14B}" type="sibTrans" cxnId="{C08D3A2D-90EF-42A4-9C73-C6C996EBB802}">
      <dgm:prSet/>
      <dgm:spPr/>
    </dgm:pt>
    <dgm:pt modelId="{B904DF20-95AB-4743-AEA1-F47FCDE4929A}" type="pres">
      <dgm:prSet presAssocID="{1080A812-1B45-4F22-A797-2DE9110CB3D8}" presName="Name0" presStyleCnt="0">
        <dgm:presLayoutVars>
          <dgm:dir/>
          <dgm:animOne val="branch"/>
          <dgm:animLvl val="lvl"/>
        </dgm:presLayoutVars>
      </dgm:prSet>
      <dgm:spPr/>
    </dgm:pt>
    <dgm:pt modelId="{703C909A-9481-4198-8EBF-7F2C5F4A36B8}" type="pres">
      <dgm:prSet presAssocID="{15FFFFD9-D958-4D2C-9E5C-48BABCED8B52}" presName="chaos" presStyleCnt="0"/>
      <dgm:spPr/>
    </dgm:pt>
    <dgm:pt modelId="{AB426584-07D8-476E-A8BD-15961E5AFCA9}" type="pres">
      <dgm:prSet presAssocID="{15FFFFD9-D958-4D2C-9E5C-48BABCED8B52}" presName="parTx1" presStyleLbl="revTx" presStyleIdx="0" presStyleCnt="4"/>
      <dgm:spPr/>
    </dgm:pt>
    <dgm:pt modelId="{D8530D19-ED8C-4F8B-A569-6FD843E187CC}" type="pres">
      <dgm:prSet presAssocID="{15FFFFD9-D958-4D2C-9E5C-48BABCED8B52}" presName="desTx1" presStyleLbl="revTx" presStyleIdx="1" presStyleCnt="4">
        <dgm:presLayoutVars>
          <dgm:bulletEnabled val="1"/>
        </dgm:presLayoutVars>
      </dgm:prSet>
      <dgm:spPr/>
    </dgm:pt>
    <dgm:pt modelId="{501D4548-70E1-40CD-BFCF-C0E986BBFEBD}" type="pres">
      <dgm:prSet presAssocID="{15FFFFD9-D958-4D2C-9E5C-48BABCED8B52}" presName="c1" presStyleLbl="node1" presStyleIdx="0" presStyleCnt="19"/>
      <dgm:spPr/>
    </dgm:pt>
    <dgm:pt modelId="{C6578283-1BC7-44F1-B5C1-D16458B082C2}" type="pres">
      <dgm:prSet presAssocID="{15FFFFD9-D958-4D2C-9E5C-48BABCED8B52}" presName="c2" presStyleLbl="node1" presStyleIdx="1" presStyleCnt="19"/>
      <dgm:spPr/>
    </dgm:pt>
    <dgm:pt modelId="{D81FF07E-BBD2-4B77-B8C9-D7013007F930}" type="pres">
      <dgm:prSet presAssocID="{15FFFFD9-D958-4D2C-9E5C-48BABCED8B52}" presName="c3" presStyleLbl="node1" presStyleIdx="2" presStyleCnt="19"/>
      <dgm:spPr/>
    </dgm:pt>
    <dgm:pt modelId="{6CD67C92-301C-46A3-8E4B-C52802CE3056}" type="pres">
      <dgm:prSet presAssocID="{15FFFFD9-D958-4D2C-9E5C-48BABCED8B52}" presName="c4" presStyleLbl="node1" presStyleIdx="3" presStyleCnt="19"/>
      <dgm:spPr/>
    </dgm:pt>
    <dgm:pt modelId="{D822D2DE-25FA-4F4B-B0BE-EB6F2CC551BA}" type="pres">
      <dgm:prSet presAssocID="{15FFFFD9-D958-4D2C-9E5C-48BABCED8B52}" presName="c5" presStyleLbl="node1" presStyleIdx="4" presStyleCnt="19"/>
      <dgm:spPr/>
    </dgm:pt>
    <dgm:pt modelId="{1C09212B-A603-4C66-A2C2-20E5A043416D}" type="pres">
      <dgm:prSet presAssocID="{15FFFFD9-D958-4D2C-9E5C-48BABCED8B52}" presName="c6" presStyleLbl="node1" presStyleIdx="5" presStyleCnt="19"/>
      <dgm:spPr/>
    </dgm:pt>
    <dgm:pt modelId="{5B113230-9889-4CCC-98BE-736FD254349E}" type="pres">
      <dgm:prSet presAssocID="{15FFFFD9-D958-4D2C-9E5C-48BABCED8B52}" presName="c7" presStyleLbl="node1" presStyleIdx="6" presStyleCnt="19"/>
      <dgm:spPr/>
    </dgm:pt>
    <dgm:pt modelId="{AFF63614-689C-4419-A308-7AC156200D08}" type="pres">
      <dgm:prSet presAssocID="{15FFFFD9-D958-4D2C-9E5C-48BABCED8B52}" presName="c8" presStyleLbl="node1" presStyleIdx="7" presStyleCnt="19"/>
      <dgm:spPr/>
    </dgm:pt>
    <dgm:pt modelId="{AFA2C715-17EA-4ECF-851F-3F834C4D73CA}" type="pres">
      <dgm:prSet presAssocID="{15FFFFD9-D958-4D2C-9E5C-48BABCED8B52}" presName="c9" presStyleLbl="node1" presStyleIdx="8" presStyleCnt="19"/>
      <dgm:spPr/>
    </dgm:pt>
    <dgm:pt modelId="{70BC86ED-BDC4-49AE-A94B-E20B945DCD4F}" type="pres">
      <dgm:prSet presAssocID="{15FFFFD9-D958-4D2C-9E5C-48BABCED8B52}" presName="c10" presStyleLbl="node1" presStyleIdx="9" presStyleCnt="19"/>
      <dgm:spPr/>
    </dgm:pt>
    <dgm:pt modelId="{1E9BDE0B-4608-4470-B439-C186D52D47D5}" type="pres">
      <dgm:prSet presAssocID="{15FFFFD9-D958-4D2C-9E5C-48BABCED8B52}" presName="c11" presStyleLbl="node1" presStyleIdx="10" presStyleCnt="19"/>
      <dgm:spPr/>
    </dgm:pt>
    <dgm:pt modelId="{E09F5684-DD68-4C17-A30A-9BAE83885938}" type="pres">
      <dgm:prSet presAssocID="{15FFFFD9-D958-4D2C-9E5C-48BABCED8B52}" presName="c12" presStyleLbl="node1" presStyleIdx="11" presStyleCnt="19"/>
      <dgm:spPr/>
    </dgm:pt>
    <dgm:pt modelId="{B9B69915-A825-428B-8568-35AFCA97179A}" type="pres">
      <dgm:prSet presAssocID="{15FFFFD9-D958-4D2C-9E5C-48BABCED8B52}" presName="c13" presStyleLbl="node1" presStyleIdx="12" presStyleCnt="19"/>
      <dgm:spPr/>
    </dgm:pt>
    <dgm:pt modelId="{4B69A191-39BD-49F4-B588-A9C3D1E038ED}" type="pres">
      <dgm:prSet presAssocID="{15FFFFD9-D958-4D2C-9E5C-48BABCED8B52}" presName="c14" presStyleLbl="node1" presStyleIdx="13" presStyleCnt="19"/>
      <dgm:spPr/>
    </dgm:pt>
    <dgm:pt modelId="{62BED8F2-E062-4A43-B49B-734792B5615B}" type="pres">
      <dgm:prSet presAssocID="{15FFFFD9-D958-4D2C-9E5C-48BABCED8B52}" presName="c15" presStyleLbl="node1" presStyleIdx="14" presStyleCnt="19"/>
      <dgm:spPr/>
    </dgm:pt>
    <dgm:pt modelId="{9110FD1D-9822-466A-A327-95E5BE3C6574}" type="pres">
      <dgm:prSet presAssocID="{15FFFFD9-D958-4D2C-9E5C-48BABCED8B52}" presName="c16" presStyleLbl="node1" presStyleIdx="15" presStyleCnt="19"/>
      <dgm:spPr/>
    </dgm:pt>
    <dgm:pt modelId="{EA89D91F-FDC1-4745-88E8-431B88072571}" type="pres">
      <dgm:prSet presAssocID="{15FFFFD9-D958-4D2C-9E5C-48BABCED8B52}" presName="c17" presStyleLbl="node1" presStyleIdx="16" presStyleCnt="19"/>
      <dgm:spPr/>
    </dgm:pt>
    <dgm:pt modelId="{C40E0B22-314C-4F8E-9234-08A3F158E45B}" type="pres">
      <dgm:prSet presAssocID="{15FFFFD9-D958-4D2C-9E5C-48BABCED8B52}" presName="c18" presStyleLbl="node1" presStyleIdx="17" presStyleCnt="19"/>
      <dgm:spPr/>
    </dgm:pt>
    <dgm:pt modelId="{BC480580-9EE2-4408-BDD4-176BDD02852C}" type="pres">
      <dgm:prSet presAssocID="{9BD5C63E-7406-4CEF-BDEC-CFFBA8C3D30E}" presName="chevronComposite1" presStyleCnt="0"/>
      <dgm:spPr/>
    </dgm:pt>
    <dgm:pt modelId="{D15DAE92-F98B-48B7-A537-9455985EE07E}" type="pres">
      <dgm:prSet presAssocID="{9BD5C63E-7406-4CEF-BDEC-CFFBA8C3D30E}" presName="chevron1" presStyleLbl="sibTrans2D1" presStyleIdx="0" presStyleCnt="2"/>
      <dgm:spPr/>
    </dgm:pt>
    <dgm:pt modelId="{212A2F87-F13A-4167-8203-B7958E64703B}" type="pres">
      <dgm:prSet presAssocID="{9BD5C63E-7406-4CEF-BDEC-CFFBA8C3D30E}" presName="spChevron1" presStyleCnt="0"/>
      <dgm:spPr/>
    </dgm:pt>
    <dgm:pt modelId="{A4B96363-7D67-45D0-BF3C-509336F545BA}" type="pres">
      <dgm:prSet presAssocID="{FF53F4B0-BDF1-4617-AE67-B71926D19614}" presName="middle" presStyleCnt="0"/>
      <dgm:spPr/>
    </dgm:pt>
    <dgm:pt modelId="{8E1C9C05-5339-4C2B-9EAC-08B27613EBB5}" type="pres">
      <dgm:prSet presAssocID="{FF53F4B0-BDF1-4617-AE67-B71926D19614}" presName="parTxMid" presStyleLbl="revTx" presStyleIdx="2" presStyleCnt="4"/>
      <dgm:spPr/>
    </dgm:pt>
    <dgm:pt modelId="{71C12D55-4F4F-4295-A2E8-3A7E59DEDD69}" type="pres">
      <dgm:prSet presAssocID="{FF53F4B0-BDF1-4617-AE67-B71926D19614}" presName="spMid" presStyleCnt="0"/>
      <dgm:spPr/>
    </dgm:pt>
    <dgm:pt modelId="{83987AE1-2EDD-4E6B-B2C7-AC695DB752EF}" type="pres">
      <dgm:prSet presAssocID="{968D2F43-4BA3-4C66-81F5-0A7D49042920}" presName="chevronComposite1" presStyleCnt="0"/>
      <dgm:spPr/>
    </dgm:pt>
    <dgm:pt modelId="{18590FE2-DCCB-468C-A9AF-6613642B10C5}" type="pres">
      <dgm:prSet presAssocID="{968D2F43-4BA3-4C66-81F5-0A7D49042920}" presName="chevron1" presStyleLbl="sibTrans2D1" presStyleIdx="1" presStyleCnt="2"/>
      <dgm:spPr/>
    </dgm:pt>
    <dgm:pt modelId="{4CE4894E-5F03-42B2-86CB-86DD56987670}" type="pres">
      <dgm:prSet presAssocID="{968D2F43-4BA3-4C66-81F5-0A7D49042920}" presName="spChevron1" presStyleCnt="0"/>
      <dgm:spPr/>
    </dgm:pt>
    <dgm:pt modelId="{57707654-B4D4-4177-BD39-35977D5F65B8}" type="pres">
      <dgm:prSet presAssocID="{7B9CCF40-3C30-44AC-BE15-2617EB349BEF}" presName="last" presStyleCnt="0"/>
      <dgm:spPr/>
    </dgm:pt>
    <dgm:pt modelId="{90C1F892-15CC-4CDB-95C0-4FD8AD53288B}" type="pres">
      <dgm:prSet presAssocID="{7B9CCF40-3C30-44AC-BE15-2617EB349BEF}" presName="circleTx" presStyleLbl="node1" presStyleIdx="18" presStyleCnt="19"/>
      <dgm:spPr/>
    </dgm:pt>
    <dgm:pt modelId="{05A70482-928D-47EA-86E0-D60EEA34AD80}" type="pres">
      <dgm:prSet presAssocID="{7B9CCF40-3C30-44AC-BE15-2617EB349BEF}" presName="desTxN" presStyleLbl="revTx" presStyleIdx="3" presStyleCnt="4">
        <dgm:presLayoutVars>
          <dgm:bulletEnabled val="1"/>
        </dgm:presLayoutVars>
      </dgm:prSet>
      <dgm:spPr/>
    </dgm:pt>
    <dgm:pt modelId="{0FC3B713-8E71-4402-B506-7EC3B073CEAC}" type="pres">
      <dgm:prSet presAssocID="{7B9CCF40-3C30-44AC-BE15-2617EB349BEF}" presName="spN" presStyleCnt="0"/>
      <dgm:spPr/>
    </dgm:pt>
  </dgm:ptLst>
  <dgm:cxnLst>
    <dgm:cxn modelId="{1DA2310F-D315-4F0D-825C-3F570F9FBCF3}" srcId="{1080A812-1B45-4F22-A797-2DE9110CB3D8}" destId="{15FFFFD9-D958-4D2C-9E5C-48BABCED8B52}" srcOrd="0" destOrd="0" parTransId="{86309EEE-C097-4AA2-8F5F-D4EC33DA0004}" sibTransId="{9BD5C63E-7406-4CEF-BDEC-CFFBA8C3D30E}"/>
    <dgm:cxn modelId="{D37B8B28-76C2-42B0-B4FC-7337DD11CFB3}" type="presOf" srcId="{FF53F4B0-BDF1-4617-AE67-B71926D19614}" destId="{8E1C9C05-5339-4C2B-9EAC-08B27613EBB5}" srcOrd="0" destOrd="0" presId="urn:microsoft.com/office/officeart/2009/3/layout/RandomtoResultProcess"/>
    <dgm:cxn modelId="{C08D3A2D-90EF-42A4-9C73-C6C996EBB802}" srcId="{7B9CCF40-3C30-44AC-BE15-2617EB349BEF}" destId="{499071DA-9D5A-495F-A7F3-11DDB1CC5D8A}" srcOrd="0" destOrd="0" parTransId="{5B9D35CB-867F-4F7A-9070-F82F3F4BE958}" sibTransId="{A8FD6366-C8A7-440D-AA3F-5B18B065E14B}"/>
    <dgm:cxn modelId="{D37F3D3D-E173-49A4-BA65-0EC84C914B5F}" type="presOf" srcId="{15FFFFD9-D958-4D2C-9E5C-48BABCED8B52}" destId="{AB426584-07D8-476E-A8BD-15961E5AFCA9}" srcOrd="0" destOrd="0" presId="urn:microsoft.com/office/officeart/2009/3/layout/RandomtoResultProcess"/>
    <dgm:cxn modelId="{289EC946-71F9-4526-9A8F-FD6B7554B97F}" srcId="{1080A812-1B45-4F22-A797-2DE9110CB3D8}" destId="{7B9CCF40-3C30-44AC-BE15-2617EB349BEF}" srcOrd="2" destOrd="0" parTransId="{48C97BAC-AF1D-401D-8DCE-7290DCBED2E8}" sibTransId="{EB20D338-7937-4DB0-9EA3-61F4B63415BC}"/>
    <dgm:cxn modelId="{60D42B48-0069-46C9-AB17-87A944D5F931}" type="presOf" srcId="{499071DA-9D5A-495F-A7F3-11DDB1CC5D8A}" destId="{05A70482-928D-47EA-86E0-D60EEA34AD80}" srcOrd="0" destOrd="0" presId="urn:microsoft.com/office/officeart/2009/3/layout/RandomtoResultProcess"/>
    <dgm:cxn modelId="{C0CA2EAE-FBA4-4AE0-A31F-3BBAB4B81DDF}" type="presOf" srcId="{A00879D8-BFFA-4799-AB2E-F9196CC2AF9D}" destId="{D8530D19-ED8C-4F8B-A569-6FD843E187CC}" srcOrd="0" destOrd="0" presId="urn:microsoft.com/office/officeart/2009/3/layout/RandomtoResultProcess"/>
    <dgm:cxn modelId="{CA8B9AD2-B95B-4DE9-B551-B78D7FFCFED0}" type="presOf" srcId="{7B9CCF40-3C30-44AC-BE15-2617EB349BEF}" destId="{90C1F892-15CC-4CDB-95C0-4FD8AD53288B}" srcOrd="0" destOrd="0" presId="urn:microsoft.com/office/officeart/2009/3/layout/RandomtoResultProcess"/>
    <dgm:cxn modelId="{EE3FCEDB-37D2-4096-9695-CBE55EF0EF95}" srcId="{1080A812-1B45-4F22-A797-2DE9110CB3D8}" destId="{FF53F4B0-BDF1-4617-AE67-B71926D19614}" srcOrd="1" destOrd="0" parTransId="{510DBAEF-4BA0-4E8D-8B55-47F81310D10A}" sibTransId="{968D2F43-4BA3-4C66-81F5-0A7D49042920}"/>
    <dgm:cxn modelId="{526B40EE-FD08-464A-9868-C25CABE1756C}" srcId="{15FFFFD9-D958-4D2C-9E5C-48BABCED8B52}" destId="{A00879D8-BFFA-4799-AB2E-F9196CC2AF9D}" srcOrd="0" destOrd="0" parTransId="{0B06863F-203F-4844-BF58-9E38412386BC}" sibTransId="{B1C9421B-3CA5-4B42-9FDE-7C1A612D3971}"/>
    <dgm:cxn modelId="{8AA1CFFC-45E9-41BA-BCE4-3882C0429374}" type="presOf" srcId="{1080A812-1B45-4F22-A797-2DE9110CB3D8}" destId="{B904DF20-95AB-4743-AEA1-F47FCDE4929A}" srcOrd="0" destOrd="0" presId="urn:microsoft.com/office/officeart/2009/3/layout/RandomtoResultProcess"/>
    <dgm:cxn modelId="{A976FC72-E847-4C66-A4EA-326C8BC540B3}" type="presParOf" srcId="{B904DF20-95AB-4743-AEA1-F47FCDE4929A}" destId="{703C909A-9481-4198-8EBF-7F2C5F4A36B8}" srcOrd="0" destOrd="0" presId="urn:microsoft.com/office/officeart/2009/3/layout/RandomtoResultProcess"/>
    <dgm:cxn modelId="{E7BF5C5A-9D8E-4905-A26F-CD26CF0A8D41}" type="presParOf" srcId="{703C909A-9481-4198-8EBF-7F2C5F4A36B8}" destId="{AB426584-07D8-476E-A8BD-15961E5AFCA9}" srcOrd="0" destOrd="0" presId="urn:microsoft.com/office/officeart/2009/3/layout/RandomtoResultProcess"/>
    <dgm:cxn modelId="{FAF97BF6-E70E-41E1-949A-A36A56528289}" type="presParOf" srcId="{703C909A-9481-4198-8EBF-7F2C5F4A36B8}" destId="{D8530D19-ED8C-4F8B-A569-6FD843E187CC}" srcOrd="1" destOrd="0" presId="urn:microsoft.com/office/officeart/2009/3/layout/RandomtoResultProcess"/>
    <dgm:cxn modelId="{3825E39D-1935-4BBE-B0BE-333E9A2D2894}" type="presParOf" srcId="{703C909A-9481-4198-8EBF-7F2C5F4A36B8}" destId="{501D4548-70E1-40CD-BFCF-C0E986BBFEBD}" srcOrd="2" destOrd="0" presId="urn:microsoft.com/office/officeart/2009/3/layout/RandomtoResultProcess"/>
    <dgm:cxn modelId="{C9E0F51A-A7E5-4901-B646-DD7A22C3A8E8}" type="presParOf" srcId="{703C909A-9481-4198-8EBF-7F2C5F4A36B8}" destId="{C6578283-1BC7-44F1-B5C1-D16458B082C2}" srcOrd="3" destOrd="0" presId="urn:microsoft.com/office/officeart/2009/3/layout/RandomtoResultProcess"/>
    <dgm:cxn modelId="{3EC0A85D-EE8D-4265-81EB-4672A5A61A32}" type="presParOf" srcId="{703C909A-9481-4198-8EBF-7F2C5F4A36B8}" destId="{D81FF07E-BBD2-4B77-B8C9-D7013007F930}" srcOrd="4" destOrd="0" presId="urn:microsoft.com/office/officeart/2009/3/layout/RandomtoResultProcess"/>
    <dgm:cxn modelId="{1316ED62-87AE-4E89-AAAD-D545D2C607FF}" type="presParOf" srcId="{703C909A-9481-4198-8EBF-7F2C5F4A36B8}" destId="{6CD67C92-301C-46A3-8E4B-C52802CE3056}" srcOrd="5" destOrd="0" presId="urn:microsoft.com/office/officeart/2009/3/layout/RandomtoResultProcess"/>
    <dgm:cxn modelId="{2666B5F8-FC51-420D-8619-82A4C7FB9B7F}" type="presParOf" srcId="{703C909A-9481-4198-8EBF-7F2C5F4A36B8}" destId="{D822D2DE-25FA-4F4B-B0BE-EB6F2CC551BA}" srcOrd="6" destOrd="0" presId="urn:microsoft.com/office/officeart/2009/3/layout/RandomtoResultProcess"/>
    <dgm:cxn modelId="{53768094-F6E6-4756-AA09-C5CB203B0A92}" type="presParOf" srcId="{703C909A-9481-4198-8EBF-7F2C5F4A36B8}" destId="{1C09212B-A603-4C66-A2C2-20E5A043416D}" srcOrd="7" destOrd="0" presId="urn:microsoft.com/office/officeart/2009/3/layout/RandomtoResultProcess"/>
    <dgm:cxn modelId="{649C8874-2936-4C99-8E94-36DC5F03C63B}" type="presParOf" srcId="{703C909A-9481-4198-8EBF-7F2C5F4A36B8}" destId="{5B113230-9889-4CCC-98BE-736FD254349E}" srcOrd="8" destOrd="0" presId="urn:microsoft.com/office/officeart/2009/3/layout/RandomtoResultProcess"/>
    <dgm:cxn modelId="{CC1CD6AF-FB56-4EE8-B974-AA98EE8A31F9}" type="presParOf" srcId="{703C909A-9481-4198-8EBF-7F2C5F4A36B8}" destId="{AFF63614-689C-4419-A308-7AC156200D08}" srcOrd="9" destOrd="0" presId="urn:microsoft.com/office/officeart/2009/3/layout/RandomtoResultProcess"/>
    <dgm:cxn modelId="{E1DF97A7-B0ED-4860-BCB9-BD212A00AE60}" type="presParOf" srcId="{703C909A-9481-4198-8EBF-7F2C5F4A36B8}" destId="{AFA2C715-17EA-4ECF-851F-3F834C4D73CA}" srcOrd="10" destOrd="0" presId="urn:microsoft.com/office/officeart/2009/3/layout/RandomtoResultProcess"/>
    <dgm:cxn modelId="{85B6A2A8-E693-4658-AACC-07A552903157}" type="presParOf" srcId="{703C909A-9481-4198-8EBF-7F2C5F4A36B8}" destId="{70BC86ED-BDC4-49AE-A94B-E20B945DCD4F}" srcOrd="11" destOrd="0" presId="urn:microsoft.com/office/officeart/2009/3/layout/RandomtoResultProcess"/>
    <dgm:cxn modelId="{2B59007F-7B10-4C8A-83D1-C35C937027FE}" type="presParOf" srcId="{703C909A-9481-4198-8EBF-7F2C5F4A36B8}" destId="{1E9BDE0B-4608-4470-B439-C186D52D47D5}" srcOrd="12" destOrd="0" presId="urn:microsoft.com/office/officeart/2009/3/layout/RandomtoResultProcess"/>
    <dgm:cxn modelId="{F7510D1D-AF4E-43FA-B32B-34ED6920A4CE}" type="presParOf" srcId="{703C909A-9481-4198-8EBF-7F2C5F4A36B8}" destId="{E09F5684-DD68-4C17-A30A-9BAE83885938}" srcOrd="13" destOrd="0" presId="urn:microsoft.com/office/officeart/2009/3/layout/RandomtoResultProcess"/>
    <dgm:cxn modelId="{C67E4C5F-36AF-41A8-ADDD-E107E8B57E69}" type="presParOf" srcId="{703C909A-9481-4198-8EBF-7F2C5F4A36B8}" destId="{B9B69915-A825-428B-8568-35AFCA97179A}" srcOrd="14" destOrd="0" presId="urn:microsoft.com/office/officeart/2009/3/layout/RandomtoResultProcess"/>
    <dgm:cxn modelId="{26822D4B-47E8-438F-A71A-21488D3AADA6}" type="presParOf" srcId="{703C909A-9481-4198-8EBF-7F2C5F4A36B8}" destId="{4B69A191-39BD-49F4-B588-A9C3D1E038ED}" srcOrd="15" destOrd="0" presId="urn:microsoft.com/office/officeart/2009/3/layout/RandomtoResultProcess"/>
    <dgm:cxn modelId="{7CB160F0-0DB6-4700-91D5-765F9B4B1A7D}" type="presParOf" srcId="{703C909A-9481-4198-8EBF-7F2C5F4A36B8}" destId="{62BED8F2-E062-4A43-B49B-734792B5615B}" srcOrd="16" destOrd="0" presId="urn:microsoft.com/office/officeart/2009/3/layout/RandomtoResultProcess"/>
    <dgm:cxn modelId="{506F6BE3-8ACF-4658-AA77-EE7792E1EED9}" type="presParOf" srcId="{703C909A-9481-4198-8EBF-7F2C5F4A36B8}" destId="{9110FD1D-9822-466A-A327-95E5BE3C6574}" srcOrd="17" destOrd="0" presId="urn:microsoft.com/office/officeart/2009/3/layout/RandomtoResultProcess"/>
    <dgm:cxn modelId="{DEA78FDA-9BB7-4078-8E29-A3F1ED796E91}" type="presParOf" srcId="{703C909A-9481-4198-8EBF-7F2C5F4A36B8}" destId="{EA89D91F-FDC1-4745-88E8-431B88072571}" srcOrd="18" destOrd="0" presId="urn:microsoft.com/office/officeart/2009/3/layout/RandomtoResultProcess"/>
    <dgm:cxn modelId="{10DE79FD-C232-4344-B5A1-AFEDF024C05F}" type="presParOf" srcId="{703C909A-9481-4198-8EBF-7F2C5F4A36B8}" destId="{C40E0B22-314C-4F8E-9234-08A3F158E45B}" srcOrd="19" destOrd="0" presId="urn:microsoft.com/office/officeart/2009/3/layout/RandomtoResultProcess"/>
    <dgm:cxn modelId="{ADACFB6B-230E-426F-A88D-A61F317EF646}" type="presParOf" srcId="{B904DF20-95AB-4743-AEA1-F47FCDE4929A}" destId="{BC480580-9EE2-4408-BDD4-176BDD02852C}" srcOrd="1" destOrd="0" presId="urn:microsoft.com/office/officeart/2009/3/layout/RandomtoResultProcess"/>
    <dgm:cxn modelId="{27AA2BCF-32C0-4989-BBCC-E56F56458B77}" type="presParOf" srcId="{BC480580-9EE2-4408-BDD4-176BDD02852C}" destId="{D15DAE92-F98B-48B7-A537-9455985EE07E}" srcOrd="0" destOrd="0" presId="urn:microsoft.com/office/officeart/2009/3/layout/RandomtoResultProcess"/>
    <dgm:cxn modelId="{2B21B5BD-C678-4038-8269-981300253833}" type="presParOf" srcId="{BC480580-9EE2-4408-BDD4-176BDD02852C}" destId="{212A2F87-F13A-4167-8203-B7958E64703B}" srcOrd="1" destOrd="0" presId="urn:microsoft.com/office/officeart/2009/3/layout/RandomtoResultProcess"/>
    <dgm:cxn modelId="{88FF5688-FBEB-4349-9A54-D35616575B15}" type="presParOf" srcId="{B904DF20-95AB-4743-AEA1-F47FCDE4929A}" destId="{A4B96363-7D67-45D0-BF3C-509336F545BA}" srcOrd="2" destOrd="0" presId="urn:microsoft.com/office/officeart/2009/3/layout/RandomtoResultProcess"/>
    <dgm:cxn modelId="{B773DCCA-B6B2-416C-AAB2-0DD5153BAC73}" type="presParOf" srcId="{A4B96363-7D67-45D0-BF3C-509336F545BA}" destId="{8E1C9C05-5339-4C2B-9EAC-08B27613EBB5}" srcOrd="0" destOrd="0" presId="urn:microsoft.com/office/officeart/2009/3/layout/RandomtoResultProcess"/>
    <dgm:cxn modelId="{42CC82F0-E992-473B-AA8C-10DE4BA912FD}" type="presParOf" srcId="{A4B96363-7D67-45D0-BF3C-509336F545BA}" destId="{71C12D55-4F4F-4295-A2E8-3A7E59DEDD69}" srcOrd="1" destOrd="0" presId="urn:microsoft.com/office/officeart/2009/3/layout/RandomtoResultProcess"/>
    <dgm:cxn modelId="{979D0D28-963B-42BB-B574-1887DE2B9E8A}" type="presParOf" srcId="{B904DF20-95AB-4743-AEA1-F47FCDE4929A}" destId="{83987AE1-2EDD-4E6B-B2C7-AC695DB752EF}" srcOrd="3" destOrd="0" presId="urn:microsoft.com/office/officeart/2009/3/layout/RandomtoResultProcess"/>
    <dgm:cxn modelId="{F050C3AD-7F54-4775-9BA3-75CBF1ED0C1E}" type="presParOf" srcId="{83987AE1-2EDD-4E6B-B2C7-AC695DB752EF}" destId="{18590FE2-DCCB-468C-A9AF-6613642B10C5}" srcOrd="0" destOrd="0" presId="urn:microsoft.com/office/officeart/2009/3/layout/RandomtoResultProcess"/>
    <dgm:cxn modelId="{F5A1A591-EA35-4C4B-84D6-35B8721568A5}" type="presParOf" srcId="{83987AE1-2EDD-4E6B-B2C7-AC695DB752EF}" destId="{4CE4894E-5F03-42B2-86CB-86DD56987670}" srcOrd="1" destOrd="0" presId="urn:microsoft.com/office/officeart/2009/3/layout/RandomtoResultProcess"/>
    <dgm:cxn modelId="{B01DBC8D-648B-4813-83AC-A58F9BB62210}" type="presParOf" srcId="{B904DF20-95AB-4743-AEA1-F47FCDE4929A}" destId="{57707654-B4D4-4177-BD39-35977D5F65B8}" srcOrd="4" destOrd="0" presId="urn:microsoft.com/office/officeart/2009/3/layout/RandomtoResultProcess"/>
    <dgm:cxn modelId="{31F8D9E7-0AD1-4108-B097-EA95FECDB96E}" type="presParOf" srcId="{57707654-B4D4-4177-BD39-35977D5F65B8}" destId="{90C1F892-15CC-4CDB-95C0-4FD8AD53288B}" srcOrd="0" destOrd="0" presId="urn:microsoft.com/office/officeart/2009/3/layout/RandomtoResultProcess"/>
    <dgm:cxn modelId="{E61FD910-017A-4ED2-8BCE-A618D2AA2C65}" type="presParOf" srcId="{57707654-B4D4-4177-BD39-35977D5F65B8}" destId="{05A70482-928D-47EA-86E0-D60EEA34AD80}" srcOrd="1" destOrd="0" presId="urn:microsoft.com/office/officeart/2009/3/layout/RandomtoResultProcess"/>
    <dgm:cxn modelId="{B05648E5-39B2-4AA2-BAC0-D4BE2CDDEDB2}" type="presParOf" srcId="{57707654-B4D4-4177-BD39-35977D5F65B8}" destId="{0FC3B713-8E71-4402-B506-7EC3B073CEAC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26584-07D8-476E-A8BD-15961E5AFCA9}">
      <dsp:nvSpPr>
        <dsp:cNvPr id="0" name=""/>
        <dsp:cNvSpPr/>
      </dsp:nvSpPr>
      <dsp:spPr>
        <a:xfrm>
          <a:off x="143923" y="1515456"/>
          <a:ext cx="2143526" cy="706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One</a:t>
          </a:r>
        </a:p>
      </dsp:txBody>
      <dsp:txXfrm>
        <a:off x="143923" y="1515456"/>
        <a:ext cx="2143526" cy="706389"/>
      </dsp:txXfrm>
    </dsp:sp>
    <dsp:sp modelId="{D8530D19-ED8C-4F8B-A569-6FD843E187CC}">
      <dsp:nvSpPr>
        <dsp:cNvPr id="0" name=""/>
        <dsp:cNvSpPr/>
      </dsp:nvSpPr>
      <dsp:spPr>
        <a:xfrm>
          <a:off x="143923" y="3004988"/>
          <a:ext cx="2143526" cy="1323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Two has a longer label</a:t>
          </a:r>
        </a:p>
      </dsp:txBody>
      <dsp:txXfrm>
        <a:off x="143923" y="3004988"/>
        <a:ext cx="2143526" cy="1323429"/>
      </dsp:txXfrm>
    </dsp:sp>
    <dsp:sp modelId="{501D4548-70E1-40CD-BFCF-C0E986BBFEBD}">
      <dsp:nvSpPr>
        <dsp:cNvPr id="0" name=""/>
        <dsp:cNvSpPr/>
      </dsp:nvSpPr>
      <dsp:spPr>
        <a:xfrm>
          <a:off x="141487" y="1300617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78283-1BC7-44F1-B5C1-D16458B082C2}">
      <dsp:nvSpPr>
        <dsp:cNvPr id="0" name=""/>
        <dsp:cNvSpPr/>
      </dsp:nvSpPr>
      <dsp:spPr>
        <a:xfrm>
          <a:off x="260842" y="1061906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FF07E-BBD2-4B77-B8C9-D7013007F930}">
      <dsp:nvSpPr>
        <dsp:cNvPr id="0" name=""/>
        <dsp:cNvSpPr/>
      </dsp:nvSpPr>
      <dsp:spPr>
        <a:xfrm>
          <a:off x="547295" y="1109648"/>
          <a:ext cx="267940" cy="267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67C92-301C-46A3-8E4B-C52802CE3056}">
      <dsp:nvSpPr>
        <dsp:cNvPr id="0" name=""/>
        <dsp:cNvSpPr/>
      </dsp:nvSpPr>
      <dsp:spPr>
        <a:xfrm>
          <a:off x="786006" y="847066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2D2DE-25FA-4F4B-B0BE-EB6F2CC551BA}">
      <dsp:nvSpPr>
        <dsp:cNvPr id="0" name=""/>
        <dsp:cNvSpPr/>
      </dsp:nvSpPr>
      <dsp:spPr>
        <a:xfrm>
          <a:off x="1096330" y="751582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9212B-A603-4C66-A2C2-20E5A043416D}">
      <dsp:nvSpPr>
        <dsp:cNvPr id="0" name=""/>
        <dsp:cNvSpPr/>
      </dsp:nvSpPr>
      <dsp:spPr>
        <a:xfrm>
          <a:off x="1478268" y="918679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13230-9889-4CCC-98BE-736FD254349E}">
      <dsp:nvSpPr>
        <dsp:cNvPr id="0" name=""/>
        <dsp:cNvSpPr/>
      </dsp:nvSpPr>
      <dsp:spPr>
        <a:xfrm>
          <a:off x="1716979" y="1038035"/>
          <a:ext cx="267940" cy="267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63614-689C-4419-A308-7AC156200D08}">
      <dsp:nvSpPr>
        <dsp:cNvPr id="0" name=""/>
        <dsp:cNvSpPr/>
      </dsp:nvSpPr>
      <dsp:spPr>
        <a:xfrm>
          <a:off x="2051174" y="1300617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2C715-17EA-4ECF-851F-3F834C4D73CA}">
      <dsp:nvSpPr>
        <dsp:cNvPr id="0" name=""/>
        <dsp:cNvSpPr/>
      </dsp:nvSpPr>
      <dsp:spPr>
        <a:xfrm>
          <a:off x="2194400" y="1563199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C86ED-BDC4-49AE-A94B-E20B945DCD4F}">
      <dsp:nvSpPr>
        <dsp:cNvPr id="0" name=""/>
        <dsp:cNvSpPr/>
      </dsp:nvSpPr>
      <dsp:spPr>
        <a:xfrm>
          <a:off x="953104" y="1061906"/>
          <a:ext cx="438448" cy="4384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BDE0B-4608-4470-B439-C186D52D47D5}">
      <dsp:nvSpPr>
        <dsp:cNvPr id="0" name=""/>
        <dsp:cNvSpPr/>
      </dsp:nvSpPr>
      <dsp:spPr>
        <a:xfrm>
          <a:off x="22131" y="1969007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F5684-DD68-4C17-A30A-9BAE83885938}">
      <dsp:nvSpPr>
        <dsp:cNvPr id="0" name=""/>
        <dsp:cNvSpPr/>
      </dsp:nvSpPr>
      <dsp:spPr>
        <a:xfrm>
          <a:off x="165358" y="2183847"/>
          <a:ext cx="267940" cy="267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69915-A825-428B-8568-35AFCA97179A}">
      <dsp:nvSpPr>
        <dsp:cNvPr id="0" name=""/>
        <dsp:cNvSpPr/>
      </dsp:nvSpPr>
      <dsp:spPr>
        <a:xfrm>
          <a:off x="523424" y="2374815"/>
          <a:ext cx="389732" cy="3897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9A191-39BD-49F4-B588-A9C3D1E038ED}">
      <dsp:nvSpPr>
        <dsp:cNvPr id="0" name=""/>
        <dsp:cNvSpPr/>
      </dsp:nvSpPr>
      <dsp:spPr>
        <a:xfrm>
          <a:off x="1024717" y="2685140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ED8F2-E062-4A43-B49B-734792B5615B}">
      <dsp:nvSpPr>
        <dsp:cNvPr id="0" name=""/>
        <dsp:cNvSpPr/>
      </dsp:nvSpPr>
      <dsp:spPr>
        <a:xfrm>
          <a:off x="1120201" y="2374815"/>
          <a:ext cx="267940" cy="267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0FD1D-9822-466A-A327-95E5BE3C6574}">
      <dsp:nvSpPr>
        <dsp:cNvPr id="0" name=""/>
        <dsp:cNvSpPr/>
      </dsp:nvSpPr>
      <dsp:spPr>
        <a:xfrm>
          <a:off x="1358912" y="2709011"/>
          <a:ext cx="170507" cy="170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9D91F-FDC1-4745-88E8-431B88072571}">
      <dsp:nvSpPr>
        <dsp:cNvPr id="0" name=""/>
        <dsp:cNvSpPr/>
      </dsp:nvSpPr>
      <dsp:spPr>
        <a:xfrm>
          <a:off x="1573752" y="2327073"/>
          <a:ext cx="389732" cy="3897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E0B22-314C-4F8E-9234-08A3F158E45B}">
      <dsp:nvSpPr>
        <dsp:cNvPr id="0" name=""/>
        <dsp:cNvSpPr/>
      </dsp:nvSpPr>
      <dsp:spPr>
        <a:xfrm>
          <a:off x="2098916" y="2231589"/>
          <a:ext cx="267940" cy="267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DAE92-F98B-48B7-A537-9455985EE07E}">
      <dsp:nvSpPr>
        <dsp:cNvPr id="0" name=""/>
        <dsp:cNvSpPr/>
      </dsp:nvSpPr>
      <dsp:spPr>
        <a:xfrm>
          <a:off x="2366857" y="1109251"/>
          <a:ext cx="786903" cy="1502285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C9C05-5339-4C2B-9EAC-08B27613EBB5}">
      <dsp:nvSpPr>
        <dsp:cNvPr id="0" name=""/>
        <dsp:cNvSpPr/>
      </dsp:nvSpPr>
      <dsp:spPr>
        <a:xfrm>
          <a:off x="3153761" y="1109980"/>
          <a:ext cx="2146101" cy="150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Three</a:t>
          </a:r>
        </a:p>
      </dsp:txBody>
      <dsp:txXfrm>
        <a:off x="3153761" y="1109980"/>
        <a:ext cx="2146101" cy="1502271"/>
      </dsp:txXfrm>
    </dsp:sp>
    <dsp:sp modelId="{18590FE2-DCCB-468C-A9AF-6613642B10C5}">
      <dsp:nvSpPr>
        <dsp:cNvPr id="0" name=""/>
        <dsp:cNvSpPr/>
      </dsp:nvSpPr>
      <dsp:spPr>
        <a:xfrm>
          <a:off x="5299862" y="1109251"/>
          <a:ext cx="786903" cy="1502285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1F892-15CC-4CDB-95C0-4FD8AD53288B}">
      <dsp:nvSpPr>
        <dsp:cNvPr id="0" name=""/>
        <dsp:cNvSpPr/>
      </dsp:nvSpPr>
      <dsp:spPr>
        <a:xfrm>
          <a:off x="6247724" y="1002675"/>
          <a:ext cx="1824186" cy="18241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Four</a:t>
          </a:r>
        </a:p>
      </dsp:txBody>
      <dsp:txXfrm>
        <a:off x="6514870" y="1269821"/>
        <a:ext cx="1289894" cy="1289894"/>
      </dsp:txXfrm>
    </dsp:sp>
    <dsp:sp modelId="{05A70482-928D-47EA-86E0-D60EEA34AD80}">
      <dsp:nvSpPr>
        <dsp:cNvPr id="0" name=""/>
        <dsp:cNvSpPr/>
      </dsp:nvSpPr>
      <dsp:spPr>
        <a:xfrm>
          <a:off x="6086766" y="3004988"/>
          <a:ext cx="2146101" cy="1323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Five</a:t>
          </a:r>
        </a:p>
      </dsp:txBody>
      <dsp:txXfrm>
        <a:off x="6086766" y="3004988"/>
        <a:ext cx="2146101" cy="1323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41E1-99C0-6EE9-81E0-C27563617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FC125-F92B-F546-4091-CEB4F345F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F174-199D-895D-BF1A-9B2B975D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C1D05-2A55-4B9F-4F9A-EEE46B90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2058-E0D9-D6D5-8673-DF7B15313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E7DC-1FFA-AB4B-E219-F7359577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9851-0FC9-7B1F-B29B-C1208629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53EFD-9774-EC88-2750-F9902A43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5371-0CA0-3AEE-23FC-E4A81E0D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C547E-55D6-C528-5E65-7A57FA43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7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0A36-3B46-9CAB-6CB1-1344F8D9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F83F6-C9CB-F55A-A4E7-B7D1528D8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A3E5E-E3D3-76DF-576D-0B793714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CD5A3-8794-01A9-EBAE-4BAAF32F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47DF-1EC6-BAC2-F0EA-3D435F4B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1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0386-EEF6-B4B4-7F63-6D8A29D3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8CC6C-CD1A-3307-6460-576E25DCA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76D79-089E-C6C1-1A58-CAE3C6F81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3418E-46FA-8110-7C8F-FCB888EF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B35FE-14FD-4305-8E52-673529BD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BF31E-95DF-273A-0935-9A7289CF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35AC-DBF7-46B9-AF24-9977608A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1A303-06B2-E551-FF78-1FDC421C6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087FE-9249-1746-EC75-A37C4823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6EB04-70CB-0510-FD53-804886E35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96DF0-059D-7CBF-3B5A-789C221E0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B1522-61BB-F37D-E8F9-FDED2F1F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A3C43-BCB5-8AE5-0A79-EE9177BB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2CFC1-7F9C-59D8-B508-58A2F04F7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8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9825-A5A8-8883-A43D-793A3A44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33E05-1DC6-1834-CA79-FC68A7FB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2640E-742A-50A0-7EA6-73820B5E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D5E9F-5F13-7C8C-2F8F-5287EE83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7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16FD1-DA48-50EB-BA40-9BAA8667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D9E1E-2713-9F7B-C2A3-C5B58422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AAE38-8C1E-3D3A-BA4C-A7572A29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5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30CE-9632-0215-1368-183693F4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50E0-747B-68B8-26C7-A2C25A6BA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ADD21-2D9C-2448-F615-7A28C7DC1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BC50D-0EA5-2675-AE40-9D79D74B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0CE08-5091-7CEC-5CF4-3E75273F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25F97-3930-4FC0-DE4E-4AD225B3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E95A-21C5-3A49-CDA3-4C0238AA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0453A-2F00-1632-CA93-939929149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89BA2-7D3D-4295-89D4-C721294BF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F0938-5414-6355-2935-DE63E9F6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975FF-0F8F-0D47-5EE7-1DD4FBB0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BA2F1-D73A-90F3-0345-F6674764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C7EF-303F-162A-400E-AEA37CED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6A6FA-888A-5E9F-304A-7C43CE789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16EB5-8442-F2F1-2DBB-35DF342E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1991C-3D8F-74C0-6BB5-6CFF717C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C7CE0-D7A9-1CF6-97C7-937C7C7EB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4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D09B5-B35D-209B-0EDC-A4AA448EA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5F018-5091-CAEA-169E-B49FBCED6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F8F2B-202A-9339-6947-BE78D791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53175-8478-7BD1-A146-032137CA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F9973-7B1E-EB58-0C52-13A4B1BA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5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64EC0-EB18-CE1A-A6E7-161C6B26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1060F-B011-EBFB-09B2-187535D65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06FE-E7D4-9D99-F5FA-4A9E7E37A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B9C67-F3B4-4148-89AB-5D75ECCB2B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77575-3F70-9037-F18C-446B146C4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0D3FF-1BE5-6840-AABB-61525BD09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CEF99-9872-4908-9D87-DA02717C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5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3954C8B-7E1E-6222-3C13-64EFBE0AA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31310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43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2026-09-06T08:13:43Z</dcterms:created>
  <dcterms:modified xsi:type="dcterms:W3CDTF">2026-09-06T08:13:43Z</dcterms:modified>
</cp:coreProperties>
</file>