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5B3C77-8816-43A7-807B-541F4C8E6661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B038FB-93C5-41E8-85E9-C7E8D2BAEBAF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D621971-1616-4335-B155-D71B87FC4D9E}" type="parTrans" cxnId="{7BBCCF36-17C7-49A3-8B21-7D988E1E3BB3}">
      <dgm:prSet/>
      <dgm:spPr/>
    </dgm:pt>
    <dgm:pt modelId="{9F64DD5B-67A5-436D-8B96-31574207D635}" type="sibTrans" cxnId="{7BBCCF36-17C7-49A3-8B21-7D988E1E3BB3}">
      <dgm:prSet/>
      <dgm:spPr/>
    </dgm:pt>
    <dgm:pt modelId="{129BE87A-0E13-437C-873F-CCE9C840BAF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CF7AB3D-B620-4440-8414-9318FB31E3E4}" type="parTrans" cxnId="{E57F5557-EFE1-4B60-A4E9-DA84FC3E97AA}">
      <dgm:prSet/>
      <dgm:spPr/>
    </dgm:pt>
    <dgm:pt modelId="{B0CB32A6-2873-4BCD-9F85-06B68DB688B8}" type="sibTrans" cxnId="{E57F5557-EFE1-4B60-A4E9-DA84FC3E97AA}">
      <dgm:prSet/>
      <dgm:spPr/>
    </dgm:pt>
    <dgm:pt modelId="{D1F2074A-E484-45DB-9BBE-BF410617ED3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9E17E3E-181A-4361-BFA0-599B72883A02}" type="parTrans" cxnId="{09F22036-F23F-424C-BC7F-0849B0E4918D}">
      <dgm:prSet/>
      <dgm:spPr/>
    </dgm:pt>
    <dgm:pt modelId="{62097927-272A-454E-9159-9C7F40E54625}" type="sibTrans" cxnId="{09F22036-F23F-424C-BC7F-0849B0E4918D}">
      <dgm:prSet/>
      <dgm:spPr/>
    </dgm:pt>
    <dgm:pt modelId="{C0EC7EC7-D259-4460-8FFF-3C6D477EE11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DDD48D4-A05F-46F9-BE95-AF9EB51466BC}" type="parTrans" cxnId="{55323B9F-CCCF-49E7-9199-A1490DB704B4}">
      <dgm:prSet/>
      <dgm:spPr/>
    </dgm:pt>
    <dgm:pt modelId="{4EBADCBF-FC0D-4502-B0B8-7BB672103826}" type="sibTrans" cxnId="{55323B9F-CCCF-49E7-9199-A1490DB704B4}">
      <dgm:prSet/>
      <dgm:spPr/>
    </dgm:pt>
    <dgm:pt modelId="{9CB67BED-CE7F-4B1D-9561-33AFA9D7183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AFD3C2C-2686-45FD-B618-4AC002A6D25A}" type="parTrans" cxnId="{E20EE30B-A926-4C0F-8CBC-A4EEAFB49A72}">
      <dgm:prSet/>
      <dgm:spPr/>
    </dgm:pt>
    <dgm:pt modelId="{A0C47BA9-F892-4E04-B825-BAF8884CC184}" type="sibTrans" cxnId="{E20EE30B-A926-4C0F-8CBC-A4EEAFB49A72}">
      <dgm:prSet/>
      <dgm:spPr/>
    </dgm:pt>
    <dgm:pt modelId="{89F46050-E579-4784-B67A-7B6456514600}" type="pres">
      <dgm:prSet presAssocID="{495B3C77-8816-43A7-807B-541F4C8E6661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8D70E2-9E98-4CB8-BBB5-E3158C96E6A6}" type="pres">
      <dgm:prSet presAssocID="{02B038FB-93C5-41E8-85E9-C7E8D2BAEBAF}" presName="vertOne" presStyleCnt="0"/>
      <dgm:spPr/>
    </dgm:pt>
    <dgm:pt modelId="{83AF30F6-2447-4E78-B6AB-B30BE74AF1A5}" type="pres">
      <dgm:prSet presAssocID="{02B038FB-93C5-41E8-85E9-C7E8D2BAEBAF}" presName="txOne" presStyleLbl="node0" presStyleIdx="0" presStyleCnt="1">
        <dgm:presLayoutVars>
          <dgm:chPref val="3"/>
        </dgm:presLayoutVars>
      </dgm:prSet>
      <dgm:spPr/>
    </dgm:pt>
    <dgm:pt modelId="{6250991C-041A-4354-8B7F-35BD0C3D90F0}" type="pres">
      <dgm:prSet presAssocID="{02B038FB-93C5-41E8-85E9-C7E8D2BAEBAF}" presName="parTransOne" presStyleCnt="0"/>
      <dgm:spPr/>
    </dgm:pt>
    <dgm:pt modelId="{B675D6E6-AEF0-4233-9F54-BAD7BE0BF996}" type="pres">
      <dgm:prSet presAssocID="{02B038FB-93C5-41E8-85E9-C7E8D2BAEBAF}" presName="horzOne" presStyleCnt="0"/>
      <dgm:spPr/>
    </dgm:pt>
    <dgm:pt modelId="{6913F9AA-98B1-459B-A1B8-6D1F507697A2}" type="pres">
      <dgm:prSet presAssocID="{129BE87A-0E13-437C-873F-CCE9C840BAF0}" presName="vertTwo" presStyleCnt="0"/>
      <dgm:spPr/>
    </dgm:pt>
    <dgm:pt modelId="{7DED64B8-B04B-4FE3-B20A-E89AB4F82125}" type="pres">
      <dgm:prSet presAssocID="{129BE87A-0E13-437C-873F-CCE9C840BAF0}" presName="txTwo" presStyleLbl="node2" presStyleIdx="0" presStyleCnt="2">
        <dgm:presLayoutVars>
          <dgm:chPref val="3"/>
        </dgm:presLayoutVars>
      </dgm:prSet>
      <dgm:spPr/>
    </dgm:pt>
    <dgm:pt modelId="{419B88C4-4A0E-47A3-B513-CA2FDA29561B}" type="pres">
      <dgm:prSet presAssocID="{129BE87A-0E13-437C-873F-CCE9C840BAF0}" presName="parTransTwo" presStyleCnt="0"/>
      <dgm:spPr/>
    </dgm:pt>
    <dgm:pt modelId="{80FC28CE-A066-4843-8C2D-005ADA0C3C37}" type="pres">
      <dgm:prSet presAssocID="{129BE87A-0E13-437C-873F-CCE9C840BAF0}" presName="horzTwo" presStyleCnt="0"/>
      <dgm:spPr/>
    </dgm:pt>
    <dgm:pt modelId="{651F2A74-E401-4514-BAB3-77C7D0B8B025}" type="pres">
      <dgm:prSet presAssocID="{9CB67BED-CE7F-4B1D-9561-33AFA9D71833}" presName="vertThree" presStyleCnt="0"/>
      <dgm:spPr/>
    </dgm:pt>
    <dgm:pt modelId="{61931554-F55A-4663-A07A-76D042979505}" type="pres">
      <dgm:prSet presAssocID="{9CB67BED-CE7F-4B1D-9561-33AFA9D71833}" presName="txThree" presStyleLbl="node3" presStyleIdx="0" presStyleCnt="2">
        <dgm:presLayoutVars>
          <dgm:chPref val="3"/>
        </dgm:presLayoutVars>
      </dgm:prSet>
      <dgm:spPr/>
    </dgm:pt>
    <dgm:pt modelId="{7C15DF96-2EC0-4030-BEC1-3E8608F4503E}" type="pres">
      <dgm:prSet presAssocID="{9CB67BED-CE7F-4B1D-9561-33AFA9D71833}" presName="horzThree" presStyleCnt="0"/>
      <dgm:spPr/>
    </dgm:pt>
    <dgm:pt modelId="{3A5D91B5-956F-4C60-AB64-F5AD02A7C9B5}" type="pres">
      <dgm:prSet presAssocID="{B0CB32A6-2873-4BCD-9F85-06B68DB688B8}" presName="sibSpaceTwo" presStyleCnt="0"/>
      <dgm:spPr/>
    </dgm:pt>
    <dgm:pt modelId="{9E927818-0AF9-4448-A5EF-A485B7790C77}" type="pres">
      <dgm:prSet presAssocID="{D1F2074A-E484-45DB-9BBE-BF410617ED34}" presName="vertTwo" presStyleCnt="0"/>
      <dgm:spPr/>
    </dgm:pt>
    <dgm:pt modelId="{770D6DC2-C8A5-4A19-A422-04B14815639A}" type="pres">
      <dgm:prSet presAssocID="{D1F2074A-E484-45DB-9BBE-BF410617ED34}" presName="txTwo" presStyleLbl="node2" presStyleIdx="1" presStyleCnt="2">
        <dgm:presLayoutVars>
          <dgm:chPref val="3"/>
        </dgm:presLayoutVars>
      </dgm:prSet>
      <dgm:spPr/>
    </dgm:pt>
    <dgm:pt modelId="{C1DAC107-3A91-470A-AB9F-C7194B88EA54}" type="pres">
      <dgm:prSet presAssocID="{D1F2074A-E484-45DB-9BBE-BF410617ED34}" presName="parTransTwo" presStyleCnt="0"/>
      <dgm:spPr/>
    </dgm:pt>
    <dgm:pt modelId="{F4102054-864F-4FC0-829B-77B1A9945EFC}" type="pres">
      <dgm:prSet presAssocID="{D1F2074A-E484-45DB-9BBE-BF410617ED34}" presName="horzTwo" presStyleCnt="0"/>
      <dgm:spPr/>
    </dgm:pt>
    <dgm:pt modelId="{5B551C02-1C5B-4C8C-AF4E-52D1EA4FEF02}" type="pres">
      <dgm:prSet presAssocID="{C0EC7EC7-D259-4460-8FFF-3C6D477EE111}" presName="vertThree" presStyleCnt="0"/>
      <dgm:spPr/>
    </dgm:pt>
    <dgm:pt modelId="{6E69426E-4CEC-4779-A1B9-E2AC2B614620}" type="pres">
      <dgm:prSet presAssocID="{C0EC7EC7-D259-4460-8FFF-3C6D477EE111}" presName="txThree" presStyleLbl="node3" presStyleIdx="1" presStyleCnt="2">
        <dgm:presLayoutVars>
          <dgm:chPref val="3"/>
        </dgm:presLayoutVars>
      </dgm:prSet>
      <dgm:spPr/>
    </dgm:pt>
    <dgm:pt modelId="{9E6BE41F-F04C-46C9-87C6-17188CAE7793}" type="pres">
      <dgm:prSet presAssocID="{C0EC7EC7-D259-4460-8FFF-3C6D477EE111}" presName="horzThree" presStyleCnt="0"/>
      <dgm:spPr/>
    </dgm:pt>
  </dgm:ptLst>
  <dgm:cxnLst>
    <dgm:cxn modelId="{E20EE30B-A926-4C0F-8CBC-A4EEAFB49A72}" srcId="{129BE87A-0E13-437C-873F-CCE9C840BAF0}" destId="{9CB67BED-CE7F-4B1D-9561-33AFA9D71833}" srcOrd="0" destOrd="0" parTransId="{5AFD3C2C-2686-45FD-B618-4AC002A6D25A}" sibTransId="{A0C47BA9-F892-4E04-B825-BAF8884CC184}"/>
    <dgm:cxn modelId="{2CBFBD16-0E26-4EEB-82CF-2FE613F395E4}" type="presOf" srcId="{495B3C77-8816-43A7-807B-541F4C8E6661}" destId="{89F46050-E579-4784-B67A-7B6456514600}" srcOrd="0" destOrd="0" presId="urn:microsoft.com/office/officeart/2005/8/layout/hierarchy4"/>
    <dgm:cxn modelId="{72786B1C-07B3-4765-8C74-0A3E68CF5B2E}" type="presOf" srcId="{9CB67BED-CE7F-4B1D-9561-33AFA9D71833}" destId="{61931554-F55A-4663-A07A-76D042979505}" srcOrd="0" destOrd="0" presId="urn:microsoft.com/office/officeart/2005/8/layout/hierarchy4"/>
    <dgm:cxn modelId="{09F22036-F23F-424C-BC7F-0849B0E4918D}" srcId="{02B038FB-93C5-41E8-85E9-C7E8D2BAEBAF}" destId="{D1F2074A-E484-45DB-9BBE-BF410617ED34}" srcOrd="1" destOrd="0" parTransId="{A9E17E3E-181A-4361-BFA0-599B72883A02}" sibTransId="{62097927-272A-454E-9159-9C7F40E54625}"/>
    <dgm:cxn modelId="{7BBCCF36-17C7-49A3-8B21-7D988E1E3BB3}" srcId="{495B3C77-8816-43A7-807B-541F4C8E6661}" destId="{02B038FB-93C5-41E8-85E9-C7E8D2BAEBAF}" srcOrd="0" destOrd="0" parTransId="{CD621971-1616-4335-B155-D71B87FC4D9E}" sibTransId="{9F64DD5B-67A5-436D-8B96-31574207D635}"/>
    <dgm:cxn modelId="{9C36CA5E-4384-49EC-96E2-4F3770D3383F}" type="presOf" srcId="{129BE87A-0E13-437C-873F-CCE9C840BAF0}" destId="{7DED64B8-B04B-4FE3-B20A-E89AB4F82125}" srcOrd="0" destOrd="0" presId="urn:microsoft.com/office/officeart/2005/8/layout/hierarchy4"/>
    <dgm:cxn modelId="{0C316D70-F7AC-4A65-B854-C9DC6F9EBDCE}" type="presOf" srcId="{C0EC7EC7-D259-4460-8FFF-3C6D477EE111}" destId="{6E69426E-4CEC-4779-A1B9-E2AC2B614620}" srcOrd="0" destOrd="0" presId="urn:microsoft.com/office/officeart/2005/8/layout/hierarchy4"/>
    <dgm:cxn modelId="{E57F5557-EFE1-4B60-A4E9-DA84FC3E97AA}" srcId="{02B038FB-93C5-41E8-85E9-C7E8D2BAEBAF}" destId="{129BE87A-0E13-437C-873F-CCE9C840BAF0}" srcOrd="0" destOrd="0" parTransId="{1CF7AB3D-B620-4440-8414-9318FB31E3E4}" sibTransId="{B0CB32A6-2873-4BCD-9F85-06B68DB688B8}"/>
    <dgm:cxn modelId="{55323B9F-CCCF-49E7-9199-A1490DB704B4}" srcId="{D1F2074A-E484-45DB-9BBE-BF410617ED34}" destId="{C0EC7EC7-D259-4460-8FFF-3C6D477EE111}" srcOrd="0" destOrd="0" parTransId="{FDDD48D4-A05F-46F9-BE95-AF9EB51466BC}" sibTransId="{4EBADCBF-FC0D-4502-B0B8-7BB672103826}"/>
    <dgm:cxn modelId="{18A855DD-15D9-45D3-9381-5A4F192D345B}" type="presOf" srcId="{02B038FB-93C5-41E8-85E9-C7E8D2BAEBAF}" destId="{83AF30F6-2447-4E78-B6AB-B30BE74AF1A5}" srcOrd="0" destOrd="0" presId="urn:microsoft.com/office/officeart/2005/8/layout/hierarchy4"/>
    <dgm:cxn modelId="{25390BF3-1B3D-4582-BCFB-97726A5C20BA}" type="presOf" srcId="{D1F2074A-E484-45DB-9BBE-BF410617ED34}" destId="{770D6DC2-C8A5-4A19-A422-04B14815639A}" srcOrd="0" destOrd="0" presId="urn:microsoft.com/office/officeart/2005/8/layout/hierarchy4"/>
    <dgm:cxn modelId="{2633FC12-6B07-4245-8209-31E984C889DD}" type="presParOf" srcId="{89F46050-E579-4784-B67A-7B6456514600}" destId="{CD8D70E2-9E98-4CB8-BBB5-E3158C96E6A6}" srcOrd="0" destOrd="0" presId="urn:microsoft.com/office/officeart/2005/8/layout/hierarchy4"/>
    <dgm:cxn modelId="{49A9AF2D-404C-4D22-B8D7-B0791D3C1864}" type="presParOf" srcId="{CD8D70E2-9E98-4CB8-BBB5-E3158C96E6A6}" destId="{83AF30F6-2447-4E78-B6AB-B30BE74AF1A5}" srcOrd="0" destOrd="0" presId="urn:microsoft.com/office/officeart/2005/8/layout/hierarchy4"/>
    <dgm:cxn modelId="{149AC75B-C587-4168-AF34-E86EFC874FA1}" type="presParOf" srcId="{CD8D70E2-9E98-4CB8-BBB5-E3158C96E6A6}" destId="{6250991C-041A-4354-8B7F-35BD0C3D90F0}" srcOrd="1" destOrd="0" presId="urn:microsoft.com/office/officeart/2005/8/layout/hierarchy4"/>
    <dgm:cxn modelId="{B36C8124-601F-4D3F-B0DE-23E165C3FF25}" type="presParOf" srcId="{CD8D70E2-9E98-4CB8-BBB5-E3158C96E6A6}" destId="{B675D6E6-AEF0-4233-9F54-BAD7BE0BF996}" srcOrd="2" destOrd="0" presId="urn:microsoft.com/office/officeart/2005/8/layout/hierarchy4"/>
    <dgm:cxn modelId="{F522789E-CEE7-42EE-B515-F5752C547FD5}" type="presParOf" srcId="{B675D6E6-AEF0-4233-9F54-BAD7BE0BF996}" destId="{6913F9AA-98B1-459B-A1B8-6D1F507697A2}" srcOrd="0" destOrd="0" presId="urn:microsoft.com/office/officeart/2005/8/layout/hierarchy4"/>
    <dgm:cxn modelId="{B1540929-452E-418A-9499-59001698E328}" type="presParOf" srcId="{6913F9AA-98B1-459B-A1B8-6D1F507697A2}" destId="{7DED64B8-B04B-4FE3-B20A-E89AB4F82125}" srcOrd="0" destOrd="0" presId="urn:microsoft.com/office/officeart/2005/8/layout/hierarchy4"/>
    <dgm:cxn modelId="{5E2B4C0C-BFFE-444E-B5A3-3E20D9C75287}" type="presParOf" srcId="{6913F9AA-98B1-459B-A1B8-6D1F507697A2}" destId="{419B88C4-4A0E-47A3-B513-CA2FDA29561B}" srcOrd="1" destOrd="0" presId="urn:microsoft.com/office/officeart/2005/8/layout/hierarchy4"/>
    <dgm:cxn modelId="{93A0C994-3D69-4340-9776-2E528ACFD5EF}" type="presParOf" srcId="{6913F9AA-98B1-459B-A1B8-6D1F507697A2}" destId="{80FC28CE-A066-4843-8C2D-005ADA0C3C37}" srcOrd="2" destOrd="0" presId="urn:microsoft.com/office/officeart/2005/8/layout/hierarchy4"/>
    <dgm:cxn modelId="{192AAA2E-AD14-47DB-843C-87488FF1C499}" type="presParOf" srcId="{80FC28CE-A066-4843-8C2D-005ADA0C3C37}" destId="{651F2A74-E401-4514-BAB3-77C7D0B8B025}" srcOrd="0" destOrd="0" presId="urn:microsoft.com/office/officeart/2005/8/layout/hierarchy4"/>
    <dgm:cxn modelId="{6FDBCDFB-A775-4427-8D15-72D341E1A7CF}" type="presParOf" srcId="{651F2A74-E401-4514-BAB3-77C7D0B8B025}" destId="{61931554-F55A-4663-A07A-76D042979505}" srcOrd="0" destOrd="0" presId="urn:microsoft.com/office/officeart/2005/8/layout/hierarchy4"/>
    <dgm:cxn modelId="{1F659FAD-5C86-4E65-BC58-495905647EED}" type="presParOf" srcId="{651F2A74-E401-4514-BAB3-77C7D0B8B025}" destId="{7C15DF96-2EC0-4030-BEC1-3E8608F4503E}" srcOrd="1" destOrd="0" presId="urn:microsoft.com/office/officeart/2005/8/layout/hierarchy4"/>
    <dgm:cxn modelId="{E118A10B-63B4-49C3-9542-C7378C2BB19D}" type="presParOf" srcId="{B675D6E6-AEF0-4233-9F54-BAD7BE0BF996}" destId="{3A5D91B5-956F-4C60-AB64-F5AD02A7C9B5}" srcOrd="1" destOrd="0" presId="urn:microsoft.com/office/officeart/2005/8/layout/hierarchy4"/>
    <dgm:cxn modelId="{56F0F133-7AB0-4397-8136-3678EA4EA694}" type="presParOf" srcId="{B675D6E6-AEF0-4233-9F54-BAD7BE0BF996}" destId="{9E927818-0AF9-4448-A5EF-A485B7790C77}" srcOrd="2" destOrd="0" presId="urn:microsoft.com/office/officeart/2005/8/layout/hierarchy4"/>
    <dgm:cxn modelId="{C9887D1A-B14F-47BD-9225-B1F5E46E381B}" type="presParOf" srcId="{9E927818-0AF9-4448-A5EF-A485B7790C77}" destId="{770D6DC2-C8A5-4A19-A422-04B14815639A}" srcOrd="0" destOrd="0" presId="urn:microsoft.com/office/officeart/2005/8/layout/hierarchy4"/>
    <dgm:cxn modelId="{09380BA2-D7E9-460A-981A-A4C3968C2514}" type="presParOf" srcId="{9E927818-0AF9-4448-A5EF-A485B7790C77}" destId="{C1DAC107-3A91-470A-AB9F-C7194B88EA54}" srcOrd="1" destOrd="0" presId="urn:microsoft.com/office/officeart/2005/8/layout/hierarchy4"/>
    <dgm:cxn modelId="{73278170-A3A0-4B3D-9FDA-690C6FC12244}" type="presParOf" srcId="{9E927818-0AF9-4448-A5EF-A485B7790C77}" destId="{F4102054-864F-4FC0-829B-77B1A9945EFC}" srcOrd="2" destOrd="0" presId="urn:microsoft.com/office/officeart/2005/8/layout/hierarchy4"/>
    <dgm:cxn modelId="{BED980E9-96C2-4F16-B15D-E1EFB4B9A0EC}" type="presParOf" srcId="{F4102054-864F-4FC0-829B-77B1A9945EFC}" destId="{5B551C02-1C5B-4C8C-AF4E-52D1EA4FEF02}" srcOrd="0" destOrd="0" presId="urn:microsoft.com/office/officeart/2005/8/layout/hierarchy4"/>
    <dgm:cxn modelId="{714FA1DF-FE3B-4728-B809-DC6ECD3639E2}" type="presParOf" srcId="{5B551C02-1C5B-4C8C-AF4E-52D1EA4FEF02}" destId="{6E69426E-4CEC-4779-A1B9-E2AC2B614620}" srcOrd="0" destOrd="0" presId="urn:microsoft.com/office/officeart/2005/8/layout/hierarchy4"/>
    <dgm:cxn modelId="{BCCF0719-2899-44CC-9AFB-2C6878A02943}" type="presParOf" srcId="{5B551C02-1C5B-4C8C-AF4E-52D1EA4FEF02}" destId="{9E6BE41F-F04C-46C9-87C6-17188CAE779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AF30F6-2447-4E78-B6AB-B30BE74AF1A5}">
      <dsp:nvSpPr>
        <dsp:cNvPr id="0" name=""/>
        <dsp:cNvSpPr/>
      </dsp:nvSpPr>
      <dsp:spPr>
        <a:xfrm>
          <a:off x="3047" y="2448"/>
          <a:ext cx="8248905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Node One</a:t>
          </a:r>
        </a:p>
      </dsp:txBody>
      <dsp:txXfrm>
        <a:off x="49761" y="49162"/>
        <a:ext cx="8155477" cy="1501513"/>
      </dsp:txXfrm>
    </dsp:sp>
    <dsp:sp modelId="{7DED64B8-B04B-4FE3-B20A-E89AB4F82125}">
      <dsp:nvSpPr>
        <dsp:cNvPr id="0" name=""/>
        <dsp:cNvSpPr/>
      </dsp:nvSpPr>
      <dsp:spPr>
        <a:xfrm>
          <a:off x="3047" y="1742529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Two has a longer label</a:t>
          </a:r>
        </a:p>
      </dsp:txBody>
      <dsp:txXfrm>
        <a:off x="49761" y="1789243"/>
        <a:ext cx="3864780" cy="1501513"/>
      </dsp:txXfrm>
    </dsp:sp>
    <dsp:sp modelId="{61931554-F55A-4663-A07A-76D042979505}">
      <dsp:nvSpPr>
        <dsp:cNvPr id="0" name=""/>
        <dsp:cNvSpPr/>
      </dsp:nvSpPr>
      <dsp:spPr>
        <a:xfrm>
          <a:off x="3047" y="3482610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Five</a:t>
          </a:r>
        </a:p>
      </dsp:txBody>
      <dsp:txXfrm>
        <a:off x="49761" y="3529324"/>
        <a:ext cx="3864780" cy="1501513"/>
      </dsp:txXfrm>
    </dsp:sp>
    <dsp:sp modelId="{770D6DC2-C8A5-4A19-A422-04B14815639A}">
      <dsp:nvSpPr>
        <dsp:cNvPr id="0" name=""/>
        <dsp:cNvSpPr/>
      </dsp:nvSpPr>
      <dsp:spPr>
        <a:xfrm>
          <a:off x="4293744" y="1742529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Three</a:t>
          </a:r>
        </a:p>
      </dsp:txBody>
      <dsp:txXfrm>
        <a:off x="4340458" y="1789243"/>
        <a:ext cx="3864780" cy="1501513"/>
      </dsp:txXfrm>
    </dsp:sp>
    <dsp:sp modelId="{6E69426E-4CEC-4779-A1B9-E2AC2B614620}">
      <dsp:nvSpPr>
        <dsp:cNvPr id="0" name=""/>
        <dsp:cNvSpPr/>
      </dsp:nvSpPr>
      <dsp:spPr>
        <a:xfrm>
          <a:off x="4293744" y="3482610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Four</a:t>
          </a:r>
        </a:p>
      </dsp:txBody>
      <dsp:txXfrm>
        <a:off x="4340458" y="3529324"/>
        <a:ext cx="3864780" cy="15015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4185-FAB6-9770-473A-4FBCBA554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E7344-A9B4-F75D-4A77-CB5A0A034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EAED8-D112-E466-11BE-75EB9B62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A6238-38DA-0C83-6D19-E96C71F4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83450-34A8-B78E-32E0-0EF64C88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0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DB0D-1507-4267-8397-16BD6BE0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E1F6E-1782-3138-6ABC-04865A82E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C67A2-9EB1-0CDD-FF74-5713F7310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1BA13-52E1-9B02-9304-1363F0F9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E98D5-5DEE-37B9-281D-52B48154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2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2099-D200-28AC-31FE-3E5F4F31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D0765-FCE3-D248-06AB-3B645257F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04F0F-DF6F-72E3-0C9A-87A33813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EA524-CFF2-FB73-817C-DFD7E5AE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5C660-9C06-86AA-452A-5295C063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E207-582D-C77D-EA6B-B951B466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9EA9D-734C-EAF1-E907-F6181078F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81343-ED0C-8B54-EDEE-0F4744628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608B3-020F-200C-0628-69A8B47E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718B8-B79F-EA0A-5088-662581ED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CA0EC-63E7-90BE-2FA3-3631AFA3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D5E7-746D-4CA1-7A03-C866B5823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862CB-5428-DB32-974E-03D465C15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106B8-9D66-CBBC-C351-A3E784656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F2E0F-22DD-8FBA-3BA9-8B27779C7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76B2D-988B-63B6-D2CA-DEEC867B9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83A39-301A-682B-FF2B-C8DD6B4E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A178C-0AD2-4036-B12A-E1DBB50C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0DCAF-B4E0-748A-C587-AD727EFC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7BF98-8C17-2B68-DC3B-8C8F2F20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164C8-9E4B-FC73-33DE-C59F88C4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1CCF-B1A7-561E-A32D-9850EF77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58876-EAB8-323B-1D32-C829AFF8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8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4A085-1EA7-9A36-C5C1-66FE6C05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DCD57D-DC83-C99B-7290-3E2EE334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FC72D-CC81-54CA-5006-9129D1995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402B-98ED-6A56-0E07-948FB0C6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BAAD-FC05-6ABC-D8C4-803F56583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B7020-8C21-14B0-D5D6-C595B0E46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83710-1B14-E0EB-6724-6C2C8E23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8DA2A-9883-D7B8-5DCB-D2750711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3422-5C45-C160-F597-82BFB05D6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8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1CBA-F2B3-49E8-A8CD-073C85AB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7EB00-46E0-0C0A-78D5-3E289CA01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53937-80C7-929E-6D29-E78C7C00F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F8863-8A98-E79C-0135-AC941E93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91CC6-5EAA-FD23-2CC3-41555801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B4D3D-295D-26E3-7E3B-BB2C3948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8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6A00-7314-F1C7-510B-8BED55CC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2A627-0924-16A8-DFCF-586DB8B28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E8D6F-A866-8B69-DD6A-36C202F4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F2647-FE5D-853E-C8F7-8E4597F3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4035F-826A-6438-6CA5-55124446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4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66C1C-6787-8046-8C98-B8C1725F3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B4006-2358-365F-80D8-25F5371D2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515D2-D3B9-3E11-DA83-06A46DC6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5A9C3-2322-197F-C851-70876F68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07DE5-DCBB-FEDB-6597-693859A7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7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FC8F7-0C00-352B-DC83-BE978DAA9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9C75D-D753-038C-32D5-FFD044EF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FA46C-4211-F98D-AECB-64D11A44A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092E0-DCA9-44CF-8EAF-3337BDA8EA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CA06B-B93C-CA6A-5CB1-858EA1F28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FF9A6-347D-D402-A30B-77A94A047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A29E4-1CA0-49B0-B825-E4F075E6C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8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45953E0-DF5B-9DFF-4CA1-C76EF7DA78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26034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194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2026-09-06T08:13:12Z</dcterms:created>
  <dcterms:modified xsi:type="dcterms:W3CDTF">2026-09-06T08:13:13Z</dcterms:modified>
</cp:coreProperties>
</file>