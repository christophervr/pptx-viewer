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0A3BFA-A882-4599-A603-E24357A82F43}" type="doc">
      <dgm:prSet loTypeId="urn:microsoft.com/office/officeart/2005/8/layout/pList2" loCatId="list" qsTypeId="urn:microsoft.com/office/officeart/2005/8/quickstyle/simple1" qsCatId="simple" csTypeId="urn:microsoft.com/office/officeart/2005/8/colors/accent1_2" csCatId="accent1" phldr="1"/>
      <dgm:spPr/>
    </dgm:pt>
    <dgm:pt modelId="{5A66794E-12DB-465C-888D-B5BC2E61DEAA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EED1E304-C93E-4265-B9F5-211C5F7ED496}" type="parTrans" cxnId="{FFED0E19-FB4A-44C2-9D8D-04E89930DE87}">
      <dgm:prSet/>
      <dgm:spPr/>
    </dgm:pt>
    <dgm:pt modelId="{D347429C-9747-4375-9C98-3389D5517651}" type="sibTrans" cxnId="{FFED0E19-FB4A-44C2-9D8D-04E89930DE87}">
      <dgm:prSet/>
      <dgm:spPr/>
    </dgm:pt>
    <dgm:pt modelId="{D6C13951-FA8F-44AF-B4DB-E09F666F629C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B7475641-1543-4F39-8C3B-C02532FB2C52}" type="parTrans" cxnId="{EAE040E9-6BD9-4A82-8AA5-CD037A76C668}">
      <dgm:prSet/>
      <dgm:spPr/>
    </dgm:pt>
    <dgm:pt modelId="{710D35FD-E673-4A71-9403-F1025A0B675A}" type="sibTrans" cxnId="{EAE040E9-6BD9-4A82-8AA5-CD037A76C668}">
      <dgm:prSet/>
      <dgm:spPr/>
    </dgm:pt>
    <dgm:pt modelId="{1BBB9623-6309-45BB-AFF0-37F36729280E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757809C2-747E-43EC-9A50-E2CB551AE9DA}" type="parTrans" cxnId="{A8DBF35B-FDFB-400C-B773-C261A4D83657}">
      <dgm:prSet/>
      <dgm:spPr/>
    </dgm:pt>
    <dgm:pt modelId="{76465423-E3E2-4759-A7F7-05F25D023B5B}" type="sibTrans" cxnId="{A8DBF35B-FDFB-400C-B773-C261A4D83657}">
      <dgm:prSet/>
      <dgm:spPr/>
    </dgm:pt>
    <dgm:pt modelId="{3CB27657-D629-42F6-A858-0E9F198D3962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9BBA9C49-9FF4-4B72-ABFB-53C0EABDC93F}" type="parTrans" cxnId="{42855E91-057A-473A-B705-B9B84FB37B24}">
      <dgm:prSet/>
      <dgm:spPr/>
    </dgm:pt>
    <dgm:pt modelId="{8B5515F5-95C4-4780-8D25-94880778FA8B}" type="sibTrans" cxnId="{42855E91-057A-473A-B705-B9B84FB37B24}">
      <dgm:prSet/>
      <dgm:spPr/>
    </dgm:pt>
    <dgm:pt modelId="{8CE3FC46-9803-4D4C-BA42-96797260206E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F7717852-F340-420C-A337-C3177D4CACC3}" type="parTrans" cxnId="{9DA5A699-6EF5-44E3-BDB9-9C2F1A43BAF9}">
      <dgm:prSet/>
      <dgm:spPr/>
    </dgm:pt>
    <dgm:pt modelId="{C463B713-9099-4ABC-B4A8-350F795F450A}" type="sibTrans" cxnId="{9DA5A699-6EF5-44E3-BDB9-9C2F1A43BAF9}">
      <dgm:prSet/>
      <dgm:spPr/>
    </dgm:pt>
    <dgm:pt modelId="{472D313F-0FCC-4EBE-8A27-9969A4471F76}" type="pres">
      <dgm:prSet presAssocID="{B40A3BFA-A882-4599-A603-E24357A82F43}" presName="Name0" presStyleCnt="0">
        <dgm:presLayoutVars>
          <dgm:dir/>
          <dgm:resizeHandles val="exact"/>
        </dgm:presLayoutVars>
      </dgm:prSet>
      <dgm:spPr/>
    </dgm:pt>
    <dgm:pt modelId="{8EA80C2B-BC11-472D-8CB4-CFAD50DE4124}" type="pres">
      <dgm:prSet presAssocID="{B40A3BFA-A882-4599-A603-E24357A82F43}" presName="bkgdShp" presStyleLbl="alignAccFollowNode1" presStyleIdx="0" presStyleCnt="1"/>
      <dgm:spPr/>
    </dgm:pt>
    <dgm:pt modelId="{81EE693F-E211-4203-97B6-9DF168F2D16B}" type="pres">
      <dgm:prSet presAssocID="{B40A3BFA-A882-4599-A603-E24357A82F43}" presName="linComp" presStyleCnt="0"/>
      <dgm:spPr/>
    </dgm:pt>
    <dgm:pt modelId="{E353AFEC-5142-401B-B2A5-63FB97AD1CD7}" type="pres">
      <dgm:prSet presAssocID="{5A66794E-12DB-465C-888D-B5BC2E61DEAA}" presName="compNode" presStyleCnt="0"/>
      <dgm:spPr/>
    </dgm:pt>
    <dgm:pt modelId="{CDAE52C5-A62A-4889-9E3E-6E8900C3863E}" type="pres">
      <dgm:prSet presAssocID="{5A66794E-12DB-465C-888D-B5BC2E61DEAA}" presName="node" presStyleLbl="node1" presStyleIdx="0" presStyleCnt="3">
        <dgm:presLayoutVars>
          <dgm:bulletEnabled val="1"/>
        </dgm:presLayoutVars>
      </dgm:prSet>
      <dgm:spPr/>
    </dgm:pt>
    <dgm:pt modelId="{1CA86B18-CC3C-42EF-986C-BCD25CBF6269}" type="pres">
      <dgm:prSet presAssocID="{5A66794E-12DB-465C-888D-B5BC2E61DEAA}" presName="invisiNode" presStyleLbl="node1" presStyleIdx="0" presStyleCnt="3"/>
      <dgm:spPr/>
    </dgm:pt>
    <dgm:pt modelId="{3C6962A6-FDBF-431A-AA85-987292C2F79D}" type="pres">
      <dgm:prSet presAssocID="{5A66794E-12DB-465C-888D-B5BC2E61DEAA}" presName="imagNode" presStyleLbl="fgImgPlace1" presStyleIdx="0" presStyleCnt="3"/>
      <dgm:spPr/>
    </dgm:pt>
    <dgm:pt modelId="{FA3592FF-44FD-42BB-B2D8-8FFD521F2D0B}" type="pres">
      <dgm:prSet presAssocID="{D347429C-9747-4375-9C98-3389D5517651}" presName="sibTrans" presStyleLbl="sibTrans2D1" presStyleIdx="0" presStyleCnt="0"/>
      <dgm:spPr/>
    </dgm:pt>
    <dgm:pt modelId="{615E620E-1E8E-4E6A-8BA3-0DDCF4F71DDF}" type="pres">
      <dgm:prSet presAssocID="{1BBB9623-6309-45BB-AFF0-37F36729280E}" presName="compNode" presStyleCnt="0"/>
      <dgm:spPr/>
    </dgm:pt>
    <dgm:pt modelId="{2ACC48F9-8A49-478D-915D-D3E34F39C9D8}" type="pres">
      <dgm:prSet presAssocID="{1BBB9623-6309-45BB-AFF0-37F36729280E}" presName="node" presStyleLbl="node1" presStyleIdx="1" presStyleCnt="3">
        <dgm:presLayoutVars>
          <dgm:bulletEnabled val="1"/>
        </dgm:presLayoutVars>
      </dgm:prSet>
      <dgm:spPr/>
    </dgm:pt>
    <dgm:pt modelId="{F5C93D6B-DC28-4257-A0F2-9357A5B2140C}" type="pres">
      <dgm:prSet presAssocID="{1BBB9623-6309-45BB-AFF0-37F36729280E}" presName="invisiNode" presStyleLbl="node1" presStyleIdx="1" presStyleCnt="3"/>
      <dgm:spPr/>
    </dgm:pt>
    <dgm:pt modelId="{F615F3F0-868E-43ED-8B81-7E62E9C2F0BF}" type="pres">
      <dgm:prSet presAssocID="{1BBB9623-6309-45BB-AFF0-37F36729280E}" presName="imagNode" presStyleLbl="fgImgPlace1" presStyleIdx="1" presStyleCnt="3"/>
      <dgm:spPr/>
    </dgm:pt>
    <dgm:pt modelId="{E06A9B00-CEE0-4013-907F-4D01FCCA6DBE}" type="pres">
      <dgm:prSet presAssocID="{76465423-E3E2-4759-A7F7-05F25D023B5B}" presName="sibTrans" presStyleLbl="sibTrans2D1" presStyleIdx="0" presStyleCnt="0"/>
      <dgm:spPr/>
    </dgm:pt>
    <dgm:pt modelId="{6CA4A9C2-8B29-4810-88E3-322BFC196762}" type="pres">
      <dgm:prSet presAssocID="{3CB27657-D629-42F6-A858-0E9F198D3962}" presName="compNode" presStyleCnt="0"/>
      <dgm:spPr/>
    </dgm:pt>
    <dgm:pt modelId="{0A673155-EDB9-4425-B36C-285374DAEE3A}" type="pres">
      <dgm:prSet presAssocID="{3CB27657-D629-42F6-A858-0E9F198D3962}" presName="node" presStyleLbl="node1" presStyleIdx="2" presStyleCnt="3">
        <dgm:presLayoutVars>
          <dgm:bulletEnabled val="1"/>
        </dgm:presLayoutVars>
      </dgm:prSet>
      <dgm:spPr/>
    </dgm:pt>
    <dgm:pt modelId="{19E9A02A-1981-46DD-BC8B-221EF31BD19D}" type="pres">
      <dgm:prSet presAssocID="{3CB27657-D629-42F6-A858-0E9F198D3962}" presName="invisiNode" presStyleLbl="node1" presStyleIdx="2" presStyleCnt="3"/>
      <dgm:spPr/>
    </dgm:pt>
    <dgm:pt modelId="{BF9F5CEF-0CA9-464A-AB86-B62E0D4F4143}" type="pres">
      <dgm:prSet presAssocID="{3CB27657-D629-42F6-A858-0E9F198D3962}" presName="imagNode" presStyleLbl="fgImgPlace1" presStyleIdx="2" presStyleCnt="3"/>
      <dgm:spPr/>
    </dgm:pt>
  </dgm:ptLst>
  <dgm:cxnLst>
    <dgm:cxn modelId="{AC38BC18-186A-4939-A142-3408C5C3FA8D}" type="presOf" srcId="{1BBB9623-6309-45BB-AFF0-37F36729280E}" destId="{2ACC48F9-8A49-478D-915D-D3E34F39C9D8}" srcOrd="0" destOrd="0" presId="urn:microsoft.com/office/officeart/2005/8/layout/pList2"/>
    <dgm:cxn modelId="{FFED0E19-FB4A-44C2-9D8D-04E89930DE87}" srcId="{B40A3BFA-A882-4599-A603-E24357A82F43}" destId="{5A66794E-12DB-465C-888D-B5BC2E61DEAA}" srcOrd="0" destOrd="0" parTransId="{EED1E304-C93E-4265-B9F5-211C5F7ED496}" sibTransId="{D347429C-9747-4375-9C98-3389D5517651}"/>
    <dgm:cxn modelId="{A8DBF35B-FDFB-400C-B773-C261A4D83657}" srcId="{B40A3BFA-A882-4599-A603-E24357A82F43}" destId="{1BBB9623-6309-45BB-AFF0-37F36729280E}" srcOrd="1" destOrd="0" parTransId="{757809C2-747E-43EC-9A50-E2CB551AE9DA}" sibTransId="{76465423-E3E2-4759-A7F7-05F25D023B5B}"/>
    <dgm:cxn modelId="{23BD9955-54DD-44F5-9160-4DFB08D822B8}" type="presOf" srcId="{5A66794E-12DB-465C-888D-B5BC2E61DEAA}" destId="{CDAE52C5-A62A-4889-9E3E-6E8900C3863E}" srcOrd="0" destOrd="0" presId="urn:microsoft.com/office/officeart/2005/8/layout/pList2"/>
    <dgm:cxn modelId="{19F71776-33EA-47D4-8840-68CDC1D9A2AF}" type="presOf" srcId="{3CB27657-D629-42F6-A858-0E9F198D3962}" destId="{0A673155-EDB9-4425-B36C-285374DAEE3A}" srcOrd="0" destOrd="0" presId="urn:microsoft.com/office/officeart/2005/8/layout/pList2"/>
    <dgm:cxn modelId="{9A0B6882-3927-4C5A-953E-342F9B372972}" type="presOf" srcId="{8CE3FC46-9803-4D4C-BA42-96797260206E}" destId="{0A673155-EDB9-4425-B36C-285374DAEE3A}" srcOrd="0" destOrd="1" presId="urn:microsoft.com/office/officeart/2005/8/layout/pList2"/>
    <dgm:cxn modelId="{42855E91-057A-473A-B705-B9B84FB37B24}" srcId="{B40A3BFA-A882-4599-A603-E24357A82F43}" destId="{3CB27657-D629-42F6-A858-0E9F198D3962}" srcOrd="2" destOrd="0" parTransId="{9BBA9C49-9FF4-4B72-ABFB-53C0EABDC93F}" sibTransId="{8B5515F5-95C4-4780-8D25-94880778FA8B}"/>
    <dgm:cxn modelId="{9DA5A699-6EF5-44E3-BDB9-9C2F1A43BAF9}" srcId="{3CB27657-D629-42F6-A858-0E9F198D3962}" destId="{8CE3FC46-9803-4D4C-BA42-96797260206E}" srcOrd="0" destOrd="0" parTransId="{F7717852-F340-420C-A337-C3177D4CACC3}" sibTransId="{C463B713-9099-4ABC-B4A8-350F795F450A}"/>
    <dgm:cxn modelId="{F45490A1-F562-4686-83C3-C8BCFFBB0F5E}" type="presOf" srcId="{B40A3BFA-A882-4599-A603-E24357A82F43}" destId="{472D313F-0FCC-4EBE-8A27-9969A4471F76}" srcOrd="0" destOrd="0" presId="urn:microsoft.com/office/officeart/2005/8/layout/pList2"/>
    <dgm:cxn modelId="{579A7FA9-41DC-4E75-B0D3-710A540D1B78}" type="presOf" srcId="{D347429C-9747-4375-9C98-3389D5517651}" destId="{FA3592FF-44FD-42BB-B2D8-8FFD521F2D0B}" srcOrd="0" destOrd="0" presId="urn:microsoft.com/office/officeart/2005/8/layout/pList2"/>
    <dgm:cxn modelId="{55325CBA-58B7-47A3-987B-E8D51B5C210F}" type="presOf" srcId="{76465423-E3E2-4759-A7F7-05F25D023B5B}" destId="{E06A9B00-CEE0-4013-907F-4D01FCCA6DBE}" srcOrd="0" destOrd="0" presId="urn:microsoft.com/office/officeart/2005/8/layout/pList2"/>
    <dgm:cxn modelId="{EAE040E9-6BD9-4A82-8AA5-CD037A76C668}" srcId="{5A66794E-12DB-465C-888D-B5BC2E61DEAA}" destId="{D6C13951-FA8F-44AF-B4DB-E09F666F629C}" srcOrd="0" destOrd="0" parTransId="{B7475641-1543-4F39-8C3B-C02532FB2C52}" sibTransId="{710D35FD-E673-4A71-9403-F1025A0B675A}"/>
    <dgm:cxn modelId="{23C77DEE-E148-4050-BB27-8E3F03E260EE}" type="presOf" srcId="{D6C13951-FA8F-44AF-B4DB-E09F666F629C}" destId="{CDAE52C5-A62A-4889-9E3E-6E8900C3863E}" srcOrd="0" destOrd="1" presId="urn:microsoft.com/office/officeart/2005/8/layout/pList2"/>
    <dgm:cxn modelId="{450F1BC9-1C8C-4AD8-89C6-D288B1AD79F9}" type="presParOf" srcId="{472D313F-0FCC-4EBE-8A27-9969A4471F76}" destId="{8EA80C2B-BC11-472D-8CB4-CFAD50DE4124}" srcOrd="0" destOrd="0" presId="urn:microsoft.com/office/officeart/2005/8/layout/pList2"/>
    <dgm:cxn modelId="{8C02C2DD-0FEE-4739-815A-2D1CDC267B0D}" type="presParOf" srcId="{472D313F-0FCC-4EBE-8A27-9969A4471F76}" destId="{81EE693F-E211-4203-97B6-9DF168F2D16B}" srcOrd="1" destOrd="0" presId="urn:microsoft.com/office/officeart/2005/8/layout/pList2"/>
    <dgm:cxn modelId="{010C1E23-0423-453C-9593-36CC5565C037}" type="presParOf" srcId="{81EE693F-E211-4203-97B6-9DF168F2D16B}" destId="{E353AFEC-5142-401B-B2A5-63FB97AD1CD7}" srcOrd="0" destOrd="0" presId="urn:microsoft.com/office/officeart/2005/8/layout/pList2"/>
    <dgm:cxn modelId="{5B250549-61B3-440C-8F69-7DB73FEBEDBC}" type="presParOf" srcId="{E353AFEC-5142-401B-B2A5-63FB97AD1CD7}" destId="{CDAE52C5-A62A-4889-9E3E-6E8900C3863E}" srcOrd="0" destOrd="0" presId="urn:microsoft.com/office/officeart/2005/8/layout/pList2"/>
    <dgm:cxn modelId="{CD7BCCD3-F60C-41DD-9E8E-961207299102}" type="presParOf" srcId="{E353AFEC-5142-401B-B2A5-63FB97AD1CD7}" destId="{1CA86B18-CC3C-42EF-986C-BCD25CBF6269}" srcOrd="1" destOrd="0" presId="urn:microsoft.com/office/officeart/2005/8/layout/pList2"/>
    <dgm:cxn modelId="{0E70FFE2-040E-458E-8A26-609640C32D59}" type="presParOf" srcId="{E353AFEC-5142-401B-B2A5-63FB97AD1CD7}" destId="{3C6962A6-FDBF-431A-AA85-987292C2F79D}" srcOrd="2" destOrd="0" presId="urn:microsoft.com/office/officeart/2005/8/layout/pList2"/>
    <dgm:cxn modelId="{6AD3F79F-7897-4065-BB52-D7454F2DF75F}" type="presParOf" srcId="{81EE693F-E211-4203-97B6-9DF168F2D16B}" destId="{FA3592FF-44FD-42BB-B2D8-8FFD521F2D0B}" srcOrd="1" destOrd="0" presId="urn:microsoft.com/office/officeart/2005/8/layout/pList2"/>
    <dgm:cxn modelId="{41EC7620-11A1-4FB2-B328-865A9B408DFD}" type="presParOf" srcId="{81EE693F-E211-4203-97B6-9DF168F2D16B}" destId="{615E620E-1E8E-4E6A-8BA3-0DDCF4F71DDF}" srcOrd="2" destOrd="0" presId="urn:microsoft.com/office/officeart/2005/8/layout/pList2"/>
    <dgm:cxn modelId="{25744C1E-23F7-4D62-9FDD-2593EA1CAEE7}" type="presParOf" srcId="{615E620E-1E8E-4E6A-8BA3-0DDCF4F71DDF}" destId="{2ACC48F9-8A49-478D-915D-D3E34F39C9D8}" srcOrd="0" destOrd="0" presId="urn:microsoft.com/office/officeart/2005/8/layout/pList2"/>
    <dgm:cxn modelId="{C3BF005B-97D4-497A-A2A7-0559B2010107}" type="presParOf" srcId="{615E620E-1E8E-4E6A-8BA3-0DDCF4F71DDF}" destId="{F5C93D6B-DC28-4257-A0F2-9357A5B2140C}" srcOrd="1" destOrd="0" presId="urn:microsoft.com/office/officeart/2005/8/layout/pList2"/>
    <dgm:cxn modelId="{EB19773B-4B6A-4269-BE6C-77851E287E0E}" type="presParOf" srcId="{615E620E-1E8E-4E6A-8BA3-0DDCF4F71DDF}" destId="{F615F3F0-868E-43ED-8B81-7E62E9C2F0BF}" srcOrd="2" destOrd="0" presId="urn:microsoft.com/office/officeart/2005/8/layout/pList2"/>
    <dgm:cxn modelId="{C1F96619-1122-49D9-B3D1-332DE3727F70}" type="presParOf" srcId="{81EE693F-E211-4203-97B6-9DF168F2D16B}" destId="{E06A9B00-CEE0-4013-907F-4D01FCCA6DBE}" srcOrd="3" destOrd="0" presId="urn:microsoft.com/office/officeart/2005/8/layout/pList2"/>
    <dgm:cxn modelId="{3697BFB7-1F0C-4AAF-A1E9-0B96CE18F6D1}" type="presParOf" srcId="{81EE693F-E211-4203-97B6-9DF168F2D16B}" destId="{6CA4A9C2-8B29-4810-88E3-322BFC196762}" srcOrd="4" destOrd="0" presId="urn:microsoft.com/office/officeart/2005/8/layout/pList2"/>
    <dgm:cxn modelId="{8D035C2A-4EF8-476C-84E5-66D5F5EA8A28}" type="presParOf" srcId="{6CA4A9C2-8B29-4810-88E3-322BFC196762}" destId="{0A673155-EDB9-4425-B36C-285374DAEE3A}" srcOrd="0" destOrd="0" presId="urn:microsoft.com/office/officeart/2005/8/layout/pList2"/>
    <dgm:cxn modelId="{200FD90F-B2B5-4E38-B2D5-932F593E0C94}" type="presParOf" srcId="{6CA4A9C2-8B29-4810-88E3-322BFC196762}" destId="{19E9A02A-1981-46DD-BC8B-221EF31BD19D}" srcOrd="1" destOrd="0" presId="urn:microsoft.com/office/officeart/2005/8/layout/pList2"/>
    <dgm:cxn modelId="{B554FB40-3110-4130-914F-5E68665C5E08}" type="presParOf" srcId="{6CA4A9C2-8B29-4810-88E3-322BFC196762}" destId="{BF9F5CEF-0CA9-464A-AB86-B62E0D4F4143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A80C2B-BC11-472D-8CB4-CFAD50DE4124}">
      <dsp:nvSpPr>
        <dsp:cNvPr id="0" name=""/>
        <dsp:cNvSpPr/>
      </dsp:nvSpPr>
      <dsp:spPr>
        <a:xfrm>
          <a:off x="0" y="0"/>
          <a:ext cx="8255000" cy="2286000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6962A6-FDBF-431A-AA85-987292C2F79D}">
      <dsp:nvSpPr>
        <dsp:cNvPr id="0" name=""/>
        <dsp:cNvSpPr/>
      </dsp:nvSpPr>
      <dsp:spPr>
        <a:xfrm>
          <a:off x="247650" y="304799"/>
          <a:ext cx="2424906" cy="1676400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AE52C5-A62A-4889-9E3E-6E8900C3863E}">
      <dsp:nvSpPr>
        <dsp:cNvPr id="0" name=""/>
        <dsp:cNvSpPr/>
      </dsp:nvSpPr>
      <dsp:spPr>
        <a:xfrm rot="10800000">
          <a:off x="247650" y="2286000"/>
          <a:ext cx="2424906" cy="2794000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One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Node Two has a longer label</a:t>
          </a:r>
        </a:p>
      </dsp:txBody>
      <dsp:txXfrm rot="10800000">
        <a:off x="322224" y="2286000"/>
        <a:ext cx="2275758" cy="2719426"/>
      </dsp:txXfrm>
    </dsp:sp>
    <dsp:sp modelId="{F615F3F0-868E-43ED-8B81-7E62E9C2F0BF}">
      <dsp:nvSpPr>
        <dsp:cNvPr id="0" name=""/>
        <dsp:cNvSpPr/>
      </dsp:nvSpPr>
      <dsp:spPr>
        <a:xfrm>
          <a:off x="2915046" y="304799"/>
          <a:ext cx="2424906" cy="1676400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CC48F9-8A49-478D-915D-D3E34F39C9D8}">
      <dsp:nvSpPr>
        <dsp:cNvPr id="0" name=""/>
        <dsp:cNvSpPr/>
      </dsp:nvSpPr>
      <dsp:spPr>
        <a:xfrm rot="10800000">
          <a:off x="2915046" y="2286000"/>
          <a:ext cx="2424906" cy="2794000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t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Three</a:t>
          </a:r>
        </a:p>
      </dsp:txBody>
      <dsp:txXfrm rot="10800000">
        <a:off x="2989620" y="2286000"/>
        <a:ext cx="2275758" cy="2719426"/>
      </dsp:txXfrm>
    </dsp:sp>
    <dsp:sp modelId="{BF9F5CEF-0CA9-464A-AB86-B62E0D4F4143}">
      <dsp:nvSpPr>
        <dsp:cNvPr id="0" name=""/>
        <dsp:cNvSpPr/>
      </dsp:nvSpPr>
      <dsp:spPr>
        <a:xfrm>
          <a:off x="5582443" y="304799"/>
          <a:ext cx="2424906" cy="1676400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673155-EDB9-4425-B36C-285374DAEE3A}">
      <dsp:nvSpPr>
        <dsp:cNvPr id="0" name=""/>
        <dsp:cNvSpPr/>
      </dsp:nvSpPr>
      <dsp:spPr>
        <a:xfrm rot="10800000">
          <a:off x="5582443" y="2286000"/>
          <a:ext cx="2424906" cy="2794000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Four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Node Five</a:t>
          </a:r>
        </a:p>
      </dsp:txBody>
      <dsp:txXfrm rot="10800000">
        <a:off x="5657017" y="2286000"/>
        <a:ext cx="2275758" cy="27194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86BC5-7A9D-175C-71D6-E04AF36C7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B869E-27C0-A512-669E-1BBB54D57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013E9-29FC-71A3-131C-567B06C58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EC116-4163-4E18-B276-8B3CA22AE5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48668-0D2D-D0AB-9D3A-15B65DF80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B13B2-8C87-FAF5-629B-2BE87FBDF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108E-1EFF-4355-B7EE-6093C5A56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F7479-ECFB-6339-6A73-88A3AB179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AA2AD-401A-2EB3-B19E-5F079464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73A60-01EA-FC13-74AD-E931ACF33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EC116-4163-4E18-B276-8B3CA22AE5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4100E-F682-846D-41D0-3B050CB3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01B26-A2A3-6B70-094E-45AE89EFD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108E-1EFF-4355-B7EE-6093C5A56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6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01D3D-6254-FED5-CA07-81DAFA8ED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B9C84-BF92-861F-9FB4-4D4E3CAE1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659B7-8664-9A31-4DA6-64BECAC55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EC116-4163-4E18-B276-8B3CA22AE5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32173-194A-7622-DD79-27A10E588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D7142-8A3D-27D5-DCA8-8B956661F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108E-1EFF-4355-B7EE-6093C5A56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BC27A-F7B9-CA47-3868-9F6848672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C32CA-C233-35AB-077C-881DAB150B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3FE3F-A3A0-EB07-F3DE-EC6666823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AAB58-5F5F-C58A-D3A2-5E41927C1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EC116-4163-4E18-B276-8B3CA22AE5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99429-7A47-D8F1-08D7-B0D1820FE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BE226-6BEB-10DC-C66D-27C8BB49F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108E-1EFF-4355-B7EE-6093C5A56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25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B0C1B-A878-122C-5C5E-001E971B6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41043-C408-9A6C-A92A-8495D7B1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8A7A2-1465-10C1-FFC5-F71C59604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B066FD-7217-1F99-ED65-F292BE8395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5BB6C0-7AA6-70B3-19B5-AE22F76992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5D405A-A2B8-0153-9EC3-E26AD9409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EC116-4163-4E18-B276-8B3CA22AE5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BFE33-D29F-8F64-62D2-E51C91B5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158F30-3930-EAAF-B0C7-83E26235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108E-1EFF-4355-B7EE-6093C5A56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240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822E-E6BA-5D95-EF70-02B61A2B5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D9D7C8-1226-EE0F-218F-3F8ED26C5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EC116-4163-4E18-B276-8B3CA22AE5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F9418-6CBD-BE0A-68C8-4B89DD9B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B98D89-C7A2-C04F-72BE-440940CC8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108E-1EFF-4355-B7EE-6093C5A56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8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4C560-E179-B261-0EC4-4CB999210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EC116-4163-4E18-B276-8B3CA22AE5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910B80-9991-326D-9C47-3A2B551A0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19D69-6FBF-83ED-47A2-02212617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108E-1EFF-4355-B7EE-6093C5A56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11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4EA61-9A8D-360D-0362-949762CFE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ED4CE-7071-4A66-084E-2EC7387AA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AFD4E-5151-EB0E-BC7A-B58129AFF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B365C-4146-B9CF-DD5B-D1BE2D419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EC116-4163-4E18-B276-8B3CA22AE5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403EC-3037-E379-4012-148E9B201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99C34-E3CB-57B2-4480-87E0A62C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108E-1EFF-4355-B7EE-6093C5A56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3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1D879-A8D3-80FC-EAB2-56431E33A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772AA3-71E1-BD09-306E-5C02B8081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341F7-7E38-0309-08E9-6D7022B1A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E8E72-D00E-4850-9B15-075B4A815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EC116-4163-4E18-B276-8B3CA22AE5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7BA53-87D6-6B6F-C4EC-A2B3961D9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C33AD5-3115-32D9-EF5A-4871996D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108E-1EFF-4355-B7EE-6093C5A56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128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855B2-F070-A852-4CC8-C6B3B6781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842E3C-85BF-972E-4425-585527E6B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7F264-698F-F9EC-CBA7-5F3FE896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EC116-4163-4E18-B276-8B3CA22AE5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BF561-11EF-5153-AB02-EC3E6E450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4D0B1-E6ED-2B70-6A27-5AC17703C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108E-1EFF-4355-B7EE-6093C5A56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244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961134-E5E4-EA2F-E0D7-ECE7BC3D7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34B3D-E6EA-8935-89C8-41162C32F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05652-FB6A-223C-1E4C-EE15F5EAB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EC116-4163-4E18-B276-8B3CA22AE5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F947-28FB-1E3F-F867-2E441B0D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52A3B-8AF4-F8A1-65E0-B7EF5F917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5108E-1EFF-4355-B7EE-6093C5A56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13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20ABCE-9F19-89FE-4189-530F4F793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CC738-BF20-E24C-A618-820288250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8846A-8F44-E5D9-4A32-476D6B9DAB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8EC116-4163-4E18-B276-8B3CA22AE53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3072A-CFF7-F14D-F535-E58A1A658F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84F74-59EE-F365-7EE6-1F8E5BCF2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5108E-1EFF-4355-B7EE-6093C5A56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68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34AC835-30D6-BD7A-9010-0DA11CFE3F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684089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1658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2026-09-06T08:12:55Z</dcterms:created>
  <dcterms:modified xsi:type="dcterms:W3CDTF">2026-09-06T08:12:55Z</dcterms:modified>
</cp:coreProperties>
</file>