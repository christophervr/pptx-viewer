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3B9709-EAA4-4AD1-922C-0BD559D1AB3E}" type="doc">
      <dgm:prSet loTypeId="urn:microsoft.com/office/officeart/2009/3/layout/FramedTextPicture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A627D5D-3A48-4603-A522-781D850BB886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B72A12B2-8473-45F1-BAE2-A0C04AB90C63}" type="parTrans" cxnId="{6BE482AE-7813-417F-91B5-45D0810924E1}">
      <dgm:prSet/>
      <dgm:spPr/>
    </dgm:pt>
    <dgm:pt modelId="{C13ADE95-B416-4C6A-BADF-9B5DBDF14DCF}" type="sibTrans" cxnId="{6BE482AE-7813-417F-91B5-45D0810924E1}">
      <dgm:prSet/>
      <dgm:spPr/>
    </dgm:pt>
    <dgm:pt modelId="{4CDD4190-A31A-4C8E-943C-1B0C80AAC467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D316E641-AF61-489C-8DD8-B4BFD3D6878F}" type="parTrans" cxnId="{F9ADF471-1F34-437A-9CD7-3B4D4378B637}">
      <dgm:prSet/>
      <dgm:spPr/>
    </dgm:pt>
    <dgm:pt modelId="{82C8FFD9-718F-4EA8-945A-ED3EF265400A}" type="sibTrans" cxnId="{F9ADF471-1F34-437A-9CD7-3B4D4378B637}">
      <dgm:prSet/>
      <dgm:spPr/>
    </dgm:pt>
    <dgm:pt modelId="{831BB2DA-7084-44F7-B3F7-99AC33FAD381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854873B9-1E8D-4421-A132-14B292D77B37}" type="parTrans" cxnId="{6D9486BD-F87A-410B-AD95-8D456E014B0F}">
      <dgm:prSet/>
      <dgm:spPr/>
    </dgm:pt>
    <dgm:pt modelId="{6CB86404-C7BD-492F-A788-161B6E9C281E}" type="sibTrans" cxnId="{6D9486BD-F87A-410B-AD95-8D456E014B0F}">
      <dgm:prSet/>
      <dgm:spPr/>
    </dgm:pt>
    <dgm:pt modelId="{4A3D7E7D-2A6B-494E-B16B-596A1DC7B1F3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15B31E77-5F50-46E2-B4BA-6AE769968971}" type="parTrans" cxnId="{2424A673-253C-4B59-B06F-8A9DB694ACCA}">
      <dgm:prSet/>
      <dgm:spPr/>
    </dgm:pt>
    <dgm:pt modelId="{5CF365E9-790C-4E35-AA29-5C248548EBC6}" type="sibTrans" cxnId="{2424A673-253C-4B59-B06F-8A9DB694ACCA}">
      <dgm:prSet/>
      <dgm:spPr/>
    </dgm:pt>
    <dgm:pt modelId="{775192A6-086B-49DF-920A-BCF28C12DFCB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90FB86A4-8F9B-41ED-8717-B2A787B85454}" type="parTrans" cxnId="{6F200582-B0D2-454A-ADAC-28247988B64C}">
      <dgm:prSet/>
      <dgm:spPr/>
    </dgm:pt>
    <dgm:pt modelId="{9CCE92B0-5C0C-446E-AEE7-A8C5FFE88D14}" type="sibTrans" cxnId="{6F200582-B0D2-454A-ADAC-28247988B64C}">
      <dgm:prSet/>
      <dgm:spPr/>
    </dgm:pt>
    <dgm:pt modelId="{A225AAD7-7D3D-4331-964B-ACB09288A45C}" type="pres">
      <dgm:prSet presAssocID="{C13B9709-EAA4-4AD1-922C-0BD559D1AB3E}" presName="Name0" presStyleCnt="0">
        <dgm:presLayoutVars>
          <dgm:chMax/>
          <dgm:chPref/>
          <dgm:dir/>
        </dgm:presLayoutVars>
      </dgm:prSet>
      <dgm:spPr/>
    </dgm:pt>
    <dgm:pt modelId="{E8AEAA57-582B-41E4-83CB-F4D9AF7DF33B}" type="pres">
      <dgm:prSet presAssocID="{AA627D5D-3A48-4603-A522-781D850BB886}" presName="composite" presStyleCnt="0">
        <dgm:presLayoutVars>
          <dgm:chMax/>
          <dgm:chPref/>
        </dgm:presLayoutVars>
      </dgm:prSet>
      <dgm:spPr/>
    </dgm:pt>
    <dgm:pt modelId="{641F7385-C08E-464F-BD98-77CEA392768C}" type="pres">
      <dgm:prSet presAssocID="{AA627D5D-3A48-4603-A522-781D850BB886}" presName="Image" presStyleLbl="bgImgPlace1" presStyleIdx="0" presStyleCnt="3"/>
      <dgm:spPr/>
    </dgm:pt>
    <dgm:pt modelId="{CDF8BE8A-5AAE-4854-B28F-4D82688DD9EA}" type="pres">
      <dgm:prSet presAssocID="{AA627D5D-3A48-4603-A522-781D850BB886}" presName="Parent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9950C9E1-E194-4B62-9C73-16CC19214160}" type="pres">
      <dgm:prSet presAssocID="{AA627D5D-3A48-4603-A522-781D850BB886}" presName="tlFrame" presStyleLbl="node1" presStyleIdx="0" presStyleCnt="12"/>
      <dgm:spPr/>
    </dgm:pt>
    <dgm:pt modelId="{AEAABD9F-138D-45FD-9D58-BEEA82C10B0D}" type="pres">
      <dgm:prSet presAssocID="{AA627D5D-3A48-4603-A522-781D850BB886}" presName="trFrame" presStyleLbl="node1" presStyleIdx="1" presStyleCnt="12"/>
      <dgm:spPr/>
    </dgm:pt>
    <dgm:pt modelId="{FBDEB254-DDFE-4419-8AB0-00593BFE6915}" type="pres">
      <dgm:prSet presAssocID="{AA627D5D-3A48-4603-A522-781D850BB886}" presName="blFrame" presStyleLbl="node1" presStyleIdx="2" presStyleCnt="12"/>
      <dgm:spPr/>
    </dgm:pt>
    <dgm:pt modelId="{1A7F5061-8816-4101-BB3A-FA5924D1A967}" type="pres">
      <dgm:prSet presAssocID="{AA627D5D-3A48-4603-A522-781D850BB886}" presName="brFrame" presStyleLbl="node1" presStyleIdx="3" presStyleCnt="12"/>
      <dgm:spPr/>
    </dgm:pt>
    <dgm:pt modelId="{EFD69805-681A-46DF-929D-6D248FE9E40B}" type="pres">
      <dgm:prSet presAssocID="{C13ADE95-B416-4C6A-BADF-9B5DBDF14DCF}" presName="sibTrans" presStyleCnt="0"/>
      <dgm:spPr/>
    </dgm:pt>
    <dgm:pt modelId="{BDC66050-7E04-4D52-A573-CF9F3684514E}" type="pres">
      <dgm:prSet presAssocID="{831BB2DA-7084-44F7-B3F7-99AC33FAD381}" presName="composite" presStyleCnt="0">
        <dgm:presLayoutVars>
          <dgm:chMax/>
          <dgm:chPref/>
        </dgm:presLayoutVars>
      </dgm:prSet>
      <dgm:spPr/>
    </dgm:pt>
    <dgm:pt modelId="{75326C76-9E75-4004-8EEE-482F10E6DF7D}" type="pres">
      <dgm:prSet presAssocID="{831BB2DA-7084-44F7-B3F7-99AC33FAD381}" presName="Image" presStyleLbl="bgImgPlace1" presStyleIdx="1" presStyleCnt="3"/>
      <dgm:spPr/>
    </dgm:pt>
    <dgm:pt modelId="{9BD9029F-8FB3-441F-8E74-6DB105F36E42}" type="pres">
      <dgm:prSet presAssocID="{831BB2DA-7084-44F7-B3F7-99AC33FAD381}" presName="Parent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B583186D-8E86-483F-93BB-A351A791D94D}" type="pres">
      <dgm:prSet presAssocID="{831BB2DA-7084-44F7-B3F7-99AC33FAD381}" presName="tlFrame" presStyleLbl="node1" presStyleIdx="4" presStyleCnt="12"/>
      <dgm:spPr/>
    </dgm:pt>
    <dgm:pt modelId="{B09D0C71-6D44-4448-8A94-3004BF043BD4}" type="pres">
      <dgm:prSet presAssocID="{831BB2DA-7084-44F7-B3F7-99AC33FAD381}" presName="trFrame" presStyleLbl="node1" presStyleIdx="5" presStyleCnt="12"/>
      <dgm:spPr/>
    </dgm:pt>
    <dgm:pt modelId="{11A2B763-43B0-4608-90D1-C457177CD3BB}" type="pres">
      <dgm:prSet presAssocID="{831BB2DA-7084-44F7-B3F7-99AC33FAD381}" presName="blFrame" presStyleLbl="node1" presStyleIdx="6" presStyleCnt="12"/>
      <dgm:spPr/>
    </dgm:pt>
    <dgm:pt modelId="{77C9BD90-FEB1-4B9C-B701-8B0CEF44E308}" type="pres">
      <dgm:prSet presAssocID="{831BB2DA-7084-44F7-B3F7-99AC33FAD381}" presName="brFrame" presStyleLbl="node1" presStyleIdx="7" presStyleCnt="12"/>
      <dgm:spPr/>
    </dgm:pt>
    <dgm:pt modelId="{81362137-3E6D-4721-9687-AFC588160849}" type="pres">
      <dgm:prSet presAssocID="{6CB86404-C7BD-492F-A788-161B6E9C281E}" presName="sibTrans" presStyleCnt="0"/>
      <dgm:spPr/>
    </dgm:pt>
    <dgm:pt modelId="{311AF720-BCB2-4F8E-AC80-E3836194C0DF}" type="pres">
      <dgm:prSet presAssocID="{4A3D7E7D-2A6B-494E-B16B-596A1DC7B1F3}" presName="composite" presStyleCnt="0">
        <dgm:presLayoutVars>
          <dgm:chMax/>
          <dgm:chPref/>
        </dgm:presLayoutVars>
      </dgm:prSet>
      <dgm:spPr/>
    </dgm:pt>
    <dgm:pt modelId="{C6F0A4D6-2F0F-4F4B-B10E-172A28763C01}" type="pres">
      <dgm:prSet presAssocID="{4A3D7E7D-2A6B-494E-B16B-596A1DC7B1F3}" presName="Image" presStyleLbl="bgImgPlace1" presStyleIdx="2" presStyleCnt="3"/>
      <dgm:spPr/>
    </dgm:pt>
    <dgm:pt modelId="{777523E7-25AF-4E17-A0C5-90A7D2852924}" type="pres">
      <dgm:prSet presAssocID="{4A3D7E7D-2A6B-494E-B16B-596A1DC7B1F3}" presName="ParentText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6F6AF62B-6AE1-45AC-83A7-ACAE8CC73870}" type="pres">
      <dgm:prSet presAssocID="{4A3D7E7D-2A6B-494E-B16B-596A1DC7B1F3}" presName="tlFrame" presStyleLbl="node1" presStyleIdx="8" presStyleCnt="12"/>
      <dgm:spPr/>
    </dgm:pt>
    <dgm:pt modelId="{CB68F9EC-C50C-4C9F-8FA8-9ADAE0540917}" type="pres">
      <dgm:prSet presAssocID="{4A3D7E7D-2A6B-494E-B16B-596A1DC7B1F3}" presName="trFrame" presStyleLbl="node1" presStyleIdx="9" presStyleCnt="12"/>
      <dgm:spPr/>
    </dgm:pt>
    <dgm:pt modelId="{E04B13C7-7DA3-4623-9A8A-A6E007652BC1}" type="pres">
      <dgm:prSet presAssocID="{4A3D7E7D-2A6B-494E-B16B-596A1DC7B1F3}" presName="blFrame" presStyleLbl="node1" presStyleIdx="10" presStyleCnt="12"/>
      <dgm:spPr/>
    </dgm:pt>
    <dgm:pt modelId="{805FA41D-DA1E-4D29-83A6-0997AF31C679}" type="pres">
      <dgm:prSet presAssocID="{4A3D7E7D-2A6B-494E-B16B-596A1DC7B1F3}" presName="brFrame" presStyleLbl="node1" presStyleIdx="11" presStyleCnt="12"/>
      <dgm:spPr/>
    </dgm:pt>
  </dgm:ptLst>
  <dgm:cxnLst>
    <dgm:cxn modelId="{25B6650C-E87C-4F51-AA47-F4EEB9E5B1D1}" type="presOf" srcId="{4CDD4190-A31A-4C8E-943C-1B0C80AAC467}" destId="{CDF8BE8A-5AAE-4854-B28F-4D82688DD9EA}" srcOrd="0" destOrd="1" presId="urn:microsoft.com/office/officeart/2009/3/layout/FramedTextPicture"/>
    <dgm:cxn modelId="{4E47ED2C-6F4E-454B-9094-8BC73567BBB6}" type="presOf" srcId="{4A3D7E7D-2A6B-494E-B16B-596A1DC7B1F3}" destId="{777523E7-25AF-4E17-A0C5-90A7D2852924}" srcOrd="0" destOrd="0" presId="urn:microsoft.com/office/officeart/2009/3/layout/FramedTextPicture"/>
    <dgm:cxn modelId="{4048DF37-4E17-4FFA-94F1-93496D8D0ECB}" type="presOf" srcId="{C13B9709-EAA4-4AD1-922C-0BD559D1AB3E}" destId="{A225AAD7-7D3D-4331-964B-ACB09288A45C}" srcOrd="0" destOrd="0" presId="urn:microsoft.com/office/officeart/2009/3/layout/FramedTextPicture"/>
    <dgm:cxn modelId="{F9ADF471-1F34-437A-9CD7-3B4D4378B637}" srcId="{AA627D5D-3A48-4603-A522-781D850BB886}" destId="{4CDD4190-A31A-4C8E-943C-1B0C80AAC467}" srcOrd="0" destOrd="0" parTransId="{D316E641-AF61-489C-8DD8-B4BFD3D6878F}" sibTransId="{82C8FFD9-718F-4EA8-945A-ED3EF265400A}"/>
    <dgm:cxn modelId="{2424A673-253C-4B59-B06F-8A9DB694ACCA}" srcId="{C13B9709-EAA4-4AD1-922C-0BD559D1AB3E}" destId="{4A3D7E7D-2A6B-494E-B16B-596A1DC7B1F3}" srcOrd="2" destOrd="0" parTransId="{15B31E77-5F50-46E2-B4BA-6AE769968971}" sibTransId="{5CF365E9-790C-4E35-AA29-5C248548EBC6}"/>
    <dgm:cxn modelId="{CA13E580-5ABD-4B8B-BB07-153B918FE8AA}" type="presOf" srcId="{831BB2DA-7084-44F7-B3F7-99AC33FAD381}" destId="{9BD9029F-8FB3-441F-8E74-6DB105F36E42}" srcOrd="0" destOrd="0" presId="urn:microsoft.com/office/officeart/2009/3/layout/FramedTextPicture"/>
    <dgm:cxn modelId="{6F200582-B0D2-454A-ADAC-28247988B64C}" srcId="{4A3D7E7D-2A6B-494E-B16B-596A1DC7B1F3}" destId="{775192A6-086B-49DF-920A-BCF28C12DFCB}" srcOrd="0" destOrd="0" parTransId="{90FB86A4-8F9B-41ED-8717-B2A787B85454}" sibTransId="{9CCE92B0-5C0C-446E-AEE7-A8C5FFE88D14}"/>
    <dgm:cxn modelId="{6BE482AE-7813-417F-91B5-45D0810924E1}" srcId="{C13B9709-EAA4-4AD1-922C-0BD559D1AB3E}" destId="{AA627D5D-3A48-4603-A522-781D850BB886}" srcOrd="0" destOrd="0" parTransId="{B72A12B2-8473-45F1-BAE2-A0C04AB90C63}" sibTransId="{C13ADE95-B416-4C6A-BADF-9B5DBDF14DCF}"/>
    <dgm:cxn modelId="{D5DE04B2-50B9-4C1D-98FE-6580398170DE}" type="presOf" srcId="{775192A6-086B-49DF-920A-BCF28C12DFCB}" destId="{777523E7-25AF-4E17-A0C5-90A7D2852924}" srcOrd="0" destOrd="1" presId="urn:microsoft.com/office/officeart/2009/3/layout/FramedTextPicture"/>
    <dgm:cxn modelId="{265DB7B8-EE10-4540-89D7-D20C4E2054ED}" type="presOf" srcId="{AA627D5D-3A48-4603-A522-781D850BB886}" destId="{CDF8BE8A-5AAE-4854-B28F-4D82688DD9EA}" srcOrd="0" destOrd="0" presId="urn:microsoft.com/office/officeart/2009/3/layout/FramedTextPicture"/>
    <dgm:cxn modelId="{6D9486BD-F87A-410B-AD95-8D456E014B0F}" srcId="{C13B9709-EAA4-4AD1-922C-0BD559D1AB3E}" destId="{831BB2DA-7084-44F7-B3F7-99AC33FAD381}" srcOrd="1" destOrd="0" parTransId="{854873B9-1E8D-4421-A132-14B292D77B37}" sibTransId="{6CB86404-C7BD-492F-A788-161B6E9C281E}"/>
    <dgm:cxn modelId="{755B58AE-8197-49B5-83FE-861513BDFE41}" type="presParOf" srcId="{A225AAD7-7D3D-4331-964B-ACB09288A45C}" destId="{E8AEAA57-582B-41E4-83CB-F4D9AF7DF33B}" srcOrd="0" destOrd="0" presId="urn:microsoft.com/office/officeart/2009/3/layout/FramedTextPicture"/>
    <dgm:cxn modelId="{D43C8663-B142-41D7-9E95-8FB522E989FF}" type="presParOf" srcId="{E8AEAA57-582B-41E4-83CB-F4D9AF7DF33B}" destId="{641F7385-C08E-464F-BD98-77CEA392768C}" srcOrd="0" destOrd="0" presId="urn:microsoft.com/office/officeart/2009/3/layout/FramedTextPicture"/>
    <dgm:cxn modelId="{8BF4914E-ACA3-41BC-B2DF-037EC5EF94C2}" type="presParOf" srcId="{E8AEAA57-582B-41E4-83CB-F4D9AF7DF33B}" destId="{CDF8BE8A-5AAE-4854-B28F-4D82688DD9EA}" srcOrd="1" destOrd="0" presId="urn:microsoft.com/office/officeart/2009/3/layout/FramedTextPicture"/>
    <dgm:cxn modelId="{2A60DCC6-EE48-4D02-A6A7-0E1A14AE8CEE}" type="presParOf" srcId="{E8AEAA57-582B-41E4-83CB-F4D9AF7DF33B}" destId="{9950C9E1-E194-4B62-9C73-16CC19214160}" srcOrd="2" destOrd="0" presId="urn:microsoft.com/office/officeart/2009/3/layout/FramedTextPicture"/>
    <dgm:cxn modelId="{F9BDA9DC-F3EE-48D8-9773-558BB297F981}" type="presParOf" srcId="{E8AEAA57-582B-41E4-83CB-F4D9AF7DF33B}" destId="{AEAABD9F-138D-45FD-9D58-BEEA82C10B0D}" srcOrd="3" destOrd="0" presId="urn:microsoft.com/office/officeart/2009/3/layout/FramedTextPicture"/>
    <dgm:cxn modelId="{328CBE44-68B3-4CA5-BBD1-81501BAE9668}" type="presParOf" srcId="{E8AEAA57-582B-41E4-83CB-F4D9AF7DF33B}" destId="{FBDEB254-DDFE-4419-8AB0-00593BFE6915}" srcOrd="4" destOrd="0" presId="urn:microsoft.com/office/officeart/2009/3/layout/FramedTextPicture"/>
    <dgm:cxn modelId="{F860A25B-048C-4ADC-8E5D-2DD75DA02D6E}" type="presParOf" srcId="{E8AEAA57-582B-41E4-83CB-F4D9AF7DF33B}" destId="{1A7F5061-8816-4101-BB3A-FA5924D1A967}" srcOrd="5" destOrd="0" presId="urn:microsoft.com/office/officeart/2009/3/layout/FramedTextPicture"/>
    <dgm:cxn modelId="{4D480445-D22A-40DC-90EA-C33E09477A27}" type="presParOf" srcId="{A225AAD7-7D3D-4331-964B-ACB09288A45C}" destId="{EFD69805-681A-46DF-929D-6D248FE9E40B}" srcOrd="1" destOrd="0" presId="urn:microsoft.com/office/officeart/2009/3/layout/FramedTextPicture"/>
    <dgm:cxn modelId="{96B5E502-5B2E-4A0C-A553-85071D9CF302}" type="presParOf" srcId="{A225AAD7-7D3D-4331-964B-ACB09288A45C}" destId="{BDC66050-7E04-4D52-A573-CF9F3684514E}" srcOrd="2" destOrd="0" presId="urn:microsoft.com/office/officeart/2009/3/layout/FramedTextPicture"/>
    <dgm:cxn modelId="{375E75B6-49FA-4969-BEC2-841C396FAF68}" type="presParOf" srcId="{BDC66050-7E04-4D52-A573-CF9F3684514E}" destId="{75326C76-9E75-4004-8EEE-482F10E6DF7D}" srcOrd="0" destOrd="0" presId="urn:microsoft.com/office/officeart/2009/3/layout/FramedTextPicture"/>
    <dgm:cxn modelId="{24833FA2-1838-454C-B54B-D97A4F80636E}" type="presParOf" srcId="{BDC66050-7E04-4D52-A573-CF9F3684514E}" destId="{9BD9029F-8FB3-441F-8E74-6DB105F36E42}" srcOrd="1" destOrd="0" presId="urn:microsoft.com/office/officeart/2009/3/layout/FramedTextPicture"/>
    <dgm:cxn modelId="{1A820FC1-E4ED-43B1-A3A5-DEB35E098E33}" type="presParOf" srcId="{BDC66050-7E04-4D52-A573-CF9F3684514E}" destId="{B583186D-8E86-483F-93BB-A351A791D94D}" srcOrd="2" destOrd="0" presId="urn:microsoft.com/office/officeart/2009/3/layout/FramedTextPicture"/>
    <dgm:cxn modelId="{49D9F6CD-C8F1-418E-8A15-AEBCC2BAAA72}" type="presParOf" srcId="{BDC66050-7E04-4D52-A573-CF9F3684514E}" destId="{B09D0C71-6D44-4448-8A94-3004BF043BD4}" srcOrd="3" destOrd="0" presId="urn:microsoft.com/office/officeart/2009/3/layout/FramedTextPicture"/>
    <dgm:cxn modelId="{FD68D72B-369E-4FD5-B198-B0115FBFE986}" type="presParOf" srcId="{BDC66050-7E04-4D52-A573-CF9F3684514E}" destId="{11A2B763-43B0-4608-90D1-C457177CD3BB}" srcOrd="4" destOrd="0" presId="urn:microsoft.com/office/officeart/2009/3/layout/FramedTextPicture"/>
    <dgm:cxn modelId="{BD554B9F-B86C-45B2-8588-F31B9C3E1A1A}" type="presParOf" srcId="{BDC66050-7E04-4D52-A573-CF9F3684514E}" destId="{77C9BD90-FEB1-4B9C-B701-8B0CEF44E308}" srcOrd="5" destOrd="0" presId="urn:microsoft.com/office/officeart/2009/3/layout/FramedTextPicture"/>
    <dgm:cxn modelId="{C8449EF9-A36F-4951-802C-6221EF6F172C}" type="presParOf" srcId="{A225AAD7-7D3D-4331-964B-ACB09288A45C}" destId="{81362137-3E6D-4721-9687-AFC588160849}" srcOrd="3" destOrd="0" presId="urn:microsoft.com/office/officeart/2009/3/layout/FramedTextPicture"/>
    <dgm:cxn modelId="{830D26CD-9EF2-4593-BDBE-C3007F1BA47C}" type="presParOf" srcId="{A225AAD7-7D3D-4331-964B-ACB09288A45C}" destId="{311AF720-BCB2-4F8E-AC80-E3836194C0DF}" srcOrd="4" destOrd="0" presId="urn:microsoft.com/office/officeart/2009/3/layout/FramedTextPicture"/>
    <dgm:cxn modelId="{5638FDFF-6FD0-4A86-90B2-B4DA5E9C4200}" type="presParOf" srcId="{311AF720-BCB2-4F8E-AC80-E3836194C0DF}" destId="{C6F0A4D6-2F0F-4F4B-B10E-172A28763C01}" srcOrd="0" destOrd="0" presId="urn:microsoft.com/office/officeart/2009/3/layout/FramedTextPicture"/>
    <dgm:cxn modelId="{78C6A38A-8062-4278-A716-B1CCF929AFCD}" type="presParOf" srcId="{311AF720-BCB2-4F8E-AC80-E3836194C0DF}" destId="{777523E7-25AF-4E17-A0C5-90A7D2852924}" srcOrd="1" destOrd="0" presId="urn:microsoft.com/office/officeart/2009/3/layout/FramedTextPicture"/>
    <dgm:cxn modelId="{7F7A7FCD-F542-488A-AF27-9C08CAB4BA90}" type="presParOf" srcId="{311AF720-BCB2-4F8E-AC80-E3836194C0DF}" destId="{6F6AF62B-6AE1-45AC-83A7-ACAE8CC73870}" srcOrd="2" destOrd="0" presId="urn:microsoft.com/office/officeart/2009/3/layout/FramedTextPicture"/>
    <dgm:cxn modelId="{60450C73-5843-4BBC-8B35-EAFBF1592007}" type="presParOf" srcId="{311AF720-BCB2-4F8E-AC80-E3836194C0DF}" destId="{CB68F9EC-C50C-4C9F-8FA8-9ADAE0540917}" srcOrd="3" destOrd="0" presId="urn:microsoft.com/office/officeart/2009/3/layout/FramedTextPicture"/>
    <dgm:cxn modelId="{3262CD24-8CCB-481F-A4B4-1D32CDE2F276}" type="presParOf" srcId="{311AF720-BCB2-4F8E-AC80-E3836194C0DF}" destId="{E04B13C7-7DA3-4623-9A8A-A6E007652BC1}" srcOrd="4" destOrd="0" presId="urn:microsoft.com/office/officeart/2009/3/layout/FramedTextPicture"/>
    <dgm:cxn modelId="{0B178191-65A5-4376-86B8-9A221A6C5561}" type="presParOf" srcId="{311AF720-BCB2-4F8E-AC80-E3836194C0DF}" destId="{805FA41D-DA1E-4D29-83A6-0997AF31C679}" srcOrd="5" destOrd="0" presId="urn:microsoft.com/office/officeart/2009/3/layout/FramedTextPictur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1F7385-C08E-464F-BD98-77CEA392768C}">
      <dsp:nvSpPr>
        <dsp:cNvPr id="0" name=""/>
        <dsp:cNvSpPr/>
      </dsp:nvSpPr>
      <dsp:spPr>
        <a:xfrm>
          <a:off x="371090" y="12718"/>
          <a:ext cx="1374877" cy="916581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F8BE8A-5AAE-4854-B28F-4D82688DD9EA}">
      <dsp:nvSpPr>
        <dsp:cNvPr id="0" name=""/>
        <dsp:cNvSpPr/>
      </dsp:nvSpPr>
      <dsp:spPr>
        <a:xfrm>
          <a:off x="1803373" y="986615"/>
          <a:ext cx="1947861" cy="1203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Node One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Node Two has a longer label</a:t>
          </a:r>
        </a:p>
      </dsp:txBody>
      <dsp:txXfrm>
        <a:off x="1803373" y="986615"/>
        <a:ext cx="1947861" cy="1203159"/>
      </dsp:txXfrm>
    </dsp:sp>
    <dsp:sp modelId="{9950C9E1-E194-4B62-9C73-16CC19214160}">
      <dsp:nvSpPr>
        <dsp:cNvPr id="0" name=""/>
        <dsp:cNvSpPr/>
      </dsp:nvSpPr>
      <dsp:spPr>
        <a:xfrm>
          <a:off x="1631513" y="814903"/>
          <a:ext cx="467800" cy="467921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AABD9F-138D-45FD-9D58-BEEA82C10B0D}">
      <dsp:nvSpPr>
        <dsp:cNvPr id="0" name=""/>
        <dsp:cNvSpPr/>
      </dsp:nvSpPr>
      <dsp:spPr>
        <a:xfrm rot="5400000">
          <a:off x="3468782" y="814963"/>
          <a:ext cx="467921" cy="467800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DEB254-DDFE-4419-8AB0-00593BFE6915}">
      <dsp:nvSpPr>
        <dsp:cNvPr id="0" name=""/>
        <dsp:cNvSpPr/>
      </dsp:nvSpPr>
      <dsp:spPr>
        <a:xfrm rot="16200000">
          <a:off x="1631452" y="1893861"/>
          <a:ext cx="467921" cy="467800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7F5061-8816-4101-BB3A-FA5924D1A967}">
      <dsp:nvSpPr>
        <dsp:cNvPr id="0" name=""/>
        <dsp:cNvSpPr/>
      </dsp:nvSpPr>
      <dsp:spPr>
        <a:xfrm rot="10800000">
          <a:off x="3468842" y="1893800"/>
          <a:ext cx="467800" cy="467921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326C76-9E75-4004-8EEE-482F10E6DF7D}">
      <dsp:nvSpPr>
        <dsp:cNvPr id="0" name=""/>
        <dsp:cNvSpPr/>
      </dsp:nvSpPr>
      <dsp:spPr>
        <a:xfrm>
          <a:off x="4318356" y="12718"/>
          <a:ext cx="1374877" cy="916581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D9029F-8FB3-441F-8E74-6DB105F36E42}">
      <dsp:nvSpPr>
        <dsp:cNvPr id="0" name=""/>
        <dsp:cNvSpPr/>
      </dsp:nvSpPr>
      <dsp:spPr>
        <a:xfrm>
          <a:off x="5750639" y="986615"/>
          <a:ext cx="1947861" cy="1203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Node Three</a:t>
          </a:r>
        </a:p>
      </dsp:txBody>
      <dsp:txXfrm>
        <a:off x="5750639" y="986615"/>
        <a:ext cx="1947861" cy="1203159"/>
      </dsp:txXfrm>
    </dsp:sp>
    <dsp:sp modelId="{B583186D-8E86-483F-93BB-A351A791D94D}">
      <dsp:nvSpPr>
        <dsp:cNvPr id="0" name=""/>
        <dsp:cNvSpPr/>
      </dsp:nvSpPr>
      <dsp:spPr>
        <a:xfrm>
          <a:off x="5578779" y="814903"/>
          <a:ext cx="467800" cy="467921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9D0C71-6D44-4448-8A94-3004BF043BD4}">
      <dsp:nvSpPr>
        <dsp:cNvPr id="0" name=""/>
        <dsp:cNvSpPr/>
      </dsp:nvSpPr>
      <dsp:spPr>
        <a:xfrm rot="5400000">
          <a:off x="7416048" y="814963"/>
          <a:ext cx="467921" cy="467800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A2B763-43B0-4608-90D1-C457177CD3BB}">
      <dsp:nvSpPr>
        <dsp:cNvPr id="0" name=""/>
        <dsp:cNvSpPr/>
      </dsp:nvSpPr>
      <dsp:spPr>
        <a:xfrm rot="16200000">
          <a:off x="5578719" y="1893861"/>
          <a:ext cx="467921" cy="467800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C9BD90-FEB1-4B9C-B701-8B0CEF44E308}">
      <dsp:nvSpPr>
        <dsp:cNvPr id="0" name=""/>
        <dsp:cNvSpPr/>
      </dsp:nvSpPr>
      <dsp:spPr>
        <a:xfrm rot="10800000">
          <a:off x="7416109" y="1893800"/>
          <a:ext cx="467800" cy="467921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F0A4D6-2F0F-4F4B-B10E-172A28763C01}">
      <dsp:nvSpPr>
        <dsp:cNvPr id="0" name=""/>
        <dsp:cNvSpPr/>
      </dsp:nvSpPr>
      <dsp:spPr>
        <a:xfrm>
          <a:off x="2344723" y="2718277"/>
          <a:ext cx="1374877" cy="916581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7523E7-25AF-4E17-A0C5-90A7D2852924}">
      <dsp:nvSpPr>
        <dsp:cNvPr id="0" name=""/>
        <dsp:cNvSpPr/>
      </dsp:nvSpPr>
      <dsp:spPr>
        <a:xfrm>
          <a:off x="3777006" y="3692174"/>
          <a:ext cx="1947861" cy="1203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Node Four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Node Five</a:t>
          </a:r>
        </a:p>
      </dsp:txBody>
      <dsp:txXfrm>
        <a:off x="3777006" y="3692174"/>
        <a:ext cx="1947861" cy="1203159"/>
      </dsp:txXfrm>
    </dsp:sp>
    <dsp:sp modelId="{6F6AF62B-6AE1-45AC-83A7-ACAE8CC73870}">
      <dsp:nvSpPr>
        <dsp:cNvPr id="0" name=""/>
        <dsp:cNvSpPr/>
      </dsp:nvSpPr>
      <dsp:spPr>
        <a:xfrm>
          <a:off x="3605146" y="3520462"/>
          <a:ext cx="467800" cy="467921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68F9EC-C50C-4C9F-8FA8-9ADAE0540917}">
      <dsp:nvSpPr>
        <dsp:cNvPr id="0" name=""/>
        <dsp:cNvSpPr/>
      </dsp:nvSpPr>
      <dsp:spPr>
        <a:xfrm rot="5400000">
          <a:off x="5442415" y="3520522"/>
          <a:ext cx="467921" cy="467800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4B13C7-7DA3-4623-9A8A-A6E007652BC1}">
      <dsp:nvSpPr>
        <dsp:cNvPr id="0" name=""/>
        <dsp:cNvSpPr/>
      </dsp:nvSpPr>
      <dsp:spPr>
        <a:xfrm rot="16200000">
          <a:off x="3605085" y="4599420"/>
          <a:ext cx="467921" cy="467800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5FA41D-DA1E-4D29-83A6-0997AF31C679}">
      <dsp:nvSpPr>
        <dsp:cNvPr id="0" name=""/>
        <dsp:cNvSpPr/>
      </dsp:nvSpPr>
      <dsp:spPr>
        <a:xfrm rot="10800000">
          <a:off x="5442475" y="4599359"/>
          <a:ext cx="467800" cy="467921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FramedTextPicture">
  <dgm:title val=""/>
  <dgm:desc val=""/>
  <dgm:catLst>
    <dgm:cat type="picture" pri="20000"/>
    <dgm:cat type="pictureconvert" pri="20000"/>
  </dgm:catLst>
  <dgm:samp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snake">
          <dgm:param type="grDir" val="tL"/>
          <dgm:param type="off" val="ctr"/>
        </dgm:alg>
      </dgm:if>
      <dgm:else name="Name3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w" for="ch" forName="composite" refType="w"/>
      <dgm:constr type="h" for="ch" forName="composite" refType="h"/>
      <dgm:constr type="primFontSz" for="des" ptType="node" op="equ" val="65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varLst>
          <dgm:chMax/>
          <dgm:chPref/>
        </dgm:varLst>
        <dgm:alg type="composite">
          <dgm:param type="ar" val="1.5179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Image" refType="w" fact="0"/>
              <dgm:constr type="t" for="ch" forName="Image" refType="h" fact="0"/>
              <dgm:constr type="w" for="ch" forName="Image" refType="w" fact="0.3856"/>
              <dgm:constr type="h" for="ch" forName="Image" refType="h" fact="0.3902"/>
              <dgm:constr type="l" for="ch" forName="ParentText" refType="w" fact="0.4017"/>
              <dgm:constr type="t" for="ch" forName="ParentText" refType="h" fact="0.4146"/>
              <dgm:constr type="w" for="ch" forName="ParentText" refType="w" fact="0.5463"/>
              <dgm:constr type="h" for="ch" forName="ParentText" refType="h" fact="0.5122"/>
              <dgm:constr type="l" for="ch" forName="tlFrame" refType="w" fact="0.3535"/>
              <dgm:constr type="t" for="ch" forName="tlFrame" refType="h" fact="0.3415"/>
              <dgm:constr type="w" for="ch" forName="tlFrame" refType="w" fact="0.1312"/>
              <dgm:constr type="h" for="ch" forName="tlFrame" refType="h" fact="0.1992"/>
              <dgm:constr type="l" for="ch" forName="trFrame" refType="w" fact="0.8688"/>
              <dgm:constr type="t" for="ch" forName="trFrame" refType="h" fact="0.3415"/>
              <dgm:constr type="w" for="ch" forName="trFrame" refType="w" fact="0.1312"/>
              <dgm:constr type="h" for="ch" forName="trFrame" refType="h" fact="0.1992"/>
              <dgm:constr type="l" for="ch" forName="blFrame" refType="w" fact="0.3535"/>
              <dgm:constr type="t" for="ch" forName="blFrame" refType="h" fact="0.8008"/>
              <dgm:constr type="w" for="ch" forName="blFrame" refType="w" fact="0.1312"/>
              <dgm:constr type="h" for="ch" forName="blFrame" refType="h" fact="0.1992"/>
              <dgm:constr type="l" for="ch" forName="brFrame" refType="w" fact="0.8688"/>
              <dgm:constr type="t" for="ch" forName="brFrame" refType="h" fact="0.8008"/>
              <dgm:constr type="w" for="ch" forName="brFrame" refType="w" fact="0.1312"/>
              <dgm:constr type="h" for="ch" forName="brFrame" refType="h" fact="0.1992"/>
            </dgm:constrLst>
          </dgm:if>
          <dgm:else name="Name6">
            <dgm:constrLst>
              <dgm:constr type="l" for="ch" forName="Image" refType="w" fact="0.6144"/>
              <dgm:constr type="t" for="ch" forName="Image" refType="h" fact="0"/>
              <dgm:constr type="w" for="ch" forName="Image" refType="w" fact="0.3856"/>
              <dgm:constr type="h" for="ch" forName="Image" refType="h" fact="0.3902"/>
              <dgm:constr type="l" for="ch" forName="ParentText" refType="w" fact="0.0482"/>
              <dgm:constr type="t" for="ch" forName="ParentText" refType="h" fact="0.4146"/>
              <dgm:constr type="w" for="ch" forName="ParentText" refType="w" fact="0.5463"/>
              <dgm:constr type="h" for="ch" forName="ParentText" refType="h" fact="0.5122"/>
              <dgm:constr type="l" for="ch" forName="tlFrame" refType="w" fact="0"/>
              <dgm:constr type="t" for="ch" forName="tlFrame" refType="h" fact="0.3415"/>
              <dgm:constr type="w" for="ch" forName="tlFrame" refType="w" fact="0.1312"/>
              <dgm:constr type="h" for="ch" forName="tlFrame" refType="h" fact="0.1992"/>
              <dgm:constr type="l" for="ch" forName="trFrame" refType="w" fact="0.5153"/>
              <dgm:constr type="t" for="ch" forName="trFrame" refType="h" fact="0.3415"/>
              <dgm:constr type="w" for="ch" forName="trFrame" refType="w" fact="0.1312"/>
              <dgm:constr type="h" for="ch" forName="trFrame" refType="h" fact="0.1992"/>
              <dgm:constr type="l" for="ch" forName="blFrame" refType="w" fact="0"/>
              <dgm:constr type="t" for="ch" forName="blFrame" refType="h" fact="0.8008"/>
              <dgm:constr type="w" for="ch" forName="blFrame" refType="w" fact="0.1312"/>
              <dgm:constr type="h" for="ch" forName="blFrame" refType="h" fact="0.1992"/>
              <dgm:constr type="l" for="ch" forName="brFrame" refType="w" fact="0.5153"/>
              <dgm:constr type="t" for="ch" forName="brFrame" refType="h" fact="0.8008"/>
              <dgm:constr type="w" for="ch" forName="brFrame" refType="w" fact="0.1312"/>
              <dgm:constr type="h" for="ch" forName="brFrame" refType="h" fact="0.1992"/>
            </dgm:constrLst>
          </dgm:else>
        </dgm:choose>
        <dgm:layoutNode name="Image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tlFrame" styleLbl="node1">
          <dgm:alg type="sp"/>
          <dgm:shape xmlns:r="http://schemas.openxmlformats.org/officeDocument/2006/relationships" type="halfFrame" r:blip="">
            <dgm:adjLst>
              <dgm:adj idx="1" val="0.2577"/>
              <dgm:adj idx="2" val="0.2577"/>
            </dgm:adjLst>
          </dgm:shape>
          <dgm:presOf/>
        </dgm:layoutNode>
        <dgm:layoutNode name="trFrame" styleLbl="node1">
          <dgm:alg type="sp"/>
          <dgm:shape xmlns:r="http://schemas.openxmlformats.org/officeDocument/2006/relationships" rot="90" type="halfFrame" r:blip="">
            <dgm:adjLst>
              <dgm:adj idx="1" val="0.2577"/>
              <dgm:adj idx="2" val="0.2577"/>
            </dgm:adjLst>
          </dgm:shape>
          <dgm:presOf/>
        </dgm:layoutNode>
        <dgm:layoutNode name="blFrame" styleLbl="node1">
          <dgm:alg type="sp"/>
          <dgm:shape xmlns:r="http://schemas.openxmlformats.org/officeDocument/2006/relationships" rot="270" type="halfFrame" r:blip="">
            <dgm:adjLst>
              <dgm:adj idx="1" val="0.2577"/>
              <dgm:adj idx="2" val="0.2577"/>
            </dgm:adjLst>
          </dgm:shape>
          <dgm:presOf/>
        </dgm:layoutNode>
        <dgm:layoutNode name="brFrame" styleLbl="node1">
          <dgm:alg type="sp"/>
          <dgm:shape xmlns:r="http://schemas.openxmlformats.org/officeDocument/2006/relationships" rot="180" type="halfFrame" r:blip="">
            <dgm:adjLst>
              <dgm:adj idx="1" val="0.2577"/>
              <dgm:adj idx="2" val="0.2577"/>
            </dgm:adjLst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8A6BF-51AE-DEBF-134E-DB0CB60BB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2B7C7-AB46-82E0-2082-7F47ACB2B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0D91F-A784-99A0-656C-B5C34D392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450C4-CA90-4B84-AB2E-C5F8643D776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E65D2-7751-1810-638B-405C8893C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72A14-9984-AB11-6FCF-7BD910931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17D39-7C76-4F28-A34D-0AC9285F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6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3C263-24F5-0551-3A37-F9611B82D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9EA98-465A-FD41-BE5A-DB0937E9A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D1683-5303-585D-E7D5-18A30D5DB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450C4-CA90-4B84-AB2E-C5F8643D776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3713D-E35D-A505-FC43-9AFBCE00E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F77C44-C4B5-0F35-CBE2-91FBAA693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17D39-7C76-4F28-A34D-0AC9285F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258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37621-39A9-76CF-8840-0A2198980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7BC02-FFF0-4BAF-5504-16C85D2F2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5CA9C-BF96-EE47-CAE5-B5EF7C1B8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450C4-CA90-4B84-AB2E-C5F8643D776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84A97-815A-B5DE-2DA3-33806D4AA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6F37E-9C65-22B1-30B5-85AF79C54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17D39-7C76-4F28-A34D-0AC9285F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631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AC7D2-31D5-7A4B-B5D5-E62AFAA20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D5C04-7464-34B4-C658-C47CD957E5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5E0E45-D0C4-A938-8B0E-A953624964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ED3C8-FC3D-270E-0C5E-0CC40875C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450C4-CA90-4B84-AB2E-C5F8643D776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4D67A2-F90D-A5B3-F622-EEF4EAC2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4B59DA-230D-C224-6D8B-27FDD3DAA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17D39-7C76-4F28-A34D-0AC9285F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637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EBAC4-B86F-2836-1026-EA1D57FC1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E6391-5261-C426-6AC0-A4562A7AA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78631B-3FA6-5953-F50C-55BC890C1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D92C96-8FB7-DB9B-B417-FC830BF0E3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7BAAB-FC57-7FC6-F8D7-87CF374B10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1EA39E-046F-2AB9-2615-412A84BF9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450C4-CA90-4B84-AB2E-C5F8643D776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66EC06-AF70-D555-20FF-126320CAC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10A0DF-85EC-523B-B92D-EAD16AF88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17D39-7C76-4F28-A34D-0AC9285F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914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99DA2-363A-3D13-5BCE-02FD49AD8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269F26-F55A-9E07-0C2E-A3563ED2F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450C4-CA90-4B84-AB2E-C5F8643D776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746AFB-2BDF-2AF0-457C-B5EC85C23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A1FCBB-A85D-E17E-AFFE-D3826621E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17D39-7C76-4F28-A34D-0AC9285F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601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3C5872-9C5A-2185-8AFA-01A3786FF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450C4-CA90-4B84-AB2E-C5F8643D776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3359B5-03F9-228A-BA7D-6FC0DF09E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6003A-DFBB-4DE9-8AA5-ED2A7851C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17D39-7C76-4F28-A34D-0AC9285F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874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C18A4-C2FD-5181-7EE9-E57070098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E38F0-F664-402C-DE85-7E30EE59C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94EF42-8323-FBCD-267E-DC7F99168A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0F5634-3A12-E46A-A3B4-A770BE183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450C4-CA90-4B84-AB2E-C5F8643D776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C25B0-AF72-7497-5189-AC3BF044A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4D689-04A6-BB7A-9D3A-76FE6D677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17D39-7C76-4F28-A34D-0AC9285F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119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8FC5A-AB20-34BE-359D-AB6C402BA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E3032D-47E7-86D2-41B9-F1685E47BA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EBAFDB-8666-977C-7BCA-D59B928240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19BF8-AC0A-4384-18DF-AD73A936B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450C4-CA90-4B84-AB2E-C5F8643D776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E98705-5D7B-319F-4B65-C6D0CE364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27A71-222C-DB6E-AC20-6302B4B5A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17D39-7C76-4F28-A34D-0AC9285F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00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69E81-0ED0-6025-0903-6FC97FA53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4A4388-09C4-C3A9-0D9F-A48A05BF54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12EC8-F741-7C00-361B-C8CA63C76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450C4-CA90-4B84-AB2E-C5F8643D776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7437D-7DAF-21EE-F9BB-BC6E4CB5E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D6086-EE1C-7F3E-9EF4-59DF96DF2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17D39-7C76-4F28-A34D-0AC9285F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804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520A4F-886A-1B3B-30FA-7FC5F2CEFC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A277C9-C998-6C9A-FEA5-A19B1CE454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1E2D4-AA01-AFD9-B30D-AAC601ACE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450C4-CA90-4B84-AB2E-C5F8643D776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30016-4492-78A0-9400-DCC43B871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A1DF0-B618-D49E-B546-899F81F3A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17D39-7C76-4F28-A34D-0AC9285F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849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4DC729-59E5-DA1F-E3C3-ABFC28E8D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294A4C-1A78-2A89-5246-4963D3F29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337C1-8776-73F8-1851-628A0617B0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D450C4-CA90-4B84-AB2E-C5F8643D776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DD2D7-9CDC-8EFE-D070-1AB8FCB915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0DAE9-524F-2540-DC17-0AE2539516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D17D39-7C76-4F28-A34D-0AC9285F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247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4A0BCE0-138C-E9CF-BF39-035B3A8854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7188395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015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2026-09-06T08:15:06Z</dcterms:created>
  <dcterms:modified xsi:type="dcterms:W3CDTF">2026-09-06T08:15:06Z</dcterms:modified>
</cp:coreProperties>
</file>