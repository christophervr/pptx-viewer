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A6BDDF-3205-4D95-8455-8FAC82BDFB65}" type="doc">
      <dgm:prSet loTypeId="urn:microsoft.com/office/officeart/2005/8/layout/pictureOrgChart+Icon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020C20-1E90-478E-99CD-ADFD6F999333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0D52CA8-BB6E-4C89-824D-1B515A497BCB}" type="parTrans" cxnId="{131BE3A2-0AD8-433C-88F0-9898648101DB}">
      <dgm:prSet/>
      <dgm:spPr/>
    </dgm:pt>
    <dgm:pt modelId="{347B7358-38DF-42A3-9D7A-93C614A917C4}" type="sibTrans" cxnId="{131BE3A2-0AD8-433C-88F0-9898648101DB}">
      <dgm:prSet/>
      <dgm:spPr/>
    </dgm:pt>
    <dgm:pt modelId="{BA83C7C3-0C49-48DE-A9D7-F14E3E9DAEA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F9EAD38-248E-4087-A153-3296D726540E}" type="parTrans" cxnId="{056119B4-EAF2-4F27-9C6B-4BC790660165}">
      <dgm:prSet/>
      <dgm:spPr/>
    </dgm:pt>
    <dgm:pt modelId="{70079804-CE6B-49F9-886E-E947F0C1363E}" type="sibTrans" cxnId="{056119B4-EAF2-4F27-9C6B-4BC790660165}">
      <dgm:prSet/>
      <dgm:spPr/>
    </dgm:pt>
    <dgm:pt modelId="{4432D30C-0254-4BCA-BA32-60BC2937C00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CEEE55D-0F25-421B-855B-37382E37BA72}" type="parTrans" cxnId="{20B1F7A2-DE8B-48AA-A6BF-519352F463D6}">
      <dgm:prSet/>
      <dgm:spPr/>
    </dgm:pt>
    <dgm:pt modelId="{9689BE96-0358-45E5-9EDA-9DC2B00E7148}" type="sibTrans" cxnId="{20B1F7A2-DE8B-48AA-A6BF-519352F463D6}">
      <dgm:prSet/>
      <dgm:spPr/>
    </dgm:pt>
    <dgm:pt modelId="{7B00B7B6-6CD1-4A97-8D2D-4E88959D322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864A6D9-B226-48C0-AD5C-E0A030B3C785}" type="parTrans" cxnId="{43649452-61C6-4885-B104-6F97E60DDEC7}">
      <dgm:prSet/>
      <dgm:spPr/>
    </dgm:pt>
    <dgm:pt modelId="{1ED74779-5F52-41D4-89E9-C450C13E4064}" type="sibTrans" cxnId="{43649452-61C6-4885-B104-6F97E60DDEC7}">
      <dgm:prSet/>
      <dgm:spPr/>
    </dgm:pt>
    <dgm:pt modelId="{36D6D4F1-CBC3-4F78-AB1D-B2E9603F7B1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D1854CA-F8BF-4296-BDDE-88A1AEB798EF}" type="parTrans" cxnId="{FFC0E773-CAC9-4C5C-8D1B-BB7D6FA64F60}">
      <dgm:prSet/>
      <dgm:spPr/>
    </dgm:pt>
    <dgm:pt modelId="{AD134BEC-78A7-4719-BD52-9F06339CFB77}" type="sibTrans" cxnId="{FFC0E773-CAC9-4C5C-8D1B-BB7D6FA64F60}">
      <dgm:prSet/>
      <dgm:spPr/>
    </dgm:pt>
    <dgm:pt modelId="{03D62DFD-BD29-4B7A-8EAC-F456D5FA6225}" type="pres">
      <dgm:prSet presAssocID="{47A6BDDF-3205-4D95-8455-8FAC82BDFB6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0685392-821D-4962-AD8A-893D58CFFDF4}" type="pres">
      <dgm:prSet presAssocID="{02020C20-1E90-478E-99CD-ADFD6F999333}" presName="hierRoot1" presStyleCnt="0">
        <dgm:presLayoutVars>
          <dgm:hierBranch val="init"/>
        </dgm:presLayoutVars>
      </dgm:prSet>
      <dgm:spPr/>
    </dgm:pt>
    <dgm:pt modelId="{1BBEAEBA-5E47-4C66-B131-7359678B1FCD}" type="pres">
      <dgm:prSet presAssocID="{02020C20-1E90-478E-99CD-ADFD6F999333}" presName="rootComposite1" presStyleCnt="0"/>
      <dgm:spPr/>
    </dgm:pt>
    <dgm:pt modelId="{C3A7375B-3FB4-446B-89B5-0FB324552E89}" type="pres">
      <dgm:prSet presAssocID="{02020C20-1E90-478E-99CD-ADFD6F999333}" presName="rootText1" presStyleLbl="node0" presStyleIdx="0" presStyleCnt="1">
        <dgm:presLayoutVars>
          <dgm:chPref val="3"/>
        </dgm:presLayoutVars>
      </dgm:prSet>
      <dgm:spPr/>
    </dgm:pt>
    <dgm:pt modelId="{91937D88-B991-4743-922A-A43C4C3EA942}" type="pres">
      <dgm:prSet presAssocID="{02020C20-1E90-478E-99CD-ADFD6F999333}" presName="rootPict1" presStyleLbl="alignImgPlace1" presStyleIdx="0" presStyleCnt="5"/>
      <dgm:spPr/>
    </dgm:pt>
    <dgm:pt modelId="{0EC55F45-C6BA-4D46-9E5D-A1ED75E65520}" type="pres">
      <dgm:prSet presAssocID="{02020C20-1E90-478E-99CD-ADFD6F999333}" presName="rootConnector1" presStyleLbl="node1" presStyleIdx="0" presStyleCnt="0"/>
      <dgm:spPr/>
    </dgm:pt>
    <dgm:pt modelId="{E6E85BAF-0F05-4A94-8C79-E1F5F253FEE3}" type="pres">
      <dgm:prSet presAssocID="{02020C20-1E90-478E-99CD-ADFD6F999333}" presName="hierChild2" presStyleCnt="0"/>
      <dgm:spPr/>
    </dgm:pt>
    <dgm:pt modelId="{2527D534-020A-430C-83AA-681C45BAB528}" type="pres">
      <dgm:prSet presAssocID="{4F9EAD38-248E-4087-A153-3296D726540E}" presName="Name37" presStyleLbl="parChTrans1D2" presStyleIdx="0" presStyleCnt="2"/>
      <dgm:spPr/>
    </dgm:pt>
    <dgm:pt modelId="{8F48AFC4-29C7-4DA5-90E3-681000725CCC}" type="pres">
      <dgm:prSet presAssocID="{BA83C7C3-0C49-48DE-A9D7-F14E3E9DAEA1}" presName="hierRoot2" presStyleCnt="0">
        <dgm:presLayoutVars>
          <dgm:hierBranch val="init"/>
        </dgm:presLayoutVars>
      </dgm:prSet>
      <dgm:spPr/>
    </dgm:pt>
    <dgm:pt modelId="{DA8DF0CC-2D60-42A5-89BB-B24043AC8CE1}" type="pres">
      <dgm:prSet presAssocID="{BA83C7C3-0C49-48DE-A9D7-F14E3E9DAEA1}" presName="rootComposite" presStyleCnt="0"/>
      <dgm:spPr/>
    </dgm:pt>
    <dgm:pt modelId="{16B4DA62-1DA3-44FB-B664-91A87C841E55}" type="pres">
      <dgm:prSet presAssocID="{BA83C7C3-0C49-48DE-A9D7-F14E3E9DAEA1}" presName="rootText" presStyleLbl="node2" presStyleIdx="0" presStyleCnt="2">
        <dgm:presLayoutVars>
          <dgm:chPref val="3"/>
        </dgm:presLayoutVars>
      </dgm:prSet>
      <dgm:spPr/>
    </dgm:pt>
    <dgm:pt modelId="{BF936A99-2382-4E43-B942-0BFE86CE45C9}" type="pres">
      <dgm:prSet presAssocID="{BA83C7C3-0C49-48DE-A9D7-F14E3E9DAEA1}" presName="rootPict" presStyleLbl="alignImgPlace1" presStyleIdx="1" presStyleCnt="5"/>
      <dgm:spPr/>
    </dgm:pt>
    <dgm:pt modelId="{D459BEDA-A0C9-4F02-8D52-87C8C72AAEBF}" type="pres">
      <dgm:prSet presAssocID="{BA83C7C3-0C49-48DE-A9D7-F14E3E9DAEA1}" presName="rootConnector" presStyleLbl="node2" presStyleIdx="0" presStyleCnt="2"/>
      <dgm:spPr/>
    </dgm:pt>
    <dgm:pt modelId="{96C832A5-0876-48B6-9059-CDD251A7AA2E}" type="pres">
      <dgm:prSet presAssocID="{BA83C7C3-0C49-48DE-A9D7-F14E3E9DAEA1}" presName="hierChild4" presStyleCnt="0"/>
      <dgm:spPr/>
    </dgm:pt>
    <dgm:pt modelId="{B3B2E23F-7F70-43C0-B98E-B1E2277CF752}" type="pres">
      <dgm:prSet presAssocID="{8D1854CA-F8BF-4296-BDDE-88A1AEB798EF}" presName="Name37" presStyleLbl="parChTrans1D3" presStyleIdx="0" presStyleCnt="2"/>
      <dgm:spPr/>
    </dgm:pt>
    <dgm:pt modelId="{3F91E70D-8A75-4892-AE44-B90919BCC7C3}" type="pres">
      <dgm:prSet presAssocID="{36D6D4F1-CBC3-4F78-AB1D-B2E9603F7B10}" presName="hierRoot2" presStyleCnt="0">
        <dgm:presLayoutVars>
          <dgm:hierBranch val="init"/>
        </dgm:presLayoutVars>
      </dgm:prSet>
      <dgm:spPr/>
    </dgm:pt>
    <dgm:pt modelId="{24BE0656-B953-451D-99DF-407C387AE877}" type="pres">
      <dgm:prSet presAssocID="{36D6D4F1-CBC3-4F78-AB1D-B2E9603F7B10}" presName="rootComposite" presStyleCnt="0"/>
      <dgm:spPr/>
    </dgm:pt>
    <dgm:pt modelId="{5CBAF13E-8632-43F6-9D59-35B27630858F}" type="pres">
      <dgm:prSet presAssocID="{36D6D4F1-CBC3-4F78-AB1D-B2E9603F7B10}" presName="rootText" presStyleLbl="node3" presStyleIdx="0" presStyleCnt="2">
        <dgm:presLayoutVars>
          <dgm:chPref val="3"/>
        </dgm:presLayoutVars>
      </dgm:prSet>
      <dgm:spPr/>
    </dgm:pt>
    <dgm:pt modelId="{E5C60584-AFF7-4C8F-890A-387C07ED91C9}" type="pres">
      <dgm:prSet presAssocID="{36D6D4F1-CBC3-4F78-AB1D-B2E9603F7B10}" presName="rootPict" presStyleLbl="alignImgPlace1" presStyleIdx="2" presStyleCnt="5"/>
      <dgm:spPr/>
    </dgm:pt>
    <dgm:pt modelId="{2F56CF58-BCEC-4B49-9DD4-F551D0FBCBA1}" type="pres">
      <dgm:prSet presAssocID="{36D6D4F1-CBC3-4F78-AB1D-B2E9603F7B10}" presName="rootConnector" presStyleLbl="node3" presStyleIdx="0" presStyleCnt="2"/>
      <dgm:spPr/>
    </dgm:pt>
    <dgm:pt modelId="{521D52A6-15D6-402E-9A15-69FCB612F7BA}" type="pres">
      <dgm:prSet presAssocID="{36D6D4F1-CBC3-4F78-AB1D-B2E9603F7B10}" presName="hierChild4" presStyleCnt="0"/>
      <dgm:spPr/>
    </dgm:pt>
    <dgm:pt modelId="{53A173B2-8B4E-4A9D-94F6-B38016FCEBBB}" type="pres">
      <dgm:prSet presAssocID="{36D6D4F1-CBC3-4F78-AB1D-B2E9603F7B10}" presName="hierChild5" presStyleCnt="0"/>
      <dgm:spPr/>
    </dgm:pt>
    <dgm:pt modelId="{8EFC709E-1937-4A33-86F0-1DBD3CFC5DB0}" type="pres">
      <dgm:prSet presAssocID="{BA83C7C3-0C49-48DE-A9D7-F14E3E9DAEA1}" presName="hierChild5" presStyleCnt="0"/>
      <dgm:spPr/>
    </dgm:pt>
    <dgm:pt modelId="{20D3626B-F767-438B-A857-114E25B39373}" type="pres">
      <dgm:prSet presAssocID="{3CEEE55D-0F25-421B-855B-37382E37BA72}" presName="Name37" presStyleLbl="parChTrans1D2" presStyleIdx="1" presStyleCnt="2"/>
      <dgm:spPr/>
    </dgm:pt>
    <dgm:pt modelId="{C9DAC255-CE26-446A-9EE5-CDF4D70E9B0E}" type="pres">
      <dgm:prSet presAssocID="{4432D30C-0254-4BCA-BA32-60BC2937C00B}" presName="hierRoot2" presStyleCnt="0">
        <dgm:presLayoutVars>
          <dgm:hierBranch val="init"/>
        </dgm:presLayoutVars>
      </dgm:prSet>
      <dgm:spPr/>
    </dgm:pt>
    <dgm:pt modelId="{C34C771C-41E0-4F50-86CC-D9FDAA4A6E6E}" type="pres">
      <dgm:prSet presAssocID="{4432D30C-0254-4BCA-BA32-60BC2937C00B}" presName="rootComposite" presStyleCnt="0"/>
      <dgm:spPr/>
    </dgm:pt>
    <dgm:pt modelId="{6EFD8F1B-7389-4FD3-A734-78FABEA9DFA9}" type="pres">
      <dgm:prSet presAssocID="{4432D30C-0254-4BCA-BA32-60BC2937C00B}" presName="rootText" presStyleLbl="node2" presStyleIdx="1" presStyleCnt="2">
        <dgm:presLayoutVars>
          <dgm:chPref val="3"/>
        </dgm:presLayoutVars>
      </dgm:prSet>
      <dgm:spPr/>
    </dgm:pt>
    <dgm:pt modelId="{AC11986A-2172-418B-8E07-7E426BF73712}" type="pres">
      <dgm:prSet presAssocID="{4432D30C-0254-4BCA-BA32-60BC2937C00B}" presName="rootPict" presStyleLbl="alignImgPlace1" presStyleIdx="3" presStyleCnt="5"/>
      <dgm:spPr/>
    </dgm:pt>
    <dgm:pt modelId="{8E8B6874-6E08-4DAF-AE4D-6AA470FED810}" type="pres">
      <dgm:prSet presAssocID="{4432D30C-0254-4BCA-BA32-60BC2937C00B}" presName="rootConnector" presStyleLbl="node2" presStyleIdx="1" presStyleCnt="2"/>
      <dgm:spPr/>
    </dgm:pt>
    <dgm:pt modelId="{E02DF282-2E2F-48FD-88C8-1835FB191490}" type="pres">
      <dgm:prSet presAssocID="{4432D30C-0254-4BCA-BA32-60BC2937C00B}" presName="hierChild4" presStyleCnt="0"/>
      <dgm:spPr/>
    </dgm:pt>
    <dgm:pt modelId="{CF58B35C-FF3F-4CD7-B3EB-F451EE239A74}" type="pres">
      <dgm:prSet presAssocID="{5864A6D9-B226-48C0-AD5C-E0A030B3C785}" presName="Name37" presStyleLbl="parChTrans1D3" presStyleIdx="1" presStyleCnt="2"/>
      <dgm:spPr/>
    </dgm:pt>
    <dgm:pt modelId="{8FC71D44-B9C5-4D7B-BD86-29B578AB2FCD}" type="pres">
      <dgm:prSet presAssocID="{7B00B7B6-6CD1-4A97-8D2D-4E88959D322C}" presName="hierRoot2" presStyleCnt="0">
        <dgm:presLayoutVars>
          <dgm:hierBranch val="init"/>
        </dgm:presLayoutVars>
      </dgm:prSet>
      <dgm:spPr/>
    </dgm:pt>
    <dgm:pt modelId="{567F29AE-7BB3-424C-835E-B7071BF8C258}" type="pres">
      <dgm:prSet presAssocID="{7B00B7B6-6CD1-4A97-8D2D-4E88959D322C}" presName="rootComposite" presStyleCnt="0"/>
      <dgm:spPr/>
    </dgm:pt>
    <dgm:pt modelId="{C414CFC3-CFFA-49C8-9FE8-F927E9409BA7}" type="pres">
      <dgm:prSet presAssocID="{7B00B7B6-6CD1-4A97-8D2D-4E88959D322C}" presName="rootText" presStyleLbl="node3" presStyleIdx="1" presStyleCnt="2">
        <dgm:presLayoutVars>
          <dgm:chPref val="3"/>
        </dgm:presLayoutVars>
      </dgm:prSet>
      <dgm:spPr/>
    </dgm:pt>
    <dgm:pt modelId="{39AA421E-5CA3-4F63-A4EA-270B8F29668D}" type="pres">
      <dgm:prSet presAssocID="{7B00B7B6-6CD1-4A97-8D2D-4E88959D322C}" presName="rootPict" presStyleLbl="alignImgPlace1" presStyleIdx="4" presStyleCnt="5"/>
      <dgm:spPr/>
    </dgm:pt>
    <dgm:pt modelId="{3A8965E8-6E55-4100-BA5E-065E4D149397}" type="pres">
      <dgm:prSet presAssocID="{7B00B7B6-6CD1-4A97-8D2D-4E88959D322C}" presName="rootConnector" presStyleLbl="node3" presStyleIdx="1" presStyleCnt="2"/>
      <dgm:spPr/>
    </dgm:pt>
    <dgm:pt modelId="{AF58B8BD-03B9-4D14-ACEE-BBD459505B36}" type="pres">
      <dgm:prSet presAssocID="{7B00B7B6-6CD1-4A97-8D2D-4E88959D322C}" presName="hierChild4" presStyleCnt="0"/>
      <dgm:spPr/>
    </dgm:pt>
    <dgm:pt modelId="{C4D47C52-CDC6-4479-A104-6EF972F2C647}" type="pres">
      <dgm:prSet presAssocID="{7B00B7B6-6CD1-4A97-8D2D-4E88959D322C}" presName="hierChild5" presStyleCnt="0"/>
      <dgm:spPr/>
    </dgm:pt>
    <dgm:pt modelId="{8686BF55-D240-45B9-B21E-AF541A409275}" type="pres">
      <dgm:prSet presAssocID="{4432D30C-0254-4BCA-BA32-60BC2937C00B}" presName="hierChild5" presStyleCnt="0"/>
      <dgm:spPr/>
    </dgm:pt>
    <dgm:pt modelId="{02ABEFEB-84C8-48A1-8915-1738402CB8B3}" type="pres">
      <dgm:prSet presAssocID="{02020C20-1E90-478E-99CD-ADFD6F999333}" presName="hierChild3" presStyleCnt="0"/>
      <dgm:spPr/>
    </dgm:pt>
  </dgm:ptLst>
  <dgm:cxnLst>
    <dgm:cxn modelId="{85CC651D-05EB-4BAF-95C2-1267A6CFB45B}" type="presOf" srcId="{02020C20-1E90-478E-99CD-ADFD6F999333}" destId="{C3A7375B-3FB4-446B-89B5-0FB324552E89}" srcOrd="0" destOrd="0" presId="urn:microsoft.com/office/officeart/2005/8/layout/pictureOrgChart+Icon"/>
    <dgm:cxn modelId="{0DAA3B24-DBDB-44AD-BA8C-71EFE097827A}" type="presOf" srcId="{5864A6D9-B226-48C0-AD5C-E0A030B3C785}" destId="{CF58B35C-FF3F-4CD7-B3EB-F451EE239A74}" srcOrd="0" destOrd="0" presId="urn:microsoft.com/office/officeart/2005/8/layout/pictureOrgChart+Icon"/>
    <dgm:cxn modelId="{6F0C4027-FB06-4E3B-8D3D-CB880420C6B8}" type="presOf" srcId="{7B00B7B6-6CD1-4A97-8D2D-4E88959D322C}" destId="{C414CFC3-CFFA-49C8-9FE8-F927E9409BA7}" srcOrd="0" destOrd="0" presId="urn:microsoft.com/office/officeart/2005/8/layout/pictureOrgChart+Icon"/>
    <dgm:cxn modelId="{00D1CF31-778A-4B1E-A262-82FDEDF587C5}" type="presOf" srcId="{4432D30C-0254-4BCA-BA32-60BC2937C00B}" destId="{6EFD8F1B-7389-4FD3-A734-78FABEA9DFA9}" srcOrd="0" destOrd="0" presId="urn:microsoft.com/office/officeart/2005/8/layout/pictureOrgChart+Icon"/>
    <dgm:cxn modelId="{8205AD4A-8E9A-41AF-AD69-8222FE254719}" type="presOf" srcId="{3CEEE55D-0F25-421B-855B-37382E37BA72}" destId="{20D3626B-F767-438B-A857-114E25B39373}" srcOrd="0" destOrd="0" presId="urn:microsoft.com/office/officeart/2005/8/layout/pictureOrgChart+Icon"/>
    <dgm:cxn modelId="{43649452-61C6-4885-B104-6F97E60DDEC7}" srcId="{4432D30C-0254-4BCA-BA32-60BC2937C00B}" destId="{7B00B7B6-6CD1-4A97-8D2D-4E88959D322C}" srcOrd="0" destOrd="0" parTransId="{5864A6D9-B226-48C0-AD5C-E0A030B3C785}" sibTransId="{1ED74779-5F52-41D4-89E9-C450C13E4064}"/>
    <dgm:cxn modelId="{FFC0E773-CAC9-4C5C-8D1B-BB7D6FA64F60}" srcId="{BA83C7C3-0C49-48DE-A9D7-F14E3E9DAEA1}" destId="{36D6D4F1-CBC3-4F78-AB1D-B2E9603F7B10}" srcOrd="0" destOrd="0" parTransId="{8D1854CA-F8BF-4296-BDDE-88A1AEB798EF}" sibTransId="{AD134BEC-78A7-4719-BD52-9F06339CFB77}"/>
    <dgm:cxn modelId="{2F07B37E-12A9-4331-839D-264C89B0166E}" type="presOf" srcId="{BA83C7C3-0C49-48DE-A9D7-F14E3E9DAEA1}" destId="{16B4DA62-1DA3-44FB-B664-91A87C841E55}" srcOrd="0" destOrd="0" presId="urn:microsoft.com/office/officeart/2005/8/layout/pictureOrgChart+Icon"/>
    <dgm:cxn modelId="{00FC4580-4F63-495C-BD83-8B453C90E657}" type="presOf" srcId="{36D6D4F1-CBC3-4F78-AB1D-B2E9603F7B10}" destId="{2F56CF58-BCEC-4B49-9DD4-F551D0FBCBA1}" srcOrd="1" destOrd="0" presId="urn:microsoft.com/office/officeart/2005/8/layout/pictureOrgChart+Icon"/>
    <dgm:cxn modelId="{45F56B86-EC32-40A4-9C52-6648DC1EA82B}" type="presOf" srcId="{02020C20-1E90-478E-99CD-ADFD6F999333}" destId="{0EC55F45-C6BA-4D46-9E5D-A1ED75E65520}" srcOrd="1" destOrd="0" presId="urn:microsoft.com/office/officeart/2005/8/layout/pictureOrgChart+Icon"/>
    <dgm:cxn modelId="{5BA36E90-FB0F-456B-8617-E41141BF1A56}" type="presOf" srcId="{7B00B7B6-6CD1-4A97-8D2D-4E88959D322C}" destId="{3A8965E8-6E55-4100-BA5E-065E4D149397}" srcOrd="1" destOrd="0" presId="urn:microsoft.com/office/officeart/2005/8/layout/pictureOrgChart+Icon"/>
    <dgm:cxn modelId="{131BE3A2-0AD8-433C-88F0-9898648101DB}" srcId="{47A6BDDF-3205-4D95-8455-8FAC82BDFB65}" destId="{02020C20-1E90-478E-99CD-ADFD6F999333}" srcOrd="0" destOrd="0" parTransId="{80D52CA8-BB6E-4C89-824D-1B515A497BCB}" sibTransId="{347B7358-38DF-42A3-9D7A-93C614A917C4}"/>
    <dgm:cxn modelId="{20B1F7A2-DE8B-48AA-A6BF-519352F463D6}" srcId="{02020C20-1E90-478E-99CD-ADFD6F999333}" destId="{4432D30C-0254-4BCA-BA32-60BC2937C00B}" srcOrd="1" destOrd="0" parTransId="{3CEEE55D-0F25-421B-855B-37382E37BA72}" sibTransId="{9689BE96-0358-45E5-9EDA-9DC2B00E7148}"/>
    <dgm:cxn modelId="{7E0E38B0-8EA9-4AA6-9F97-0691DF0EB909}" type="presOf" srcId="{BA83C7C3-0C49-48DE-A9D7-F14E3E9DAEA1}" destId="{D459BEDA-A0C9-4F02-8D52-87C8C72AAEBF}" srcOrd="1" destOrd="0" presId="urn:microsoft.com/office/officeart/2005/8/layout/pictureOrgChart+Icon"/>
    <dgm:cxn modelId="{E6DE13B3-5D5B-4018-AE77-3B81704E0D4A}" type="presOf" srcId="{36D6D4F1-CBC3-4F78-AB1D-B2E9603F7B10}" destId="{5CBAF13E-8632-43F6-9D59-35B27630858F}" srcOrd="0" destOrd="0" presId="urn:microsoft.com/office/officeart/2005/8/layout/pictureOrgChart+Icon"/>
    <dgm:cxn modelId="{056119B4-EAF2-4F27-9C6B-4BC790660165}" srcId="{02020C20-1E90-478E-99CD-ADFD6F999333}" destId="{BA83C7C3-0C49-48DE-A9D7-F14E3E9DAEA1}" srcOrd="0" destOrd="0" parTransId="{4F9EAD38-248E-4087-A153-3296D726540E}" sibTransId="{70079804-CE6B-49F9-886E-E947F0C1363E}"/>
    <dgm:cxn modelId="{5666E3B7-FD5C-4282-B26E-E100D64E4D10}" type="presOf" srcId="{8D1854CA-F8BF-4296-BDDE-88A1AEB798EF}" destId="{B3B2E23F-7F70-43C0-B98E-B1E2277CF752}" srcOrd="0" destOrd="0" presId="urn:microsoft.com/office/officeart/2005/8/layout/pictureOrgChart+Icon"/>
    <dgm:cxn modelId="{01C618C3-0612-468C-996E-1012F23F3217}" type="presOf" srcId="{4432D30C-0254-4BCA-BA32-60BC2937C00B}" destId="{8E8B6874-6E08-4DAF-AE4D-6AA470FED810}" srcOrd="1" destOrd="0" presId="urn:microsoft.com/office/officeart/2005/8/layout/pictureOrgChart+Icon"/>
    <dgm:cxn modelId="{40CB68E0-374F-4869-B812-0596B82B669C}" type="presOf" srcId="{47A6BDDF-3205-4D95-8455-8FAC82BDFB65}" destId="{03D62DFD-BD29-4B7A-8EAC-F456D5FA6225}" srcOrd="0" destOrd="0" presId="urn:microsoft.com/office/officeart/2005/8/layout/pictureOrgChart+Icon"/>
    <dgm:cxn modelId="{786C88EC-3A6E-4CA5-B08D-F21925E2FBE9}" type="presOf" srcId="{4F9EAD38-248E-4087-A153-3296D726540E}" destId="{2527D534-020A-430C-83AA-681C45BAB528}" srcOrd="0" destOrd="0" presId="urn:microsoft.com/office/officeart/2005/8/layout/pictureOrgChart+Icon"/>
    <dgm:cxn modelId="{AE14FFCB-4BA1-4610-ACF6-645F38A8F5B1}" type="presParOf" srcId="{03D62DFD-BD29-4B7A-8EAC-F456D5FA6225}" destId="{F0685392-821D-4962-AD8A-893D58CFFDF4}" srcOrd="0" destOrd="0" presId="urn:microsoft.com/office/officeart/2005/8/layout/pictureOrgChart+Icon"/>
    <dgm:cxn modelId="{1212F080-10AB-471F-AA5A-4C6B084E67FE}" type="presParOf" srcId="{F0685392-821D-4962-AD8A-893D58CFFDF4}" destId="{1BBEAEBA-5E47-4C66-B131-7359678B1FCD}" srcOrd="0" destOrd="0" presId="urn:microsoft.com/office/officeart/2005/8/layout/pictureOrgChart+Icon"/>
    <dgm:cxn modelId="{0A4EE8EA-F094-4A4C-ABFA-D70379259FA8}" type="presParOf" srcId="{1BBEAEBA-5E47-4C66-B131-7359678B1FCD}" destId="{C3A7375B-3FB4-446B-89B5-0FB324552E89}" srcOrd="0" destOrd="0" presId="urn:microsoft.com/office/officeart/2005/8/layout/pictureOrgChart+Icon"/>
    <dgm:cxn modelId="{0D884C11-BDDE-4A47-9F34-4C4C882AFAB6}" type="presParOf" srcId="{1BBEAEBA-5E47-4C66-B131-7359678B1FCD}" destId="{91937D88-B991-4743-922A-A43C4C3EA942}" srcOrd="1" destOrd="0" presId="urn:microsoft.com/office/officeart/2005/8/layout/pictureOrgChart+Icon"/>
    <dgm:cxn modelId="{EE6730E1-3D99-4A97-85F8-147125B4FC22}" type="presParOf" srcId="{1BBEAEBA-5E47-4C66-B131-7359678B1FCD}" destId="{0EC55F45-C6BA-4D46-9E5D-A1ED75E65520}" srcOrd="2" destOrd="0" presId="urn:microsoft.com/office/officeart/2005/8/layout/pictureOrgChart+Icon"/>
    <dgm:cxn modelId="{8E13EC37-2BDE-43F6-8058-63E736E7086A}" type="presParOf" srcId="{F0685392-821D-4962-AD8A-893D58CFFDF4}" destId="{E6E85BAF-0F05-4A94-8C79-E1F5F253FEE3}" srcOrd="1" destOrd="0" presId="urn:microsoft.com/office/officeart/2005/8/layout/pictureOrgChart+Icon"/>
    <dgm:cxn modelId="{1A283532-5669-4183-B340-A290811A6038}" type="presParOf" srcId="{E6E85BAF-0F05-4A94-8C79-E1F5F253FEE3}" destId="{2527D534-020A-430C-83AA-681C45BAB528}" srcOrd="0" destOrd="0" presId="urn:microsoft.com/office/officeart/2005/8/layout/pictureOrgChart+Icon"/>
    <dgm:cxn modelId="{45A7EDF5-4DED-465F-8882-33BEE62EA3E0}" type="presParOf" srcId="{E6E85BAF-0F05-4A94-8C79-E1F5F253FEE3}" destId="{8F48AFC4-29C7-4DA5-90E3-681000725CCC}" srcOrd="1" destOrd="0" presId="urn:microsoft.com/office/officeart/2005/8/layout/pictureOrgChart+Icon"/>
    <dgm:cxn modelId="{705A9CF3-BC89-42F1-B803-F09D4B6F2BD6}" type="presParOf" srcId="{8F48AFC4-29C7-4DA5-90E3-681000725CCC}" destId="{DA8DF0CC-2D60-42A5-89BB-B24043AC8CE1}" srcOrd="0" destOrd="0" presId="urn:microsoft.com/office/officeart/2005/8/layout/pictureOrgChart+Icon"/>
    <dgm:cxn modelId="{BCFB590E-2B76-4C78-8464-6752C06F6D3E}" type="presParOf" srcId="{DA8DF0CC-2D60-42A5-89BB-B24043AC8CE1}" destId="{16B4DA62-1DA3-44FB-B664-91A87C841E55}" srcOrd="0" destOrd="0" presId="urn:microsoft.com/office/officeart/2005/8/layout/pictureOrgChart+Icon"/>
    <dgm:cxn modelId="{26B5642D-4E2D-4C23-9D4C-11055FFF0E81}" type="presParOf" srcId="{DA8DF0CC-2D60-42A5-89BB-B24043AC8CE1}" destId="{BF936A99-2382-4E43-B942-0BFE86CE45C9}" srcOrd="1" destOrd="0" presId="urn:microsoft.com/office/officeart/2005/8/layout/pictureOrgChart+Icon"/>
    <dgm:cxn modelId="{6D8323C8-3BD0-407D-94D3-B51E58A3B3C7}" type="presParOf" srcId="{DA8DF0CC-2D60-42A5-89BB-B24043AC8CE1}" destId="{D459BEDA-A0C9-4F02-8D52-87C8C72AAEBF}" srcOrd="2" destOrd="0" presId="urn:microsoft.com/office/officeart/2005/8/layout/pictureOrgChart+Icon"/>
    <dgm:cxn modelId="{166A894E-2B16-402D-8F29-F0223305BACE}" type="presParOf" srcId="{8F48AFC4-29C7-4DA5-90E3-681000725CCC}" destId="{96C832A5-0876-48B6-9059-CDD251A7AA2E}" srcOrd="1" destOrd="0" presId="urn:microsoft.com/office/officeart/2005/8/layout/pictureOrgChart+Icon"/>
    <dgm:cxn modelId="{B5E0FB2B-8FA6-4E79-858C-402D863161B5}" type="presParOf" srcId="{96C832A5-0876-48B6-9059-CDD251A7AA2E}" destId="{B3B2E23F-7F70-43C0-B98E-B1E2277CF752}" srcOrd="0" destOrd="0" presId="urn:microsoft.com/office/officeart/2005/8/layout/pictureOrgChart+Icon"/>
    <dgm:cxn modelId="{126C5B70-DB20-49AF-95F4-EDE8A5556803}" type="presParOf" srcId="{96C832A5-0876-48B6-9059-CDD251A7AA2E}" destId="{3F91E70D-8A75-4892-AE44-B90919BCC7C3}" srcOrd="1" destOrd="0" presId="urn:microsoft.com/office/officeart/2005/8/layout/pictureOrgChart+Icon"/>
    <dgm:cxn modelId="{EBAE990A-57BC-4B3D-83D3-537970E86244}" type="presParOf" srcId="{3F91E70D-8A75-4892-AE44-B90919BCC7C3}" destId="{24BE0656-B953-451D-99DF-407C387AE877}" srcOrd="0" destOrd="0" presId="urn:microsoft.com/office/officeart/2005/8/layout/pictureOrgChart+Icon"/>
    <dgm:cxn modelId="{C43CD96B-18E9-445C-B9E4-6CFC50CFC925}" type="presParOf" srcId="{24BE0656-B953-451D-99DF-407C387AE877}" destId="{5CBAF13E-8632-43F6-9D59-35B27630858F}" srcOrd="0" destOrd="0" presId="urn:microsoft.com/office/officeart/2005/8/layout/pictureOrgChart+Icon"/>
    <dgm:cxn modelId="{F6E83C9D-F3FF-4879-81B0-455525D2F6CB}" type="presParOf" srcId="{24BE0656-B953-451D-99DF-407C387AE877}" destId="{E5C60584-AFF7-4C8F-890A-387C07ED91C9}" srcOrd="1" destOrd="0" presId="urn:microsoft.com/office/officeart/2005/8/layout/pictureOrgChart+Icon"/>
    <dgm:cxn modelId="{C96C51CA-FF85-4919-BA3C-5B06138C6E8B}" type="presParOf" srcId="{24BE0656-B953-451D-99DF-407C387AE877}" destId="{2F56CF58-BCEC-4B49-9DD4-F551D0FBCBA1}" srcOrd="2" destOrd="0" presId="urn:microsoft.com/office/officeart/2005/8/layout/pictureOrgChart+Icon"/>
    <dgm:cxn modelId="{215AB1CA-52EE-4990-AD9F-0EBA44AC58FF}" type="presParOf" srcId="{3F91E70D-8A75-4892-AE44-B90919BCC7C3}" destId="{521D52A6-15D6-402E-9A15-69FCB612F7BA}" srcOrd="1" destOrd="0" presId="urn:microsoft.com/office/officeart/2005/8/layout/pictureOrgChart+Icon"/>
    <dgm:cxn modelId="{1D23AE32-23B4-4FA6-8DE8-D7CE5B828806}" type="presParOf" srcId="{3F91E70D-8A75-4892-AE44-B90919BCC7C3}" destId="{53A173B2-8B4E-4A9D-94F6-B38016FCEBBB}" srcOrd="2" destOrd="0" presId="urn:microsoft.com/office/officeart/2005/8/layout/pictureOrgChart+Icon"/>
    <dgm:cxn modelId="{CE836287-B491-4867-97EF-D5ABF7A42835}" type="presParOf" srcId="{8F48AFC4-29C7-4DA5-90E3-681000725CCC}" destId="{8EFC709E-1937-4A33-86F0-1DBD3CFC5DB0}" srcOrd="2" destOrd="0" presId="urn:microsoft.com/office/officeart/2005/8/layout/pictureOrgChart+Icon"/>
    <dgm:cxn modelId="{1A755272-E1FD-443B-A02C-AAF68EFE853C}" type="presParOf" srcId="{E6E85BAF-0F05-4A94-8C79-E1F5F253FEE3}" destId="{20D3626B-F767-438B-A857-114E25B39373}" srcOrd="2" destOrd="0" presId="urn:microsoft.com/office/officeart/2005/8/layout/pictureOrgChart+Icon"/>
    <dgm:cxn modelId="{057C3299-C0A7-4C9D-BD49-2823DC20E887}" type="presParOf" srcId="{E6E85BAF-0F05-4A94-8C79-E1F5F253FEE3}" destId="{C9DAC255-CE26-446A-9EE5-CDF4D70E9B0E}" srcOrd="3" destOrd="0" presId="urn:microsoft.com/office/officeart/2005/8/layout/pictureOrgChart+Icon"/>
    <dgm:cxn modelId="{D5044FE0-1918-462B-B8A8-C90E3068EAE6}" type="presParOf" srcId="{C9DAC255-CE26-446A-9EE5-CDF4D70E9B0E}" destId="{C34C771C-41E0-4F50-86CC-D9FDAA4A6E6E}" srcOrd="0" destOrd="0" presId="urn:microsoft.com/office/officeart/2005/8/layout/pictureOrgChart+Icon"/>
    <dgm:cxn modelId="{6DE70AAD-1670-48C4-A111-BFE761D467DF}" type="presParOf" srcId="{C34C771C-41E0-4F50-86CC-D9FDAA4A6E6E}" destId="{6EFD8F1B-7389-4FD3-A734-78FABEA9DFA9}" srcOrd="0" destOrd="0" presId="urn:microsoft.com/office/officeart/2005/8/layout/pictureOrgChart+Icon"/>
    <dgm:cxn modelId="{A92B4F37-FC0B-410C-AE40-EF0A38E29ED8}" type="presParOf" srcId="{C34C771C-41E0-4F50-86CC-D9FDAA4A6E6E}" destId="{AC11986A-2172-418B-8E07-7E426BF73712}" srcOrd="1" destOrd="0" presId="urn:microsoft.com/office/officeart/2005/8/layout/pictureOrgChart+Icon"/>
    <dgm:cxn modelId="{01BD68B9-B532-4C5F-B270-56707EB071D9}" type="presParOf" srcId="{C34C771C-41E0-4F50-86CC-D9FDAA4A6E6E}" destId="{8E8B6874-6E08-4DAF-AE4D-6AA470FED810}" srcOrd="2" destOrd="0" presId="urn:microsoft.com/office/officeart/2005/8/layout/pictureOrgChart+Icon"/>
    <dgm:cxn modelId="{4440692F-6E28-41C7-9E85-D31B0E8D9D44}" type="presParOf" srcId="{C9DAC255-CE26-446A-9EE5-CDF4D70E9B0E}" destId="{E02DF282-2E2F-48FD-88C8-1835FB191490}" srcOrd="1" destOrd="0" presId="urn:microsoft.com/office/officeart/2005/8/layout/pictureOrgChart+Icon"/>
    <dgm:cxn modelId="{19BF99DB-1500-4448-95F2-EB5900C10DB6}" type="presParOf" srcId="{E02DF282-2E2F-48FD-88C8-1835FB191490}" destId="{CF58B35C-FF3F-4CD7-B3EB-F451EE239A74}" srcOrd="0" destOrd="0" presId="urn:microsoft.com/office/officeart/2005/8/layout/pictureOrgChart+Icon"/>
    <dgm:cxn modelId="{0AB992A7-AC03-4CF3-ADDA-B7AA916048ED}" type="presParOf" srcId="{E02DF282-2E2F-48FD-88C8-1835FB191490}" destId="{8FC71D44-B9C5-4D7B-BD86-29B578AB2FCD}" srcOrd="1" destOrd="0" presId="urn:microsoft.com/office/officeart/2005/8/layout/pictureOrgChart+Icon"/>
    <dgm:cxn modelId="{4AB26170-AF4C-48DC-B86C-4BC2A3B3C41D}" type="presParOf" srcId="{8FC71D44-B9C5-4D7B-BD86-29B578AB2FCD}" destId="{567F29AE-7BB3-424C-835E-B7071BF8C258}" srcOrd="0" destOrd="0" presId="urn:microsoft.com/office/officeart/2005/8/layout/pictureOrgChart+Icon"/>
    <dgm:cxn modelId="{DD6A4EB6-4621-485A-BDB5-5E534B568D07}" type="presParOf" srcId="{567F29AE-7BB3-424C-835E-B7071BF8C258}" destId="{C414CFC3-CFFA-49C8-9FE8-F927E9409BA7}" srcOrd="0" destOrd="0" presId="urn:microsoft.com/office/officeart/2005/8/layout/pictureOrgChart+Icon"/>
    <dgm:cxn modelId="{07C63CBA-F467-4FC4-9631-C26527FAF23E}" type="presParOf" srcId="{567F29AE-7BB3-424C-835E-B7071BF8C258}" destId="{39AA421E-5CA3-4F63-A4EA-270B8F29668D}" srcOrd="1" destOrd="0" presId="urn:microsoft.com/office/officeart/2005/8/layout/pictureOrgChart+Icon"/>
    <dgm:cxn modelId="{0C94EC76-7E54-4E55-B31B-8796DA2592DC}" type="presParOf" srcId="{567F29AE-7BB3-424C-835E-B7071BF8C258}" destId="{3A8965E8-6E55-4100-BA5E-065E4D149397}" srcOrd="2" destOrd="0" presId="urn:microsoft.com/office/officeart/2005/8/layout/pictureOrgChart+Icon"/>
    <dgm:cxn modelId="{48409CCB-B157-4F8C-B989-3A9C1786C10D}" type="presParOf" srcId="{8FC71D44-B9C5-4D7B-BD86-29B578AB2FCD}" destId="{AF58B8BD-03B9-4D14-ACEE-BBD459505B36}" srcOrd="1" destOrd="0" presId="urn:microsoft.com/office/officeart/2005/8/layout/pictureOrgChart+Icon"/>
    <dgm:cxn modelId="{27AD2199-2F57-45A1-BC18-30B3E772CEA2}" type="presParOf" srcId="{8FC71D44-B9C5-4D7B-BD86-29B578AB2FCD}" destId="{C4D47C52-CDC6-4479-A104-6EF972F2C647}" srcOrd="2" destOrd="0" presId="urn:microsoft.com/office/officeart/2005/8/layout/pictureOrgChart+Icon"/>
    <dgm:cxn modelId="{FADD5528-71A4-447F-A9C4-D275CBC31961}" type="presParOf" srcId="{C9DAC255-CE26-446A-9EE5-CDF4D70E9B0E}" destId="{8686BF55-D240-45B9-B21E-AF541A409275}" srcOrd="2" destOrd="0" presId="urn:microsoft.com/office/officeart/2005/8/layout/pictureOrgChart+Icon"/>
    <dgm:cxn modelId="{89F2ECCF-4579-4897-AB7C-3E9B73B6550E}" type="presParOf" srcId="{F0685392-821D-4962-AD8A-893D58CFFDF4}" destId="{02ABEFEB-84C8-48A1-8915-1738402CB8B3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58B35C-FF3F-4CD7-B3EB-F451EE239A74}">
      <dsp:nvSpPr>
        <dsp:cNvPr id="0" name=""/>
        <dsp:cNvSpPr/>
      </dsp:nvSpPr>
      <dsp:spPr>
        <a:xfrm>
          <a:off x="4339114" y="3201296"/>
          <a:ext cx="396778" cy="1216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6786"/>
              </a:lnTo>
              <a:lnTo>
                <a:pt x="396778" y="12167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3626B-F767-438B-A857-114E25B39373}">
      <dsp:nvSpPr>
        <dsp:cNvPr id="0" name=""/>
        <dsp:cNvSpPr/>
      </dsp:nvSpPr>
      <dsp:spPr>
        <a:xfrm>
          <a:off x="3796851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744"/>
              </a:lnTo>
              <a:lnTo>
                <a:pt x="1600338" y="277744"/>
              </a:lnTo>
              <a:lnTo>
                <a:pt x="1600338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2E23F-7F70-43C0-B98E-B1E2277CF752}">
      <dsp:nvSpPr>
        <dsp:cNvPr id="0" name=""/>
        <dsp:cNvSpPr/>
      </dsp:nvSpPr>
      <dsp:spPr>
        <a:xfrm>
          <a:off x="1138438" y="3201296"/>
          <a:ext cx="396778" cy="12167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6786"/>
              </a:lnTo>
              <a:lnTo>
                <a:pt x="396778" y="12167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7D534-020A-430C-83AA-681C45BAB528}">
      <dsp:nvSpPr>
        <dsp:cNvPr id="0" name=""/>
        <dsp:cNvSpPr/>
      </dsp:nvSpPr>
      <dsp:spPr>
        <a:xfrm>
          <a:off x="2196513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1600338" y="0"/>
              </a:moveTo>
              <a:lnTo>
                <a:pt x="1600338" y="277744"/>
              </a:lnTo>
              <a:lnTo>
                <a:pt x="0" y="277744"/>
              </a:lnTo>
              <a:lnTo>
                <a:pt x="0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A7375B-3FB4-446B-89B5-0FB324552E89}">
      <dsp:nvSpPr>
        <dsp:cNvPr id="0" name=""/>
        <dsp:cNvSpPr/>
      </dsp:nvSpPr>
      <dsp:spPr>
        <a:xfrm>
          <a:off x="2474257" y="620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821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One</a:t>
          </a:r>
        </a:p>
      </dsp:txBody>
      <dsp:txXfrm>
        <a:off x="2474257" y="620"/>
        <a:ext cx="2645187" cy="1322593"/>
      </dsp:txXfrm>
    </dsp:sp>
    <dsp:sp modelId="{91937D88-B991-4743-922A-A43C4C3EA942}">
      <dsp:nvSpPr>
        <dsp:cNvPr id="0" name=""/>
        <dsp:cNvSpPr/>
      </dsp:nvSpPr>
      <dsp:spPr>
        <a:xfrm>
          <a:off x="2606517" y="132879"/>
          <a:ext cx="793556" cy="105807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4DA62-1DA3-44FB-B664-91A87C841E55}">
      <dsp:nvSpPr>
        <dsp:cNvPr id="0" name=""/>
        <dsp:cNvSpPr/>
      </dsp:nvSpPr>
      <dsp:spPr>
        <a:xfrm>
          <a:off x="873919" y="1878703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821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Two has a longer label</a:t>
          </a:r>
        </a:p>
      </dsp:txBody>
      <dsp:txXfrm>
        <a:off x="873919" y="1878703"/>
        <a:ext cx="2645187" cy="1322593"/>
      </dsp:txXfrm>
    </dsp:sp>
    <dsp:sp modelId="{BF936A99-2382-4E43-B942-0BFE86CE45C9}">
      <dsp:nvSpPr>
        <dsp:cNvPr id="0" name=""/>
        <dsp:cNvSpPr/>
      </dsp:nvSpPr>
      <dsp:spPr>
        <a:xfrm>
          <a:off x="1006178" y="2010962"/>
          <a:ext cx="793556" cy="105807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AF13E-8632-43F6-9D59-35B27630858F}">
      <dsp:nvSpPr>
        <dsp:cNvPr id="0" name=""/>
        <dsp:cNvSpPr/>
      </dsp:nvSpPr>
      <dsp:spPr>
        <a:xfrm>
          <a:off x="1535216" y="3756786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821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Five</a:t>
          </a:r>
        </a:p>
      </dsp:txBody>
      <dsp:txXfrm>
        <a:off x="1535216" y="3756786"/>
        <a:ext cx="2645187" cy="1322593"/>
      </dsp:txXfrm>
    </dsp:sp>
    <dsp:sp modelId="{E5C60584-AFF7-4C8F-890A-387C07ED91C9}">
      <dsp:nvSpPr>
        <dsp:cNvPr id="0" name=""/>
        <dsp:cNvSpPr/>
      </dsp:nvSpPr>
      <dsp:spPr>
        <a:xfrm>
          <a:off x="1667475" y="3889045"/>
          <a:ext cx="793556" cy="105807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FD8F1B-7389-4FD3-A734-78FABEA9DFA9}">
      <dsp:nvSpPr>
        <dsp:cNvPr id="0" name=""/>
        <dsp:cNvSpPr/>
      </dsp:nvSpPr>
      <dsp:spPr>
        <a:xfrm>
          <a:off x="4074596" y="1878703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821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Three</a:t>
          </a:r>
        </a:p>
      </dsp:txBody>
      <dsp:txXfrm>
        <a:off x="4074596" y="1878703"/>
        <a:ext cx="2645187" cy="1322593"/>
      </dsp:txXfrm>
    </dsp:sp>
    <dsp:sp modelId="{AC11986A-2172-418B-8E07-7E426BF73712}">
      <dsp:nvSpPr>
        <dsp:cNvPr id="0" name=""/>
        <dsp:cNvSpPr/>
      </dsp:nvSpPr>
      <dsp:spPr>
        <a:xfrm>
          <a:off x="4206855" y="2010962"/>
          <a:ext cx="793556" cy="105807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4CFC3-CFFA-49C8-9FE8-F927E9409BA7}">
      <dsp:nvSpPr>
        <dsp:cNvPr id="0" name=""/>
        <dsp:cNvSpPr/>
      </dsp:nvSpPr>
      <dsp:spPr>
        <a:xfrm>
          <a:off x="4735893" y="3756786"/>
          <a:ext cx="2645187" cy="1322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821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Four</a:t>
          </a:r>
        </a:p>
      </dsp:txBody>
      <dsp:txXfrm>
        <a:off x="4735893" y="3756786"/>
        <a:ext cx="2645187" cy="1322593"/>
      </dsp:txXfrm>
    </dsp:sp>
    <dsp:sp modelId="{39AA421E-5CA3-4F63-A4EA-270B8F29668D}">
      <dsp:nvSpPr>
        <dsp:cNvPr id="0" name=""/>
        <dsp:cNvSpPr/>
      </dsp:nvSpPr>
      <dsp:spPr>
        <a:xfrm>
          <a:off x="4868152" y="3889045"/>
          <a:ext cx="793556" cy="105807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E728-D963-745F-6687-D5B4B193A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99610-3BFA-A9F2-6333-DF52A087F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91284-3DEA-95A4-66D9-C9073781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44093-33D6-E479-31BC-7E0C410D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6912E-D1FF-0940-1BF5-BA442AAE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4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B328-6EC8-01BE-FEF3-BF87C58C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EA51-0251-4626-E5A7-EDA8E4B93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C0115-E9D4-00E7-4D37-76955FC2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BAD25-4E70-B32B-3411-4E0B4DC0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18E04-EA02-2637-ED89-799B335F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9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E176-38DF-87F9-CD3A-D0913BAF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1DB08-156E-8FCF-E651-925003CCE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F371E-0244-5566-30A6-7A12F3F1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51D05-07B0-B8A9-A12E-5C4326F5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E71DB-27DF-8A73-DF84-22EC7DBD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4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9017-0755-1583-885B-C7D45DC1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D2DF-F859-FCBB-71AC-CD0AA1558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36590-38C1-0B75-EBDF-3F89D69A0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E3ACE-6D3E-D331-999F-3C8BC343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BC59E-0BB1-FD32-86A0-C393FC76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4E706-411B-7A93-67A8-009F551B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03CA-C12D-555C-8374-28455DE5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FEEE9-43BA-D332-9BFE-3DB2E68EC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98183-28D2-0AEB-4750-D90052C53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1AC99-19C5-0C65-81AF-0D159FF8C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7B868-ED87-901D-4424-86A94B568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CAA90-3DB0-ADB9-1BE8-BFE69884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77889-56AB-20EE-865D-896D2CB1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6B79B-AEF8-130E-3E87-FFB5334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7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CF74-E8AC-446D-098C-A8BBFF1F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EAE5D-3EBF-C393-FD30-5A236684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4B4C0-7B68-AF3F-7D81-8F58A1BB5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CDA82-8685-1C4F-F8C9-641BF102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94550-C031-0712-2437-1714209E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54D1C-D664-DACA-70EC-D44072DC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20CAA-BC01-0BD4-2E4B-7DFAA404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46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A308-5634-85AB-6BFB-3A8D3F9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DCD3-2862-D58D-7AD7-084D27BE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B544B-59AD-B789-6623-F07FF5BE7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27F9E-119F-7E9D-0BA2-89492FA3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8A67D-4300-71CB-7616-24ACD14A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56DC5-DA8E-D5FE-7A22-1BC81405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0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11A0-7286-3859-D01B-749C6C7B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49D0B-2A8D-60CD-8FE7-C211F7338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0B785-C5E4-F6FF-84BF-615DC7B32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0FB36-AAE1-4A20-6DA9-3852CB1B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B8884-2DB0-24AA-158F-39F6EDE4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93038-3A7B-C5FB-89AB-978EA10A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2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929C-7BAF-963F-A681-5D0491C27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224EB-9BCD-97B3-D912-DBA796AB9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8688A-E3DE-9269-49AE-9C65E77D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CF8FC-F3B2-A73F-59BD-9520750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67556-06B0-2CA2-3BD8-3E11DB85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7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C9795-6FD2-D259-BC36-98FA195DE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62CA0-2734-BF01-49F3-EA24D5735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BACB-7887-97B5-510D-4FEAD4F0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46CD7-23EF-3739-478C-C8AA2E6C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AD082-0C57-5B78-B1D8-260E4A7F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8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9345C-9279-1C54-1BEB-D7F4DD33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B5A58-CD8D-9870-B87C-6E099A8F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36C0C-1337-156B-0CCF-BBE5DCB58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2950E-52A1-43F1-BDA5-8ED10F5A30C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EB7-0443-7D00-2BE7-1F3423FA4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27E93-DDA6-AB3A-28D3-A49D89EBA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D1C6B-D8A5-4481-A3CE-21B7FC40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1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BA59125-55A6-0E86-3AC8-9950FC6DF0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23552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135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2026-09-06T08:14:24Z</dcterms:created>
  <dcterms:modified xsi:type="dcterms:W3CDTF">2026-09-06T08:14:24Z</dcterms:modified>
</cp:coreProperties>
</file>