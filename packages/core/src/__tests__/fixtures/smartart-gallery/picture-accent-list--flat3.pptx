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7AB06D-B3B4-4421-984A-008F09DBBEFA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8E73EF-48EA-4B7C-BD0E-7DF1405DA6DF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2BA56F31-AC23-454F-B4D0-196B9BC9CC25}" type="parTrans" cxnId="{458D5DBB-741B-4EBD-A2A0-85EE8EF755A7}">
      <dgm:prSet/>
      <dgm:spPr/>
    </dgm:pt>
    <dgm:pt modelId="{9378E083-AF91-4C47-B25F-201F3ED8E8C7}" type="sibTrans" cxnId="{458D5DBB-741B-4EBD-A2A0-85EE8EF755A7}">
      <dgm:prSet/>
      <dgm:spPr/>
    </dgm:pt>
    <dgm:pt modelId="{EED96E06-7CA6-479D-A4C2-1C0527899D46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95B46228-E062-4A92-B234-D664260D3BE5}" type="parTrans" cxnId="{76658D2B-70E1-4155-963A-4D784885B4DF}">
      <dgm:prSet/>
      <dgm:spPr/>
    </dgm:pt>
    <dgm:pt modelId="{02506DFD-08AA-47B2-9B3D-5FF1F6955F46}" type="sibTrans" cxnId="{76658D2B-70E1-4155-963A-4D784885B4DF}">
      <dgm:prSet/>
      <dgm:spPr/>
    </dgm:pt>
    <dgm:pt modelId="{17DFC965-DA20-47D3-A36E-628FABCAA1BC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0368DEE0-C555-4B61-AF7F-273A449C5E65}" type="parTrans" cxnId="{19F326C8-C74C-43CC-A65D-84EC8A03BB59}">
      <dgm:prSet/>
      <dgm:spPr/>
    </dgm:pt>
    <dgm:pt modelId="{3DCA3CC7-5216-4B26-B661-0EFD0743129E}" type="sibTrans" cxnId="{19F326C8-C74C-43CC-A65D-84EC8A03BB59}">
      <dgm:prSet/>
      <dgm:spPr/>
    </dgm:pt>
    <dgm:pt modelId="{90B5E98C-332F-4DDF-B31E-F23A2EB30DFF}" type="pres">
      <dgm:prSet presAssocID="{AE7AB06D-B3B4-4421-984A-008F09DBBEFA}" presName="linearFlow" presStyleCnt="0">
        <dgm:presLayoutVars>
          <dgm:dir/>
          <dgm:animLvl val="lvl"/>
          <dgm:resizeHandles/>
        </dgm:presLayoutVars>
      </dgm:prSet>
      <dgm:spPr/>
    </dgm:pt>
    <dgm:pt modelId="{49454D1B-75BA-42A2-B9F8-324983DAB04E}" type="pres">
      <dgm:prSet presAssocID="{DA8E73EF-48EA-4B7C-BD0E-7DF1405DA6DF}" presName="compositeNode" presStyleCnt="0">
        <dgm:presLayoutVars>
          <dgm:bulletEnabled val="1"/>
        </dgm:presLayoutVars>
      </dgm:prSet>
      <dgm:spPr/>
    </dgm:pt>
    <dgm:pt modelId="{6F7A0381-B4F8-49E9-AB99-9325C943B51C}" type="pres">
      <dgm:prSet presAssocID="{DA8E73EF-48EA-4B7C-BD0E-7DF1405DA6DF}" presName="image" presStyleLbl="fgImgPlace1" presStyleIdx="0" presStyleCnt="3"/>
      <dgm:spPr/>
    </dgm:pt>
    <dgm:pt modelId="{FD95399D-239D-4AEB-8A09-4FA74EE34B2C}" type="pres">
      <dgm:prSet presAssocID="{DA8E73EF-48EA-4B7C-BD0E-7DF1405DA6DF}" presName="childNode" presStyleLbl="node1" presStyleIdx="0" presStyleCnt="3">
        <dgm:presLayoutVars>
          <dgm:bulletEnabled val="1"/>
        </dgm:presLayoutVars>
      </dgm:prSet>
      <dgm:spPr/>
    </dgm:pt>
    <dgm:pt modelId="{8A260341-224E-4456-AEFA-5D89A1E339B4}" type="pres">
      <dgm:prSet presAssocID="{DA8E73EF-48EA-4B7C-BD0E-7DF1405DA6DF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E4D99370-6927-4D3D-B03F-40FC475B8302}" type="pres">
      <dgm:prSet presAssocID="{9378E083-AF91-4C47-B25F-201F3ED8E8C7}" presName="sibTrans" presStyleCnt="0"/>
      <dgm:spPr/>
    </dgm:pt>
    <dgm:pt modelId="{B08A9E0C-EEC9-4347-89F5-500F2E37A6DB}" type="pres">
      <dgm:prSet presAssocID="{EED96E06-7CA6-479D-A4C2-1C0527899D46}" presName="compositeNode" presStyleCnt="0">
        <dgm:presLayoutVars>
          <dgm:bulletEnabled val="1"/>
        </dgm:presLayoutVars>
      </dgm:prSet>
      <dgm:spPr/>
    </dgm:pt>
    <dgm:pt modelId="{AE53D0AF-1EF4-4B38-8A23-A58A7C61FC94}" type="pres">
      <dgm:prSet presAssocID="{EED96E06-7CA6-479D-A4C2-1C0527899D46}" presName="image" presStyleLbl="fgImgPlace1" presStyleIdx="1" presStyleCnt="3"/>
      <dgm:spPr/>
    </dgm:pt>
    <dgm:pt modelId="{D1C9D267-279A-4311-AFA9-49E97D813098}" type="pres">
      <dgm:prSet presAssocID="{EED96E06-7CA6-479D-A4C2-1C0527899D46}" presName="childNode" presStyleLbl="node1" presStyleIdx="1" presStyleCnt="3">
        <dgm:presLayoutVars>
          <dgm:bulletEnabled val="1"/>
        </dgm:presLayoutVars>
      </dgm:prSet>
      <dgm:spPr/>
    </dgm:pt>
    <dgm:pt modelId="{5C88BB79-6C6A-4FA7-B419-9120DB2044FF}" type="pres">
      <dgm:prSet presAssocID="{EED96E06-7CA6-479D-A4C2-1C0527899D46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BE925982-F2F7-44A3-9000-FDAF6B9ADE8F}" type="pres">
      <dgm:prSet presAssocID="{02506DFD-08AA-47B2-9B3D-5FF1F6955F46}" presName="sibTrans" presStyleCnt="0"/>
      <dgm:spPr/>
    </dgm:pt>
    <dgm:pt modelId="{5740CCF0-619E-40C2-B111-9640852C65BE}" type="pres">
      <dgm:prSet presAssocID="{17DFC965-DA20-47D3-A36E-628FABCAA1BC}" presName="compositeNode" presStyleCnt="0">
        <dgm:presLayoutVars>
          <dgm:bulletEnabled val="1"/>
        </dgm:presLayoutVars>
      </dgm:prSet>
      <dgm:spPr/>
    </dgm:pt>
    <dgm:pt modelId="{9D3CAA17-DD18-4522-B00C-83235657662C}" type="pres">
      <dgm:prSet presAssocID="{17DFC965-DA20-47D3-A36E-628FABCAA1BC}" presName="image" presStyleLbl="fgImgPlace1" presStyleIdx="2" presStyleCnt="3"/>
      <dgm:spPr/>
    </dgm:pt>
    <dgm:pt modelId="{B2AFC9A5-5D71-454B-8046-EB81E67A61C5}" type="pres">
      <dgm:prSet presAssocID="{17DFC965-DA20-47D3-A36E-628FABCAA1BC}" presName="childNode" presStyleLbl="node1" presStyleIdx="2" presStyleCnt="3">
        <dgm:presLayoutVars>
          <dgm:bulletEnabled val="1"/>
        </dgm:presLayoutVars>
      </dgm:prSet>
      <dgm:spPr/>
    </dgm:pt>
    <dgm:pt modelId="{1DE84B75-3DA8-4DB4-943B-60647FE72356}" type="pres">
      <dgm:prSet presAssocID="{17DFC965-DA20-47D3-A36E-628FABCAA1BC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76658D2B-70E1-4155-963A-4D784885B4DF}" srcId="{AE7AB06D-B3B4-4421-984A-008F09DBBEFA}" destId="{EED96E06-7CA6-479D-A4C2-1C0527899D46}" srcOrd="1" destOrd="0" parTransId="{95B46228-E062-4A92-B234-D664260D3BE5}" sibTransId="{02506DFD-08AA-47B2-9B3D-5FF1F6955F46}"/>
    <dgm:cxn modelId="{827C3534-1BAD-4DC2-B5CC-B269F6621B3F}" type="presOf" srcId="{EED96E06-7CA6-479D-A4C2-1C0527899D46}" destId="{5C88BB79-6C6A-4FA7-B419-9120DB2044FF}" srcOrd="0" destOrd="0" presId="urn:microsoft.com/office/officeart/2005/8/layout/hList2"/>
    <dgm:cxn modelId="{0C05E95C-CE95-4D35-A5B5-CC97AB850451}" type="presOf" srcId="{DA8E73EF-48EA-4B7C-BD0E-7DF1405DA6DF}" destId="{8A260341-224E-4456-AEFA-5D89A1E339B4}" srcOrd="0" destOrd="0" presId="urn:microsoft.com/office/officeart/2005/8/layout/hList2"/>
    <dgm:cxn modelId="{2060539E-03C6-43F5-AD32-51E2E4D0B155}" type="presOf" srcId="{17DFC965-DA20-47D3-A36E-628FABCAA1BC}" destId="{1DE84B75-3DA8-4DB4-943B-60647FE72356}" srcOrd="0" destOrd="0" presId="urn:microsoft.com/office/officeart/2005/8/layout/hList2"/>
    <dgm:cxn modelId="{458D5DBB-741B-4EBD-A2A0-85EE8EF755A7}" srcId="{AE7AB06D-B3B4-4421-984A-008F09DBBEFA}" destId="{DA8E73EF-48EA-4B7C-BD0E-7DF1405DA6DF}" srcOrd="0" destOrd="0" parTransId="{2BA56F31-AC23-454F-B4D0-196B9BC9CC25}" sibTransId="{9378E083-AF91-4C47-B25F-201F3ED8E8C7}"/>
    <dgm:cxn modelId="{19F326C8-C74C-43CC-A65D-84EC8A03BB59}" srcId="{AE7AB06D-B3B4-4421-984A-008F09DBBEFA}" destId="{17DFC965-DA20-47D3-A36E-628FABCAA1BC}" srcOrd="2" destOrd="0" parTransId="{0368DEE0-C555-4B61-AF7F-273A449C5E65}" sibTransId="{3DCA3CC7-5216-4B26-B661-0EFD0743129E}"/>
    <dgm:cxn modelId="{2A8913EE-60DC-4656-828C-DE4E508C2BE1}" type="presOf" srcId="{AE7AB06D-B3B4-4421-984A-008F09DBBEFA}" destId="{90B5E98C-332F-4DDF-B31E-F23A2EB30DFF}" srcOrd="0" destOrd="0" presId="urn:microsoft.com/office/officeart/2005/8/layout/hList2"/>
    <dgm:cxn modelId="{3BC2B9BE-2C59-4D66-8D66-4378941E9579}" type="presParOf" srcId="{90B5E98C-332F-4DDF-B31E-F23A2EB30DFF}" destId="{49454D1B-75BA-42A2-B9F8-324983DAB04E}" srcOrd="0" destOrd="0" presId="urn:microsoft.com/office/officeart/2005/8/layout/hList2"/>
    <dgm:cxn modelId="{A25E0B74-D60C-47E8-96E4-0F5482A90095}" type="presParOf" srcId="{49454D1B-75BA-42A2-B9F8-324983DAB04E}" destId="{6F7A0381-B4F8-49E9-AB99-9325C943B51C}" srcOrd="0" destOrd="0" presId="urn:microsoft.com/office/officeart/2005/8/layout/hList2"/>
    <dgm:cxn modelId="{AE26794E-315E-4D22-A589-C775A496A262}" type="presParOf" srcId="{49454D1B-75BA-42A2-B9F8-324983DAB04E}" destId="{FD95399D-239D-4AEB-8A09-4FA74EE34B2C}" srcOrd="1" destOrd="0" presId="urn:microsoft.com/office/officeart/2005/8/layout/hList2"/>
    <dgm:cxn modelId="{E23B7E2D-6C7A-43D1-A065-5EE327F6CD8B}" type="presParOf" srcId="{49454D1B-75BA-42A2-B9F8-324983DAB04E}" destId="{8A260341-224E-4456-AEFA-5D89A1E339B4}" srcOrd="2" destOrd="0" presId="urn:microsoft.com/office/officeart/2005/8/layout/hList2"/>
    <dgm:cxn modelId="{4104BD5B-C764-4A0D-8850-461B0D18E8E7}" type="presParOf" srcId="{90B5E98C-332F-4DDF-B31E-F23A2EB30DFF}" destId="{E4D99370-6927-4D3D-B03F-40FC475B8302}" srcOrd="1" destOrd="0" presId="urn:microsoft.com/office/officeart/2005/8/layout/hList2"/>
    <dgm:cxn modelId="{C524BE2C-D057-49DE-BB1A-4A2C4B378FF4}" type="presParOf" srcId="{90B5E98C-332F-4DDF-B31E-F23A2EB30DFF}" destId="{B08A9E0C-EEC9-4347-89F5-500F2E37A6DB}" srcOrd="2" destOrd="0" presId="urn:microsoft.com/office/officeart/2005/8/layout/hList2"/>
    <dgm:cxn modelId="{BCEA8CE7-C6BF-4174-860D-4FDA25E3E17B}" type="presParOf" srcId="{B08A9E0C-EEC9-4347-89F5-500F2E37A6DB}" destId="{AE53D0AF-1EF4-4B38-8A23-A58A7C61FC94}" srcOrd="0" destOrd="0" presId="urn:microsoft.com/office/officeart/2005/8/layout/hList2"/>
    <dgm:cxn modelId="{91DBA905-79E2-4F9B-A103-EB90BB7AD377}" type="presParOf" srcId="{B08A9E0C-EEC9-4347-89F5-500F2E37A6DB}" destId="{D1C9D267-279A-4311-AFA9-49E97D813098}" srcOrd="1" destOrd="0" presId="urn:microsoft.com/office/officeart/2005/8/layout/hList2"/>
    <dgm:cxn modelId="{1FF36131-0F0C-4871-B2D4-34681E0586D1}" type="presParOf" srcId="{B08A9E0C-EEC9-4347-89F5-500F2E37A6DB}" destId="{5C88BB79-6C6A-4FA7-B419-9120DB2044FF}" srcOrd="2" destOrd="0" presId="urn:microsoft.com/office/officeart/2005/8/layout/hList2"/>
    <dgm:cxn modelId="{5264BB52-0D6A-4054-AE98-CBA780657D81}" type="presParOf" srcId="{90B5E98C-332F-4DDF-B31E-F23A2EB30DFF}" destId="{BE925982-F2F7-44A3-9000-FDAF6B9ADE8F}" srcOrd="3" destOrd="0" presId="urn:microsoft.com/office/officeart/2005/8/layout/hList2"/>
    <dgm:cxn modelId="{6913AB21-23CA-4A74-A9E0-0C95948F8D4F}" type="presParOf" srcId="{90B5E98C-332F-4DDF-B31E-F23A2EB30DFF}" destId="{5740CCF0-619E-40C2-B111-9640852C65BE}" srcOrd="4" destOrd="0" presId="urn:microsoft.com/office/officeart/2005/8/layout/hList2"/>
    <dgm:cxn modelId="{B9127CAD-DBB0-4438-92BC-B137C806D6CB}" type="presParOf" srcId="{5740CCF0-619E-40C2-B111-9640852C65BE}" destId="{9D3CAA17-DD18-4522-B00C-83235657662C}" srcOrd="0" destOrd="0" presId="urn:microsoft.com/office/officeart/2005/8/layout/hList2"/>
    <dgm:cxn modelId="{DB905897-7E67-4783-BFA1-4F61AF2CCC6E}" type="presParOf" srcId="{5740CCF0-619E-40C2-B111-9640852C65BE}" destId="{B2AFC9A5-5D71-454B-8046-EB81E67A61C5}" srcOrd="1" destOrd="0" presId="urn:microsoft.com/office/officeart/2005/8/layout/hList2"/>
    <dgm:cxn modelId="{8D6A81B4-F4DF-43DA-858C-7A74F03C1C2C}" type="presParOf" srcId="{5740CCF0-619E-40C2-B111-9640852C65BE}" destId="{1DE84B75-3DA8-4DB4-943B-60647FE72356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60341-224E-4456-AEFA-5D89A1E339B4}">
      <dsp:nvSpPr>
        <dsp:cNvPr id="0" name=""/>
        <dsp:cNvSpPr/>
      </dsp:nvSpPr>
      <dsp:spPr>
        <a:xfrm rot="16200000">
          <a:off x="-1732967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Alpha</a:t>
          </a:r>
        </a:p>
      </dsp:txBody>
      <dsp:txXfrm>
        <a:off x="-1732967" y="2603689"/>
        <a:ext cx="3962400" cy="398059"/>
      </dsp:txXfrm>
    </dsp:sp>
    <dsp:sp modelId="{FD95399D-239D-4AEB-8A09-4FA74EE34B2C}">
      <dsp:nvSpPr>
        <dsp:cNvPr id="0" name=""/>
        <dsp:cNvSpPr/>
      </dsp:nvSpPr>
      <dsp:spPr>
        <a:xfrm>
          <a:off x="447262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A0381-B4F8-49E9-AB99-9325C943B51C}">
      <dsp:nvSpPr>
        <dsp:cNvPr id="0" name=""/>
        <dsp:cNvSpPr/>
      </dsp:nvSpPr>
      <dsp:spPr>
        <a:xfrm>
          <a:off x="49202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8BB79-6C6A-4FA7-B419-9120DB2044FF}">
      <dsp:nvSpPr>
        <dsp:cNvPr id="0" name=""/>
        <dsp:cNvSpPr/>
      </dsp:nvSpPr>
      <dsp:spPr>
        <a:xfrm rot="16200000">
          <a:off x="1154920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Beta has a noticeably longer label than the others</a:t>
          </a:r>
        </a:p>
      </dsp:txBody>
      <dsp:txXfrm>
        <a:off x="1154920" y="2603689"/>
        <a:ext cx="3962400" cy="398059"/>
      </dsp:txXfrm>
    </dsp:sp>
    <dsp:sp modelId="{D1C9D267-279A-4311-AFA9-49E97D813098}">
      <dsp:nvSpPr>
        <dsp:cNvPr id="0" name=""/>
        <dsp:cNvSpPr/>
      </dsp:nvSpPr>
      <dsp:spPr>
        <a:xfrm>
          <a:off x="3335150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53D0AF-1EF4-4B38-8A23-A58A7C61FC94}">
      <dsp:nvSpPr>
        <dsp:cNvPr id="0" name=""/>
        <dsp:cNvSpPr/>
      </dsp:nvSpPr>
      <dsp:spPr>
        <a:xfrm>
          <a:off x="2937090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E84B75-3DA8-4DB4-943B-60647FE72356}">
      <dsp:nvSpPr>
        <dsp:cNvPr id="0" name=""/>
        <dsp:cNvSpPr/>
      </dsp:nvSpPr>
      <dsp:spPr>
        <a:xfrm rot="16200000">
          <a:off x="4042808" y="2603689"/>
          <a:ext cx="3962400" cy="398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51066" bIns="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Gamma</a:t>
          </a:r>
        </a:p>
      </dsp:txBody>
      <dsp:txXfrm>
        <a:off x="4042808" y="2603689"/>
        <a:ext cx="3962400" cy="398059"/>
      </dsp:txXfrm>
    </dsp:sp>
    <dsp:sp modelId="{B2AFC9A5-5D71-454B-8046-EB81E67A61C5}">
      <dsp:nvSpPr>
        <dsp:cNvPr id="0" name=""/>
        <dsp:cNvSpPr/>
      </dsp:nvSpPr>
      <dsp:spPr>
        <a:xfrm>
          <a:off x="6223038" y="821519"/>
          <a:ext cx="1982758" cy="39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CAA17-DD18-4522-B00C-83235657662C}">
      <dsp:nvSpPr>
        <dsp:cNvPr id="0" name=""/>
        <dsp:cNvSpPr/>
      </dsp:nvSpPr>
      <dsp:spPr>
        <a:xfrm>
          <a:off x="5824979" y="296080"/>
          <a:ext cx="796119" cy="79611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1D43-E249-CB07-19D8-4F8F7BB0C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B09E2-B58B-3A8A-F9D0-A84EB6753A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3ED0A-D29F-0A8D-3304-ACEE49F92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B8854-C4A8-E11B-9A27-A1B33981F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FD7EA-6CF2-F864-FB46-5360822E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6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8064F-9504-65A3-BEED-EFDFF6867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4F08-2B48-F453-052B-E0A2E6FD0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65F94-8CBC-DA44-8084-E026A68D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3B8AC-1253-3C40-4462-7481FB42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93E0A-E3C0-E12B-1538-805F0BF67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2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A88C-2CF6-20F7-9AE9-6E88FBA1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D4FF5-7CFE-6220-2980-716DCBF7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A4C99-6185-4490-F2B2-702EE2C2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8653E-2C35-2863-0D4F-C717ABB6B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2198C-DC79-1FDB-9351-8C589E84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3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7731-848F-C230-DD98-1DA6D37EB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D71A5-919F-B558-D5E3-06B20B380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B365C-1D43-DC99-E64C-11E57449D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323F1-537F-04CB-9359-093BC3C99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321D1-4559-4CBE-84D8-737FD56FC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6C357-25DD-D9C2-166B-7941E579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F956-DD7D-2FFD-13F5-C8C36B4F5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9F5C0-8F7E-E177-381B-4AC334DAC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34838-0D37-73BA-1A16-BD2DBA6E9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0451D-42BC-E811-09F7-C017463AE7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D75C2-2E8E-317F-F1D5-2A4F1FAAFA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7F32CA-E001-44C7-F07D-38279B227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4F0F0F-2C9C-40F9-557D-F5D245C0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0F1C38-82AA-A9BE-8150-6C648430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5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0CB4-6925-2F7A-7F6E-232799E7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70B17-EC9E-A763-1D5A-9847EC614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9669B1-14F3-BF9C-3E21-F3EF5D5F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9A1D3-6272-35D5-8C82-15531C5B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56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048C8-17DB-285A-12AD-8B4F3A4D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A62CA-DEC7-5863-2764-07B19C01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6E139-5F99-79C9-830F-FD7C3611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6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083F6-6331-6F97-9C28-2CEED2B29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88977-C9A2-DEAA-2B86-C36BAB2B1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41254-806C-8E78-2040-1E0AB5FF6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1D041-9D9F-7394-117A-99FFE935F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6AC31-BE26-BF4F-D451-B3864695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F32B7-58C9-30D2-7D75-829EE9D9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5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F022-D842-9280-66EB-8713D48A8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5DFC24-728E-06EC-E42B-678E397393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0A5DF-DCC8-F542-7109-A096EA7F6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F1B9A-DB43-908A-2815-FE052A62E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1CD-5BE0-8781-893C-20E18594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E508D-0690-EDB5-0C34-8DF37F30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7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6EB4-E4B3-C509-7100-2326137C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8894D-9CAD-88A5-73A6-B5F1A69DA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99E79-01E4-4235-5966-7CF5C8A79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E1327-A818-E701-7941-DB26A3D02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5586E-8ECE-27D7-1035-8FECAB7A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39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2D6A81-2885-A966-5D3E-90D489BDB5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3EF2D-C413-961B-A768-C0FC6D124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5A627-6C7D-10A8-F6AA-AB79113B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98357-053B-DEC2-C1EF-76B969678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74ABC-7255-A9EE-8257-9325DEA5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8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8E0982-9E38-7C24-28EF-DE4D18EC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D108D-6D92-879B-FFC6-FB039A03C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7F0A1-0105-4321-3F46-1E3B2812E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17F756-F5D2-4830-BC95-8E33690B293B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C4F05-F982-A6A5-EC82-714EB79FB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CBAD4-20AC-BF73-E86B-ED5BFFBD4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80F13-6C14-42F3-9D39-E68F1FDD6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7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6ADC16D-695A-D0A7-48FD-082F039F90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612371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089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2026-09-06T08:12:44Z</dcterms:created>
  <dcterms:modified xsi:type="dcterms:W3CDTF">2026-09-06T08:12:45Z</dcterms:modified>
</cp:coreProperties>
</file>