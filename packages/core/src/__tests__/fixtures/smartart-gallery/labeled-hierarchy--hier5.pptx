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DCA31C-7715-48B7-8F67-760E0A5D502E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5792C0-5204-4D37-9571-2FB13851A837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39C5B683-15D7-4AA8-AE13-517138B8186D}" type="parTrans" cxnId="{8A4327EB-B2CF-4F1A-A640-8DBDADAC9FD3}">
      <dgm:prSet/>
      <dgm:spPr/>
    </dgm:pt>
    <dgm:pt modelId="{E94DD061-E34A-445F-80ED-35A2ED08567A}" type="sibTrans" cxnId="{8A4327EB-B2CF-4F1A-A640-8DBDADAC9FD3}">
      <dgm:prSet/>
      <dgm:spPr/>
    </dgm:pt>
    <dgm:pt modelId="{E5874F6A-96CC-42F7-A0A7-0CC7F9727BC0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AC7D685A-9ECE-4063-B11D-27A47130BFE1}" type="parTrans" cxnId="{4171FB39-E9F4-41CB-A647-11CEEABAF001}">
      <dgm:prSet/>
      <dgm:spPr/>
    </dgm:pt>
    <dgm:pt modelId="{B78F4E70-87C2-4990-9819-4B880A3F01BA}" type="sibTrans" cxnId="{4171FB39-E9F4-41CB-A647-11CEEABAF001}">
      <dgm:prSet/>
      <dgm:spPr/>
    </dgm:pt>
    <dgm:pt modelId="{BFC7E1AD-D1B7-418A-925E-0CE20135A88A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287BDB5C-26DF-4247-B46E-2273561DFA14}" type="parTrans" cxnId="{19F57E0E-3A1D-432F-B191-2CF228FE65D7}">
      <dgm:prSet/>
      <dgm:spPr/>
    </dgm:pt>
    <dgm:pt modelId="{DFD8D19C-48CC-4470-800D-156213C00ABB}" type="sibTrans" cxnId="{19F57E0E-3A1D-432F-B191-2CF228FE65D7}">
      <dgm:prSet/>
      <dgm:spPr/>
    </dgm:pt>
    <dgm:pt modelId="{F1D7B48E-0C46-4819-B563-1F909F91AD88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5BC30EE6-CFD5-42F4-896E-439E34B0EE97}" type="parTrans" cxnId="{1DBF3417-DCFC-40A0-9724-F37761F836DF}">
      <dgm:prSet/>
      <dgm:spPr/>
    </dgm:pt>
    <dgm:pt modelId="{B680E3FE-06B8-440B-8E4E-5A0FF046833C}" type="sibTrans" cxnId="{1DBF3417-DCFC-40A0-9724-F37761F836DF}">
      <dgm:prSet/>
      <dgm:spPr/>
    </dgm:pt>
    <dgm:pt modelId="{E8EFBCFE-F6C8-4199-AF63-9AA3F15A2C0B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8B553DCF-5247-43D1-B2AC-E8E1AC841BDF}" type="parTrans" cxnId="{27B00D94-95A5-43B4-AC5F-DAF0F346A859}">
      <dgm:prSet/>
      <dgm:spPr/>
    </dgm:pt>
    <dgm:pt modelId="{389E8953-533B-4565-AEF7-45EAF2F1DE00}" type="sibTrans" cxnId="{27B00D94-95A5-43B4-AC5F-DAF0F346A859}">
      <dgm:prSet/>
      <dgm:spPr/>
    </dgm:pt>
    <dgm:pt modelId="{835141A6-B365-43EB-B0AF-3C49EAA5EC09}" type="pres">
      <dgm:prSet presAssocID="{5CDCA31C-7715-48B7-8F67-760E0A5D502E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24678DA-92C0-4FE3-8A13-E49A53327288}" type="pres">
      <dgm:prSet presAssocID="{5CDCA31C-7715-48B7-8F67-760E0A5D502E}" presName="hierFlow" presStyleCnt="0"/>
      <dgm:spPr/>
    </dgm:pt>
    <dgm:pt modelId="{CD4F782F-4A02-460E-B45C-5414019CFB97}" type="pres">
      <dgm:prSet presAssocID="{5CDCA31C-7715-48B7-8F67-760E0A5D502E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43A211F4-9EBE-40BE-B4BA-F8AB0504635D}" type="pres">
      <dgm:prSet presAssocID="{325792C0-5204-4D37-9571-2FB13851A837}" presName="Name14" presStyleCnt="0"/>
      <dgm:spPr/>
    </dgm:pt>
    <dgm:pt modelId="{674CF34D-DF91-4C7F-8DFD-10E65C162A54}" type="pres">
      <dgm:prSet presAssocID="{325792C0-5204-4D37-9571-2FB13851A837}" presName="level1Shape" presStyleLbl="node0" presStyleIdx="0" presStyleCnt="1">
        <dgm:presLayoutVars>
          <dgm:chPref val="3"/>
        </dgm:presLayoutVars>
      </dgm:prSet>
      <dgm:spPr/>
    </dgm:pt>
    <dgm:pt modelId="{20D1F9C3-625A-4998-8F6F-F21991145B0D}" type="pres">
      <dgm:prSet presAssocID="{325792C0-5204-4D37-9571-2FB13851A837}" presName="hierChild2" presStyleCnt="0"/>
      <dgm:spPr/>
    </dgm:pt>
    <dgm:pt modelId="{D6F00D32-C3D3-4AF7-836D-3D4C85BDD28C}" type="pres">
      <dgm:prSet presAssocID="{AC7D685A-9ECE-4063-B11D-27A47130BFE1}" presName="Name19" presStyleLbl="parChTrans1D2" presStyleIdx="0" presStyleCnt="2"/>
      <dgm:spPr/>
    </dgm:pt>
    <dgm:pt modelId="{50592B77-E6AB-4AAD-8586-CF0208AAE93F}" type="pres">
      <dgm:prSet presAssocID="{E5874F6A-96CC-42F7-A0A7-0CC7F9727BC0}" presName="Name21" presStyleCnt="0"/>
      <dgm:spPr/>
    </dgm:pt>
    <dgm:pt modelId="{B9ED9A26-F92F-4FB8-A1FD-BEB6EA9620FF}" type="pres">
      <dgm:prSet presAssocID="{E5874F6A-96CC-42F7-A0A7-0CC7F9727BC0}" presName="level2Shape" presStyleLbl="node2" presStyleIdx="0" presStyleCnt="2"/>
      <dgm:spPr/>
    </dgm:pt>
    <dgm:pt modelId="{6FF1714E-59E7-43DB-8BBA-EF21E65E9517}" type="pres">
      <dgm:prSet presAssocID="{E5874F6A-96CC-42F7-A0A7-0CC7F9727BC0}" presName="hierChild3" presStyleCnt="0"/>
      <dgm:spPr/>
    </dgm:pt>
    <dgm:pt modelId="{EF91A95A-D0CC-49B3-A925-691F084A5BFF}" type="pres">
      <dgm:prSet presAssocID="{8B553DCF-5247-43D1-B2AC-E8E1AC841BDF}" presName="Name19" presStyleLbl="parChTrans1D3" presStyleIdx="0" presStyleCnt="2"/>
      <dgm:spPr/>
    </dgm:pt>
    <dgm:pt modelId="{4036F8BD-86F7-4610-B5B8-F605E97456EC}" type="pres">
      <dgm:prSet presAssocID="{E8EFBCFE-F6C8-4199-AF63-9AA3F15A2C0B}" presName="Name21" presStyleCnt="0"/>
      <dgm:spPr/>
    </dgm:pt>
    <dgm:pt modelId="{40353A55-9EB3-45F9-BEBA-EE86CF5EAB21}" type="pres">
      <dgm:prSet presAssocID="{E8EFBCFE-F6C8-4199-AF63-9AA3F15A2C0B}" presName="level2Shape" presStyleLbl="node3" presStyleIdx="0" presStyleCnt="2"/>
      <dgm:spPr/>
    </dgm:pt>
    <dgm:pt modelId="{238F2F10-D632-42D7-92FB-C7B0C83C5BDE}" type="pres">
      <dgm:prSet presAssocID="{E8EFBCFE-F6C8-4199-AF63-9AA3F15A2C0B}" presName="hierChild3" presStyleCnt="0"/>
      <dgm:spPr/>
    </dgm:pt>
    <dgm:pt modelId="{F338C77F-ADB8-487C-8E9C-DE6E09EE5ADB}" type="pres">
      <dgm:prSet presAssocID="{287BDB5C-26DF-4247-B46E-2273561DFA14}" presName="Name19" presStyleLbl="parChTrans1D2" presStyleIdx="1" presStyleCnt="2"/>
      <dgm:spPr/>
    </dgm:pt>
    <dgm:pt modelId="{666B6DE1-D43A-4CE2-96FC-EB78CC1C0CF6}" type="pres">
      <dgm:prSet presAssocID="{BFC7E1AD-D1B7-418A-925E-0CE20135A88A}" presName="Name21" presStyleCnt="0"/>
      <dgm:spPr/>
    </dgm:pt>
    <dgm:pt modelId="{D8300B48-AD4A-4E99-BC77-42491E60D2E1}" type="pres">
      <dgm:prSet presAssocID="{BFC7E1AD-D1B7-418A-925E-0CE20135A88A}" presName="level2Shape" presStyleLbl="node2" presStyleIdx="1" presStyleCnt="2"/>
      <dgm:spPr/>
    </dgm:pt>
    <dgm:pt modelId="{7616C54A-FFB4-41F1-B6E7-75CBBF327FF9}" type="pres">
      <dgm:prSet presAssocID="{BFC7E1AD-D1B7-418A-925E-0CE20135A88A}" presName="hierChild3" presStyleCnt="0"/>
      <dgm:spPr/>
    </dgm:pt>
    <dgm:pt modelId="{EE946933-62C4-476D-BD7D-81814E5B371D}" type="pres">
      <dgm:prSet presAssocID="{5BC30EE6-CFD5-42F4-896E-439E34B0EE97}" presName="Name19" presStyleLbl="parChTrans1D3" presStyleIdx="1" presStyleCnt="2"/>
      <dgm:spPr/>
    </dgm:pt>
    <dgm:pt modelId="{8AE95748-6F45-46C0-B121-F1729FC2D2D3}" type="pres">
      <dgm:prSet presAssocID="{F1D7B48E-0C46-4819-B563-1F909F91AD88}" presName="Name21" presStyleCnt="0"/>
      <dgm:spPr/>
    </dgm:pt>
    <dgm:pt modelId="{BA8C330E-F9C2-46C5-8E2D-2FD25DAB1504}" type="pres">
      <dgm:prSet presAssocID="{F1D7B48E-0C46-4819-B563-1F909F91AD88}" presName="level2Shape" presStyleLbl="node3" presStyleIdx="1" presStyleCnt="2"/>
      <dgm:spPr/>
    </dgm:pt>
    <dgm:pt modelId="{07FC257E-1686-4A99-9911-BD54EC5B0649}" type="pres">
      <dgm:prSet presAssocID="{F1D7B48E-0C46-4819-B563-1F909F91AD88}" presName="hierChild3" presStyleCnt="0"/>
      <dgm:spPr/>
    </dgm:pt>
    <dgm:pt modelId="{33C42D5C-9B26-41C6-BD61-B926137C39B9}" type="pres">
      <dgm:prSet presAssocID="{5CDCA31C-7715-48B7-8F67-760E0A5D502E}" presName="bgShapesFlow" presStyleCnt="0"/>
      <dgm:spPr/>
    </dgm:pt>
  </dgm:ptLst>
  <dgm:cxnLst>
    <dgm:cxn modelId="{19F57E0E-3A1D-432F-B191-2CF228FE65D7}" srcId="{325792C0-5204-4D37-9571-2FB13851A837}" destId="{BFC7E1AD-D1B7-418A-925E-0CE20135A88A}" srcOrd="1" destOrd="0" parTransId="{287BDB5C-26DF-4247-B46E-2273561DFA14}" sibTransId="{DFD8D19C-48CC-4470-800D-156213C00ABB}"/>
    <dgm:cxn modelId="{1DBF3417-DCFC-40A0-9724-F37761F836DF}" srcId="{BFC7E1AD-D1B7-418A-925E-0CE20135A88A}" destId="{F1D7B48E-0C46-4819-B563-1F909F91AD88}" srcOrd="0" destOrd="0" parTransId="{5BC30EE6-CFD5-42F4-896E-439E34B0EE97}" sibTransId="{B680E3FE-06B8-440B-8E4E-5A0FF046833C}"/>
    <dgm:cxn modelId="{1095CE33-D74E-4C8B-A241-CBF5F8734D57}" type="presOf" srcId="{F1D7B48E-0C46-4819-B563-1F909F91AD88}" destId="{BA8C330E-F9C2-46C5-8E2D-2FD25DAB1504}" srcOrd="0" destOrd="0" presId="urn:microsoft.com/office/officeart/2005/8/layout/hierarchy6"/>
    <dgm:cxn modelId="{4171FB39-E9F4-41CB-A647-11CEEABAF001}" srcId="{325792C0-5204-4D37-9571-2FB13851A837}" destId="{E5874F6A-96CC-42F7-A0A7-0CC7F9727BC0}" srcOrd="0" destOrd="0" parTransId="{AC7D685A-9ECE-4063-B11D-27A47130BFE1}" sibTransId="{B78F4E70-87C2-4990-9819-4B880A3F01BA}"/>
    <dgm:cxn modelId="{67FE5C60-75D1-4AD9-810F-AF2897E19E4C}" type="presOf" srcId="{8B553DCF-5247-43D1-B2AC-E8E1AC841BDF}" destId="{EF91A95A-D0CC-49B3-A925-691F084A5BFF}" srcOrd="0" destOrd="0" presId="urn:microsoft.com/office/officeart/2005/8/layout/hierarchy6"/>
    <dgm:cxn modelId="{6C4F7D46-ABC5-4EF5-B867-0A7298EC73D2}" type="presOf" srcId="{AC7D685A-9ECE-4063-B11D-27A47130BFE1}" destId="{D6F00D32-C3D3-4AF7-836D-3D4C85BDD28C}" srcOrd="0" destOrd="0" presId="urn:microsoft.com/office/officeart/2005/8/layout/hierarchy6"/>
    <dgm:cxn modelId="{3C35DE4C-4FD8-4397-BEFC-B1688AB80F9B}" type="presOf" srcId="{5CDCA31C-7715-48B7-8F67-760E0A5D502E}" destId="{835141A6-B365-43EB-B0AF-3C49EAA5EC09}" srcOrd="0" destOrd="0" presId="urn:microsoft.com/office/officeart/2005/8/layout/hierarchy6"/>
    <dgm:cxn modelId="{D4131954-141D-4CA4-B684-37F8EDB22270}" type="presOf" srcId="{5BC30EE6-CFD5-42F4-896E-439E34B0EE97}" destId="{EE946933-62C4-476D-BD7D-81814E5B371D}" srcOrd="0" destOrd="0" presId="urn:microsoft.com/office/officeart/2005/8/layout/hierarchy6"/>
    <dgm:cxn modelId="{B275E156-B598-452E-B3E9-D123D8099545}" type="presOf" srcId="{BFC7E1AD-D1B7-418A-925E-0CE20135A88A}" destId="{D8300B48-AD4A-4E99-BC77-42491E60D2E1}" srcOrd="0" destOrd="0" presId="urn:microsoft.com/office/officeart/2005/8/layout/hierarchy6"/>
    <dgm:cxn modelId="{DBF9127E-FE69-4D87-B7A4-1255262BBE72}" type="presOf" srcId="{E5874F6A-96CC-42F7-A0A7-0CC7F9727BC0}" destId="{B9ED9A26-F92F-4FB8-A1FD-BEB6EA9620FF}" srcOrd="0" destOrd="0" presId="urn:microsoft.com/office/officeart/2005/8/layout/hierarchy6"/>
    <dgm:cxn modelId="{27B00D94-95A5-43B4-AC5F-DAF0F346A859}" srcId="{E5874F6A-96CC-42F7-A0A7-0CC7F9727BC0}" destId="{E8EFBCFE-F6C8-4199-AF63-9AA3F15A2C0B}" srcOrd="0" destOrd="0" parTransId="{8B553DCF-5247-43D1-B2AC-E8E1AC841BDF}" sibTransId="{389E8953-533B-4565-AEF7-45EAF2F1DE00}"/>
    <dgm:cxn modelId="{66019EC9-2F50-47E0-9E85-2584ECA73434}" type="presOf" srcId="{325792C0-5204-4D37-9571-2FB13851A837}" destId="{674CF34D-DF91-4C7F-8DFD-10E65C162A54}" srcOrd="0" destOrd="0" presId="urn:microsoft.com/office/officeart/2005/8/layout/hierarchy6"/>
    <dgm:cxn modelId="{2E1DD5CB-A5CD-4698-BFE4-1F8E428A5DD0}" type="presOf" srcId="{287BDB5C-26DF-4247-B46E-2273561DFA14}" destId="{F338C77F-ADB8-487C-8E9C-DE6E09EE5ADB}" srcOrd="0" destOrd="0" presId="urn:microsoft.com/office/officeart/2005/8/layout/hierarchy6"/>
    <dgm:cxn modelId="{39E0F2CF-E573-4043-9892-3C1EFC065A26}" type="presOf" srcId="{E8EFBCFE-F6C8-4199-AF63-9AA3F15A2C0B}" destId="{40353A55-9EB3-45F9-BEBA-EE86CF5EAB21}" srcOrd="0" destOrd="0" presId="urn:microsoft.com/office/officeart/2005/8/layout/hierarchy6"/>
    <dgm:cxn modelId="{8A4327EB-B2CF-4F1A-A640-8DBDADAC9FD3}" srcId="{5CDCA31C-7715-48B7-8F67-760E0A5D502E}" destId="{325792C0-5204-4D37-9571-2FB13851A837}" srcOrd="0" destOrd="0" parTransId="{39C5B683-15D7-4AA8-AE13-517138B8186D}" sibTransId="{E94DD061-E34A-445F-80ED-35A2ED08567A}"/>
    <dgm:cxn modelId="{A4B7E5A8-51E7-4FCA-8925-3853146C10B3}" type="presParOf" srcId="{835141A6-B365-43EB-B0AF-3C49EAA5EC09}" destId="{A24678DA-92C0-4FE3-8A13-E49A53327288}" srcOrd="0" destOrd="0" presId="urn:microsoft.com/office/officeart/2005/8/layout/hierarchy6"/>
    <dgm:cxn modelId="{C4760E95-8E18-463C-B54D-28BB43B755C6}" type="presParOf" srcId="{A24678DA-92C0-4FE3-8A13-E49A53327288}" destId="{CD4F782F-4A02-460E-B45C-5414019CFB97}" srcOrd="0" destOrd="0" presId="urn:microsoft.com/office/officeart/2005/8/layout/hierarchy6"/>
    <dgm:cxn modelId="{92CF9AD0-2EC8-4910-B354-2CD47A16BF0C}" type="presParOf" srcId="{CD4F782F-4A02-460E-B45C-5414019CFB97}" destId="{43A211F4-9EBE-40BE-B4BA-F8AB0504635D}" srcOrd="0" destOrd="0" presId="urn:microsoft.com/office/officeart/2005/8/layout/hierarchy6"/>
    <dgm:cxn modelId="{A8D3696D-5046-42DD-9CAD-30B681707BB7}" type="presParOf" srcId="{43A211F4-9EBE-40BE-B4BA-F8AB0504635D}" destId="{674CF34D-DF91-4C7F-8DFD-10E65C162A54}" srcOrd="0" destOrd="0" presId="urn:microsoft.com/office/officeart/2005/8/layout/hierarchy6"/>
    <dgm:cxn modelId="{3AD94706-49BE-4989-BCBC-701F9C824A54}" type="presParOf" srcId="{43A211F4-9EBE-40BE-B4BA-F8AB0504635D}" destId="{20D1F9C3-625A-4998-8F6F-F21991145B0D}" srcOrd="1" destOrd="0" presId="urn:microsoft.com/office/officeart/2005/8/layout/hierarchy6"/>
    <dgm:cxn modelId="{F8759709-2217-4A05-84F4-72D54514DC1F}" type="presParOf" srcId="{20D1F9C3-625A-4998-8F6F-F21991145B0D}" destId="{D6F00D32-C3D3-4AF7-836D-3D4C85BDD28C}" srcOrd="0" destOrd="0" presId="urn:microsoft.com/office/officeart/2005/8/layout/hierarchy6"/>
    <dgm:cxn modelId="{3CDED07B-D327-4EEF-BCD1-E4756E08ED46}" type="presParOf" srcId="{20D1F9C3-625A-4998-8F6F-F21991145B0D}" destId="{50592B77-E6AB-4AAD-8586-CF0208AAE93F}" srcOrd="1" destOrd="0" presId="urn:microsoft.com/office/officeart/2005/8/layout/hierarchy6"/>
    <dgm:cxn modelId="{2751D97B-BCDC-4CB7-A06D-5D5A2BD24D59}" type="presParOf" srcId="{50592B77-E6AB-4AAD-8586-CF0208AAE93F}" destId="{B9ED9A26-F92F-4FB8-A1FD-BEB6EA9620FF}" srcOrd="0" destOrd="0" presId="urn:microsoft.com/office/officeart/2005/8/layout/hierarchy6"/>
    <dgm:cxn modelId="{DD1F1124-39D3-46B4-9E6C-83C2E990B8AB}" type="presParOf" srcId="{50592B77-E6AB-4AAD-8586-CF0208AAE93F}" destId="{6FF1714E-59E7-43DB-8BBA-EF21E65E9517}" srcOrd="1" destOrd="0" presId="urn:microsoft.com/office/officeart/2005/8/layout/hierarchy6"/>
    <dgm:cxn modelId="{8B003191-E038-4DFB-B713-529BF90CA517}" type="presParOf" srcId="{6FF1714E-59E7-43DB-8BBA-EF21E65E9517}" destId="{EF91A95A-D0CC-49B3-A925-691F084A5BFF}" srcOrd="0" destOrd="0" presId="urn:microsoft.com/office/officeart/2005/8/layout/hierarchy6"/>
    <dgm:cxn modelId="{5BF5F0C9-AA8A-49DD-8438-40B5F6E313E0}" type="presParOf" srcId="{6FF1714E-59E7-43DB-8BBA-EF21E65E9517}" destId="{4036F8BD-86F7-4610-B5B8-F605E97456EC}" srcOrd="1" destOrd="0" presId="urn:microsoft.com/office/officeart/2005/8/layout/hierarchy6"/>
    <dgm:cxn modelId="{26E2FAAD-4D65-47B5-A3E0-47D621A0E3FF}" type="presParOf" srcId="{4036F8BD-86F7-4610-B5B8-F605E97456EC}" destId="{40353A55-9EB3-45F9-BEBA-EE86CF5EAB21}" srcOrd="0" destOrd="0" presId="urn:microsoft.com/office/officeart/2005/8/layout/hierarchy6"/>
    <dgm:cxn modelId="{8FEDE2EA-9E77-440C-BC87-E5F74814EFAA}" type="presParOf" srcId="{4036F8BD-86F7-4610-B5B8-F605E97456EC}" destId="{238F2F10-D632-42D7-92FB-C7B0C83C5BDE}" srcOrd="1" destOrd="0" presId="urn:microsoft.com/office/officeart/2005/8/layout/hierarchy6"/>
    <dgm:cxn modelId="{93C96CE0-B922-42CA-AD83-0BC4DCFE4D83}" type="presParOf" srcId="{20D1F9C3-625A-4998-8F6F-F21991145B0D}" destId="{F338C77F-ADB8-487C-8E9C-DE6E09EE5ADB}" srcOrd="2" destOrd="0" presId="urn:microsoft.com/office/officeart/2005/8/layout/hierarchy6"/>
    <dgm:cxn modelId="{568CD8CD-3630-4B74-B997-D044CBF18698}" type="presParOf" srcId="{20D1F9C3-625A-4998-8F6F-F21991145B0D}" destId="{666B6DE1-D43A-4CE2-96FC-EB78CC1C0CF6}" srcOrd="3" destOrd="0" presId="urn:microsoft.com/office/officeart/2005/8/layout/hierarchy6"/>
    <dgm:cxn modelId="{86FB503F-DD3A-49E1-AB63-23AC18937A50}" type="presParOf" srcId="{666B6DE1-D43A-4CE2-96FC-EB78CC1C0CF6}" destId="{D8300B48-AD4A-4E99-BC77-42491E60D2E1}" srcOrd="0" destOrd="0" presId="urn:microsoft.com/office/officeart/2005/8/layout/hierarchy6"/>
    <dgm:cxn modelId="{487472E5-D43C-4EBE-BA94-D908C4E0D932}" type="presParOf" srcId="{666B6DE1-D43A-4CE2-96FC-EB78CC1C0CF6}" destId="{7616C54A-FFB4-41F1-B6E7-75CBBF327FF9}" srcOrd="1" destOrd="0" presId="urn:microsoft.com/office/officeart/2005/8/layout/hierarchy6"/>
    <dgm:cxn modelId="{32E84199-2DE1-40CF-8BFA-E76AE27689FF}" type="presParOf" srcId="{7616C54A-FFB4-41F1-B6E7-75CBBF327FF9}" destId="{EE946933-62C4-476D-BD7D-81814E5B371D}" srcOrd="0" destOrd="0" presId="urn:microsoft.com/office/officeart/2005/8/layout/hierarchy6"/>
    <dgm:cxn modelId="{C9B8E0D5-3170-4515-9744-10A12489DE69}" type="presParOf" srcId="{7616C54A-FFB4-41F1-B6E7-75CBBF327FF9}" destId="{8AE95748-6F45-46C0-B121-F1729FC2D2D3}" srcOrd="1" destOrd="0" presId="urn:microsoft.com/office/officeart/2005/8/layout/hierarchy6"/>
    <dgm:cxn modelId="{FE7281EE-B913-44DD-94C5-42FC8B252741}" type="presParOf" srcId="{8AE95748-6F45-46C0-B121-F1729FC2D2D3}" destId="{BA8C330E-F9C2-46C5-8E2D-2FD25DAB1504}" srcOrd="0" destOrd="0" presId="urn:microsoft.com/office/officeart/2005/8/layout/hierarchy6"/>
    <dgm:cxn modelId="{47689080-7A90-43B6-A4E2-54BB09F8B6B9}" type="presParOf" srcId="{8AE95748-6F45-46C0-B121-F1729FC2D2D3}" destId="{07FC257E-1686-4A99-9911-BD54EC5B0649}" srcOrd="1" destOrd="0" presId="urn:microsoft.com/office/officeart/2005/8/layout/hierarchy6"/>
    <dgm:cxn modelId="{F1E15699-434C-4BF3-9354-F36D76E7E5A6}" type="presParOf" srcId="{835141A6-B365-43EB-B0AF-3C49EAA5EC09}" destId="{33C42D5C-9B26-41C6-BD61-B926137C39B9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4CF34D-DF91-4C7F-8DFD-10E65C162A54}">
      <dsp:nvSpPr>
        <dsp:cNvPr id="0" name=""/>
        <dsp:cNvSpPr/>
      </dsp:nvSpPr>
      <dsp:spPr>
        <a:xfrm>
          <a:off x="3125855" y="2501"/>
          <a:ext cx="2003288" cy="1335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One</a:t>
          </a:r>
        </a:p>
      </dsp:txBody>
      <dsp:txXfrm>
        <a:off x="3164971" y="41617"/>
        <a:ext cx="1925056" cy="1257293"/>
      </dsp:txXfrm>
    </dsp:sp>
    <dsp:sp modelId="{D6F00D32-C3D3-4AF7-836D-3D4C85BDD28C}">
      <dsp:nvSpPr>
        <dsp:cNvPr id="0" name=""/>
        <dsp:cNvSpPr/>
      </dsp:nvSpPr>
      <dsp:spPr>
        <a:xfrm>
          <a:off x="2825362" y="1338026"/>
          <a:ext cx="1302137" cy="534210"/>
        </a:xfrm>
        <a:custGeom>
          <a:avLst/>
          <a:gdLst/>
          <a:ahLst/>
          <a:cxnLst/>
          <a:rect l="0" t="0" r="0" b="0"/>
          <a:pathLst>
            <a:path>
              <a:moveTo>
                <a:pt x="1302137" y="0"/>
              </a:moveTo>
              <a:lnTo>
                <a:pt x="1302137" y="267105"/>
              </a:lnTo>
              <a:lnTo>
                <a:pt x="0" y="267105"/>
              </a:lnTo>
              <a:lnTo>
                <a:pt x="0" y="53421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ED9A26-F92F-4FB8-A1FD-BEB6EA9620FF}">
      <dsp:nvSpPr>
        <dsp:cNvPr id="0" name=""/>
        <dsp:cNvSpPr/>
      </dsp:nvSpPr>
      <dsp:spPr>
        <a:xfrm>
          <a:off x="1823718" y="1872237"/>
          <a:ext cx="2003288" cy="1335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Two has a longer label</a:t>
          </a:r>
        </a:p>
      </dsp:txBody>
      <dsp:txXfrm>
        <a:off x="1862834" y="1911353"/>
        <a:ext cx="1925056" cy="1257293"/>
      </dsp:txXfrm>
    </dsp:sp>
    <dsp:sp modelId="{EF91A95A-D0CC-49B3-A925-691F084A5BFF}">
      <dsp:nvSpPr>
        <dsp:cNvPr id="0" name=""/>
        <dsp:cNvSpPr/>
      </dsp:nvSpPr>
      <dsp:spPr>
        <a:xfrm>
          <a:off x="2779642" y="3207762"/>
          <a:ext cx="91440" cy="5342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42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353A55-9EB3-45F9-BEBA-EE86CF5EAB21}">
      <dsp:nvSpPr>
        <dsp:cNvPr id="0" name=""/>
        <dsp:cNvSpPr/>
      </dsp:nvSpPr>
      <dsp:spPr>
        <a:xfrm>
          <a:off x="1823718" y="3741973"/>
          <a:ext cx="2003288" cy="1335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Five</a:t>
          </a:r>
        </a:p>
      </dsp:txBody>
      <dsp:txXfrm>
        <a:off x="1862834" y="3781089"/>
        <a:ext cx="1925056" cy="1257293"/>
      </dsp:txXfrm>
    </dsp:sp>
    <dsp:sp modelId="{F338C77F-ADB8-487C-8E9C-DE6E09EE5ADB}">
      <dsp:nvSpPr>
        <dsp:cNvPr id="0" name=""/>
        <dsp:cNvSpPr/>
      </dsp:nvSpPr>
      <dsp:spPr>
        <a:xfrm>
          <a:off x="4127500" y="1338026"/>
          <a:ext cx="1302137" cy="5342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105"/>
              </a:lnTo>
              <a:lnTo>
                <a:pt x="1302137" y="267105"/>
              </a:lnTo>
              <a:lnTo>
                <a:pt x="1302137" y="53421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300B48-AD4A-4E99-BC77-42491E60D2E1}">
      <dsp:nvSpPr>
        <dsp:cNvPr id="0" name=""/>
        <dsp:cNvSpPr/>
      </dsp:nvSpPr>
      <dsp:spPr>
        <a:xfrm>
          <a:off x="4427993" y="1872237"/>
          <a:ext cx="2003288" cy="1335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Three</a:t>
          </a:r>
        </a:p>
      </dsp:txBody>
      <dsp:txXfrm>
        <a:off x="4467109" y="1911353"/>
        <a:ext cx="1925056" cy="1257293"/>
      </dsp:txXfrm>
    </dsp:sp>
    <dsp:sp modelId="{EE946933-62C4-476D-BD7D-81814E5B371D}">
      <dsp:nvSpPr>
        <dsp:cNvPr id="0" name=""/>
        <dsp:cNvSpPr/>
      </dsp:nvSpPr>
      <dsp:spPr>
        <a:xfrm>
          <a:off x="5383917" y="3207762"/>
          <a:ext cx="91440" cy="5342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42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8C330E-F9C2-46C5-8E2D-2FD25DAB1504}">
      <dsp:nvSpPr>
        <dsp:cNvPr id="0" name=""/>
        <dsp:cNvSpPr/>
      </dsp:nvSpPr>
      <dsp:spPr>
        <a:xfrm>
          <a:off x="4427993" y="3741973"/>
          <a:ext cx="2003288" cy="1335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Four</a:t>
          </a:r>
        </a:p>
      </dsp:txBody>
      <dsp:txXfrm>
        <a:off x="4467109" y="3781089"/>
        <a:ext cx="1925056" cy="1257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0312-1867-BB9C-DCE3-09F2E080A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8F6C3-1D8E-D5E7-0EA5-C9BCF7ACB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72804-D292-8838-FD24-6EC37893A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2CE3-C7D5-46A5-A20D-D56575E19FF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E5FD2-1F70-A712-9FBD-41FB910D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649F8-42C0-225C-827B-F95C5352A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FDD8-9985-4BDE-81F4-46F2E7F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12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E97D-4F4D-DFB8-9124-29D5A1798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4F4C0-CB0C-89BF-1C30-3BCED25AE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5D101-C07E-A3CF-AE6B-9818C31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2CE3-C7D5-46A5-A20D-D56575E19FF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37717-CE10-6DA9-870E-5E4B0E7C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DBA35-8839-3F34-1B84-137D4799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FDD8-9985-4BDE-81F4-46F2E7F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69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1616-DD6A-7BCD-EBC4-18E7F5999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A31D6-F67E-0741-BB51-52D59FCB1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C37C3-FF36-DB69-6653-4CFB1DEF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2CE3-C7D5-46A5-A20D-D56575E19FF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B030B-20C9-4026-AE68-A6077285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7C57F-26BB-750A-151C-F3FA42D9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FDD8-9985-4BDE-81F4-46F2E7F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41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348A-B471-9207-F815-3E142B50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C1C6-87D8-3F3C-2165-E2F95746F6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B9EC5-4AF6-BE88-562C-829864BDA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286CB-DD90-FBE0-9CAB-094C6295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2CE3-C7D5-46A5-A20D-D56575E19FF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5D65-E93E-C057-73E8-AA1AB25E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A0526-8177-65F8-89AB-D7162541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FDD8-9985-4BDE-81F4-46F2E7F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1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8D814-422C-EE29-8950-22B18E9FA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7A7F0-0671-2A24-644C-5BE41882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48978-9121-3598-FC70-96C51A96F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B72C7F-7665-16F5-E23F-39C3C4534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33D95-A1A3-F3DB-B515-EA76CBEAB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74CF3-0270-616C-53EE-DFEA833FA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2CE3-C7D5-46A5-A20D-D56575E19FF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BAF773-494B-A44B-2922-778B682C3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C52A92-67ED-5B0B-0FF4-F1AF7164F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FDD8-9985-4BDE-81F4-46F2E7F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6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8476-FB33-9A0A-F456-52A5584C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B1D35A-10A1-07B6-BF0B-3FC4DDB45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2CE3-C7D5-46A5-A20D-D56575E19FF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D61FB-46CB-3555-6703-B78EDDB6E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BA8F22-646C-CBDC-8569-9D062A13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FDD8-9985-4BDE-81F4-46F2E7F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52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057FF0-E303-AAEB-BE7D-9CDDD3FB3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2CE3-C7D5-46A5-A20D-D56575E19FF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E7BAF1-76F1-9B08-C85B-AC10584E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F58DB-72FF-5F68-7965-F142A19E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FDD8-9985-4BDE-81F4-46F2E7F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9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85AF-1C4A-0301-5540-0610A1CA4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F79B5-E6D1-75AD-BA82-8E7BB8C0D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EC0E3-9656-1157-B7B2-3518BB534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32B75-03E2-DDA7-AFDF-1FDBA597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2CE3-C7D5-46A5-A20D-D56575E19FF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0960E-F844-0AA1-FB85-C872312F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570AC-7C51-5E26-8D2B-5BBE7863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FDD8-9985-4BDE-81F4-46F2E7F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67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7188-8EC4-310F-0B07-D36E0C308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44B5B-6371-6AAB-B910-C75C3D556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8F04A-CBC9-3B60-D71A-E35321525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6E337-A84A-8E5A-0C51-D0950923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2CE3-C7D5-46A5-A20D-D56575E19FF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0AE71-A3FD-CD6E-500A-6BFBE19B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4E5BD-630C-C09D-F82C-60010211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FDD8-9985-4BDE-81F4-46F2E7F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77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34649-0140-551C-E053-03E5C4A7A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9E8F9-AED8-F215-C7C5-CC77F6EE7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42569-2066-A6CC-DE6B-E8B92C7DD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2CE3-C7D5-46A5-A20D-D56575E19FF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6DCDF-B37E-16B1-0595-2E3046901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A2D4B-003F-0CF9-684D-B5019D8D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FDD8-9985-4BDE-81F4-46F2E7F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46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FFCCD6-C608-9B18-7891-0D9298F0A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1790B-304B-C990-BD4C-7A49F5A99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9703A-24C7-6471-9902-C8D42568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B2CE3-C7D5-46A5-A20D-D56575E19FF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46FF4-0DA2-7721-D2ED-DEA26D83C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005AB-0B41-4F43-62B6-2AC4E1B8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FDD8-9985-4BDE-81F4-46F2E7F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5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09DFE4-2AF0-C209-881A-5806F7F02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4CC05-39E5-179B-5AD9-E9A7BB61C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66086-14AD-BA31-67FB-42CC5E37D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B2CE3-C7D5-46A5-A20D-D56575E19FF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5FE46-1C3D-94AF-8E67-832FD2583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000C7-9761-C3C5-7DFE-F5B232A71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5FDD8-9985-4BDE-81F4-46F2E7F5D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2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07BEB5F-062A-A436-11E5-A002DA7014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246461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5986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2026-09-06T08:14:28Z</dcterms:created>
  <dcterms:modified xsi:type="dcterms:W3CDTF">2026-09-06T08:14:28Z</dcterms:modified>
</cp:coreProperties>
</file>