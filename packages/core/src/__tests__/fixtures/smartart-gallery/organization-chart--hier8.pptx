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23CB5B-890A-415A-9156-9F3FDFDD191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73D553-EA9A-4311-B624-C19404AF0E04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71BB4ACB-0172-4183-9F7A-2B848BE50381}" type="parTrans" cxnId="{2F99E91E-14B9-412D-A96E-69546B326A94}">
      <dgm:prSet/>
      <dgm:spPr/>
    </dgm:pt>
    <dgm:pt modelId="{F674D334-9AD9-483E-B2F4-AF315386E0C9}" type="sibTrans" cxnId="{2F99E91E-14B9-412D-A96E-69546B326A94}">
      <dgm:prSet/>
      <dgm:spPr/>
    </dgm:pt>
    <dgm:pt modelId="{280EA293-B944-4296-AE77-CA922C9B2015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72713B58-48F5-406F-97F9-899DCBDE3DE0}" type="parTrans" cxnId="{90766412-2964-4604-B2A2-232A65A34438}">
      <dgm:prSet/>
      <dgm:spPr/>
    </dgm:pt>
    <dgm:pt modelId="{7AF31E7F-D6E1-4DA6-9F88-B63B37C398DE}" type="sibTrans" cxnId="{90766412-2964-4604-B2A2-232A65A34438}">
      <dgm:prSet/>
      <dgm:spPr/>
    </dgm:pt>
    <dgm:pt modelId="{C984B88E-DF4D-4F50-A7FA-AF4369E50206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D642294C-BEA1-4C3C-97AF-3857B84C5450}" type="parTrans" cxnId="{DA841A85-17B5-442A-8146-77D7F0AA9081}">
      <dgm:prSet/>
      <dgm:spPr/>
    </dgm:pt>
    <dgm:pt modelId="{DFDFFF86-E186-4EBA-B0AD-CFC6A9D611A1}" type="sibTrans" cxnId="{DA841A85-17B5-442A-8146-77D7F0AA9081}">
      <dgm:prSet/>
      <dgm:spPr/>
    </dgm:pt>
    <dgm:pt modelId="{765C2DD7-0A6D-467B-841C-CEBC7D09BD60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640B4740-57CE-4650-A047-5CB362424634}" type="parTrans" cxnId="{0001FFA0-B853-44E7-AC46-F7FFC37E7810}">
      <dgm:prSet/>
      <dgm:spPr/>
    </dgm:pt>
    <dgm:pt modelId="{DF51DE39-4529-4416-A9A0-B678A8C7473F}" type="sibTrans" cxnId="{0001FFA0-B853-44E7-AC46-F7FFC37E7810}">
      <dgm:prSet/>
      <dgm:spPr/>
    </dgm:pt>
    <dgm:pt modelId="{B547CF4E-64A1-4588-A9C2-04548D6262CA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B30C4867-5A80-428E-A855-91374FD9423C}" type="parTrans" cxnId="{B8974069-07BC-4023-8E7E-834C202F9FB2}">
      <dgm:prSet/>
      <dgm:spPr/>
    </dgm:pt>
    <dgm:pt modelId="{4A11EA54-1992-49AA-92A3-43F6BE8F3985}" type="sibTrans" cxnId="{B8974069-07BC-4023-8E7E-834C202F9FB2}">
      <dgm:prSet/>
      <dgm:spPr/>
    </dgm:pt>
    <dgm:pt modelId="{1FCCFACB-82F5-4B28-BABF-0C30B0D638B2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1B00A3A4-D081-4271-A73A-066915ED8B8C}" type="parTrans" cxnId="{9E2F6A82-9FA2-4FD0-912F-4605C356C9CF}">
      <dgm:prSet/>
      <dgm:spPr/>
    </dgm:pt>
    <dgm:pt modelId="{8F41AA03-3870-4AE7-BF14-BDC9AC6FED71}" type="sibTrans" cxnId="{9E2F6A82-9FA2-4FD0-912F-4605C356C9CF}">
      <dgm:prSet/>
      <dgm:spPr/>
    </dgm:pt>
    <dgm:pt modelId="{ACD11D7C-2C57-40AC-95B0-4CC9B8A0DA32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5DCABDF6-D2DA-489E-A591-4F7EF40A2180}" type="parTrans" cxnId="{FC09ADBF-BB54-4FB7-A20F-C93A85939EAE}">
      <dgm:prSet/>
      <dgm:spPr/>
    </dgm:pt>
    <dgm:pt modelId="{0E54F2EB-E831-4D1A-A576-EA29F78666B7}" type="sibTrans" cxnId="{FC09ADBF-BB54-4FB7-A20F-C93A85939EAE}">
      <dgm:prSet/>
      <dgm:spPr/>
    </dgm:pt>
    <dgm:pt modelId="{90AAD6D0-03BD-4858-89BE-8AF6A351359F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2B17A124-5D44-40DF-8B12-7887B2F04D37}" type="parTrans" cxnId="{45C18562-0255-41D9-BA92-B6FC562E53D6}">
      <dgm:prSet/>
      <dgm:spPr/>
    </dgm:pt>
    <dgm:pt modelId="{E8924CA3-94E5-45A6-B570-C26FBED0FE58}" type="sibTrans" cxnId="{45C18562-0255-41D9-BA92-B6FC562E53D6}">
      <dgm:prSet/>
      <dgm:spPr/>
    </dgm:pt>
    <dgm:pt modelId="{5D8501FB-721D-467E-81E4-52A6729B77F5}" type="pres">
      <dgm:prSet presAssocID="{F923CB5B-890A-415A-9156-9F3FDFDD191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55206DD-DB4E-42DF-AB05-730D375D9F6C}" type="pres">
      <dgm:prSet presAssocID="{0573D553-EA9A-4311-B624-C19404AF0E04}" presName="hierRoot1" presStyleCnt="0">
        <dgm:presLayoutVars>
          <dgm:hierBranch val="init"/>
        </dgm:presLayoutVars>
      </dgm:prSet>
      <dgm:spPr/>
    </dgm:pt>
    <dgm:pt modelId="{05761ABF-64F6-4024-A695-C27649899AB4}" type="pres">
      <dgm:prSet presAssocID="{0573D553-EA9A-4311-B624-C19404AF0E04}" presName="rootComposite1" presStyleCnt="0"/>
      <dgm:spPr/>
    </dgm:pt>
    <dgm:pt modelId="{9A1D47E5-FDDC-4FFA-ACBB-DFF4791F1EB1}" type="pres">
      <dgm:prSet presAssocID="{0573D553-EA9A-4311-B624-C19404AF0E04}" presName="rootText1" presStyleLbl="node0" presStyleIdx="0" presStyleCnt="1">
        <dgm:presLayoutVars>
          <dgm:chPref val="3"/>
        </dgm:presLayoutVars>
      </dgm:prSet>
      <dgm:spPr/>
    </dgm:pt>
    <dgm:pt modelId="{B7EA6C3E-DA57-46FA-AA92-D52F0F0685BE}" type="pres">
      <dgm:prSet presAssocID="{0573D553-EA9A-4311-B624-C19404AF0E04}" presName="rootConnector1" presStyleLbl="node1" presStyleIdx="0" presStyleCnt="0"/>
      <dgm:spPr/>
    </dgm:pt>
    <dgm:pt modelId="{56CDA6A5-D5D6-4768-9955-035F2C0E4D20}" type="pres">
      <dgm:prSet presAssocID="{0573D553-EA9A-4311-B624-C19404AF0E04}" presName="hierChild2" presStyleCnt="0"/>
      <dgm:spPr/>
    </dgm:pt>
    <dgm:pt modelId="{C34AF82D-EE26-42B3-AEF1-0DDE992CF02E}" type="pres">
      <dgm:prSet presAssocID="{72713B58-48F5-406F-97F9-899DCBDE3DE0}" presName="Name37" presStyleLbl="parChTrans1D2" presStyleIdx="0" presStyleCnt="1"/>
      <dgm:spPr/>
    </dgm:pt>
    <dgm:pt modelId="{1460ABC1-B02A-4577-99F5-C77F5DBDC1D3}" type="pres">
      <dgm:prSet presAssocID="{280EA293-B944-4296-AE77-CA922C9B2015}" presName="hierRoot2" presStyleCnt="0">
        <dgm:presLayoutVars>
          <dgm:hierBranch val="init"/>
        </dgm:presLayoutVars>
      </dgm:prSet>
      <dgm:spPr/>
    </dgm:pt>
    <dgm:pt modelId="{EC8809C7-C393-4377-9A6E-CACBF9F9FB47}" type="pres">
      <dgm:prSet presAssocID="{280EA293-B944-4296-AE77-CA922C9B2015}" presName="rootComposite" presStyleCnt="0"/>
      <dgm:spPr/>
    </dgm:pt>
    <dgm:pt modelId="{D6A2F686-E2E2-4A78-8907-C6C63CD8F203}" type="pres">
      <dgm:prSet presAssocID="{280EA293-B944-4296-AE77-CA922C9B2015}" presName="rootText" presStyleLbl="node2" presStyleIdx="0" presStyleCnt="1">
        <dgm:presLayoutVars>
          <dgm:chPref val="3"/>
        </dgm:presLayoutVars>
      </dgm:prSet>
      <dgm:spPr/>
    </dgm:pt>
    <dgm:pt modelId="{1872E7C2-3E8A-4EC9-A78E-F348E411FB25}" type="pres">
      <dgm:prSet presAssocID="{280EA293-B944-4296-AE77-CA922C9B2015}" presName="rootConnector" presStyleLbl="node2" presStyleIdx="0" presStyleCnt="1"/>
      <dgm:spPr/>
    </dgm:pt>
    <dgm:pt modelId="{219B9D87-4C47-4A0D-B2F9-0B12194DECDE}" type="pres">
      <dgm:prSet presAssocID="{280EA293-B944-4296-AE77-CA922C9B2015}" presName="hierChild4" presStyleCnt="0"/>
      <dgm:spPr/>
    </dgm:pt>
    <dgm:pt modelId="{30B9CCD0-4D59-4B44-BFF9-6C8C5F75EAE9}" type="pres">
      <dgm:prSet presAssocID="{B30C4867-5A80-428E-A855-91374FD9423C}" presName="Name37" presStyleLbl="parChTrans1D3" presStyleIdx="0" presStyleCnt="5"/>
      <dgm:spPr/>
    </dgm:pt>
    <dgm:pt modelId="{F8281671-6FFE-4A5E-9A19-C92F6ECC7EA1}" type="pres">
      <dgm:prSet presAssocID="{B547CF4E-64A1-4588-A9C2-04548D6262CA}" presName="hierRoot2" presStyleCnt="0">
        <dgm:presLayoutVars>
          <dgm:hierBranch val="init"/>
        </dgm:presLayoutVars>
      </dgm:prSet>
      <dgm:spPr/>
    </dgm:pt>
    <dgm:pt modelId="{BF45DF12-377F-4D9D-A56D-AE1CDEDA6AB4}" type="pres">
      <dgm:prSet presAssocID="{B547CF4E-64A1-4588-A9C2-04548D6262CA}" presName="rootComposite" presStyleCnt="0"/>
      <dgm:spPr/>
    </dgm:pt>
    <dgm:pt modelId="{DEF5418D-6F1B-40BD-ADC2-A552D7257E4C}" type="pres">
      <dgm:prSet presAssocID="{B547CF4E-64A1-4588-A9C2-04548D6262CA}" presName="rootText" presStyleLbl="node3" presStyleIdx="0" presStyleCnt="5">
        <dgm:presLayoutVars>
          <dgm:chPref val="3"/>
        </dgm:presLayoutVars>
      </dgm:prSet>
      <dgm:spPr/>
    </dgm:pt>
    <dgm:pt modelId="{FEAFC51F-034F-4736-9F0C-E385B0C7855A}" type="pres">
      <dgm:prSet presAssocID="{B547CF4E-64A1-4588-A9C2-04548D6262CA}" presName="rootConnector" presStyleLbl="node3" presStyleIdx="0" presStyleCnt="5"/>
      <dgm:spPr/>
    </dgm:pt>
    <dgm:pt modelId="{82AB4235-5E1F-4B0E-ACB8-AD3886F3CF42}" type="pres">
      <dgm:prSet presAssocID="{B547CF4E-64A1-4588-A9C2-04548D6262CA}" presName="hierChild4" presStyleCnt="0"/>
      <dgm:spPr/>
    </dgm:pt>
    <dgm:pt modelId="{677FA2E9-8111-4D36-9F5F-D944AA7BC03E}" type="pres">
      <dgm:prSet presAssocID="{B547CF4E-64A1-4588-A9C2-04548D6262CA}" presName="hierChild5" presStyleCnt="0"/>
      <dgm:spPr/>
    </dgm:pt>
    <dgm:pt modelId="{8DAE2329-1815-4AB9-9EAC-1042B7DD592C}" type="pres">
      <dgm:prSet presAssocID="{1B00A3A4-D081-4271-A73A-066915ED8B8C}" presName="Name37" presStyleLbl="parChTrans1D3" presStyleIdx="1" presStyleCnt="5"/>
      <dgm:spPr/>
    </dgm:pt>
    <dgm:pt modelId="{F182AA6B-81CE-460B-AE01-0FD92E577B59}" type="pres">
      <dgm:prSet presAssocID="{1FCCFACB-82F5-4B28-BABF-0C30B0D638B2}" presName="hierRoot2" presStyleCnt="0">
        <dgm:presLayoutVars>
          <dgm:hierBranch val="init"/>
        </dgm:presLayoutVars>
      </dgm:prSet>
      <dgm:spPr/>
    </dgm:pt>
    <dgm:pt modelId="{DF057204-73D3-4CEB-B69F-5E1A8627BFC0}" type="pres">
      <dgm:prSet presAssocID="{1FCCFACB-82F5-4B28-BABF-0C30B0D638B2}" presName="rootComposite" presStyleCnt="0"/>
      <dgm:spPr/>
    </dgm:pt>
    <dgm:pt modelId="{53CADCC6-1D78-4DF1-BEF7-A8741396E530}" type="pres">
      <dgm:prSet presAssocID="{1FCCFACB-82F5-4B28-BABF-0C30B0D638B2}" presName="rootText" presStyleLbl="node3" presStyleIdx="1" presStyleCnt="5">
        <dgm:presLayoutVars>
          <dgm:chPref val="3"/>
        </dgm:presLayoutVars>
      </dgm:prSet>
      <dgm:spPr/>
    </dgm:pt>
    <dgm:pt modelId="{C1BD1974-42CF-4D20-8BB5-23CB9AE79DAE}" type="pres">
      <dgm:prSet presAssocID="{1FCCFACB-82F5-4B28-BABF-0C30B0D638B2}" presName="rootConnector" presStyleLbl="node3" presStyleIdx="1" presStyleCnt="5"/>
      <dgm:spPr/>
    </dgm:pt>
    <dgm:pt modelId="{6445D77D-67C2-420E-82F8-4DB000D90406}" type="pres">
      <dgm:prSet presAssocID="{1FCCFACB-82F5-4B28-BABF-0C30B0D638B2}" presName="hierChild4" presStyleCnt="0"/>
      <dgm:spPr/>
    </dgm:pt>
    <dgm:pt modelId="{F03399AE-8B02-4CBF-AF44-8E7D54379586}" type="pres">
      <dgm:prSet presAssocID="{5DCABDF6-D2DA-489E-A591-4F7EF40A2180}" presName="Name37" presStyleLbl="parChTrans1D4" presStyleIdx="0" presStyleCnt="1"/>
      <dgm:spPr/>
    </dgm:pt>
    <dgm:pt modelId="{22DD9CA0-8B39-4884-B3B9-3CA45478DA9C}" type="pres">
      <dgm:prSet presAssocID="{ACD11D7C-2C57-40AC-95B0-4CC9B8A0DA32}" presName="hierRoot2" presStyleCnt="0">
        <dgm:presLayoutVars>
          <dgm:hierBranch val="init"/>
        </dgm:presLayoutVars>
      </dgm:prSet>
      <dgm:spPr/>
    </dgm:pt>
    <dgm:pt modelId="{85FA46DD-162C-4B3D-B2E9-E94E7A3FD666}" type="pres">
      <dgm:prSet presAssocID="{ACD11D7C-2C57-40AC-95B0-4CC9B8A0DA32}" presName="rootComposite" presStyleCnt="0"/>
      <dgm:spPr/>
    </dgm:pt>
    <dgm:pt modelId="{D062B540-0381-4587-A81D-31FA8A760726}" type="pres">
      <dgm:prSet presAssocID="{ACD11D7C-2C57-40AC-95B0-4CC9B8A0DA32}" presName="rootText" presStyleLbl="node4" presStyleIdx="0" presStyleCnt="1">
        <dgm:presLayoutVars>
          <dgm:chPref val="3"/>
        </dgm:presLayoutVars>
      </dgm:prSet>
      <dgm:spPr/>
    </dgm:pt>
    <dgm:pt modelId="{9C03ADEB-B530-4110-AC86-0FD0BF07EBFA}" type="pres">
      <dgm:prSet presAssocID="{ACD11D7C-2C57-40AC-95B0-4CC9B8A0DA32}" presName="rootConnector" presStyleLbl="node4" presStyleIdx="0" presStyleCnt="1"/>
      <dgm:spPr/>
    </dgm:pt>
    <dgm:pt modelId="{0159F58E-2CFE-4479-92C7-9BECB817E4E7}" type="pres">
      <dgm:prSet presAssocID="{ACD11D7C-2C57-40AC-95B0-4CC9B8A0DA32}" presName="hierChild4" presStyleCnt="0"/>
      <dgm:spPr/>
    </dgm:pt>
    <dgm:pt modelId="{F3956A70-4695-42BC-BDBC-435B5EB141F4}" type="pres">
      <dgm:prSet presAssocID="{ACD11D7C-2C57-40AC-95B0-4CC9B8A0DA32}" presName="hierChild5" presStyleCnt="0"/>
      <dgm:spPr/>
    </dgm:pt>
    <dgm:pt modelId="{F50FF29F-DA7D-4B71-BAA3-F4DB03697C52}" type="pres">
      <dgm:prSet presAssocID="{1FCCFACB-82F5-4B28-BABF-0C30B0D638B2}" presName="hierChild5" presStyleCnt="0"/>
      <dgm:spPr/>
    </dgm:pt>
    <dgm:pt modelId="{5F334635-55AB-42E1-834F-AF6C6485498B}" type="pres">
      <dgm:prSet presAssocID="{D642294C-BEA1-4C3C-97AF-3857B84C5450}" presName="Name37" presStyleLbl="parChTrans1D3" presStyleIdx="2" presStyleCnt="5"/>
      <dgm:spPr/>
    </dgm:pt>
    <dgm:pt modelId="{76815715-B9E2-4CA6-8576-A7E167B8D76F}" type="pres">
      <dgm:prSet presAssocID="{C984B88E-DF4D-4F50-A7FA-AF4369E50206}" presName="hierRoot2" presStyleCnt="0">
        <dgm:presLayoutVars>
          <dgm:hierBranch val="init"/>
        </dgm:presLayoutVars>
      </dgm:prSet>
      <dgm:spPr/>
    </dgm:pt>
    <dgm:pt modelId="{A130C902-AB66-4DDD-9DE8-92A89C15A489}" type="pres">
      <dgm:prSet presAssocID="{C984B88E-DF4D-4F50-A7FA-AF4369E50206}" presName="rootComposite" presStyleCnt="0"/>
      <dgm:spPr/>
    </dgm:pt>
    <dgm:pt modelId="{9A37321B-DCE3-4D30-B1B0-934D38BC7B74}" type="pres">
      <dgm:prSet presAssocID="{C984B88E-DF4D-4F50-A7FA-AF4369E50206}" presName="rootText" presStyleLbl="node3" presStyleIdx="2" presStyleCnt="5">
        <dgm:presLayoutVars>
          <dgm:chPref val="3"/>
        </dgm:presLayoutVars>
      </dgm:prSet>
      <dgm:spPr/>
    </dgm:pt>
    <dgm:pt modelId="{352598B3-ACE8-41B7-B8E5-BE1C667BCF82}" type="pres">
      <dgm:prSet presAssocID="{C984B88E-DF4D-4F50-A7FA-AF4369E50206}" presName="rootConnector" presStyleLbl="node3" presStyleIdx="2" presStyleCnt="5"/>
      <dgm:spPr/>
    </dgm:pt>
    <dgm:pt modelId="{F39A898D-8773-414D-8F91-CFEB3FAD8256}" type="pres">
      <dgm:prSet presAssocID="{C984B88E-DF4D-4F50-A7FA-AF4369E50206}" presName="hierChild4" presStyleCnt="0"/>
      <dgm:spPr/>
    </dgm:pt>
    <dgm:pt modelId="{4A5DF938-748F-46B1-973D-6DD87E0BB245}" type="pres">
      <dgm:prSet presAssocID="{C984B88E-DF4D-4F50-A7FA-AF4369E50206}" presName="hierChild5" presStyleCnt="0"/>
      <dgm:spPr/>
    </dgm:pt>
    <dgm:pt modelId="{25AB382B-B22D-4A54-A80D-C2C040236201}" type="pres">
      <dgm:prSet presAssocID="{2B17A124-5D44-40DF-8B12-7887B2F04D37}" presName="Name37" presStyleLbl="parChTrans1D3" presStyleIdx="3" presStyleCnt="5"/>
      <dgm:spPr/>
    </dgm:pt>
    <dgm:pt modelId="{138EFB40-D312-4E02-B7EA-0DF3C1CAB279}" type="pres">
      <dgm:prSet presAssocID="{90AAD6D0-03BD-4858-89BE-8AF6A351359F}" presName="hierRoot2" presStyleCnt="0">
        <dgm:presLayoutVars>
          <dgm:hierBranch val="init"/>
        </dgm:presLayoutVars>
      </dgm:prSet>
      <dgm:spPr/>
    </dgm:pt>
    <dgm:pt modelId="{26863B9D-04C9-439E-95FD-26F8EB5EF483}" type="pres">
      <dgm:prSet presAssocID="{90AAD6D0-03BD-4858-89BE-8AF6A351359F}" presName="rootComposite" presStyleCnt="0"/>
      <dgm:spPr/>
    </dgm:pt>
    <dgm:pt modelId="{7F6ABF05-E0ED-44A7-89F3-B45C3EF3A229}" type="pres">
      <dgm:prSet presAssocID="{90AAD6D0-03BD-4858-89BE-8AF6A351359F}" presName="rootText" presStyleLbl="node3" presStyleIdx="3" presStyleCnt="5">
        <dgm:presLayoutVars>
          <dgm:chPref val="3"/>
        </dgm:presLayoutVars>
      </dgm:prSet>
      <dgm:spPr/>
    </dgm:pt>
    <dgm:pt modelId="{B86D21A1-2C5B-47DC-88F9-1E3399BFA0C7}" type="pres">
      <dgm:prSet presAssocID="{90AAD6D0-03BD-4858-89BE-8AF6A351359F}" presName="rootConnector" presStyleLbl="node3" presStyleIdx="3" presStyleCnt="5"/>
      <dgm:spPr/>
    </dgm:pt>
    <dgm:pt modelId="{CF004EE6-C349-4076-A6A7-363FDF2ECBCC}" type="pres">
      <dgm:prSet presAssocID="{90AAD6D0-03BD-4858-89BE-8AF6A351359F}" presName="hierChild4" presStyleCnt="0"/>
      <dgm:spPr/>
    </dgm:pt>
    <dgm:pt modelId="{1B7274D6-7EDF-406C-9D89-CEC3E3A394DA}" type="pres">
      <dgm:prSet presAssocID="{90AAD6D0-03BD-4858-89BE-8AF6A351359F}" presName="hierChild5" presStyleCnt="0"/>
      <dgm:spPr/>
    </dgm:pt>
    <dgm:pt modelId="{551EC507-FC20-4A20-8CF6-D5A631D59894}" type="pres">
      <dgm:prSet presAssocID="{640B4740-57CE-4650-A047-5CB362424634}" presName="Name37" presStyleLbl="parChTrans1D3" presStyleIdx="4" presStyleCnt="5"/>
      <dgm:spPr/>
    </dgm:pt>
    <dgm:pt modelId="{B5636A0F-1A59-4BC0-9FEC-9A960C5280FE}" type="pres">
      <dgm:prSet presAssocID="{765C2DD7-0A6D-467B-841C-CEBC7D09BD60}" presName="hierRoot2" presStyleCnt="0">
        <dgm:presLayoutVars>
          <dgm:hierBranch val="init"/>
        </dgm:presLayoutVars>
      </dgm:prSet>
      <dgm:spPr/>
    </dgm:pt>
    <dgm:pt modelId="{D796BB67-5795-44F0-89E6-11C5E92197A0}" type="pres">
      <dgm:prSet presAssocID="{765C2DD7-0A6D-467B-841C-CEBC7D09BD60}" presName="rootComposite" presStyleCnt="0"/>
      <dgm:spPr/>
    </dgm:pt>
    <dgm:pt modelId="{84A1EF6E-EE50-404C-BDFA-38201756C4C5}" type="pres">
      <dgm:prSet presAssocID="{765C2DD7-0A6D-467B-841C-CEBC7D09BD60}" presName="rootText" presStyleLbl="node3" presStyleIdx="4" presStyleCnt="5">
        <dgm:presLayoutVars>
          <dgm:chPref val="3"/>
        </dgm:presLayoutVars>
      </dgm:prSet>
      <dgm:spPr/>
    </dgm:pt>
    <dgm:pt modelId="{37774708-F242-4D11-8A0C-76688D76EA46}" type="pres">
      <dgm:prSet presAssocID="{765C2DD7-0A6D-467B-841C-CEBC7D09BD60}" presName="rootConnector" presStyleLbl="node3" presStyleIdx="4" presStyleCnt="5"/>
      <dgm:spPr/>
    </dgm:pt>
    <dgm:pt modelId="{657D4A6F-632A-4C04-96A9-DC040FCE24E9}" type="pres">
      <dgm:prSet presAssocID="{765C2DD7-0A6D-467B-841C-CEBC7D09BD60}" presName="hierChild4" presStyleCnt="0"/>
      <dgm:spPr/>
    </dgm:pt>
    <dgm:pt modelId="{EA97C088-5424-4BC5-8999-2B93ABB52E90}" type="pres">
      <dgm:prSet presAssocID="{765C2DD7-0A6D-467B-841C-CEBC7D09BD60}" presName="hierChild5" presStyleCnt="0"/>
      <dgm:spPr/>
    </dgm:pt>
    <dgm:pt modelId="{58F9D376-CC48-4030-8AE4-2FBC6880BA40}" type="pres">
      <dgm:prSet presAssocID="{280EA293-B944-4296-AE77-CA922C9B2015}" presName="hierChild5" presStyleCnt="0"/>
      <dgm:spPr/>
    </dgm:pt>
    <dgm:pt modelId="{C36459F5-32B2-40E3-A36C-4DD7A984EB05}" type="pres">
      <dgm:prSet presAssocID="{0573D553-EA9A-4311-B624-C19404AF0E04}" presName="hierChild3" presStyleCnt="0"/>
      <dgm:spPr/>
    </dgm:pt>
  </dgm:ptLst>
  <dgm:cxnLst>
    <dgm:cxn modelId="{04097C06-5441-421E-B962-65AF4B6FB091}" type="presOf" srcId="{765C2DD7-0A6D-467B-841C-CEBC7D09BD60}" destId="{84A1EF6E-EE50-404C-BDFA-38201756C4C5}" srcOrd="0" destOrd="0" presId="urn:microsoft.com/office/officeart/2005/8/layout/orgChart1"/>
    <dgm:cxn modelId="{90766412-2964-4604-B2A2-232A65A34438}" srcId="{0573D553-EA9A-4311-B624-C19404AF0E04}" destId="{280EA293-B944-4296-AE77-CA922C9B2015}" srcOrd="0" destOrd="0" parTransId="{72713B58-48F5-406F-97F9-899DCBDE3DE0}" sibTransId="{7AF31E7F-D6E1-4DA6-9F88-B63B37C398DE}"/>
    <dgm:cxn modelId="{D8DBC71B-45FC-486B-8B78-A7D53DDBDA78}" type="presOf" srcId="{1FCCFACB-82F5-4B28-BABF-0C30B0D638B2}" destId="{C1BD1974-42CF-4D20-8BB5-23CB9AE79DAE}" srcOrd="1" destOrd="0" presId="urn:microsoft.com/office/officeart/2005/8/layout/orgChart1"/>
    <dgm:cxn modelId="{2D78271E-E643-41C1-9723-4108F5682694}" type="presOf" srcId="{D642294C-BEA1-4C3C-97AF-3857B84C5450}" destId="{5F334635-55AB-42E1-834F-AF6C6485498B}" srcOrd="0" destOrd="0" presId="urn:microsoft.com/office/officeart/2005/8/layout/orgChart1"/>
    <dgm:cxn modelId="{2F99E91E-14B9-412D-A96E-69546B326A94}" srcId="{F923CB5B-890A-415A-9156-9F3FDFDD1916}" destId="{0573D553-EA9A-4311-B624-C19404AF0E04}" srcOrd="0" destOrd="0" parTransId="{71BB4ACB-0172-4183-9F7A-2B848BE50381}" sibTransId="{F674D334-9AD9-483E-B2F4-AF315386E0C9}"/>
    <dgm:cxn modelId="{E44B7F21-3FAE-4DB6-8065-E20AE2F2AF48}" type="presOf" srcId="{0573D553-EA9A-4311-B624-C19404AF0E04}" destId="{B7EA6C3E-DA57-46FA-AA92-D52F0F0685BE}" srcOrd="1" destOrd="0" presId="urn:microsoft.com/office/officeart/2005/8/layout/orgChart1"/>
    <dgm:cxn modelId="{66E1A632-88D1-48FC-AAF7-8D7C9092BA99}" type="presOf" srcId="{ACD11D7C-2C57-40AC-95B0-4CC9B8A0DA32}" destId="{D062B540-0381-4587-A81D-31FA8A760726}" srcOrd="0" destOrd="0" presId="urn:microsoft.com/office/officeart/2005/8/layout/orgChart1"/>
    <dgm:cxn modelId="{D7C99036-9A17-474A-95AD-063DBD9B32E3}" type="presOf" srcId="{C984B88E-DF4D-4F50-A7FA-AF4369E50206}" destId="{352598B3-ACE8-41B7-B8E5-BE1C667BCF82}" srcOrd="1" destOrd="0" presId="urn:microsoft.com/office/officeart/2005/8/layout/orgChart1"/>
    <dgm:cxn modelId="{71699C36-1EBA-4433-A034-B3C9CEBC75B2}" type="presOf" srcId="{B547CF4E-64A1-4588-A9C2-04548D6262CA}" destId="{FEAFC51F-034F-4736-9F0C-E385B0C7855A}" srcOrd="1" destOrd="0" presId="urn:microsoft.com/office/officeart/2005/8/layout/orgChart1"/>
    <dgm:cxn modelId="{2B24063A-42D0-44BD-B8DC-F6677915A077}" type="presOf" srcId="{1FCCFACB-82F5-4B28-BABF-0C30B0D638B2}" destId="{53CADCC6-1D78-4DF1-BEF7-A8741396E530}" srcOrd="0" destOrd="0" presId="urn:microsoft.com/office/officeart/2005/8/layout/orgChart1"/>
    <dgm:cxn modelId="{CB78D35C-CECC-482D-8512-C578A6DA870C}" type="presOf" srcId="{2B17A124-5D44-40DF-8B12-7887B2F04D37}" destId="{25AB382B-B22D-4A54-A80D-C2C040236201}" srcOrd="0" destOrd="0" presId="urn:microsoft.com/office/officeart/2005/8/layout/orgChart1"/>
    <dgm:cxn modelId="{42831B5E-19E9-4246-BF8B-A5338D402428}" type="presOf" srcId="{90AAD6D0-03BD-4858-89BE-8AF6A351359F}" destId="{7F6ABF05-E0ED-44A7-89F3-B45C3EF3A229}" srcOrd="0" destOrd="0" presId="urn:microsoft.com/office/officeart/2005/8/layout/orgChart1"/>
    <dgm:cxn modelId="{45C18562-0255-41D9-BA92-B6FC562E53D6}" srcId="{280EA293-B944-4296-AE77-CA922C9B2015}" destId="{90AAD6D0-03BD-4858-89BE-8AF6A351359F}" srcOrd="3" destOrd="0" parTransId="{2B17A124-5D44-40DF-8B12-7887B2F04D37}" sibTransId="{E8924CA3-94E5-45A6-B570-C26FBED0FE58}"/>
    <dgm:cxn modelId="{B8974069-07BC-4023-8E7E-834C202F9FB2}" srcId="{280EA293-B944-4296-AE77-CA922C9B2015}" destId="{B547CF4E-64A1-4588-A9C2-04548D6262CA}" srcOrd="0" destOrd="0" parTransId="{B30C4867-5A80-428E-A855-91374FD9423C}" sibTransId="{4A11EA54-1992-49AA-92A3-43F6BE8F3985}"/>
    <dgm:cxn modelId="{0F3A9971-47BB-44C1-80D5-185B032CE2FA}" type="presOf" srcId="{ACD11D7C-2C57-40AC-95B0-4CC9B8A0DA32}" destId="{9C03ADEB-B530-4110-AC86-0FD0BF07EBFA}" srcOrd="1" destOrd="0" presId="urn:microsoft.com/office/officeart/2005/8/layout/orgChart1"/>
    <dgm:cxn modelId="{800C6D58-74A5-4D58-9215-0F287EFDF290}" type="presOf" srcId="{280EA293-B944-4296-AE77-CA922C9B2015}" destId="{D6A2F686-E2E2-4A78-8907-C6C63CD8F203}" srcOrd="0" destOrd="0" presId="urn:microsoft.com/office/officeart/2005/8/layout/orgChart1"/>
    <dgm:cxn modelId="{15DC8F7A-1A44-44C3-9643-DF78E1838AB1}" type="presOf" srcId="{B30C4867-5A80-428E-A855-91374FD9423C}" destId="{30B9CCD0-4D59-4B44-BFF9-6C8C5F75EAE9}" srcOrd="0" destOrd="0" presId="urn:microsoft.com/office/officeart/2005/8/layout/orgChart1"/>
    <dgm:cxn modelId="{4950C07D-A5A6-41ED-9397-972EA6ADF5B9}" type="presOf" srcId="{72713B58-48F5-406F-97F9-899DCBDE3DE0}" destId="{C34AF82D-EE26-42B3-AEF1-0DDE992CF02E}" srcOrd="0" destOrd="0" presId="urn:microsoft.com/office/officeart/2005/8/layout/orgChart1"/>
    <dgm:cxn modelId="{9E2F6A82-9FA2-4FD0-912F-4605C356C9CF}" srcId="{280EA293-B944-4296-AE77-CA922C9B2015}" destId="{1FCCFACB-82F5-4B28-BABF-0C30B0D638B2}" srcOrd="1" destOrd="0" parTransId="{1B00A3A4-D081-4271-A73A-066915ED8B8C}" sibTransId="{8F41AA03-3870-4AE7-BF14-BDC9AC6FED71}"/>
    <dgm:cxn modelId="{DA841A85-17B5-442A-8146-77D7F0AA9081}" srcId="{280EA293-B944-4296-AE77-CA922C9B2015}" destId="{C984B88E-DF4D-4F50-A7FA-AF4369E50206}" srcOrd="2" destOrd="0" parTransId="{D642294C-BEA1-4C3C-97AF-3857B84C5450}" sibTransId="{DFDFFF86-E186-4EBA-B0AD-CFC6A9D611A1}"/>
    <dgm:cxn modelId="{23DD7192-3639-4079-A40A-61E7226FC84D}" type="presOf" srcId="{765C2DD7-0A6D-467B-841C-CEBC7D09BD60}" destId="{37774708-F242-4D11-8A0C-76688D76EA46}" srcOrd="1" destOrd="0" presId="urn:microsoft.com/office/officeart/2005/8/layout/orgChart1"/>
    <dgm:cxn modelId="{0001FFA0-B853-44E7-AC46-F7FFC37E7810}" srcId="{280EA293-B944-4296-AE77-CA922C9B2015}" destId="{765C2DD7-0A6D-467B-841C-CEBC7D09BD60}" srcOrd="4" destOrd="0" parTransId="{640B4740-57CE-4650-A047-5CB362424634}" sibTransId="{DF51DE39-4529-4416-A9A0-B678A8C7473F}"/>
    <dgm:cxn modelId="{37F0ACA3-5B84-4C25-AC2F-61ADA6E07268}" type="presOf" srcId="{0573D553-EA9A-4311-B624-C19404AF0E04}" destId="{9A1D47E5-FDDC-4FFA-ACBB-DFF4791F1EB1}" srcOrd="0" destOrd="0" presId="urn:microsoft.com/office/officeart/2005/8/layout/orgChart1"/>
    <dgm:cxn modelId="{5749B2AA-169D-47C9-8832-ED1BD592DE73}" type="presOf" srcId="{B547CF4E-64A1-4588-A9C2-04548D6262CA}" destId="{DEF5418D-6F1B-40BD-ADC2-A552D7257E4C}" srcOrd="0" destOrd="0" presId="urn:microsoft.com/office/officeart/2005/8/layout/orgChart1"/>
    <dgm:cxn modelId="{18B520AC-2AA2-47AC-9970-80EE01A361A0}" type="presOf" srcId="{90AAD6D0-03BD-4858-89BE-8AF6A351359F}" destId="{B86D21A1-2C5B-47DC-88F9-1E3399BFA0C7}" srcOrd="1" destOrd="0" presId="urn:microsoft.com/office/officeart/2005/8/layout/orgChart1"/>
    <dgm:cxn modelId="{E4B427B2-05C2-4D8A-BACB-1232854B08E8}" type="presOf" srcId="{F923CB5B-890A-415A-9156-9F3FDFDD1916}" destId="{5D8501FB-721D-467E-81E4-52A6729B77F5}" srcOrd="0" destOrd="0" presId="urn:microsoft.com/office/officeart/2005/8/layout/orgChart1"/>
    <dgm:cxn modelId="{7E5FD5B4-7D6E-4521-8438-E03D4115C0F3}" type="presOf" srcId="{640B4740-57CE-4650-A047-5CB362424634}" destId="{551EC507-FC20-4A20-8CF6-D5A631D59894}" srcOrd="0" destOrd="0" presId="urn:microsoft.com/office/officeart/2005/8/layout/orgChart1"/>
    <dgm:cxn modelId="{FC09ADBF-BB54-4FB7-A20F-C93A85939EAE}" srcId="{1FCCFACB-82F5-4B28-BABF-0C30B0D638B2}" destId="{ACD11D7C-2C57-40AC-95B0-4CC9B8A0DA32}" srcOrd="0" destOrd="0" parTransId="{5DCABDF6-D2DA-489E-A591-4F7EF40A2180}" sibTransId="{0E54F2EB-E831-4D1A-A576-EA29F78666B7}"/>
    <dgm:cxn modelId="{74F78BDE-BD56-4D9A-BFB0-D0FA5680296C}" type="presOf" srcId="{280EA293-B944-4296-AE77-CA922C9B2015}" destId="{1872E7C2-3E8A-4EC9-A78E-F348E411FB25}" srcOrd="1" destOrd="0" presId="urn:microsoft.com/office/officeart/2005/8/layout/orgChart1"/>
    <dgm:cxn modelId="{AA9AAFE0-9806-463F-8CF7-858CC6C3A6DC}" type="presOf" srcId="{1B00A3A4-D081-4271-A73A-066915ED8B8C}" destId="{8DAE2329-1815-4AB9-9EAC-1042B7DD592C}" srcOrd="0" destOrd="0" presId="urn:microsoft.com/office/officeart/2005/8/layout/orgChart1"/>
    <dgm:cxn modelId="{EA1248E7-BE94-45B4-83B6-58D7C113FD4C}" type="presOf" srcId="{C984B88E-DF4D-4F50-A7FA-AF4369E50206}" destId="{9A37321B-DCE3-4D30-B1B0-934D38BC7B74}" srcOrd="0" destOrd="0" presId="urn:microsoft.com/office/officeart/2005/8/layout/orgChart1"/>
    <dgm:cxn modelId="{C4E553EB-5230-43BB-84CD-C02D8AC01818}" type="presOf" srcId="{5DCABDF6-D2DA-489E-A591-4F7EF40A2180}" destId="{F03399AE-8B02-4CBF-AF44-8E7D54379586}" srcOrd="0" destOrd="0" presId="urn:microsoft.com/office/officeart/2005/8/layout/orgChart1"/>
    <dgm:cxn modelId="{EC488775-3770-497F-AABC-E7B2B5D40C1F}" type="presParOf" srcId="{5D8501FB-721D-467E-81E4-52A6729B77F5}" destId="{855206DD-DB4E-42DF-AB05-730D375D9F6C}" srcOrd="0" destOrd="0" presId="urn:microsoft.com/office/officeart/2005/8/layout/orgChart1"/>
    <dgm:cxn modelId="{06FE60AB-23A5-4A2F-8F9E-8A3C9D2376C4}" type="presParOf" srcId="{855206DD-DB4E-42DF-AB05-730D375D9F6C}" destId="{05761ABF-64F6-4024-A695-C27649899AB4}" srcOrd="0" destOrd="0" presId="urn:microsoft.com/office/officeart/2005/8/layout/orgChart1"/>
    <dgm:cxn modelId="{66DE690D-3802-4551-B088-7079E7537E9A}" type="presParOf" srcId="{05761ABF-64F6-4024-A695-C27649899AB4}" destId="{9A1D47E5-FDDC-4FFA-ACBB-DFF4791F1EB1}" srcOrd="0" destOrd="0" presId="urn:microsoft.com/office/officeart/2005/8/layout/orgChart1"/>
    <dgm:cxn modelId="{0ABB657A-0F90-474D-B1E2-C4854671C36C}" type="presParOf" srcId="{05761ABF-64F6-4024-A695-C27649899AB4}" destId="{B7EA6C3E-DA57-46FA-AA92-D52F0F0685BE}" srcOrd="1" destOrd="0" presId="urn:microsoft.com/office/officeart/2005/8/layout/orgChart1"/>
    <dgm:cxn modelId="{E4DB04FA-F26C-4D17-9708-1062B2FDB0D0}" type="presParOf" srcId="{855206DD-DB4E-42DF-AB05-730D375D9F6C}" destId="{56CDA6A5-D5D6-4768-9955-035F2C0E4D20}" srcOrd="1" destOrd="0" presId="urn:microsoft.com/office/officeart/2005/8/layout/orgChart1"/>
    <dgm:cxn modelId="{90B17AC0-454B-4789-87FB-8D162F8FD4FF}" type="presParOf" srcId="{56CDA6A5-D5D6-4768-9955-035F2C0E4D20}" destId="{C34AF82D-EE26-42B3-AEF1-0DDE992CF02E}" srcOrd="0" destOrd="0" presId="urn:microsoft.com/office/officeart/2005/8/layout/orgChart1"/>
    <dgm:cxn modelId="{85804899-5DE8-4A96-8828-122B1A4C7681}" type="presParOf" srcId="{56CDA6A5-D5D6-4768-9955-035F2C0E4D20}" destId="{1460ABC1-B02A-4577-99F5-C77F5DBDC1D3}" srcOrd="1" destOrd="0" presId="urn:microsoft.com/office/officeart/2005/8/layout/orgChart1"/>
    <dgm:cxn modelId="{C82AC51F-D7BC-4CB8-B2FC-2D282F13EA2B}" type="presParOf" srcId="{1460ABC1-B02A-4577-99F5-C77F5DBDC1D3}" destId="{EC8809C7-C393-4377-9A6E-CACBF9F9FB47}" srcOrd="0" destOrd="0" presId="urn:microsoft.com/office/officeart/2005/8/layout/orgChart1"/>
    <dgm:cxn modelId="{72984791-4931-4E7A-8AD3-2D0BF0D0D41C}" type="presParOf" srcId="{EC8809C7-C393-4377-9A6E-CACBF9F9FB47}" destId="{D6A2F686-E2E2-4A78-8907-C6C63CD8F203}" srcOrd="0" destOrd="0" presId="urn:microsoft.com/office/officeart/2005/8/layout/orgChart1"/>
    <dgm:cxn modelId="{C0393C77-A59E-4E14-95DC-D088073FECEC}" type="presParOf" srcId="{EC8809C7-C393-4377-9A6E-CACBF9F9FB47}" destId="{1872E7C2-3E8A-4EC9-A78E-F348E411FB25}" srcOrd="1" destOrd="0" presId="urn:microsoft.com/office/officeart/2005/8/layout/orgChart1"/>
    <dgm:cxn modelId="{8FB4250E-EF63-409B-968F-B75F15D00E78}" type="presParOf" srcId="{1460ABC1-B02A-4577-99F5-C77F5DBDC1D3}" destId="{219B9D87-4C47-4A0D-B2F9-0B12194DECDE}" srcOrd="1" destOrd="0" presId="urn:microsoft.com/office/officeart/2005/8/layout/orgChart1"/>
    <dgm:cxn modelId="{553AB9FC-FE0C-499D-9E9F-34B470133F74}" type="presParOf" srcId="{219B9D87-4C47-4A0D-B2F9-0B12194DECDE}" destId="{30B9CCD0-4D59-4B44-BFF9-6C8C5F75EAE9}" srcOrd="0" destOrd="0" presId="urn:microsoft.com/office/officeart/2005/8/layout/orgChart1"/>
    <dgm:cxn modelId="{A2192011-2538-48D6-9DFE-75FB960342B3}" type="presParOf" srcId="{219B9D87-4C47-4A0D-B2F9-0B12194DECDE}" destId="{F8281671-6FFE-4A5E-9A19-C92F6ECC7EA1}" srcOrd="1" destOrd="0" presId="urn:microsoft.com/office/officeart/2005/8/layout/orgChart1"/>
    <dgm:cxn modelId="{4D310B56-CEDC-4A39-861E-EA50F4169688}" type="presParOf" srcId="{F8281671-6FFE-4A5E-9A19-C92F6ECC7EA1}" destId="{BF45DF12-377F-4D9D-A56D-AE1CDEDA6AB4}" srcOrd="0" destOrd="0" presId="urn:microsoft.com/office/officeart/2005/8/layout/orgChart1"/>
    <dgm:cxn modelId="{58C37A35-3144-43FE-8CB7-09C07A554A34}" type="presParOf" srcId="{BF45DF12-377F-4D9D-A56D-AE1CDEDA6AB4}" destId="{DEF5418D-6F1B-40BD-ADC2-A552D7257E4C}" srcOrd="0" destOrd="0" presId="urn:microsoft.com/office/officeart/2005/8/layout/orgChart1"/>
    <dgm:cxn modelId="{BF44B4C4-6C42-48F9-A0D1-3A9140DCB829}" type="presParOf" srcId="{BF45DF12-377F-4D9D-A56D-AE1CDEDA6AB4}" destId="{FEAFC51F-034F-4736-9F0C-E385B0C7855A}" srcOrd="1" destOrd="0" presId="urn:microsoft.com/office/officeart/2005/8/layout/orgChart1"/>
    <dgm:cxn modelId="{D8B526DB-893E-41FC-B147-BD628D0923CD}" type="presParOf" srcId="{F8281671-6FFE-4A5E-9A19-C92F6ECC7EA1}" destId="{82AB4235-5E1F-4B0E-ACB8-AD3886F3CF42}" srcOrd="1" destOrd="0" presId="urn:microsoft.com/office/officeart/2005/8/layout/orgChart1"/>
    <dgm:cxn modelId="{CB49F1A7-4521-48A0-AE62-BB18E26CFBD3}" type="presParOf" srcId="{F8281671-6FFE-4A5E-9A19-C92F6ECC7EA1}" destId="{677FA2E9-8111-4D36-9F5F-D944AA7BC03E}" srcOrd="2" destOrd="0" presId="urn:microsoft.com/office/officeart/2005/8/layout/orgChart1"/>
    <dgm:cxn modelId="{A86C41CC-CD0C-480B-9CD4-0E50A2D4FCB3}" type="presParOf" srcId="{219B9D87-4C47-4A0D-B2F9-0B12194DECDE}" destId="{8DAE2329-1815-4AB9-9EAC-1042B7DD592C}" srcOrd="2" destOrd="0" presId="urn:microsoft.com/office/officeart/2005/8/layout/orgChart1"/>
    <dgm:cxn modelId="{1B2F77CB-EB1A-442E-B647-316463E4BB74}" type="presParOf" srcId="{219B9D87-4C47-4A0D-B2F9-0B12194DECDE}" destId="{F182AA6B-81CE-460B-AE01-0FD92E577B59}" srcOrd="3" destOrd="0" presId="urn:microsoft.com/office/officeart/2005/8/layout/orgChart1"/>
    <dgm:cxn modelId="{299A9ADF-32DD-4315-8678-1C2934973765}" type="presParOf" srcId="{F182AA6B-81CE-460B-AE01-0FD92E577B59}" destId="{DF057204-73D3-4CEB-B69F-5E1A8627BFC0}" srcOrd="0" destOrd="0" presId="urn:microsoft.com/office/officeart/2005/8/layout/orgChart1"/>
    <dgm:cxn modelId="{F02DE249-E797-45FE-83E1-F3E603F4C44D}" type="presParOf" srcId="{DF057204-73D3-4CEB-B69F-5E1A8627BFC0}" destId="{53CADCC6-1D78-4DF1-BEF7-A8741396E530}" srcOrd="0" destOrd="0" presId="urn:microsoft.com/office/officeart/2005/8/layout/orgChart1"/>
    <dgm:cxn modelId="{412D0098-34A1-49F4-A7D4-45FDA0D156E9}" type="presParOf" srcId="{DF057204-73D3-4CEB-B69F-5E1A8627BFC0}" destId="{C1BD1974-42CF-4D20-8BB5-23CB9AE79DAE}" srcOrd="1" destOrd="0" presId="urn:microsoft.com/office/officeart/2005/8/layout/orgChart1"/>
    <dgm:cxn modelId="{BAB6D904-BAEE-43D3-B30E-41AC6AABB900}" type="presParOf" srcId="{F182AA6B-81CE-460B-AE01-0FD92E577B59}" destId="{6445D77D-67C2-420E-82F8-4DB000D90406}" srcOrd="1" destOrd="0" presId="urn:microsoft.com/office/officeart/2005/8/layout/orgChart1"/>
    <dgm:cxn modelId="{C6013EA4-21B2-4484-892A-66D1652CB0F7}" type="presParOf" srcId="{6445D77D-67C2-420E-82F8-4DB000D90406}" destId="{F03399AE-8B02-4CBF-AF44-8E7D54379586}" srcOrd="0" destOrd="0" presId="urn:microsoft.com/office/officeart/2005/8/layout/orgChart1"/>
    <dgm:cxn modelId="{C1E80890-31A7-44A5-9790-785A9A075BEE}" type="presParOf" srcId="{6445D77D-67C2-420E-82F8-4DB000D90406}" destId="{22DD9CA0-8B39-4884-B3B9-3CA45478DA9C}" srcOrd="1" destOrd="0" presId="urn:microsoft.com/office/officeart/2005/8/layout/orgChart1"/>
    <dgm:cxn modelId="{D32CCB47-6F94-4E23-8663-FE27922C2CEC}" type="presParOf" srcId="{22DD9CA0-8B39-4884-B3B9-3CA45478DA9C}" destId="{85FA46DD-162C-4B3D-B2E9-E94E7A3FD666}" srcOrd="0" destOrd="0" presId="urn:microsoft.com/office/officeart/2005/8/layout/orgChart1"/>
    <dgm:cxn modelId="{B8B7BF16-C772-4FE6-AA35-D3B88D286CE5}" type="presParOf" srcId="{85FA46DD-162C-4B3D-B2E9-E94E7A3FD666}" destId="{D062B540-0381-4587-A81D-31FA8A760726}" srcOrd="0" destOrd="0" presId="urn:microsoft.com/office/officeart/2005/8/layout/orgChart1"/>
    <dgm:cxn modelId="{5E08A9CA-0DBB-4EF2-8E3E-277186C4B3FA}" type="presParOf" srcId="{85FA46DD-162C-4B3D-B2E9-E94E7A3FD666}" destId="{9C03ADEB-B530-4110-AC86-0FD0BF07EBFA}" srcOrd="1" destOrd="0" presId="urn:microsoft.com/office/officeart/2005/8/layout/orgChart1"/>
    <dgm:cxn modelId="{F4B4A2ED-EFB4-4AE3-8CE1-8A0C5E9ABE8C}" type="presParOf" srcId="{22DD9CA0-8B39-4884-B3B9-3CA45478DA9C}" destId="{0159F58E-2CFE-4479-92C7-9BECB817E4E7}" srcOrd="1" destOrd="0" presId="urn:microsoft.com/office/officeart/2005/8/layout/orgChart1"/>
    <dgm:cxn modelId="{B2D40DE5-41CF-4CBA-8B90-97CAC3A19DFC}" type="presParOf" srcId="{22DD9CA0-8B39-4884-B3B9-3CA45478DA9C}" destId="{F3956A70-4695-42BC-BDBC-435B5EB141F4}" srcOrd="2" destOrd="0" presId="urn:microsoft.com/office/officeart/2005/8/layout/orgChart1"/>
    <dgm:cxn modelId="{923F6C3E-01D9-4CBC-A47B-DEC74B949753}" type="presParOf" srcId="{F182AA6B-81CE-460B-AE01-0FD92E577B59}" destId="{F50FF29F-DA7D-4B71-BAA3-F4DB03697C52}" srcOrd="2" destOrd="0" presId="urn:microsoft.com/office/officeart/2005/8/layout/orgChart1"/>
    <dgm:cxn modelId="{B182D29A-88FF-41A4-A680-49E399DC9628}" type="presParOf" srcId="{219B9D87-4C47-4A0D-B2F9-0B12194DECDE}" destId="{5F334635-55AB-42E1-834F-AF6C6485498B}" srcOrd="4" destOrd="0" presId="urn:microsoft.com/office/officeart/2005/8/layout/orgChart1"/>
    <dgm:cxn modelId="{4A8303C1-632F-49E7-B0A0-31F724B94479}" type="presParOf" srcId="{219B9D87-4C47-4A0D-B2F9-0B12194DECDE}" destId="{76815715-B9E2-4CA6-8576-A7E167B8D76F}" srcOrd="5" destOrd="0" presId="urn:microsoft.com/office/officeart/2005/8/layout/orgChart1"/>
    <dgm:cxn modelId="{1EBCA7E2-51F6-4E19-BD3D-48F6547A88BF}" type="presParOf" srcId="{76815715-B9E2-4CA6-8576-A7E167B8D76F}" destId="{A130C902-AB66-4DDD-9DE8-92A89C15A489}" srcOrd="0" destOrd="0" presId="urn:microsoft.com/office/officeart/2005/8/layout/orgChart1"/>
    <dgm:cxn modelId="{5FE8E707-ED8A-43B0-8F2C-9CCC4A0040C5}" type="presParOf" srcId="{A130C902-AB66-4DDD-9DE8-92A89C15A489}" destId="{9A37321B-DCE3-4D30-B1B0-934D38BC7B74}" srcOrd="0" destOrd="0" presId="urn:microsoft.com/office/officeart/2005/8/layout/orgChart1"/>
    <dgm:cxn modelId="{F9228EC6-FEE3-48C3-9D46-EC342CFCEE34}" type="presParOf" srcId="{A130C902-AB66-4DDD-9DE8-92A89C15A489}" destId="{352598B3-ACE8-41B7-B8E5-BE1C667BCF82}" srcOrd="1" destOrd="0" presId="urn:microsoft.com/office/officeart/2005/8/layout/orgChart1"/>
    <dgm:cxn modelId="{55B97ED4-C22F-4DD0-AB90-E38B705EBF30}" type="presParOf" srcId="{76815715-B9E2-4CA6-8576-A7E167B8D76F}" destId="{F39A898D-8773-414D-8F91-CFEB3FAD8256}" srcOrd="1" destOrd="0" presId="urn:microsoft.com/office/officeart/2005/8/layout/orgChart1"/>
    <dgm:cxn modelId="{FBCFA118-ABC8-4DC4-B4B0-B48B97FE28A9}" type="presParOf" srcId="{76815715-B9E2-4CA6-8576-A7E167B8D76F}" destId="{4A5DF938-748F-46B1-973D-6DD87E0BB245}" srcOrd="2" destOrd="0" presId="urn:microsoft.com/office/officeart/2005/8/layout/orgChart1"/>
    <dgm:cxn modelId="{6EBF5386-7449-4EC7-BF74-5FD0EF19A7C4}" type="presParOf" srcId="{219B9D87-4C47-4A0D-B2F9-0B12194DECDE}" destId="{25AB382B-B22D-4A54-A80D-C2C040236201}" srcOrd="6" destOrd="0" presId="urn:microsoft.com/office/officeart/2005/8/layout/orgChart1"/>
    <dgm:cxn modelId="{B44A4F18-E47D-4D29-A1E9-AC60560E5D10}" type="presParOf" srcId="{219B9D87-4C47-4A0D-B2F9-0B12194DECDE}" destId="{138EFB40-D312-4E02-B7EA-0DF3C1CAB279}" srcOrd="7" destOrd="0" presId="urn:microsoft.com/office/officeart/2005/8/layout/orgChart1"/>
    <dgm:cxn modelId="{CFE607C4-852C-4B92-BE32-07419C3062C1}" type="presParOf" srcId="{138EFB40-D312-4E02-B7EA-0DF3C1CAB279}" destId="{26863B9D-04C9-439E-95FD-26F8EB5EF483}" srcOrd="0" destOrd="0" presId="urn:microsoft.com/office/officeart/2005/8/layout/orgChart1"/>
    <dgm:cxn modelId="{12888814-20B1-4FE3-A703-210A64B25D9A}" type="presParOf" srcId="{26863B9D-04C9-439E-95FD-26F8EB5EF483}" destId="{7F6ABF05-E0ED-44A7-89F3-B45C3EF3A229}" srcOrd="0" destOrd="0" presId="urn:microsoft.com/office/officeart/2005/8/layout/orgChart1"/>
    <dgm:cxn modelId="{C5E297A5-DAAC-4BBF-8692-0BABB2A58E63}" type="presParOf" srcId="{26863B9D-04C9-439E-95FD-26F8EB5EF483}" destId="{B86D21A1-2C5B-47DC-88F9-1E3399BFA0C7}" srcOrd="1" destOrd="0" presId="urn:microsoft.com/office/officeart/2005/8/layout/orgChart1"/>
    <dgm:cxn modelId="{F74300DD-4971-40F0-858C-CED32D2D8FBF}" type="presParOf" srcId="{138EFB40-D312-4E02-B7EA-0DF3C1CAB279}" destId="{CF004EE6-C349-4076-A6A7-363FDF2ECBCC}" srcOrd="1" destOrd="0" presId="urn:microsoft.com/office/officeart/2005/8/layout/orgChart1"/>
    <dgm:cxn modelId="{09DD3432-83BF-4AED-911D-4CCC3B6752DD}" type="presParOf" srcId="{138EFB40-D312-4E02-B7EA-0DF3C1CAB279}" destId="{1B7274D6-7EDF-406C-9D89-CEC3E3A394DA}" srcOrd="2" destOrd="0" presId="urn:microsoft.com/office/officeart/2005/8/layout/orgChart1"/>
    <dgm:cxn modelId="{54918167-D208-4CD4-A666-9D794F1A29FA}" type="presParOf" srcId="{219B9D87-4C47-4A0D-B2F9-0B12194DECDE}" destId="{551EC507-FC20-4A20-8CF6-D5A631D59894}" srcOrd="8" destOrd="0" presId="urn:microsoft.com/office/officeart/2005/8/layout/orgChart1"/>
    <dgm:cxn modelId="{8B98950A-C077-4224-8299-7AD334B87424}" type="presParOf" srcId="{219B9D87-4C47-4A0D-B2F9-0B12194DECDE}" destId="{B5636A0F-1A59-4BC0-9FEC-9A960C5280FE}" srcOrd="9" destOrd="0" presId="urn:microsoft.com/office/officeart/2005/8/layout/orgChart1"/>
    <dgm:cxn modelId="{52DC4BA6-2A65-47C4-819D-ED9E386268C5}" type="presParOf" srcId="{B5636A0F-1A59-4BC0-9FEC-9A960C5280FE}" destId="{D796BB67-5795-44F0-89E6-11C5E92197A0}" srcOrd="0" destOrd="0" presId="urn:microsoft.com/office/officeart/2005/8/layout/orgChart1"/>
    <dgm:cxn modelId="{EC0CAF2A-38A3-4A2D-BB10-96CDAA64A0E2}" type="presParOf" srcId="{D796BB67-5795-44F0-89E6-11C5E92197A0}" destId="{84A1EF6E-EE50-404C-BDFA-38201756C4C5}" srcOrd="0" destOrd="0" presId="urn:microsoft.com/office/officeart/2005/8/layout/orgChart1"/>
    <dgm:cxn modelId="{63EBCF20-0C33-49DB-83A6-9BB08F0E1C6A}" type="presParOf" srcId="{D796BB67-5795-44F0-89E6-11C5E92197A0}" destId="{37774708-F242-4D11-8A0C-76688D76EA46}" srcOrd="1" destOrd="0" presId="urn:microsoft.com/office/officeart/2005/8/layout/orgChart1"/>
    <dgm:cxn modelId="{B6B6CDBA-79CC-441A-9171-9B12A05CF787}" type="presParOf" srcId="{B5636A0F-1A59-4BC0-9FEC-9A960C5280FE}" destId="{657D4A6F-632A-4C04-96A9-DC040FCE24E9}" srcOrd="1" destOrd="0" presId="urn:microsoft.com/office/officeart/2005/8/layout/orgChart1"/>
    <dgm:cxn modelId="{59F0099B-9302-4FC4-B241-9583A8993218}" type="presParOf" srcId="{B5636A0F-1A59-4BC0-9FEC-9A960C5280FE}" destId="{EA97C088-5424-4BC5-8999-2B93ABB52E90}" srcOrd="2" destOrd="0" presId="urn:microsoft.com/office/officeart/2005/8/layout/orgChart1"/>
    <dgm:cxn modelId="{7B038078-9887-48F4-9511-DAA6DC31ACDC}" type="presParOf" srcId="{1460ABC1-B02A-4577-99F5-C77F5DBDC1D3}" destId="{58F9D376-CC48-4030-8AE4-2FBC6880BA40}" srcOrd="2" destOrd="0" presId="urn:microsoft.com/office/officeart/2005/8/layout/orgChart1"/>
    <dgm:cxn modelId="{09DFA35F-8792-40B6-B860-10F18C45039B}" type="presParOf" srcId="{855206DD-DB4E-42DF-AB05-730D375D9F6C}" destId="{C36459F5-32B2-40E3-A36C-4DD7A984EB0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1EC507-FC20-4A20-8CF6-D5A631D59894}">
      <dsp:nvSpPr>
        <dsp:cNvPr id="0" name=""/>
        <dsp:cNvSpPr/>
      </dsp:nvSpPr>
      <dsp:spPr>
        <a:xfrm>
          <a:off x="4127500" y="2391604"/>
          <a:ext cx="3420151" cy="296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395"/>
              </a:lnTo>
              <a:lnTo>
                <a:pt x="3420151" y="148395"/>
              </a:lnTo>
              <a:lnTo>
                <a:pt x="3420151" y="2967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AB382B-B22D-4A54-A80D-C2C040236201}">
      <dsp:nvSpPr>
        <dsp:cNvPr id="0" name=""/>
        <dsp:cNvSpPr/>
      </dsp:nvSpPr>
      <dsp:spPr>
        <a:xfrm>
          <a:off x="4127500" y="2391604"/>
          <a:ext cx="1710075" cy="296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395"/>
              </a:lnTo>
              <a:lnTo>
                <a:pt x="1710075" y="148395"/>
              </a:lnTo>
              <a:lnTo>
                <a:pt x="1710075" y="2967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334635-55AB-42E1-834F-AF6C6485498B}">
      <dsp:nvSpPr>
        <dsp:cNvPr id="0" name=""/>
        <dsp:cNvSpPr/>
      </dsp:nvSpPr>
      <dsp:spPr>
        <a:xfrm>
          <a:off x="4081780" y="2391604"/>
          <a:ext cx="91440" cy="2967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67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3399AE-8B02-4CBF-AF44-8E7D54379586}">
      <dsp:nvSpPr>
        <dsp:cNvPr id="0" name=""/>
        <dsp:cNvSpPr/>
      </dsp:nvSpPr>
      <dsp:spPr>
        <a:xfrm>
          <a:off x="1852109" y="3395037"/>
          <a:ext cx="211992" cy="650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111"/>
              </a:lnTo>
              <a:lnTo>
                <a:pt x="211992" y="65011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AE2329-1815-4AB9-9EAC-1042B7DD592C}">
      <dsp:nvSpPr>
        <dsp:cNvPr id="0" name=""/>
        <dsp:cNvSpPr/>
      </dsp:nvSpPr>
      <dsp:spPr>
        <a:xfrm>
          <a:off x="2417424" y="2391604"/>
          <a:ext cx="1710075" cy="296790"/>
        </a:xfrm>
        <a:custGeom>
          <a:avLst/>
          <a:gdLst/>
          <a:ahLst/>
          <a:cxnLst/>
          <a:rect l="0" t="0" r="0" b="0"/>
          <a:pathLst>
            <a:path>
              <a:moveTo>
                <a:pt x="1710075" y="0"/>
              </a:moveTo>
              <a:lnTo>
                <a:pt x="1710075" y="148395"/>
              </a:lnTo>
              <a:lnTo>
                <a:pt x="0" y="148395"/>
              </a:lnTo>
              <a:lnTo>
                <a:pt x="0" y="2967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B9CCD0-4D59-4B44-BFF9-6C8C5F75EAE9}">
      <dsp:nvSpPr>
        <dsp:cNvPr id="0" name=""/>
        <dsp:cNvSpPr/>
      </dsp:nvSpPr>
      <dsp:spPr>
        <a:xfrm>
          <a:off x="707348" y="2391604"/>
          <a:ext cx="3420151" cy="296790"/>
        </a:xfrm>
        <a:custGeom>
          <a:avLst/>
          <a:gdLst/>
          <a:ahLst/>
          <a:cxnLst/>
          <a:rect l="0" t="0" r="0" b="0"/>
          <a:pathLst>
            <a:path>
              <a:moveTo>
                <a:pt x="3420151" y="0"/>
              </a:moveTo>
              <a:lnTo>
                <a:pt x="3420151" y="148395"/>
              </a:lnTo>
              <a:lnTo>
                <a:pt x="0" y="148395"/>
              </a:lnTo>
              <a:lnTo>
                <a:pt x="0" y="2967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AF82D-EE26-42B3-AEF1-0DDE992CF02E}">
      <dsp:nvSpPr>
        <dsp:cNvPr id="0" name=""/>
        <dsp:cNvSpPr/>
      </dsp:nvSpPr>
      <dsp:spPr>
        <a:xfrm>
          <a:off x="4081780" y="1388172"/>
          <a:ext cx="91440" cy="2967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67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1D47E5-FDDC-4FFA-ACBB-DFF4791F1EB1}">
      <dsp:nvSpPr>
        <dsp:cNvPr id="0" name=""/>
        <dsp:cNvSpPr/>
      </dsp:nvSpPr>
      <dsp:spPr>
        <a:xfrm>
          <a:off x="3420857" y="681529"/>
          <a:ext cx="1413285" cy="706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Root</a:t>
          </a:r>
        </a:p>
      </dsp:txBody>
      <dsp:txXfrm>
        <a:off x="3420857" y="681529"/>
        <a:ext cx="1413285" cy="706642"/>
      </dsp:txXfrm>
    </dsp:sp>
    <dsp:sp modelId="{D6A2F686-E2E2-4A78-8907-C6C63CD8F203}">
      <dsp:nvSpPr>
        <dsp:cNvPr id="0" name=""/>
        <dsp:cNvSpPr/>
      </dsp:nvSpPr>
      <dsp:spPr>
        <a:xfrm>
          <a:off x="3420857" y="1684962"/>
          <a:ext cx="1413285" cy="706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Child</a:t>
          </a:r>
        </a:p>
      </dsp:txBody>
      <dsp:txXfrm>
        <a:off x="3420857" y="1684962"/>
        <a:ext cx="1413285" cy="706642"/>
      </dsp:txXfrm>
    </dsp:sp>
    <dsp:sp modelId="{DEF5418D-6F1B-40BD-ADC2-A552D7257E4C}">
      <dsp:nvSpPr>
        <dsp:cNvPr id="0" name=""/>
        <dsp:cNvSpPr/>
      </dsp:nvSpPr>
      <dsp:spPr>
        <a:xfrm>
          <a:off x="705" y="2688395"/>
          <a:ext cx="1413285" cy="706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B Child</a:t>
          </a:r>
        </a:p>
      </dsp:txBody>
      <dsp:txXfrm>
        <a:off x="705" y="2688395"/>
        <a:ext cx="1413285" cy="706642"/>
      </dsp:txXfrm>
    </dsp:sp>
    <dsp:sp modelId="{53CADCC6-1D78-4DF1-BEF7-A8741396E530}">
      <dsp:nvSpPr>
        <dsp:cNvPr id="0" name=""/>
        <dsp:cNvSpPr/>
      </dsp:nvSpPr>
      <dsp:spPr>
        <a:xfrm>
          <a:off x="1710781" y="2688395"/>
          <a:ext cx="1413285" cy="706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B Grandchild</a:t>
          </a:r>
        </a:p>
      </dsp:txBody>
      <dsp:txXfrm>
        <a:off x="1710781" y="2688395"/>
        <a:ext cx="1413285" cy="706642"/>
      </dsp:txXfrm>
    </dsp:sp>
    <dsp:sp modelId="{D062B540-0381-4587-A81D-31FA8A760726}">
      <dsp:nvSpPr>
        <dsp:cNvPr id="0" name=""/>
        <dsp:cNvSpPr/>
      </dsp:nvSpPr>
      <dsp:spPr>
        <a:xfrm>
          <a:off x="2064102" y="3691827"/>
          <a:ext cx="1413285" cy="706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C Root</a:t>
          </a:r>
        </a:p>
      </dsp:txBody>
      <dsp:txXfrm>
        <a:off x="2064102" y="3691827"/>
        <a:ext cx="1413285" cy="706642"/>
      </dsp:txXfrm>
    </dsp:sp>
    <dsp:sp modelId="{9A37321B-DCE3-4D30-B1B0-934D38BC7B74}">
      <dsp:nvSpPr>
        <dsp:cNvPr id="0" name=""/>
        <dsp:cNvSpPr/>
      </dsp:nvSpPr>
      <dsp:spPr>
        <a:xfrm>
          <a:off x="3420857" y="2688395"/>
          <a:ext cx="1413285" cy="706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Grandchild with long text</a:t>
          </a:r>
        </a:p>
      </dsp:txBody>
      <dsp:txXfrm>
        <a:off x="3420857" y="2688395"/>
        <a:ext cx="1413285" cy="706642"/>
      </dsp:txXfrm>
    </dsp:sp>
    <dsp:sp modelId="{7F6ABF05-E0ED-44A7-89F3-B45C3EF3A229}">
      <dsp:nvSpPr>
        <dsp:cNvPr id="0" name=""/>
        <dsp:cNvSpPr/>
      </dsp:nvSpPr>
      <dsp:spPr>
        <a:xfrm>
          <a:off x="5130932" y="2688395"/>
          <a:ext cx="1413285" cy="706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C Child</a:t>
          </a:r>
        </a:p>
      </dsp:txBody>
      <dsp:txXfrm>
        <a:off x="5130932" y="2688395"/>
        <a:ext cx="1413285" cy="706642"/>
      </dsp:txXfrm>
    </dsp:sp>
    <dsp:sp modelId="{84A1EF6E-EE50-404C-BDFA-38201756C4C5}">
      <dsp:nvSpPr>
        <dsp:cNvPr id="0" name=""/>
        <dsp:cNvSpPr/>
      </dsp:nvSpPr>
      <dsp:spPr>
        <a:xfrm>
          <a:off x="6841008" y="2688395"/>
          <a:ext cx="1413285" cy="7066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B Root</a:t>
          </a:r>
        </a:p>
      </dsp:txBody>
      <dsp:txXfrm>
        <a:off x="6841008" y="2688395"/>
        <a:ext cx="1413285" cy="706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2C8C-AF71-D74F-9EE6-AE6FFDFF4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E0DB8-68EA-B0B9-0FF0-B7F46A7B8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F0B7-0080-0ADF-8D80-828983B6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A7A0B-DDC7-D7A0-C0F2-1120F1E7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B5E02-68A4-852E-9DAE-4A548D5D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5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45BA-F68E-7438-B12A-E032932B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0E578-D6CA-D3AC-9733-8B7B31374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35E7A-0C02-B8CA-1D76-E719EFBF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81CF-894D-17BC-FF34-CDF41D93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5CB5B-1BB8-B4AD-1C8B-9FE9290A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7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9536-9A6B-78A0-614A-C794BE82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06C77-5B85-F842-5058-059FBBE20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8D4C1-243D-0B80-6C06-8BE8ADF3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338F5-FD86-2EF2-C80F-9842507F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A49C7-964F-3606-745B-1068AFE8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0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938C-511B-D709-697E-02A62581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3F5EA-D2B2-17B3-BE78-F0F7F2775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1F90A-19D8-574E-6EB7-3C32097BA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D3498-A970-9F5A-A347-D38F57F2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868C4-C15D-AC85-4A64-E27ED3BB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03756-2974-5CF3-F3FD-72BA323A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7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5A80-9AD8-32D9-D4F9-57B75E41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8E004-AEBD-D7A9-0261-80C4C4049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412E8-04F3-24D5-D262-D7FB8CF75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1D804-0313-6438-3012-0F81AD728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A9C48-F3C5-D2FF-214F-A3B8C7019D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C21CA-E193-0873-F090-93CD245C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8815A-6056-3FE9-18D8-51BD0C72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45601-309B-7A5B-D193-001B64C2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9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1E62-7378-40CD-D8B9-C9A8D4D3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C164E-F668-F699-B453-54BDDC6C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C4D7E5-35EE-1B63-2678-91A958A4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6ADB5-FAA4-D2A8-DCC4-B8C7E3AC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3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1DB40-3AA2-25E2-B43A-DDD43BB2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2EB4AD-AF92-2134-6E84-790DFFCD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8D333-7D70-DD22-BA48-DF1F10F1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9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A0F7-1F01-45B9-192D-E2B4E15F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2BCDB-A72D-1A89-249E-4C3E3141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05941-8794-3136-36FD-9DD371304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FC0D4-95AA-2CCC-A64E-404427505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ED84D-5895-BD1D-177C-F1E7D789F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DD8FB-FDB4-604B-CB38-0F78BAF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4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F905-D9FF-5FC1-59A5-6A43D707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A2AB8D-3663-EADF-EC3A-5233469D8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AAB14-E45C-5838-79C3-E23E392E2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39F9A-3855-C538-7A16-2FE390D18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3D255-9BEA-2B49-F850-C6739177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61B89-D794-8646-11FF-850AF427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7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007C-CE11-5852-7F2A-AEA79E6D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71739-A786-148D-5593-58EDA905E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B91E6-E19A-58CA-203C-A8D79353D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16004-25D4-BDF4-6870-D1606841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3EAA-7567-6CB9-1E71-FBC2FDD0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1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2645A6-9676-85EF-D17C-5EF06EAFFB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AB2FC-D96D-26DF-CEA6-3FF67A46A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2BFD-29C0-EB5E-EB22-80BB096C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CABD5-9010-0389-08AC-09FD9452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A7CB7-8294-1308-1AF5-0CD8381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3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B796A-26F2-17D9-8C8B-8ABECFCA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68FD-F08D-D020-A781-71913714F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BC1E-BE0F-E469-AEB1-EB1EEF3C2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6EAC5-38A1-47C3-85F5-EF037FE904E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11687-5286-FAC7-76EF-F1273B416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2A459-274E-99D7-24AE-2B76A20C4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1E1B7-9E36-4EA9-A275-82A11BC83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1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088E1F0-6C46-1711-1DBD-98A56BB71D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10182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690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2026-09-06T08:14:23Z</dcterms:created>
  <dcterms:modified xsi:type="dcterms:W3CDTF">2026-09-06T08:14:24Z</dcterms:modified>
</cp:coreProperties>
</file>