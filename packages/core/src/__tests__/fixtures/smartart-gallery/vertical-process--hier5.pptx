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8B34E36-B1D9-4A58-91C0-ABCE7810490E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</dgm:pt>
    <dgm:pt modelId="{36B97CC5-F675-40DE-8698-F00673C01649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8DA62C10-6E2F-4ADE-8DF5-8C3C29C6D423}" type="parTrans" cxnId="{9D1C6093-1FCB-4D79-8CE2-04F97FE96F84}">
      <dgm:prSet/>
      <dgm:spPr/>
    </dgm:pt>
    <dgm:pt modelId="{89834150-CEFE-4EB1-9A4F-A2E6634F859C}" type="sibTrans" cxnId="{9D1C6093-1FCB-4D79-8CE2-04F97FE96F84}">
      <dgm:prSet/>
      <dgm:spPr/>
      <dgm:t>
        <a:bodyPr/>
        <a:lstStyle/>
        <a:p>
          <a:endParaRPr lang="en-US"/>
        </a:p>
      </dgm:t>
    </dgm:pt>
    <dgm:pt modelId="{6A772CF0-E4C8-45CC-B53C-16681F44B6C4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40A204D6-07FD-4AB2-97A4-674ABBA074A5}" type="parTrans" cxnId="{70C0F3ED-C344-45A2-8F46-C92D3F2E27C3}">
      <dgm:prSet/>
      <dgm:spPr/>
    </dgm:pt>
    <dgm:pt modelId="{CACCE3E3-5CD1-48CC-BD3B-0CC3BDE56379}" type="sibTrans" cxnId="{70C0F3ED-C344-45A2-8F46-C92D3F2E27C3}">
      <dgm:prSet/>
      <dgm:spPr/>
      <dgm:t>
        <a:bodyPr/>
        <a:lstStyle/>
        <a:p>
          <a:endParaRPr lang="en-US"/>
        </a:p>
      </dgm:t>
    </dgm:pt>
    <dgm:pt modelId="{8170827B-3F9E-4B1F-BA75-7EBADE67010B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E8BE67BC-58ED-426A-B8AD-B51A624518B9}" type="parTrans" cxnId="{C77BDA22-730F-4D79-8B13-66C8B79EB35A}">
      <dgm:prSet/>
      <dgm:spPr/>
    </dgm:pt>
    <dgm:pt modelId="{A78EC743-6F49-47DC-9888-0A66A139687B}" type="sibTrans" cxnId="{C77BDA22-730F-4D79-8B13-66C8B79EB35A}">
      <dgm:prSet/>
      <dgm:spPr/>
      <dgm:t>
        <a:bodyPr/>
        <a:lstStyle/>
        <a:p>
          <a:endParaRPr lang="en-US"/>
        </a:p>
      </dgm:t>
    </dgm:pt>
    <dgm:pt modelId="{9B4A4E85-7A4E-40AB-837E-ED68676F33B3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91CACEB4-D341-4A8E-8EE2-2236C82CD251}" type="parTrans" cxnId="{E8FD0F1B-8846-4036-9CC1-A062973BF7D2}">
      <dgm:prSet/>
      <dgm:spPr/>
    </dgm:pt>
    <dgm:pt modelId="{CF323CFF-7DB5-4A61-9680-93D1E32C1677}" type="sibTrans" cxnId="{E8FD0F1B-8846-4036-9CC1-A062973BF7D2}">
      <dgm:prSet/>
      <dgm:spPr/>
      <dgm:t>
        <a:bodyPr/>
        <a:lstStyle/>
        <a:p>
          <a:endParaRPr lang="en-US"/>
        </a:p>
      </dgm:t>
    </dgm:pt>
    <dgm:pt modelId="{4E7A025E-6E37-42B6-9669-2375B337AE90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A5711390-056B-4D8A-B4A6-ADC65DCEE8AB}" type="parTrans" cxnId="{40D91948-BE52-49CF-9417-02A394E22B59}">
      <dgm:prSet/>
      <dgm:spPr/>
    </dgm:pt>
    <dgm:pt modelId="{2F5C6876-B846-4A9E-9E70-E2467122E94B}" type="sibTrans" cxnId="{40D91948-BE52-49CF-9417-02A394E22B59}">
      <dgm:prSet/>
      <dgm:spPr/>
    </dgm:pt>
    <dgm:pt modelId="{F2EF2513-29BE-403C-BAC1-FBC16ADC6A7A}" type="pres">
      <dgm:prSet presAssocID="{D8B34E36-B1D9-4A58-91C0-ABCE7810490E}" presName="linearFlow" presStyleCnt="0">
        <dgm:presLayoutVars>
          <dgm:resizeHandles val="exact"/>
        </dgm:presLayoutVars>
      </dgm:prSet>
      <dgm:spPr/>
    </dgm:pt>
    <dgm:pt modelId="{31F2D967-FB02-441D-AE06-6CBD371FD93A}" type="pres">
      <dgm:prSet presAssocID="{36B97CC5-F675-40DE-8698-F00673C01649}" presName="node" presStyleLbl="node1" presStyleIdx="0" presStyleCnt="3">
        <dgm:presLayoutVars>
          <dgm:bulletEnabled val="1"/>
        </dgm:presLayoutVars>
      </dgm:prSet>
      <dgm:spPr/>
    </dgm:pt>
    <dgm:pt modelId="{37C98C89-C19F-4228-954B-89106A160E3A}" type="pres">
      <dgm:prSet presAssocID="{89834150-CEFE-4EB1-9A4F-A2E6634F859C}" presName="sibTrans" presStyleLbl="sibTrans2D1" presStyleIdx="0" presStyleCnt="2"/>
      <dgm:spPr/>
    </dgm:pt>
    <dgm:pt modelId="{937CB301-C38F-4A3D-8346-80A034EB69D3}" type="pres">
      <dgm:prSet presAssocID="{89834150-CEFE-4EB1-9A4F-A2E6634F859C}" presName="connectorText" presStyleLbl="sibTrans2D1" presStyleIdx="0" presStyleCnt="2"/>
      <dgm:spPr/>
    </dgm:pt>
    <dgm:pt modelId="{D5693AA5-1C3E-4BCB-9A8B-68311D1C5419}" type="pres">
      <dgm:prSet presAssocID="{8170827B-3F9E-4B1F-BA75-7EBADE67010B}" presName="node" presStyleLbl="node1" presStyleIdx="1" presStyleCnt="3">
        <dgm:presLayoutVars>
          <dgm:bulletEnabled val="1"/>
        </dgm:presLayoutVars>
      </dgm:prSet>
      <dgm:spPr/>
    </dgm:pt>
    <dgm:pt modelId="{4021165E-09E9-4316-85CB-7F5D177D3B1E}" type="pres">
      <dgm:prSet presAssocID="{A78EC743-6F49-47DC-9888-0A66A139687B}" presName="sibTrans" presStyleLbl="sibTrans2D1" presStyleIdx="1" presStyleCnt="2"/>
      <dgm:spPr/>
    </dgm:pt>
    <dgm:pt modelId="{FC8F6348-340E-4E4E-B319-D24F934772EA}" type="pres">
      <dgm:prSet presAssocID="{A78EC743-6F49-47DC-9888-0A66A139687B}" presName="connectorText" presStyleLbl="sibTrans2D1" presStyleIdx="1" presStyleCnt="2"/>
      <dgm:spPr/>
    </dgm:pt>
    <dgm:pt modelId="{0E589A41-3B3A-4D45-88B1-F83A3B9BC806}" type="pres">
      <dgm:prSet presAssocID="{9B4A4E85-7A4E-40AB-837E-ED68676F33B3}" presName="node" presStyleLbl="node1" presStyleIdx="2" presStyleCnt="3">
        <dgm:presLayoutVars>
          <dgm:bulletEnabled val="1"/>
        </dgm:presLayoutVars>
      </dgm:prSet>
      <dgm:spPr/>
    </dgm:pt>
  </dgm:ptLst>
  <dgm:cxnLst>
    <dgm:cxn modelId="{E8FD0F1B-8846-4036-9CC1-A062973BF7D2}" srcId="{D8B34E36-B1D9-4A58-91C0-ABCE7810490E}" destId="{9B4A4E85-7A4E-40AB-837E-ED68676F33B3}" srcOrd="2" destOrd="0" parTransId="{91CACEB4-D341-4A8E-8EE2-2236C82CD251}" sibTransId="{CF323CFF-7DB5-4A61-9680-93D1E32C1677}"/>
    <dgm:cxn modelId="{C77BDA22-730F-4D79-8B13-66C8B79EB35A}" srcId="{D8B34E36-B1D9-4A58-91C0-ABCE7810490E}" destId="{8170827B-3F9E-4B1F-BA75-7EBADE67010B}" srcOrd="1" destOrd="0" parTransId="{E8BE67BC-58ED-426A-B8AD-B51A624518B9}" sibTransId="{A78EC743-6F49-47DC-9888-0A66A139687B}"/>
    <dgm:cxn modelId="{60C6DB23-50B2-4A86-A5B1-833FFFF913F3}" type="presOf" srcId="{89834150-CEFE-4EB1-9A4F-A2E6634F859C}" destId="{37C98C89-C19F-4228-954B-89106A160E3A}" srcOrd="0" destOrd="0" presId="urn:microsoft.com/office/officeart/2005/8/layout/process2"/>
    <dgm:cxn modelId="{40D91948-BE52-49CF-9417-02A394E22B59}" srcId="{9B4A4E85-7A4E-40AB-837E-ED68676F33B3}" destId="{4E7A025E-6E37-42B6-9669-2375B337AE90}" srcOrd="0" destOrd="0" parTransId="{A5711390-056B-4D8A-B4A6-ADC65DCEE8AB}" sibTransId="{2F5C6876-B846-4A9E-9E70-E2467122E94B}"/>
    <dgm:cxn modelId="{0B437F4E-606B-4FF0-9AAE-368ACFE44CF7}" type="presOf" srcId="{D8B34E36-B1D9-4A58-91C0-ABCE7810490E}" destId="{F2EF2513-29BE-403C-BAC1-FBC16ADC6A7A}" srcOrd="0" destOrd="0" presId="urn:microsoft.com/office/officeart/2005/8/layout/process2"/>
    <dgm:cxn modelId="{7B808D52-28F1-4152-92A6-0E3A3D53104D}" type="presOf" srcId="{A78EC743-6F49-47DC-9888-0A66A139687B}" destId="{FC8F6348-340E-4E4E-B319-D24F934772EA}" srcOrd="1" destOrd="0" presId="urn:microsoft.com/office/officeart/2005/8/layout/process2"/>
    <dgm:cxn modelId="{60BB5773-75C8-4D24-BED6-8FC938D161F9}" type="presOf" srcId="{89834150-CEFE-4EB1-9A4F-A2E6634F859C}" destId="{937CB301-C38F-4A3D-8346-80A034EB69D3}" srcOrd="1" destOrd="0" presId="urn:microsoft.com/office/officeart/2005/8/layout/process2"/>
    <dgm:cxn modelId="{9D1C6093-1FCB-4D79-8CE2-04F97FE96F84}" srcId="{D8B34E36-B1D9-4A58-91C0-ABCE7810490E}" destId="{36B97CC5-F675-40DE-8698-F00673C01649}" srcOrd="0" destOrd="0" parTransId="{8DA62C10-6E2F-4ADE-8DF5-8C3C29C6D423}" sibTransId="{89834150-CEFE-4EB1-9A4F-A2E6634F859C}"/>
    <dgm:cxn modelId="{7F367BA2-EB2A-47B6-A543-103BA4475327}" type="presOf" srcId="{36B97CC5-F675-40DE-8698-F00673C01649}" destId="{31F2D967-FB02-441D-AE06-6CBD371FD93A}" srcOrd="0" destOrd="0" presId="urn:microsoft.com/office/officeart/2005/8/layout/process2"/>
    <dgm:cxn modelId="{A44C5CAB-A5D6-4149-9B3B-EF003A7C8757}" type="presOf" srcId="{4E7A025E-6E37-42B6-9669-2375B337AE90}" destId="{0E589A41-3B3A-4D45-88B1-F83A3B9BC806}" srcOrd="0" destOrd="1" presId="urn:microsoft.com/office/officeart/2005/8/layout/process2"/>
    <dgm:cxn modelId="{7382D8AB-053A-42CE-952E-2EABF0C7C0E9}" type="presOf" srcId="{A78EC743-6F49-47DC-9888-0A66A139687B}" destId="{4021165E-09E9-4316-85CB-7F5D177D3B1E}" srcOrd="0" destOrd="0" presId="urn:microsoft.com/office/officeart/2005/8/layout/process2"/>
    <dgm:cxn modelId="{AF67BCB3-FB06-40F8-9C0E-97BBE6369F31}" type="presOf" srcId="{6A772CF0-E4C8-45CC-B53C-16681F44B6C4}" destId="{31F2D967-FB02-441D-AE06-6CBD371FD93A}" srcOrd="0" destOrd="1" presId="urn:microsoft.com/office/officeart/2005/8/layout/process2"/>
    <dgm:cxn modelId="{E67872C5-5439-451C-A01B-F0D79CAB4762}" type="presOf" srcId="{9B4A4E85-7A4E-40AB-837E-ED68676F33B3}" destId="{0E589A41-3B3A-4D45-88B1-F83A3B9BC806}" srcOrd="0" destOrd="0" presId="urn:microsoft.com/office/officeart/2005/8/layout/process2"/>
    <dgm:cxn modelId="{70C0F3ED-C344-45A2-8F46-C92D3F2E27C3}" srcId="{36B97CC5-F675-40DE-8698-F00673C01649}" destId="{6A772CF0-E4C8-45CC-B53C-16681F44B6C4}" srcOrd="0" destOrd="0" parTransId="{40A204D6-07FD-4AB2-97A4-674ABBA074A5}" sibTransId="{CACCE3E3-5CD1-48CC-BD3B-0CC3BDE56379}"/>
    <dgm:cxn modelId="{8475ADF9-2AB6-422B-AB76-DEAAE43BD5C9}" type="presOf" srcId="{8170827B-3F9E-4B1F-BA75-7EBADE67010B}" destId="{D5693AA5-1C3E-4BCB-9A8B-68311D1C5419}" srcOrd="0" destOrd="0" presId="urn:microsoft.com/office/officeart/2005/8/layout/process2"/>
    <dgm:cxn modelId="{7E5EF6FF-21B6-4FA3-BB34-6EF98CF7EA72}" type="presParOf" srcId="{F2EF2513-29BE-403C-BAC1-FBC16ADC6A7A}" destId="{31F2D967-FB02-441D-AE06-6CBD371FD93A}" srcOrd="0" destOrd="0" presId="urn:microsoft.com/office/officeart/2005/8/layout/process2"/>
    <dgm:cxn modelId="{85E52D31-73C8-4BA7-9FF6-A151AAA81A6D}" type="presParOf" srcId="{F2EF2513-29BE-403C-BAC1-FBC16ADC6A7A}" destId="{37C98C89-C19F-4228-954B-89106A160E3A}" srcOrd="1" destOrd="0" presId="urn:microsoft.com/office/officeart/2005/8/layout/process2"/>
    <dgm:cxn modelId="{05A76B04-1A7B-459C-A9D1-C4CC5A0035F5}" type="presParOf" srcId="{37C98C89-C19F-4228-954B-89106A160E3A}" destId="{937CB301-C38F-4A3D-8346-80A034EB69D3}" srcOrd="0" destOrd="0" presId="urn:microsoft.com/office/officeart/2005/8/layout/process2"/>
    <dgm:cxn modelId="{DE54F2BA-68DC-4C3C-8FC0-6C4D31F6A3F9}" type="presParOf" srcId="{F2EF2513-29BE-403C-BAC1-FBC16ADC6A7A}" destId="{D5693AA5-1C3E-4BCB-9A8B-68311D1C5419}" srcOrd="2" destOrd="0" presId="urn:microsoft.com/office/officeart/2005/8/layout/process2"/>
    <dgm:cxn modelId="{1C433CBC-E5CB-41AB-996C-DBE71E34FEFE}" type="presParOf" srcId="{F2EF2513-29BE-403C-BAC1-FBC16ADC6A7A}" destId="{4021165E-09E9-4316-85CB-7F5D177D3B1E}" srcOrd="3" destOrd="0" presId="urn:microsoft.com/office/officeart/2005/8/layout/process2"/>
    <dgm:cxn modelId="{DE335941-73D3-4972-B9C3-3A52D0BD8CD1}" type="presParOf" srcId="{4021165E-09E9-4316-85CB-7F5D177D3B1E}" destId="{FC8F6348-340E-4E4E-B319-D24F934772EA}" srcOrd="0" destOrd="0" presId="urn:microsoft.com/office/officeart/2005/8/layout/process2"/>
    <dgm:cxn modelId="{F9DDEAB8-43A9-40BE-A6A6-42399BAAE20A}" type="presParOf" srcId="{F2EF2513-29BE-403C-BAC1-FBC16ADC6A7A}" destId="{0E589A41-3B3A-4D45-88B1-F83A3B9BC806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F2D967-FB02-441D-AE06-6CBD371FD93A}">
      <dsp:nvSpPr>
        <dsp:cNvPr id="0" name=""/>
        <dsp:cNvSpPr/>
      </dsp:nvSpPr>
      <dsp:spPr>
        <a:xfrm>
          <a:off x="2984499" y="0"/>
          <a:ext cx="2285999" cy="12699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Node One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Node Two has a longer label</a:t>
          </a:r>
        </a:p>
      </dsp:txBody>
      <dsp:txXfrm>
        <a:off x="3021696" y="37197"/>
        <a:ext cx="2211605" cy="1195605"/>
      </dsp:txXfrm>
    </dsp:sp>
    <dsp:sp modelId="{37C98C89-C19F-4228-954B-89106A160E3A}">
      <dsp:nvSpPr>
        <dsp:cNvPr id="0" name=""/>
        <dsp:cNvSpPr/>
      </dsp:nvSpPr>
      <dsp:spPr>
        <a:xfrm rot="5400000">
          <a:off x="3889375" y="1301750"/>
          <a:ext cx="476249" cy="57149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 rot="-5400000">
        <a:off x="3956051" y="1349375"/>
        <a:ext cx="342899" cy="333374"/>
      </dsp:txXfrm>
    </dsp:sp>
    <dsp:sp modelId="{D5693AA5-1C3E-4BCB-9A8B-68311D1C5419}">
      <dsp:nvSpPr>
        <dsp:cNvPr id="0" name=""/>
        <dsp:cNvSpPr/>
      </dsp:nvSpPr>
      <dsp:spPr>
        <a:xfrm>
          <a:off x="2984499" y="1905000"/>
          <a:ext cx="2285999" cy="12699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Node Three</a:t>
          </a:r>
        </a:p>
      </dsp:txBody>
      <dsp:txXfrm>
        <a:off x="3021696" y="1942197"/>
        <a:ext cx="2211605" cy="1195605"/>
      </dsp:txXfrm>
    </dsp:sp>
    <dsp:sp modelId="{4021165E-09E9-4316-85CB-7F5D177D3B1E}">
      <dsp:nvSpPr>
        <dsp:cNvPr id="0" name=""/>
        <dsp:cNvSpPr/>
      </dsp:nvSpPr>
      <dsp:spPr>
        <a:xfrm rot="5400000">
          <a:off x="3889375" y="3206750"/>
          <a:ext cx="476249" cy="57149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 rot="-5400000">
        <a:off x="3956051" y="3254375"/>
        <a:ext cx="342899" cy="333374"/>
      </dsp:txXfrm>
    </dsp:sp>
    <dsp:sp modelId="{0E589A41-3B3A-4D45-88B1-F83A3B9BC806}">
      <dsp:nvSpPr>
        <dsp:cNvPr id="0" name=""/>
        <dsp:cNvSpPr/>
      </dsp:nvSpPr>
      <dsp:spPr>
        <a:xfrm>
          <a:off x="2984499" y="3810000"/>
          <a:ext cx="2285999" cy="12699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Node Four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Node Five</a:t>
          </a:r>
        </a:p>
      </dsp:txBody>
      <dsp:txXfrm>
        <a:off x="3021696" y="3847197"/>
        <a:ext cx="2211605" cy="11956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B91AC-9DBA-3F18-9DEC-5C6B0CFFB6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1EA503-77B4-530C-A5B8-3DE79719E5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0D7B48-044C-7516-2A4D-7B627553F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558F8-BCED-428E-B1F6-7DA28822E60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1EA4C6-2207-7C7C-E154-D9496C66B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C8B8F6-DE1E-E777-EC25-3069D7636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8DCEA-6768-4EE3-BF64-9E440AB5A9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647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883C8-76F5-6190-D765-1292BBA78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F264C-DCAB-8BCA-640A-76997F6C7B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0CD31-2383-EA8F-E054-9C9B18C2F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558F8-BCED-428E-B1F6-7DA28822E60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CF931B-BC72-D0C8-21EA-8EDD23199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9AB8D2-664F-39F0-249D-1D50D4746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8DCEA-6768-4EE3-BF64-9E440AB5A9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800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9C5E0-A853-31EB-AB85-ECD154134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54DAE3-AF05-3D13-D63B-A802F17804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A1AD5F-14FB-1921-3D8A-181A9C96B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558F8-BCED-428E-B1F6-7DA28822E60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824C02-C669-61C4-0C6A-D8EEA8496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A96ACE-8A29-B1F9-7EB4-D4B76C4E9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8DCEA-6768-4EE3-BF64-9E440AB5A9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693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E8A03-8E47-8913-B585-794963FD2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BE7CDF-0F56-F06D-7CD6-D80999F8A9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994279-898C-55F0-2F4D-3126E0144B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4F06AB-2F04-A4C5-6B72-0AF183D45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558F8-BCED-428E-B1F6-7DA28822E60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29A6F9-919A-EF3A-4342-7DD1B5F09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EA6780-7596-5AC9-00F6-28CAA709E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8DCEA-6768-4EE3-BF64-9E440AB5A9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588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D52DC-0638-3494-44B2-ADF53A5C5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22C1BD-728D-543A-E1FF-23B592F758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D5F995-EFCB-C89C-7C49-67F27F530C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6D3939-66D6-50D9-4187-CD82FA0B35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C99E8B-5A58-759C-B811-F80E617720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579F4B-5BA8-5D64-C3C0-99ED01244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558F8-BCED-428E-B1F6-7DA28822E60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452C84-DD3B-5444-B491-A8816E631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9D421D-1CE3-9B7B-C73A-4378BA4A8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8DCEA-6768-4EE3-BF64-9E440AB5A9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843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D623D-6587-0FA9-C975-3C9D9E8B0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C9434F-6EE9-365D-6C39-8DDAA7884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558F8-BCED-428E-B1F6-7DA28822E60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7413CC-BF45-A9F7-4A91-3F34DCD9C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8E6624-0C0E-DC3D-6768-9497C0648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8DCEA-6768-4EE3-BF64-9E440AB5A9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655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AD593D-89FA-7948-2E97-C7EBC9E13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558F8-BCED-428E-B1F6-7DA28822E60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B7EACE-CCEE-2EB0-54C1-5DBEEE7DE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502B82-F121-B115-6D4F-5962A184C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8DCEA-6768-4EE3-BF64-9E440AB5A9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244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099C9-E125-5391-5B1B-98A38504B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10E5C-30D6-843A-7143-6AD73BEFB0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2F904E-71A2-B313-25C3-CFCAA81353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8DE756-11F9-6CD6-E609-519FB8F66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558F8-BCED-428E-B1F6-7DA28822E60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22F58B-DF57-2C02-6A84-47D797FD6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9B056F-1120-5689-9E87-DA28A3165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8DCEA-6768-4EE3-BF64-9E440AB5A9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402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D5A47-89DF-C14B-C85F-E8E9B07A3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F3DE37-0DF8-C508-598E-EA9DC9AFFA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2FBB8A-EBAE-4496-FF74-282E46B955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1FD248-2CD5-8CCD-45D9-12F4025C5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558F8-BCED-428E-B1F6-7DA28822E60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29685B-F1B6-D833-BCE2-3A8BFC929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264BA7-9A87-8EAE-AFBE-1E8BAD2FD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8DCEA-6768-4EE3-BF64-9E440AB5A9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652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E8D9F-EB3C-0ACB-CC3F-1ED7BEFDE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BB6AC2-1A67-2FA4-9A7A-091C913B63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27CD8-20F2-2C33-61D0-32FCE0E21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558F8-BCED-428E-B1F6-7DA28822E60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456954-EE7D-1C72-ACC1-3C39FFD0F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CEA4E2-86CB-1BCD-BC5F-E9DF6AE71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8DCEA-6768-4EE3-BF64-9E440AB5A9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135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00593E-1868-31A1-7B7F-37F06C9BA9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84BCC5-D799-C7FE-9B67-F7DE591332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E5053B-6E54-5FD9-B35B-3B76BC029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558F8-BCED-428E-B1F6-7DA28822E60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85536D-2293-F598-522A-5CA44B2A4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7DDF3-2B6C-88E9-40B9-9C518E0C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8DCEA-6768-4EE3-BF64-9E440AB5A9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55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DC3029-A2A3-75EF-3564-C2D867A1E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1EBB01-77B6-A633-689E-F998770784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B62D5-3BD6-B57B-61C4-B1DEF7A08E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B558F8-BCED-428E-B1F6-7DA28822E60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382CCA-1FE2-78CB-90DB-F49849A55E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19A59-B657-81D1-819B-EA30D340BE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E8DCEA-6768-4EE3-BF64-9E440AB5A9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68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EA107A51-171F-9F5B-16DF-B894834547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40558148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52797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2026-09-06T08:13:43Z</dcterms:created>
  <dcterms:modified xsi:type="dcterms:W3CDTF">2026-09-06T08:13:44Z</dcterms:modified>
</cp:coreProperties>
</file>