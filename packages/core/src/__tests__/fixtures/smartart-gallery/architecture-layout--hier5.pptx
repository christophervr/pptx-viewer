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EFDC7C-47A4-4CF6-9755-11BFB8488F3A}" type="doc">
      <dgm:prSet loTypeId="urn:microsoft.com/office/officeart/2005/8/layout/architecture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081C37-1A01-46B3-8C41-1CB29C27432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031D159-08C4-4AE2-BBDC-EBFF4420F814}" type="parTrans" cxnId="{326E16C8-8868-4C4B-8D7F-2417B10BAC88}">
      <dgm:prSet/>
      <dgm:spPr/>
    </dgm:pt>
    <dgm:pt modelId="{962C23F0-C18A-4DA0-AC8D-A6837CE5A550}" type="sibTrans" cxnId="{326E16C8-8868-4C4B-8D7F-2417B10BAC88}">
      <dgm:prSet/>
      <dgm:spPr/>
    </dgm:pt>
    <dgm:pt modelId="{F1AA0408-5323-4BF8-8F02-85EA6FAB1D7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80741C6-9495-483E-9414-83F3CF16EC63}" type="parTrans" cxnId="{0E0EC901-55E8-4159-898A-A1DF6931CC92}">
      <dgm:prSet/>
      <dgm:spPr/>
    </dgm:pt>
    <dgm:pt modelId="{C2D09572-C2CA-473B-A58D-E493D7D564A8}" type="sibTrans" cxnId="{0E0EC901-55E8-4159-898A-A1DF6931CC92}">
      <dgm:prSet/>
      <dgm:spPr/>
    </dgm:pt>
    <dgm:pt modelId="{BEEA6517-3737-42E5-A3F1-883B6AC4A19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E7A16B0-FC84-47AB-B5B0-76675D2A611F}" type="parTrans" cxnId="{F09DE761-4EC1-4F93-BD6F-A01A7419E6A0}">
      <dgm:prSet/>
      <dgm:spPr/>
    </dgm:pt>
    <dgm:pt modelId="{539DFC48-9445-421F-A6DD-AEC5D4B9B9E5}" type="sibTrans" cxnId="{F09DE761-4EC1-4F93-BD6F-A01A7419E6A0}">
      <dgm:prSet/>
      <dgm:spPr/>
    </dgm:pt>
    <dgm:pt modelId="{41F41AA6-AA6A-410C-84A2-2C99802AAC2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7BAC326-EEDD-4A15-9F2C-74FE6F3ADEF8}" type="parTrans" cxnId="{ACBF76C9-5BE3-42D7-A411-782A9A1405E8}">
      <dgm:prSet/>
      <dgm:spPr/>
    </dgm:pt>
    <dgm:pt modelId="{A76C87AA-9E99-4A82-A20C-4D351D7776CB}" type="sibTrans" cxnId="{ACBF76C9-5BE3-42D7-A411-782A9A1405E8}">
      <dgm:prSet/>
      <dgm:spPr/>
    </dgm:pt>
    <dgm:pt modelId="{861A92A5-90B7-4D25-90EB-925F2DF53EA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908BF26-1568-45EB-955E-C25FE72F5884}" type="parTrans" cxnId="{FE65233C-32C0-464E-9BDA-450D39E47E7B}">
      <dgm:prSet/>
      <dgm:spPr/>
    </dgm:pt>
    <dgm:pt modelId="{0C0DB135-0CD8-45EA-A995-A75F11D31ADB}" type="sibTrans" cxnId="{FE65233C-32C0-464E-9BDA-450D39E47E7B}">
      <dgm:prSet/>
      <dgm:spPr/>
    </dgm:pt>
    <dgm:pt modelId="{51A10398-7559-4747-8137-E86D7D724B42}" type="pres">
      <dgm:prSet presAssocID="{7EEFDC7C-47A4-4CF6-9755-11BFB8488F3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4EC495-8F8A-4E0A-B7D5-B3D32E4B2928}" type="pres">
      <dgm:prSet presAssocID="{01081C37-1A01-46B3-8C41-1CB29C27432D}" presName="vertOne" presStyleCnt="0"/>
      <dgm:spPr/>
    </dgm:pt>
    <dgm:pt modelId="{93EA61BE-69FC-43DD-896E-78627DDC9010}" type="pres">
      <dgm:prSet presAssocID="{01081C37-1A01-46B3-8C41-1CB29C27432D}" presName="txOne" presStyleLbl="node0" presStyleIdx="0" presStyleCnt="1">
        <dgm:presLayoutVars>
          <dgm:chPref val="3"/>
        </dgm:presLayoutVars>
      </dgm:prSet>
      <dgm:spPr/>
    </dgm:pt>
    <dgm:pt modelId="{C66AE45A-2241-4BF4-8656-8D87CB2BF8CA}" type="pres">
      <dgm:prSet presAssocID="{01081C37-1A01-46B3-8C41-1CB29C27432D}" presName="parTransOne" presStyleCnt="0"/>
      <dgm:spPr/>
    </dgm:pt>
    <dgm:pt modelId="{DF0A18BA-F871-4174-9B2F-97A3FEA308B0}" type="pres">
      <dgm:prSet presAssocID="{01081C37-1A01-46B3-8C41-1CB29C27432D}" presName="horzOne" presStyleCnt="0"/>
      <dgm:spPr/>
    </dgm:pt>
    <dgm:pt modelId="{86E3AF77-CA34-4012-B0A3-C628495149CF}" type="pres">
      <dgm:prSet presAssocID="{F1AA0408-5323-4BF8-8F02-85EA6FAB1D71}" presName="vertTwo" presStyleCnt="0"/>
      <dgm:spPr/>
    </dgm:pt>
    <dgm:pt modelId="{5CB5AF57-6C10-4EB7-904C-A7575C7A9C96}" type="pres">
      <dgm:prSet presAssocID="{F1AA0408-5323-4BF8-8F02-85EA6FAB1D71}" presName="txTwo" presStyleLbl="node2" presStyleIdx="0" presStyleCnt="2">
        <dgm:presLayoutVars>
          <dgm:chPref val="3"/>
        </dgm:presLayoutVars>
      </dgm:prSet>
      <dgm:spPr/>
    </dgm:pt>
    <dgm:pt modelId="{59FBEA35-EAB0-47C9-B2D9-F6C1DDCE409D}" type="pres">
      <dgm:prSet presAssocID="{F1AA0408-5323-4BF8-8F02-85EA6FAB1D71}" presName="parTransTwo" presStyleCnt="0"/>
      <dgm:spPr/>
    </dgm:pt>
    <dgm:pt modelId="{8DD5ED38-4A40-4D02-A14F-9FE79FF14562}" type="pres">
      <dgm:prSet presAssocID="{F1AA0408-5323-4BF8-8F02-85EA6FAB1D71}" presName="horzTwo" presStyleCnt="0"/>
      <dgm:spPr/>
    </dgm:pt>
    <dgm:pt modelId="{264BAD2F-B6F0-498E-9A4E-D75CA1AF4A76}" type="pres">
      <dgm:prSet presAssocID="{861A92A5-90B7-4D25-90EB-925F2DF53EAA}" presName="vertThree" presStyleCnt="0"/>
      <dgm:spPr/>
    </dgm:pt>
    <dgm:pt modelId="{4FA722FF-6FDE-4FAB-958A-22BF3683EE6D}" type="pres">
      <dgm:prSet presAssocID="{861A92A5-90B7-4D25-90EB-925F2DF53EAA}" presName="txThree" presStyleLbl="node3" presStyleIdx="0" presStyleCnt="2">
        <dgm:presLayoutVars>
          <dgm:chPref val="3"/>
        </dgm:presLayoutVars>
      </dgm:prSet>
      <dgm:spPr/>
    </dgm:pt>
    <dgm:pt modelId="{583426BD-1D09-4C9D-8707-7832BF6FE066}" type="pres">
      <dgm:prSet presAssocID="{861A92A5-90B7-4D25-90EB-925F2DF53EAA}" presName="horzThree" presStyleCnt="0"/>
      <dgm:spPr/>
    </dgm:pt>
    <dgm:pt modelId="{E06DCA22-5F4F-425C-8004-A53A2A2732D8}" type="pres">
      <dgm:prSet presAssocID="{C2D09572-C2CA-473B-A58D-E493D7D564A8}" presName="sibSpaceTwo" presStyleCnt="0"/>
      <dgm:spPr/>
    </dgm:pt>
    <dgm:pt modelId="{6712F792-803E-46EA-8438-10D12363C6A4}" type="pres">
      <dgm:prSet presAssocID="{BEEA6517-3737-42E5-A3F1-883B6AC4A197}" presName="vertTwo" presStyleCnt="0"/>
      <dgm:spPr/>
    </dgm:pt>
    <dgm:pt modelId="{FFDEB538-A7DE-4914-B272-11896DD4F98C}" type="pres">
      <dgm:prSet presAssocID="{BEEA6517-3737-42E5-A3F1-883B6AC4A197}" presName="txTwo" presStyleLbl="node2" presStyleIdx="1" presStyleCnt="2">
        <dgm:presLayoutVars>
          <dgm:chPref val="3"/>
        </dgm:presLayoutVars>
      </dgm:prSet>
      <dgm:spPr/>
    </dgm:pt>
    <dgm:pt modelId="{CFBD0395-B292-47BA-81AE-D8D39D4ED1F7}" type="pres">
      <dgm:prSet presAssocID="{BEEA6517-3737-42E5-A3F1-883B6AC4A197}" presName="parTransTwo" presStyleCnt="0"/>
      <dgm:spPr/>
    </dgm:pt>
    <dgm:pt modelId="{70A37B3C-B75F-409D-A176-214C307DBF59}" type="pres">
      <dgm:prSet presAssocID="{BEEA6517-3737-42E5-A3F1-883B6AC4A197}" presName="horzTwo" presStyleCnt="0"/>
      <dgm:spPr/>
    </dgm:pt>
    <dgm:pt modelId="{E751C94D-5B4B-4CF8-AB04-32799EF27A08}" type="pres">
      <dgm:prSet presAssocID="{41F41AA6-AA6A-410C-84A2-2C99802AAC25}" presName="vertThree" presStyleCnt="0"/>
      <dgm:spPr/>
    </dgm:pt>
    <dgm:pt modelId="{546617A8-99C0-4C7E-86D6-B1446DF22BAC}" type="pres">
      <dgm:prSet presAssocID="{41F41AA6-AA6A-410C-84A2-2C99802AAC25}" presName="txThree" presStyleLbl="node3" presStyleIdx="1" presStyleCnt="2">
        <dgm:presLayoutVars>
          <dgm:chPref val="3"/>
        </dgm:presLayoutVars>
      </dgm:prSet>
      <dgm:spPr/>
    </dgm:pt>
    <dgm:pt modelId="{12CD0CB7-72F9-4FBF-A31A-FE5275732E5A}" type="pres">
      <dgm:prSet presAssocID="{41F41AA6-AA6A-410C-84A2-2C99802AAC25}" presName="horzThree" presStyleCnt="0"/>
      <dgm:spPr/>
    </dgm:pt>
  </dgm:ptLst>
  <dgm:cxnLst>
    <dgm:cxn modelId="{0E0EC901-55E8-4159-898A-A1DF6931CC92}" srcId="{01081C37-1A01-46B3-8C41-1CB29C27432D}" destId="{F1AA0408-5323-4BF8-8F02-85EA6FAB1D71}" srcOrd="0" destOrd="0" parTransId="{A80741C6-9495-483E-9414-83F3CF16EC63}" sibTransId="{C2D09572-C2CA-473B-A58D-E493D7D564A8}"/>
    <dgm:cxn modelId="{409A872D-13EF-4672-878A-993C87E467A6}" type="presOf" srcId="{41F41AA6-AA6A-410C-84A2-2C99802AAC25}" destId="{546617A8-99C0-4C7E-86D6-B1446DF22BAC}" srcOrd="0" destOrd="0" presId="urn:microsoft.com/office/officeart/2005/8/layout/architecture"/>
    <dgm:cxn modelId="{FE65233C-32C0-464E-9BDA-450D39E47E7B}" srcId="{F1AA0408-5323-4BF8-8F02-85EA6FAB1D71}" destId="{861A92A5-90B7-4D25-90EB-925F2DF53EAA}" srcOrd="0" destOrd="0" parTransId="{9908BF26-1568-45EB-955E-C25FE72F5884}" sibTransId="{0C0DB135-0CD8-45EA-A995-A75F11D31ADB}"/>
    <dgm:cxn modelId="{F09DE761-4EC1-4F93-BD6F-A01A7419E6A0}" srcId="{01081C37-1A01-46B3-8C41-1CB29C27432D}" destId="{BEEA6517-3737-42E5-A3F1-883B6AC4A197}" srcOrd="1" destOrd="0" parTransId="{6E7A16B0-FC84-47AB-B5B0-76675D2A611F}" sibTransId="{539DFC48-9445-421F-A6DD-AEC5D4B9B9E5}"/>
    <dgm:cxn modelId="{1AC30E46-54BF-4D4E-9EBA-1CCE9D3C7A82}" type="presOf" srcId="{BEEA6517-3737-42E5-A3F1-883B6AC4A197}" destId="{FFDEB538-A7DE-4914-B272-11896DD4F98C}" srcOrd="0" destOrd="0" presId="urn:microsoft.com/office/officeart/2005/8/layout/architecture"/>
    <dgm:cxn modelId="{0C113D91-046A-437A-952B-CBAF8EF53DA3}" type="presOf" srcId="{F1AA0408-5323-4BF8-8F02-85EA6FAB1D71}" destId="{5CB5AF57-6C10-4EB7-904C-A7575C7A9C96}" srcOrd="0" destOrd="0" presId="urn:microsoft.com/office/officeart/2005/8/layout/architecture"/>
    <dgm:cxn modelId="{BF0D9DA8-96EE-453E-9FAF-1B97893B5E8A}" type="presOf" srcId="{861A92A5-90B7-4D25-90EB-925F2DF53EAA}" destId="{4FA722FF-6FDE-4FAB-958A-22BF3683EE6D}" srcOrd="0" destOrd="0" presId="urn:microsoft.com/office/officeart/2005/8/layout/architecture"/>
    <dgm:cxn modelId="{326E16C8-8868-4C4B-8D7F-2417B10BAC88}" srcId="{7EEFDC7C-47A4-4CF6-9755-11BFB8488F3A}" destId="{01081C37-1A01-46B3-8C41-1CB29C27432D}" srcOrd="0" destOrd="0" parTransId="{9031D159-08C4-4AE2-BBDC-EBFF4420F814}" sibTransId="{962C23F0-C18A-4DA0-AC8D-A6837CE5A550}"/>
    <dgm:cxn modelId="{ACBF76C9-5BE3-42D7-A411-782A9A1405E8}" srcId="{BEEA6517-3737-42E5-A3F1-883B6AC4A197}" destId="{41F41AA6-AA6A-410C-84A2-2C99802AAC25}" srcOrd="0" destOrd="0" parTransId="{97BAC326-EEDD-4A15-9F2C-74FE6F3ADEF8}" sibTransId="{A76C87AA-9E99-4A82-A20C-4D351D7776CB}"/>
    <dgm:cxn modelId="{700C99DA-6786-4128-9C1D-FA334502EE26}" type="presOf" srcId="{01081C37-1A01-46B3-8C41-1CB29C27432D}" destId="{93EA61BE-69FC-43DD-896E-78627DDC9010}" srcOrd="0" destOrd="0" presId="urn:microsoft.com/office/officeart/2005/8/layout/architecture"/>
    <dgm:cxn modelId="{BC5AD5EE-B203-4AA0-B490-B677CEAE0EF2}" type="presOf" srcId="{7EEFDC7C-47A4-4CF6-9755-11BFB8488F3A}" destId="{51A10398-7559-4747-8137-E86D7D724B42}" srcOrd="0" destOrd="0" presId="urn:microsoft.com/office/officeart/2005/8/layout/architecture"/>
    <dgm:cxn modelId="{2E66498F-EB15-4CDE-A659-D4AAC9BBD528}" type="presParOf" srcId="{51A10398-7559-4747-8137-E86D7D724B42}" destId="{884EC495-8F8A-4E0A-B7D5-B3D32E4B2928}" srcOrd="0" destOrd="0" presId="urn:microsoft.com/office/officeart/2005/8/layout/architecture"/>
    <dgm:cxn modelId="{C282FF9F-9390-4542-8AE6-7271C89ACE06}" type="presParOf" srcId="{884EC495-8F8A-4E0A-B7D5-B3D32E4B2928}" destId="{93EA61BE-69FC-43DD-896E-78627DDC9010}" srcOrd="0" destOrd="0" presId="urn:microsoft.com/office/officeart/2005/8/layout/architecture"/>
    <dgm:cxn modelId="{02156BD6-3C32-4FA6-AC1B-B256A96E8073}" type="presParOf" srcId="{884EC495-8F8A-4E0A-B7D5-B3D32E4B2928}" destId="{C66AE45A-2241-4BF4-8656-8D87CB2BF8CA}" srcOrd="1" destOrd="0" presId="urn:microsoft.com/office/officeart/2005/8/layout/architecture"/>
    <dgm:cxn modelId="{A177070D-DBFD-4471-BF5F-F3DD1F5A4162}" type="presParOf" srcId="{884EC495-8F8A-4E0A-B7D5-B3D32E4B2928}" destId="{DF0A18BA-F871-4174-9B2F-97A3FEA308B0}" srcOrd="2" destOrd="0" presId="urn:microsoft.com/office/officeart/2005/8/layout/architecture"/>
    <dgm:cxn modelId="{7F85E7A5-E4EB-44A9-BDF6-9BA134F98D39}" type="presParOf" srcId="{DF0A18BA-F871-4174-9B2F-97A3FEA308B0}" destId="{86E3AF77-CA34-4012-B0A3-C628495149CF}" srcOrd="0" destOrd="0" presId="urn:microsoft.com/office/officeart/2005/8/layout/architecture"/>
    <dgm:cxn modelId="{5644D58C-56C3-4491-B391-794AE1812010}" type="presParOf" srcId="{86E3AF77-CA34-4012-B0A3-C628495149CF}" destId="{5CB5AF57-6C10-4EB7-904C-A7575C7A9C96}" srcOrd="0" destOrd="0" presId="urn:microsoft.com/office/officeart/2005/8/layout/architecture"/>
    <dgm:cxn modelId="{187CD295-61DA-44D1-94B9-B89505045F90}" type="presParOf" srcId="{86E3AF77-CA34-4012-B0A3-C628495149CF}" destId="{59FBEA35-EAB0-47C9-B2D9-F6C1DDCE409D}" srcOrd="1" destOrd="0" presId="urn:microsoft.com/office/officeart/2005/8/layout/architecture"/>
    <dgm:cxn modelId="{0E6DC259-E794-4A11-8B87-9EA57A7C9615}" type="presParOf" srcId="{86E3AF77-CA34-4012-B0A3-C628495149CF}" destId="{8DD5ED38-4A40-4D02-A14F-9FE79FF14562}" srcOrd="2" destOrd="0" presId="urn:microsoft.com/office/officeart/2005/8/layout/architecture"/>
    <dgm:cxn modelId="{CAD5EA9D-5F63-49A8-86F3-92BBB741FC17}" type="presParOf" srcId="{8DD5ED38-4A40-4D02-A14F-9FE79FF14562}" destId="{264BAD2F-B6F0-498E-9A4E-D75CA1AF4A76}" srcOrd="0" destOrd="0" presId="urn:microsoft.com/office/officeart/2005/8/layout/architecture"/>
    <dgm:cxn modelId="{9DD011BD-2BF6-4A2A-BE03-66E03D77A8A2}" type="presParOf" srcId="{264BAD2F-B6F0-498E-9A4E-D75CA1AF4A76}" destId="{4FA722FF-6FDE-4FAB-958A-22BF3683EE6D}" srcOrd="0" destOrd="0" presId="urn:microsoft.com/office/officeart/2005/8/layout/architecture"/>
    <dgm:cxn modelId="{F40F5A6D-D7E4-4736-9314-F7F38C1E252F}" type="presParOf" srcId="{264BAD2F-B6F0-498E-9A4E-D75CA1AF4A76}" destId="{583426BD-1D09-4C9D-8707-7832BF6FE066}" srcOrd="1" destOrd="0" presId="urn:microsoft.com/office/officeart/2005/8/layout/architecture"/>
    <dgm:cxn modelId="{5F5BC9D5-10A2-4EB2-AC86-EC6D627300AE}" type="presParOf" srcId="{DF0A18BA-F871-4174-9B2F-97A3FEA308B0}" destId="{E06DCA22-5F4F-425C-8004-A53A2A2732D8}" srcOrd="1" destOrd="0" presId="urn:microsoft.com/office/officeart/2005/8/layout/architecture"/>
    <dgm:cxn modelId="{09662F60-37A1-4599-83F6-E939BF3C021F}" type="presParOf" srcId="{DF0A18BA-F871-4174-9B2F-97A3FEA308B0}" destId="{6712F792-803E-46EA-8438-10D12363C6A4}" srcOrd="2" destOrd="0" presId="urn:microsoft.com/office/officeart/2005/8/layout/architecture"/>
    <dgm:cxn modelId="{E4347410-7856-40A4-9C3E-1E70A593542F}" type="presParOf" srcId="{6712F792-803E-46EA-8438-10D12363C6A4}" destId="{FFDEB538-A7DE-4914-B272-11896DD4F98C}" srcOrd="0" destOrd="0" presId="urn:microsoft.com/office/officeart/2005/8/layout/architecture"/>
    <dgm:cxn modelId="{5799F62B-5C1C-48AA-B3DA-C96D7D8CAD3A}" type="presParOf" srcId="{6712F792-803E-46EA-8438-10D12363C6A4}" destId="{CFBD0395-B292-47BA-81AE-D8D39D4ED1F7}" srcOrd="1" destOrd="0" presId="urn:microsoft.com/office/officeart/2005/8/layout/architecture"/>
    <dgm:cxn modelId="{6A80B9DC-9E02-4141-AF6B-D9A6A1E78C59}" type="presParOf" srcId="{6712F792-803E-46EA-8438-10D12363C6A4}" destId="{70A37B3C-B75F-409D-A176-214C307DBF59}" srcOrd="2" destOrd="0" presId="urn:microsoft.com/office/officeart/2005/8/layout/architecture"/>
    <dgm:cxn modelId="{295933B0-B6F8-4A3F-BBBA-E6C05443554D}" type="presParOf" srcId="{70A37B3C-B75F-409D-A176-214C307DBF59}" destId="{E751C94D-5B4B-4CF8-AB04-32799EF27A08}" srcOrd="0" destOrd="0" presId="urn:microsoft.com/office/officeart/2005/8/layout/architecture"/>
    <dgm:cxn modelId="{13CCC370-FA16-439D-AD73-D735574050DB}" type="presParOf" srcId="{E751C94D-5B4B-4CF8-AB04-32799EF27A08}" destId="{546617A8-99C0-4C7E-86D6-B1446DF22BAC}" srcOrd="0" destOrd="0" presId="urn:microsoft.com/office/officeart/2005/8/layout/architecture"/>
    <dgm:cxn modelId="{ADD2D58E-CD9D-47E7-BAE7-C69A5520F141}" type="presParOf" srcId="{E751C94D-5B4B-4CF8-AB04-32799EF27A08}" destId="{12CD0CB7-72F9-4FBF-A31A-FE5275732E5A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A61BE-69FC-43DD-896E-78627DDC9010}">
      <dsp:nvSpPr>
        <dsp:cNvPr id="0" name=""/>
        <dsp:cNvSpPr/>
      </dsp:nvSpPr>
      <dsp:spPr>
        <a:xfrm>
          <a:off x="3047" y="3482610"/>
          <a:ext cx="8248905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Node One</a:t>
          </a:r>
        </a:p>
      </dsp:txBody>
      <dsp:txXfrm>
        <a:off x="49761" y="3529324"/>
        <a:ext cx="8155477" cy="1501513"/>
      </dsp:txXfrm>
    </dsp:sp>
    <dsp:sp modelId="{5CB5AF57-6C10-4EB7-904C-A7575C7A9C96}">
      <dsp:nvSpPr>
        <dsp:cNvPr id="0" name=""/>
        <dsp:cNvSpPr/>
      </dsp:nvSpPr>
      <dsp:spPr>
        <a:xfrm>
          <a:off x="3047" y="1742529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Two has a longer label</a:t>
          </a:r>
        </a:p>
      </dsp:txBody>
      <dsp:txXfrm>
        <a:off x="49761" y="1789243"/>
        <a:ext cx="3864780" cy="1501513"/>
      </dsp:txXfrm>
    </dsp:sp>
    <dsp:sp modelId="{4FA722FF-6FDE-4FAB-958A-22BF3683EE6D}">
      <dsp:nvSpPr>
        <dsp:cNvPr id="0" name=""/>
        <dsp:cNvSpPr/>
      </dsp:nvSpPr>
      <dsp:spPr>
        <a:xfrm>
          <a:off x="3047" y="2448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Five</a:t>
          </a:r>
        </a:p>
      </dsp:txBody>
      <dsp:txXfrm>
        <a:off x="49761" y="49162"/>
        <a:ext cx="3864780" cy="1501513"/>
      </dsp:txXfrm>
    </dsp:sp>
    <dsp:sp modelId="{FFDEB538-A7DE-4914-B272-11896DD4F98C}">
      <dsp:nvSpPr>
        <dsp:cNvPr id="0" name=""/>
        <dsp:cNvSpPr/>
      </dsp:nvSpPr>
      <dsp:spPr>
        <a:xfrm>
          <a:off x="4293744" y="1742529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Three</a:t>
          </a:r>
        </a:p>
      </dsp:txBody>
      <dsp:txXfrm>
        <a:off x="4340458" y="1789243"/>
        <a:ext cx="3864780" cy="1501513"/>
      </dsp:txXfrm>
    </dsp:sp>
    <dsp:sp modelId="{546617A8-99C0-4C7E-86D6-B1446DF22BAC}">
      <dsp:nvSpPr>
        <dsp:cNvPr id="0" name=""/>
        <dsp:cNvSpPr/>
      </dsp:nvSpPr>
      <dsp:spPr>
        <a:xfrm>
          <a:off x="4293744" y="2448"/>
          <a:ext cx="3958208" cy="1594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Four</a:t>
          </a:r>
        </a:p>
      </dsp:txBody>
      <dsp:txXfrm>
        <a:off x="4340458" y="49162"/>
        <a:ext cx="3864780" cy="1501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313F-AB7B-4633-77F0-D74CCABCC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6D005-AAC9-DAD1-F509-5659903D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884D-E2E9-591B-7D17-B2D87303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D2AA-69ED-821D-7BC6-5392B55E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8C232-1898-2018-12A8-E8EF6C3C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0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1268-A2BC-FB9D-972A-A0B9B80B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95EC-5742-385C-C0DF-C58F27429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8799-C299-E3FE-BBA7-23BAEB91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B26C2-292D-1E73-C16E-D1FF9CD4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FA8C7-B33C-F36F-E22F-F913CAA3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7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8E81-F4B5-A4B6-3DAE-2E769F41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F63F0-1E22-C070-B79B-D7B7B795B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EFE65-D264-55DB-3096-E92EE65A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08D94-8967-92ED-7B4D-EBD8BA40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1F42-3FC7-40CD-A307-D1E99238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9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2BD96-A1BE-0EE2-F5A3-CA44394D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4D4B3-F42A-84F2-D25E-A1753CF4E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EE2C1-0995-4BFE-BF37-40BB471AA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8DFEE-89D3-280B-720D-686C4F08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8242D-8CE2-AFAB-D748-BDFC3147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27367-344E-A78D-CB98-FBC90BC1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8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53385-B7F0-42E8-C6E0-61001383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B87FF-270B-24C2-9F88-0436C772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A88B1-DFC9-C064-675F-6C8F3827A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821BC-B85A-7EFE-6E57-FC2927898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B6FCB-BA72-0B9F-7965-952C079FC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8AACE9-85A0-30BD-F87B-16CCF565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E4C0A-2D6C-7076-F2B9-612BC492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DA467-7EB7-C347-7C0A-64FE9CA1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3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85BB-1942-5C5B-53A7-79FF4E23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B93D3-EADC-703D-C337-2794DA69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83C7-2ED3-349D-193F-17580272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585D3-6A87-350F-FD95-17BE1F22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2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AA97A-9E1B-0444-6B04-96936363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822CC-7336-DFED-01BA-CF2B617A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D7C02-E485-16AF-6388-F5A32629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0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5EB0-99C1-CE5C-FA32-C2A95A64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3E07-2190-BDD0-9DBD-4C978DD5F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4E348-7D4E-3438-0160-34D384AFF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E6A71-D455-AD39-BD39-5DDA17A4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33A1C-BFD2-863C-DC57-78F58A6CC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ECDDD-5856-0824-7675-D22BCBE5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6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9DCE-E781-660C-E984-62A0A449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D2498-5F83-56C4-7F49-AEE785AE1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65F8B-328B-CFFB-A6CC-3DDF24589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7B36B-50EF-C4CE-CB01-29ACCEDB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FD003-3F1D-93CA-8A16-02F4D2AD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8B4BE-ED05-4F60-BE06-0C35C27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85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EB9E-BB9A-34A4-D99A-1A857679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06BED-CF8E-BC65-CD67-6D7E0F6CA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D3A4C-FC89-E786-719C-3E10AAFF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EA09F-811B-BE67-45F1-013765BC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0A83-CDB5-6B6E-1CFD-3ACC0940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5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D3E3A-B481-13E6-93B1-7B638A9E8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3FBB3-03C8-3EFC-5E00-B16259676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C0725-B095-BF2A-DE19-190596FB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E6630-006C-F40E-0C68-E6A9017C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947C-3445-D78A-B15A-3BE7500C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3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9828D-527F-E6AB-352B-EAC19309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1F541-8A82-E764-033F-D70002584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E195C-34F8-EFBB-BF94-4BDFDAC62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0CA67-6D4E-4DEE-9C92-5F7CD985224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22FCB-376C-3FA7-61D8-7C364FB1E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EEAB-E06A-56F2-A3D9-35CEB4538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66E2E-8587-44C8-9533-03785916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1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38D40C6-9FCA-96FF-C56F-66B01C09A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586599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4633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2026-09-06T08:13:15Z</dcterms:created>
  <dcterms:modified xsi:type="dcterms:W3CDTF">2026-09-06T08:13:15Z</dcterms:modified>
</cp:coreProperties>
</file>