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FA113EA-41AD-4EC6-BCA2-62E49B440966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DD115D-693C-4509-B3A4-43B7205F33B9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DDC84308-F3B3-48F9-9B5A-93A6A09463B4}" type="parTrans" cxnId="{2C137942-951B-4070-B1D6-AAEBAD63BAF6}">
      <dgm:prSet/>
      <dgm:spPr/>
    </dgm:pt>
    <dgm:pt modelId="{62996A85-901A-4CEF-98F2-DD679E8F35F3}" type="sibTrans" cxnId="{2C137942-951B-4070-B1D6-AAEBAD63BAF6}">
      <dgm:prSet/>
      <dgm:spPr/>
    </dgm:pt>
    <dgm:pt modelId="{AEDCD653-CA66-44C4-B7D5-B38B2DBCD819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E41B569A-EE05-4452-A835-1FEEA8F18731}" type="parTrans" cxnId="{AD02CA36-376B-4775-951D-11E32B9B5724}">
      <dgm:prSet/>
      <dgm:spPr/>
      <dgm:t>
        <a:bodyPr/>
        <a:lstStyle/>
        <a:p>
          <a:endParaRPr lang="en-US"/>
        </a:p>
      </dgm:t>
    </dgm:pt>
    <dgm:pt modelId="{94ACAF33-F214-40C1-A8C0-3A784F71D864}" type="sibTrans" cxnId="{AD02CA36-376B-4775-951D-11E32B9B5724}">
      <dgm:prSet/>
      <dgm:spPr/>
    </dgm:pt>
    <dgm:pt modelId="{F5E03576-5189-4C37-8BF8-487BC8C5079C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626A0502-217A-4335-B3CB-DEC606A767F0}" type="parTrans" cxnId="{796DD10C-A42E-4090-A739-15EFFD5577C3}">
      <dgm:prSet/>
      <dgm:spPr/>
      <dgm:t>
        <a:bodyPr/>
        <a:lstStyle/>
        <a:p>
          <a:endParaRPr lang="en-US"/>
        </a:p>
      </dgm:t>
    </dgm:pt>
    <dgm:pt modelId="{DE91A68B-37C2-4DB9-830C-98B69C700C62}" type="sibTrans" cxnId="{796DD10C-A42E-4090-A739-15EFFD5577C3}">
      <dgm:prSet/>
      <dgm:spPr/>
    </dgm:pt>
    <dgm:pt modelId="{FF3AF9A2-52BB-4D07-A90F-7ABECC99DD9E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F7E3A1C4-BEAC-437A-A5E1-1C562C1AF53A}" type="parTrans" cxnId="{960097C8-AD6D-42B2-B91D-9C7BD43E95DD}">
      <dgm:prSet/>
      <dgm:spPr/>
      <dgm:t>
        <a:bodyPr/>
        <a:lstStyle/>
        <a:p>
          <a:endParaRPr lang="en-US"/>
        </a:p>
      </dgm:t>
    </dgm:pt>
    <dgm:pt modelId="{3C439106-034D-477C-85B4-45FE1435DF63}" type="sibTrans" cxnId="{960097C8-AD6D-42B2-B91D-9C7BD43E95DD}">
      <dgm:prSet/>
      <dgm:spPr/>
    </dgm:pt>
    <dgm:pt modelId="{98A230B6-A491-401C-ADC2-64F095F1EE79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0BC2C197-1E36-4245-AA97-E70E2AAFF627}" type="parTrans" cxnId="{4F14E54A-0E2C-4156-8D48-35F58F8EEC3C}">
      <dgm:prSet/>
      <dgm:spPr/>
      <dgm:t>
        <a:bodyPr/>
        <a:lstStyle/>
        <a:p>
          <a:endParaRPr lang="en-US"/>
        </a:p>
      </dgm:t>
    </dgm:pt>
    <dgm:pt modelId="{8532C189-8619-4C86-8843-7784670A2CE4}" type="sibTrans" cxnId="{4F14E54A-0E2C-4156-8D48-35F58F8EEC3C}">
      <dgm:prSet/>
      <dgm:spPr/>
    </dgm:pt>
    <dgm:pt modelId="{4F7905F7-9028-4A6C-9A63-E58B99914A91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2EE1F398-6DDB-4214-8C54-A1BA6F7CF4A2}" type="parTrans" cxnId="{03389D26-CFC3-4A73-B2EC-700D27304B5E}">
      <dgm:prSet/>
      <dgm:spPr/>
      <dgm:t>
        <a:bodyPr/>
        <a:lstStyle/>
        <a:p>
          <a:endParaRPr lang="en-US"/>
        </a:p>
      </dgm:t>
    </dgm:pt>
    <dgm:pt modelId="{816BFC21-2F3F-440A-9926-96D009663F5D}" type="sibTrans" cxnId="{03389D26-CFC3-4A73-B2EC-700D27304B5E}">
      <dgm:prSet/>
      <dgm:spPr/>
    </dgm:pt>
    <dgm:pt modelId="{A3E5071A-785C-45B6-A554-035D715EFDE7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730C150E-99F5-4C5E-9AA6-7EB2E8245141}" type="parTrans" cxnId="{1451CE04-0DD1-40D3-9F5F-361C24F88D83}">
      <dgm:prSet/>
      <dgm:spPr/>
      <dgm:t>
        <a:bodyPr/>
        <a:lstStyle/>
        <a:p>
          <a:endParaRPr lang="en-US"/>
        </a:p>
      </dgm:t>
    </dgm:pt>
    <dgm:pt modelId="{227ACE90-5B7E-41FB-9642-E9BD93D20B39}" type="sibTrans" cxnId="{1451CE04-0DD1-40D3-9F5F-361C24F88D83}">
      <dgm:prSet/>
      <dgm:spPr/>
    </dgm:pt>
    <dgm:pt modelId="{1A5D475B-C67B-4EBB-8FBB-A58DEDBE5AAB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B230C9B7-593F-4C40-9557-EB902EC5E347}" type="parTrans" cxnId="{74D5C092-BBD5-429A-92F8-AC6ACF9FAAF9}">
      <dgm:prSet/>
      <dgm:spPr/>
      <dgm:t>
        <a:bodyPr/>
        <a:lstStyle/>
        <a:p>
          <a:endParaRPr lang="en-US"/>
        </a:p>
      </dgm:t>
    </dgm:pt>
    <dgm:pt modelId="{5B334973-0462-4FDB-8A10-DBA415B99093}" type="sibTrans" cxnId="{74D5C092-BBD5-429A-92F8-AC6ACF9FAAF9}">
      <dgm:prSet/>
      <dgm:spPr/>
    </dgm:pt>
    <dgm:pt modelId="{F819D6EA-E98B-4942-90DB-4A53F9ACFF01}" type="pres">
      <dgm:prSet presAssocID="{FFA113EA-41AD-4EC6-BCA2-62E49B44096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AAC3FF4-DFAF-4DD4-9618-E532678E3ADF}" type="pres">
      <dgm:prSet presAssocID="{16DD115D-693C-4509-B3A4-43B7205F33B9}" presName="root1" presStyleCnt="0"/>
      <dgm:spPr/>
    </dgm:pt>
    <dgm:pt modelId="{1E2CCBCC-300D-425D-815E-BADA9B5311F1}" type="pres">
      <dgm:prSet presAssocID="{16DD115D-693C-4509-B3A4-43B7205F33B9}" presName="LevelOneTextNode" presStyleLbl="node0" presStyleIdx="0" presStyleCnt="1">
        <dgm:presLayoutVars>
          <dgm:chPref val="3"/>
        </dgm:presLayoutVars>
      </dgm:prSet>
      <dgm:spPr/>
    </dgm:pt>
    <dgm:pt modelId="{D1EBC4B7-C558-4A99-9CE9-4A7E0031F638}" type="pres">
      <dgm:prSet presAssocID="{16DD115D-693C-4509-B3A4-43B7205F33B9}" presName="level2hierChild" presStyleCnt="0"/>
      <dgm:spPr/>
    </dgm:pt>
    <dgm:pt modelId="{31B07243-A1EA-42B0-83BE-EF65CAB4AF51}" type="pres">
      <dgm:prSet presAssocID="{E41B569A-EE05-4452-A835-1FEEA8F18731}" presName="conn2-1" presStyleLbl="parChTrans1D2" presStyleIdx="0" presStyleCnt="1"/>
      <dgm:spPr/>
    </dgm:pt>
    <dgm:pt modelId="{514FB1F6-EFCA-4957-85BB-1DF841CDC155}" type="pres">
      <dgm:prSet presAssocID="{E41B569A-EE05-4452-A835-1FEEA8F18731}" presName="connTx" presStyleLbl="parChTrans1D2" presStyleIdx="0" presStyleCnt="1"/>
      <dgm:spPr/>
    </dgm:pt>
    <dgm:pt modelId="{2E13BE1F-B561-4513-85B3-4E2779E6E5B0}" type="pres">
      <dgm:prSet presAssocID="{AEDCD653-CA66-44C4-B7D5-B38B2DBCD819}" presName="root2" presStyleCnt="0"/>
      <dgm:spPr/>
    </dgm:pt>
    <dgm:pt modelId="{5D674092-8EEA-479A-9BB3-27695FBA3C52}" type="pres">
      <dgm:prSet presAssocID="{AEDCD653-CA66-44C4-B7D5-B38B2DBCD819}" presName="LevelTwoTextNode" presStyleLbl="node2" presStyleIdx="0" presStyleCnt="1">
        <dgm:presLayoutVars>
          <dgm:chPref val="3"/>
        </dgm:presLayoutVars>
      </dgm:prSet>
      <dgm:spPr/>
    </dgm:pt>
    <dgm:pt modelId="{07F3EEC4-84B1-4931-9EF8-C2D1B4392BFC}" type="pres">
      <dgm:prSet presAssocID="{AEDCD653-CA66-44C4-B7D5-B38B2DBCD819}" presName="level3hierChild" presStyleCnt="0"/>
      <dgm:spPr/>
    </dgm:pt>
    <dgm:pt modelId="{48440C6F-EC1A-4775-9616-BABA67C76085}" type="pres">
      <dgm:prSet presAssocID="{0BC2C197-1E36-4245-AA97-E70E2AAFF627}" presName="conn2-1" presStyleLbl="parChTrans1D3" presStyleIdx="0" presStyleCnt="5"/>
      <dgm:spPr/>
    </dgm:pt>
    <dgm:pt modelId="{D3F5B883-9A78-46A9-8D8A-81C056C1103E}" type="pres">
      <dgm:prSet presAssocID="{0BC2C197-1E36-4245-AA97-E70E2AAFF627}" presName="connTx" presStyleLbl="parChTrans1D3" presStyleIdx="0" presStyleCnt="5"/>
      <dgm:spPr/>
    </dgm:pt>
    <dgm:pt modelId="{58671D28-6B16-4A05-8D11-3AE72A961C6F}" type="pres">
      <dgm:prSet presAssocID="{98A230B6-A491-401C-ADC2-64F095F1EE79}" presName="root2" presStyleCnt="0"/>
      <dgm:spPr/>
    </dgm:pt>
    <dgm:pt modelId="{0B7FA9B8-C9EA-4632-91DD-2EEDB20F0B4E}" type="pres">
      <dgm:prSet presAssocID="{98A230B6-A491-401C-ADC2-64F095F1EE79}" presName="LevelTwoTextNode" presStyleLbl="node3" presStyleIdx="0" presStyleCnt="5">
        <dgm:presLayoutVars>
          <dgm:chPref val="3"/>
        </dgm:presLayoutVars>
      </dgm:prSet>
      <dgm:spPr/>
    </dgm:pt>
    <dgm:pt modelId="{EC4D1A4F-04F5-4A8E-A3D6-3DCAFA4B0715}" type="pres">
      <dgm:prSet presAssocID="{98A230B6-A491-401C-ADC2-64F095F1EE79}" presName="level3hierChild" presStyleCnt="0"/>
      <dgm:spPr/>
    </dgm:pt>
    <dgm:pt modelId="{FAAC951A-5E00-49C9-844E-91F3E01B1BAC}" type="pres">
      <dgm:prSet presAssocID="{2EE1F398-6DDB-4214-8C54-A1BA6F7CF4A2}" presName="conn2-1" presStyleLbl="parChTrans1D3" presStyleIdx="1" presStyleCnt="5"/>
      <dgm:spPr/>
    </dgm:pt>
    <dgm:pt modelId="{79B13911-34E0-43EB-A0BF-F6B1777F840D}" type="pres">
      <dgm:prSet presAssocID="{2EE1F398-6DDB-4214-8C54-A1BA6F7CF4A2}" presName="connTx" presStyleLbl="parChTrans1D3" presStyleIdx="1" presStyleCnt="5"/>
      <dgm:spPr/>
    </dgm:pt>
    <dgm:pt modelId="{AB5CA100-D01A-47BA-BEBA-14DFA72B95F6}" type="pres">
      <dgm:prSet presAssocID="{4F7905F7-9028-4A6C-9A63-E58B99914A91}" presName="root2" presStyleCnt="0"/>
      <dgm:spPr/>
    </dgm:pt>
    <dgm:pt modelId="{FC466064-7A7E-470A-8CD9-D5CC8E949C5D}" type="pres">
      <dgm:prSet presAssocID="{4F7905F7-9028-4A6C-9A63-E58B99914A91}" presName="LevelTwoTextNode" presStyleLbl="node3" presStyleIdx="1" presStyleCnt="5">
        <dgm:presLayoutVars>
          <dgm:chPref val="3"/>
        </dgm:presLayoutVars>
      </dgm:prSet>
      <dgm:spPr/>
    </dgm:pt>
    <dgm:pt modelId="{0196510C-F887-4158-ACCF-F99CD6FCC14D}" type="pres">
      <dgm:prSet presAssocID="{4F7905F7-9028-4A6C-9A63-E58B99914A91}" presName="level3hierChild" presStyleCnt="0"/>
      <dgm:spPr/>
    </dgm:pt>
    <dgm:pt modelId="{56683BEA-8FC5-452B-98A4-929A0813F311}" type="pres">
      <dgm:prSet presAssocID="{730C150E-99F5-4C5E-9AA6-7EB2E8245141}" presName="conn2-1" presStyleLbl="parChTrans1D4" presStyleIdx="0" presStyleCnt="1"/>
      <dgm:spPr/>
    </dgm:pt>
    <dgm:pt modelId="{2129556B-F7A3-4089-9FF1-F6148CC8FC5A}" type="pres">
      <dgm:prSet presAssocID="{730C150E-99F5-4C5E-9AA6-7EB2E8245141}" presName="connTx" presStyleLbl="parChTrans1D4" presStyleIdx="0" presStyleCnt="1"/>
      <dgm:spPr/>
    </dgm:pt>
    <dgm:pt modelId="{D6860D90-6BEF-49E8-B562-6EE796D65846}" type="pres">
      <dgm:prSet presAssocID="{A3E5071A-785C-45B6-A554-035D715EFDE7}" presName="root2" presStyleCnt="0"/>
      <dgm:spPr/>
    </dgm:pt>
    <dgm:pt modelId="{FFF3AEA1-94E7-43C6-A489-4DB476E0090B}" type="pres">
      <dgm:prSet presAssocID="{A3E5071A-785C-45B6-A554-035D715EFDE7}" presName="LevelTwoTextNode" presStyleLbl="node4" presStyleIdx="0" presStyleCnt="1">
        <dgm:presLayoutVars>
          <dgm:chPref val="3"/>
        </dgm:presLayoutVars>
      </dgm:prSet>
      <dgm:spPr/>
    </dgm:pt>
    <dgm:pt modelId="{944626E5-F6C3-4352-8919-0574DC058E15}" type="pres">
      <dgm:prSet presAssocID="{A3E5071A-785C-45B6-A554-035D715EFDE7}" presName="level3hierChild" presStyleCnt="0"/>
      <dgm:spPr/>
    </dgm:pt>
    <dgm:pt modelId="{CF70F6CD-047C-4853-9C2D-38201FE60959}" type="pres">
      <dgm:prSet presAssocID="{626A0502-217A-4335-B3CB-DEC606A767F0}" presName="conn2-1" presStyleLbl="parChTrans1D3" presStyleIdx="2" presStyleCnt="5"/>
      <dgm:spPr/>
    </dgm:pt>
    <dgm:pt modelId="{D40D78A2-82ED-4231-BAC5-2E30B9A77890}" type="pres">
      <dgm:prSet presAssocID="{626A0502-217A-4335-B3CB-DEC606A767F0}" presName="connTx" presStyleLbl="parChTrans1D3" presStyleIdx="2" presStyleCnt="5"/>
      <dgm:spPr/>
    </dgm:pt>
    <dgm:pt modelId="{F9A01449-BAAA-41ED-9313-56E6ED15260B}" type="pres">
      <dgm:prSet presAssocID="{F5E03576-5189-4C37-8BF8-487BC8C5079C}" presName="root2" presStyleCnt="0"/>
      <dgm:spPr/>
    </dgm:pt>
    <dgm:pt modelId="{F527E572-18AA-4AF2-A086-B0BC8E516AE8}" type="pres">
      <dgm:prSet presAssocID="{F5E03576-5189-4C37-8BF8-487BC8C5079C}" presName="LevelTwoTextNode" presStyleLbl="node3" presStyleIdx="2" presStyleCnt="5">
        <dgm:presLayoutVars>
          <dgm:chPref val="3"/>
        </dgm:presLayoutVars>
      </dgm:prSet>
      <dgm:spPr/>
    </dgm:pt>
    <dgm:pt modelId="{4E0A5493-56A5-461F-BA8D-92DAC3B3F3B1}" type="pres">
      <dgm:prSet presAssocID="{F5E03576-5189-4C37-8BF8-487BC8C5079C}" presName="level3hierChild" presStyleCnt="0"/>
      <dgm:spPr/>
    </dgm:pt>
    <dgm:pt modelId="{411E1ADE-2041-4EA9-939E-00D25D3C1370}" type="pres">
      <dgm:prSet presAssocID="{B230C9B7-593F-4C40-9557-EB902EC5E347}" presName="conn2-1" presStyleLbl="parChTrans1D3" presStyleIdx="3" presStyleCnt="5"/>
      <dgm:spPr/>
    </dgm:pt>
    <dgm:pt modelId="{D5385B86-082E-4B4E-9807-1B7C2B9D0F7F}" type="pres">
      <dgm:prSet presAssocID="{B230C9B7-593F-4C40-9557-EB902EC5E347}" presName="connTx" presStyleLbl="parChTrans1D3" presStyleIdx="3" presStyleCnt="5"/>
      <dgm:spPr/>
    </dgm:pt>
    <dgm:pt modelId="{87A9EF5B-6314-4241-8479-5799EF64C06B}" type="pres">
      <dgm:prSet presAssocID="{1A5D475B-C67B-4EBB-8FBB-A58DEDBE5AAB}" presName="root2" presStyleCnt="0"/>
      <dgm:spPr/>
    </dgm:pt>
    <dgm:pt modelId="{C00C9CDA-FE7B-4DA1-9297-134A12E967DE}" type="pres">
      <dgm:prSet presAssocID="{1A5D475B-C67B-4EBB-8FBB-A58DEDBE5AAB}" presName="LevelTwoTextNode" presStyleLbl="node3" presStyleIdx="3" presStyleCnt="5">
        <dgm:presLayoutVars>
          <dgm:chPref val="3"/>
        </dgm:presLayoutVars>
      </dgm:prSet>
      <dgm:spPr/>
    </dgm:pt>
    <dgm:pt modelId="{DA02C9EB-6F8E-4BBC-8359-AD2FF29F6F26}" type="pres">
      <dgm:prSet presAssocID="{1A5D475B-C67B-4EBB-8FBB-A58DEDBE5AAB}" presName="level3hierChild" presStyleCnt="0"/>
      <dgm:spPr/>
    </dgm:pt>
    <dgm:pt modelId="{390997BB-91E0-4C07-A453-5BB69DEB0526}" type="pres">
      <dgm:prSet presAssocID="{F7E3A1C4-BEAC-437A-A5E1-1C562C1AF53A}" presName="conn2-1" presStyleLbl="parChTrans1D3" presStyleIdx="4" presStyleCnt="5"/>
      <dgm:spPr/>
    </dgm:pt>
    <dgm:pt modelId="{60D8A128-27C4-463A-A077-38C7E5041EFC}" type="pres">
      <dgm:prSet presAssocID="{F7E3A1C4-BEAC-437A-A5E1-1C562C1AF53A}" presName="connTx" presStyleLbl="parChTrans1D3" presStyleIdx="4" presStyleCnt="5"/>
      <dgm:spPr/>
    </dgm:pt>
    <dgm:pt modelId="{D67C2B93-071F-4486-A6B0-96B9A57A421D}" type="pres">
      <dgm:prSet presAssocID="{FF3AF9A2-52BB-4D07-A90F-7ABECC99DD9E}" presName="root2" presStyleCnt="0"/>
      <dgm:spPr/>
    </dgm:pt>
    <dgm:pt modelId="{BBBE09DE-94D0-4598-913F-981E665A91DA}" type="pres">
      <dgm:prSet presAssocID="{FF3AF9A2-52BB-4D07-A90F-7ABECC99DD9E}" presName="LevelTwoTextNode" presStyleLbl="node3" presStyleIdx="4" presStyleCnt="5">
        <dgm:presLayoutVars>
          <dgm:chPref val="3"/>
        </dgm:presLayoutVars>
      </dgm:prSet>
      <dgm:spPr/>
    </dgm:pt>
    <dgm:pt modelId="{BE6264CB-6AF2-40E6-B3D2-9AEEB08B91A6}" type="pres">
      <dgm:prSet presAssocID="{FF3AF9A2-52BB-4D07-A90F-7ABECC99DD9E}" presName="level3hierChild" presStyleCnt="0"/>
      <dgm:spPr/>
    </dgm:pt>
  </dgm:ptLst>
  <dgm:cxnLst>
    <dgm:cxn modelId="{47380D03-BDBF-4485-869A-069D14899629}" type="presOf" srcId="{E41B569A-EE05-4452-A835-1FEEA8F18731}" destId="{514FB1F6-EFCA-4957-85BB-1DF841CDC155}" srcOrd="1" destOrd="0" presId="urn:microsoft.com/office/officeart/2005/8/layout/hierarchy2"/>
    <dgm:cxn modelId="{1451CE04-0DD1-40D3-9F5F-361C24F88D83}" srcId="{4F7905F7-9028-4A6C-9A63-E58B99914A91}" destId="{A3E5071A-785C-45B6-A554-035D715EFDE7}" srcOrd="0" destOrd="0" parTransId="{730C150E-99F5-4C5E-9AA6-7EB2E8245141}" sibTransId="{227ACE90-5B7E-41FB-9642-E9BD93D20B39}"/>
    <dgm:cxn modelId="{796DD10C-A42E-4090-A739-15EFFD5577C3}" srcId="{AEDCD653-CA66-44C4-B7D5-B38B2DBCD819}" destId="{F5E03576-5189-4C37-8BF8-487BC8C5079C}" srcOrd="2" destOrd="0" parTransId="{626A0502-217A-4335-B3CB-DEC606A767F0}" sibTransId="{DE91A68B-37C2-4DB9-830C-98B69C700C62}"/>
    <dgm:cxn modelId="{C78E7013-1DCB-4880-9788-242B6F9FD76F}" type="presOf" srcId="{16DD115D-693C-4509-B3A4-43B7205F33B9}" destId="{1E2CCBCC-300D-425D-815E-BADA9B5311F1}" srcOrd="0" destOrd="0" presId="urn:microsoft.com/office/officeart/2005/8/layout/hierarchy2"/>
    <dgm:cxn modelId="{03389D26-CFC3-4A73-B2EC-700D27304B5E}" srcId="{AEDCD653-CA66-44C4-B7D5-B38B2DBCD819}" destId="{4F7905F7-9028-4A6C-9A63-E58B99914A91}" srcOrd="1" destOrd="0" parTransId="{2EE1F398-6DDB-4214-8C54-A1BA6F7CF4A2}" sibTransId="{816BFC21-2F3F-440A-9926-96D009663F5D}"/>
    <dgm:cxn modelId="{FA0F7531-9FE4-4B5E-B664-D8D104E55196}" type="presOf" srcId="{98A230B6-A491-401C-ADC2-64F095F1EE79}" destId="{0B7FA9B8-C9EA-4632-91DD-2EEDB20F0B4E}" srcOrd="0" destOrd="0" presId="urn:microsoft.com/office/officeart/2005/8/layout/hierarchy2"/>
    <dgm:cxn modelId="{48C98135-1C77-4D7C-A10F-47792D82207B}" type="presOf" srcId="{AEDCD653-CA66-44C4-B7D5-B38B2DBCD819}" destId="{5D674092-8EEA-479A-9BB3-27695FBA3C52}" srcOrd="0" destOrd="0" presId="urn:microsoft.com/office/officeart/2005/8/layout/hierarchy2"/>
    <dgm:cxn modelId="{AD02CA36-376B-4775-951D-11E32B9B5724}" srcId="{16DD115D-693C-4509-B3A4-43B7205F33B9}" destId="{AEDCD653-CA66-44C4-B7D5-B38B2DBCD819}" srcOrd="0" destOrd="0" parTransId="{E41B569A-EE05-4452-A835-1FEEA8F18731}" sibTransId="{94ACAF33-F214-40C1-A8C0-3A784F71D864}"/>
    <dgm:cxn modelId="{3BA66340-3AD2-4D66-A56A-DB0BEF5823DD}" type="presOf" srcId="{2EE1F398-6DDB-4214-8C54-A1BA6F7CF4A2}" destId="{79B13911-34E0-43EB-A0BF-F6B1777F840D}" srcOrd="1" destOrd="0" presId="urn:microsoft.com/office/officeart/2005/8/layout/hierarchy2"/>
    <dgm:cxn modelId="{135CD05E-53FB-4FAF-A9AD-9F31A58A76BF}" type="presOf" srcId="{E41B569A-EE05-4452-A835-1FEEA8F18731}" destId="{31B07243-A1EA-42B0-83BE-EF65CAB4AF51}" srcOrd="0" destOrd="0" presId="urn:microsoft.com/office/officeart/2005/8/layout/hierarchy2"/>
    <dgm:cxn modelId="{2C137942-951B-4070-B1D6-AAEBAD63BAF6}" srcId="{FFA113EA-41AD-4EC6-BCA2-62E49B440966}" destId="{16DD115D-693C-4509-B3A4-43B7205F33B9}" srcOrd="0" destOrd="0" parTransId="{DDC84308-F3B3-48F9-9B5A-93A6A09463B4}" sibTransId="{62996A85-901A-4CEF-98F2-DD679E8F35F3}"/>
    <dgm:cxn modelId="{4F14E54A-0E2C-4156-8D48-35F58F8EEC3C}" srcId="{AEDCD653-CA66-44C4-B7D5-B38B2DBCD819}" destId="{98A230B6-A491-401C-ADC2-64F095F1EE79}" srcOrd="0" destOrd="0" parTransId="{0BC2C197-1E36-4245-AA97-E70E2AAFF627}" sibTransId="{8532C189-8619-4C86-8843-7784670A2CE4}"/>
    <dgm:cxn modelId="{FB574870-A97E-4690-8644-8DC001FA4DC4}" type="presOf" srcId="{4F7905F7-9028-4A6C-9A63-E58B99914A91}" destId="{FC466064-7A7E-470A-8CD9-D5CC8E949C5D}" srcOrd="0" destOrd="0" presId="urn:microsoft.com/office/officeart/2005/8/layout/hierarchy2"/>
    <dgm:cxn modelId="{0FAEAF55-75C4-446D-A316-B4D77A1EF46E}" type="presOf" srcId="{730C150E-99F5-4C5E-9AA6-7EB2E8245141}" destId="{2129556B-F7A3-4089-9FF1-F6148CC8FC5A}" srcOrd="1" destOrd="0" presId="urn:microsoft.com/office/officeart/2005/8/layout/hierarchy2"/>
    <dgm:cxn modelId="{BB9FC775-14FD-4A08-82FE-A4D3D0B1C006}" type="presOf" srcId="{FF3AF9A2-52BB-4D07-A90F-7ABECC99DD9E}" destId="{BBBE09DE-94D0-4598-913F-981E665A91DA}" srcOrd="0" destOrd="0" presId="urn:microsoft.com/office/officeart/2005/8/layout/hierarchy2"/>
    <dgm:cxn modelId="{F23D6376-FA6C-4550-81F6-2A46BD40B315}" type="presOf" srcId="{626A0502-217A-4335-B3CB-DEC606A767F0}" destId="{D40D78A2-82ED-4231-BAC5-2E30B9A77890}" srcOrd="1" destOrd="0" presId="urn:microsoft.com/office/officeart/2005/8/layout/hierarchy2"/>
    <dgm:cxn modelId="{2F181380-0E90-4EF9-98F9-10FB0E5776AA}" type="presOf" srcId="{626A0502-217A-4335-B3CB-DEC606A767F0}" destId="{CF70F6CD-047C-4853-9C2D-38201FE60959}" srcOrd="0" destOrd="0" presId="urn:microsoft.com/office/officeart/2005/8/layout/hierarchy2"/>
    <dgm:cxn modelId="{2BAF1582-CB16-4164-84A1-96B63ED16A9C}" type="presOf" srcId="{2EE1F398-6DDB-4214-8C54-A1BA6F7CF4A2}" destId="{FAAC951A-5E00-49C9-844E-91F3E01B1BAC}" srcOrd="0" destOrd="0" presId="urn:microsoft.com/office/officeart/2005/8/layout/hierarchy2"/>
    <dgm:cxn modelId="{15143C83-6DEC-410A-AC34-E0C29E373660}" type="presOf" srcId="{F7E3A1C4-BEAC-437A-A5E1-1C562C1AF53A}" destId="{390997BB-91E0-4C07-A453-5BB69DEB0526}" srcOrd="0" destOrd="0" presId="urn:microsoft.com/office/officeart/2005/8/layout/hierarchy2"/>
    <dgm:cxn modelId="{FBD91D85-B5C4-464C-A482-E12CD296F72B}" type="presOf" srcId="{0BC2C197-1E36-4245-AA97-E70E2AAFF627}" destId="{D3F5B883-9A78-46A9-8D8A-81C056C1103E}" srcOrd="1" destOrd="0" presId="urn:microsoft.com/office/officeart/2005/8/layout/hierarchy2"/>
    <dgm:cxn modelId="{85FDC991-C275-4F0B-BC32-1F76EDB80069}" type="presOf" srcId="{F7E3A1C4-BEAC-437A-A5E1-1C562C1AF53A}" destId="{60D8A128-27C4-463A-A077-38C7E5041EFC}" srcOrd="1" destOrd="0" presId="urn:microsoft.com/office/officeart/2005/8/layout/hierarchy2"/>
    <dgm:cxn modelId="{D9634D92-C588-491A-A97E-C79734A135E2}" type="presOf" srcId="{F5E03576-5189-4C37-8BF8-487BC8C5079C}" destId="{F527E572-18AA-4AF2-A086-B0BC8E516AE8}" srcOrd="0" destOrd="0" presId="urn:microsoft.com/office/officeart/2005/8/layout/hierarchy2"/>
    <dgm:cxn modelId="{74D5C092-BBD5-429A-92F8-AC6ACF9FAAF9}" srcId="{AEDCD653-CA66-44C4-B7D5-B38B2DBCD819}" destId="{1A5D475B-C67B-4EBB-8FBB-A58DEDBE5AAB}" srcOrd="3" destOrd="0" parTransId="{B230C9B7-593F-4C40-9557-EB902EC5E347}" sibTransId="{5B334973-0462-4FDB-8A10-DBA415B99093}"/>
    <dgm:cxn modelId="{D49928BA-8371-4D2B-A660-41C95F07D6A9}" type="presOf" srcId="{1A5D475B-C67B-4EBB-8FBB-A58DEDBE5AAB}" destId="{C00C9CDA-FE7B-4DA1-9297-134A12E967DE}" srcOrd="0" destOrd="0" presId="urn:microsoft.com/office/officeart/2005/8/layout/hierarchy2"/>
    <dgm:cxn modelId="{FA4716C3-EEC3-45A8-899A-4B957D7DCE2A}" type="presOf" srcId="{B230C9B7-593F-4C40-9557-EB902EC5E347}" destId="{D5385B86-082E-4B4E-9807-1B7C2B9D0F7F}" srcOrd="1" destOrd="0" presId="urn:microsoft.com/office/officeart/2005/8/layout/hierarchy2"/>
    <dgm:cxn modelId="{2B0186C5-21C3-4E9F-8706-0A1C81117F97}" type="presOf" srcId="{FFA113EA-41AD-4EC6-BCA2-62E49B440966}" destId="{F819D6EA-E98B-4942-90DB-4A53F9ACFF01}" srcOrd="0" destOrd="0" presId="urn:microsoft.com/office/officeart/2005/8/layout/hierarchy2"/>
    <dgm:cxn modelId="{960097C8-AD6D-42B2-B91D-9C7BD43E95DD}" srcId="{AEDCD653-CA66-44C4-B7D5-B38B2DBCD819}" destId="{FF3AF9A2-52BB-4D07-A90F-7ABECC99DD9E}" srcOrd="4" destOrd="0" parTransId="{F7E3A1C4-BEAC-437A-A5E1-1C562C1AF53A}" sibTransId="{3C439106-034D-477C-85B4-45FE1435DF63}"/>
    <dgm:cxn modelId="{3BD298D6-A92B-4BBB-8AC4-5EBCC400EC55}" type="presOf" srcId="{0BC2C197-1E36-4245-AA97-E70E2AAFF627}" destId="{48440C6F-EC1A-4775-9616-BABA67C76085}" srcOrd="0" destOrd="0" presId="urn:microsoft.com/office/officeart/2005/8/layout/hierarchy2"/>
    <dgm:cxn modelId="{FB2FE0F1-88B1-4501-BD4C-BD72D99A2DF9}" type="presOf" srcId="{B230C9B7-593F-4C40-9557-EB902EC5E347}" destId="{411E1ADE-2041-4EA9-939E-00D25D3C1370}" srcOrd="0" destOrd="0" presId="urn:microsoft.com/office/officeart/2005/8/layout/hierarchy2"/>
    <dgm:cxn modelId="{458386F5-9A89-4E80-9C6C-FD428C2282E6}" type="presOf" srcId="{A3E5071A-785C-45B6-A554-035D715EFDE7}" destId="{FFF3AEA1-94E7-43C6-A489-4DB476E0090B}" srcOrd="0" destOrd="0" presId="urn:microsoft.com/office/officeart/2005/8/layout/hierarchy2"/>
    <dgm:cxn modelId="{AE1472F6-D622-4838-8991-24F9E0E5E311}" type="presOf" srcId="{730C150E-99F5-4C5E-9AA6-7EB2E8245141}" destId="{56683BEA-8FC5-452B-98A4-929A0813F311}" srcOrd="0" destOrd="0" presId="urn:microsoft.com/office/officeart/2005/8/layout/hierarchy2"/>
    <dgm:cxn modelId="{3FF03561-CAA7-45D6-884E-D8B20F38967D}" type="presParOf" srcId="{F819D6EA-E98B-4942-90DB-4A53F9ACFF01}" destId="{BAAC3FF4-DFAF-4DD4-9618-E532678E3ADF}" srcOrd="0" destOrd="0" presId="urn:microsoft.com/office/officeart/2005/8/layout/hierarchy2"/>
    <dgm:cxn modelId="{C96BA613-1A4A-43D7-9E2E-95BE786CAF5B}" type="presParOf" srcId="{BAAC3FF4-DFAF-4DD4-9618-E532678E3ADF}" destId="{1E2CCBCC-300D-425D-815E-BADA9B5311F1}" srcOrd="0" destOrd="0" presId="urn:microsoft.com/office/officeart/2005/8/layout/hierarchy2"/>
    <dgm:cxn modelId="{CFC15074-3EAA-47D3-ABCF-046F13B5DCC6}" type="presParOf" srcId="{BAAC3FF4-DFAF-4DD4-9618-E532678E3ADF}" destId="{D1EBC4B7-C558-4A99-9CE9-4A7E0031F638}" srcOrd="1" destOrd="0" presId="urn:microsoft.com/office/officeart/2005/8/layout/hierarchy2"/>
    <dgm:cxn modelId="{475F71CD-04F8-4426-B6CE-7FC7D9B1E658}" type="presParOf" srcId="{D1EBC4B7-C558-4A99-9CE9-4A7E0031F638}" destId="{31B07243-A1EA-42B0-83BE-EF65CAB4AF51}" srcOrd="0" destOrd="0" presId="urn:microsoft.com/office/officeart/2005/8/layout/hierarchy2"/>
    <dgm:cxn modelId="{D50A2B7E-FAB1-4696-B883-48E949593548}" type="presParOf" srcId="{31B07243-A1EA-42B0-83BE-EF65CAB4AF51}" destId="{514FB1F6-EFCA-4957-85BB-1DF841CDC155}" srcOrd="0" destOrd="0" presId="urn:microsoft.com/office/officeart/2005/8/layout/hierarchy2"/>
    <dgm:cxn modelId="{F4F28FC9-8385-4B71-8887-563C1309F83F}" type="presParOf" srcId="{D1EBC4B7-C558-4A99-9CE9-4A7E0031F638}" destId="{2E13BE1F-B561-4513-85B3-4E2779E6E5B0}" srcOrd="1" destOrd="0" presId="urn:microsoft.com/office/officeart/2005/8/layout/hierarchy2"/>
    <dgm:cxn modelId="{D087E1CB-0D25-460C-93F1-B9409F4D2579}" type="presParOf" srcId="{2E13BE1F-B561-4513-85B3-4E2779E6E5B0}" destId="{5D674092-8EEA-479A-9BB3-27695FBA3C52}" srcOrd="0" destOrd="0" presId="urn:microsoft.com/office/officeart/2005/8/layout/hierarchy2"/>
    <dgm:cxn modelId="{A3792FAF-754A-49B5-A2E6-19D277CA6F92}" type="presParOf" srcId="{2E13BE1F-B561-4513-85B3-4E2779E6E5B0}" destId="{07F3EEC4-84B1-4931-9EF8-C2D1B4392BFC}" srcOrd="1" destOrd="0" presId="urn:microsoft.com/office/officeart/2005/8/layout/hierarchy2"/>
    <dgm:cxn modelId="{ECCC22EA-2962-4527-BC1B-3016D1A381A5}" type="presParOf" srcId="{07F3EEC4-84B1-4931-9EF8-C2D1B4392BFC}" destId="{48440C6F-EC1A-4775-9616-BABA67C76085}" srcOrd="0" destOrd="0" presId="urn:microsoft.com/office/officeart/2005/8/layout/hierarchy2"/>
    <dgm:cxn modelId="{FEEC13EF-32FE-42BF-94BC-CA71F20F5283}" type="presParOf" srcId="{48440C6F-EC1A-4775-9616-BABA67C76085}" destId="{D3F5B883-9A78-46A9-8D8A-81C056C1103E}" srcOrd="0" destOrd="0" presId="urn:microsoft.com/office/officeart/2005/8/layout/hierarchy2"/>
    <dgm:cxn modelId="{CC38378E-DE5E-4F7A-8890-CA4AB1EDC53F}" type="presParOf" srcId="{07F3EEC4-84B1-4931-9EF8-C2D1B4392BFC}" destId="{58671D28-6B16-4A05-8D11-3AE72A961C6F}" srcOrd="1" destOrd="0" presId="urn:microsoft.com/office/officeart/2005/8/layout/hierarchy2"/>
    <dgm:cxn modelId="{BBBC9B0B-D348-4B23-8672-63270F39CEA0}" type="presParOf" srcId="{58671D28-6B16-4A05-8D11-3AE72A961C6F}" destId="{0B7FA9B8-C9EA-4632-91DD-2EEDB20F0B4E}" srcOrd="0" destOrd="0" presId="urn:microsoft.com/office/officeart/2005/8/layout/hierarchy2"/>
    <dgm:cxn modelId="{95EBEB93-599D-43C8-B37C-E97C9663EBA5}" type="presParOf" srcId="{58671D28-6B16-4A05-8D11-3AE72A961C6F}" destId="{EC4D1A4F-04F5-4A8E-A3D6-3DCAFA4B0715}" srcOrd="1" destOrd="0" presId="urn:microsoft.com/office/officeart/2005/8/layout/hierarchy2"/>
    <dgm:cxn modelId="{4C7D45D4-5236-4032-B971-7C877B1B7FED}" type="presParOf" srcId="{07F3EEC4-84B1-4931-9EF8-C2D1B4392BFC}" destId="{FAAC951A-5E00-49C9-844E-91F3E01B1BAC}" srcOrd="2" destOrd="0" presId="urn:microsoft.com/office/officeart/2005/8/layout/hierarchy2"/>
    <dgm:cxn modelId="{A77951BF-B400-463B-9285-2BC498903A24}" type="presParOf" srcId="{FAAC951A-5E00-49C9-844E-91F3E01B1BAC}" destId="{79B13911-34E0-43EB-A0BF-F6B1777F840D}" srcOrd="0" destOrd="0" presId="urn:microsoft.com/office/officeart/2005/8/layout/hierarchy2"/>
    <dgm:cxn modelId="{CC4AFB22-8A5D-4FBB-A00D-0D185A7FDE67}" type="presParOf" srcId="{07F3EEC4-84B1-4931-9EF8-C2D1B4392BFC}" destId="{AB5CA100-D01A-47BA-BEBA-14DFA72B95F6}" srcOrd="3" destOrd="0" presId="urn:microsoft.com/office/officeart/2005/8/layout/hierarchy2"/>
    <dgm:cxn modelId="{D60AFEEA-B6E0-4C7F-8D6C-ADA7C74D2FF3}" type="presParOf" srcId="{AB5CA100-D01A-47BA-BEBA-14DFA72B95F6}" destId="{FC466064-7A7E-470A-8CD9-D5CC8E949C5D}" srcOrd="0" destOrd="0" presId="urn:microsoft.com/office/officeart/2005/8/layout/hierarchy2"/>
    <dgm:cxn modelId="{BC10E44B-B90D-42C6-9BC2-1C1D1322AEB6}" type="presParOf" srcId="{AB5CA100-D01A-47BA-BEBA-14DFA72B95F6}" destId="{0196510C-F887-4158-ACCF-F99CD6FCC14D}" srcOrd="1" destOrd="0" presId="urn:microsoft.com/office/officeart/2005/8/layout/hierarchy2"/>
    <dgm:cxn modelId="{BCA38190-327D-4958-BEE8-4948B3C9BE0C}" type="presParOf" srcId="{0196510C-F887-4158-ACCF-F99CD6FCC14D}" destId="{56683BEA-8FC5-452B-98A4-929A0813F311}" srcOrd="0" destOrd="0" presId="urn:microsoft.com/office/officeart/2005/8/layout/hierarchy2"/>
    <dgm:cxn modelId="{FE293E96-D3B2-4CD3-8A13-4A6C3EC9A414}" type="presParOf" srcId="{56683BEA-8FC5-452B-98A4-929A0813F311}" destId="{2129556B-F7A3-4089-9FF1-F6148CC8FC5A}" srcOrd="0" destOrd="0" presId="urn:microsoft.com/office/officeart/2005/8/layout/hierarchy2"/>
    <dgm:cxn modelId="{02573912-E68A-4971-B6C2-81158A9D4ECE}" type="presParOf" srcId="{0196510C-F887-4158-ACCF-F99CD6FCC14D}" destId="{D6860D90-6BEF-49E8-B562-6EE796D65846}" srcOrd="1" destOrd="0" presId="urn:microsoft.com/office/officeart/2005/8/layout/hierarchy2"/>
    <dgm:cxn modelId="{8939B865-0AAE-4F56-8919-F626B6E11003}" type="presParOf" srcId="{D6860D90-6BEF-49E8-B562-6EE796D65846}" destId="{FFF3AEA1-94E7-43C6-A489-4DB476E0090B}" srcOrd="0" destOrd="0" presId="urn:microsoft.com/office/officeart/2005/8/layout/hierarchy2"/>
    <dgm:cxn modelId="{3046F4A4-3B60-44FF-9450-EF1F999882B3}" type="presParOf" srcId="{D6860D90-6BEF-49E8-B562-6EE796D65846}" destId="{944626E5-F6C3-4352-8919-0574DC058E15}" srcOrd="1" destOrd="0" presId="urn:microsoft.com/office/officeart/2005/8/layout/hierarchy2"/>
    <dgm:cxn modelId="{D78B8DAE-60BD-43FF-B34C-020EB0776EC5}" type="presParOf" srcId="{07F3EEC4-84B1-4931-9EF8-C2D1B4392BFC}" destId="{CF70F6CD-047C-4853-9C2D-38201FE60959}" srcOrd="4" destOrd="0" presId="urn:microsoft.com/office/officeart/2005/8/layout/hierarchy2"/>
    <dgm:cxn modelId="{508163AB-6FDF-4BF4-9FC1-A12F69CAE1C8}" type="presParOf" srcId="{CF70F6CD-047C-4853-9C2D-38201FE60959}" destId="{D40D78A2-82ED-4231-BAC5-2E30B9A77890}" srcOrd="0" destOrd="0" presId="urn:microsoft.com/office/officeart/2005/8/layout/hierarchy2"/>
    <dgm:cxn modelId="{CCEB3B9B-6234-4D5E-A8E3-8D87A4FBA5F6}" type="presParOf" srcId="{07F3EEC4-84B1-4931-9EF8-C2D1B4392BFC}" destId="{F9A01449-BAAA-41ED-9313-56E6ED15260B}" srcOrd="5" destOrd="0" presId="urn:microsoft.com/office/officeart/2005/8/layout/hierarchy2"/>
    <dgm:cxn modelId="{EFD11826-05A0-419A-864C-864FD0E6D4B4}" type="presParOf" srcId="{F9A01449-BAAA-41ED-9313-56E6ED15260B}" destId="{F527E572-18AA-4AF2-A086-B0BC8E516AE8}" srcOrd="0" destOrd="0" presId="urn:microsoft.com/office/officeart/2005/8/layout/hierarchy2"/>
    <dgm:cxn modelId="{C545E714-546F-4D69-9F64-F8BEF2D37B1C}" type="presParOf" srcId="{F9A01449-BAAA-41ED-9313-56E6ED15260B}" destId="{4E0A5493-56A5-461F-BA8D-92DAC3B3F3B1}" srcOrd="1" destOrd="0" presId="urn:microsoft.com/office/officeart/2005/8/layout/hierarchy2"/>
    <dgm:cxn modelId="{A98E7C70-9F03-4628-AD3D-3CD9CC4E9A68}" type="presParOf" srcId="{07F3EEC4-84B1-4931-9EF8-C2D1B4392BFC}" destId="{411E1ADE-2041-4EA9-939E-00D25D3C1370}" srcOrd="6" destOrd="0" presId="urn:microsoft.com/office/officeart/2005/8/layout/hierarchy2"/>
    <dgm:cxn modelId="{E29189EC-6156-43BA-8A93-1BB935953EBA}" type="presParOf" srcId="{411E1ADE-2041-4EA9-939E-00D25D3C1370}" destId="{D5385B86-082E-4B4E-9807-1B7C2B9D0F7F}" srcOrd="0" destOrd="0" presId="urn:microsoft.com/office/officeart/2005/8/layout/hierarchy2"/>
    <dgm:cxn modelId="{A9ED61D4-DAAA-460E-A43C-1E519B316F74}" type="presParOf" srcId="{07F3EEC4-84B1-4931-9EF8-C2D1B4392BFC}" destId="{87A9EF5B-6314-4241-8479-5799EF64C06B}" srcOrd="7" destOrd="0" presId="urn:microsoft.com/office/officeart/2005/8/layout/hierarchy2"/>
    <dgm:cxn modelId="{0603257A-B0DE-4384-B8A1-CB8C51784B69}" type="presParOf" srcId="{87A9EF5B-6314-4241-8479-5799EF64C06B}" destId="{C00C9CDA-FE7B-4DA1-9297-134A12E967DE}" srcOrd="0" destOrd="0" presId="urn:microsoft.com/office/officeart/2005/8/layout/hierarchy2"/>
    <dgm:cxn modelId="{F57D6EBD-8D55-4719-B825-3AAFBF6C0690}" type="presParOf" srcId="{87A9EF5B-6314-4241-8479-5799EF64C06B}" destId="{DA02C9EB-6F8E-4BBC-8359-AD2FF29F6F26}" srcOrd="1" destOrd="0" presId="urn:microsoft.com/office/officeart/2005/8/layout/hierarchy2"/>
    <dgm:cxn modelId="{82F5112D-944B-43F4-B960-4FBFA57DE49B}" type="presParOf" srcId="{07F3EEC4-84B1-4931-9EF8-C2D1B4392BFC}" destId="{390997BB-91E0-4C07-A453-5BB69DEB0526}" srcOrd="8" destOrd="0" presId="urn:microsoft.com/office/officeart/2005/8/layout/hierarchy2"/>
    <dgm:cxn modelId="{4D9036A9-2DB5-48C9-9D88-EF60D467E31A}" type="presParOf" srcId="{390997BB-91E0-4C07-A453-5BB69DEB0526}" destId="{60D8A128-27C4-463A-A077-38C7E5041EFC}" srcOrd="0" destOrd="0" presId="urn:microsoft.com/office/officeart/2005/8/layout/hierarchy2"/>
    <dgm:cxn modelId="{E5FD4EBD-77E9-4D36-B62C-50CAE0A2C056}" type="presParOf" srcId="{07F3EEC4-84B1-4931-9EF8-C2D1B4392BFC}" destId="{D67C2B93-071F-4486-A6B0-96B9A57A421D}" srcOrd="9" destOrd="0" presId="urn:microsoft.com/office/officeart/2005/8/layout/hierarchy2"/>
    <dgm:cxn modelId="{C5F50706-B965-410D-916A-E5560EB8FC7C}" type="presParOf" srcId="{D67C2B93-071F-4486-A6B0-96B9A57A421D}" destId="{BBBE09DE-94D0-4598-913F-981E665A91DA}" srcOrd="0" destOrd="0" presId="urn:microsoft.com/office/officeart/2005/8/layout/hierarchy2"/>
    <dgm:cxn modelId="{8C874FCB-11D5-44F2-B4EF-6A4872F16620}" type="presParOf" srcId="{D67C2B93-071F-4486-A6B0-96B9A57A421D}" destId="{BE6264CB-6AF2-40E6-B3D2-9AEEB08B91A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2CCBCC-300D-425D-815E-BADA9B5311F1}">
      <dsp:nvSpPr>
        <dsp:cNvPr id="0" name=""/>
        <dsp:cNvSpPr/>
      </dsp:nvSpPr>
      <dsp:spPr>
        <a:xfrm>
          <a:off x="0" y="2143125"/>
          <a:ext cx="1587499" cy="7937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Branch A Root</a:t>
          </a:r>
        </a:p>
      </dsp:txBody>
      <dsp:txXfrm>
        <a:off x="23248" y="2166373"/>
        <a:ext cx="1541003" cy="747253"/>
      </dsp:txXfrm>
    </dsp:sp>
    <dsp:sp modelId="{31B07243-A1EA-42B0-83BE-EF65CAB4AF51}">
      <dsp:nvSpPr>
        <dsp:cNvPr id="0" name=""/>
        <dsp:cNvSpPr/>
      </dsp:nvSpPr>
      <dsp:spPr>
        <a:xfrm>
          <a:off x="1587500" y="2525937"/>
          <a:ext cx="634999" cy="28125"/>
        </a:xfrm>
        <a:custGeom>
          <a:avLst/>
          <a:gdLst/>
          <a:ahLst/>
          <a:cxnLst/>
          <a:rect l="0" t="0" r="0" b="0"/>
          <a:pathLst>
            <a:path>
              <a:moveTo>
                <a:pt x="0" y="14062"/>
              </a:moveTo>
              <a:lnTo>
                <a:pt x="634999" y="1406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89125" y="2524125"/>
        <a:ext cx="31750" cy="31750"/>
      </dsp:txXfrm>
    </dsp:sp>
    <dsp:sp modelId="{5D674092-8EEA-479A-9BB3-27695FBA3C52}">
      <dsp:nvSpPr>
        <dsp:cNvPr id="0" name=""/>
        <dsp:cNvSpPr/>
      </dsp:nvSpPr>
      <dsp:spPr>
        <a:xfrm>
          <a:off x="2222500" y="2143125"/>
          <a:ext cx="1587499" cy="7937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Branch A Child</a:t>
          </a:r>
        </a:p>
      </dsp:txBody>
      <dsp:txXfrm>
        <a:off x="2245748" y="2166373"/>
        <a:ext cx="1541003" cy="747253"/>
      </dsp:txXfrm>
    </dsp:sp>
    <dsp:sp modelId="{48440C6F-EC1A-4775-9616-BABA67C76085}">
      <dsp:nvSpPr>
        <dsp:cNvPr id="0" name=""/>
        <dsp:cNvSpPr/>
      </dsp:nvSpPr>
      <dsp:spPr>
        <a:xfrm rot="17350740">
          <a:off x="3161046" y="1613125"/>
          <a:ext cx="1932907" cy="28125"/>
        </a:xfrm>
        <a:custGeom>
          <a:avLst/>
          <a:gdLst/>
          <a:ahLst/>
          <a:cxnLst/>
          <a:rect l="0" t="0" r="0" b="0"/>
          <a:pathLst>
            <a:path>
              <a:moveTo>
                <a:pt x="0" y="14062"/>
              </a:moveTo>
              <a:lnTo>
                <a:pt x="1932907" y="1406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079177" y="1578864"/>
        <a:ext cx="96645" cy="96645"/>
      </dsp:txXfrm>
    </dsp:sp>
    <dsp:sp modelId="{0B7FA9B8-C9EA-4632-91DD-2EEDB20F0B4E}">
      <dsp:nvSpPr>
        <dsp:cNvPr id="0" name=""/>
        <dsp:cNvSpPr/>
      </dsp:nvSpPr>
      <dsp:spPr>
        <a:xfrm>
          <a:off x="4445000" y="317500"/>
          <a:ext cx="1587499" cy="7937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Branch B Child</a:t>
          </a:r>
        </a:p>
      </dsp:txBody>
      <dsp:txXfrm>
        <a:off x="4468248" y="340748"/>
        <a:ext cx="1541003" cy="747253"/>
      </dsp:txXfrm>
    </dsp:sp>
    <dsp:sp modelId="{FAAC951A-5E00-49C9-844E-91F3E01B1BAC}">
      <dsp:nvSpPr>
        <dsp:cNvPr id="0" name=""/>
        <dsp:cNvSpPr/>
      </dsp:nvSpPr>
      <dsp:spPr>
        <a:xfrm rot="18289469">
          <a:off x="3571520" y="2069531"/>
          <a:ext cx="1111958" cy="28125"/>
        </a:xfrm>
        <a:custGeom>
          <a:avLst/>
          <a:gdLst/>
          <a:ahLst/>
          <a:cxnLst/>
          <a:rect l="0" t="0" r="0" b="0"/>
          <a:pathLst>
            <a:path>
              <a:moveTo>
                <a:pt x="0" y="14062"/>
              </a:moveTo>
              <a:lnTo>
                <a:pt x="1111958" y="1406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99701" y="2055794"/>
        <a:ext cx="55597" cy="55597"/>
      </dsp:txXfrm>
    </dsp:sp>
    <dsp:sp modelId="{FC466064-7A7E-470A-8CD9-D5CC8E949C5D}">
      <dsp:nvSpPr>
        <dsp:cNvPr id="0" name=""/>
        <dsp:cNvSpPr/>
      </dsp:nvSpPr>
      <dsp:spPr>
        <a:xfrm>
          <a:off x="4445000" y="1230312"/>
          <a:ext cx="1587499" cy="7937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Branch B Grandchild</a:t>
          </a:r>
        </a:p>
      </dsp:txBody>
      <dsp:txXfrm>
        <a:off x="4468248" y="1253560"/>
        <a:ext cx="1541003" cy="747253"/>
      </dsp:txXfrm>
    </dsp:sp>
    <dsp:sp modelId="{56683BEA-8FC5-452B-98A4-929A0813F311}">
      <dsp:nvSpPr>
        <dsp:cNvPr id="0" name=""/>
        <dsp:cNvSpPr/>
      </dsp:nvSpPr>
      <dsp:spPr>
        <a:xfrm>
          <a:off x="6032500" y="1613125"/>
          <a:ext cx="634999" cy="28125"/>
        </a:xfrm>
        <a:custGeom>
          <a:avLst/>
          <a:gdLst/>
          <a:ahLst/>
          <a:cxnLst/>
          <a:rect l="0" t="0" r="0" b="0"/>
          <a:pathLst>
            <a:path>
              <a:moveTo>
                <a:pt x="0" y="14062"/>
              </a:moveTo>
              <a:lnTo>
                <a:pt x="634999" y="1406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34125" y="1611312"/>
        <a:ext cx="31750" cy="31750"/>
      </dsp:txXfrm>
    </dsp:sp>
    <dsp:sp modelId="{FFF3AEA1-94E7-43C6-A489-4DB476E0090B}">
      <dsp:nvSpPr>
        <dsp:cNvPr id="0" name=""/>
        <dsp:cNvSpPr/>
      </dsp:nvSpPr>
      <dsp:spPr>
        <a:xfrm>
          <a:off x="6667500" y="1230312"/>
          <a:ext cx="1587499" cy="7937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Branch C Root</a:t>
          </a:r>
        </a:p>
      </dsp:txBody>
      <dsp:txXfrm>
        <a:off x="6690748" y="1253560"/>
        <a:ext cx="1541003" cy="747253"/>
      </dsp:txXfrm>
    </dsp:sp>
    <dsp:sp modelId="{CF70F6CD-047C-4853-9C2D-38201FE60959}">
      <dsp:nvSpPr>
        <dsp:cNvPr id="0" name=""/>
        <dsp:cNvSpPr/>
      </dsp:nvSpPr>
      <dsp:spPr>
        <a:xfrm>
          <a:off x="3810000" y="2525937"/>
          <a:ext cx="634999" cy="28125"/>
        </a:xfrm>
        <a:custGeom>
          <a:avLst/>
          <a:gdLst/>
          <a:ahLst/>
          <a:cxnLst/>
          <a:rect l="0" t="0" r="0" b="0"/>
          <a:pathLst>
            <a:path>
              <a:moveTo>
                <a:pt x="0" y="14062"/>
              </a:moveTo>
              <a:lnTo>
                <a:pt x="634999" y="1406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11625" y="2524125"/>
        <a:ext cx="31750" cy="31750"/>
      </dsp:txXfrm>
    </dsp:sp>
    <dsp:sp modelId="{F527E572-18AA-4AF2-A086-B0BC8E516AE8}">
      <dsp:nvSpPr>
        <dsp:cNvPr id="0" name=""/>
        <dsp:cNvSpPr/>
      </dsp:nvSpPr>
      <dsp:spPr>
        <a:xfrm>
          <a:off x="4445000" y="2143125"/>
          <a:ext cx="1587499" cy="7937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Branch A Grandchild with long text</a:t>
          </a:r>
        </a:p>
      </dsp:txBody>
      <dsp:txXfrm>
        <a:off x="4468248" y="2166373"/>
        <a:ext cx="1541003" cy="747253"/>
      </dsp:txXfrm>
    </dsp:sp>
    <dsp:sp modelId="{411E1ADE-2041-4EA9-939E-00D25D3C1370}">
      <dsp:nvSpPr>
        <dsp:cNvPr id="0" name=""/>
        <dsp:cNvSpPr/>
      </dsp:nvSpPr>
      <dsp:spPr>
        <a:xfrm rot="3310531">
          <a:off x="3571520" y="2982343"/>
          <a:ext cx="1111958" cy="28125"/>
        </a:xfrm>
        <a:custGeom>
          <a:avLst/>
          <a:gdLst/>
          <a:ahLst/>
          <a:cxnLst/>
          <a:rect l="0" t="0" r="0" b="0"/>
          <a:pathLst>
            <a:path>
              <a:moveTo>
                <a:pt x="0" y="14062"/>
              </a:moveTo>
              <a:lnTo>
                <a:pt x="1111958" y="1406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099701" y="2968607"/>
        <a:ext cx="55597" cy="55597"/>
      </dsp:txXfrm>
    </dsp:sp>
    <dsp:sp modelId="{C00C9CDA-FE7B-4DA1-9297-134A12E967DE}">
      <dsp:nvSpPr>
        <dsp:cNvPr id="0" name=""/>
        <dsp:cNvSpPr/>
      </dsp:nvSpPr>
      <dsp:spPr>
        <a:xfrm>
          <a:off x="4445000" y="3055937"/>
          <a:ext cx="1587499" cy="7937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Branch C Child</a:t>
          </a:r>
        </a:p>
      </dsp:txBody>
      <dsp:txXfrm>
        <a:off x="4468248" y="3079185"/>
        <a:ext cx="1541003" cy="747253"/>
      </dsp:txXfrm>
    </dsp:sp>
    <dsp:sp modelId="{390997BB-91E0-4C07-A453-5BB69DEB0526}">
      <dsp:nvSpPr>
        <dsp:cNvPr id="0" name=""/>
        <dsp:cNvSpPr/>
      </dsp:nvSpPr>
      <dsp:spPr>
        <a:xfrm rot="4249260">
          <a:off x="3161046" y="3438750"/>
          <a:ext cx="1932907" cy="28125"/>
        </a:xfrm>
        <a:custGeom>
          <a:avLst/>
          <a:gdLst/>
          <a:ahLst/>
          <a:cxnLst/>
          <a:rect l="0" t="0" r="0" b="0"/>
          <a:pathLst>
            <a:path>
              <a:moveTo>
                <a:pt x="0" y="14062"/>
              </a:moveTo>
              <a:lnTo>
                <a:pt x="1932907" y="1406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079177" y="3404489"/>
        <a:ext cx="96645" cy="96645"/>
      </dsp:txXfrm>
    </dsp:sp>
    <dsp:sp modelId="{BBBE09DE-94D0-4598-913F-981E665A91DA}">
      <dsp:nvSpPr>
        <dsp:cNvPr id="0" name=""/>
        <dsp:cNvSpPr/>
      </dsp:nvSpPr>
      <dsp:spPr>
        <a:xfrm>
          <a:off x="4445000" y="3968750"/>
          <a:ext cx="1587499" cy="7937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Branch B Root</a:t>
          </a:r>
        </a:p>
      </dsp:txBody>
      <dsp:txXfrm>
        <a:off x="4468248" y="3991998"/>
        <a:ext cx="1541003" cy="7472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87F64-8767-2F0A-8BA2-93B97D55E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872487-AD86-A998-9D1B-3591C0F7C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9BEF6-78A7-2DE6-6B6F-B1838CE2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D8EA-2447-4122-ADC7-61249697338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D1399-5E3C-F062-E4A0-78632A22D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7D679-0078-AA0E-6B4C-1B044DFE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0DE5-25C4-4456-934D-415BCAAC3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439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A0FB0-7A52-F7ED-90B6-B46D4FCFD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53C6B-618E-1F73-AB73-5F27C587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56134-C95B-3DEB-0329-D3C93C96F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D8EA-2447-4122-ADC7-61249697338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1AFC6-3B99-4CAD-F299-D49BB07CB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F326D-B898-1B54-DE1A-8796AF34C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0DE5-25C4-4456-934D-415BCAAC3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22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D914C-41AC-BDC5-F45F-C983C1526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23087-B239-72E5-81B0-702686C0D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82C8B-C190-F7FC-A882-1DCAC0A71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D8EA-2447-4122-ADC7-61249697338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A38CF-B7F5-C790-905A-1D8F4CA87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B055D-E65D-9352-745E-7574698D6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0DE5-25C4-4456-934D-415BCAAC3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86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7CF66-8630-B625-B8DE-2E92D3B05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71E00-D7E7-282E-7E4B-5384D511CF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500BD-CA6F-8ED1-B7B8-215233063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9344A-51C2-5458-6342-FBE19EC67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D8EA-2447-4122-ADC7-61249697338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30864-008B-4CF2-A346-86B8DA062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47AB8-0637-1C3E-8877-E4C96F95C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0DE5-25C4-4456-934D-415BCAAC3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732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A82A7-455B-36D5-DF40-D7E5C69E3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7C3D7-5A66-D805-1172-4915E9F78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0D749-7F1D-110C-A3AC-04D3AC77D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16B54-5C3E-5A5F-2D4C-768FADB74C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22203C-6E9B-B639-E08B-EF6F0E37F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033D1B-2ACE-B056-B082-823A9093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D8EA-2447-4122-ADC7-61249697338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9AA968-8EAA-3C7A-3FEB-2C23CCB5D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534F1B-9DE1-A696-5AE2-2F97C99E9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0DE5-25C4-4456-934D-415BCAAC3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92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5CA42-71A9-FA7B-FA71-0148FDC1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352419-8250-835F-B673-972C2AC6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D8EA-2447-4122-ADC7-61249697338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22A13-CD06-082C-B04B-4ED700FB3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3CEC11-393C-CA75-459B-BB302D188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0DE5-25C4-4456-934D-415BCAAC3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2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E65462-0FE9-EBFC-9B6F-79E81A893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D8EA-2447-4122-ADC7-61249697338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C0F8CC-9550-5DAD-177C-10F768E9A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310EA-9800-0C3B-C78E-B89F795CA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0DE5-25C4-4456-934D-415BCAAC3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8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6D6A3-1B7B-20CF-B472-C885AB899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95526-02DC-C89A-A94B-4D6046F8A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C8FE9-C78A-79F3-25DB-E63207637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70B81-E751-E1FA-5831-55F0519FA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D8EA-2447-4122-ADC7-61249697338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9C1BE-FDFF-FBC4-A50D-78D957D27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AFB69-E857-BCC0-96FE-F568287BD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0DE5-25C4-4456-934D-415BCAAC3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178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EF2B2-A34C-E089-8403-67E683EF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E58E74-4A44-02E9-C738-144EF996A1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9B47FD-B894-5683-2D99-01A40B838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1F361-67FA-0D35-B173-7E74C7AA8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D8EA-2447-4122-ADC7-61249697338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328D3-313D-8159-756C-547C1D8F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D4636-1F08-4776-B334-5971DE09D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0DE5-25C4-4456-934D-415BCAAC3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62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044B1-2A94-D917-24F5-E0577E4EB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6D641D-9CBA-BAF3-C60F-D2CE0E0EB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C3A3E-AAC9-AAB2-E521-EA0A05793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D8EA-2447-4122-ADC7-61249697338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BCDF3-B77B-2CA4-FCAF-27ED34B4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EAB59-1E9D-8EF9-260D-9977B73D9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0DE5-25C4-4456-934D-415BCAAC3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765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9DF049-8783-9E61-FC5C-2F85D44DE5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D1563D-587D-76FE-CAA5-08D372339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01E5C-DD32-BDBF-D323-F14895C59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6D8EA-2447-4122-ADC7-61249697338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AC5FE-C26E-A491-FBA8-9FCFBE445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C275C-79C5-060D-5EEA-D1F214E0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40DE5-25C4-4456-934D-415BCAAC3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32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21C6A3-1362-04E3-1EBD-9D57BD3B1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63F3B-CDD6-337E-001E-5B2B66751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41E58-3B74-E9FE-A3D1-D730A82FF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6D8EA-2447-4122-ADC7-61249697338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98B09-0CB2-95D8-67FE-B219FE3B6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EB0F6-DCE1-DC61-600C-E6261DE5C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140DE5-25C4-4456-934D-415BCAAC3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28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95A03D6-AC79-D421-6B96-7684A1047A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036720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5240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2026-09-06T08:14:30Z</dcterms:created>
  <dcterms:modified xsi:type="dcterms:W3CDTF">2026-09-06T08:14:31Z</dcterms:modified>
</cp:coreProperties>
</file>