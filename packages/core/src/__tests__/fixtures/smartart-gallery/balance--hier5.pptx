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AB8EEF-404F-4210-AA01-EE963D4D675F}" type="doc">
      <dgm:prSet loTypeId="urn:microsoft.com/office/officeart/2005/8/layout/balance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17F1CD-323C-4028-8E20-6017F5B018C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94100176-FCE1-4971-8018-2EF633C611D3}" type="parTrans" cxnId="{A5C16C26-4CC7-4509-99AD-3108EA6AC208}">
      <dgm:prSet/>
      <dgm:spPr/>
    </dgm:pt>
    <dgm:pt modelId="{7FFC71DB-FC45-4F3B-94E0-6764FFAC736C}" type="sibTrans" cxnId="{A5C16C26-4CC7-4509-99AD-3108EA6AC208}">
      <dgm:prSet/>
      <dgm:spPr/>
    </dgm:pt>
    <dgm:pt modelId="{728C2F68-D147-4287-B5E9-1ACCAA73868A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83782B0-E90B-4ADB-B41F-9EC5A95D16F2}" type="parTrans" cxnId="{5B59DE16-0A23-4E6E-9327-D0716ACE7BE6}">
      <dgm:prSet/>
      <dgm:spPr/>
    </dgm:pt>
    <dgm:pt modelId="{A52EAFD7-E0F0-4902-B76A-055657E7A192}" type="sibTrans" cxnId="{5B59DE16-0A23-4E6E-9327-D0716ACE7BE6}">
      <dgm:prSet/>
      <dgm:spPr/>
    </dgm:pt>
    <dgm:pt modelId="{BBE67B49-0939-4879-B39B-53387E0F44A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DC06A809-7B4B-4026-ACE8-8BF29D24AE6A}" type="parTrans" cxnId="{22B2C55A-2245-4AE7-A177-56213E2C31FB}">
      <dgm:prSet/>
      <dgm:spPr/>
    </dgm:pt>
    <dgm:pt modelId="{0215A30A-3EB2-465B-BF5B-BC94EDCA6414}" type="sibTrans" cxnId="{22B2C55A-2245-4AE7-A177-56213E2C31FB}">
      <dgm:prSet/>
      <dgm:spPr/>
    </dgm:pt>
    <dgm:pt modelId="{81CCDDF8-404E-4866-BDBC-BE5391719D4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5CC8A163-2DC9-41BA-8180-0CE33413F30B}" type="parTrans" cxnId="{B1305DC4-EDAC-460A-ABF4-245DDD487967}">
      <dgm:prSet/>
      <dgm:spPr/>
    </dgm:pt>
    <dgm:pt modelId="{A0A07D28-394F-4BD7-8438-1415799AB135}" type="sibTrans" cxnId="{B1305DC4-EDAC-460A-ABF4-245DDD487967}">
      <dgm:prSet/>
      <dgm:spPr/>
    </dgm:pt>
    <dgm:pt modelId="{06CA3F77-36A6-4D5C-A536-9A0A0A89F74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DF633CF-B7DE-48EF-9766-3FBF8DB3EFF4}" type="parTrans" cxnId="{8679A02E-3785-4AA2-A67F-0C7D85C7570B}">
      <dgm:prSet/>
      <dgm:spPr/>
    </dgm:pt>
    <dgm:pt modelId="{F0C145AA-AAC2-4C05-A06C-DAE16994F6BD}" type="sibTrans" cxnId="{8679A02E-3785-4AA2-A67F-0C7D85C7570B}">
      <dgm:prSet/>
      <dgm:spPr/>
    </dgm:pt>
    <dgm:pt modelId="{5935FCC0-A253-4BE8-A6DF-6009EBBA7397}" type="pres">
      <dgm:prSet presAssocID="{D6AB8EEF-404F-4210-AA01-EE963D4D675F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4C92187A-2DA0-4428-83ED-2B845320D0CE}" type="pres">
      <dgm:prSet presAssocID="{D6AB8EEF-404F-4210-AA01-EE963D4D675F}" presName="dummyMaxCanvas" presStyleCnt="0"/>
      <dgm:spPr/>
    </dgm:pt>
    <dgm:pt modelId="{B25EF795-137C-467C-BC0A-AEB335D426CB}" type="pres">
      <dgm:prSet presAssocID="{D6AB8EEF-404F-4210-AA01-EE963D4D675F}" presName="parentComposite" presStyleCnt="0"/>
      <dgm:spPr/>
    </dgm:pt>
    <dgm:pt modelId="{79E02FD9-56B4-46C4-AE77-5FB439843191}" type="pres">
      <dgm:prSet presAssocID="{D6AB8EEF-404F-4210-AA01-EE963D4D675F}" presName="parent1" presStyleLbl="alignAccFollowNode1" presStyleIdx="0" presStyleCnt="4">
        <dgm:presLayoutVars>
          <dgm:chMax val="4"/>
        </dgm:presLayoutVars>
      </dgm:prSet>
      <dgm:spPr/>
    </dgm:pt>
    <dgm:pt modelId="{16F10447-5535-4065-A321-ECA7DFE00246}" type="pres">
      <dgm:prSet presAssocID="{D6AB8EEF-404F-4210-AA01-EE963D4D675F}" presName="parent2" presStyleLbl="alignAccFollowNode1" presStyleIdx="1" presStyleCnt="4">
        <dgm:presLayoutVars>
          <dgm:chMax val="4"/>
        </dgm:presLayoutVars>
      </dgm:prSet>
      <dgm:spPr/>
    </dgm:pt>
    <dgm:pt modelId="{1E7D357B-5298-435D-A13D-0D483AFEDD4C}" type="pres">
      <dgm:prSet presAssocID="{D6AB8EEF-404F-4210-AA01-EE963D4D675F}" presName="childrenComposite" presStyleCnt="0"/>
      <dgm:spPr/>
    </dgm:pt>
    <dgm:pt modelId="{55FB4A03-4EFD-46AA-9A65-1B733BCF9818}" type="pres">
      <dgm:prSet presAssocID="{D6AB8EEF-404F-4210-AA01-EE963D4D675F}" presName="dummyMaxCanvas_ChildArea" presStyleCnt="0"/>
      <dgm:spPr/>
    </dgm:pt>
    <dgm:pt modelId="{B4E56E81-5A85-48C4-B887-AE78302B0419}" type="pres">
      <dgm:prSet presAssocID="{D6AB8EEF-404F-4210-AA01-EE963D4D675F}" presName="fulcrum" presStyleLbl="alignAccFollowNode1" presStyleIdx="2" presStyleCnt="4"/>
      <dgm:spPr/>
    </dgm:pt>
    <dgm:pt modelId="{A2CAB9D3-944B-434E-A785-60A55E0CB171}" type="pres">
      <dgm:prSet presAssocID="{D6AB8EEF-404F-4210-AA01-EE963D4D675F}" presName="balance_40" presStyleLbl="alignAccFollowNode1" presStyleIdx="3" presStyleCnt="4">
        <dgm:presLayoutVars>
          <dgm:bulletEnabled val="1"/>
        </dgm:presLayoutVars>
      </dgm:prSet>
      <dgm:spPr/>
    </dgm:pt>
    <dgm:pt modelId="{D3D183DB-613E-468B-ADD9-7A8D307EB658}" type="pres">
      <dgm:prSet presAssocID="{D6AB8EEF-404F-4210-AA01-EE963D4D675F}" presName="left_40_1" presStyleLbl="node1" presStyleIdx="0" presStyleCnt="4">
        <dgm:presLayoutVars>
          <dgm:bulletEnabled val="1"/>
        </dgm:presLayoutVars>
      </dgm:prSet>
      <dgm:spPr/>
    </dgm:pt>
    <dgm:pt modelId="{97C6606E-5067-43B1-A389-E6FB8D350051}" type="pres">
      <dgm:prSet presAssocID="{D6AB8EEF-404F-4210-AA01-EE963D4D675F}" presName="left_40_2" presStyleLbl="node1" presStyleIdx="1" presStyleCnt="4">
        <dgm:presLayoutVars>
          <dgm:bulletEnabled val="1"/>
        </dgm:presLayoutVars>
      </dgm:prSet>
      <dgm:spPr/>
    </dgm:pt>
    <dgm:pt modelId="{265DA7D8-AFE6-4FA0-9D5B-D3FEA8840EB0}" type="pres">
      <dgm:prSet presAssocID="{D6AB8EEF-404F-4210-AA01-EE963D4D675F}" presName="left_40_3" presStyleLbl="node1" presStyleIdx="2" presStyleCnt="4">
        <dgm:presLayoutVars>
          <dgm:bulletEnabled val="1"/>
        </dgm:presLayoutVars>
      </dgm:prSet>
      <dgm:spPr/>
    </dgm:pt>
    <dgm:pt modelId="{8132CADD-5332-490F-86E7-AB51E53EF68F}" type="pres">
      <dgm:prSet presAssocID="{D6AB8EEF-404F-4210-AA01-EE963D4D675F}" presName="left_40_4" presStyleLbl="node1" presStyleIdx="3" presStyleCnt="4">
        <dgm:presLayoutVars>
          <dgm:bulletEnabled val="1"/>
        </dgm:presLayoutVars>
      </dgm:prSet>
      <dgm:spPr/>
    </dgm:pt>
  </dgm:ptLst>
  <dgm:cxnLst>
    <dgm:cxn modelId="{5B59DE16-0A23-4E6E-9327-D0716ACE7BE6}" srcId="{9517F1CD-323C-4028-8E20-6017F5B018C8}" destId="{728C2F68-D147-4287-B5E9-1ACCAA73868A}" srcOrd="3" destOrd="0" parTransId="{083782B0-E90B-4ADB-B41F-9EC5A95D16F2}" sibTransId="{A52EAFD7-E0F0-4902-B76A-055657E7A192}"/>
    <dgm:cxn modelId="{A5C16C26-4CC7-4509-99AD-3108EA6AC208}" srcId="{D6AB8EEF-404F-4210-AA01-EE963D4D675F}" destId="{9517F1CD-323C-4028-8E20-6017F5B018C8}" srcOrd="0" destOrd="0" parTransId="{94100176-FCE1-4971-8018-2EF633C611D3}" sibTransId="{7FFC71DB-FC45-4F3B-94E0-6764FFAC736C}"/>
    <dgm:cxn modelId="{8679A02E-3785-4AA2-A67F-0C7D85C7570B}" srcId="{9517F1CD-323C-4028-8E20-6017F5B018C8}" destId="{06CA3F77-36A6-4D5C-A536-9A0A0A89F74D}" srcOrd="2" destOrd="0" parTransId="{4DF633CF-B7DE-48EF-9766-3FBF8DB3EFF4}" sibTransId="{F0C145AA-AAC2-4C05-A06C-DAE16994F6BD}"/>
    <dgm:cxn modelId="{94C5EF43-79FE-4F63-8A20-DD74A8E2E0F7}" type="presOf" srcId="{81CCDDF8-404E-4866-BDBC-BE5391719D4E}" destId="{97C6606E-5067-43B1-A389-E6FB8D350051}" srcOrd="0" destOrd="0" presId="urn:microsoft.com/office/officeart/2005/8/layout/balance1"/>
    <dgm:cxn modelId="{72481650-C295-4E38-A3B6-3B6132676860}" type="presOf" srcId="{06CA3F77-36A6-4D5C-A536-9A0A0A89F74D}" destId="{265DA7D8-AFE6-4FA0-9D5B-D3FEA8840EB0}" srcOrd="0" destOrd="0" presId="urn:microsoft.com/office/officeart/2005/8/layout/balance1"/>
    <dgm:cxn modelId="{2F40AD71-B9B4-484A-A697-E600DEFF7BE2}" type="presOf" srcId="{BBE67B49-0939-4879-B39B-53387E0F44A5}" destId="{D3D183DB-613E-468B-ADD9-7A8D307EB658}" srcOrd="0" destOrd="0" presId="urn:microsoft.com/office/officeart/2005/8/layout/balance1"/>
    <dgm:cxn modelId="{AA4E3953-4A65-4CDC-9422-CC6B97619F7F}" type="presOf" srcId="{728C2F68-D147-4287-B5E9-1ACCAA73868A}" destId="{8132CADD-5332-490F-86E7-AB51E53EF68F}" srcOrd="0" destOrd="0" presId="urn:microsoft.com/office/officeart/2005/8/layout/balance1"/>
    <dgm:cxn modelId="{22B2C55A-2245-4AE7-A177-56213E2C31FB}" srcId="{9517F1CD-323C-4028-8E20-6017F5B018C8}" destId="{BBE67B49-0939-4879-B39B-53387E0F44A5}" srcOrd="0" destOrd="0" parTransId="{DC06A809-7B4B-4026-ACE8-8BF29D24AE6A}" sibTransId="{0215A30A-3EB2-465B-BF5B-BC94EDCA6414}"/>
    <dgm:cxn modelId="{56A0D699-3BAB-4015-8204-8D8C08C58632}" type="presOf" srcId="{9517F1CD-323C-4028-8E20-6017F5B018C8}" destId="{79E02FD9-56B4-46C4-AE77-5FB439843191}" srcOrd="0" destOrd="0" presId="urn:microsoft.com/office/officeart/2005/8/layout/balance1"/>
    <dgm:cxn modelId="{C217CAA7-E738-4475-8F01-B5424614E6DF}" type="presOf" srcId="{D6AB8EEF-404F-4210-AA01-EE963D4D675F}" destId="{5935FCC0-A253-4BE8-A6DF-6009EBBA7397}" srcOrd="0" destOrd="0" presId="urn:microsoft.com/office/officeart/2005/8/layout/balance1"/>
    <dgm:cxn modelId="{B1305DC4-EDAC-460A-ABF4-245DDD487967}" srcId="{9517F1CD-323C-4028-8E20-6017F5B018C8}" destId="{81CCDDF8-404E-4866-BDBC-BE5391719D4E}" srcOrd="1" destOrd="0" parTransId="{5CC8A163-2DC9-41BA-8180-0CE33413F30B}" sibTransId="{A0A07D28-394F-4BD7-8438-1415799AB135}"/>
    <dgm:cxn modelId="{DB4D68A4-08BE-4A89-9715-38DBA8EB3E6C}" type="presParOf" srcId="{5935FCC0-A253-4BE8-A6DF-6009EBBA7397}" destId="{4C92187A-2DA0-4428-83ED-2B845320D0CE}" srcOrd="0" destOrd="0" presId="urn:microsoft.com/office/officeart/2005/8/layout/balance1"/>
    <dgm:cxn modelId="{A9137BD9-920E-4D7B-96B2-FB8535F5FED9}" type="presParOf" srcId="{5935FCC0-A253-4BE8-A6DF-6009EBBA7397}" destId="{B25EF795-137C-467C-BC0A-AEB335D426CB}" srcOrd="1" destOrd="0" presId="urn:microsoft.com/office/officeart/2005/8/layout/balance1"/>
    <dgm:cxn modelId="{1EBC849F-6D75-41A3-B71C-AA5C01303179}" type="presParOf" srcId="{B25EF795-137C-467C-BC0A-AEB335D426CB}" destId="{79E02FD9-56B4-46C4-AE77-5FB439843191}" srcOrd="0" destOrd="0" presId="urn:microsoft.com/office/officeart/2005/8/layout/balance1"/>
    <dgm:cxn modelId="{99CB9D0C-8BAA-4033-A2DC-11CDA1B65E27}" type="presParOf" srcId="{B25EF795-137C-467C-BC0A-AEB335D426CB}" destId="{16F10447-5535-4065-A321-ECA7DFE00246}" srcOrd="1" destOrd="0" presId="urn:microsoft.com/office/officeart/2005/8/layout/balance1"/>
    <dgm:cxn modelId="{8748E447-3C40-4B44-B331-38FBD4F3E9C6}" type="presParOf" srcId="{5935FCC0-A253-4BE8-A6DF-6009EBBA7397}" destId="{1E7D357B-5298-435D-A13D-0D483AFEDD4C}" srcOrd="2" destOrd="0" presId="urn:microsoft.com/office/officeart/2005/8/layout/balance1"/>
    <dgm:cxn modelId="{2EDCA845-2584-4C9F-B1BD-F4AF19D7A6FE}" type="presParOf" srcId="{1E7D357B-5298-435D-A13D-0D483AFEDD4C}" destId="{55FB4A03-4EFD-46AA-9A65-1B733BCF9818}" srcOrd="0" destOrd="0" presId="urn:microsoft.com/office/officeart/2005/8/layout/balance1"/>
    <dgm:cxn modelId="{16B2245B-3A8D-4527-A4EC-435F9E7F27ED}" type="presParOf" srcId="{1E7D357B-5298-435D-A13D-0D483AFEDD4C}" destId="{B4E56E81-5A85-48C4-B887-AE78302B0419}" srcOrd="1" destOrd="0" presId="urn:microsoft.com/office/officeart/2005/8/layout/balance1"/>
    <dgm:cxn modelId="{B8CB48BD-05F0-4B62-B775-DC31046DF63D}" type="presParOf" srcId="{1E7D357B-5298-435D-A13D-0D483AFEDD4C}" destId="{A2CAB9D3-944B-434E-A785-60A55E0CB171}" srcOrd="2" destOrd="0" presId="urn:microsoft.com/office/officeart/2005/8/layout/balance1"/>
    <dgm:cxn modelId="{4A0A8632-7486-433C-9540-C1F99BDB596C}" type="presParOf" srcId="{1E7D357B-5298-435D-A13D-0D483AFEDD4C}" destId="{D3D183DB-613E-468B-ADD9-7A8D307EB658}" srcOrd="3" destOrd="0" presId="urn:microsoft.com/office/officeart/2005/8/layout/balance1"/>
    <dgm:cxn modelId="{CDB386C3-1C1B-480B-8320-DBD33F5B677E}" type="presParOf" srcId="{1E7D357B-5298-435D-A13D-0D483AFEDD4C}" destId="{97C6606E-5067-43B1-A389-E6FB8D350051}" srcOrd="4" destOrd="0" presId="urn:microsoft.com/office/officeart/2005/8/layout/balance1"/>
    <dgm:cxn modelId="{EE464B9C-FD0A-44EF-82FC-13CB99F69FBC}" type="presParOf" srcId="{1E7D357B-5298-435D-A13D-0D483AFEDD4C}" destId="{265DA7D8-AFE6-4FA0-9D5B-D3FEA8840EB0}" srcOrd="5" destOrd="0" presId="urn:microsoft.com/office/officeart/2005/8/layout/balance1"/>
    <dgm:cxn modelId="{160EB5DD-DBA6-46DD-9CA7-7918B1D4E1C3}" type="presParOf" srcId="{1E7D357B-5298-435D-A13D-0D483AFEDD4C}" destId="{8132CADD-5332-490F-86E7-AB51E53EF68F}" srcOrd="6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02FD9-56B4-46C4-AE77-5FB439843191}">
      <dsp:nvSpPr>
        <dsp:cNvPr id="0" name=""/>
        <dsp:cNvSpPr/>
      </dsp:nvSpPr>
      <dsp:spPr>
        <a:xfrm>
          <a:off x="1892299" y="0"/>
          <a:ext cx="1828800" cy="10160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One</a:t>
          </a:r>
        </a:p>
      </dsp:txBody>
      <dsp:txXfrm>
        <a:off x="1922057" y="29758"/>
        <a:ext cx="1769284" cy="956484"/>
      </dsp:txXfrm>
    </dsp:sp>
    <dsp:sp modelId="{16F10447-5535-4065-A321-ECA7DFE00246}">
      <dsp:nvSpPr>
        <dsp:cNvPr id="0" name=""/>
        <dsp:cNvSpPr/>
      </dsp:nvSpPr>
      <dsp:spPr>
        <a:xfrm>
          <a:off x="4533900" y="0"/>
          <a:ext cx="1828800" cy="10160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E56E81-5A85-48C4-B887-AE78302B0419}">
      <dsp:nvSpPr>
        <dsp:cNvPr id="0" name=""/>
        <dsp:cNvSpPr/>
      </dsp:nvSpPr>
      <dsp:spPr>
        <a:xfrm>
          <a:off x="3746499" y="4318000"/>
          <a:ext cx="762000" cy="7620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CAB9D3-944B-434E-A785-60A55E0CB171}">
      <dsp:nvSpPr>
        <dsp:cNvPr id="0" name=""/>
        <dsp:cNvSpPr/>
      </dsp:nvSpPr>
      <dsp:spPr>
        <a:xfrm rot="21360000">
          <a:off x="1840801" y="3991474"/>
          <a:ext cx="4573396" cy="3198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183DB-613E-468B-ADD9-7A8D307EB658}">
      <dsp:nvSpPr>
        <dsp:cNvPr id="0" name=""/>
        <dsp:cNvSpPr/>
      </dsp:nvSpPr>
      <dsp:spPr>
        <a:xfrm rot="21360000">
          <a:off x="1848449" y="3415337"/>
          <a:ext cx="1814900" cy="6267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Node Three</a:t>
          </a:r>
        </a:p>
      </dsp:txBody>
      <dsp:txXfrm>
        <a:off x="1879045" y="3445933"/>
        <a:ext cx="1753708" cy="565573"/>
      </dsp:txXfrm>
    </dsp:sp>
    <dsp:sp modelId="{97C6606E-5067-43B1-A389-E6FB8D350051}">
      <dsp:nvSpPr>
        <dsp:cNvPr id="0" name=""/>
        <dsp:cNvSpPr/>
      </dsp:nvSpPr>
      <dsp:spPr>
        <a:xfrm rot="21360000">
          <a:off x="1797649" y="2744777"/>
          <a:ext cx="1814900" cy="6267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Node Four</a:t>
          </a:r>
        </a:p>
      </dsp:txBody>
      <dsp:txXfrm>
        <a:off x="1828245" y="2775373"/>
        <a:ext cx="1753708" cy="565573"/>
      </dsp:txXfrm>
    </dsp:sp>
    <dsp:sp modelId="{265DA7D8-AFE6-4FA0-9D5B-D3FEA8840EB0}">
      <dsp:nvSpPr>
        <dsp:cNvPr id="0" name=""/>
        <dsp:cNvSpPr/>
      </dsp:nvSpPr>
      <dsp:spPr>
        <a:xfrm rot="21360000">
          <a:off x="1746849" y="2074217"/>
          <a:ext cx="1814900" cy="6267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Node Five</a:t>
          </a:r>
        </a:p>
      </dsp:txBody>
      <dsp:txXfrm>
        <a:off x="1777445" y="2104813"/>
        <a:ext cx="1753708" cy="565573"/>
      </dsp:txXfrm>
    </dsp:sp>
    <dsp:sp modelId="{8132CADD-5332-490F-86E7-AB51E53EF68F}">
      <dsp:nvSpPr>
        <dsp:cNvPr id="0" name=""/>
        <dsp:cNvSpPr/>
      </dsp:nvSpPr>
      <dsp:spPr>
        <a:xfrm rot="21360000">
          <a:off x="1696049" y="1403657"/>
          <a:ext cx="1814900" cy="6267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Node Two has a longer label</a:t>
          </a:r>
        </a:p>
      </dsp:txBody>
      <dsp:txXfrm>
        <a:off x="1726645" y="1434253"/>
        <a:ext cx="1753708" cy="565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5E24-33E3-F71B-B5C7-AC9702A3B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BDA0F-91F4-DE21-5CDA-EE091A961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F689E-7823-4494-261C-56B3E0AB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DE6DB-AA2B-6F5B-1892-0A852DA1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EE1F9-5055-5A17-8A68-8ADFE420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9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FC161-CE15-DDEC-B098-98493EC7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C25F7-526F-33DF-515C-0037167C4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ECB9A-6A6E-BFFD-0D52-679B569D5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E2E1D-E1C2-335E-55AD-486620F5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9C91D-03F1-114D-3B65-9D606A6A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65CE-F1E1-54ED-04F6-51E5157E3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8A822-6512-36F2-DF8B-1099FE9D6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24B6B-C94F-D86D-BF56-DCEC7A88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6D9FC-F16D-95CB-7BE5-DC8FBC11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C8CF-5781-3E10-F9A0-219AF22D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EDFC5-987A-1D40-CFA6-713BA79E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FD0A-C6A2-17FD-9838-7935C0335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1821D-5997-3F8E-2BC6-852630262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36115-B731-4985-61E1-87C25974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005B9-0881-2B95-B180-7554C5C5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A2EA9-E24F-A35D-300D-180C1279B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3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757DF-4FAD-47C3-AF0F-3A4262618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FDFE7-D9A4-F37E-FDB8-05C8819D0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C15F9-CA8F-538A-1620-E12E5F78A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0A165D-E08F-ABDD-E960-4C86F8D36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7F7B0-7A0C-7A98-710D-91C26318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1DECA7-0917-E1F1-9C80-43A75D63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9DEC21-1F63-40D4-E3A2-403FE3AB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3BF10-4D59-A9F1-83B6-5DD91953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FDEA-975C-001C-188C-9E1BFD84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F76DC-85E5-B3A1-AA88-8D19196ED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AE3D7-3905-A7AA-8B51-AA3B8006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148E2-48D8-C5CC-6335-B7660C61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12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D1ABB-3425-1C41-2748-D87BAF53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B509F-B116-D806-12B2-1E04E5412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7BB6D-C7AC-85D1-73A4-880F7357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11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8BCC5-4BF2-279B-43C3-2F38B4A26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1BC7-C1FE-1143-EF7C-ED5806F58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AC1F7-055F-8EAD-D4E0-E5F3ED8BA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50EC2-866D-35A9-F44D-A19D5F66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9324C-F7D8-8601-B2BE-4A7ADE35D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60265-6E8B-FFCF-F387-6E9E1FCB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9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3A15-38D2-A840-6226-DF4B9CA41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518560-66E2-0A4D-6519-22DA7190C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E8CAF-5AD6-9F32-79B1-71E528639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988A6-2F1D-7BB3-138D-556A09FA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C5086-D929-9CA7-4D93-F2B2D63E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D598A-0239-1F8A-666C-2AF1588A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9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6874-9BD8-E7E1-9216-0B0FB48F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EB74F-E4F1-8461-0A47-A15D4DA77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F8DCF-B2D1-1331-C9EF-0CBB937E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5F680-CC79-1A88-0FCB-814B5C47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2FF15-80AB-30C1-3A2C-EAC4CE8A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7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43A9B5-EFE3-8FC0-236B-4B29136F4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68A87-FE5A-2F25-DC56-DE6C3631F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5E901-1FDA-D8EC-D77B-D37A7136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35DA2-1B32-FE44-769C-F76E6876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2AA57-4FB6-115A-9F48-E0C2C9DB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2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76851-B9B0-1C74-5D3E-5411D65A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F06F4-FB8E-D5B0-F99F-BA4967917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0EB84-94BD-A7F4-8674-AEAD1A2BC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C7BB8-B0B2-4564-8D77-EF4DD81F53A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012EF-440E-95C8-8811-14C3CCF91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5C349-00FA-8403-4DD3-750BB91BB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3BBB4-38BA-463A-B47F-078DE8896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9B8CE9-F1A5-C2C9-0834-144341FCC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829537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129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2026-09-06T08:14:31Z</dcterms:created>
  <dcterms:modified xsi:type="dcterms:W3CDTF">2026-09-06T08:14:32Z</dcterms:modified>
</cp:coreProperties>
</file>