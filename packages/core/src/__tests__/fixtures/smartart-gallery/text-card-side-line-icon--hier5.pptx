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18D88A-C3A4-44D6-928C-E13117285FBF}" type="doc">
      <dgm:prSet loTypeId="urn:microsoft.com/office/officeart/2026/layout/TextCardSideLineIcon" loCatId="textcar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39B5308-89FC-49A1-AE88-7A2735C8FE77}">
      <dgm:prSet phldrT="Titl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F0B3DA26-949C-4A89-B2D6-C8D14DF89A0C}" type="parTrans" cxnId="{B5F0EA3E-E5B5-43B7-B9E2-3A135D095026}">
      <dgm:prSet/>
      <dgm:spPr/>
    </dgm:pt>
    <dgm:pt modelId="{BC2E13A7-1E0D-4653-8B26-BD6221AE6C3F}" type="sibTrans" cxnId="{B5F0EA3E-E5B5-43B7-B9E2-3A135D095026}">
      <dgm:prSet/>
      <dgm:spPr/>
    </dgm:pt>
    <dgm:pt modelId="{8E6F84CB-7C29-422C-B1E2-ECBFB679651C}">
      <dgm:prSet phldrT="Description" phldr="1"/>
      <dgm:spPr/>
      <dgm:t>
        <a:bodyPr/>
        <a:lstStyle/>
        <a:p>
          <a:endParaRPr lang="en-US"/>
        </a:p>
      </dgm:t>
    </dgm:pt>
    <dgm:pt modelId="{87919551-ABA0-4972-B7C5-97631A7E2892}" type="parTrans" cxnId="{9327CD4F-B4E7-4C3B-837A-228933E0F808}">
      <dgm:prSet/>
      <dgm:spPr/>
    </dgm:pt>
    <dgm:pt modelId="{97121E48-0A44-4811-84C5-16E2EAEE7C48}" type="sibTrans" cxnId="{9327CD4F-B4E7-4C3B-837A-228933E0F808}">
      <dgm:prSet/>
      <dgm:spPr/>
    </dgm:pt>
    <dgm:pt modelId="{AA095761-C956-48CC-A776-3A3F2DC0663B}">
      <dgm:prSet phldrT="Titl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CD5C55FC-2056-49CB-BBF8-C50684CBF641}" type="parTrans" cxnId="{CAFCEADE-808A-4CBA-B7BB-50FDA7CEACC6}">
      <dgm:prSet/>
      <dgm:spPr/>
    </dgm:pt>
    <dgm:pt modelId="{17A7EC03-050F-46CE-AC6A-9F692588E007}" type="sibTrans" cxnId="{CAFCEADE-808A-4CBA-B7BB-50FDA7CEACC6}">
      <dgm:prSet/>
      <dgm:spPr/>
    </dgm:pt>
    <dgm:pt modelId="{2E887C64-DFB2-4A9D-8BB1-390EF1C7B4A1}">
      <dgm:prSet phldrT="Description" phldr="1"/>
      <dgm:spPr/>
      <dgm:t>
        <a:bodyPr/>
        <a:lstStyle/>
        <a:p>
          <a:endParaRPr lang="en-US"/>
        </a:p>
      </dgm:t>
    </dgm:pt>
    <dgm:pt modelId="{AD8D71AF-2F14-4315-94BD-F57A0BCA633D}" type="parTrans" cxnId="{40EE3036-5CF3-4EE4-ADB7-9513E39CA942}">
      <dgm:prSet/>
      <dgm:spPr/>
    </dgm:pt>
    <dgm:pt modelId="{CC6D3762-25F1-4300-A7DF-E1A4B24DA9E4}" type="sibTrans" cxnId="{40EE3036-5CF3-4EE4-ADB7-9513E39CA942}">
      <dgm:prSet/>
      <dgm:spPr/>
    </dgm:pt>
    <dgm:pt modelId="{7E3352B1-770A-4B2B-900C-3C392BC5493E}">
      <dgm:prSet phldrT="Title"/>
      <dgm:spPr/>
      <dgm:t>
        <a:bodyPr/>
        <a:lstStyle/>
        <a:p>
          <a:r>
            <a:rPr lang="en-US"/>
            <a:t>Node Three</a:t>
          </a:r>
        </a:p>
      </dgm:t>
    </dgm:pt>
    <dgm:pt modelId="{77A14AB8-D932-45C5-9D2E-52EAC234F52F}" type="parTrans" cxnId="{D285DB13-58DA-4298-9747-C3630F729470}">
      <dgm:prSet/>
      <dgm:spPr/>
    </dgm:pt>
    <dgm:pt modelId="{D7F93639-1841-4ED9-8F45-E2A15DA6C5D5}" type="sibTrans" cxnId="{D285DB13-58DA-4298-9747-C3630F729470}">
      <dgm:prSet/>
      <dgm:spPr/>
    </dgm:pt>
    <dgm:pt modelId="{6CB44392-F052-48F5-8330-534104B6CEA4}">
      <dgm:prSet phldrT="Description" phldr="1"/>
      <dgm:spPr/>
      <dgm:t>
        <a:bodyPr/>
        <a:lstStyle/>
        <a:p>
          <a:endParaRPr lang="en-US"/>
        </a:p>
      </dgm:t>
    </dgm:pt>
    <dgm:pt modelId="{1DCDC40F-6EA2-4FE9-B80A-4E6E5B1EC405}" type="parTrans" cxnId="{28389A94-08FB-442A-A500-6B66C34851AB}">
      <dgm:prSet/>
      <dgm:spPr/>
    </dgm:pt>
    <dgm:pt modelId="{F87D793C-51AF-46D3-9224-BC4ED3347A78}" type="sibTrans" cxnId="{28389A94-08FB-442A-A500-6B66C34851AB}">
      <dgm:prSet/>
      <dgm:spPr/>
    </dgm:pt>
    <dgm:pt modelId="{1CF95C9E-9706-41CE-AAA8-F2729EB5FF4B}">
      <dgm:prSet phldrT="Titl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5B8296C8-4B18-4EBF-B574-A616DC54365D}" type="parTrans" cxnId="{29F789C2-829A-411A-9DCC-E5B963DD376C}">
      <dgm:prSet/>
      <dgm:spPr/>
    </dgm:pt>
    <dgm:pt modelId="{86257115-14E9-4EE7-BD8E-BFB9019AF998}" type="sibTrans" cxnId="{29F789C2-829A-411A-9DCC-E5B963DD376C}">
      <dgm:prSet/>
      <dgm:spPr/>
    </dgm:pt>
    <dgm:pt modelId="{1DD1E4FF-E29C-4159-BBAD-3FCAACBCB2E0}">
      <dgm:prSet phldrT="Description" phldr="1"/>
      <dgm:spPr/>
      <dgm:t>
        <a:bodyPr/>
        <a:lstStyle/>
        <a:p>
          <a:endParaRPr lang="en-US"/>
        </a:p>
      </dgm:t>
    </dgm:pt>
    <dgm:pt modelId="{8DBA386D-5896-4C53-B2CE-A01D86117DE5}" type="parTrans" cxnId="{B5467170-C850-455D-AF7F-4204B15FC612}">
      <dgm:prSet/>
      <dgm:spPr/>
    </dgm:pt>
    <dgm:pt modelId="{CA3EB5ED-C6FC-4326-ACAD-EA1AFD15ADBB}" type="sibTrans" cxnId="{B5467170-C850-455D-AF7F-4204B15FC612}">
      <dgm:prSet/>
      <dgm:spPr/>
    </dgm:pt>
    <dgm:pt modelId="{2DAF32CD-ECB5-40A5-B28A-29056D0B4FD7}">
      <dgm:prSet phldrT="Titl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7B32ED22-DF71-4300-8C35-4DEFBECD0E58}" type="parTrans" cxnId="{D5724BD8-5445-4EDF-818B-524F400A773F}">
      <dgm:prSet/>
      <dgm:spPr/>
    </dgm:pt>
    <dgm:pt modelId="{18785DF3-8961-4555-9CCA-9A4D4AA23399}" type="sibTrans" cxnId="{D5724BD8-5445-4EDF-818B-524F400A773F}">
      <dgm:prSet/>
      <dgm:spPr/>
    </dgm:pt>
    <dgm:pt modelId="{E448B24D-972C-46CA-8C85-34E49C82FCEC}">
      <dgm:prSet phldrT="Description" phldr="1"/>
      <dgm:spPr/>
      <dgm:t>
        <a:bodyPr/>
        <a:lstStyle/>
        <a:p>
          <a:endParaRPr lang="en-US"/>
        </a:p>
      </dgm:t>
    </dgm:pt>
    <dgm:pt modelId="{BA6D0F85-3240-4CD8-AC12-8ADDB1587519}" type="parTrans" cxnId="{3AEE47C0-1A87-418E-A38B-A1D29C79D492}">
      <dgm:prSet/>
      <dgm:spPr/>
    </dgm:pt>
    <dgm:pt modelId="{BFBD2F50-0F6A-4C97-B234-C7E7EACECBAF}" type="sibTrans" cxnId="{3AEE47C0-1A87-418E-A38B-A1D29C79D492}">
      <dgm:prSet/>
      <dgm:spPr/>
    </dgm:pt>
    <dgm:pt modelId="{7A22A16E-2E07-42A6-A35B-79CA68D8B478}" type="pres">
      <dgm:prSet presAssocID="{3D18D88A-C3A4-44D6-928C-E13117285FBF}" presName="root" presStyleCnt="0">
        <dgm:presLayoutVars>
          <dgm:dir/>
          <dgm:resizeHandles val="exact"/>
        </dgm:presLayoutVars>
      </dgm:prSet>
      <dgm:spPr/>
    </dgm:pt>
    <dgm:pt modelId="{C94DAB71-D474-4E0E-A3F2-50572CEE32E4}" type="pres">
      <dgm:prSet presAssocID="{E39B5308-89FC-49A1-AE88-7A2735C8FE77}" presName="compNode" presStyleCnt="0"/>
      <dgm:spPr/>
    </dgm:pt>
    <dgm:pt modelId="{38D600E1-E0B0-456B-B69E-80CF68E9AE8B}" type="pres">
      <dgm:prSet presAssocID="{E39B5308-89FC-49A1-AE88-7A2735C8FE77}" presName="accentLine" presStyleLbl="dkBgShp" presStyleIdx="0" presStyleCnt="8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621F6124-E868-4708-A855-7430F7E2A090}" type="pres">
      <dgm:prSet presAssocID="{E39B5308-89FC-49A1-AE88-7A2735C8FE77}" presName="iconShape" presStyleLbl="dkBgShp" presStyleIdx="1" presStyleCnt="8"/>
      <dgm:spPr/>
    </dgm:pt>
    <dgm:pt modelId="{13080CD4-736B-43F5-9D4B-D54661B20A77}" type="pres">
      <dgm:prSet presAssocID="{E39B5308-89FC-49A1-AE88-7A2735C8FE77}" presName="titleText" presStyleLbl="revTx" presStyleIdx="0" presStyleCnt="8">
        <dgm:presLayoutVars>
          <dgm:chMax val="0"/>
          <dgm:chPref val="0"/>
        </dgm:presLayoutVars>
      </dgm:prSet>
      <dgm:spPr/>
    </dgm:pt>
    <dgm:pt modelId="{30220C37-236E-415D-B638-EB49BAF84D2B}" type="pres">
      <dgm:prSet presAssocID="{E39B5308-89FC-49A1-AE88-7A2735C8FE77}" presName="bodyText" presStyleLbl="revTx" presStyleIdx="1" presStyleCnt="8">
        <dgm:presLayoutVars>
          <dgm:chMax val="0"/>
          <dgm:chPref val="0"/>
        </dgm:presLayoutVars>
      </dgm:prSet>
      <dgm:spPr/>
    </dgm:pt>
    <dgm:pt modelId="{09FCDE7E-920B-4AFE-811A-B59DFECE53FF}" type="pres">
      <dgm:prSet presAssocID="{BC2E13A7-1E0D-4653-8B26-BD6221AE6C3F}" presName="sibTrans" presStyleCnt="0"/>
      <dgm:spPr/>
    </dgm:pt>
    <dgm:pt modelId="{2CAACA6B-DDDB-41EE-8AAD-009BB7B56AB5}" type="pres">
      <dgm:prSet presAssocID="{AA095761-C956-48CC-A776-3A3F2DC0663B}" presName="compNode" presStyleCnt="0"/>
      <dgm:spPr/>
    </dgm:pt>
    <dgm:pt modelId="{E2D492BE-0D12-4CFA-A84A-F842F048885C}" type="pres">
      <dgm:prSet presAssocID="{AA095761-C956-48CC-A776-3A3F2DC0663B}" presName="accentLine" presStyleLbl="dkBgShp" presStyleIdx="2" presStyleCnt="8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F148FBD1-EC85-45FD-AF40-AFDB469BF5CE}" type="pres">
      <dgm:prSet presAssocID="{AA095761-C956-48CC-A776-3A3F2DC0663B}" presName="iconShape" presStyleLbl="dkBgShp" presStyleIdx="3" presStyleCnt="8"/>
      <dgm:spPr/>
    </dgm:pt>
    <dgm:pt modelId="{C521D069-1BA3-4906-9F58-6CC0876E2644}" type="pres">
      <dgm:prSet presAssocID="{AA095761-C956-48CC-A776-3A3F2DC0663B}" presName="titleText" presStyleLbl="revTx" presStyleIdx="2" presStyleCnt="8">
        <dgm:presLayoutVars>
          <dgm:chMax val="0"/>
          <dgm:chPref val="0"/>
        </dgm:presLayoutVars>
      </dgm:prSet>
      <dgm:spPr/>
    </dgm:pt>
    <dgm:pt modelId="{ED683538-C215-421F-BE8C-4FCC7E1EE6DD}" type="pres">
      <dgm:prSet presAssocID="{AA095761-C956-48CC-A776-3A3F2DC0663B}" presName="bodyText" presStyleLbl="revTx" presStyleIdx="3" presStyleCnt="8">
        <dgm:presLayoutVars>
          <dgm:chMax val="0"/>
          <dgm:chPref val="0"/>
        </dgm:presLayoutVars>
      </dgm:prSet>
      <dgm:spPr/>
    </dgm:pt>
    <dgm:pt modelId="{5EF45DF2-EE36-439E-9A06-2E956AFE4E59}" type="pres">
      <dgm:prSet presAssocID="{17A7EC03-050F-46CE-AC6A-9F692588E007}" presName="sibTrans" presStyleCnt="0"/>
      <dgm:spPr/>
    </dgm:pt>
    <dgm:pt modelId="{55A07D6B-EB0E-4071-843A-F5E803BAF2E2}" type="pres">
      <dgm:prSet presAssocID="{1CF95C9E-9706-41CE-AAA8-F2729EB5FF4B}" presName="compNode" presStyleCnt="0"/>
      <dgm:spPr/>
    </dgm:pt>
    <dgm:pt modelId="{E5C9C5C8-6F77-487E-A3AE-EEBCE0C9DC4B}" type="pres">
      <dgm:prSet presAssocID="{1CF95C9E-9706-41CE-AAA8-F2729EB5FF4B}" presName="accentLine" presStyleLbl="dkBgShp" presStyleIdx="4" presStyleCnt="8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432433D7-BBBD-4DE6-8556-1DCA32B9E567}" type="pres">
      <dgm:prSet presAssocID="{1CF95C9E-9706-41CE-AAA8-F2729EB5FF4B}" presName="iconShape" presStyleLbl="dkBgShp" presStyleIdx="5" presStyleCnt="8"/>
      <dgm:spPr/>
    </dgm:pt>
    <dgm:pt modelId="{70C26AEE-4B3F-4564-8C58-A0A73F0DC1AB}" type="pres">
      <dgm:prSet presAssocID="{1CF95C9E-9706-41CE-AAA8-F2729EB5FF4B}" presName="titleText" presStyleLbl="revTx" presStyleIdx="4" presStyleCnt="8">
        <dgm:presLayoutVars>
          <dgm:chMax val="0"/>
          <dgm:chPref val="0"/>
        </dgm:presLayoutVars>
      </dgm:prSet>
      <dgm:spPr/>
    </dgm:pt>
    <dgm:pt modelId="{FCC1980D-AB62-4E53-B7D3-81139C12E685}" type="pres">
      <dgm:prSet presAssocID="{1CF95C9E-9706-41CE-AAA8-F2729EB5FF4B}" presName="bodyText" presStyleLbl="revTx" presStyleIdx="5" presStyleCnt="8">
        <dgm:presLayoutVars>
          <dgm:chMax val="0"/>
          <dgm:chPref val="0"/>
        </dgm:presLayoutVars>
      </dgm:prSet>
      <dgm:spPr/>
    </dgm:pt>
    <dgm:pt modelId="{F3D01362-3855-4A9C-861A-68DCF4E47CDC}" type="pres">
      <dgm:prSet presAssocID="{86257115-14E9-4EE7-BD8E-BFB9019AF998}" presName="sibTrans" presStyleCnt="0"/>
      <dgm:spPr/>
    </dgm:pt>
    <dgm:pt modelId="{73089408-9700-4E1C-9595-D8BF071B6159}" type="pres">
      <dgm:prSet presAssocID="{2DAF32CD-ECB5-40A5-B28A-29056D0B4FD7}" presName="compNode" presStyleCnt="0"/>
      <dgm:spPr/>
    </dgm:pt>
    <dgm:pt modelId="{5B6D3AF1-04D6-45EF-BC30-D261A582DCFF}" type="pres">
      <dgm:prSet presAssocID="{2DAF32CD-ECB5-40A5-B28A-29056D0B4FD7}" presName="accentLine" presStyleLbl="dkBgShp" presStyleIdx="6" presStyleCnt="8"/>
      <dgm:spPr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gm:spPr>
    </dgm:pt>
    <dgm:pt modelId="{116335ED-33C0-4E5B-B8E1-13B45214590C}" type="pres">
      <dgm:prSet presAssocID="{2DAF32CD-ECB5-40A5-B28A-29056D0B4FD7}" presName="iconShape" presStyleLbl="dkBgShp" presStyleIdx="7" presStyleCnt="8"/>
      <dgm:spPr/>
    </dgm:pt>
    <dgm:pt modelId="{D4B806BD-EE34-4B80-ABB3-E4DCB123A359}" type="pres">
      <dgm:prSet presAssocID="{2DAF32CD-ECB5-40A5-B28A-29056D0B4FD7}" presName="titleText" presStyleLbl="revTx" presStyleIdx="6" presStyleCnt="8">
        <dgm:presLayoutVars>
          <dgm:chMax val="0"/>
          <dgm:chPref val="0"/>
        </dgm:presLayoutVars>
      </dgm:prSet>
      <dgm:spPr/>
    </dgm:pt>
    <dgm:pt modelId="{84B5392E-156A-4E7E-92D7-3A625F04D273}" type="pres">
      <dgm:prSet presAssocID="{2DAF32CD-ECB5-40A5-B28A-29056D0B4FD7}" presName="bodyText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B27DE70A-02CD-42CE-9DBA-6A388522D7DE}" type="presOf" srcId="{8E6F84CB-7C29-422C-B1E2-ECBFB679651C}" destId="{30220C37-236E-415D-B638-EB49BAF84D2B}" srcOrd="0" destOrd="0" presId="urn:microsoft.com/office/officeart/2026/layout/TextCardSideLineIcon"/>
    <dgm:cxn modelId="{D285DB13-58DA-4298-9747-C3630F729470}" srcId="{AA095761-C956-48CC-A776-3A3F2DC0663B}" destId="{7E3352B1-770A-4B2B-900C-3C392BC5493E}" srcOrd="1" destOrd="0" parTransId="{77A14AB8-D932-45C5-9D2E-52EAC234F52F}" sibTransId="{D7F93639-1841-4ED9-8F45-E2A15DA6C5D5}"/>
    <dgm:cxn modelId="{4DF9622C-1460-475F-9D4D-357609FDD4AA}" type="presOf" srcId="{2DAF32CD-ECB5-40A5-B28A-29056D0B4FD7}" destId="{D4B806BD-EE34-4B80-ABB3-E4DCB123A359}" srcOrd="0" destOrd="0" presId="urn:microsoft.com/office/officeart/2026/layout/TextCardSideLineIcon"/>
    <dgm:cxn modelId="{40EE3036-5CF3-4EE4-ADB7-9513E39CA942}" srcId="{AA095761-C956-48CC-A776-3A3F2DC0663B}" destId="{2E887C64-DFB2-4A9D-8BB1-390EF1C7B4A1}" srcOrd="0" destOrd="0" parTransId="{AD8D71AF-2F14-4315-94BD-F57A0BCA633D}" sibTransId="{CC6D3762-25F1-4300-A7DF-E1A4B24DA9E4}"/>
    <dgm:cxn modelId="{48456E3E-9534-4E5F-ABF8-041FC1376148}" type="presOf" srcId="{1CF95C9E-9706-41CE-AAA8-F2729EB5FF4B}" destId="{70C26AEE-4B3F-4564-8C58-A0A73F0DC1AB}" srcOrd="0" destOrd="0" presId="urn:microsoft.com/office/officeart/2026/layout/TextCardSideLineIcon"/>
    <dgm:cxn modelId="{B5F0EA3E-E5B5-43B7-B9E2-3A135D095026}" srcId="{3D18D88A-C3A4-44D6-928C-E13117285FBF}" destId="{E39B5308-89FC-49A1-AE88-7A2735C8FE77}" srcOrd="0" destOrd="0" parTransId="{F0B3DA26-949C-4A89-B2D6-C8D14DF89A0C}" sibTransId="{BC2E13A7-1E0D-4653-8B26-BD6221AE6C3F}"/>
    <dgm:cxn modelId="{197D5F5E-5559-493E-958E-A68DCB4719D7}" type="presOf" srcId="{1DD1E4FF-E29C-4159-BBAD-3FCAACBCB2E0}" destId="{FCC1980D-AB62-4E53-B7D3-81139C12E685}" srcOrd="0" destOrd="0" presId="urn:microsoft.com/office/officeart/2026/layout/TextCardSideLineIcon"/>
    <dgm:cxn modelId="{4D7B904C-ED90-4795-B96A-BDB678133E58}" type="presOf" srcId="{AA095761-C956-48CC-A776-3A3F2DC0663B}" destId="{C521D069-1BA3-4906-9F58-6CC0876E2644}" srcOrd="0" destOrd="0" presId="urn:microsoft.com/office/officeart/2026/layout/TextCardSideLineIcon"/>
    <dgm:cxn modelId="{9327CD4F-B4E7-4C3B-837A-228933E0F808}" srcId="{E39B5308-89FC-49A1-AE88-7A2735C8FE77}" destId="{8E6F84CB-7C29-422C-B1E2-ECBFB679651C}" srcOrd="0" destOrd="0" parTransId="{87919551-ABA0-4972-B7C5-97631A7E2892}" sibTransId="{97121E48-0A44-4811-84C5-16E2EAEE7C48}"/>
    <dgm:cxn modelId="{B5467170-C850-455D-AF7F-4204B15FC612}" srcId="{1CF95C9E-9706-41CE-AAA8-F2729EB5FF4B}" destId="{1DD1E4FF-E29C-4159-BBAD-3FCAACBCB2E0}" srcOrd="0" destOrd="0" parTransId="{8DBA386D-5896-4C53-B2CE-A01D86117DE5}" sibTransId="{CA3EB5ED-C6FC-4326-ACAD-EA1AFD15ADBB}"/>
    <dgm:cxn modelId="{114F1E91-82B9-48BB-9B0C-7657B0A93BA9}" type="presOf" srcId="{3D18D88A-C3A4-44D6-928C-E13117285FBF}" destId="{7A22A16E-2E07-42A6-A35B-79CA68D8B478}" srcOrd="0" destOrd="0" presId="urn:microsoft.com/office/officeart/2026/layout/TextCardSideLineIcon"/>
    <dgm:cxn modelId="{28389A94-08FB-442A-A500-6B66C34851AB}" srcId="{AA095761-C956-48CC-A776-3A3F2DC0663B}" destId="{6CB44392-F052-48F5-8330-534104B6CEA4}" srcOrd="2" destOrd="0" parTransId="{1DCDC40F-6EA2-4FE9-B80A-4E6E5B1EC405}" sibTransId="{F87D793C-51AF-46D3-9224-BC4ED3347A78}"/>
    <dgm:cxn modelId="{2D3CBF9B-A9CD-45D7-A25D-57F78EBB35F5}" type="presOf" srcId="{E448B24D-972C-46CA-8C85-34E49C82FCEC}" destId="{84B5392E-156A-4E7E-92D7-3A625F04D273}" srcOrd="0" destOrd="0" presId="urn:microsoft.com/office/officeart/2026/layout/TextCardSideLineIcon"/>
    <dgm:cxn modelId="{3AEE47C0-1A87-418E-A38B-A1D29C79D492}" srcId="{2DAF32CD-ECB5-40A5-B28A-29056D0B4FD7}" destId="{E448B24D-972C-46CA-8C85-34E49C82FCEC}" srcOrd="0" destOrd="0" parTransId="{BA6D0F85-3240-4CD8-AC12-8ADDB1587519}" sibTransId="{BFBD2F50-0F6A-4C97-B234-C7E7EACECBAF}"/>
    <dgm:cxn modelId="{29F789C2-829A-411A-9DCC-E5B963DD376C}" srcId="{3D18D88A-C3A4-44D6-928C-E13117285FBF}" destId="{1CF95C9E-9706-41CE-AAA8-F2729EB5FF4B}" srcOrd="2" destOrd="0" parTransId="{5B8296C8-4B18-4EBF-B574-A616DC54365D}" sibTransId="{86257115-14E9-4EE7-BD8E-BFB9019AF998}"/>
    <dgm:cxn modelId="{637B86C9-7515-4811-9AD5-D669DE9F48C1}" type="presOf" srcId="{6CB44392-F052-48F5-8330-534104B6CEA4}" destId="{ED683538-C215-421F-BE8C-4FCC7E1EE6DD}" srcOrd="0" destOrd="2" presId="urn:microsoft.com/office/officeart/2026/layout/TextCardSideLineIcon"/>
    <dgm:cxn modelId="{D5724BD8-5445-4EDF-818B-524F400A773F}" srcId="{3D18D88A-C3A4-44D6-928C-E13117285FBF}" destId="{2DAF32CD-ECB5-40A5-B28A-29056D0B4FD7}" srcOrd="3" destOrd="0" parTransId="{7B32ED22-DF71-4300-8C35-4DEFBECD0E58}" sibTransId="{18785DF3-8961-4555-9CCA-9A4D4AA23399}"/>
    <dgm:cxn modelId="{CAFCEADE-808A-4CBA-B7BB-50FDA7CEACC6}" srcId="{3D18D88A-C3A4-44D6-928C-E13117285FBF}" destId="{AA095761-C956-48CC-A776-3A3F2DC0663B}" srcOrd="1" destOrd="0" parTransId="{CD5C55FC-2056-49CB-BBF8-C50684CBF641}" sibTransId="{17A7EC03-050F-46CE-AC6A-9F692588E007}"/>
    <dgm:cxn modelId="{E500C0E4-D987-46AA-B452-04812754668C}" type="presOf" srcId="{7E3352B1-770A-4B2B-900C-3C392BC5493E}" destId="{ED683538-C215-421F-BE8C-4FCC7E1EE6DD}" srcOrd="0" destOrd="1" presId="urn:microsoft.com/office/officeart/2026/layout/TextCardSideLineIcon"/>
    <dgm:cxn modelId="{AFDF8AF5-081E-4B9F-99D3-C29DCBD7BFDE}" type="presOf" srcId="{2E887C64-DFB2-4A9D-8BB1-390EF1C7B4A1}" destId="{ED683538-C215-421F-BE8C-4FCC7E1EE6DD}" srcOrd="0" destOrd="0" presId="urn:microsoft.com/office/officeart/2026/layout/TextCardSideLineIcon"/>
    <dgm:cxn modelId="{7BCD38F8-0246-4754-BC8D-23DE4A409C23}" type="presOf" srcId="{E39B5308-89FC-49A1-AE88-7A2735C8FE77}" destId="{13080CD4-736B-43F5-9D4B-D54661B20A77}" srcOrd="0" destOrd="0" presId="urn:microsoft.com/office/officeart/2026/layout/TextCardSideLineIcon"/>
    <dgm:cxn modelId="{010115E4-8DB6-4B11-815B-7906366C3ED5}" type="presParOf" srcId="{7A22A16E-2E07-42A6-A35B-79CA68D8B478}" destId="{C94DAB71-D474-4E0E-A3F2-50572CEE32E4}" srcOrd="0" destOrd="0" presId="urn:microsoft.com/office/officeart/2026/layout/TextCardSideLineIcon"/>
    <dgm:cxn modelId="{98CFF208-2877-48D5-ADA1-41B8F6E3719F}" type="presParOf" srcId="{C94DAB71-D474-4E0E-A3F2-50572CEE32E4}" destId="{38D600E1-E0B0-456B-B69E-80CF68E9AE8B}" srcOrd="0" destOrd="0" presId="urn:microsoft.com/office/officeart/2026/layout/TextCardSideLineIcon"/>
    <dgm:cxn modelId="{15B82FEF-E45E-4040-A468-ABCA0CE307F5}" type="presParOf" srcId="{C94DAB71-D474-4E0E-A3F2-50572CEE32E4}" destId="{621F6124-E868-4708-A855-7430F7E2A090}" srcOrd="1" destOrd="0" presId="urn:microsoft.com/office/officeart/2026/layout/TextCardSideLineIcon"/>
    <dgm:cxn modelId="{D8A14A5D-ABB6-46BF-A0F2-06F190402B48}" type="presParOf" srcId="{C94DAB71-D474-4E0E-A3F2-50572CEE32E4}" destId="{13080CD4-736B-43F5-9D4B-D54661B20A77}" srcOrd="2" destOrd="0" presId="urn:microsoft.com/office/officeart/2026/layout/TextCardSideLineIcon"/>
    <dgm:cxn modelId="{B829A3D5-DED1-442B-A672-40A91505FF7D}" type="presParOf" srcId="{C94DAB71-D474-4E0E-A3F2-50572CEE32E4}" destId="{30220C37-236E-415D-B638-EB49BAF84D2B}" srcOrd="3" destOrd="0" presId="urn:microsoft.com/office/officeart/2026/layout/TextCardSideLineIcon"/>
    <dgm:cxn modelId="{352D8EC7-6E00-4C31-93BF-E3A9A1B0332C}" type="presParOf" srcId="{7A22A16E-2E07-42A6-A35B-79CA68D8B478}" destId="{09FCDE7E-920B-4AFE-811A-B59DFECE53FF}" srcOrd="1" destOrd="0" presId="urn:microsoft.com/office/officeart/2026/layout/TextCardSideLineIcon"/>
    <dgm:cxn modelId="{550FE1AE-8E9A-4331-B56D-3A01E4A9D22D}" type="presParOf" srcId="{7A22A16E-2E07-42A6-A35B-79CA68D8B478}" destId="{2CAACA6B-DDDB-41EE-8AAD-009BB7B56AB5}" srcOrd="2" destOrd="0" presId="urn:microsoft.com/office/officeart/2026/layout/TextCardSideLineIcon"/>
    <dgm:cxn modelId="{320D640F-C826-44B8-AFFF-3A3F0B59A512}" type="presParOf" srcId="{2CAACA6B-DDDB-41EE-8AAD-009BB7B56AB5}" destId="{E2D492BE-0D12-4CFA-A84A-F842F048885C}" srcOrd="0" destOrd="0" presId="urn:microsoft.com/office/officeart/2026/layout/TextCardSideLineIcon"/>
    <dgm:cxn modelId="{9A421E2A-5928-4F07-9762-3C3E4BCB1014}" type="presParOf" srcId="{2CAACA6B-DDDB-41EE-8AAD-009BB7B56AB5}" destId="{F148FBD1-EC85-45FD-AF40-AFDB469BF5CE}" srcOrd="1" destOrd="0" presId="urn:microsoft.com/office/officeart/2026/layout/TextCardSideLineIcon"/>
    <dgm:cxn modelId="{FE560769-31FC-40C8-A9D5-AA24CC5AEE3F}" type="presParOf" srcId="{2CAACA6B-DDDB-41EE-8AAD-009BB7B56AB5}" destId="{C521D069-1BA3-4906-9F58-6CC0876E2644}" srcOrd="2" destOrd="0" presId="urn:microsoft.com/office/officeart/2026/layout/TextCardSideLineIcon"/>
    <dgm:cxn modelId="{1D9E4E49-57C4-4007-8686-67D2D33E64EA}" type="presParOf" srcId="{2CAACA6B-DDDB-41EE-8AAD-009BB7B56AB5}" destId="{ED683538-C215-421F-BE8C-4FCC7E1EE6DD}" srcOrd="3" destOrd="0" presId="urn:microsoft.com/office/officeart/2026/layout/TextCardSideLineIcon"/>
    <dgm:cxn modelId="{E2AE1095-F7DC-4DEA-B38D-F909E043CF27}" type="presParOf" srcId="{7A22A16E-2E07-42A6-A35B-79CA68D8B478}" destId="{5EF45DF2-EE36-439E-9A06-2E956AFE4E59}" srcOrd="3" destOrd="0" presId="urn:microsoft.com/office/officeart/2026/layout/TextCardSideLineIcon"/>
    <dgm:cxn modelId="{C8294B37-D22D-4BCA-9568-FDD7B8653C4B}" type="presParOf" srcId="{7A22A16E-2E07-42A6-A35B-79CA68D8B478}" destId="{55A07D6B-EB0E-4071-843A-F5E803BAF2E2}" srcOrd="4" destOrd="0" presId="urn:microsoft.com/office/officeart/2026/layout/TextCardSideLineIcon"/>
    <dgm:cxn modelId="{F33431B1-4289-4DE9-BB4F-993426C66CCB}" type="presParOf" srcId="{55A07D6B-EB0E-4071-843A-F5E803BAF2E2}" destId="{E5C9C5C8-6F77-487E-A3AE-EEBCE0C9DC4B}" srcOrd="0" destOrd="0" presId="urn:microsoft.com/office/officeart/2026/layout/TextCardSideLineIcon"/>
    <dgm:cxn modelId="{27B371E6-5D40-4C48-87E6-164782B34ABA}" type="presParOf" srcId="{55A07D6B-EB0E-4071-843A-F5E803BAF2E2}" destId="{432433D7-BBBD-4DE6-8556-1DCA32B9E567}" srcOrd="1" destOrd="0" presId="urn:microsoft.com/office/officeart/2026/layout/TextCardSideLineIcon"/>
    <dgm:cxn modelId="{784A6514-7371-432E-85C0-7FCF946D4F7E}" type="presParOf" srcId="{55A07D6B-EB0E-4071-843A-F5E803BAF2E2}" destId="{70C26AEE-4B3F-4564-8C58-A0A73F0DC1AB}" srcOrd="2" destOrd="0" presId="urn:microsoft.com/office/officeart/2026/layout/TextCardSideLineIcon"/>
    <dgm:cxn modelId="{F2484602-9840-43A6-B3C9-C79E7E88B95C}" type="presParOf" srcId="{55A07D6B-EB0E-4071-843A-F5E803BAF2E2}" destId="{FCC1980D-AB62-4E53-B7D3-81139C12E685}" srcOrd="3" destOrd="0" presId="urn:microsoft.com/office/officeart/2026/layout/TextCardSideLineIcon"/>
    <dgm:cxn modelId="{89212BDC-CEC3-408E-B3B0-A98891D3C680}" type="presParOf" srcId="{7A22A16E-2E07-42A6-A35B-79CA68D8B478}" destId="{F3D01362-3855-4A9C-861A-68DCF4E47CDC}" srcOrd="5" destOrd="0" presId="urn:microsoft.com/office/officeart/2026/layout/TextCardSideLineIcon"/>
    <dgm:cxn modelId="{EEDC157F-4DD8-4594-B38A-5BC09F4C5385}" type="presParOf" srcId="{7A22A16E-2E07-42A6-A35B-79CA68D8B478}" destId="{73089408-9700-4E1C-9595-D8BF071B6159}" srcOrd="6" destOrd="0" presId="urn:microsoft.com/office/officeart/2026/layout/TextCardSideLineIcon"/>
    <dgm:cxn modelId="{CB8C5799-8E5F-49D9-922E-745AC7871A11}" type="presParOf" srcId="{73089408-9700-4E1C-9595-D8BF071B6159}" destId="{5B6D3AF1-04D6-45EF-BC30-D261A582DCFF}" srcOrd="0" destOrd="0" presId="urn:microsoft.com/office/officeart/2026/layout/TextCardSideLineIcon"/>
    <dgm:cxn modelId="{B25D9DAB-6629-4A87-881B-8968D2252E06}" type="presParOf" srcId="{73089408-9700-4E1C-9595-D8BF071B6159}" destId="{116335ED-33C0-4E5B-B8E1-13B45214590C}" srcOrd="1" destOrd="0" presId="urn:microsoft.com/office/officeart/2026/layout/TextCardSideLineIcon"/>
    <dgm:cxn modelId="{24DA85B9-7587-48EA-8D7F-5D3077087A50}" type="presParOf" srcId="{73089408-9700-4E1C-9595-D8BF071B6159}" destId="{D4B806BD-EE34-4B80-ABB3-E4DCB123A359}" srcOrd="2" destOrd="0" presId="urn:microsoft.com/office/officeart/2026/layout/TextCardSideLineIcon"/>
    <dgm:cxn modelId="{2C2F3EEA-234B-42D1-BDBC-E62A09A2C765}" type="presParOf" srcId="{73089408-9700-4E1C-9595-D8BF071B6159}" destId="{84B5392E-156A-4E7E-92D7-3A625F04D273}" srcOrd="3" destOrd="0" presId="urn:microsoft.com/office/officeart/2026/layout/TextCardSideLine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600E1-E0B0-456B-B69E-80CF68E9AE8B}">
      <dsp:nvSpPr>
        <dsp:cNvPr id="0" name=""/>
        <dsp:cNvSpPr/>
      </dsp:nvSpPr>
      <dsp:spPr>
        <a:xfrm>
          <a:off x="288264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1F6124-E868-4708-A855-7430F7E2A090}">
      <dsp:nvSpPr>
        <dsp:cNvPr id="0" name=""/>
        <dsp:cNvSpPr/>
      </dsp:nvSpPr>
      <dsp:spPr>
        <a:xfrm>
          <a:off x="415391" y="1052575"/>
          <a:ext cx="619760" cy="6197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080CD4-736B-43F5-9D4B-D54661B20A77}">
      <dsp:nvSpPr>
        <dsp:cNvPr id="0" name=""/>
        <dsp:cNvSpPr/>
      </dsp:nvSpPr>
      <dsp:spPr>
        <a:xfrm>
          <a:off x="415391" y="1796287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One</a:t>
          </a:r>
        </a:p>
      </dsp:txBody>
      <dsp:txXfrm>
        <a:off x="415391" y="1796287"/>
        <a:ext cx="1688973" cy="681736"/>
      </dsp:txXfrm>
    </dsp:sp>
    <dsp:sp modelId="{30220C37-236E-415D-B638-EB49BAF84D2B}">
      <dsp:nvSpPr>
        <dsp:cNvPr id="0" name=""/>
        <dsp:cNvSpPr/>
      </dsp:nvSpPr>
      <dsp:spPr>
        <a:xfrm>
          <a:off x="415391" y="2601976"/>
          <a:ext cx="1688973" cy="148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5391" y="2601976"/>
        <a:ext cx="1688973" cy="1487424"/>
      </dsp:txXfrm>
    </dsp:sp>
    <dsp:sp modelId="{E2D492BE-0D12-4CFA-A84A-F842F048885C}">
      <dsp:nvSpPr>
        <dsp:cNvPr id="0" name=""/>
        <dsp:cNvSpPr/>
      </dsp:nvSpPr>
      <dsp:spPr>
        <a:xfrm>
          <a:off x="2242388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48FBD1-EC85-45FD-AF40-AFDB469BF5CE}">
      <dsp:nvSpPr>
        <dsp:cNvPr id="0" name=""/>
        <dsp:cNvSpPr/>
      </dsp:nvSpPr>
      <dsp:spPr>
        <a:xfrm>
          <a:off x="2369515" y="1052575"/>
          <a:ext cx="619760" cy="6197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1D069-1BA3-4906-9F58-6CC0876E2644}">
      <dsp:nvSpPr>
        <dsp:cNvPr id="0" name=""/>
        <dsp:cNvSpPr/>
      </dsp:nvSpPr>
      <dsp:spPr>
        <a:xfrm>
          <a:off x="2369515" y="1796287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Two has a longer label</a:t>
          </a:r>
        </a:p>
      </dsp:txBody>
      <dsp:txXfrm>
        <a:off x="2369515" y="1796287"/>
        <a:ext cx="1688973" cy="681736"/>
      </dsp:txXfrm>
    </dsp:sp>
    <dsp:sp modelId="{ED683538-C215-421F-BE8C-4FCC7E1EE6DD}">
      <dsp:nvSpPr>
        <dsp:cNvPr id="0" name=""/>
        <dsp:cNvSpPr/>
      </dsp:nvSpPr>
      <dsp:spPr>
        <a:xfrm>
          <a:off x="2369515" y="2601976"/>
          <a:ext cx="1688973" cy="148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Node Three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369515" y="2601976"/>
        <a:ext cx="1688973" cy="1487424"/>
      </dsp:txXfrm>
    </dsp:sp>
    <dsp:sp modelId="{E5C9C5C8-6F77-487E-A3AE-EEBCE0C9DC4B}">
      <dsp:nvSpPr>
        <dsp:cNvPr id="0" name=""/>
        <dsp:cNvSpPr/>
      </dsp:nvSpPr>
      <dsp:spPr>
        <a:xfrm>
          <a:off x="4196511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2433D7-BBBD-4DE6-8556-1DCA32B9E567}">
      <dsp:nvSpPr>
        <dsp:cNvPr id="0" name=""/>
        <dsp:cNvSpPr/>
      </dsp:nvSpPr>
      <dsp:spPr>
        <a:xfrm>
          <a:off x="4323638" y="1052575"/>
          <a:ext cx="619760" cy="6197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26AEE-4B3F-4564-8C58-A0A73F0DC1AB}">
      <dsp:nvSpPr>
        <dsp:cNvPr id="0" name=""/>
        <dsp:cNvSpPr/>
      </dsp:nvSpPr>
      <dsp:spPr>
        <a:xfrm>
          <a:off x="4323638" y="1796287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Four</a:t>
          </a:r>
        </a:p>
      </dsp:txBody>
      <dsp:txXfrm>
        <a:off x="4323638" y="1796287"/>
        <a:ext cx="1688973" cy="681736"/>
      </dsp:txXfrm>
    </dsp:sp>
    <dsp:sp modelId="{FCC1980D-AB62-4E53-B7D3-81139C12E685}">
      <dsp:nvSpPr>
        <dsp:cNvPr id="0" name=""/>
        <dsp:cNvSpPr/>
      </dsp:nvSpPr>
      <dsp:spPr>
        <a:xfrm>
          <a:off x="4323638" y="2601976"/>
          <a:ext cx="1688973" cy="148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323638" y="2601976"/>
        <a:ext cx="1688973" cy="1487424"/>
      </dsp:txXfrm>
    </dsp:sp>
    <dsp:sp modelId="{5B6D3AF1-04D6-45EF-BC30-D261A582DCFF}">
      <dsp:nvSpPr>
        <dsp:cNvPr id="0" name=""/>
        <dsp:cNvSpPr/>
      </dsp:nvSpPr>
      <dsp:spPr>
        <a:xfrm>
          <a:off x="6150635" y="990599"/>
          <a:ext cx="14528" cy="30988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6335ED-33C0-4E5B-B8E1-13B45214590C}">
      <dsp:nvSpPr>
        <dsp:cNvPr id="0" name=""/>
        <dsp:cNvSpPr/>
      </dsp:nvSpPr>
      <dsp:spPr>
        <a:xfrm>
          <a:off x="6277762" y="1052575"/>
          <a:ext cx="619760" cy="61976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B806BD-EE34-4B80-ABB3-E4DCB123A359}">
      <dsp:nvSpPr>
        <dsp:cNvPr id="0" name=""/>
        <dsp:cNvSpPr/>
      </dsp:nvSpPr>
      <dsp:spPr>
        <a:xfrm>
          <a:off x="6277762" y="1796287"/>
          <a:ext cx="1688973" cy="6817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Node Five</a:t>
          </a:r>
        </a:p>
      </dsp:txBody>
      <dsp:txXfrm>
        <a:off x="6277762" y="1796287"/>
        <a:ext cx="1688973" cy="681736"/>
      </dsp:txXfrm>
    </dsp:sp>
    <dsp:sp modelId="{84B5392E-156A-4E7E-92D7-3A625F04D273}">
      <dsp:nvSpPr>
        <dsp:cNvPr id="0" name=""/>
        <dsp:cNvSpPr/>
      </dsp:nvSpPr>
      <dsp:spPr>
        <a:xfrm>
          <a:off x="6277762" y="2601976"/>
          <a:ext cx="1688973" cy="1487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277762" y="2601976"/>
        <a:ext cx="1688973" cy="14874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TextCardSideLineIcon">
  <dgm:title val=""/>
  <dgm:desc val=""/>
  <dgm:catLst>
    <dgm:cat type="textcard" pri="101"/>
    <dgm:cat type="pictureconvert" pri="35000"/>
  </dgm:catLst>
  <dgm:sampData>
    <dgm:dataModel>
      <dgm:ptLst>
        <dgm:pt modelId="0" type="doc"/>
        <dgm:pt modelId="10">
          <dgm:prSet phldrT="Title" phldr="1"/>
        </dgm:pt>
        <dgm:pt modelId="11">
          <dgm:prSet phldrT="Description" phldr="1"/>
        </dgm:pt>
        <dgm:pt modelId="20">
          <dgm:prSet phldrT="Title" phldr="1"/>
        </dgm:pt>
        <dgm:pt modelId="21">
          <dgm:prSet phldrT="Description" phldr="1"/>
        </dgm:pt>
        <dgm:pt modelId="30">
          <dgm:prSet phldrT="Title" phldr="1"/>
        </dgm:pt>
        <dgm:pt modelId="31">
          <dgm:prSet phldrT="Description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choose name="RowBalLTR">
          <dgm:if name="RB1" axis="ch" ptType="node" func="cnt" op="lte" val="4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2">
            <dgm:alg type="snake">
              <dgm:param type="grDir" val="tL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if>
      <dgm:else name="Name2">
        <dgm:choose name="RowBalRTL">
          <dgm:if name="RB3" axis="ch" ptType="node" func="cnt" op="lte" val="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</dgm:alg>
          </dgm:if>
          <dgm:else name="RB4">
            <dgm:alg type="snake">
              <dgm:param type="grDir" val="tR"/>
              <dgm:param type="flowDir" val="row"/>
              <dgm:param type="contDir" val="sameDir"/>
              <dgm:param type="off" val="off"/>
              <dgm:param type="vertAlign" val="mid"/>
              <dgm:param type="horzAlign" val="ctr"/>
              <dgm:param type="bkpt" val="bal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" axis="ch" ptType="node" func="cnt" op="lte" val="3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5b" axis="ch" ptType="node" func="cnt" op="lte" val="4">
        <dgm:constrLst>
          <dgm:constr type="w" for="ch" forName="compNode" refType="w" fact="0.22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if name="Name6" axis="ch" ptType="node" func="cnt" op="lte" val="6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if>
      <dgm:else name="Name7">
        <dgm:constrLst>
          <dgm:constr type="w" for="ch" forName="compNode" refType="w" fact="0.3"/>
          <dgm:constr type="h" for="ch" forName="compNode" refType="h" fact="0.61"/>
          <dgm:constr type="w" for="ch" forName="sibTrans" refType="w" refFor="ch" refForName="compNode" fact="0.076"/>
          <dgm:constr type="sp" refType="w" refFor="ch" refForName="compNode" op="equ" fact="0.06"/>
          <dgm:constr type="primFontSz" for="des" forName="titleText" op="equ" val="18"/>
          <dgm:constr type="primFontSz" for="des" forName="bodyText" op="equ" val="14"/>
          <dgm:constr type="h" for="des" forName="compNode" op="equ"/>
          <dgm:constr type="w" for="des" forName="compNode" op="equ"/>
        </dgm:constrLst>
      </dgm:else>
    </dgm:choose>
    <dgm:ruleLst>
      <dgm:rule type="h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l" for="ch" forName="accentLine"/>
          <dgm:constr type="t" for="ch" forName="accentLine"/>
          <dgm:constr type="w" for="ch" forName="accentLine" refType="w" fact="0.008"/>
          <dgm:constr type="h" for="ch" forName="accentLine" refType="h"/>
          <dgm:constr type="l" for="ch" forName="iconShape" refType="w" fact="0.07"/>
          <dgm:constr type="t" for="ch" forName="iconShape" refType="h" fact="0.02"/>
          <dgm:constr type="w" for="ch" forName="iconShape" refType="h" fact="0.2"/>
          <dgm:constr type="h" for="ch" forName="iconShape" refType="h" fact="0.2"/>
          <dgm:constr type="l" for="ch" forName="titleText" refType="w" fact="0.07"/>
          <dgm:constr type="t" for="ch" forName="titleText" refType="h" fact="0.26"/>
          <dgm:constr type="w" for="ch" forName="titleText" refType="w" fact="0.93"/>
          <dgm:constr type="h" for="ch" forName="titleText" refType="h" fact="0.22"/>
          <dgm:constr type="l" for="ch" forName="bodyText" refType="w" fact="0.07"/>
          <dgm:constr type="t" for="ch" forName="bodyText" refType="h" fact="0.52"/>
          <dgm:constr type="w" for="ch" forName="bodyText" refType="w" fact="0.93"/>
          <dgm:constr type="h" for="ch" forName="bodyText" refType="h" fact="0.48"/>
        </dgm:constrLst>
        <dgm:ruleLst/>
        <dgm:layoutNode name="accentLine" styleLbl="dkBgShp">
          <dgm:alg type="sp"/>
          <dgm:shape xmlns:r="http://schemas.openxmlformats.org/officeDocument/2006/relationships" type="rect" r:blip="">
            <dgm:adjLst/>
            <dgm:extLst>
              <a:ext uri="{B698B0E9-8C71-41B9-8309-B3DCBF30829C}">
                <dgm1612:spPr xmlns:dgm1612="http://schemas.microsoft.com/office/drawing/2016/12/diagram">
                  <a:solidFill>
                    <a:schemeClr val="accent1"/>
                  </a:solidFill>
                </dgm1612:spPr>
              </a:ext>
            </dgm:extLst>
          </dgm:shape>
          <dgm:presOf/>
          <dgm:constrLst/>
          <dgm:ruleLst/>
        </dgm:layoutNode>
        <dgm:layoutNode name="iconShape" styleLbl="dkBgShp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titleText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8" fact="NaN" max="NaN"/>
          </dgm:ruleLst>
        </dgm:layoutNode>
        <dgm:layoutNode name="bodyText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7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D125B-C70A-9B32-C090-2840F5B18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11E91-53FC-F1AB-65AA-161BD6F1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EAF20-7185-9F26-25F3-6188A94BB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803B3-EA6F-E8AC-8EB5-16AC5911A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11B4F-0D3A-C831-52BF-438BB0CF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08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9AA9-9A37-965C-CF1D-28FF526F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19E6E-F673-E673-FFB0-C4AE9F4C8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54CCD-2C58-0B9B-B2DF-49129DD26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4D11F-5139-CD56-8E8B-2B47D2FF0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EBDFC-C699-D214-3405-772AF0675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8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73DC-4C5C-8BF8-C5D5-A9C77249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A0D12-92CD-ECEC-6AEB-61730A87A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6EAB7-E2BA-42BB-5852-822C207C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FBE07-BA4F-8E8F-CB7D-046E430DF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3ECB8-B780-E4D5-58D5-2CFAC513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9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1339-7628-77F2-2079-98A2537D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26C5E-BD82-7FE2-471F-37E0918BC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B3667-9A74-F2DE-519E-99F47CD2E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DE6E1-8C66-BCD8-034C-485B8B4E2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10489-4B12-F906-9382-6089EFD5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3B526-DFD9-8E44-7EBC-B35F4961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339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3EFF-9EE3-72C5-9CB7-183A6BE1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57CE5-727D-57DB-DBCD-E6C99561B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B8CDF-EE60-1F05-242B-86AC5E354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6D709-B43F-E3D6-9E29-62F7DB274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4EDD09-03D7-1C1A-2457-145A9F671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4DEFDF-6751-6FFC-D4E3-9E2D821B2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85DC0-4158-1058-D786-4AFAA1B2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07828-A5BC-06CF-F2CE-30364B59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7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65BE-5E41-AD49-B105-0FAD49BF4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DE709-5856-377F-9AE5-5F892C37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3B0B12-43D6-A73C-8C9E-A52D87BA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456E5C-3EF6-B200-4AAB-C0B2C06C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8FA91-C133-87CA-BB0C-D387D739D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0135F-3B62-74CE-E630-60FB4B47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9D674-8225-B0CB-A072-1F2A0E39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4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74BA-356F-AAC8-DE94-2D6114BD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DF9B-0FC1-AABE-213F-C1773D0CB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B6363-A403-971F-02C3-149E0E063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2D9C-6235-EC5B-D462-A96490DA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A4FA4-F6C4-CA76-5E1C-52CF0EC6F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8808-2D8E-D6A2-D797-DD911D6AC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0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44ED-88BC-3DB4-D63E-4F06176E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E4E19-6BF1-2634-28B6-4089BE203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1B0E51-7D89-5BAB-7054-F16609F59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2E4DB-C24D-BD07-5942-02F3174A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6CC35-F97D-BDB5-AFE7-C8B58DB5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40B45-A788-DC23-78AD-2C8EC22C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74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C52D-A33A-C17C-CB1C-0649F819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01AB8-C91F-61B6-18F9-C9CF1F472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5308D-16CE-2DB0-4AA6-D774750E0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B8FFA-374C-B555-6E4E-C9A58C06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87DD-D429-F879-9962-99527463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0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23958A-16F9-DB38-E3C3-42A7D57B0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D7149-53AB-FAAF-F19B-60DDA03BA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73390-432A-CDD6-8550-0CD3C3DD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8EF3-7BBC-C036-B701-BDEA66CB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9948B-BE12-1100-5C8C-279BE669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35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B230F-EEA6-E8A7-62CB-A703D0D4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449B4-5E59-1683-120E-208943D49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43D0F-9FA4-6C99-8CA2-929B183FA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74B8E-77FF-400B-BD9B-1FE480CA6E3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C72E7-2391-D223-8DEA-1F6C2DAA8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A099D-3FB7-D4FD-6C76-BE6436E34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4E59F-074B-4C51-B13B-0E6133F89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9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8E4B279-022B-FABB-263F-0FAA65AE68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864871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150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2026-09-06T08:15:19Z</dcterms:created>
  <dcterms:modified xsi:type="dcterms:W3CDTF">2026-09-06T08:15:19Z</dcterms:modified>
</cp:coreProperties>
</file>