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387C58-0E9F-40F1-A1E6-5FFD10B5F940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09940B07-7F48-4DA4-B437-FEF488FE52D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D1B3D85F-FC19-41D1-B79C-806AB23B9D82}" type="parTrans" cxnId="{3F0F28F3-C8ED-4142-9CF6-77C26EEEA79E}">
      <dgm:prSet/>
      <dgm:spPr/>
    </dgm:pt>
    <dgm:pt modelId="{9214F43C-E962-428A-B24A-BE4AE8E193B3}" type="sibTrans" cxnId="{3F0F28F3-C8ED-4142-9CF6-77C26EEEA79E}">
      <dgm:prSet/>
      <dgm:spPr/>
    </dgm:pt>
    <dgm:pt modelId="{19292940-D92F-47AB-87D7-1E499891D83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C5CAFCE-AAF2-4E76-B8AB-025AF1A748F8}" type="parTrans" cxnId="{5662A54B-18A8-4795-AB2D-3BB865E2E58D}">
      <dgm:prSet/>
      <dgm:spPr/>
    </dgm:pt>
    <dgm:pt modelId="{CCF99E9C-C8FE-4BE9-8E8E-8921EBB0ECCC}" type="sibTrans" cxnId="{5662A54B-18A8-4795-AB2D-3BB865E2E58D}">
      <dgm:prSet/>
      <dgm:spPr/>
    </dgm:pt>
    <dgm:pt modelId="{95382B94-C609-40B1-BDCD-BE6A88CDE6F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419B6768-2A03-4D46-9B53-B2137239C786}" type="parTrans" cxnId="{45BD7999-C086-46E2-8073-192379505D50}">
      <dgm:prSet/>
      <dgm:spPr/>
    </dgm:pt>
    <dgm:pt modelId="{0BF1945B-EAF9-4564-BB13-832B360ACBB1}" type="sibTrans" cxnId="{45BD7999-C086-46E2-8073-192379505D50}">
      <dgm:prSet/>
      <dgm:spPr/>
    </dgm:pt>
    <dgm:pt modelId="{06DCDD05-40E8-4E43-9B1B-FFA7B85FB13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B46DAD0-992F-4588-B21C-86843567131A}" type="parTrans" cxnId="{FFACAF57-DCCA-4A4E-9D88-DC26CC8678B3}">
      <dgm:prSet/>
      <dgm:spPr/>
    </dgm:pt>
    <dgm:pt modelId="{E1D5FAE4-0A2B-498C-A903-DD6FC10FC10F}" type="sibTrans" cxnId="{FFACAF57-DCCA-4A4E-9D88-DC26CC8678B3}">
      <dgm:prSet/>
      <dgm:spPr/>
    </dgm:pt>
    <dgm:pt modelId="{AB0E95A2-149C-49E6-9B53-A0908496739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E35AB509-FC31-4D52-8B44-494FEC379D33}" type="parTrans" cxnId="{E5869660-90A9-4FA0-8BBE-0927C047CC4A}">
      <dgm:prSet/>
      <dgm:spPr/>
    </dgm:pt>
    <dgm:pt modelId="{42378F5F-C35E-4708-B63A-BE4DDE0D342E}" type="sibTrans" cxnId="{E5869660-90A9-4FA0-8BBE-0927C047CC4A}">
      <dgm:prSet/>
      <dgm:spPr/>
    </dgm:pt>
    <dgm:pt modelId="{D94440AF-1872-4A85-91DE-7DC7CB090962}" type="pres">
      <dgm:prSet presAssocID="{4E387C58-0E9F-40F1-A1E6-5FFD10B5F940}" presName="arrowDiagram" presStyleCnt="0">
        <dgm:presLayoutVars>
          <dgm:chMax val="5"/>
          <dgm:dir/>
          <dgm:resizeHandles val="exact"/>
        </dgm:presLayoutVars>
      </dgm:prSet>
      <dgm:spPr/>
    </dgm:pt>
    <dgm:pt modelId="{0B9E9B12-8CC7-46DB-864B-BFF8E1E587A4}" type="pres">
      <dgm:prSet presAssocID="{4E387C58-0E9F-40F1-A1E6-5FFD10B5F940}" presName="arrow" presStyleLbl="bgShp" presStyleIdx="0" presStyleCnt="1"/>
      <dgm:spPr/>
    </dgm:pt>
    <dgm:pt modelId="{9FCD65F1-1789-4CA9-A399-C9E23B24DF31}" type="pres">
      <dgm:prSet presAssocID="{4E387C58-0E9F-40F1-A1E6-5FFD10B5F940}" presName="arrowDiagram3" presStyleCnt="0"/>
      <dgm:spPr/>
    </dgm:pt>
    <dgm:pt modelId="{8108D61F-14CC-4DFF-844A-B01BD8CE4A11}" type="pres">
      <dgm:prSet presAssocID="{09940B07-7F48-4DA4-B437-FEF488FE52DA}" presName="bullet3a" presStyleLbl="node1" presStyleIdx="0" presStyleCnt="3"/>
      <dgm:spPr/>
    </dgm:pt>
    <dgm:pt modelId="{B0760B14-37C9-43FE-91BC-866CE9B3268A}" type="pres">
      <dgm:prSet presAssocID="{09940B07-7F48-4DA4-B437-FEF488FE52DA}" presName="textBox3a" presStyleLbl="revTx" presStyleIdx="0" presStyleCnt="3">
        <dgm:presLayoutVars>
          <dgm:bulletEnabled val="1"/>
        </dgm:presLayoutVars>
      </dgm:prSet>
      <dgm:spPr/>
    </dgm:pt>
    <dgm:pt modelId="{70CCFD31-E59C-413C-9D85-54D7DD5F8985}" type="pres">
      <dgm:prSet presAssocID="{95382B94-C609-40B1-BDCD-BE6A88CDE6FB}" presName="bullet3b" presStyleLbl="node1" presStyleIdx="1" presStyleCnt="3"/>
      <dgm:spPr/>
    </dgm:pt>
    <dgm:pt modelId="{796DB597-3010-42B1-9CF2-CFFCD722F5F5}" type="pres">
      <dgm:prSet presAssocID="{95382B94-C609-40B1-BDCD-BE6A88CDE6FB}" presName="textBox3b" presStyleLbl="revTx" presStyleIdx="1" presStyleCnt="3">
        <dgm:presLayoutVars>
          <dgm:bulletEnabled val="1"/>
        </dgm:presLayoutVars>
      </dgm:prSet>
      <dgm:spPr/>
    </dgm:pt>
    <dgm:pt modelId="{121EF503-CC07-4096-B5DD-CDC9B8DCB994}" type="pres">
      <dgm:prSet presAssocID="{06DCDD05-40E8-4E43-9B1B-FFA7B85FB13E}" presName="bullet3c" presStyleLbl="node1" presStyleIdx="2" presStyleCnt="3"/>
      <dgm:spPr/>
    </dgm:pt>
    <dgm:pt modelId="{370CC72D-B0B7-45EE-A129-D5E03BA29752}" type="pres">
      <dgm:prSet presAssocID="{06DCDD05-40E8-4E43-9B1B-FFA7B85FB13E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692F0E29-65BB-4E37-A9A3-07C274111515}" type="presOf" srcId="{4E387C58-0E9F-40F1-A1E6-5FFD10B5F940}" destId="{D94440AF-1872-4A85-91DE-7DC7CB090962}" srcOrd="0" destOrd="0" presId="urn:microsoft.com/office/officeart/2005/8/layout/arrow2"/>
    <dgm:cxn modelId="{4C9C6635-3D67-4AF6-B7E0-EFA6265BAE77}" type="presOf" srcId="{AB0E95A2-149C-49E6-9B53-A0908496739F}" destId="{370CC72D-B0B7-45EE-A129-D5E03BA29752}" srcOrd="0" destOrd="1" presId="urn:microsoft.com/office/officeart/2005/8/layout/arrow2"/>
    <dgm:cxn modelId="{C2651237-72C9-455E-AC81-9C5CB506976A}" type="presOf" srcId="{09940B07-7F48-4DA4-B437-FEF488FE52DA}" destId="{B0760B14-37C9-43FE-91BC-866CE9B3268A}" srcOrd="0" destOrd="0" presId="urn:microsoft.com/office/officeart/2005/8/layout/arrow2"/>
    <dgm:cxn modelId="{E5869660-90A9-4FA0-8BBE-0927C047CC4A}" srcId="{06DCDD05-40E8-4E43-9B1B-FFA7B85FB13E}" destId="{AB0E95A2-149C-49E6-9B53-A0908496739F}" srcOrd="0" destOrd="0" parTransId="{E35AB509-FC31-4D52-8B44-494FEC379D33}" sibTransId="{42378F5F-C35E-4708-B63A-BE4DDE0D342E}"/>
    <dgm:cxn modelId="{EBD1FC42-3663-4D6D-8E08-8B8B5A6B558C}" type="presOf" srcId="{95382B94-C609-40B1-BDCD-BE6A88CDE6FB}" destId="{796DB597-3010-42B1-9CF2-CFFCD722F5F5}" srcOrd="0" destOrd="0" presId="urn:microsoft.com/office/officeart/2005/8/layout/arrow2"/>
    <dgm:cxn modelId="{5662A54B-18A8-4795-AB2D-3BB865E2E58D}" srcId="{09940B07-7F48-4DA4-B437-FEF488FE52DA}" destId="{19292940-D92F-47AB-87D7-1E499891D834}" srcOrd="0" destOrd="0" parTransId="{3C5CAFCE-AAF2-4E76-B8AB-025AF1A748F8}" sibTransId="{CCF99E9C-C8FE-4BE9-8E8E-8921EBB0ECCC}"/>
    <dgm:cxn modelId="{FFACAF57-DCCA-4A4E-9D88-DC26CC8678B3}" srcId="{4E387C58-0E9F-40F1-A1E6-5FFD10B5F940}" destId="{06DCDD05-40E8-4E43-9B1B-FFA7B85FB13E}" srcOrd="2" destOrd="0" parTransId="{4B46DAD0-992F-4588-B21C-86843567131A}" sibTransId="{E1D5FAE4-0A2B-498C-A903-DD6FC10FC10F}"/>
    <dgm:cxn modelId="{45BD7999-C086-46E2-8073-192379505D50}" srcId="{4E387C58-0E9F-40F1-A1E6-5FFD10B5F940}" destId="{95382B94-C609-40B1-BDCD-BE6A88CDE6FB}" srcOrd="1" destOrd="0" parTransId="{419B6768-2A03-4D46-9B53-B2137239C786}" sibTransId="{0BF1945B-EAF9-4564-BB13-832B360ACBB1}"/>
    <dgm:cxn modelId="{1108279C-ECF5-4A91-BCAB-4344A56FD50C}" type="presOf" srcId="{06DCDD05-40E8-4E43-9B1B-FFA7B85FB13E}" destId="{370CC72D-B0B7-45EE-A129-D5E03BA29752}" srcOrd="0" destOrd="0" presId="urn:microsoft.com/office/officeart/2005/8/layout/arrow2"/>
    <dgm:cxn modelId="{98F2AFC4-1B90-4767-94E2-B0532AB3C604}" type="presOf" srcId="{19292940-D92F-47AB-87D7-1E499891D834}" destId="{B0760B14-37C9-43FE-91BC-866CE9B3268A}" srcOrd="0" destOrd="1" presId="urn:microsoft.com/office/officeart/2005/8/layout/arrow2"/>
    <dgm:cxn modelId="{3F0F28F3-C8ED-4142-9CF6-77C26EEEA79E}" srcId="{4E387C58-0E9F-40F1-A1E6-5FFD10B5F940}" destId="{09940B07-7F48-4DA4-B437-FEF488FE52DA}" srcOrd="0" destOrd="0" parTransId="{D1B3D85F-FC19-41D1-B79C-806AB23B9D82}" sibTransId="{9214F43C-E962-428A-B24A-BE4AE8E193B3}"/>
    <dgm:cxn modelId="{61FA9E7C-9D9E-4F76-8D2C-C0B93A5E439B}" type="presParOf" srcId="{D94440AF-1872-4A85-91DE-7DC7CB090962}" destId="{0B9E9B12-8CC7-46DB-864B-BFF8E1E587A4}" srcOrd="0" destOrd="0" presId="urn:microsoft.com/office/officeart/2005/8/layout/arrow2"/>
    <dgm:cxn modelId="{D0FF0210-A12B-4F1F-A89A-BB53A1D97E88}" type="presParOf" srcId="{D94440AF-1872-4A85-91DE-7DC7CB090962}" destId="{9FCD65F1-1789-4CA9-A399-C9E23B24DF31}" srcOrd="1" destOrd="0" presId="urn:microsoft.com/office/officeart/2005/8/layout/arrow2"/>
    <dgm:cxn modelId="{85835B81-98FC-4B5E-A61C-F495367F811C}" type="presParOf" srcId="{9FCD65F1-1789-4CA9-A399-C9E23B24DF31}" destId="{8108D61F-14CC-4DFF-844A-B01BD8CE4A11}" srcOrd="0" destOrd="0" presId="urn:microsoft.com/office/officeart/2005/8/layout/arrow2"/>
    <dgm:cxn modelId="{C3DB373D-31B4-40E7-954E-EBA1BC233F60}" type="presParOf" srcId="{9FCD65F1-1789-4CA9-A399-C9E23B24DF31}" destId="{B0760B14-37C9-43FE-91BC-866CE9B3268A}" srcOrd="1" destOrd="0" presId="urn:microsoft.com/office/officeart/2005/8/layout/arrow2"/>
    <dgm:cxn modelId="{D2CB0FFC-AF73-4A11-A361-BC5EEB429E78}" type="presParOf" srcId="{9FCD65F1-1789-4CA9-A399-C9E23B24DF31}" destId="{70CCFD31-E59C-413C-9D85-54D7DD5F8985}" srcOrd="2" destOrd="0" presId="urn:microsoft.com/office/officeart/2005/8/layout/arrow2"/>
    <dgm:cxn modelId="{898618D2-17E0-41B0-883A-490F8DEEEEE1}" type="presParOf" srcId="{9FCD65F1-1789-4CA9-A399-C9E23B24DF31}" destId="{796DB597-3010-42B1-9CF2-CFFCD722F5F5}" srcOrd="3" destOrd="0" presId="urn:microsoft.com/office/officeart/2005/8/layout/arrow2"/>
    <dgm:cxn modelId="{5429DD6F-E3D6-4718-BF9E-2875E0B3A710}" type="presParOf" srcId="{9FCD65F1-1789-4CA9-A399-C9E23B24DF31}" destId="{121EF503-CC07-4096-B5DD-CDC9B8DCB994}" srcOrd="4" destOrd="0" presId="urn:microsoft.com/office/officeart/2005/8/layout/arrow2"/>
    <dgm:cxn modelId="{BAD9BB50-40A5-4226-8F5D-6C406516F3D0}" type="presParOf" srcId="{9FCD65F1-1789-4CA9-A399-C9E23B24DF31}" destId="{370CC72D-B0B7-45EE-A129-D5E03BA29752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E9B12-8CC7-46DB-864B-BFF8E1E587A4}">
      <dsp:nvSpPr>
        <dsp:cNvPr id="0" name=""/>
        <dsp:cNvSpPr/>
      </dsp:nvSpPr>
      <dsp:spPr>
        <a:xfrm>
          <a:off x="63499" y="0"/>
          <a:ext cx="8128000" cy="50800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8D61F-14CC-4DFF-844A-B01BD8CE4A11}">
      <dsp:nvSpPr>
        <dsp:cNvPr id="0" name=""/>
        <dsp:cNvSpPr/>
      </dsp:nvSpPr>
      <dsp:spPr>
        <a:xfrm>
          <a:off x="1095755" y="3506216"/>
          <a:ext cx="211328" cy="211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60B14-37C9-43FE-91BC-866CE9B3268A}">
      <dsp:nvSpPr>
        <dsp:cNvPr id="0" name=""/>
        <dsp:cNvSpPr/>
      </dsp:nvSpPr>
      <dsp:spPr>
        <a:xfrm>
          <a:off x="1201419" y="3611880"/>
          <a:ext cx="189382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Node Two has a longer label</a:t>
          </a:r>
        </a:p>
      </dsp:txBody>
      <dsp:txXfrm>
        <a:off x="1201419" y="3611880"/>
        <a:ext cx="1893824" cy="1468120"/>
      </dsp:txXfrm>
    </dsp:sp>
    <dsp:sp modelId="{70CCFD31-E59C-413C-9D85-54D7DD5F8985}">
      <dsp:nvSpPr>
        <dsp:cNvPr id="0" name=""/>
        <dsp:cNvSpPr/>
      </dsp:nvSpPr>
      <dsp:spPr>
        <a:xfrm>
          <a:off x="2961132" y="2125471"/>
          <a:ext cx="382016" cy="3820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DB597-3010-42B1-9CF2-CFFCD722F5F5}">
      <dsp:nvSpPr>
        <dsp:cNvPr id="0" name=""/>
        <dsp:cNvSpPr/>
      </dsp:nvSpPr>
      <dsp:spPr>
        <a:xfrm>
          <a:off x="3152140" y="2316479"/>
          <a:ext cx="1950720" cy="2763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>
        <a:off x="3152140" y="2316479"/>
        <a:ext cx="1950720" cy="2763520"/>
      </dsp:txXfrm>
    </dsp:sp>
    <dsp:sp modelId="{121EF503-CC07-4096-B5DD-CDC9B8DCB994}">
      <dsp:nvSpPr>
        <dsp:cNvPr id="0" name=""/>
        <dsp:cNvSpPr/>
      </dsp:nvSpPr>
      <dsp:spPr>
        <a:xfrm>
          <a:off x="5204460" y="1285239"/>
          <a:ext cx="528320" cy="52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CC72D-B0B7-45EE-A129-D5E03BA29752}">
      <dsp:nvSpPr>
        <dsp:cNvPr id="0" name=""/>
        <dsp:cNvSpPr/>
      </dsp:nvSpPr>
      <dsp:spPr>
        <a:xfrm>
          <a:off x="5468620" y="1549399"/>
          <a:ext cx="1950720" cy="35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Node Five</a:t>
          </a:r>
        </a:p>
      </dsp:txBody>
      <dsp:txXfrm>
        <a:off x="5468620" y="1549399"/>
        <a:ext cx="1950720" cy="353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6E13-021E-02B1-64AA-964BC4DC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BE7FD-9157-6D14-A39A-9CBCD4FE0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01A2-9871-35A4-F790-D92B70AD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293DF-F825-D26E-F6FC-28F73348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9221C-AA8D-246A-EEAB-613CDA2C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3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05DC-ACCB-F278-4EA8-B880229A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AA01-8AD3-AA85-8C67-D3CA61B58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CB45-63FC-0AC0-5028-3337AE0E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1DC96-0705-B7A9-4273-A4593A16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37B1-E940-70C1-84DC-9ACA5DDA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3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315F-9366-4AF8-02BE-6C7DCF6F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85D4D-8272-AC49-392A-7D646CA6B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A348-06CB-7C55-774E-357FED49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76D53-113E-9DCE-06A1-06EF4133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A9A74-A7FE-F409-502C-3642DE96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0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800E-C148-5234-5A2B-62C670BD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DD82-A418-7E75-38D8-0930F5D40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F06DA-0AFB-30EB-13B3-EAA14FC76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1262B-A27E-68AB-3B18-A7E43D52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BAEE6-BB70-150F-DFDC-2CBF8400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3912F-0497-0B09-6250-6BD74971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7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9CED-F536-864B-06F9-30F16F28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D58C3-F145-425F-EE38-EDD70B872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DF2A6-EAFB-313E-17D1-95D9639EE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167D-8DCA-AF4A-8244-4A8773BE8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43FE6-B4B8-68E7-A1B1-E706B6D7A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C4F9A-B197-7864-34D0-39B2A266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AE3E4-5BAA-7708-E6E5-0CB77F3F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4E380-8E41-CBC5-9D60-7DA33279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3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546C-1031-AF7C-6B2A-51240BB5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0808F-8C85-1410-BBDA-3F994303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7DF21-A1FF-AB7B-34E3-9D11C996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5E858-5828-E0B6-5448-E634EF8C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6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BFA59-CC00-0A05-07A9-1E8A9CA5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2F407-E890-F254-18C5-0FBBA6D7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A4688-2F04-9062-3D95-C8811287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7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5185-D4AC-DA3B-97CD-C71FF563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4DD7-A8A4-264A-3FCC-E44DCF0C2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36D4F-EEC8-2A03-3454-70990B249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408DC-695B-277F-6D3C-00D618C2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09EA-7C8A-EFF4-9520-F1CA9EDB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B591C-DB56-014A-B8F5-4CC49C9F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9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310B6-3A99-8D50-D14D-91CBF19A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4F4CA-BB80-BAF0-F7DE-9718340B6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DD837-A11E-7C28-4443-20188CE8A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E30E9-33A2-09DD-FE32-00B62B00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6AE0C-231C-711F-022E-1CA90EA5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2812E-75A6-A37B-545E-21F24CC9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9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37DB-EF9A-1A5F-3CC3-2DBAE92B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DD6D4-0392-FC75-CB5A-8F058CAB2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002F-2879-1DF7-5877-2C4159BC9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F04D-A346-B5C0-8401-AD10A544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7920-677C-DCD7-24FC-81B56F74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0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18FC2-2EFE-884C-D2A9-ECFDA479C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468BF-70D6-A15E-E561-53B77774A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0F280-065E-58EE-099E-C9F24BBF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D200A-C796-884C-5CF7-AEAB4BD3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F34BD-43B4-1E0F-CBD3-C835387F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6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AA463-F369-D2EE-BB7C-2255D050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B9B8A-607E-0A21-4A64-5D85EE0B5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CACC-BC7C-EE6C-293B-AE03A395B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D2519-8526-4278-8D2F-1D049A1E7C1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A37D-E5CE-1077-BBC4-980E49F01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6F26-D8C4-E85C-1317-696331E66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9196D-B19C-470A-8EB3-26F0E272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9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7143632-D551-25F3-CE6D-BC4BE8FB9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02517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54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2026-09-06T08:13:49Z</dcterms:created>
  <dcterms:modified xsi:type="dcterms:W3CDTF">2026-09-06T08:13:49Z</dcterms:modified>
</cp:coreProperties>
</file>