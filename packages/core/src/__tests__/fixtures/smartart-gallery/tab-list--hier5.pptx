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88F72B-D9DD-4EE4-9582-FB65499D8F7A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C08F7D-F423-4B6D-AB8B-D9ECA7A687E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DA5ACD8D-FE6E-4DB4-A66C-D8547F948F81}" type="parTrans" cxnId="{BBB0FB17-71A2-423B-86FD-59ABFAA90D28}">
      <dgm:prSet/>
      <dgm:spPr/>
    </dgm:pt>
    <dgm:pt modelId="{68EA6E52-E357-41F5-8F02-35AE097A4BBE}" type="sibTrans" cxnId="{BBB0FB17-71A2-423B-86FD-59ABFAA90D28}">
      <dgm:prSet/>
      <dgm:spPr/>
    </dgm:pt>
    <dgm:pt modelId="{17C4E0C1-0D4E-4C28-94B3-2AE8489CF2C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12B193E-E9FD-4485-8D0F-215CDC5034AC}" type="parTrans" cxnId="{5DA54F0F-5376-4FE1-9039-5300997A04AA}">
      <dgm:prSet/>
      <dgm:spPr/>
    </dgm:pt>
    <dgm:pt modelId="{BF77CE97-7715-4CF5-BCDB-21A71267832F}" type="sibTrans" cxnId="{5DA54F0F-5376-4FE1-9039-5300997A04AA}">
      <dgm:prSet/>
      <dgm:spPr/>
    </dgm:pt>
    <dgm:pt modelId="{92DAC453-FB73-4267-8B54-FA40AFCB7206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8ACA4D8C-50A2-4027-A0B8-67EC818B449C}" type="parTrans" cxnId="{36CC96A4-B0B8-461B-8B17-752A8A6E849A}">
      <dgm:prSet/>
      <dgm:spPr/>
    </dgm:pt>
    <dgm:pt modelId="{FE746149-6503-431A-847D-33E5037309EC}" type="sibTrans" cxnId="{36CC96A4-B0B8-461B-8B17-752A8A6E849A}">
      <dgm:prSet/>
      <dgm:spPr/>
    </dgm:pt>
    <dgm:pt modelId="{BE3DA427-3E7C-4E12-A129-148025271CF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E6C16E8D-6292-4579-AE94-CEDE27774600}" type="parTrans" cxnId="{202AC5D3-58CE-465C-A5A4-B7910733091A}">
      <dgm:prSet/>
      <dgm:spPr/>
    </dgm:pt>
    <dgm:pt modelId="{8BF7104E-7C62-4E85-98BC-D72B8E38F02E}" type="sibTrans" cxnId="{202AC5D3-58CE-465C-A5A4-B7910733091A}">
      <dgm:prSet/>
      <dgm:spPr/>
    </dgm:pt>
    <dgm:pt modelId="{64ACFB59-9FF0-4C97-9BEE-6938B9927CD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C97336FE-3521-4BC2-A15B-F90541E4BCD6}" type="parTrans" cxnId="{97D47D27-2857-4C0F-A966-682499C81159}">
      <dgm:prSet/>
      <dgm:spPr/>
    </dgm:pt>
    <dgm:pt modelId="{4552070E-F7FD-449C-BF38-CA2E3EB56509}" type="sibTrans" cxnId="{97D47D27-2857-4C0F-A966-682499C81159}">
      <dgm:prSet/>
      <dgm:spPr/>
    </dgm:pt>
    <dgm:pt modelId="{7BACA49F-AF66-45FD-A525-AC200E63379C}" type="pres">
      <dgm:prSet presAssocID="{6F88F72B-D9DD-4EE4-9582-FB65499D8F7A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34A2129-D463-4EEA-BDAF-6A833F6FADA2}" type="pres">
      <dgm:prSet presAssocID="{B9C08F7D-F423-4B6D-AB8B-D9ECA7A687E7}" presName="composite" presStyleCnt="0"/>
      <dgm:spPr/>
    </dgm:pt>
    <dgm:pt modelId="{2049E632-0DBB-4DEF-8356-B7312A13F9EF}" type="pres">
      <dgm:prSet presAssocID="{B9C08F7D-F423-4B6D-AB8B-D9ECA7A687E7}" presName="First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45F3ACF4-1893-407F-ACA2-DBD1954886F1}" type="pres">
      <dgm:prSet presAssocID="{B9C08F7D-F423-4B6D-AB8B-D9ECA7A687E7}" presName="Parent" presStyleLbl="alignNode1" presStyleIdx="0" presStyleCnt="2">
        <dgm:presLayoutVars>
          <dgm:chMax val="3"/>
          <dgm:chPref val="3"/>
          <dgm:bulletEnabled val="1"/>
        </dgm:presLayoutVars>
      </dgm:prSet>
      <dgm:spPr/>
    </dgm:pt>
    <dgm:pt modelId="{D5568309-A43D-40E4-BF9A-E8B377C72869}" type="pres">
      <dgm:prSet presAssocID="{B9C08F7D-F423-4B6D-AB8B-D9ECA7A687E7}" presName="Accent" presStyleLbl="parChTrans1D1" presStyleIdx="0" presStyleCnt="2"/>
      <dgm:spPr/>
    </dgm:pt>
    <dgm:pt modelId="{F8416B65-E5F7-4C80-B53D-009BA7EE9404}" type="pres">
      <dgm:prSet presAssocID="{B9C08F7D-F423-4B6D-AB8B-D9ECA7A687E7}" presName="Child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3A7C5378-1608-4AA0-8C00-AF8F573FF447}" type="pres">
      <dgm:prSet presAssocID="{68EA6E52-E357-41F5-8F02-35AE097A4BBE}" presName="sibTrans" presStyleCnt="0"/>
      <dgm:spPr/>
    </dgm:pt>
    <dgm:pt modelId="{436DDFAF-0BE5-466B-A072-1FC5AA2B9A21}" type="pres">
      <dgm:prSet presAssocID="{17C4E0C1-0D4E-4C28-94B3-2AE8489CF2CD}" presName="composite" presStyleCnt="0"/>
      <dgm:spPr/>
    </dgm:pt>
    <dgm:pt modelId="{77F03564-2B0B-49AF-AABD-E6397D924E5C}" type="pres">
      <dgm:prSet presAssocID="{17C4E0C1-0D4E-4C28-94B3-2AE8489CF2CD}" presName="FirstChild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5D2D1F8-0D05-49AD-A999-A59F440666B0}" type="pres">
      <dgm:prSet presAssocID="{17C4E0C1-0D4E-4C28-94B3-2AE8489CF2CD}" presName="Parent" presStyleLbl="alignNode1" presStyleIdx="1" presStyleCnt="2">
        <dgm:presLayoutVars>
          <dgm:chMax val="3"/>
          <dgm:chPref val="3"/>
          <dgm:bulletEnabled val="1"/>
        </dgm:presLayoutVars>
      </dgm:prSet>
      <dgm:spPr/>
    </dgm:pt>
    <dgm:pt modelId="{946EA1F7-FD26-474F-A145-EE0A6C3B213B}" type="pres">
      <dgm:prSet presAssocID="{17C4E0C1-0D4E-4C28-94B3-2AE8489CF2CD}" presName="Accent" presStyleLbl="parChTrans1D1" presStyleIdx="1" presStyleCnt="2"/>
      <dgm:spPr/>
    </dgm:pt>
  </dgm:ptLst>
  <dgm:cxnLst>
    <dgm:cxn modelId="{F2606F02-919F-4CFA-BF26-467F0565CCDF}" type="presOf" srcId="{B9C08F7D-F423-4B6D-AB8B-D9ECA7A687E7}" destId="{45F3ACF4-1893-407F-ACA2-DBD1954886F1}" srcOrd="0" destOrd="0" presId="urn:microsoft.com/office/officeart/2011/layout/TabList"/>
    <dgm:cxn modelId="{5DA54F0F-5376-4FE1-9039-5300997A04AA}" srcId="{6F88F72B-D9DD-4EE4-9582-FB65499D8F7A}" destId="{17C4E0C1-0D4E-4C28-94B3-2AE8489CF2CD}" srcOrd="1" destOrd="0" parTransId="{F12B193E-E9FD-4485-8D0F-215CDC5034AC}" sibTransId="{BF77CE97-7715-4CF5-BCDB-21A71267832F}"/>
    <dgm:cxn modelId="{BBB0FB17-71A2-423B-86FD-59ABFAA90D28}" srcId="{6F88F72B-D9DD-4EE4-9582-FB65499D8F7A}" destId="{B9C08F7D-F423-4B6D-AB8B-D9ECA7A687E7}" srcOrd="0" destOrd="0" parTransId="{DA5ACD8D-FE6E-4DB4-A66C-D8547F948F81}" sibTransId="{68EA6E52-E357-41F5-8F02-35AE097A4BBE}"/>
    <dgm:cxn modelId="{97D47D27-2857-4C0F-A966-682499C81159}" srcId="{B9C08F7D-F423-4B6D-AB8B-D9ECA7A687E7}" destId="{64ACFB59-9FF0-4C97-9BEE-6938B9927CDF}" srcOrd="1" destOrd="0" parTransId="{C97336FE-3521-4BC2-A15B-F90541E4BCD6}" sibTransId="{4552070E-F7FD-449C-BF38-CA2E3EB56509}"/>
    <dgm:cxn modelId="{23561841-3413-4B5B-97B4-6D54118421E8}" type="presOf" srcId="{17C4E0C1-0D4E-4C28-94B3-2AE8489CF2CD}" destId="{A5D2D1F8-0D05-49AD-A999-A59F440666B0}" srcOrd="0" destOrd="0" presId="urn:microsoft.com/office/officeart/2011/layout/TabList"/>
    <dgm:cxn modelId="{8B04E87F-810D-4602-8083-AB713961F9AD}" type="presOf" srcId="{6F88F72B-D9DD-4EE4-9582-FB65499D8F7A}" destId="{7BACA49F-AF66-45FD-A525-AC200E63379C}" srcOrd="0" destOrd="0" presId="urn:microsoft.com/office/officeart/2011/layout/TabList"/>
    <dgm:cxn modelId="{58B258A1-5EB4-4110-8C8D-202C4BFCB5F1}" type="presOf" srcId="{BE3DA427-3E7C-4E12-A129-148025271CFF}" destId="{2049E632-0DBB-4DEF-8356-B7312A13F9EF}" srcOrd="0" destOrd="0" presId="urn:microsoft.com/office/officeart/2011/layout/TabList"/>
    <dgm:cxn modelId="{36CC96A4-B0B8-461B-8B17-752A8A6E849A}" srcId="{17C4E0C1-0D4E-4C28-94B3-2AE8489CF2CD}" destId="{92DAC453-FB73-4267-8B54-FA40AFCB7206}" srcOrd="0" destOrd="0" parTransId="{8ACA4D8C-50A2-4027-A0B8-67EC818B449C}" sibTransId="{FE746149-6503-431A-847D-33E5037309EC}"/>
    <dgm:cxn modelId="{86852CB1-50E6-4CD0-B05B-9335D73E4F39}" type="presOf" srcId="{92DAC453-FB73-4267-8B54-FA40AFCB7206}" destId="{77F03564-2B0B-49AF-AABD-E6397D924E5C}" srcOrd="0" destOrd="0" presId="urn:microsoft.com/office/officeart/2011/layout/TabList"/>
    <dgm:cxn modelId="{001A25CA-6CEC-4E03-859C-D4D0E5791186}" type="presOf" srcId="{64ACFB59-9FF0-4C97-9BEE-6938B9927CDF}" destId="{F8416B65-E5F7-4C80-B53D-009BA7EE9404}" srcOrd="0" destOrd="0" presId="urn:microsoft.com/office/officeart/2011/layout/TabList"/>
    <dgm:cxn modelId="{202AC5D3-58CE-465C-A5A4-B7910733091A}" srcId="{B9C08F7D-F423-4B6D-AB8B-D9ECA7A687E7}" destId="{BE3DA427-3E7C-4E12-A129-148025271CFF}" srcOrd="0" destOrd="0" parTransId="{E6C16E8D-6292-4579-AE94-CEDE27774600}" sibTransId="{8BF7104E-7C62-4E85-98BC-D72B8E38F02E}"/>
    <dgm:cxn modelId="{48CAD94E-A2C6-4723-888C-BE956E5059E4}" type="presParOf" srcId="{7BACA49F-AF66-45FD-A525-AC200E63379C}" destId="{534A2129-D463-4EEA-BDAF-6A833F6FADA2}" srcOrd="0" destOrd="0" presId="urn:microsoft.com/office/officeart/2011/layout/TabList"/>
    <dgm:cxn modelId="{B80CDA37-FE68-4642-8F5C-2ECFA84E6620}" type="presParOf" srcId="{534A2129-D463-4EEA-BDAF-6A833F6FADA2}" destId="{2049E632-0DBB-4DEF-8356-B7312A13F9EF}" srcOrd="0" destOrd="0" presId="urn:microsoft.com/office/officeart/2011/layout/TabList"/>
    <dgm:cxn modelId="{058AF8A3-0503-4EDB-927F-46F2ED6791E0}" type="presParOf" srcId="{534A2129-D463-4EEA-BDAF-6A833F6FADA2}" destId="{45F3ACF4-1893-407F-ACA2-DBD1954886F1}" srcOrd="1" destOrd="0" presId="urn:microsoft.com/office/officeart/2011/layout/TabList"/>
    <dgm:cxn modelId="{19864EA4-148C-4DBF-8F96-AE43641C5C50}" type="presParOf" srcId="{534A2129-D463-4EEA-BDAF-6A833F6FADA2}" destId="{D5568309-A43D-40E4-BF9A-E8B377C72869}" srcOrd="2" destOrd="0" presId="urn:microsoft.com/office/officeart/2011/layout/TabList"/>
    <dgm:cxn modelId="{EE69CBB3-55D5-4592-8541-1A03C804AADB}" type="presParOf" srcId="{7BACA49F-AF66-45FD-A525-AC200E63379C}" destId="{F8416B65-E5F7-4C80-B53D-009BA7EE9404}" srcOrd="1" destOrd="0" presId="urn:microsoft.com/office/officeart/2011/layout/TabList"/>
    <dgm:cxn modelId="{7087D6C0-B1B0-435A-BF83-37B291EDE914}" type="presParOf" srcId="{7BACA49F-AF66-45FD-A525-AC200E63379C}" destId="{3A7C5378-1608-4AA0-8C00-AF8F573FF447}" srcOrd="2" destOrd="0" presId="urn:microsoft.com/office/officeart/2011/layout/TabList"/>
    <dgm:cxn modelId="{9D156898-9A61-4065-809F-71ACDA864F00}" type="presParOf" srcId="{7BACA49F-AF66-45FD-A525-AC200E63379C}" destId="{436DDFAF-0BE5-466B-A072-1FC5AA2B9A21}" srcOrd="3" destOrd="0" presId="urn:microsoft.com/office/officeart/2011/layout/TabList"/>
    <dgm:cxn modelId="{1BCC5E43-798B-409D-A009-916BBB21BBCF}" type="presParOf" srcId="{436DDFAF-0BE5-466B-A072-1FC5AA2B9A21}" destId="{77F03564-2B0B-49AF-AABD-E6397D924E5C}" srcOrd="0" destOrd="0" presId="urn:microsoft.com/office/officeart/2011/layout/TabList"/>
    <dgm:cxn modelId="{7EF1DEBE-7A6A-41C2-A532-01C49BA40DF2}" type="presParOf" srcId="{436DDFAF-0BE5-466B-A072-1FC5AA2B9A21}" destId="{A5D2D1F8-0D05-49AD-A999-A59F440666B0}" srcOrd="1" destOrd="0" presId="urn:microsoft.com/office/officeart/2011/layout/TabList"/>
    <dgm:cxn modelId="{6F89F292-A0D9-434F-A660-E45D4424CF59}" type="presParOf" srcId="{436DDFAF-0BE5-466B-A072-1FC5AA2B9A21}" destId="{946EA1F7-FD26-474F-A145-EE0A6C3B213B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EA1F7-FD26-474F-A145-EE0A6C3B213B}">
      <dsp:nvSpPr>
        <dsp:cNvPr id="0" name=""/>
        <dsp:cNvSpPr/>
      </dsp:nvSpPr>
      <dsp:spPr>
        <a:xfrm>
          <a:off x="0" y="5078197"/>
          <a:ext cx="8255000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568309-A43D-40E4-BF9A-E8B377C72869}">
      <dsp:nvSpPr>
        <dsp:cNvPr id="0" name=""/>
        <dsp:cNvSpPr/>
      </dsp:nvSpPr>
      <dsp:spPr>
        <a:xfrm>
          <a:off x="0" y="1255140"/>
          <a:ext cx="8255000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49E632-0DBB-4DEF-8356-B7312A13F9EF}">
      <dsp:nvSpPr>
        <dsp:cNvPr id="0" name=""/>
        <dsp:cNvSpPr/>
      </dsp:nvSpPr>
      <dsp:spPr>
        <a:xfrm>
          <a:off x="2146299" y="1802"/>
          <a:ext cx="6108700" cy="1253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Four</a:t>
          </a:r>
        </a:p>
      </dsp:txBody>
      <dsp:txXfrm>
        <a:off x="2146299" y="1802"/>
        <a:ext cx="6108700" cy="1253338"/>
      </dsp:txXfrm>
    </dsp:sp>
    <dsp:sp modelId="{45F3ACF4-1893-407F-ACA2-DBD1954886F1}">
      <dsp:nvSpPr>
        <dsp:cNvPr id="0" name=""/>
        <dsp:cNvSpPr/>
      </dsp:nvSpPr>
      <dsp:spPr>
        <a:xfrm>
          <a:off x="0" y="1802"/>
          <a:ext cx="2146300" cy="125333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One</a:t>
          </a:r>
        </a:p>
      </dsp:txBody>
      <dsp:txXfrm>
        <a:off x="61194" y="62996"/>
        <a:ext cx="2023912" cy="1192144"/>
      </dsp:txXfrm>
    </dsp:sp>
    <dsp:sp modelId="{F8416B65-E5F7-4C80-B53D-009BA7EE9404}">
      <dsp:nvSpPr>
        <dsp:cNvPr id="0" name=""/>
        <dsp:cNvSpPr/>
      </dsp:nvSpPr>
      <dsp:spPr>
        <a:xfrm>
          <a:off x="0" y="1255140"/>
          <a:ext cx="8255000" cy="25070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Node Five</a:t>
          </a:r>
        </a:p>
      </dsp:txBody>
      <dsp:txXfrm>
        <a:off x="0" y="1255140"/>
        <a:ext cx="8255000" cy="2507052"/>
      </dsp:txXfrm>
    </dsp:sp>
    <dsp:sp modelId="{77F03564-2B0B-49AF-AABD-E6397D924E5C}">
      <dsp:nvSpPr>
        <dsp:cNvPr id="0" name=""/>
        <dsp:cNvSpPr/>
      </dsp:nvSpPr>
      <dsp:spPr>
        <a:xfrm>
          <a:off x="2146299" y="3824859"/>
          <a:ext cx="6108700" cy="1253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Three</a:t>
          </a:r>
        </a:p>
      </dsp:txBody>
      <dsp:txXfrm>
        <a:off x="2146299" y="3824859"/>
        <a:ext cx="6108700" cy="1253338"/>
      </dsp:txXfrm>
    </dsp:sp>
    <dsp:sp modelId="{A5D2D1F8-0D05-49AD-A999-A59F440666B0}">
      <dsp:nvSpPr>
        <dsp:cNvPr id="0" name=""/>
        <dsp:cNvSpPr/>
      </dsp:nvSpPr>
      <dsp:spPr>
        <a:xfrm>
          <a:off x="0" y="3824859"/>
          <a:ext cx="2146300" cy="125333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Two has a longer label</a:t>
          </a:r>
        </a:p>
      </dsp:txBody>
      <dsp:txXfrm>
        <a:off x="61194" y="3886053"/>
        <a:ext cx="2023912" cy="1192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E8DE-7BD6-43C1-0E05-3E7E24D8B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DF2B9-A651-40F0-6354-E30834FDC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ABF6C-3D78-CED6-0262-74B884AF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ADC5C-438F-640B-C9C5-310C7DC9D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191A8-AE79-D8D4-2691-3CECF476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86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03E82-DCB2-9910-C49D-1719B23DB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142D7-16A8-69C2-EDA9-16E5A9089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4942F-64B8-F5EA-1CD0-76323885B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2335E-9B21-4EA8-D096-A60F114DF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38773-FE25-6C03-CFCE-F730F5D1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67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CBB5C-A15F-E419-8F4E-A38CA9EA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B469A-AD10-6778-3FBD-787DD9B4F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9BDF8-5740-4E13-E3CD-20A83EAD3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B7DC7-50AA-AA52-5154-4FB61DBF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6CEB-78B8-74A0-B7B3-94A13986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8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8297-313D-C315-D8CE-DD768F0E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8AF00-45B0-D6EE-BF62-731CFF29A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AC914-6EB2-E9A4-A247-596ADC6AF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60852-CB1E-735B-AEB6-9D55536A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0AFE3-60C9-EA89-AAED-241700785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95A3B-5C8E-33E9-E3E9-A3B5ED24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5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4ACB0-AEBC-2139-D3D6-8CAE493A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F4A6A-DDC9-C22B-4C01-2301F68ED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7A310-F2A5-161B-9AF1-C52449D2C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5BA56D-99E4-4F3B-B3F4-50A12AB27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92350-C9E3-31EB-DCE7-62F2DAAC6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F7E8E-17F8-E528-E96A-29F37BB6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84DBB6-D6F2-115B-200A-A6B27B558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0026B5-2943-63C6-AE0F-AF349B0A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7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7A40-1A1E-2BA7-2459-702A0551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19A5E-8139-84BD-99AF-0BE16C8AF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3FA44-0EAE-9CC0-40DA-9F40EDC6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D22D4-049C-115B-CA1F-6A8DA2CA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6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72AA7-B6EE-2C34-DC91-873E1E6B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A4C39-D4F3-4639-3009-0A5CD43BC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EA1E3-7899-716B-8F97-99599BD7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7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4696-33FE-1B43-C56A-EE3FAFC4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71BBF-DE3D-68EC-8C31-2C989F5B5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763BA-DAE5-CD76-7124-4E52E50B0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8BC-8091-7F05-A236-9582273B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77033-40E8-8B10-6ECD-C8497FC0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CC51C-A094-45B2-F42E-DB63E45C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6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EA0E-F360-31DC-E70E-17DC0EE3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3A9E2-9DE7-A203-308D-3BAAB1E2D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48CE5-42A8-EB8F-78A9-F912735D5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8A9ED-8665-320B-1167-4BD66D79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89293-714F-AD96-188E-A7794BE7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13C74-393D-B014-846B-2B3491D1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93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BFA6-2714-20EB-2438-B232609E1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03CAF-D352-9E09-C439-A06D5E9DB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4ACD7-D3FA-04AE-1834-0FAEA3C95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4F3AE-22A3-7494-FC65-6D406D738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E789-D791-C966-9611-0F925FFC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5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36E2A0-C789-369A-B417-EC0A5A9F0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EAD52-DD84-95D1-2A1C-FB0E988BF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7E83A-B105-0877-57F8-3B7D04D6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5346D-DA5B-20DD-2CF9-D9F86593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BC7A6-2B4A-9C19-542E-CD558C20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8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52E34B-F4FE-D5D3-3A0E-34FA3487F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AEBFE-9CF7-6C18-CFBA-CF4555122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EE493-8734-61D3-A9F1-AB9248C99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478FE-BFF8-4EB9-A822-85CA41C7A3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02D-801D-F604-E790-2916DFB31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CC3E7-3E05-8EDE-BD03-AB7EEE3D8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4CCCD-F347-4ABA-AB99-16173D794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9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F8BAA52-2603-6F6B-3941-50E1288FFD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17393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1326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2026-09-06T08:12:39Z</dcterms:created>
  <dcterms:modified xsi:type="dcterms:W3CDTF">2026-09-06T08:12:40Z</dcterms:modified>
</cp:coreProperties>
</file>