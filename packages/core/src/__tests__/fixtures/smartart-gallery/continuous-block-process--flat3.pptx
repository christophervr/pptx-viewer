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196F0B-A3F0-400F-9CD9-85D2542C6DF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D722AC59-0868-4C92-A807-038D2CF89825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1A461128-5136-4978-AD2D-8C378B288CB6}" type="parTrans" cxnId="{94321AE0-262F-4039-9465-F8961E83758F}">
      <dgm:prSet/>
      <dgm:spPr/>
    </dgm:pt>
    <dgm:pt modelId="{7E12B075-9353-4141-9496-A9AAEE3ADE11}" type="sibTrans" cxnId="{94321AE0-262F-4039-9465-F8961E83758F}">
      <dgm:prSet/>
      <dgm:spPr/>
    </dgm:pt>
    <dgm:pt modelId="{F9B85204-23AF-4907-96F8-47E21A9DBF45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335A61D4-2310-4550-8369-464B2822BEC1}" type="parTrans" cxnId="{083868AD-0515-4039-A202-D9EC395C1510}">
      <dgm:prSet/>
      <dgm:spPr/>
    </dgm:pt>
    <dgm:pt modelId="{6A2168D6-4646-4E86-9243-4C4E233842C7}" type="sibTrans" cxnId="{083868AD-0515-4039-A202-D9EC395C1510}">
      <dgm:prSet/>
      <dgm:spPr/>
    </dgm:pt>
    <dgm:pt modelId="{7F7E31D0-B1B0-42E0-B308-EE8F72D4E627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36E01098-96AC-41D8-BF9B-BA5BD3788EBD}" type="parTrans" cxnId="{8115D197-1B45-4F41-8444-AF618AC0B886}">
      <dgm:prSet/>
      <dgm:spPr/>
    </dgm:pt>
    <dgm:pt modelId="{40042F04-BBAC-4E2B-9623-EA4B6CECBA3E}" type="sibTrans" cxnId="{8115D197-1B45-4F41-8444-AF618AC0B886}">
      <dgm:prSet/>
      <dgm:spPr/>
    </dgm:pt>
    <dgm:pt modelId="{467AF769-CBB4-4DF3-A730-774E9F34E2A5}" type="pres">
      <dgm:prSet presAssocID="{EE196F0B-A3F0-400F-9CD9-85D2542C6DF0}" presName="CompostProcess" presStyleCnt="0">
        <dgm:presLayoutVars>
          <dgm:dir/>
          <dgm:resizeHandles val="exact"/>
        </dgm:presLayoutVars>
      </dgm:prSet>
      <dgm:spPr/>
    </dgm:pt>
    <dgm:pt modelId="{B3E1B1CB-19A1-429B-A477-B5A25A5925F8}" type="pres">
      <dgm:prSet presAssocID="{EE196F0B-A3F0-400F-9CD9-85D2542C6DF0}" presName="arrow" presStyleLbl="bgShp" presStyleIdx="0" presStyleCnt="1"/>
      <dgm:spPr/>
    </dgm:pt>
    <dgm:pt modelId="{70F7D057-D02C-4F7A-8452-E75471CAB504}" type="pres">
      <dgm:prSet presAssocID="{EE196F0B-A3F0-400F-9CD9-85D2542C6DF0}" presName="linearProcess" presStyleCnt="0"/>
      <dgm:spPr/>
    </dgm:pt>
    <dgm:pt modelId="{517819F6-760F-421A-8D6E-262E6C55F4AB}" type="pres">
      <dgm:prSet presAssocID="{D722AC59-0868-4C92-A807-038D2CF89825}" presName="textNode" presStyleLbl="node1" presStyleIdx="0" presStyleCnt="3">
        <dgm:presLayoutVars>
          <dgm:bulletEnabled val="1"/>
        </dgm:presLayoutVars>
      </dgm:prSet>
      <dgm:spPr/>
    </dgm:pt>
    <dgm:pt modelId="{A217512C-7C41-4285-A329-13F25073495B}" type="pres">
      <dgm:prSet presAssocID="{7E12B075-9353-4141-9496-A9AAEE3ADE11}" presName="sibTrans" presStyleCnt="0"/>
      <dgm:spPr/>
    </dgm:pt>
    <dgm:pt modelId="{E8DF96E8-B452-4897-AB87-3D0179453417}" type="pres">
      <dgm:prSet presAssocID="{F9B85204-23AF-4907-96F8-47E21A9DBF45}" presName="textNode" presStyleLbl="node1" presStyleIdx="1" presStyleCnt="3">
        <dgm:presLayoutVars>
          <dgm:bulletEnabled val="1"/>
        </dgm:presLayoutVars>
      </dgm:prSet>
      <dgm:spPr/>
    </dgm:pt>
    <dgm:pt modelId="{0B012A37-D0B8-48B4-9653-3551C063A943}" type="pres">
      <dgm:prSet presAssocID="{6A2168D6-4646-4E86-9243-4C4E233842C7}" presName="sibTrans" presStyleCnt="0"/>
      <dgm:spPr/>
    </dgm:pt>
    <dgm:pt modelId="{E8775C2A-6BF0-4E44-A73E-36F5A2B3480B}" type="pres">
      <dgm:prSet presAssocID="{7F7E31D0-B1B0-42E0-B308-EE8F72D4E627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DADB8805-E69F-4094-8BD7-160062EB7B72}" type="presOf" srcId="{EE196F0B-A3F0-400F-9CD9-85D2542C6DF0}" destId="{467AF769-CBB4-4DF3-A730-774E9F34E2A5}" srcOrd="0" destOrd="0" presId="urn:microsoft.com/office/officeart/2005/8/layout/hProcess9"/>
    <dgm:cxn modelId="{EC726C14-D8E3-4214-B6D8-2EBF266B2A6D}" type="presOf" srcId="{F9B85204-23AF-4907-96F8-47E21A9DBF45}" destId="{E8DF96E8-B452-4897-AB87-3D0179453417}" srcOrd="0" destOrd="0" presId="urn:microsoft.com/office/officeart/2005/8/layout/hProcess9"/>
    <dgm:cxn modelId="{1A3E2F17-7A1C-4230-A904-F678768E9E21}" type="presOf" srcId="{D722AC59-0868-4C92-A807-038D2CF89825}" destId="{517819F6-760F-421A-8D6E-262E6C55F4AB}" srcOrd="0" destOrd="0" presId="urn:microsoft.com/office/officeart/2005/8/layout/hProcess9"/>
    <dgm:cxn modelId="{8115D197-1B45-4F41-8444-AF618AC0B886}" srcId="{EE196F0B-A3F0-400F-9CD9-85D2542C6DF0}" destId="{7F7E31D0-B1B0-42E0-B308-EE8F72D4E627}" srcOrd="2" destOrd="0" parTransId="{36E01098-96AC-41D8-BF9B-BA5BD3788EBD}" sibTransId="{40042F04-BBAC-4E2B-9623-EA4B6CECBA3E}"/>
    <dgm:cxn modelId="{083868AD-0515-4039-A202-D9EC395C1510}" srcId="{EE196F0B-A3F0-400F-9CD9-85D2542C6DF0}" destId="{F9B85204-23AF-4907-96F8-47E21A9DBF45}" srcOrd="1" destOrd="0" parTransId="{335A61D4-2310-4550-8369-464B2822BEC1}" sibTransId="{6A2168D6-4646-4E86-9243-4C4E233842C7}"/>
    <dgm:cxn modelId="{525174C4-6B21-4F47-B66B-0CD3B0C823FF}" type="presOf" srcId="{7F7E31D0-B1B0-42E0-B308-EE8F72D4E627}" destId="{E8775C2A-6BF0-4E44-A73E-36F5A2B3480B}" srcOrd="0" destOrd="0" presId="urn:microsoft.com/office/officeart/2005/8/layout/hProcess9"/>
    <dgm:cxn modelId="{94321AE0-262F-4039-9465-F8961E83758F}" srcId="{EE196F0B-A3F0-400F-9CD9-85D2542C6DF0}" destId="{D722AC59-0868-4C92-A807-038D2CF89825}" srcOrd="0" destOrd="0" parTransId="{1A461128-5136-4978-AD2D-8C378B288CB6}" sibTransId="{7E12B075-9353-4141-9496-A9AAEE3ADE11}"/>
    <dgm:cxn modelId="{E2FF964A-40BA-48AD-820E-9EA7F6DF0320}" type="presParOf" srcId="{467AF769-CBB4-4DF3-A730-774E9F34E2A5}" destId="{B3E1B1CB-19A1-429B-A477-B5A25A5925F8}" srcOrd="0" destOrd="0" presId="urn:microsoft.com/office/officeart/2005/8/layout/hProcess9"/>
    <dgm:cxn modelId="{D0C48681-CB5D-4CE9-8BEA-A5918C3005D4}" type="presParOf" srcId="{467AF769-CBB4-4DF3-A730-774E9F34E2A5}" destId="{70F7D057-D02C-4F7A-8452-E75471CAB504}" srcOrd="1" destOrd="0" presId="urn:microsoft.com/office/officeart/2005/8/layout/hProcess9"/>
    <dgm:cxn modelId="{A9F49B2F-5B6B-4812-A4F3-36EAFA1FA205}" type="presParOf" srcId="{70F7D057-D02C-4F7A-8452-E75471CAB504}" destId="{517819F6-760F-421A-8D6E-262E6C55F4AB}" srcOrd="0" destOrd="0" presId="urn:microsoft.com/office/officeart/2005/8/layout/hProcess9"/>
    <dgm:cxn modelId="{E9CE6704-993B-46C8-8772-6CF33AF2390B}" type="presParOf" srcId="{70F7D057-D02C-4F7A-8452-E75471CAB504}" destId="{A217512C-7C41-4285-A329-13F25073495B}" srcOrd="1" destOrd="0" presId="urn:microsoft.com/office/officeart/2005/8/layout/hProcess9"/>
    <dgm:cxn modelId="{18787D91-ABB5-4F5B-AADB-97EACC13F4C9}" type="presParOf" srcId="{70F7D057-D02C-4F7A-8452-E75471CAB504}" destId="{E8DF96E8-B452-4897-AB87-3D0179453417}" srcOrd="2" destOrd="0" presId="urn:microsoft.com/office/officeart/2005/8/layout/hProcess9"/>
    <dgm:cxn modelId="{B64FDE77-F78F-4707-BA54-4AF1CC9AACFD}" type="presParOf" srcId="{70F7D057-D02C-4F7A-8452-E75471CAB504}" destId="{0B012A37-D0B8-48B4-9653-3551C063A943}" srcOrd="3" destOrd="0" presId="urn:microsoft.com/office/officeart/2005/8/layout/hProcess9"/>
    <dgm:cxn modelId="{BCAE0B6C-87B4-4510-8DEC-CE3DB513A7D8}" type="presParOf" srcId="{70F7D057-D02C-4F7A-8452-E75471CAB504}" destId="{E8775C2A-6BF0-4E44-A73E-36F5A2B3480B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E1B1CB-19A1-429B-A477-B5A25A5925F8}">
      <dsp:nvSpPr>
        <dsp:cNvPr id="0" name=""/>
        <dsp:cNvSpPr/>
      </dsp:nvSpPr>
      <dsp:spPr>
        <a:xfrm>
          <a:off x="619124" y="0"/>
          <a:ext cx="7016750" cy="5080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819F6-760F-421A-8D6E-262E6C55F4AB}">
      <dsp:nvSpPr>
        <dsp:cNvPr id="0" name=""/>
        <dsp:cNvSpPr/>
      </dsp:nvSpPr>
      <dsp:spPr>
        <a:xfrm>
          <a:off x="8867" y="1523999"/>
          <a:ext cx="2657078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Alpha</a:t>
          </a:r>
        </a:p>
      </dsp:txBody>
      <dsp:txXfrm>
        <a:off x="108061" y="1623193"/>
        <a:ext cx="2458690" cy="1833612"/>
      </dsp:txXfrm>
    </dsp:sp>
    <dsp:sp modelId="{E8DF96E8-B452-4897-AB87-3D0179453417}">
      <dsp:nvSpPr>
        <dsp:cNvPr id="0" name=""/>
        <dsp:cNvSpPr/>
      </dsp:nvSpPr>
      <dsp:spPr>
        <a:xfrm>
          <a:off x="2798960" y="1523999"/>
          <a:ext cx="2657078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Beta has a noticeably longer label than the others</a:t>
          </a:r>
        </a:p>
      </dsp:txBody>
      <dsp:txXfrm>
        <a:off x="2898154" y="1623193"/>
        <a:ext cx="2458690" cy="1833612"/>
      </dsp:txXfrm>
    </dsp:sp>
    <dsp:sp modelId="{E8775C2A-6BF0-4E44-A73E-36F5A2B3480B}">
      <dsp:nvSpPr>
        <dsp:cNvPr id="0" name=""/>
        <dsp:cNvSpPr/>
      </dsp:nvSpPr>
      <dsp:spPr>
        <a:xfrm>
          <a:off x="5589054" y="1523999"/>
          <a:ext cx="2657078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Gamma</a:t>
          </a:r>
        </a:p>
      </dsp:txBody>
      <dsp:txXfrm>
        <a:off x="5688248" y="1623193"/>
        <a:ext cx="2458690" cy="18336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DA9D-10F6-06FD-4EDC-3243E9962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712CA-71BC-686A-A21A-BE006C742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9266F-7690-6DFB-27CF-8EAB083AF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E576-9975-4D5E-927D-EB65AF10F4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850E2-607F-8B40-24AA-F8377941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155A4-423A-54A2-ED23-D091416C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7F7A0-8831-43E0-9589-D3EEEC7B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2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860E-4E4A-1C6D-9741-F8D3E831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7A2BF-E6C0-8072-93A2-1B80B24DA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70A0D-B0A8-971B-4A4F-6ABE3699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E576-9975-4D5E-927D-EB65AF10F4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DD890-8044-5756-B26A-C7BB875D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BAA79-4956-6FAC-076A-488AC888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7F7A0-8831-43E0-9589-D3EEEC7B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99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B1E4-6368-EE83-4AD4-7D321096E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23D10-B938-960E-4A26-C746D7590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F1D7C-2763-9722-7B4F-4A2F8A101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E576-9975-4D5E-927D-EB65AF10F4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84318-26A4-6EAC-6D21-483C37314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D4202-79D6-1F12-35E4-DCAFE946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7F7A0-8831-43E0-9589-D3EEEC7B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25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88899-5F64-B494-774B-DB2DBAAA0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9127D-CA77-016F-EF34-A9F724DEE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10913-EF99-5330-D93E-80DAA0996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F3E0A-F9B2-E653-EB71-FCBF2F5EE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E576-9975-4D5E-927D-EB65AF10F4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B0634-8F93-E554-4148-DF9E2F6F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62E68-D38B-5B25-5BFB-9EB3F0D99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7F7A0-8831-43E0-9589-D3EEEC7B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5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EB0AE-FD73-4D7D-ADA4-71CFEF3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4F76F-4961-E9BE-86F8-C0F40D777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D6E7A-9F5D-ABA6-4223-94DAD0E65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17B9FF-325A-E858-D767-C2B1692F2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8F082E-F11B-C1AE-EC56-33EDDA0F5B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F2C309-B722-4363-98A2-5D1B53122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E576-9975-4D5E-927D-EB65AF10F4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0EB963-B0AA-A61F-8BD1-46034AB90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EDFDD1-66B4-BFBE-5D4E-3DBBC8FA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7F7A0-8831-43E0-9589-D3EEEC7B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2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0D7D-88D5-4CA4-78E8-37BFB5E1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07091-BE10-A1CB-8CFE-0A0345EF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E576-9975-4D5E-927D-EB65AF10F4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3558B-AD8F-9B0E-B36B-A1587704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1A075-377F-9C3F-0CDC-6D3446F8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7F7A0-8831-43E0-9589-D3EEEC7B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03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6FCE1E-EBB0-43AC-6D2B-AC01D788D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E576-9975-4D5E-927D-EB65AF10F4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ED0D21-BC54-E9FD-598C-2D437C0B0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E7E90-BB37-7FD6-B369-98EC3ACD4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7F7A0-8831-43E0-9589-D3EEEC7B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E31DE-3882-A38A-0796-763A7718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7BF93-CF83-394F-9DB2-3C8E2A7B1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AC784-6BC1-37CB-0F44-802A7109E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31650-1D65-F23A-13CA-53C62B0EB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E576-9975-4D5E-927D-EB65AF10F4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D7A55-024B-5952-0B76-F5785E0B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0F902-B6EF-0456-8F57-208A108E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7F7A0-8831-43E0-9589-D3EEEC7B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0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FCFC-7F6D-CF28-68B4-89AC50C12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16D822-EDBE-25EC-45D4-7247C5F84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6D751-222F-BE31-B5F3-B7829AD79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213D5-75D8-4A65-7403-0077DFEBD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E576-9975-4D5E-927D-EB65AF10F4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D81A5-C291-3553-5A20-743059BA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8C3C1-7EF7-927F-67D2-A1B2E205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7F7A0-8831-43E0-9589-D3EEEC7B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0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B7B5D-B25E-2F05-E66A-46CD17F7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86AAA-1330-9A78-971C-F8EAB9A15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30A5D-7E72-9355-EEBC-1B39985C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E576-9975-4D5E-927D-EB65AF10F4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900CF-DA84-6F5A-F30C-A2895783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3989F-B627-BDB9-3274-E51A81B6D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7F7A0-8831-43E0-9589-D3EEEC7B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64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0ED6B-4F21-466B-343B-1C42F149A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56398-66B4-449B-D0E4-5EDCE7B35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D1657-7C28-10E7-B3D9-5EFF0D288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E576-9975-4D5E-927D-EB65AF10F4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9F0C4-4481-AD68-C938-1191BA3F1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E131E-151B-E218-1F17-F492AF529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7F7A0-8831-43E0-9589-D3EEEC7B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1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62FE9A-D8C6-4A1A-77A9-669B3C953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4FC81-9CEA-8215-C7BD-B3D14C61B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365CD-F94E-E230-47F6-E75CC1CDD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BE576-9975-4D5E-927D-EB65AF10F4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02B2D-DA6E-0D5A-8469-6701A52B7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53F60-1EF4-46D4-D9F2-16B6543A3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7F7A0-8831-43E0-9589-D3EEEC7B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1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9FD264A-001B-8FD4-7C44-07379AD5E7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697736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1862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2026-09-06T08:13:26Z</dcterms:created>
  <dcterms:modified xsi:type="dcterms:W3CDTF">2026-09-06T08:13:26Z</dcterms:modified>
</cp:coreProperties>
</file>