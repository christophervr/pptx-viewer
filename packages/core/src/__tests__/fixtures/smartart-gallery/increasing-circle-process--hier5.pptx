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445B95-4151-47E4-9450-966FA92A24AB}" type="doc">
      <dgm:prSet loTypeId="urn:microsoft.com/office/officeart/2008/layout/IncreasingCircleProces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093041-FA31-458F-940D-2B2E984B7536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5609E054-EAD3-4C47-8134-413D3C7DAA12}" type="parTrans" cxnId="{F7EDA4EB-EA61-4A85-A9AE-8C37604E30F1}">
      <dgm:prSet/>
      <dgm:spPr/>
    </dgm:pt>
    <dgm:pt modelId="{AC1C6F8A-9FCC-413C-AC77-D2939EBC68A9}" type="sibTrans" cxnId="{F7EDA4EB-EA61-4A85-A9AE-8C37604E30F1}">
      <dgm:prSet/>
      <dgm:spPr/>
    </dgm:pt>
    <dgm:pt modelId="{72C8BE2E-A919-4DB8-95D6-4A21ADAF5B91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AF60DCD3-13DE-4603-B4E4-A694AA0971BF}" type="parTrans" cxnId="{0A6D68C9-FCCF-4C7D-B87B-00E89AB96556}">
      <dgm:prSet/>
      <dgm:spPr/>
    </dgm:pt>
    <dgm:pt modelId="{83CDB978-6488-4DF5-A9B2-22FA93F511B1}" type="sibTrans" cxnId="{0A6D68C9-FCCF-4C7D-B87B-00E89AB96556}">
      <dgm:prSet/>
      <dgm:spPr/>
    </dgm:pt>
    <dgm:pt modelId="{09EE30D3-14A7-4313-AEF3-6F96C12BFA29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931E7D53-1327-473D-97DC-70D28A5A127B}" type="parTrans" cxnId="{6543ACF2-54D5-4D0A-A162-73617E53E457}">
      <dgm:prSet/>
      <dgm:spPr/>
    </dgm:pt>
    <dgm:pt modelId="{625AC118-5719-4D25-8711-673E7B66038F}" type="sibTrans" cxnId="{6543ACF2-54D5-4D0A-A162-73617E53E457}">
      <dgm:prSet/>
      <dgm:spPr/>
    </dgm:pt>
    <dgm:pt modelId="{B1C03BC7-CE1C-4C82-BFA3-7236E5E646EE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F4B0637B-A169-41AA-8512-2D56FD8C7CBE}" type="parTrans" cxnId="{4264C372-108A-452E-B8C5-D76D7C8C5B44}">
      <dgm:prSet/>
      <dgm:spPr/>
    </dgm:pt>
    <dgm:pt modelId="{3B71806A-7806-41F4-9DC6-64883F88A0E5}" type="sibTrans" cxnId="{4264C372-108A-452E-B8C5-D76D7C8C5B44}">
      <dgm:prSet/>
      <dgm:spPr/>
    </dgm:pt>
    <dgm:pt modelId="{A7B8FEBD-67DC-4E68-9001-59DC1F486E58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EA108BD4-925C-4026-AC77-8B54DEDE3A1C}" type="parTrans" cxnId="{47E54980-CEDF-4849-BDC1-8D3EA920A5A4}">
      <dgm:prSet/>
      <dgm:spPr/>
    </dgm:pt>
    <dgm:pt modelId="{37592405-A60D-4FE8-BB60-4446D74771AA}" type="sibTrans" cxnId="{47E54980-CEDF-4849-BDC1-8D3EA920A5A4}">
      <dgm:prSet/>
      <dgm:spPr/>
    </dgm:pt>
    <dgm:pt modelId="{6F872D51-6073-4D14-AC65-6A07B39D3472}" type="pres">
      <dgm:prSet presAssocID="{6F445B95-4151-47E4-9450-966FA92A24AB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81C8B085-C3BB-4BBD-8D18-FEB7F7D824B4}" type="pres">
      <dgm:prSet presAssocID="{B6093041-FA31-458F-940D-2B2E984B7536}" presName="composite" presStyleCnt="0"/>
      <dgm:spPr/>
    </dgm:pt>
    <dgm:pt modelId="{6C9B1A8D-E02B-421F-81FA-72C9EE6536AA}" type="pres">
      <dgm:prSet presAssocID="{B6093041-FA31-458F-940D-2B2E984B7536}" presName="BackAccent" presStyleLbl="bgShp" presStyleIdx="0" presStyleCnt="3"/>
      <dgm:spPr/>
    </dgm:pt>
    <dgm:pt modelId="{D6F96CC5-3C84-43EC-A643-0AF54DDDFD3E}" type="pres">
      <dgm:prSet presAssocID="{B6093041-FA31-458F-940D-2B2E984B7536}" presName="Accent" presStyleLbl="alignNode1" presStyleIdx="0" presStyleCnt="3"/>
      <dgm:spPr/>
    </dgm:pt>
    <dgm:pt modelId="{DCCF9311-74F8-4F99-AA21-9D1FFF1CD2DB}" type="pres">
      <dgm:prSet presAssocID="{B6093041-FA31-458F-940D-2B2E984B7536}" presName="Child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5077D09E-6C2E-4ED7-9AB2-34AE0CD613BC}" type="pres">
      <dgm:prSet presAssocID="{B6093041-FA31-458F-940D-2B2E984B7536}" presName="Parent" presStyleLbl="revTx" presStyleIdx="1" presStyleCnt="5">
        <dgm:presLayoutVars>
          <dgm:chMax val="1"/>
          <dgm:chPref val="1"/>
          <dgm:bulletEnabled val="1"/>
        </dgm:presLayoutVars>
      </dgm:prSet>
      <dgm:spPr/>
    </dgm:pt>
    <dgm:pt modelId="{52CE11C2-D5F8-4793-9975-8611638FB237}" type="pres">
      <dgm:prSet presAssocID="{AC1C6F8A-9FCC-413C-AC77-D2939EBC68A9}" presName="sibTrans" presStyleCnt="0"/>
      <dgm:spPr/>
    </dgm:pt>
    <dgm:pt modelId="{6C4B59AE-1034-4E4E-9AFE-8C16D593A573}" type="pres">
      <dgm:prSet presAssocID="{09EE30D3-14A7-4313-AEF3-6F96C12BFA29}" presName="composite" presStyleCnt="0"/>
      <dgm:spPr/>
    </dgm:pt>
    <dgm:pt modelId="{4EF4C2A2-1C68-4572-8181-FB7933DC5C32}" type="pres">
      <dgm:prSet presAssocID="{09EE30D3-14A7-4313-AEF3-6F96C12BFA29}" presName="BackAccent" presStyleLbl="bgShp" presStyleIdx="1" presStyleCnt="3"/>
      <dgm:spPr/>
    </dgm:pt>
    <dgm:pt modelId="{CB3A20CE-E2F4-475B-AA9F-C82BE10F3E9E}" type="pres">
      <dgm:prSet presAssocID="{09EE30D3-14A7-4313-AEF3-6F96C12BFA29}" presName="Accent" presStyleLbl="alignNode1" presStyleIdx="1" presStyleCnt="3"/>
      <dgm:spPr/>
    </dgm:pt>
    <dgm:pt modelId="{469AADDC-3536-4588-AF73-80281AB69F7B}" type="pres">
      <dgm:prSet presAssocID="{09EE30D3-14A7-4313-AEF3-6F96C12BFA29}" presName="Child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6584AF2D-487C-4317-9ED3-9031D9B93006}" type="pres">
      <dgm:prSet presAssocID="{09EE30D3-14A7-4313-AEF3-6F96C12BFA29}" presName="Parent" presStyleLbl="revTx" presStyleIdx="2" presStyleCnt="5">
        <dgm:presLayoutVars>
          <dgm:chMax val="1"/>
          <dgm:chPref val="1"/>
          <dgm:bulletEnabled val="1"/>
        </dgm:presLayoutVars>
      </dgm:prSet>
      <dgm:spPr/>
    </dgm:pt>
    <dgm:pt modelId="{179E6AD8-78AB-4685-A0BE-08DF38A512D2}" type="pres">
      <dgm:prSet presAssocID="{625AC118-5719-4D25-8711-673E7B66038F}" presName="sibTrans" presStyleCnt="0"/>
      <dgm:spPr/>
    </dgm:pt>
    <dgm:pt modelId="{73B16E2A-143E-4D5A-9D49-B5D5E9FCCD09}" type="pres">
      <dgm:prSet presAssocID="{B1C03BC7-CE1C-4C82-BFA3-7236E5E646EE}" presName="composite" presStyleCnt="0"/>
      <dgm:spPr/>
    </dgm:pt>
    <dgm:pt modelId="{47A28614-7F5E-4B81-873D-1FBF4F7DC7DE}" type="pres">
      <dgm:prSet presAssocID="{B1C03BC7-CE1C-4C82-BFA3-7236E5E646EE}" presName="BackAccent" presStyleLbl="bgShp" presStyleIdx="2" presStyleCnt="3"/>
      <dgm:spPr/>
    </dgm:pt>
    <dgm:pt modelId="{9C8122DD-D642-4E0B-AF45-1EDA3A4BA175}" type="pres">
      <dgm:prSet presAssocID="{B1C03BC7-CE1C-4C82-BFA3-7236E5E646EE}" presName="Accent" presStyleLbl="alignNode1" presStyleIdx="2" presStyleCnt="3"/>
      <dgm:spPr/>
    </dgm:pt>
    <dgm:pt modelId="{07EF10BB-B914-451C-ABE0-14ED6FEAA4C7}" type="pres">
      <dgm:prSet presAssocID="{B1C03BC7-CE1C-4C82-BFA3-7236E5E646EE}" presName="Child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12815BFB-674D-4C42-AFF4-96D237B0D523}" type="pres">
      <dgm:prSet presAssocID="{B1C03BC7-CE1C-4C82-BFA3-7236E5E646EE}" presName="Parent" presStyleLbl="revTx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D806CF03-3D76-4345-8753-C70E00473ADF}" type="presOf" srcId="{09EE30D3-14A7-4313-AEF3-6F96C12BFA29}" destId="{6584AF2D-487C-4317-9ED3-9031D9B93006}" srcOrd="0" destOrd="0" presId="urn:microsoft.com/office/officeart/2008/layout/IncreasingCircleProcess"/>
    <dgm:cxn modelId="{82BEA306-4748-4430-BAF9-CD16E19EC086}" type="presOf" srcId="{A7B8FEBD-67DC-4E68-9001-59DC1F486E58}" destId="{07EF10BB-B914-451C-ABE0-14ED6FEAA4C7}" srcOrd="0" destOrd="0" presId="urn:microsoft.com/office/officeart/2008/layout/IncreasingCircleProcess"/>
    <dgm:cxn modelId="{44704D11-48B0-41CA-9141-DBB9E619A2CA}" type="presOf" srcId="{B6093041-FA31-458F-940D-2B2E984B7536}" destId="{5077D09E-6C2E-4ED7-9AB2-34AE0CD613BC}" srcOrd="0" destOrd="0" presId="urn:microsoft.com/office/officeart/2008/layout/IncreasingCircleProcess"/>
    <dgm:cxn modelId="{4264C372-108A-452E-B8C5-D76D7C8C5B44}" srcId="{6F445B95-4151-47E4-9450-966FA92A24AB}" destId="{B1C03BC7-CE1C-4C82-BFA3-7236E5E646EE}" srcOrd="2" destOrd="0" parTransId="{F4B0637B-A169-41AA-8512-2D56FD8C7CBE}" sibTransId="{3B71806A-7806-41F4-9DC6-64883F88A0E5}"/>
    <dgm:cxn modelId="{47E54980-CEDF-4849-BDC1-8D3EA920A5A4}" srcId="{B1C03BC7-CE1C-4C82-BFA3-7236E5E646EE}" destId="{A7B8FEBD-67DC-4E68-9001-59DC1F486E58}" srcOrd="0" destOrd="0" parTransId="{EA108BD4-925C-4026-AC77-8B54DEDE3A1C}" sibTransId="{37592405-A60D-4FE8-BB60-4446D74771AA}"/>
    <dgm:cxn modelId="{0A6D68C9-FCCF-4C7D-B87B-00E89AB96556}" srcId="{B6093041-FA31-458F-940D-2B2E984B7536}" destId="{72C8BE2E-A919-4DB8-95D6-4A21ADAF5B91}" srcOrd="0" destOrd="0" parTransId="{AF60DCD3-13DE-4603-B4E4-A694AA0971BF}" sibTransId="{83CDB978-6488-4DF5-A9B2-22FA93F511B1}"/>
    <dgm:cxn modelId="{C524B1CC-92CE-43F5-A7C2-58FDB86B47F9}" type="presOf" srcId="{6F445B95-4151-47E4-9450-966FA92A24AB}" destId="{6F872D51-6073-4D14-AC65-6A07B39D3472}" srcOrd="0" destOrd="0" presId="urn:microsoft.com/office/officeart/2008/layout/IncreasingCircleProcess"/>
    <dgm:cxn modelId="{F6FBF4D4-FEFE-486D-8BB5-363A75C60D43}" type="presOf" srcId="{72C8BE2E-A919-4DB8-95D6-4A21ADAF5B91}" destId="{DCCF9311-74F8-4F99-AA21-9D1FFF1CD2DB}" srcOrd="0" destOrd="0" presId="urn:microsoft.com/office/officeart/2008/layout/IncreasingCircleProcess"/>
    <dgm:cxn modelId="{C9EBB5E3-CF64-45C8-9090-BA114C52093B}" type="presOf" srcId="{B1C03BC7-CE1C-4C82-BFA3-7236E5E646EE}" destId="{12815BFB-674D-4C42-AFF4-96D237B0D523}" srcOrd="0" destOrd="0" presId="urn:microsoft.com/office/officeart/2008/layout/IncreasingCircleProcess"/>
    <dgm:cxn modelId="{F7EDA4EB-EA61-4A85-A9AE-8C37604E30F1}" srcId="{6F445B95-4151-47E4-9450-966FA92A24AB}" destId="{B6093041-FA31-458F-940D-2B2E984B7536}" srcOrd="0" destOrd="0" parTransId="{5609E054-EAD3-4C47-8134-413D3C7DAA12}" sibTransId="{AC1C6F8A-9FCC-413C-AC77-D2939EBC68A9}"/>
    <dgm:cxn modelId="{6543ACF2-54D5-4D0A-A162-73617E53E457}" srcId="{6F445B95-4151-47E4-9450-966FA92A24AB}" destId="{09EE30D3-14A7-4313-AEF3-6F96C12BFA29}" srcOrd="1" destOrd="0" parTransId="{931E7D53-1327-473D-97DC-70D28A5A127B}" sibTransId="{625AC118-5719-4D25-8711-673E7B66038F}"/>
    <dgm:cxn modelId="{64A3ED57-8307-4882-BC47-B9E05D6498A7}" type="presParOf" srcId="{6F872D51-6073-4D14-AC65-6A07B39D3472}" destId="{81C8B085-C3BB-4BBD-8D18-FEB7F7D824B4}" srcOrd="0" destOrd="0" presId="urn:microsoft.com/office/officeart/2008/layout/IncreasingCircleProcess"/>
    <dgm:cxn modelId="{33980617-925F-4040-BBAA-0D2E71A6504D}" type="presParOf" srcId="{81C8B085-C3BB-4BBD-8D18-FEB7F7D824B4}" destId="{6C9B1A8D-E02B-421F-81FA-72C9EE6536AA}" srcOrd="0" destOrd="0" presId="urn:microsoft.com/office/officeart/2008/layout/IncreasingCircleProcess"/>
    <dgm:cxn modelId="{3B9F5299-F237-4CF6-BDF3-DE921E7ADB37}" type="presParOf" srcId="{81C8B085-C3BB-4BBD-8D18-FEB7F7D824B4}" destId="{D6F96CC5-3C84-43EC-A643-0AF54DDDFD3E}" srcOrd="1" destOrd="0" presId="urn:microsoft.com/office/officeart/2008/layout/IncreasingCircleProcess"/>
    <dgm:cxn modelId="{25530956-7D2C-4646-A0C2-AF2653FA3CD6}" type="presParOf" srcId="{81C8B085-C3BB-4BBD-8D18-FEB7F7D824B4}" destId="{DCCF9311-74F8-4F99-AA21-9D1FFF1CD2DB}" srcOrd="2" destOrd="0" presId="urn:microsoft.com/office/officeart/2008/layout/IncreasingCircleProcess"/>
    <dgm:cxn modelId="{D6DC879D-B7C3-44C7-989F-5ADECD46524D}" type="presParOf" srcId="{81C8B085-C3BB-4BBD-8D18-FEB7F7D824B4}" destId="{5077D09E-6C2E-4ED7-9AB2-34AE0CD613BC}" srcOrd="3" destOrd="0" presId="urn:microsoft.com/office/officeart/2008/layout/IncreasingCircleProcess"/>
    <dgm:cxn modelId="{6890DB6F-2D38-4652-97C2-CD6C9C7BD096}" type="presParOf" srcId="{6F872D51-6073-4D14-AC65-6A07B39D3472}" destId="{52CE11C2-D5F8-4793-9975-8611638FB237}" srcOrd="1" destOrd="0" presId="urn:microsoft.com/office/officeart/2008/layout/IncreasingCircleProcess"/>
    <dgm:cxn modelId="{B9A21A77-AD51-4469-827E-1F0B4EBFB98A}" type="presParOf" srcId="{6F872D51-6073-4D14-AC65-6A07B39D3472}" destId="{6C4B59AE-1034-4E4E-9AFE-8C16D593A573}" srcOrd="2" destOrd="0" presId="urn:microsoft.com/office/officeart/2008/layout/IncreasingCircleProcess"/>
    <dgm:cxn modelId="{39D50A36-5510-4B2E-81AC-720A99106999}" type="presParOf" srcId="{6C4B59AE-1034-4E4E-9AFE-8C16D593A573}" destId="{4EF4C2A2-1C68-4572-8181-FB7933DC5C32}" srcOrd="0" destOrd="0" presId="urn:microsoft.com/office/officeart/2008/layout/IncreasingCircleProcess"/>
    <dgm:cxn modelId="{1F1ADFD9-0BB4-4A7B-BEB5-B4932C2F6298}" type="presParOf" srcId="{6C4B59AE-1034-4E4E-9AFE-8C16D593A573}" destId="{CB3A20CE-E2F4-475B-AA9F-C82BE10F3E9E}" srcOrd="1" destOrd="0" presId="urn:microsoft.com/office/officeart/2008/layout/IncreasingCircleProcess"/>
    <dgm:cxn modelId="{6B65D70D-540B-4A2A-A55E-A5AF65D2550C}" type="presParOf" srcId="{6C4B59AE-1034-4E4E-9AFE-8C16D593A573}" destId="{469AADDC-3536-4588-AF73-80281AB69F7B}" srcOrd="2" destOrd="0" presId="urn:microsoft.com/office/officeart/2008/layout/IncreasingCircleProcess"/>
    <dgm:cxn modelId="{15362A39-6407-4130-B93B-1DD66773062D}" type="presParOf" srcId="{6C4B59AE-1034-4E4E-9AFE-8C16D593A573}" destId="{6584AF2D-487C-4317-9ED3-9031D9B93006}" srcOrd="3" destOrd="0" presId="urn:microsoft.com/office/officeart/2008/layout/IncreasingCircleProcess"/>
    <dgm:cxn modelId="{99EE8177-D96E-4563-8C3D-3AD6130C7C30}" type="presParOf" srcId="{6F872D51-6073-4D14-AC65-6A07B39D3472}" destId="{179E6AD8-78AB-4685-A0BE-08DF38A512D2}" srcOrd="3" destOrd="0" presId="urn:microsoft.com/office/officeart/2008/layout/IncreasingCircleProcess"/>
    <dgm:cxn modelId="{BC8A2A29-B5DE-453F-A7AF-00623C3C6546}" type="presParOf" srcId="{6F872D51-6073-4D14-AC65-6A07B39D3472}" destId="{73B16E2A-143E-4D5A-9D49-B5D5E9FCCD09}" srcOrd="4" destOrd="0" presId="urn:microsoft.com/office/officeart/2008/layout/IncreasingCircleProcess"/>
    <dgm:cxn modelId="{F5E2F2C2-BAAE-42CC-9D69-1329250A3069}" type="presParOf" srcId="{73B16E2A-143E-4D5A-9D49-B5D5E9FCCD09}" destId="{47A28614-7F5E-4B81-873D-1FBF4F7DC7DE}" srcOrd="0" destOrd="0" presId="urn:microsoft.com/office/officeart/2008/layout/IncreasingCircleProcess"/>
    <dgm:cxn modelId="{48EAB446-B366-491F-B2D0-A78FCCC3903E}" type="presParOf" srcId="{73B16E2A-143E-4D5A-9D49-B5D5E9FCCD09}" destId="{9C8122DD-D642-4E0B-AF45-1EDA3A4BA175}" srcOrd="1" destOrd="0" presId="urn:microsoft.com/office/officeart/2008/layout/IncreasingCircleProcess"/>
    <dgm:cxn modelId="{94EB93A5-2475-4B43-9330-C14B5793DF56}" type="presParOf" srcId="{73B16E2A-143E-4D5A-9D49-B5D5E9FCCD09}" destId="{07EF10BB-B914-451C-ABE0-14ED6FEAA4C7}" srcOrd="2" destOrd="0" presId="urn:microsoft.com/office/officeart/2008/layout/IncreasingCircleProcess"/>
    <dgm:cxn modelId="{219227C7-84D5-43E9-A088-E1217EFFD1F5}" type="presParOf" srcId="{73B16E2A-143E-4D5A-9D49-B5D5E9FCCD09}" destId="{12815BFB-674D-4C42-AFF4-96D237B0D523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9B1A8D-E02B-421F-81FA-72C9EE6536AA}">
      <dsp:nvSpPr>
        <dsp:cNvPr id="0" name=""/>
        <dsp:cNvSpPr/>
      </dsp:nvSpPr>
      <dsp:spPr>
        <a:xfrm>
          <a:off x="5953" y="0"/>
          <a:ext cx="638175" cy="63817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F96CC5-3C84-43EC-A643-0AF54DDDFD3E}">
      <dsp:nvSpPr>
        <dsp:cNvPr id="0" name=""/>
        <dsp:cNvSpPr/>
      </dsp:nvSpPr>
      <dsp:spPr>
        <a:xfrm>
          <a:off x="69770" y="63817"/>
          <a:ext cx="510540" cy="510540"/>
        </a:xfrm>
        <a:prstGeom prst="chord">
          <a:avLst>
            <a:gd name="adj1" fmla="val 1168272"/>
            <a:gd name="adj2" fmla="val 963172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CF9311-74F8-4F99-AA21-9D1FFF1CD2DB}">
      <dsp:nvSpPr>
        <dsp:cNvPr id="0" name=""/>
        <dsp:cNvSpPr/>
      </dsp:nvSpPr>
      <dsp:spPr>
        <a:xfrm>
          <a:off x="777081" y="638175"/>
          <a:ext cx="1887934" cy="2685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Two has a longer label</a:t>
          </a:r>
        </a:p>
      </dsp:txBody>
      <dsp:txXfrm>
        <a:off x="777081" y="638175"/>
        <a:ext cx="1887934" cy="2685653"/>
      </dsp:txXfrm>
    </dsp:sp>
    <dsp:sp modelId="{5077D09E-6C2E-4ED7-9AB2-34AE0CD613BC}">
      <dsp:nvSpPr>
        <dsp:cNvPr id="0" name=""/>
        <dsp:cNvSpPr/>
      </dsp:nvSpPr>
      <dsp:spPr>
        <a:xfrm>
          <a:off x="777081" y="0"/>
          <a:ext cx="1887934" cy="638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b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One</a:t>
          </a:r>
        </a:p>
      </dsp:txBody>
      <dsp:txXfrm>
        <a:off x="777081" y="0"/>
        <a:ext cx="1887934" cy="638175"/>
      </dsp:txXfrm>
    </dsp:sp>
    <dsp:sp modelId="{4EF4C2A2-1C68-4572-8181-FB7933DC5C32}">
      <dsp:nvSpPr>
        <dsp:cNvPr id="0" name=""/>
        <dsp:cNvSpPr/>
      </dsp:nvSpPr>
      <dsp:spPr>
        <a:xfrm>
          <a:off x="2797968" y="0"/>
          <a:ext cx="638174" cy="63817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3A20CE-E2F4-475B-AA9F-C82BE10F3E9E}">
      <dsp:nvSpPr>
        <dsp:cNvPr id="0" name=""/>
        <dsp:cNvSpPr/>
      </dsp:nvSpPr>
      <dsp:spPr>
        <a:xfrm>
          <a:off x="2861786" y="63817"/>
          <a:ext cx="510539" cy="510540"/>
        </a:xfrm>
        <a:prstGeom prst="chord">
          <a:avLst>
            <a:gd name="adj1" fmla="val 20431728"/>
            <a:gd name="adj2" fmla="val 1196827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4AF2D-487C-4317-9ED3-9031D9B93006}">
      <dsp:nvSpPr>
        <dsp:cNvPr id="0" name=""/>
        <dsp:cNvSpPr/>
      </dsp:nvSpPr>
      <dsp:spPr>
        <a:xfrm>
          <a:off x="3569096" y="0"/>
          <a:ext cx="1887934" cy="638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b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Three</a:t>
          </a:r>
        </a:p>
      </dsp:txBody>
      <dsp:txXfrm>
        <a:off x="3569096" y="0"/>
        <a:ext cx="1887934" cy="638175"/>
      </dsp:txXfrm>
    </dsp:sp>
    <dsp:sp modelId="{47A28614-7F5E-4B81-873D-1FBF4F7DC7DE}">
      <dsp:nvSpPr>
        <dsp:cNvPr id="0" name=""/>
        <dsp:cNvSpPr/>
      </dsp:nvSpPr>
      <dsp:spPr>
        <a:xfrm>
          <a:off x="5589984" y="0"/>
          <a:ext cx="638175" cy="63817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8122DD-D642-4E0B-AF45-1EDA3A4BA175}">
      <dsp:nvSpPr>
        <dsp:cNvPr id="0" name=""/>
        <dsp:cNvSpPr/>
      </dsp:nvSpPr>
      <dsp:spPr>
        <a:xfrm>
          <a:off x="5653801" y="63817"/>
          <a:ext cx="510540" cy="510540"/>
        </a:xfrm>
        <a:prstGeom prst="chord">
          <a:avLst>
            <a:gd name="adj1" fmla="val 162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EF10BB-B914-451C-ABE0-14ED6FEAA4C7}">
      <dsp:nvSpPr>
        <dsp:cNvPr id="0" name=""/>
        <dsp:cNvSpPr/>
      </dsp:nvSpPr>
      <dsp:spPr>
        <a:xfrm>
          <a:off x="6361112" y="638175"/>
          <a:ext cx="1887934" cy="2685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Five</a:t>
          </a:r>
        </a:p>
      </dsp:txBody>
      <dsp:txXfrm>
        <a:off x="6361112" y="638175"/>
        <a:ext cx="1887934" cy="2685653"/>
      </dsp:txXfrm>
    </dsp:sp>
    <dsp:sp modelId="{12815BFB-674D-4C42-AFF4-96D237B0D523}">
      <dsp:nvSpPr>
        <dsp:cNvPr id="0" name=""/>
        <dsp:cNvSpPr/>
      </dsp:nvSpPr>
      <dsp:spPr>
        <a:xfrm>
          <a:off x="6361112" y="0"/>
          <a:ext cx="1887934" cy="638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b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Four</a:t>
          </a:r>
        </a:p>
      </dsp:txBody>
      <dsp:txXfrm>
        <a:off x="6361112" y="0"/>
        <a:ext cx="1887934" cy="6381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058C3-8A24-27F8-F059-C425091B4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F11C2B-DA68-7E05-CBEF-03C13724D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05B25-93E0-8959-0403-4017D5524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FF03-262C-4B05-9B86-B9EBF8261E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0355-3D09-26E9-78F6-5EEF7C678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324C4-6A2E-B513-391B-5AF117531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7BB7A-03CC-46B8-98F2-53943A07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9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1ADE4-40CC-613C-9E9D-D980AB9A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8C603-7B81-8DEA-AB79-B44A3A7E8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7F175-2491-8F4A-5D0E-698F59BB8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FF03-262C-4B05-9B86-B9EBF8261E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7028F-E7E5-FD35-1805-4C5AF6734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66ADB-B5AF-8A69-E64B-CE75C679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7BB7A-03CC-46B8-98F2-53943A07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512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AF681-2053-2916-7C53-8D5ECA3C4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F88C1-5CB7-BFB7-0D9B-5607F742A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59000-4402-C9DC-8F21-6257B45D2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FF03-262C-4B05-9B86-B9EBF8261E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6AB1D-A0D9-1408-8BF7-66B14E52F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7583C-C764-C6A0-A7E9-FA4900B2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7BB7A-03CC-46B8-98F2-53943A07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973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FC7F7-C029-AC46-5219-18FA69C3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EA9A9-0871-277B-EE3B-20FED23668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ECBFD-17DB-1165-82FC-FB7661577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211CA-B433-E5B7-DA1A-7D670A4A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FF03-262C-4B05-9B86-B9EBF8261E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B5770-8D51-C67C-2609-53A4FC32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31A07-0285-221D-3832-8FA297C8C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7BB7A-03CC-46B8-98F2-53943A07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B8A6C-5B79-2316-D824-74B5553D1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B47EE-21A6-37CD-0B9C-0A1327029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F0F2C-28B5-F587-2E04-90096E5FD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D56C64-C4DA-B2B2-7D1B-B9B6367842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36175-70FB-3DCB-FE29-07D2C088A1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11856-5D67-80E6-CDDD-D5240AEEA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FF03-262C-4B05-9B86-B9EBF8261E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D1773B-13E8-CAB9-0F43-8FB3A9143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E36F3B-F914-7668-CD4B-DA8EC363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7BB7A-03CC-46B8-98F2-53943A07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43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763A1-3C37-85D0-152B-EC8D67F54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4A4F58-BF05-0776-D801-1B22E3539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FF03-262C-4B05-9B86-B9EBF8261E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AFF520-C7A6-22D9-9A09-C592E6A5D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F3C222-B6E0-D46A-134B-5048EEAC2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7BB7A-03CC-46B8-98F2-53943A07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200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81DE8A-C52E-52D0-CF22-5D1D1B86B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FF03-262C-4B05-9B86-B9EBF8261E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2F3661-5738-1F1C-FD09-373FD125D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8FB55-FD69-5BAD-989D-6CE23CC4C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7BB7A-03CC-46B8-98F2-53943A07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883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B8D7F-BA08-FB0F-1CD6-67A7DE779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D6CFB-9DD9-0860-B3E7-6FC0D6E6B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3D5A2-3903-9D02-A9D8-34EF138B2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D28D7-06F8-9A05-41C6-6D2472CCE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FF03-262C-4B05-9B86-B9EBF8261E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39C5F-B4DC-9D50-69D9-371745D16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F81A6-F169-4BBF-91A5-A8EA3A5C3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7BB7A-03CC-46B8-98F2-53943A07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234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3DBA7-8559-68AC-A716-0B95062E4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2FC024-2D41-58D4-5ADB-9C27D60410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711DF1-B4DF-C99E-5D16-1B4A7585A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34512-9CFC-3C5B-D86A-99AEC55F3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FF03-262C-4B05-9B86-B9EBF8261E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8E560-70D2-BEC0-7543-8B073A4FD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0ED62-15C0-4FCD-1745-B37B3A073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7BB7A-03CC-46B8-98F2-53943A07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76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FEBED-68BB-E401-7CFF-99B9C0878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688F1F-9094-14E4-8419-73709AFE0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1FC6C-C18B-F8A3-E04C-1495A3D5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FF03-262C-4B05-9B86-B9EBF8261E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7B36D-D89E-1AAC-2FF2-1A81F71CF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1DDFC-6D3A-DDFE-7167-CB654221F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7BB7A-03CC-46B8-98F2-53943A07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358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2DFC83-ADFF-A1F0-5353-827D3ABFF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C67E1D-0BCA-789A-8670-E68DC0935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A9883-B75E-18FE-BE0C-0D216019A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DFF03-262C-4B05-9B86-B9EBF8261E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730BD-83B0-1F8A-5595-86602EC0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0DDA4-E49A-2E0C-E9A4-EB6F22CA8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7BB7A-03CC-46B8-98F2-53943A07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90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6FFEF7-52FB-6981-3803-1DBF6F53A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D47D6-C7C7-13D5-43DC-7A9D96154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1FBE8-EBA7-6C50-C20F-4FBD470711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DFF03-262C-4B05-9B86-B9EBF8261E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B47C9-F7D8-64F4-F615-4F96DE5FB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AC061-DF8C-D3A8-F9CC-F801E42EE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C7BB7A-03CC-46B8-98F2-53943A076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0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7364F57-6B7A-E964-DC16-8D5F872255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919999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6961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2026-09-06T08:12:51Z</dcterms:created>
  <dcterms:modified xsi:type="dcterms:W3CDTF">2026-09-06T08:12:52Z</dcterms:modified>
</cp:coreProperties>
</file>