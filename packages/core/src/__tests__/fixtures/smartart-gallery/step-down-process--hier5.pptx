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3CAC7E6-9293-4809-BD4C-596FC782C205}" type="doc">
      <dgm:prSet loTypeId="urn:microsoft.com/office/officeart/2005/8/layout/StepDown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F7048F4-CBA6-472E-A2BC-6B5A7066DC12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2A654B94-507C-4EB4-901C-72B56AC35D27}" type="parTrans" cxnId="{0A95CE4D-2F6E-4982-A82F-C07881970E11}">
      <dgm:prSet/>
      <dgm:spPr/>
    </dgm:pt>
    <dgm:pt modelId="{F0BDA4C6-D1BF-447E-9F1B-2E2704173BFA}" type="sibTrans" cxnId="{0A95CE4D-2F6E-4982-A82F-C07881970E11}">
      <dgm:prSet/>
      <dgm:spPr/>
    </dgm:pt>
    <dgm:pt modelId="{9BB7EE95-AB02-4FA4-BDE9-192C3C281645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27176E42-9EE9-448C-AD46-1E26167A36C2}" type="parTrans" cxnId="{CA678E3A-99E4-4936-B3C5-BE65AD304D77}">
      <dgm:prSet/>
      <dgm:spPr/>
    </dgm:pt>
    <dgm:pt modelId="{F2585DEF-0401-423E-859C-9910FAF952EE}" type="sibTrans" cxnId="{CA678E3A-99E4-4936-B3C5-BE65AD304D77}">
      <dgm:prSet/>
      <dgm:spPr/>
    </dgm:pt>
    <dgm:pt modelId="{AE1C258B-FBFF-47C8-8091-E9562785A645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3E31B019-DF24-4A52-852B-CA7115B560CD}" type="parTrans" cxnId="{A4E341F4-7509-44FC-98E5-FE9DAC0929FC}">
      <dgm:prSet/>
      <dgm:spPr/>
    </dgm:pt>
    <dgm:pt modelId="{067E7860-BC19-4405-86D0-5B4AA387E626}" type="sibTrans" cxnId="{A4E341F4-7509-44FC-98E5-FE9DAC0929FC}">
      <dgm:prSet/>
      <dgm:spPr/>
    </dgm:pt>
    <dgm:pt modelId="{C42560B9-BB4B-4B15-844A-41A95A8A5CDC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5A4A6EA6-F92D-4A9E-969A-5BAA982C4E28}" type="parTrans" cxnId="{0A28EF81-91E3-4477-B571-D79C975AFF59}">
      <dgm:prSet/>
      <dgm:spPr/>
    </dgm:pt>
    <dgm:pt modelId="{35315F41-EE06-432F-BAE2-916991DF4173}" type="sibTrans" cxnId="{0A28EF81-91E3-4477-B571-D79C975AFF59}">
      <dgm:prSet/>
      <dgm:spPr/>
    </dgm:pt>
    <dgm:pt modelId="{787D75C0-4E23-46EA-A5E7-B9AEBAECE9C7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E13CE3C7-69F1-4E6B-872E-EE6F268C8492}" type="parTrans" cxnId="{327EBFF6-BE3A-454F-BE9D-97B9C1234F10}">
      <dgm:prSet/>
      <dgm:spPr/>
    </dgm:pt>
    <dgm:pt modelId="{5F679C70-BBDF-4001-9FDF-D6362A27DD0B}" type="sibTrans" cxnId="{327EBFF6-BE3A-454F-BE9D-97B9C1234F10}">
      <dgm:prSet/>
      <dgm:spPr/>
    </dgm:pt>
    <dgm:pt modelId="{D459F57E-23FA-4D9B-B049-F03031FAC907}" type="pres">
      <dgm:prSet presAssocID="{E3CAC7E6-9293-4809-BD4C-596FC782C205}" presName="rootnode" presStyleCnt="0">
        <dgm:presLayoutVars>
          <dgm:chMax/>
          <dgm:chPref/>
          <dgm:dir/>
          <dgm:animLvl val="lvl"/>
        </dgm:presLayoutVars>
      </dgm:prSet>
      <dgm:spPr/>
    </dgm:pt>
    <dgm:pt modelId="{374805A0-97FE-4FD2-9818-F20FDD8B8FB4}" type="pres">
      <dgm:prSet presAssocID="{CF7048F4-CBA6-472E-A2BC-6B5A7066DC12}" presName="composite" presStyleCnt="0"/>
      <dgm:spPr/>
    </dgm:pt>
    <dgm:pt modelId="{20DD35EF-D194-4964-9A6A-55235A5395F3}" type="pres">
      <dgm:prSet presAssocID="{CF7048F4-CBA6-472E-A2BC-6B5A7066DC12}" presName="bentUpArrow1" presStyleLbl="alignImgPlace1" presStyleIdx="0" presStyleCnt="2"/>
      <dgm:spPr/>
    </dgm:pt>
    <dgm:pt modelId="{6CC26F82-680A-4056-BFAA-47A43DF15C05}" type="pres">
      <dgm:prSet presAssocID="{CF7048F4-CBA6-472E-A2BC-6B5A7066DC12}" presName="ParentText" presStyleLbl="node1" presStyleIdx="0" presStyleCnt="3">
        <dgm:presLayoutVars>
          <dgm:chMax val="1"/>
          <dgm:chPref val="1"/>
          <dgm:bulletEnabled val="1"/>
        </dgm:presLayoutVars>
      </dgm:prSet>
      <dgm:spPr/>
    </dgm:pt>
    <dgm:pt modelId="{1C3D96E0-F9E8-4BAE-B229-C36061E299DC}" type="pres">
      <dgm:prSet presAssocID="{CF7048F4-CBA6-472E-A2BC-6B5A7066DC12}" presName="ChildText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C3471511-3285-43C7-B35C-A50788DD82D0}" type="pres">
      <dgm:prSet presAssocID="{F0BDA4C6-D1BF-447E-9F1B-2E2704173BFA}" presName="sibTrans" presStyleCnt="0"/>
      <dgm:spPr/>
    </dgm:pt>
    <dgm:pt modelId="{11B7DA85-6183-4B01-BE0B-E277A996903E}" type="pres">
      <dgm:prSet presAssocID="{AE1C258B-FBFF-47C8-8091-E9562785A645}" presName="composite" presStyleCnt="0"/>
      <dgm:spPr/>
    </dgm:pt>
    <dgm:pt modelId="{D5E3B873-8765-4A7A-9B1D-89170F382ED6}" type="pres">
      <dgm:prSet presAssocID="{AE1C258B-FBFF-47C8-8091-E9562785A645}" presName="bentUpArrow1" presStyleLbl="alignImgPlace1" presStyleIdx="1" presStyleCnt="2"/>
      <dgm:spPr/>
    </dgm:pt>
    <dgm:pt modelId="{BEB63EE3-EA73-42D4-BEA4-A0DDBBB5BB58}" type="pres">
      <dgm:prSet presAssocID="{AE1C258B-FBFF-47C8-8091-E9562785A645}" presName="ParentText" presStyleLbl="node1" presStyleIdx="1" presStyleCnt="3">
        <dgm:presLayoutVars>
          <dgm:chMax val="1"/>
          <dgm:chPref val="1"/>
          <dgm:bulletEnabled val="1"/>
        </dgm:presLayoutVars>
      </dgm:prSet>
      <dgm:spPr/>
    </dgm:pt>
    <dgm:pt modelId="{6C019D19-CB90-4CBE-82D6-39A8F6EC46BD}" type="pres">
      <dgm:prSet presAssocID="{AE1C258B-FBFF-47C8-8091-E9562785A645}" presName="ChildText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F5C83536-031C-491D-9AC8-ACA3A6B48F1C}" type="pres">
      <dgm:prSet presAssocID="{067E7860-BC19-4405-86D0-5B4AA387E626}" presName="sibTrans" presStyleCnt="0"/>
      <dgm:spPr/>
    </dgm:pt>
    <dgm:pt modelId="{991805D9-9ACB-4F8E-93EA-CDB2DD0B6A53}" type="pres">
      <dgm:prSet presAssocID="{C42560B9-BB4B-4B15-844A-41A95A8A5CDC}" presName="composite" presStyleCnt="0"/>
      <dgm:spPr/>
    </dgm:pt>
    <dgm:pt modelId="{D1BB16E9-A418-4837-A12D-5EE57C671C16}" type="pres">
      <dgm:prSet presAssocID="{C42560B9-BB4B-4B15-844A-41A95A8A5CDC}" presName="ParentText" presStyleLbl="node1" presStyleIdx="2" presStyleCnt="3">
        <dgm:presLayoutVars>
          <dgm:chMax val="1"/>
          <dgm:chPref val="1"/>
          <dgm:bulletEnabled val="1"/>
        </dgm:presLayoutVars>
      </dgm:prSet>
      <dgm:spPr/>
    </dgm:pt>
    <dgm:pt modelId="{6512C63D-E574-4C9D-9B76-E79B694F3A7A}" type="pres">
      <dgm:prSet presAssocID="{C42560B9-BB4B-4B15-844A-41A95A8A5CDC}" presName="FinalChildText" presStyleLbl="revTx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95BE8022-FD71-4DAE-973E-B4612F8A8B06}" type="presOf" srcId="{CF7048F4-CBA6-472E-A2BC-6B5A7066DC12}" destId="{6CC26F82-680A-4056-BFAA-47A43DF15C05}" srcOrd="0" destOrd="0" presId="urn:microsoft.com/office/officeart/2005/8/layout/StepDownProcess"/>
    <dgm:cxn modelId="{CA678E3A-99E4-4936-B3C5-BE65AD304D77}" srcId="{CF7048F4-CBA6-472E-A2BC-6B5A7066DC12}" destId="{9BB7EE95-AB02-4FA4-BDE9-192C3C281645}" srcOrd="0" destOrd="0" parTransId="{27176E42-9EE9-448C-AD46-1E26167A36C2}" sibTransId="{F2585DEF-0401-423E-859C-9910FAF952EE}"/>
    <dgm:cxn modelId="{D7A9513D-7A4B-4A6D-A4C1-B49106FB6EF5}" type="presOf" srcId="{C42560B9-BB4B-4B15-844A-41A95A8A5CDC}" destId="{D1BB16E9-A418-4837-A12D-5EE57C671C16}" srcOrd="0" destOrd="0" presId="urn:microsoft.com/office/officeart/2005/8/layout/StepDownProcess"/>
    <dgm:cxn modelId="{1AAAE03E-698D-4FAB-9892-BEE3B77B220C}" type="presOf" srcId="{9BB7EE95-AB02-4FA4-BDE9-192C3C281645}" destId="{1C3D96E0-F9E8-4BAE-B229-C36061E299DC}" srcOrd="0" destOrd="0" presId="urn:microsoft.com/office/officeart/2005/8/layout/StepDownProcess"/>
    <dgm:cxn modelId="{0A95CE4D-2F6E-4982-A82F-C07881970E11}" srcId="{E3CAC7E6-9293-4809-BD4C-596FC782C205}" destId="{CF7048F4-CBA6-472E-A2BC-6B5A7066DC12}" srcOrd="0" destOrd="0" parTransId="{2A654B94-507C-4EB4-901C-72B56AC35D27}" sibTransId="{F0BDA4C6-D1BF-447E-9F1B-2E2704173BFA}"/>
    <dgm:cxn modelId="{28418954-D0DB-4F9C-93D2-1C5145BD5F93}" type="presOf" srcId="{AE1C258B-FBFF-47C8-8091-E9562785A645}" destId="{BEB63EE3-EA73-42D4-BEA4-A0DDBBB5BB58}" srcOrd="0" destOrd="0" presId="urn:microsoft.com/office/officeart/2005/8/layout/StepDownProcess"/>
    <dgm:cxn modelId="{0A28EF81-91E3-4477-B571-D79C975AFF59}" srcId="{E3CAC7E6-9293-4809-BD4C-596FC782C205}" destId="{C42560B9-BB4B-4B15-844A-41A95A8A5CDC}" srcOrd="2" destOrd="0" parTransId="{5A4A6EA6-F92D-4A9E-969A-5BAA982C4E28}" sibTransId="{35315F41-EE06-432F-BAE2-916991DF4173}"/>
    <dgm:cxn modelId="{9D7DE49F-8E98-4890-91F5-960502BA2412}" type="presOf" srcId="{787D75C0-4E23-46EA-A5E7-B9AEBAECE9C7}" destId="{6512C63D-E574-4C9D-9B76-E79B694F3A7A}" srcOrd="0" destOrd="0" presId="urn:microsoft.com/office/officeart/2005/8/layout/StepDownProcess"/>
    <dgm:cxn modelId="{A4E341F4-7509-44FC-98E5-FE9DAC0929FC}" srcId="{E3CAC7E6-9293-4809-BD4C-596FC782C205}" destId="{AE1C258B-FBFF-47C8-8091-E9562785A645}" srcOrd="1" destOrd="0" parTransId="{3E31B019-DF24-4A52-852B-CA7115B560CD}" sibTransId="{067E7860-BC19-4405-86D0-5B4AA387E626}"/>
    <dgm:cxn modelId="{327EBFF6-BE3A-454F-BE9D-97B9C1234F10}" srcId="{C42560B9-BB4B-4B15-844A-41A95A8A5CDC}" destId="{787D75C0-4E23-46EA-A5E7-B9AEBAECE9C7}" srcOrd="0" destOrd="0" parTransId="{E13CE3C7-69F1-4E6B-872E-EE6F268C8492}" sibTransId="{5F679C70-BBDF-4001-9FDF-D6362A27DD0B}"/>
    <dgm:cxn modelId="{94CCEDF8-A569-463A-8347-594E7DAEFE7E}" type="presOf" srcId="{E3CAC7E6-9293-4809-BD4C-596FC782C205}" destId="{D459F57E-23FA-4D9B-B049-F03031FAC907}" srcOrd="0" destOrd="0" presId="urn:microsoft.com/office/officeart/2005/8/layout/StepDownProcess"/>
    <dgm:cxn modelId="{8A2F8CF1-52CA-40FE-A3E5-97B04018E7A4}" type="presParOf" srcId="{D459F57E-23FA-4D9B-B049-F03031FAC907}" destId="{374805A0-97FE-4FD2-9818-F20FDD8B8FB4}" srcOrd="0" destOrd="0" presId="urn:microsoft.com/office/officeart/2005/8/layout/StepDownProcess"/>
    <dgm:cxn modelId="{699AEA81-A205-4C06-A789-5395892F8099}" type="presParOf" srcId="{374805A0-97FE-4FD2-9818-F20FDD8B8FB4}" destId="{20DD35EF-D194-4964-9A6A-55235A5395F3}" srcOrd="0" destOrd="0" presId="urn:microsoft.com/office/officeart/2005/8/layout/StepDownProcess"/>
    <dgm:cxn modelId="{0D718864-AA12-4E66-BF14-3BCA3375E356}" type="presParOf" srcId="{374805A0-97FE-4FD2-9818-F20FDD8B8FB4}" destId="{6CC26F82-680A-4056-BFAA-47A43DF15C05}" srcOrd="1" destOrd="0" presId="urn:microsoft.com/office/officeart/2005/8/layout/StepDownProcess"/>
    <dgm:cxn modelId="{957EF427-5858-49C9-99ED-454CF18A53C5}" type="presParOf" srcId="{374805A0-97FE-4FD2-9818-F20FDD8B8FB4}" destId="{1C3D96E0-F9E8-4BAE-B229-C36061E299DC}" srcOrd="2" destOrd="0" presId="urn:microsoft.com/office/officeart/2005/8/layout/StepDownProcess"/>
    <dgm:cxn modelId="{2B59B912-A85A-450C-990E-16C2FAE2307B}" type="presParOf" srcId="{D459F57E-23FA-4D9B-B049-F03031FAC907}" destId="{C3471511-3285-43C7-B35C-A50788DD82D0}" srcOrd="1" destOrd="0" presId="urn:microsoft.com/office/officeart/2005/8/layout/StepDownProcess"/>
    <dgm:cxn modelId="{125B5128-2807-4927-9068-A09751B6B570}" type="presParOf" srcId="{D459F57E-23FA-4D9B-B049-F03031FAC907}" destId="{11B7DA85-6183-4B01-BE0B-E277A996903E}" srcOrd="2" destOrd="0" presId="urn:microsoft.com/office/officeart/2005/8/layout/StepDownProcess"/>
    <dgm:cxn modelId="{EFE067AD-9D00-4125-816D-266CA14C908F}" type="presParOf" srcId="{11B7DA85-6183-4B01-BE0B-E277A996903E}" destId="{D5E3B873-8765-4A7A-9B1D-89170F382ED6}" srcOrd="0" destOrd="0" presId="urn:microsoft.com/office/officeart/2005/8/layout/StepDownProcess"/>
    <dgm:cxn modelId="{7FFC07A4-D620-4EED-919A-DE3D4605EAEE}" type="presParOf" srcId="{11B7DA85-6183-4B01-BE0B-E277A996903E}" destId="{BEB63EE3-EA73-42D4-BEA4-A0DDBBB5BB58}" srcOrd="1" destOrd="0" presId="urn:microsoft.com/office/officeart/2005/8/layout/StepDownProcess"/>
    <dgm:cxn modelId="{25A96663-95F5-4D95-BE65-A1E54ED664EB}" type="presParOf" srcId="{11B7DA85-6183-4B01-BE0B-E277A996903E}" destId="{6C019D19-CB90-4CBE-82D6-39A8F6EC46BD}" srcOrd="2" destOrd="0" presId="urn:microsoft.com/office/officeart/2005/8/layout/StepDownProcess"/>
    <dgm:cxn modelId="{70B70D11-682C-4EB4-95B0-FEEA47B88166}" type="presParOf" srcId="{D459F57E-23FA-4D9B-B049-F03031FAC907}" destId="{F5C83536-031C-491D-9AC8-ACA3A6B48F1C}" srcOrd="3" destOrd="0" presId="urn:microsoft.com/office/officeart/2005/8/layout/StepDownProcess"/>
    <dgm:cxn modelId="{9C0CAD77-1676-479C-927D-DC11E49FBCF7}" type="presParOf" srcId="{D459F57E-23FA-4D9B-B049-F03031FAC907}" destId="{991805D9-9ACB-4F8E-93EA-CDB2DD0B6A53}" srcOrd="4" destOrd="0" presId="urn:microsoft.com/office/officeart/2005/8/layout/StepDownProcess"/>
    <dgm:cxn modelId="{6E9DB61F-EDDE-4039-BBCD-B7E843305F26}" type="presParOf" srcId="{991805D9-9ACB-4F8E-93EA-CDB2DD0B6A53}" destId="{D1BB16E9-A418-4837-A12D-5EE57C671C16}" srcOrd="0" destOrd="0" presId="urn:microsoft.com/office/officeart/2005/8/layout/StepDownProcess"/>
    <dgm:cxn modelId="{1BE5C99F-F9BA-4E91-8534-9D2C47EDCC85}" type="presParOf" srcId="{991805D9-9ACB-4F8E-93EA-CDB2DD0B6A53}" destId="{6512C63D-E574-4C9D-9B76-E79B694F3A7A}" srcOrd="1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DD35EF-D194-4964-9A6A-55235A5395F3}">
      <dsp:nvSpPr>
        <dsp:cNvPr id="0" name=""/>
        <dsp:cNvSpPr/>
      </dsp:nvSpPr>
      <dsp:spPr>
        <a:xfrm rot="5400000">
          <a:off x="734696" y="1484219"/>
          <a:ext cx="1312664" cy="1494421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C26F82-680A-4056-BFAA-47A43DF15C05}">
      <dsp:nvSpPr>
        <dsp:cNvPr id="0" name=""/>
        <dsp:cNvSpPr/>
      </dsp:nvSpPr>
      <dsp:spPr>
        <a:xfrm>
          <a:off x="386920" y="29104"/>
          <a:ext cx="2209753" cy="1546755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Node One</a:t>
          </a:r>
        </a:p>
      </dsp:txBody>
      <dsp:txXfrm>
        <a:off x="462440" y="104624"/>
        <a:ext cx="2058713" cy="1395715"/>
      </dsp:txXfrm>
    </dsp:sp>
    <dsp:sp modelId="{1C3D96E0-F9E8-4BAE-B229-C36061E299DC}">
      <dsp:nvSpPr>
        <dsp:cNvPr id="0" name=""/>
        <dsp:cNvSpPr/>
      </dsp:nvSpPr>
      <dsp:spPr>
        <a:xfrm>
          <a:off x="2596674" y="176623"/>
          <a:ext cx="1607164" cy="12501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Node Two has a longer label</a:t>
          </a:r>
        </a:p>
      </dsp:txBody>
      <dsp:txXfrm>
        <a:off x="2596674" y="176623"/>
        <a:ext cx="1607164" cy="1250156"/>
      </dsp:txXfrm>
    </dsp:sp>
    <dsp:sp modelId="{D5E3B873-8765-4A7A-9B1D-89170F382ED6}">
      <dsp:nvSpPr>
        <dsp:cNvPr id="0" name=""/>
        <dsp:cNvSpPr/>
      </dsp:nvSpPr>
      <dsp:spPr>
        <a:xfrm rot="5400000">
          <a:off x="2566817" y="3221736"/>
          <a:ext cx="1312664" cy="1494421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B63EE3-EA73-42D4-BEA4-A0DDBBB5BB58}">
      <dsp:nvSpPr>
        <dsp:cNvPr id="0" name=""/>
        <dsp:cNvSpPr/>
      </dsp:nvSpPr>
      <dsp:spPr>
        <a:xfrm>
          <a:off x="2219041" y="1766622"/>
          <a:ext cx="2209753" cy="1546755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Node Three</a:t>
          </a:r>
        </a:p>
      </dsp:txBody>
      <dsp:txXfrm>
        <a:off x="2294561" y="1842142"/>
        <a:ext cx="2058713" cy="1395715"/>
      </dsp:txXfrm>
    </dsp:sp>
    <dsp:sp modelId="{6C019D19-CB90-4CBE-82D6-39A8F6EC46BD}">
      <dsp:nvSpPr>
        <dsp:cNvPr id="0" name=""/>
        <dsp:cNvSpPr/>
      </dsp:nvSpPr>
      <dsp:spPr>
        <a:xfrm>
          <a:off x="4428794" y="1914140"/>
          <a:ext cx="1607164" cy="12501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1BB16E9-A418-4837-A12D-5EE57C671C16}">
      <dsp:nvSpPr>
        <dsp:cNvPr id="0" name=""/>
        <dsp:cNvSpPr/>
      </dsp:nvSpPr>
      <dsp:spPr>
        <a:xfrm>
          <a:off x="4051161" y="3504139"/>
          <a:ext cx="2209753" cy="1546755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Node Four</a:t>
          </a:r>
        </a:p>
      </dsp:txBody>
      <dsp:txXfrm>
        <a:off x="4126681" y="3579659"/>
        <a:ext cx="2058713" cy="1395715"/>
      </dsp:txXfrm>
    </dsp:sp>
    <dsp:sp modelId="{6512C63D-E574-4C9D-9B76-E79B694F3A7A}">
      <dsp:nvSpPr>
        <dsp:cNvPr id="0" name=""/>
        <dsp:cNvSpPr/>
      </dsp:nvSpPr>
      <dsp:spPr>
        <a:xfrm>
          <a:off x="6260915" y="3651657"/>
          <a:ext cx="1607164" cy="12501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/>
            <a:t>Node Five</a:t>
          </a:r>
        </a:p>
      </dsp:txBody>
      <dsp:txXfrm>
        <a:off x="6260915" y="3651657"/>
        <a:ext cx="1607164" cy="125015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81CEB-5E80-516F-674F-2E57088650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963BC5-83CD-B776-B12C-F5BECA49B0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A5C72A-C30E-F583-F3BD-E448ADE8A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DCE3-7A59-4751-8E39-EBA110C3B60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36B95D-4DA9-3EC2-F35B-F068F0827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86509-F555-B05F-0E92-BFA93985B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AFEC4-99BB-445E-AAC9-05F8148847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571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2DA24-0B93-777D-C0D6-D02F245E8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6AC188-975D-29B4-16FB-A13E4B2762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B15399-CB07-15B3-75A1-C4ADBFA01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DCE3-7A59-4751-8E39-EBA110C3B60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580FC-BB07-778B-D59B-315DA0503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A75F67-DDB1-AD52-BCF5-B7AAAD374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AFEC4-99BB-445E-AAC9-05F8148847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708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22E2A-ED15-45D8-01D0-91568DCE9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7A925B-53FC-D310-2778-0F875B6B99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698EC7-3F6C-EC67-CDE2-6987CAE41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DCE3-7A59-4751-8E39-EBA110C3B60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3BA65-F891-B26E-5C4E-0C83FC908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1D42FE-6AE4-50BC-81BF-7F6C2B6CB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AFEC4-99BB-445E-AAC9-05F8148847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0528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A0C7A-2B4A-A411-3AE0-2592729B4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400966-FA09-7F6A-9474-BB67A8C81A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7BB67F-AA66-A260-1AF2-33AD34288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D90D6A-03B8-2DD0-E10A-89D7865A8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DCE3-7A59-4751-8E39-EBA110C3B60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F3F9DB-DB8B-1ADC-D305-C654AAB1F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73FCB9-E50E-A8FE-EFB3-9154C6B02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AFEC4-99BB-445E-AAC9-05F8148847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76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13A66-29C4-3C53-7040-CC0A19C92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94A6B9-3E9B-B47C-AA80-CF732A868C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B10065-4CF3-84AE-425F-7332F898B9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AD0AA5-8BA3-17B4-B519-49BDDA0A3D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7DD017-C2EE-D6A2-4100-0FB3F445BB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CC519A-A940-87C6-2CB8-9D6B1C4C8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DCE3-7A59-4751-8E39-EBA110C3B60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477E5F-464D-870A-5D7E-8F85965C1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9E1885-FC2F-BEA0-510E-11500F0F8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AFEC4-99BB-445E-AAC9-05F8148847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463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1C220-2E5A-32E8-12C8-779E59DEC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58FB5F-A011-B839-F32C-73CDF14FC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DCE3-7A59-4751-8E39-EBA110C3B60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C4A93E-DF76-C2A6-880A-20824D0D2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4E8C03-5AC7-31F7-57C3-8E4C3884B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AFEC4-99BB-445E-AAC9-05F8148847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178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EFC8B2-4B49-2EBA-4421-61007D2B4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DCE3-7A59-4751-8E39-EBA110C3B60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BA996A-18FE-59DF-6C2E-C5839770D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8C96D5-7C47-1644-278D-CF1B3CE02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AFEC4-99BB-445E-AAC9-05F8148847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149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99C2A-4092-FC7F-FEE0-082CB9221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FEE75C-8939-1E96-C826-13652C354A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A12CAE-B07C-8D99-6262-FB6B08A3F5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6578E2-25B1-CB3C-0063-BA37DF531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DCE3-7A59-4751-8E39-EBA110C3B60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78F1FC-6ADB-A7B9-3A7C-ED5BFCD70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9551FF-49C1-4A20-64AA-9BF4B9BFD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AFEC4-99BB-445E-AAC9-05F8148847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011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23659-378D-EDFA-DA17-CC57DE63B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36FC6B-35B7-5C75-86D3-A287A8EB67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9716C0-79AE-8B95-73FD-43B0EE25A2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7FDC05-6597-A155-666A-2986EE04C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DCE3-7A59-4751-8E39-EBA110C3B60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E15E08-E69F-CABA-B3EB-782287433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23F18C-FB5C-9345-5443-3347B5E29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AFEC4-99BB-445E-AAC9-05F8148847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058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4D187-4D20-B77D-2370-962E394DF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9AA3A6-86CF-A204-5D91-73D130EE2A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53084C-3022-0420-F10E-78D50AB3B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DCE3-7A59-4751-8E39-EBA110C3B60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6A06AD-4553-9512-185F-60575BAC1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B7161B-A2F0-F5BE-23DE-51B1C3614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AFEC4-99BB-445E-AAC9-05F8148847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108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9A5E0E-16E9-F6DE-011A-0BB78C41C9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C58A8E-C9FB-4FF7-57E8-C3E76BF258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8DE1D0-A01A-1D15-0A2B-2DEB99072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DCE3-7A59-4751-8E39-EBA110C3B60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1FCEE3-9340-2D56-CDDD-88A7AA81D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532642-0730-D169-CF81-F7503E5C6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AFEC4-99BB-445E-AAC9-05F8148847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184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549612-0A57-C4E5-0CA2-54D8CC3B5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F5673D-78B4-DAC1-B9E5-4496191E24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FD810-3C86-BFAE-0A6E-09EEB77269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81DCE3-7A59-4751-8E39-EBA110C3B60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B698FD-0CD5-9C1E-F134-B7D95A71F9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DCF26A-551C-D0F8-4A3A-F9486C4AA4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2AFEC4-99BB-445E-AAC9-05F8148847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54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A4645FDE-A34D-D30B-851F-2C088A090B8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84815953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385043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2026-09-06T08:13:19Z</dcterms:created>
  <dcterms:modified xsi:type="dcterms:W3CDTF">2026-09-06T08:13:20Z</dcterms:modified>
</cp:coreProperties>
</file>