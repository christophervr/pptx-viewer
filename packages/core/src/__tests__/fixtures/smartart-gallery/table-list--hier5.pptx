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BC2685-76E9-4A12-8011-A11051F74A87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85E498-4E58-4F12-B162-30EA048D444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7D9DED96-81C6-4206-B23C-0FDE1FCC7A91}" type="parTrans" cxnId="{AE05B92C-4C8F-4713-84EF-C10C85D9F7D3}">
      <dgm:prSet/>
      <dgm:spPr/>
    </dgm:pt>
    <dgm:pt modelId="{2F3E7740-4DB6-4487-8442-24B263C08BC1}" type="sibTrans" cxnId="{AE05B92C-4C8F-4713-84EF-C10C85D9F7D3}">
      <dgm:prSet/>
      <dgm:spPr/>
    </dgm:pt>
    <dgm:pt modelId="{A32BA0C7-E75E-4288-A993-E81CB532B373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704D8EC0-4EFF-4211-83F4-F28ADD65A547}" type="parTrans" cxnId="{D88BD7B9-F76A-40AD-9B1D-3F9423F34E4D}">
      <dgm:prSet/>
      <dgm:spPr/>
    </dgm:pt>
    <dgm:pt modelId="{52525A83-5ACD-4B50-BCD5-735E77AB3B24}" type="sibTrans" cxnId="{D88BD7B9-F76A-40AD-9B1D-3F9423F34E4D}">
      <dgm:prSet/>
      <dgm:spPr/>
    </dgm:pt>
    <dgm:pt modelId="{89AC9163-45A0-4E4E-BE24-5C80B6901EF6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D47583E3-6D2F-466F-B540-DE0167A9121B}" type="parTrans" cxnId="{C553AD1C-C69B-4F2C-88C4-A1D655C040FE}">
      <dgm:prSet/>
      <dgm:spPr/>
    </dgm:pt>
    <dgm:pt modelId="{0F498A21-31BD-4980-86EA-9B2D85EBA25C}" type="sibTrans" cxnId="{C553AD1C-C69B-4F2C-88C4-A1D655C040FE}">
      <dgm:prSet/>
      <dgm:spPr/>
    </dgm:pt>
    <dgm:pt modelId="{2CEAF909-E955-49B1-BBCB-2B125C0864A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C8A02080-9C8C-491F-BE29-B58B93ED1018}" type="parTrans" cxnId="{8A83F7EB-77AC-4CB7-B0F7-1B90D8DE6A6D}">
      <dgm:prSet/>
      <dgm:spPr/>
    </dgm:pt>
    <dgm:pt modelId="{C1426776-25F4-4739-B20E-F92EBD1E40CA}" type="sibTrans" cxnId="{8A83F7EB-77AC-4CB7-B0F7-1B90D8DE6A6D}">
      <dgm:prSet/>
      <dgm:spPr/>
    </dgm:pt>
    <dgm:pt modelId="{C72FC96F-7367-41E8-8D43-2A8F4E7F841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2ECA90C-78A4-4BF0-B06F-068112CA79B7}" type="parTrans" cxnId="{28D85CD0-E512-466C-B91A-F980EF787A31}">
      <dgm:prSet/>
      <dgm:spPr/>
    </dgm:pt>
    <dgm:pt modelId="{3B6CBC4C-C40E-424F-909E-B23BAFD3A596}" type="sibTrans" cxnId="{28D85CD0-E512-466C-B91A-F980EF787A31}">
      <dgm:prSet/>
      <dgm:spPr/>
    </dgm:pt>
    <dgm:pt modelId="{E1D6B43C-30D9-4DF7-A5A7-978E6D8E0AFC}" type="pres">
      <dgm:prSet presAssocID="{F1BC2685-76E9-4A12-8011-A11051F74A87}" presName="composite" presStyleCnt="0">
        <dgm:presLayoutVars>
          <dgm:chMax val="1"/>
          <dgm:dir/>
          <dgm:resizeHandles val="exact"/>
        </dgm:presLayoutVars>
      </dgm:prSet>
      <dgm:spPr/>
    </dgm:pt>
    <dgm:pt modelId="{9156C811-16F0-4D91-A5AE-BACCE0E1848C}" type="pres">
      <dgm:prSet presAssocID="{7685E498-4E58-4F12-B162-30EA048D4445}" presName="roof" presStyleLbl="dkBgShp" presStyleIdx="0" presStyleCnt="2"/>
      <dgm:spPr/>
    </dgm:pt>
    <dgm:pt modelId="{5646E90A-53EA-4D3D-86A3-4C81ED06C24E}" type="pres">
      <dgm:prSet presAssocID="{7685E498-4E58-4F12-B162-30EA048D4445}" presName="pillars" presStyleCnt="0"/>
      <dgm:spPr/>
    </dgm:pt>
    <dgm:pt modelId="{75CE7AB9-7F02-4461-B57F-E7798DB387D2}" type="pres">
      <dgm:prSet presAssocID="{7685E498-4E58-4F12-B162-30EA048D4445}" presName="pillar1" presStyleLbl="node1" presStyleIdx="0" presStyleCnt="3">
        <dgm:presLayoutVars>
          <dgm:bulletEnabled val="1"/>
        </dgm:presLayoutVars>
      </dgm:prSet>
      <dgm:spPr/>
    </dgm:pt>
    <dgm:pt modelId="{7C1CAD07-3DDD-4C4F-960D-93DD47203716}" type="pres">
      <dgm:prSet presAssocID="{89AC9163-45A0-4E4E-BE24-5C80B6901EF6}" presName="pillarX" presStyleLbl="node1" presStyleIdx="1" presStyleCnt="3">
        <dgm:presLayoutVars>
          <dgm:bulletEnabled val="1"/>
        </dgm:presLayoutVars>
      </dgm:prSet>
      <dgm:spPr/>
    </dgm:pt>
    <dgm:pt modelId="{1C86E944-97CE-4644-BA27-09C24B575C89}" type="pres">
      <dgm:prSet presAssocID="{2CEAF909-E955-49B1-BBCB-2B125C0864A8}" presName="pillarX" presStyleLbl="node1" presStyleIdx="2" presStyleCnt="3">
        <dgm:presLayoutVars>
          <dgm:bulletEnabled val="1"/>
        </dgm:presLayoutVars>
      </dgm:prSet>
      <dgm:spPr/>
    </dgm:pt>
    <dgm:pt modelId="{09C74B23-426A-47E1-8C91-BA9CA5E0D9D4}" type="pres">
      <dgm:prSet presAssocID="{7685E498-4E58-4F12-B162-30EA048D4445}" presName="base" presStyleLbl="dkBgShp" presStyleIdx="1" presStyleCnt="2"/>
      <dgm:spPr/>
    </dgm:pt>
  </dgm:ptLst>
  <dgm:cxnLst>
    <dgm:cxn modelId="{C553AD1C-C69B-4F2C-88C4-A1D655C040FE}" srcId="{7685E498-4E58-4F12-B162-30EA048D4445}" destId="{89AC9163-45A0-4E4E-BE24-5C80B6901EF6}" srcOrd="1" destOrd="0" parTransId="{D47583E3-6D2F-466F-B540-DE0167A9121B}" sibTransId="{0F498A21-31BD-4980-86EA-9B2D85EBA25C}"/>
    <dgm:cxn modelId="{AE05B92C-4C8F-4713-84EF-C10C85D9F7D3}" srcId="{F1BC2685-76E9-4A12-8011-A11051F74A87}" destId="{7685E498-4E58-4F12-B162-30EA048D4445}" srcOrd="0" destOrd="0" parTransId="{7D9DED96-81C6-4206-B23C-0FDE1FCC7A91}" sibTransId="{2F3E7740-4DB6-4487-8442-24B263C08BC1}"/>
    <dgm:cxn modelId="{409D6F59-2097-4F17-8ECE-DD2F865F828D}" type="presOf" srcId="{2CEAF909-E955-49B1-BBCB-2B125C0864A8}" destId="{1C86E944-97CE-4644-BA27-09C24B575C89}" srcOrd="0" destOrd="0" presId="urn:microsoft.com/office/officeart/2005/8/layout/hList3"/>
    <dgm:cxn modelId="{73A9EA91-AD1B-481B-BAF6-042D8594FC9B}" type="presOf" srcId="{F1BC2685-76E9-4A12-8011-A11051F74A87}" destId="{E1D6B43C-30D9-4DF7-A5A7-978E6D8E0AFC}" srcOrd="0" destOrd="0" presId="urn:microsoft.com/office/officeart/2005/8/layout/hList3"/>
    <dgm:cxn modelId="{D88BD7B9-F76A-40AD-9B1D-3F9423F34E4D}" srcId="{7685E498-4E58-4F12-B162-30EA048D4445}" destId="{A32BA0C7-E75E-4288-A993-E81CB532B373}" srcOrd="0" destOrd="0" parTransId="{704D8EC0-4EFF-4211-83F4-F28ADD65A547}" sibTransId="{52525A83-5ACD-4B50-BCD5-735E77AB3B24}"/>
    <dgm:cxn modelId="{D18DE5BA-4D56-404A-8A6A-9174965A0B52}" type="presOf" srcId="{89AC9163-45A0-4E4E-BE24-5C80B6901EF6}" destId="{7C1CAD07-3DDD-4C4F-960D-93DD47203716}" srcOrd="0" destOrd="0" presId="urn:microsoft.com/office/officeart/2005/8/layout/hList3"/>
    <dgm:cxn modelId="{CD5C21C1-F95F-41D7-9103-AAE13244FD0B}" type="presOf" srcId="{7685E498-4E58-4F12-B162-30EA048D4445}" destId="{9156C811-16F0-4D91-A5AE-BACCE0E1848C}" srcOrd="0" destOrd="0" presId="urn:microsoft.com/office/officeart/2005/8/layout/hList3"/>
    <dgm:cxn modelId="{5A19CAC1-3195-4206-A107-F8B437D624A6}" type="presOf" srcId="{C72FC96F-7367-41E8-8D43-2A8F4E7F841D}" destId="{1C86E944-97CE-4644-BA27-09C24B575C89}" srcOrd="0" destOrd="1" presId="urn:microsoft.com/office/officeart/2005/8/layout/hList3"/>
    <dgm:cxn modelId="{28D85CD0-E512-466C-B91A-F980EF787A31}" srcId="{2CEAF909-E955-49B1-BBCB-2B125C0864A8}" destId="{C72FC96F-7367-41E8-8D43-2A8F4E7F841D}" srcOrd="0" destOrd="0" parTransId="{D2ECA90C-78A4-4BF0-B06F-068112CA79B7}" sibTransId="{3B6CBC4C-C40E-424F-909E-B23BAFD3A596}"/>
    <dgm:cxn modelId="{A02A67E5-CC1E-479A-AFCF-E533E01FD5B2}" type="presOf" srcId="{A32BA0C7-E75E-4288-A993-E81CB532B373}" destId="{75CE7AB9-7F02-4461-B57F-E7798DB387D2}" srcOrd="0" destOrd="0" presId="urn:microsoft.com/office/officeart/2005/8/layout/hList3"/>
    <dgm:cxn modelId="{8A83F7EB-77AC-4CB7-B0F7-1B90D8DE6A6D}" srcId="{7685E498-4E58-4F12-B162-30EA048D4445}" destId="{2CEAF909-E955-49B1-BBCB-2B125C0864A8}" srcOrd="2" destOrd="0" parTransId="{C8A02080-9C8C-491F-BE29-B58B93ED1018}" sibTransId="{C1426776-25F4-4739-B20E-F92EBD1E40CA}"/>
    <dgm:cxn modelId="{5952FC87-CFEF-48FA-9902-D82F65013617}" type="presParOf" srcId="{E1D6B43C-30D9-4DF7-A5A7-978E6D8E0AFC}" destId="{9156C811-16F0-4D91-A5AE-BACCE0E1848C}" srcOrd="0" destOrd="0" presId="urn:microsoft.com/office/officeart/2005/8/layout/hList3"/>
    <dgm:cxn modelId="{B6F44D60-288E-4F34-AEBB-82E3E6F07E04}" type="presParOf" srcId="{E1D6B43C-30D9-4DF7-A5A7-978E6D8E0AFC}" destId="{5646E90A-53EA-4D3D-86A3-4C81ED06C24E}" srcOrd="1" destOrd="0" presId="urn:microsoft.com/office/officeart/2005/8/layout/hList3"/>
    <dgm:cxn modelId="{1E8D7350-BDD9-40F2-9C74-79AB5F29B0E3}" type="presParOf" srcId="{5646E90A-53EA-4D3D-86A3-4C81ED06C24E}" destId="{75CE7AB9-7F02-4461-B57F-E7798DB387D2}" srcOrd="0" destOrd="0" presId="urn:microsoft.com/office/officeart/2005/8/layout/hList3"/>
    <dgm:cxn modelId="{8A0D474C-ACE8-46ED-8646-6A8DCCEE2F70}" type="presParOf" srcId="{5646E90A-53EA-4D3D-86A3-4C81ED06C24E}" destId="{7C1CAD07-3DDD-4C4F-960D-93DD47203716}" srcOrd="1" destOrd="0" presId="urn:microsoft.com/office/officeart/2005/8/layout/hList3"/>
    <dgm:cxn modelId="{6D05A3FE-9E1B-46AF-91D0-B3242E3614E1}" type="presParOf" srcId="{5646E90A-53EA-4D3D-86A3-4C81ED06C24E}" destId="{1C86E944-97CE-4644-BA27-09C24B575C89}" srcOrd="2" destOrd="0" presId="urn:microsoft.com/office/officeart/2005/8/layout/hList3"/>
    <dgm:cxn modelId="{CFE8BBBE-8E4D-4664-AEC2-171FC4F6114E}" type="presParOf" srcId="{E1D6B43C-30D9-4DF7-A5A7-978E6D8E0AFC}" destId="{09C74B23-426A-47E1-8C91-BA9CA5E0D9D4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6C811-16F0-4D91-A5AE-BACCE0E1848C}">
      <dsp:nvSpPr>
        <dsp:cNvPr id="0" name=""/>
        <dsp:cNvSpPr/>
      </dsp:nvSpPr>
      <dsp:spPr>
        <a:xfrm>
          <a:off x="0" y="0"/>
          <a:ext cx="8255000" cy="15240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Node One</a:t>
          </a:r>
        </a:p>
      </dsp:txBody>
      <dsp:txXfrm>
        <a:off x="0" y="0"/>
        <a:ext cx="8255000" cy="1524000"/>
      </dsp:txXfrm>
    </dsp:sp>
    <dsp:sp modelId="{75CE7AB9-7F02-4461-B57F-E7798DB387D2}">
      <dsp:nvSpPr>
        <dsp:cNvPr id="0" name=""/>
        <dsp:cNvSpPr/>
      </dsp:nvSpPr>
      <dsp:spPr>
        <a:xfrm>
          <a:off x="4030" y="1524000"/>
          <a:ext cx="2748979" cy="3200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Node Two has a longer label</a:t>
          </a:r>
        </a:p>
      </dsp:txBody>
      <dsp:txXfrm>
        <a:off x="4030" y="1524000"/>
        <a:ext cx="2748979" cy="3200400"/>
      </dsp:txXfrm>
    </dsp:sp>
    <dsp:sp modelId="{7C1CAD07-3DDD-4C4F-960D-93DD47203716}">
      <dsp:nvSpPr>
        <dsp:cNvPr id="0" name=""/>
        <dsp:cNvSpPr/>
      </dsp:nvSpPr>
      <dsp:spPr>
        <a:xfrm>
          <a:off x="2753010" y="1524000"/>
          <a:ext cx="2748979" cy="3200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Node Three</a:t>
          </a:r>
        </a:p>
      </dsp:txBody>
      <dsp:txXfrm>
        <a:off x="2753010" y="1524000"/>
        <a:ext cx="2748979" cy="3200400"/>
      </dsp:txXfrm>
    </dsp:sp>
    <dsp:sp modelId="{1C86E944-97CE-4644-BA27-09C24B575C89}">
      <dsp:nvSpPr>
        <dsp:cNvPr id="0" name=""/>
        <dsp:cNvSpPr/>
      </dsp:nvSpPr>
      <dsp:spPr>
        <a:xfrm>
          <a:off x="5501989" y="1524000"/>
          <a:ext cx="2748979" cy="3200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Node Four</a:t>
          </a:r>
        </a:p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900" kern="1200"/>
            <a:t>Node Five</a:t>
          </a:r>
        </a:p>
      </dsp:txBody>
      <dsp:txXfrm>
        <a:off x="5501989" y="1524000"/>
        <a:ext cx="2748979" cy="3200400"/>
      </dsp:txXfrm>
    </dsp:sp>
    <dsp:sp modelId="{09C74B23-426A-47E1-8C91-BA9CA5E0D9D4}">
      <dsp:nvSpPr>
        <dsp:cNvPr id="0" name=""/>
        <dsp:cNvSpPr/>
      </dsp:nvSpPr>
      <dsp:spPr>
        <a:xfrm>
          <a:off x="0" y="4724400"/>
          <a:ext cx="8255000" cy="3556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7916A-346B-0177-AB51-D13923D7A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D34D5-CA6F-D45A-6B0C-A94206F94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8CFAF-9300-0F1F-03BD-A4384CC86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0E7C-23BB-4230-90A4-1A1FD7CBB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660A-2C73-A088-9F5B-FFF81F87A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4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9D05-E9B2-6747-DD4E-A5C5FD34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EB7E7-DEFE-466E-217A-A9A864F0B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C0EF4-7D56-8AA3-99BB-BAF7D06A9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2B7FF-FEC9-1775-6371-04F9B526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6E308-8CDB-057E-8BAA-862B9D76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82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8BA8-9AA7-9E66-86BA-636D6422F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AA382-6CB0-D452-A96B-EEEA7C036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6695E-DC63-9A57-3721-573CB651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24381-4B62-A5BB-27D0-CB19EB95D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03289-EB04-A20F-1403-7A2C8CBB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2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23FC-1E89-9153-D6A7-4ABA4ED4F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28D66-FC79-8FC3-20A0-F74670A2A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7EB15-372F-2F13-98A1-DD5E45B6C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96023-CB48-EDA7-AF8A-BE15D2E74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8F890-9B80-1A9C-F6F0-58F1F09F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441E0-5E7C-E9A5-8AAA-0B6A0697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1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C4E98-861B-3A61-7FBB-1E156954E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58F54-EAF5-F55F-91DD-0C148E907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07297-26EC-2F32-6C45-1983F4AEF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1B61D0-CD40-6B35-DCDA-7063988343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9DC2C-2C7D-DEDA-892A-59DB545A6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5803BA-A510-C11A-B717-E51F81A1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80F822-9819-177D-257F-BF29B4350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279D74-DC7A-B3D2-6804-E0C8ABE6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5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624AC-5427-6F9A-4641-DD7487EE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B0075E-9C0C-1B96-CB75-D83170D2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6156E-88C3-291D-DECE-939CADE1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8D8CE-967E-4E1C-B6FF-24579967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68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264E7-A93C-68DD-9F4F-A3E77AB1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2C67D-11AE-567B-AD05-F55AE58FA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E237E-E30A-D94A-9517-ADAD1B57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20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4CEC-AF47-EECC-95BC-B648F2F90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F1DF8-AC33-4540-E05B-D54E1453E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C8B4F-D9FE-DC8E-3E13-E05857E59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D8535-BA30-CB8A-D8EC-CE7E7B35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1A161-45E3-072F-A87D-5678A2B7F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95F4E9-D732-A013-D18C-9078FE80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0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E877-2891-40B7-7312-9F50B861A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F2018-20F3-C9C9-1282-3C7238D1D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5CF392-F7F5-6D05-5E85-B0DEE4CE3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137FF-44F1-584A-AA23-5330AC09F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744ECA-FE5C-2E22-539F-F84DD8DD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1D9DB-E3D3-DF89-1D11-112DB4A6F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1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35066-D940-F863-C6B9-D1C535CA3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23893-A593-CF0A-96EE-6A9C302FF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DAB1D-8E27-8F7D-AAE0-5EBF8E3C1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C97E5-6A46-6A7C-CC2F-94C17492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624B5-17DA-3B9B-FD6A-8B0F26ED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95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DC66D3-1267-36BF-264B-6828FA6A9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83DB5-CA8B-3E9F-36DC-807F44FF5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FCFD6-7C13-D9A3-47A3-ADB282D49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5BA4C-E166-1D70-592D-9893D6A82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275F8-D488-DB79-ABE8-47A39FE1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84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BD431-D01E-E1CD-6ED9-B8D1861F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D1B87-38CE-F755-F5E5-1696ED024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01839-A697-4F22-A8C0-1ACDCE5130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BC337-7A95-4A28-92CF-2613B9CC872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F1489-9D33-74CF-A477-61EFD57D2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DE76C-461D-1885-FB65-64FA52AC7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7BA1F-DC3E-475F-A966-1C9DFBB1B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25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D209356-02DB-721A-9FAB-A0F8F58B6E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50815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9201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2026-09-06T08:13:05Z</dcterms:created>
  <dcterms:modified xsi:type="dcterms:W3CDTF">2026-09-06T08:13:05Z</dcterms:modified>
</cp:coreProperties>
</file>