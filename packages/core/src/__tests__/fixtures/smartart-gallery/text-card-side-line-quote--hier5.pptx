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8" d="100"/>
          <a:sy n="98" d="100"/>
        </p:scale>
        <p:origin x="996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tNode1NoLn">
    <dgm:fillClrLst meth="repeat">
      <a:schemeClr val="accent1">
        <a:tint val="75000"/>
      </a:schemeClr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revTxLt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/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174F173-F795-4886-A83B-BBD89B615296}" type="doc">
      <dgm:prSet loTypeId="urn:microsoft.com/office/officeart/2026/layout/TextCardSideLineQuote" loCatId="textcard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0BE23363-B05F-46A0-BDE5-BC52F2CCC164}">
      <dgm:prSet phldrT="Title"/>
      <dgm:spPr/>
      <dgm:t>
        <a:bodyPr/>
        <a:lstStyle/>
        <a:p>
          <a:pPr>
            <a:defRPr b="1">
              <a:solidFill>
                <a:schemeClr val="accent1"/>
              </a:solidFill>
            </a:defRPr>
          </a:pPr>
          <a:r>
            <a:rPr lang="en-US"/>
            <a:t>Node One</a:t>
          </a:r>
        </a:p>
      </dgm:t>
    </dgm:pt>
    <dgm:pt modelId="{A42308D3-52CE-4450-9F9F-A3A30545698C}" type="parTrans" cxnId="{54213394-EB4E-4C7C-8477-4BC5FDC3FC11}">
      <dgm:prSet/>
      <dgm:spPr/>
    </dgm:pt>
    <dgm:pt modelId="{27D2DB1B-B197-4308-AE4D-196F3CEDDD2C}" type="sibTrans" cxnId="{54213394-EB4E-4C7C-8477-4BC5FDC3FC11}">
      <dgm:prSet/>
      <dgm:spPr/>
    </dgm:pt>
    <dgm:pt modelId="{5BA5FF27-F1AA-4DE9-99E5-D31490F1F91A}">
      <dgm:prSet phldrT="Description" phldr="1"/>
      <dgm:spPr/>
      <dgm:t>
        <a:bodyPr/>
        <a:lstStyle/>
        <a:p>
          <a:endParaRPr lang="en-US"/>
        </a:p>
      </dgm:t>
    </dgm:pt>
    <dgm:pt modelId="{A1D8D34F-1F0C-417D-8AC1-2D0CDE8CDC93}" type="parTrans" cxnId="{CFD018BF-21D4-4F5A-ADFB-C3593477BBEF}">
      <dgm:prSet/>
      <dgm:spPr/>
    </dgm:pt>
    <dgm:pt modelId="{9E506908-022A-4DBD-8B8D-6B9782B9FDCB}" type="sibTrans" cxnId="{CFD018BF-21D4-4F5A-ADFB-C3593477BBEF}">
      <dgm:prSet/>
      <dgm:spPr/>
    </dgm:pt>
    <dgm:pt modelId="{74FE81A0-D003-44C0-89C4-9C26BE1800E2}">
      <dgm:prSet phldrT="Title"/>
      <dgm:spPr/>
      <dgm:t>
        <a:bodyPr/>
        <a:lstStyle/>
        <a:p>
          <a:pPr>
            <a:defRPr b="1">
              <a:solidFill>
                <a:schemeClr val="accent1"/>
              </a:solidFill>
            </a:defRPr>
          </a:pPr>
          <a:r>
            <a:rPr lang="en-US"/>
            <a:t>Node Two has a longer label</a:t>
          </a:r>
        </a:p>
      </dgm:t>
    </dgm:pt>
    <dgm:pt modelId="{FC511288-18E4-45F9-8C5F-F4D6BB42BBAE}" type="parTrans" cxnId="{3DFFBFDC-892E-4750-9679-65AB674C05A8}">
      <dgm:prSet/>
      <dgm:spPr/>
    </dgm:pt>
    <dgm:pt modelId="{CC1D2913-FBFE-42F2-8717-B2C1252F6272}" type="sibTrans" cxnId="{3DFFBFDC-892E-4750-9679-65AB674C05A8}">
      <dgm:prSet/>
      <dgm:spPr/>
    </dgm:pt>
    <dgm:pt modelId="{62184298-A8A7-4D90-A1F2-CBE6FCEE52CD}">
      <dgm:prSet phldrT="Description" phldr="1"/>
      <dgm:spPr/>
      <dgm:t>
        <a:bodyPr/>
        <a:lstStyle/>
        <a:p>
          <a:endParaRPr lang="en-US"/>
        </a:p>
      </dgm:t>
    </dgm:pt>
    <dgm:pt modelId="{AAD1E948-D4E5-465F-801E-0F7C4C22CB37}" type="parTrans" cxnId="{84AE3016-ADA4-4387-BB28-528CE166F4BB}">
      <dgm:prSet/>
      <dgm:spPr/>
    </dgm:pt>
    <dgm:pt modelId="{3BB7130D-D3BE-4D33-8D78-3682F333DC63}" type="sibTrans" cxnId="{84AE3016-ADA4-4387-BB28-528CE166F4BB}">
      <dgm:prSet/>
      <dgm:spPr/>
    </dgm:pt>
    <dgm:pt modelId="{EA8F5556-8CDA-4F42-89B7-A1E1DED045C6}">
      <dgm:prSet phldrT="Title"/>
      <dgm:spPr/>
      <dgm:t>
        <a:bodyPr/>
        <a:lstStyle/>
        <a:p>
          <a:r>
            <a:rPr lang="en-US"/>
            <a:t>Node Three</a:t>
          </a:r>
        </a:p>
      </dgm:t>
    </dgm:pt>
    <dgm:pt modelId="{27B4C83E-C665-4B9B-83AB-E5C8E55E810F}" type="parTrans" cxnId="{05E11052-D0AC-4B57-A9B5-2BF3F51C37B3}">
      <dgm:prSet/>
      <dgm:spPr/>
    </dgm:pt>
    <dgm:pt modelId="{E1DFBDD3-B3E4-4FD7-80C9-E37B7DC2D7B6}" type="sibTrans" cxnId="{05E11052-D0AC-4B57-A9B5-2BF3F51C37B3}">
      <dgm:prSet/>
      <dgm:spPr/>
    </dgm:pt>
    <dgm:pt modelId="{E11EFDBD-A032-44E1-A4F8-1688057A1D92}">
      <dgm:prSet phldrT="Description" phldr="1"/>
      <dgm:spPr/>
      <dgm:t>
        <a:bodyPr/>
        <a:lstStyle/>
        <a:p>
          <a:endParaRPr lang="en-US"/>
        </a:p>
      </dgm:t>
    </dgm:pt>
    <dgm:pt modelId="{886BBF35-396C-4B9D-B3F4-E547ECE9F16F}" type="parTrans" cxnId="{536617C1-B444-4D58-A7A2-E37F096377D7}">
      <dgm:prSet/>
      <dgm:spPr/>
    </dgm:pt>
    <dgm:pt modelId="{51F912FF-1010-4DAD-8E38-56A4AD4A0B8B}" type="sibTrans" cxnId="{536617C1-B444-4D58-A7A2-E37F096377D7}">
      <dgm:prSet/>
      <dgm:spPr/>
    </dgm:pt>
    <dgm:pt modelId="{06243DB3-2943-4403-AB9B-6040CD91553D}">
      <dgm:prSet phldrT="Title"/>
      <dgm:spPr/>
      <dgm:t>
        <a:bodyPr/>
        <a:lstStyle/>
        <a:p>
          <a:pPr>
            <a:defRPr b="1">
              <a:solidFill>
                <a:schemeClr val="accent1"/>
              </a:solidFill>
            </a:defRPr>
          </a:pPr>
          <a:r>
            <a:rPr lang="en-US"/>
            <a:t>Node Four</a:t>
          </a:r>
        </a:p>
      </dgm:t>
    </dgm:pt>
    <dgm:pt modelId="{F363DA4D-3924-48A7-8114-7CB22036AD4D}" type="parTrans" cxnId="{914AB810-78CC-4C92-87E9-11D964D8B4D8}">
      <dgm:prSet/>
      <dgm:spPr/>
    </dgm:pt>
    <dgm:pt modelId="{E4FA55D5-4585-4F7D-9C8F-6F0C696051C6}" type="sibTrans" cxnId="{914AB810-78CC-4C92-87E9-11D964D8B4D8}">
      <dgm:prSet/>
      <dgm:spPr/>
    </dgm:pt>
    <dgm:pt modelId="{AD0F3C0A-8DDD-4764-B829-A314ABD12AB9}">
      <dgm:prSet phldrT="Description" phldr="1"/>
      <dgm:spPr/>
      <dgm:t>
        <a:bodyPr/>
        <a:lstStyle/>
        <a:p>
          <a:endParaRPr lang="en-US"/>
        </a:p>
      </dgm:t>
    </dgm:pt>
    <dgm:pt modelId="{2DEF7D1B-5D66-44C5-B642-BC31C4531706}" type="parTrans" cxnId="{2408EC9C-0044-4590-AF54-D2C81FB05605}">
      <dgm:prSet/>
      <dgm:spPr/>
    </dgm:pt>
    <dgm:pt modelId="{174203A7-D860-4159-95D0-8C10697DBC22}" type="sibTrans" cxnId="{2408EC9C-0044-4590-AF54-D2C81FB05605}">
      <dgm:prSet/>
      <dgm:spPr/>
    </dgm:pt>
    <dgm:pt modelId="{2838078E-0A81-42B7-B98A-117DA581AD2D}">
      <dgm:prSet phldrT="Title"/>
      <dgm:spPr/>
      <dgm:t>
        <a:bodyPr/>
        <a:lstStyle/>
        <a:p>
          <a:pPr>
            <a:defRPr b="1">
              <a:solidFill>
                <a:schemeClr val="accent1"/>
              </a:solidFill>
            </a:defRPr>
          </a:pPr>
          <a:r>
            <a:rPr lang="en-US"/>
            <a:t>Node Five</a:t>
          </a:r>
        </a:p>
      </dgm:t>
    </dgm:pt>
    <dgm:pt modelId="{A8E68FCA-A91D-434F-98A6-B8F5FA19AD38}" type="parTrans" cxnId="{435A0045-7D18-4796-8213-2E18556B61AC}">
      <dgm:prSet/>
      <dgm:spPr/>
    </dgm:pt>
    <dgm:pt modelId="{6E802E0F-022F-4C48-B24F-DAD364819836}" type="sibTrans" cxnId="{435A0045-7D18-4796-8213-2E18556B61AC}">
      <dgm:prSet/>
      <dgm:spPr/>
    </dgm:pt>
    <dgm:pt modelId="{484581B7-58E6-47E2-9522-2011EC8F46A1}">
      <dgm:prSet phldrT="Description" phldr="1"/>
      <dgm:spPr/>
      <dgm:t>
        <a:bodyPr/>
        <a:lstStyle/>
        <a:p>
          <a:endParaRPr lang="en-US"/>
        </a:p>
      </dgm:t>
    </dgm:pt>
    <dgm:pt modelId="{5FEABDF3-2879-42EE-837D-BEE5A26C8362}" type="parTrans" cxnId="{80D06EE6-4DB4-4525-AE6F-4D2DB5CD2637}">
      <dgm:prSet/>
      <dgm:spPr/>
    </dgm:pt>
    <dgm:pt modelId="{23CBEA17-D424-4749-BE3A-1391D8632A8A}" type="sibTrans" cxnId="{80D06EE6-4DB4-4525-AE6F-4D2DB5CD2637}">
      <dgm:prSet/>
      <dgm:spPr/>
    </dgm:pt>
    <dgm:pt modelId="{3705F5B1-20CA-4AD8-B662-17A03B9333EB}" type="pres">
      <dgm:prSet presAssocID="{B174F173-F795-4886-A83B-BBD89B615296}" presName="root" presStyleCnt="0">
        <dgm:presLayoutVars>
          <dgm:dir/>
          <dgm:resizeHandles val="exact"/>
        </dgm:presLayoutVars>
      </dgm:prSet>
      <dgm:spPr/>
    </dgm:pt>
    <dgm:pt modelId="{02D2B9A8-7678-4503-9D9C-80C0F470F01C}" type="pres">
      <dgm:prSet presAssocID="{0BE23363-B05F-46A0-BDE5-BC52F2CCC164}" presName="compNode" presStyleCnt="0"/>
      <dgm:spPr/>
    </dgm:pt>
    <dgm:pt modelId="{4DD9272C-A6E9-4110-A810-0DD9EB3BD81F}" type="pres">
      <dgm:prSet presAssocID="{0BE23363-B05F-46A0-BDE5-BC52F2CCC164}" presName="accentLine" presStyleLbl="dkBgShp" presStyleIdx="0" presStyleCnt="4"/>
      <dgm:spPr>
        <a:solidFill>
          <a:schemeClr val="accent1">
            <a:shade val="80000"/>
            <a:hueOff val="0"/>
            <a:satOff val="0"/>
            <a:lumOff val="0"/>
            <a:alphaOff val="0"/>
          </a:schemeClr>
        </a:solidFill>
        <a:ln>
          <a:noFill/>
        </a:ln>
        <a:effectLst/>
      </dgm:spPr>
    </dgm:pt>
    <dgm:pt modelId="{0E0A1213-3DDF-4CA2-99B6-43342DD7A074}" type="pres">
      <dgm:prSet presAssocID="{0BE23363-B05F-46A0-BDE5-BC52F2CCC164}" presName="bodyText" presStyleLbl="revTx" presStyleIdx="0" presStyleCnt="8">
        <dgm:presLayoutVars>
          <dgm:chMax val="0"/>
          <dgm:chPref val="0"/>
        </dgm:presLayoutVars>
      </dgm:prSet>
      <dgm:spPr/>
    </dgm:pt>
    <dgm:pt modelId="{DADFAD0E-161B-4B90-8300-55A124CA3C97}" type="pres">
      <dgm:prSet presAssocID="{0BE23363-B05F-46A0-BDE5-BC52F2CCC164}" presName="titleText" presStyleLbl="revTx" presStyleIdx="1" presStyleCnt="8">
        <dgm:presLayoutVars>
          <dgm:chMax val="0"/>
          <dgm:chPref val="0"/>
        </dgm:presLayoutVars>
      </dgm:prSet>
      <dgm:spPr/>
    </dgm:pt>
    <dgm:pt modelId="{EC304416-690A-4160-922D-ED87B1A19F26}" type="pres">
      <dgm:prSet presAssocID="{27D2DB1B-B197-4308-AE4D-196F3CEDDD2C}" presName="sibTrans" presStyleCnt="0"/>
      <dgm:spPr/>
    </dgm:pt>
    <dgm:pt modelId="{9D72498E-7A93-4434-AFDD-641F73884FAC}" type="pres">
      <dgm:prSet presAssocID="{74FE81A0-D003-44C0-89C4-9C26BE1800E2}" presName="compNode" presStyleCnt="0"/>
      <dgm:spPr/>
    </dgm:pt>
    <dgm:pt modelId="{15349D33-EE46-4144-B234-ABF1D2E7F8B1}" type="pres">
      <dgm:prSet presAssocID="{74FE81A0-D003-44C0-89C4-9C26BE1800E2}" presName="accentLine" presStyleLbl="dkBgShp" presStyleIdx="1" presStyleCnt="4"/>
      <dgm:spPr>
        <a:solidFill>
          <a:schemeClr val="accent1">
            <a:shade val="80000"/>
            <a:hueOff val="0"/>
            <a:satOff val="0"/>
            <a:lumOff val="0"/>
            <a:alphaOff val="0"/>
          </a:schemeClr>
        </a:solidFill>
        <a:ln>
          <a:noFill/>
        </a:ln>
        <a:effectLst/>
      </dgm:spPr>
    </dgm:pt>
    <dgm:pt modelId="{66464002-8413-4BC4-B433-D32FCA8105FF}" type="pres">
      <dgm:prSet presAssocID="{74FE81A0-D003-44C0-89C4-9C26BE1800E2}" presName="bodyText" presStyleLbl="revTx" presStyleIdx="2" presStyleCnt="8">
        <dgm:presLayoutVars>
          <dgm:chMax val="0"/>
          <dgm:chPref val="0"/>
        </dgm:presLayoutVars>
      </dgm:prSet>
      <dgm:spPr/>
    </dgm:pt>
    <dgm:pt modelId="{5C3C1CE9-B86B-4137-8ED1-64B406F5BA5B}" type="pres">
      <dgm:prSet presAssocID="{74FE81A0-D003-44C0-89C4-9C26BE1800E2}" presName="titleText" presStyleLbl="revTx" presStyleIdx="3" presStyleCnt="8">
        <dgm:presLayoutVars>
          <dgm:chMax val="0"/>
          <dgm:chPref val="0"/>
        </dgm:presLayoutVars>
      </dgm:prSet>
      <dgm:spPr/>
    </dgm:pt>
    <dgm:pt modelId="{1D27F93F-6E5D-4172-80E4-A78D22C0FCDA}" type="pres">
      <dgm:prSet presAssocID="{CC1D2913-FBFE-42F2-8717-B2C1252F6272}" presName="sibTrans" presStyleCnt="0"/>
      <dgm:spPr/>
    </dgm:pt>
    <dgm:pt modelId="{2B75F90F-5AB5-4D10-A141-20DB427C22AA}" type="pres">
      <dgm:prSet presAssocID="{06243DB3-2943-4403-AB9B-6040CD91553D}" presName="compNode" presStyleCnt="0"/>
      <dgm:spPr/>
    </dgm:pt>
    <dgm:pt modelId="{B6E7E109-DA14-4B28-BCCC-DA0085D5B0B7}" type="pres">
      <dgm:prSet presAssocID="{06243DB3-2943-4403-AB9B-6040CD91553D}" presName="accentLine" presStyleLbl="dkBgShp" presStyleIdx="2" presStyleCnt="4"/>
      <dgm:spPr>
        <a:solidFill>
          <a:schemeClr val="accent1">
            <a:shade val="80000"/>
            <a:hueOff val="0"/>
            <a:satOff val="0"/>
            <a:lumOff val="0"/>
            <a:alphaOff val="0"/>
          </a:schemeClr>
        </a:solidFill>
        <a:ln>
          <a:noFill/>
        </a:ln>
        <a:effectLst/>
      </dgm:spPr>
    </dgm:pt>
    <dgm:pt modelId="{5D850B23-2472-4896-A478-1F5F4D5F13F1}" type="pres">
      <dgm:prSet presAssocID="{06243DB3-2943-4403-AB9B-6040CD91553D}" presName="bodyText" presStyleLbl="revTx" presStyleIdx="4" presStyleCnt="8">
        <dgm:presLayoutVars>
          <dgm:chMax val="0"/>
          <dgm:chPref val="0"/>
        </dgm:presLayoutVars>
      </dgm:prSet>
      <dgm:spPr/>
    </dgm:pt>
    <dgm:pt modelId="{9D896F71-9CF8-4441-9806-A2045A58314A}" type="pres">
      <dgm:prSet presAssocID="{06243DB3-2943-4403-AB9B-6040CD91553D}" presName="titleText" presStyleLbl="revTx" presStyleIdx="5" presStyleCnt="8">
        <dgm:presLayoutVars>
          <dgm:chMax val="0"/>
          <dgm:chPref val="0"/>
        </dgm:presLayoutVars>
      </dgm:prSet>
      <dgm:spPr/>
    </dgm:pt>
    <dgm:pt modelId="{770E2F20-1224-4427-ACFB-90AAB67BD6BB}" type="pres">
      <dgm:prSet presAssocID="{E4FA55D5-4585-4F7D-9C8F-6F0C696051C6}" presName="sibTrans" presStyleCnt="0"/>
      <dgm:spPr/>
    </dgm:pt>
    <dgm:pt modelId="{16E2E20B-77ED-4C1C-B6EA-9909875C1D86}" type="pres">
      <dgm:prSet presAssocID="{2838078E-0A81-42B7-B98A-117DA581AD2D}" presName="compNode" presStyleCnt="0"/>
      <dgm:spPr/>
    </dgm:pt>
    <dgm:pt modelId="{B7B33C4F-698E-48D1-A11F-F731928FB030}" type="pres">
      <dgm:prSet presAssocID="{2838078E-0A81-42B7-B98A-117DA581AD2D}" presName="accentLine" presStyleLbl="dkBgShp" presStyleIdx="3" presStyleCnt="4"/>
      <dgm:spPr>
        <a:solidFill>
          <a:schemeClr val="accent1">
            <a:shade val="80000"/>
            <a:hueOff val="0"/>
            <a:satOff val="0"/>
            <a:lumOff val="0"/>
            <a:alphaOff val="0"/>
          </a:schemeClr>
        </a:solidFill>
        <a:ln>
          <a:noFill/>
        </a:ln>
        <a:effectLst/>
      </dgm:spPr>
    </dgm:pt>
    <dgm:pt modelId="{2618E894-132D-4B24-A2B3-5075A529B2D7}" type="pres">
      <dgm:prSet presAssocID="{2838078E-0A81-42B7-B98A-117DA581AD2D}" presName="bodyText" presStyleLbl="revTx" presStyleIdx="6" presStyleCnt="8">
        <dgm:presLayoutVars>
          <dgm:chMax val="0"/>
          <dgm:chPref val="0"/>
        </dgm:presLayoutVars>
      </dgm:prSet>
      <dgm:spPr/>
    </dgm:pt>
    <dgm:pt modelId="{6EB2CA52-8410-4488-B638-4A3A0F3BC126}" type="pres">
      <dgm:prSet presAssocID="{2838078E-0A81-42B7-B98A-117DA581AD2D}" presName="titleText" presStyleLbl="revTx" presStyleIdx="7" presStyleCnt="8">
        <dgm:presLayoutVars>
          <dgm:chMax val="0"/>
          <dgm:chPref val="0"/>
        </dgm:presLayoutVars>
      </dgm:prSet>
      <dgm:spPr/>
    </dgm:pt>
  </dgm:ptLst>
  <dgm:cxnLst>
    <dgm:cxn modelId="{B324960A-319D-4E8D-BC20-5E434B2D291D}" type="presOf" srcId="{62184298-A8A7-4D90-A1F2-CBE6FCEE52CD}" destId="{66464002-8413-4BC4-B433-D32FCA8105FF}" srcOrd="0" destOrd="0" presId="urn:microsoft.com/office/officeart/2026/layout/TextCardSideLineQuote"/>
    <dgm:cxn modelId="{914AB810-78CC-4C92-87E9-11D964D8B4D8}" srcId="{B174F173-F795-4886-A83B-BBD89B615296}" destId="{06243DB3-2943-4403-AB9B-6040CD91553D}" srcOrd="2" destOrd="0" parTransId="{F363DA4D-3924-48A7-8114-7CB22036AD4D}" sibTransId="{E4FA55D5-4585-4F7D-9C8F-6F0C696051C6}"/>
    <dgm:cxn modelId="{84AE3016-ADA4-4387-BB28-528CE166F4BB}" srcId="{74FE81A0-D003-44C0-89C4-9C26BE1800E2}" destId="{62184298-A8A7-4D90-A1F2-CBE6FCEE52CD}" srcOrd="0" destOrd="0" parTransId="{AAD1E948-D4E5-465F-801E-0F7C4C22CB37}" sibTransId="{3BB7130D-D3BE-4D33-8D78-3682F333DC63}"/>
    <dgm:cxn modelId="{22120A1C-13C7-43BB-B0B0-73401CE87DAA}" type="presOf" srcId="{5BA5FF27-F1AA-4DE9-99E5-D31490F1F91A}" destId="{0E0A1213-3DDF-4CA2-99B6-43342DD7A074}" srcOrd="0" destOrd="0" presId="urn:microsoft.com/office/officeart/2026/layout/TextCardSideLineQuote"/>
    <dgm:cxn modelId="{B0DD8A2F-64AC-456D-B89B-6960CB29ECD7}" type="presOf" srcId="{484581B7-58E6-47E2-9522-2011EC8F46A1}" destId="{2618E894-132D-4B24-A2B3-5075A529B2D7}" srcOrd="0" destOrd="0" presId="urn:microsoft.com/office/officeart/2026/layout/TextCardSideLineQuote"/>
    <dgm:cxn modelId="{D4919A37-6893-45EC-8635-3655E7D2F9E8}" type="presOf" srcId="{74FE81A0-D003-44C0-89C4-9C26BE1800E2}" destId="{5C3C1CE9-B86B-4137-8ED1-64B406F5BA5B}" srcOrd="0" destOrd="0" presId="urn:microsoft.com/office/officeart/2026/layout/TextCardSideLineQuote"/>
    <dgm:cxn modelId="{435A0045-7D18-4796-8213-2E18556B61AC}" srcId="{B174F173-F795-4886-A83B-BBD89B615296}" destId="{2838078E-0A81-42B7-B98A-117DA581AD2D}" srcOrd="3" destOrd="0" parTransId="{A8E68FCA-A91D-434F-98A6-B8F5FA19AD38}" sibTransId="{6E802E0F-022F-4C48-B24F-DAD364819836}"/>
    <dgm:cxn modelId="{05E11052-D0AC-4B57-A9B5-2BF3F51C37B3}" srcId="{74FE81A0-D003-44C0-89C4-9C26BE1800E2}" destId="{EA8F5556-8CDA-4F42-89B7-A1E1DED045C6}" srcOrd="1" destOrd="0" parTransId="{27B4C83E-C665-4B9B-83AB-E5C8E55E810F}" sibTransId="{E1DFBDD3-B3E4-4FD7-80C9-E37B7DC2D7B6}"/>
    <dgm:cxn modelId="{86C7D080-92C3-41FD-B186-8AFE62B66CA2}" type="presOf" srcId="{06243DB3-2943-4403-AB9B-6040CD91553D}" destId="{9D896F71-9CF8-4441-9806-A2045A58314A}" srcOrd="0" destOrd="0" presId="urn:microsoft.com/office/officeart/2026/layout/TextCardSideLineQuote"/>
    <dgm:cxn modelId="{54213394-EB4E-4C7C-8477-4BC5FDC3FC11}" srcId="{B174F173-F795-4886-A83B-BBD89B615296}" destId="{0BE23363-B05F-46A0-BDE5-BC52F2CCC164}" srcOrd="0" destOrd="0" parTransId="{A42308D3-52CE-4450-9F9F-A3A30545698C}" sibTransId="{27D2DB1B-B197-4308-AE4D-196F3CEDDD2C}"/>
    <dgm:cxn modelId="{04F6BF9A-4648-4758-A202-86C7BB0F8372}" type="presOf" srcId="{E11EFDBD-A032-44E1-A4F8-1688057A1D92}" destId="{66464002-8413-4BC4-B433-D32FCA8105FF}" srcOrd="0" destOrd="2" presId="urn:microsoft.com/office/officeart/2026/layout/TextCardSideLineQuote"/>
    <dgm:cxn modelId="{2408EC9C-0044-4590-AF54-D2C81FB05605}" srcId="{06243DB3-2943-4403-AB9B-6040CD91553D}" destId="{AD0F3C0A-8DDD-4764-B829-A314ABD12AB9}" srcOrd="0" destOrd="0" parTransId="{2DEF7D1B-5D66-44C5-B642-BC31C4531706}" sibTransId="{174203A7-D860-4159-95D0-8C10697DBC22}"/>
    <dgm:cxn modelId="{0A80CE9F-9BEC-47EE-985F-1632FE82C881}" type="presOf" srcId="{0BE23363-B05F-46A0-BDE5-BC52F2CCC164}" destId="{DADFAD0E-161B-4B90-8300-55A124CA3C97}" srcOrd="0" destOrd="0" presId="urn:microsoft.com/office/officeart/2026/layout/TextCardSideLineQuote"/>
    <dgm:cxn modelId="{CFD018BF-21D4-4F5A-ADFB-C3593477BBEF}" srcId="{0BE23363-B05F-46A0-BDE5-BC52F2CCC164}" destId="{5BA5FF27-F1AA-4DE9-99E5-D31490F1F91A}" srcOrd="0" destOrd="0" parTransId="{A1D8D34F-1F0C-417D-8AC1-2D0CDE8CDC93}" sibTransId="{9E506908-022A-4DBD-8B8D-6B9782B9FDCB}"/>
    <dgm:cxn modelId="{A6637EC0-710A-4EB8-B4C5-5D552E3727A9}" type="presOf" srcId="{B174F173-F795-4886-A83B-BBD89B615296}" destId="{3705F5B1-20CA-4AD8-B662-17A03B9333EB}" srcOrd="0" destOrd="0" presId="urn:microsoft.com/office/officeart/2026/layout/TextCardSideLineQuote"/>
    <dgm:cxn modelId="{536617C1-B444-4D58-A7A2-E37F096377D7}" srcId="{74FE81A0-D003-44C0-89C4-9C26BE1800E2}" destId="{E11EFDBD-A032-44E1-A4F8-1688057A1D92}" srcOrd="2" destOrd="0" parTransId="{886BBF35-396C-4B9D-B3F4-E547ECE9F16F}" sibTransId="{51F912FF-1010-4DAD-8E38-56A4AD4A0B8B}"/>
    <dgm:cxn modelId="{2B254FCB-A61E-4DCB-9174-F25B4188D513}" type="presOf" srcId="{2838078E-0A81-42B7-B98A-117DA581AD2D}" destId="{6EB2CA52-8410-4488-B638-4A3A0F3BC126}" srcOrd="0" destOrd="0" presId="urn:microsoft.com/office/officeart/2026/layout/TextCardSideLineQuote"/>
    <dgm:cxn modelId="{9FBBF9CE-2AB4-43F1-A0DE-7CF0DBC9F482}" type="presOf" srcId="{EA8F5556-8CDA-4F42-89B7-A1E1DED045C6}" destId="{66464002-8413-4BC4-B433-D32FCA8105FF}" srcOrd="0" destOrd="1" presId="urn:microsoft.com/office/officeart/2026/layout/TextCardSideLineQuote"/>
    <dgm:cxn modelId="{3DFFBFDC-892E-4750-9679-65AB674C05A8}" srcId="{B174F173-F795-4886-A83B-BBD89B615296}" destId="{74FE81A0-D003-44C0-89C4-9C26BE1800E2}" srcOrd="1" destOrd="0" parTransId="{FC511288-18E4-45F9-8C5F-F4D6BB42BBAE}" sibTransId="{CC1D2913-FBFE-42F2-8717-B2C1252F6272}"/>
    <dgm:cxn modelId="{6ADDBDE2-B569-4CBD-8938-5FA834CB12F6}" type="presOf" srcId="{AD0F3C0A-8DDD-4764-B829-A314ABD12AB9}" destId="{5D850B23-2472-4896-A478-1F5F4D5F13F1}" srcOrd="0" destOrd="0" presId="urn:microsoft.com/office/officeart/2026/layout/TextCardSideLineQuote"/>
    <dgm:cxn modelId="{80D06EE6-4DB4-4525-AE6F-4D2DB5CD2637}" srcId="{2838078E-0A81-42B7-B98A-117DA581AD2D}" destId="{484581B7-58E6-47E2-9522-2011EC8F46A1}" srcOrd="0" destOrd="0" parTransId="{5FEABDF3-2879-42EE-837D-BEE5A26C8362}" sibTransId="{23CBEA17-D424-4749-BE3A-1391D8632A8A}"/>
    <dgm:cxn modelId="{468147D8-E138-4ED6-9712-6F9E0403FAB1}" type="presParOf" srcId="{3705F5B1-20CA-4AD8-B662-17A03B9333EB}" destId="{02D2B9A8-7678-4503-9D9C-80C0F470F01C}" srcOrd="0" destOrd="0" presId="urn:microsoft.com/office/officeart/2026/layout/TextCardSideLineQuote"/>
    <dgm:cxn modelId="{84DD0492-B4A2-46C6-900A-12D155BDB45C}" type="presParOf" srcId="{02D2B9A8-7678-4503-9D9C-80C0F470F01C}" destId="{4DD9272C-A6E9-4110-A810-0DD9EB3BD81F}" srcOrd="0" destOrd="0" presId="urn:microsoft.com/office/officeart/2026/layout/TextCardSideLineQuote"/>
    <dgm:cxn modelId="{3855B2E4-D1FE-44B8-BCEE-4964DCF35861}" type="presParOf" srcId="{02D2B9A8-7678-4503-9D9C-80C0F470F01C}" destId="{0E0A1213-3DDF-4CA2-99B6-43342DD7A074}" srcOrd="1" destOrd="0" presId="urn:microsoft.com/office/officeart/2026/layout/TextCardSideLineQuote"/>
    <dgm:cxn modelId="{1452DBA5-2891-4CC3-9E5C-34255F6B3B07}" type="presParOf" srcId="{02D2B9A8-7678-4503-9D9C-80C0F470F01C}" destId="{DADFAD0E-161B-4B90-8300-55A124CA3C97}" srcOrd="2" destOrd="0" presId="urn:microsoft.com/office/officeart/2026/layout/TextCardSideLineQuote"/>
    <dgm:cxn modelId="{C9E56D4D-2408-4EF0-AE9F-841EEBC110BB}" type="presParOf" srcId="{3705F5B1-20CA-4AD8-B662-17A03B9333EB}" destId="{EC304416-690A-4160-922D-ED87B1A19F26}" srcOrd="1" destOrd="0" presId="urn:microsoft.com/office/officeart/2026/layout/TextCardSideLineQuote"/>
    <dgm:cxn modelId="{89313A54-B815-49A7-B8A1-F54586869482}" type="presParOf" srcId="{3705F5B1-20CA-4AD8-B662-17A03B9333EB}" destId="{9D72498E-7A93-4434-AFDD-641F73884FAC}" srcOrd="2" destOrd="0" presId="urn:microsoft.com/office/officeart/2026/layout/TextCardSideLineQuote"/>
    <dgm:cxn modelId="{85C2EC4C-24B1-48B7-9FDA-64A2C732F951}" type="presParOf" srcId="{9D72498E-7A93-4434-AFDD-641F73884FAC}" destId="{15349D33-EE46-4144-B234-ABF1D2E7F8B1}" srcOrd="0" destOrd="0" presId="urn:microsoft.com/office/officeart/2026/layout/TextCardSideLineQuote"/>
    <dgm:cxn modelId="{A19DA01F-A836-4F60-B398-8F3D20B2CF5B}" type="presParOf" srcId="{9D72498E-7A93-4434-AFDD-641F73884FAC}" destId="{66464002-8413-4BC4-B433-D32FCA8105FF}" srcOrd="1" destOrd="0" presId="urn:microsoft.com/office/officeart/2026/layout/TextCardSideLineQuote"/>
    <dgm:cxn modelId="{04D969F6-601E-412C-928D-B74F37A1DF6D}" type="presParOf" srcId="{9D72498E-7A93-4434-AFDD-641F73884FAC}" destId="{5C3C1CE9-B86B-4137-8ED1-64B406F5BA5B}" srcOrd="2" destOrd="0" presId="urn:microsoft.com/office/officeart/2026/layout/TextCardSideLineQuote"/>
    <dgm:cxn modelId="{84A3D2AB-9C1B-4DA1-AB74-E8389C8B5D4E}" type="presParOf" srcId="{3705F5B1-20CA-4AD8-B662-17A03B9333EB}" destId="{1D27F93F-6E5D-4172-80E4-A78D22C0FCDA}" srcOrd="3" destOrd="0" presId="urn:microsoft.com/office/officeart/2026/layout/TextCardSideLineQuote"/>
    <dgm:cxn modelId="{D38EE9E0-4133-4464-9353-5FA8EC8E7B06}" type="presParOf" srcId="{3705F5B1-20CA-4AD8-B662-17A03B9333EB}" destId="{2B75F90F-5AB5-4D10-A141-20DB427C22AA}" srcOrd="4" destOrd="0" presId="urn:microsoft.com/office/officeart/2026/layout/TextCardSideLineQuote"/>
    <dgm:cxn modelId="{3A6E0C58-83B9-436A-BCCB-F933DD2E0FAE}" type="presParOf" srcId="{2B75F90F-5AB5-4D10-A141-20DB427C22AA}" destId="{B6E7E109-DA14-4B28-BCCC-DA0085D5B0B7}" srcOrd="0" destOrd="0" presId="urn:microsoft.com/office/officeart/2026/layout/TextCardSideLineQuote"/>
    <dgm:cxn modelId="{FA2A3F00-026E-472C-B77C-5AC402113585}" type="presParOf" srcId="{2B75F90F-5AB5-4D10-A141-20DB427C22AA}" destId="{5D850B23-2472-4896-A478-1F5F4D5F13F1}" srcOrd="1" destOrd="0" presId="urn:microsoft.com/office/officeart/2026/layout/TextCardSideLineQuote"/>
    <dgm:cxn modelId="{8690BE14-3160-4CDD-A802-14FD30EC3683}" type="presParOf" srcId="{2B75F90F-5AB5-4D10-A141-20DB427C22AA}" destId="{9D896F71-9CF8-4441-9806-A2045A58314A}" srcOrd="2" destOrd="0" presId="urn:microsoft.com/office/officeart/2026/layout/TextCardSideLineQuote"/>
    <dgm:cxn modelId="{D6F31A78-B34F-45D1-A3B1-D0B8BAB27707}" type="presParOf" srcId="{3705F5B1-20CA-4AD8-B662-17A03B9333EB}" destId="{770E2F20-1224-4427-ACFB-90AAB67BD6BB}" srcOrd="5" destOrd="0" presId="urn:microsoft.com/office/officeart/2026/layout/TextCardSideLineQuote"/>
    <dgm:cxn modelId="{D214F67E-65CB-402C-8159-899788EB146C}" type="presParOf" srcId="{3705F5B1-20CA-4AD8-B662-17A03B9333EB}" destId="{16E2E20B-77ED-4C1C-B6EA-9909875C1D86}" srcOrd="6" destOrd="0" presId="urn:microsoft.com/office/officeart/2026/layout/TextCardSideLineQuote"/>
    <dgm:cxn modelId="{3CDE709A-03E5-4FDF-9111-16F48C7D3015}" type="presParOf" srcId="{16E2E20B-77ED-4C1C-B6EA-9909875C1D86}" destId="{B7B33C4F-698E-48D1-A11F-F731928FB030}" srcOrd="0" destOrd="0" presId="urn:microsoft.com/office/officeart/2026/layout/TextCardSideLineQuote"/>
    <dgm:cxn modelId="{811FE29A-15D7-49FE-B4C7-57F9E05A0A9A}" type="presParOf" srcId="{16E2E20B-77ED-4C1C-B6EA-9909875C1D86}" destId="{2618E894-132D-4B24-A2B3-5075A529B2D7}" srcOrd="1" destOrd="0" presId="urn:microsoft.com/office/officeart/2026/layout/TextCardSideLineQuote"/>
    <dgm:cxn modelId="{C8D2678D-0778-46CE-8EF3-38605C8D0D59}" type="presParOf" srcId="{16E2E20B-77ED-4C1C-B6EA-9909875C1D86}" destId="{6EB2CA52-8410-4488-B638-4A3A0F3BC126}" srcOrd="2" destOrd="0" presId="urn:microsoft.com/office/officeart/2026/layout/TextCardSideLineQuote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DD9272C-A6E9-4110-A810-0DD9EB3BD81F}">
      <dsp:nvSpPr>
        <dsp:cNvPr id="0" name=""/>
        <dsp:cNvSpPr/>
      </dsp:nvSpPr>
      <dsp:spPr>
        <a:xfrm>
          <a:off x="288264" y="1145539"/>
          <a:ext cx="14528" cy="2788920"/>
        </a:xfrm>
        <a:prstGeom prst="rect">
          <a:avLst/>
        </a:prstGeom>
        <a:solidFill>
          <a:schemeClr val="accent1">
            <a:shade val="8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E0A1213-3DDF-4CA2-99B6-43342DD7A074}">
      <dsp:nvSpPr>
        <dsp:cNvPr id="0" name=""/>
        <dsp:cNvSpPr/>
      </dsp:nvSpPr>
      <dsp:spPr>
        <a:xfrm>
          <a:off x="415391" y="1238503"/>
          <a:ext cx="1688973" cy="21071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800" kern="1200"/>
        </a:p>
      </dsp:txBody>
      <dsp:txXfrm>
        <a:off x="415391" y="1238503"/>
        <a:ext cx="1688973" cy="2107184"/>
      </dsp:txXfrm>
    </dsp:sp>
    <dsp:sp modelId="{DADFAD0E-161B-4B90-8300-55A124CA3C97}">
      <dsp:nvSpPr>
        <dsp:cNvPr id="0" name=""/>
        <dsp:cNvSpPr/>
      </dsp:nvSpPr>
      <dsp:spPr>
        <a:xfrm>
          <a:off x="415391" y="3500628"/>
          <a:ext cx="1688973" cy="43383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>
              <a:solidFill>
                <a:schemeClr val="accent1"/>
              </a:solidFill>
            </a:defRPr>
          </a:pPr>
          <a:r>
            <a:rPr lang="en-US" sz="1400" kern="1200"/>
            <a:t>Node One</a:t>
          </a:r>
        </a:p>
      </dsp:txBody>
      <dsp:txXfrm>
        <a:off x="415391" y="3500628"/>
        <a:ext cx="1688973" cy="433832"/>
      </dsp:txXfrm>
    </dsp:sp>
    <dsp:sp modelId="{15349D33-EE46-4144-B234-ABF1D2E7F8B1}">
      <dsp:nvSpPr>
        <dsp:cNvPr id="0" name=""/>
        <dsp:cNvSpPr/>
      </dsp:nvSpPr>
      <dsp:spPr>
        <a:xfrm>
          <a:off x="2242388" y="1145539"/>
          <a:ext cx="14528" cy="2788920"/>
        </a:xfrm>
        <a:prstGeom prst="rect">
          <a:avLst/>
        </a:prstGeom>
        <a:solidFill>
          <a:schemeClr val="accent1">
            <a:shade val="8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6464002-8413-4BC4-B433-D32FCA8105FF}">
      <dsp:nvSpPr>
        <dsp:cNvPr id="0" name=""/>
        <dsp:cNvSpPr/>
      </dsp:nvSpPr>
      <dsp:spPr>
        <a:xfrm>
          <a:off x="2369515" y="1238503"/>
          <a:ext cx="1688973" cy="21071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800" kern="1200"/>
        </a:p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Node Three</a:t>
          </a:r>
        </a:p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800" kern="1200"/>
        </a:p>
      </dsp:txBody>
      <dsp:txXfrm>
        <a:off x="2369515" y="1238503"/>
        <a:ext cx="1688973" cy="2107184"/>
      </dsp:txXfrm>
    </dsp:sp>
    <dsp:sp modelId="{5C3C1CE9-B86B-4137-8ED1-64B406F5BA5B}">
      <dsp:nvSpPr>
        <dsp:cNvPr id="0" name=""/>
        <dsp:cNvSpPr/>
      </dsp:nvSpPr>
      <dsp:spPr>
        <a:xfrm>
          <a:off x="2369515" y="3500628"/>
          <a:ext cx="1688973" cy="43383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>
              <a:solidFill>
                <a:schemeClr val="accent1"/>
              </a:solidFill>
            </a:defRPr>
          </a:pPr>
          <a:r>
            <a:rPr lang="en-US" sz="1400" kern="1200"/>
            <a:t>Node Two has a longer label</a:t>
          </a:r>
        </a:p>
      </dsp:txBody>
      <dsp:txXfrm>
        <a:off x="2369515" y="3500628"/>
        <a:ext cx="1688973" cy="433832"/>
      </dsp:txXfrm>
    </dsp:sp>
    <dsp:sp modelId="{B6E7E109-DA14-4B28-BCCC-DA0085D5B0B7}">
      <dsp:nvSpPr>
        <dsp:cNvPr id="0" name=""/>
        <dsp:cNvSpPr/>
      </dsp:nvSpPr>
      <dsp:spPr>
        <a:xfrm>
          <a:off x="4196511" y="1145539"/>
          <a:ext cx="14528" cy="2788920"/>
        </a:xfrm>
        <a:prstGeom prst="rect">
          <a:avLst/>
        </a:prstGeom>
        <a:solidFill>
          <a:schemeClr val="accent1">
            <a:shade val="8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D850B23-2472-4896-A478-1F5F4D5F13F1}">
      <dsp:nvSpPr>
        <dsp:cNvPr id="0" name=""/>
        <dsp:cNvSpPr/>
      </dsp:nvSpPr>
      <dsp:spPr>
        <a:xfrm>
          <a:off x="4323638" y="1238503"/>
          <a:ext cx="1688973" cy="21071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800" kern="1200"/>
        </a:p>
      </dsp:txBody>
      <dsp:txXfrm>
        <a:off x="4323638" y="1238503"/>
        <a:ext cx="1688973" cy="2107184"/>
      </dsp:txXfrm>
    </dsp:sp>
    <dsp:sp modelId="{9D896F71-9CF8-4441-9806-A2045A58314A}">
      <dsp:nvSpPr>
        <dsp:cNvPr id="0" name=""/>
        <dsp:cNvSpPr/>
      </dsp:nvSpPr>
      <dsp:spPr>
        <a:xfrm>
          <a:off x="4323638" y="3500628"/>
          <a:ext cx="1688973" cy="43383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>
              <a:solidFill>
                <a:schemeClr val="accent1"/>
              </a:solidFill>
            </a:defRPr>
          </a:pPr>
          <a:r>
            <a:rPr lang="en-US" sz="1400" kern="1200"/>
            <a:t>Node Four</a:t>
          </a:r>
        </a:p>
      </dsp:txBody>
      <dsp:txXfrm>
        <a:off x="4323638" y="3500628"/>
        <a:ext cx="1688973" cy="433832"/>
      </dsp:txXfrm>
    </dsp:sp>
    <dsp:sp modelId="{B7B33C4F-698E-48D1-A11F-F731928FB030}">
      <dsp:nvSpPr>
        <dsp:cNvPr id="0" name=""/>
        <dsp:cNvSpPr/>
      </dsp:nvSpPr>
      <dsp:spPr>
        <a:xfrm>
          <a:off x="6150635" y="1145539"/>
          <a:ext cx="14528" cy="2788920"/>
        </a:xfrm>
        <a:prstGeom prst="rect">
          <a:avLst/>
        </a:prstGeom>
        <a:solidFill>
          <a:schemeClr val="accent1">
            <a:shade val="8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618E894-132D-4B24-A2B3-5075A529B2D7}">
      <dsp:nvSpPr>
        <dsp:cNvPr id="0" name=""/>
        <dsp:cNvSpPr/>
      </dsp:nvSpPr>
      <dsp:spPr>
        <a:xfrm>
          <a:off x="6277762" y="1238503"/>
          <a:ext cx="1688973" cy="21071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800" kern="1200"/>
        </a:p>
      </dsp:txBody>
      <dsp:txXfrm>
        <a:off x="6277762" y="1238503"/>
        <a:ext cx="1688973" cy="2107184"/>
      </dsp:txXfrm>
    </dsp:sp>
    <dsp:sp modelId="{6EB2CA52-8410-4488-B638-4A3A0F3BC126}">
      <dsp:nvSpPr>
        <dsp:cNvPr id="0" name=""/>
        <dsp:cNvSpPr/>
      </dsp:nvSpPr>
      <dsp:spPr>
        <a:xfrm>
          <a:off x="6277762" y="3500628"/>
          <a:ext cx="1688973" cy="43383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>
              <a:solidFill>
                <a:schemeClr val="accent1"/>
              </a:solidFill>
            </a:defRPr>
          </a:pPr>
          <a:r>
            <a:rPr lang="en-US" sz="1400" kern="1200"/>
            <a:t>Node Five</a:t>
          </a:r>
        </a:p>
      </dsp:txBody>
      <dsp:txXfrm>
        <a:off x="6277762" y="3500628"/>
        <a:ext cx="1688973" cy="43383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26/layout/TextCardSideLineQuote">
  <dgm:title val=""/>
  <dgm:desc val=""/>
  <dgm:catLst>
    <dgm:cat type="textcard" pri="102"/>
  </dgm:catLst>
  <dgm:sampData>
    <dgm:dataModel>
      <dgm:ptLst>
        <dgm:pt modelId="0" type="doc"/>
        <dgm:pt modelId="10">
          <dgm:prSet phldrT="Title" phldr="1"/>
        </dgm:pt>
        <dgm:pt modelId="11">
          <dgm:prSet phldrT="Description" phldr="1"/>
        </dgm:pt>
        <dgm:pt modelId="20">
          <dgm:prSet phldrT="Title" phldr="1"/>
        </dgm:pt>
        <dgm:pt modelId="21">
          <dgm:prSet phldrT="Description" phldr="1"/>
        </dgm:pt>
        <dgm:pt modelId="30">
          <dgm:prSet phldrT="Title" phldr="1"/>
        </dgm:pt>
        <dgm:pt modelId="31">
          <dgm:prSet phldrT="Description" phldr="1"/>
        </dgm:pt>
      </dgm:ptLst>
      <dgm:cxnLst>
        <dgm:cxn modelId="100" srcId="0" destId="10" srcOrd="0" destOrd="0"/>
        <dgm:cxn modelId="101" srcId="10" destId="11" srcOrd="0" destOrd="0"/>
        <dgm:cxn modelId="102" srcId="0" destId="20" srcOrd="1" destOrd="0"/>
        <dgm:cxn modelId="103" srcId="20" destId="21" srcOrd="0" destOrd="0"/>
        <dgm:cxn modelId="104" srcId="0" destId="30" srcOrd="2" destOrd="0"/>
        <dgm:cxn modelId="105" srcId="30" destId="31" srcOrd="0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choose name="RowBalLTR">
          <dgm:if name="RB1" axis="ch" ptType="node" func="cnt" op="lte" val="4">
            <dgm:alg type="snake">
              <dgm:param type="grDir" val="tL"/>
              <dgm:param type="flowDir" val="row"/>
              <dgm:param type="contDir" val="sameDir"/>
              <dgm:param type="off" val="off"/>
              <dgm:param type="vertAlign" val="mid"/>
              <dgm:param type="horzAlign" val="ctr"/>
            </dgm:alg>
          </dgm:if>
          <dgm:else name="RB2">
            <dgm:alg type="snake">
              <dgm:param type="grDir" val="tL"/>
              <dgm:param type="flowDir" val="row"/>
              <dgm:param type="contDir" val="sameDir"/>
              <dgm:param type="off" val="off"/>
              <dgm:param type="vertAlign" val="mid"/>
              <dgm:param type="horzAlign" val="ctr"/>
              <dgm:param type="bkpt" val="bal"/>
            </dgm:alg>
          </dgm:else>
        </dgm:choose>
      </dgm:if>
      <dgm:else name="Name2">
        <dgm:choose name="RowBalRTL">
          <dgm:if name="RB3" axis="ch" ptType="node" func="cnt" op="lte" val="4">
            <dgm:alg type="snake">
              <dgm:param type="grDir" val="tR"/>
              <dgm:param type="flowDir" val="row"/>
              <dgm:param type="contDir" val="sameDir"/>
              <dgm:param type="off" val="off"/>
              <dgm:param type="vertAlign" val="mid"/>
              <dgm:param type="horzAlign" val="ctr"/>
            </dgm:alg>
          </dgm:if>
          <dgm:else name="RB4">
            <dgm:alg type="snake">
              <dgm:param type="grDir" val="tR"/>
              <dgm:param type="flowDir" val="row"/>
              <dgm:param type="contDir" val="sameDir"/>
              <dgm:param type="off" val="off"/>
              <dgm:param type="vertAlign" val="mid"/>
              <dgm:param type="horzAlign" val="ctr"/>
              <dgm:param type="bkpt" val="bal"/>
            </dgm:alg>
          </dgm:else>
        </dgm:choose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w" for="ch" forName="compNode" refType="w" fact="0.3"/>
          <dgm:constr type="h" for="ch" forName="compNode" refType="h" fact="0.61"/>
          <dgm:constr type="w" for="ch" forName="sibTrans" refType="w" refFor="ch" refForName="compNode" fact="0.076"/>
          <dgm:constr type="sp" refType="w" refFor="ch" refForName="compNode" op="equ" fact="0.06"/>
          <dgm:constr type="primFontSz" for="des" forName="bodyText" op="equ" val="18"/>
          <dgm:constr type="primFontSz" for="des" forName="titleText" op="equ" val="14"/>
          <dgm:constr type="h" for="des" forName="compNode" op="equ"/>
          <dgm:constr type="w" for="des" forName="compNode" op="equ"/>
        </dgm:constrLst>
      </dgm:if>
      <dgm:if name="Name5" axis="ch" ptType="node" func="cnt" op="lte" val="3">
        <dgm:constrLst>
          <dgm:constr type="w" for="ch" forName="compNode" refType="w" fact="0.3"/>
          <dgm:constr type="h" for="ch" forName="compNode" refType="h" fact="0.61"/>
          <dgm:constr type="w" for="ch" forName="sibTrans" refType="w" refFor="ch" refForName="compNode" fact="0.076"/>
          <dgm:constr type="sp" refType="w" refFor="ch" refForName="compNode" op="equ" fact="0.06"/>
          <dgm:constr type="primFontSz" for="des" forName="bodyText" op="equ" val="18"/>
          <dgm:constr type="primFontSz" for="des" forName="titleText" op="equ" val="14"/>
          <dgm:constr type="h" for="des" forName="compNode" op="equ"/>
          <dgm:constr type="w" for="des" forName="compNode" op="equ"/>
        </dgm:constrLst>
      </dgm:if>
      <dgm:if name="Name5b" axis="ch" ptType="node" func="cnt" op="lte" val="4">
        <dgm:constrLst>
          <dgm:constr type="w" for="ch" forName="compNode" refType="w" fact="0.22"/>
          <dgm:constr type="h" for="ch" forName="compNode" refType="h" fact="0.61"/>
          <dgm:constr type="w" for="ch" forName="sibTrans" refType="w" refFor="ch" refForName="compNode" fact="0.076"/>
          <dgm:constr type="sp" refType="w" refFor="ch" refForName="compNode" op="equ" fact="0.06"/>
          <dgm:constr type="primFontSz" for="des" forName="bodyText" op="equ" val="18"/>
          <dgm:constr type="primFontSz" for="des" forName="titleText" op="equ" val="14"/>
          <dgm:constr type="h" for="des" forName="compNode" op="equ"/>
          <dgm:constr type="w" for="des" forName="compNode" op="equ"/>
        </dgm:constrLst>
      </dgm:if>
      <dgm:if name="Name6" axis="ch" ptType="node" func="cnt" op="lte" val="6">
        <dgm:constrLst>
          <dgm:constr type="w" for="ch" forName="compNode" refType="w" fact="0.3"/>
          <dgm:constr type="h" for="ch" forName="compNode" refType="h" fact="0.61"/>
          <dgm:constr type="w" for="ch" forName="sibTrans" refType="w" refFor="ch" refForName="compNode" fact="0.076"/>
          <dgm:constr type="sp" refType="w" refFor="ch" refForName="compNode" op="equ" fact="0.06"/>
          <dgm:constr type="primFontSz" for="des" forName="bodyText" op="equ" val="18"/>
          <dgm:constr type="primFontSz" for="des" forName="titleText" op="equ" val="14"/>
          <dgm:constr type="h" for="des" forName="compNode" op="equ"/>
          <dgm:constr type="w" for="des" forName="compNode" op="equ"/>
        </dgm:constrLst>
      </dgm:if>
      <dgm:else name="Name7">
        <dgm:constrLst>
          <dgm:constr type="w" for="ch" forName="compNode" refType="w" fact="0.3"/>
          <dgm:constr type="h" for="ch" forName="compNode" refType="h" fact="0.61"/>
          <dgm:constr type="w" for="ch" forName="sibTrans" refType="w" refFor="ch" refForName="compNode" fact="0.076"/>
          <dgm:constr type="sp" refType="w" refFor="ch" refForName="compNode" op="equ" fact="0.06"/>
          <dgm:constr type="primFontSz" for="des" forName="bodyText" op="equ" val="18"/>
          <dgm:constr type="primFontSz" for="des" forName="titleText" op="equ" val="14"/>
          <dgm:constr type="h" for="des" forName="compNode" op="equ"/>
          <dgm:constr type="w" for="des" forName="compNode" op="equ"/>
        </dgm:constrLst>
      </dgm:else>
    </dgm:choose>
    <dgm:ruleLst>
      <dgm:rule type="h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l" for="ch" forName="accentLine"/>
          <dgm:constr type="t" for="ch" forName="accentLine"/>
          <dgm:constr type="w" for="ch" forName="accentLine" refType="w" fact="0.008"/>
          <dgm:constr type="h" for="ch" forName="accentLine" refType="h" fact="0.9"/>
          <dgm:constr type="l" for="ch" forName="bodyText" refType="w" fact="0.07"/>
          <dgm:constr type="t" for="ch" forName="bodyText" refType="h" fact="0.03"/>
          <dgm:constr type="w" for="ch" forName="bodyText" refType="w" fact="0.93"/>
          <dgm:constr type="h" for="ch" forName="bodyText" refType="h" fact="0.68"/>
          <dgm:constr type="l" for="ch" forName="titleText" refType="w" fact="0.07"/>
          <dgm:constr type="t" for="ch" forName="titleText" refType="h" fact="0.76"/>
          <dgm:constr type="w" for="ch" forName="titleText" refType="w" fact="0.93"/>
          <dgm:constr type="h" for="ch" forName="titleText" refType="h" fact="0.14"/>
        </dgm:constrLst>
        <dgm:ruleLst/>
        <dgm:layoutNode name="accentLine" styleLbl="dkBgShp">
          <dgm:alg type="sp"/>
          <dgm:shape xmlns:r="http://schemas.openxmlformats.org/officeDocument/2006/relationships" type="rect" r:blip="">
            <dgm:adjLst/>
            <dgm:extLst>
              <a:ext uri="{B698B0E9-8C71-41B9-8309-B3DCBF30829C}">
                <dgm1612:spPr xmlns:dgm1612="http://schemas.microsoft.com/office/drawing/2016/12/diagram">
                  <a:solidFill>
                    <a:schemeClr val="accent1"/>
                  </a:solidFill>
                </dgm1612:spPr>
              </a:ext>
            </dgm:extLst>
          </dgm:shape>
          <dgm:presOf/>
          <dgm:constrLst/>
          <dgm:ruleLst/>
        </dgm:layoutNode>
        <dgm:layoutNode name="bodyText" styleLbl="revTx">
          <dgm:varLst>
            <dgm:chMax val="0"/>
            <dgm:chPref val="0"/>
          </dgm:varLst>
          <dgm:alg type="tx">
            <dgm:param type="txAnchorVert" val="t"/>
            <dgm:param type="parTxLTRAlign" val="l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5" fact="NaN" max="NaN"/>
          </dgm:ruleLst>
        </dgm:layoutNode>
        <dgm:layoutNode name="titleText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6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defRPr b="1">
            <a:solidFill>
              <a:schemeClr val="accent1"/>
            </a:solidFill>
          </a:defRPr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t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revTxLt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lt1"/>
      </a:fontRef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70CB61-1F5D-4129-823B-797744F7D8B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5DE353F-DAB9-ED39-E9FE-D91F0683E25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E4A64B-5C61-0B92-E115-C903FB2C50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5C33C3-F54E-40FE-82BB-E01D61C1AE7E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BCC297-EA0D-C7BD-2CE6-F260FFEA5E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4E0976-5788-63FB-1218-B2B1CB93CE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791B4A-5E4D-4CC1-9184-022F54A648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07885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76711C-D994-0FD1-E77D-C303E3D73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B4B018-D6CD-C79F-5C84-1CDA8E9AFB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28D33B-8D29-6BEE-8D96-FE3158EFD9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5C33C3-F54E-40FE-82BB-E01D61C1AE7E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CAC1DB-8507-5E58-F4A5-C054F27238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76B0DC-2055-D17D-408E-D695F663FE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791B4A-5E4D-4CC1-9184-022F54A648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71763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B8F5E9-9E58-40DC-A808-18C558B1DE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3D10F74-FAC3-B144-3203-323976F469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BCD25F-AFEB-809A-8237-CB3C470821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5C33C3-F54E-40FE-82BB-E01D61C1AE7E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4DB9BA-5ED7-4D41-AEB5-BD7777CD9D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733636-A7ED-8A67-965A-F700830A72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791B4A-5E4D-4CC1-9184-022F54A648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33442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B397AD-F4CE-F3BA-FB37-96867E9103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03E06C-284A-6B73-764A-7BE251FF159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AF0BDA1-5D24-FD4E-AA19-D3B89E08E26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359EF13-D13E-4332-299F-B6ADA51115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5C33C3-F54E-40FE-82BB-E01D61C1AE7E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16E5976-8A7F-5810-45DC-CD9A3D5696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4EA577-F45F-2D84-5EE3-AC9846ADBA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791B4A-5E4D-4CC1-9184-022F54A648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61312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DBCD86-02F0-4465-5788-A6203CA594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74FD42B-FE91-8C95-68A6-BD2301DB422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803560B-A8BE-1884-304C-333F8C08B38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59C3BFC-5827-C97C-3D1C-D06FF01DA45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412080F-D6A2-652B-F051-DFCB7354511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ABAC545-17C1-B978-37CE-4AED5C3B1D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5C33C3-F54E-40FE-82BB-E01D61C1AE7E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2B700CE-8812-7977-E4E1-72ED9B0B7E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CDECDBD-B2A4-7A32-4735-A1946EEB1C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791B4A-5E4D-4CC1-9184-022F54A648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57100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F7AE44-C26B-B8D7-F742-C2C0794EC1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EDE9476-F5EE-5220-717D-6D2DB34220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5C33C3-F54E-40FE-82BB-E01D61C1AE7E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D4158D1-FF77-7B28-E0B3-88209E2605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50A5956-175C-18FD-130F-F5A3B14DEC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791B4A-5E4D-4CC1-9184-022F54A648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01077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0A48100-2866-8687-A435-92B32B8566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5C33C3-F54E-40FE-82BB-E01D61C1AE7E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6E9EA13-86CE-E6B1-541E-95D2759A4A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C1F4E3F-FBD1-02D5-C8F3-2E4DFEBAE4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791B4A-5E4D-4CC1-9184-022F54A648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32323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0D502C-F83A-CC19-24B8-3CCD4C9F2A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C8FEE7-21D8-4466-DB2A-A6D05EA7A6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B3B2C5D-554C-EC99-0F2B-5CEDE029699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EDD7C36-D6A3-A8AF-376D-F12ABB8592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5C33C3-F54E-40FE-82BB-E01D61C1AE7E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28E82B3-C34B-8DBD-8EFA-66F0725223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1091792-0C24-4B11-5957-09B86D6A4B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791B4A-5E4D-4CC1-9184-022F54A648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8691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C41449-858E-F509-C543-F8C290CE76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F1B9A71-3907-930D-8120-2E7C0CA2DE9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15A690F-B5E5-CC91-D7B9-C919052BE10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DF3BC5C-0011-7A41-E49A-A965EA3AF8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5C33C3-F54E-40FE-82BB-E01D61C1AE7E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9888411-80A3-E4BD-0E0C-6EBF277418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CB2800-F6F2-9A0F-75A0-B8584CC65A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791B4A-5E4D-4CC1-9184-022F54A648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36324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FB6ABF-4D34-3E1D-3B0A-F952B11895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42E2B1F-9108-4F6B-837E-49F039BBC79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CE61AF-3A77-D048-ADEA-079A1F2F6C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5C33C3-F54E-40FE-82BB-E01D61C1AE7E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264AE0-C996-7295-5D6A-0EB55F9E10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2D402C-6E31-BEE1-1391-20E60C089E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791B4A-5E4D-4CC1-9184-022F54A648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77724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80C66A5-3A54-D1FD-4B01-4DE256BF2FD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A43CE52-1809-19EC-485F-9DF61AD55C5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C8977D-09B9-5799-2E4D-701BC8E2FC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5C33C3-F54E-40FE-82BB-E01D61C1AE7E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A19E4F-20DC-629B-BC1B-A99B4D8C5E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8B5FF2-6A7F-7F14-B480-6B06515708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791B4A-5E4D-4CC1-9184-022F54A648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27733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3294EAB-01FA-69C4-2A98-64FD1458F6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10E1428-EE5C-C42C-D984-7A4F7FB454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F0B1E0-9A05-44A5-4554-5B68656BD04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45C33C3-F54E-40FE-82BB-E01D61C1AE7E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E6EFBC-8F6A-DBA9-16F1-2D01630D899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C18E3E-C598-10DA-9B51-08B29B355B6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D791B4A-5E4D-4CC1-9184-022F54A648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4699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EDBE9A44-3DEB-D26C-C535-2D395EBEDED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500754754"/>
              </p:ext>
            </p:extLst>
          </p:nvPr>
        </p:nvGraphicFramePr>
        <p:xfrm>
          <a:off x="508000" y="1143000"/>
          <a:ext cx="8255000" cy="5080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65940974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</Words>
  <Application>Microsoft Office PowerPoint</Application>
  <PresentationFormat>Widescreen</PresentationFormat>
  <Paragraphs>5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Christopher van Rooyen</dc:creator>
  <cp:lastModifiedBy>Christopher van Rooyen</cp:lastModifiedBy>
  <cp:revision>1</cp:revision>
  <dcterms:created xsi:type="dcterms:W3CDTF">2026-09-06T08:15:19Z</dcterms:created>
  <dcterms:modified xsi:type="dcterms:W3CDTF">2026-09-06T08:15:20Z</dcterms:modified>
</cp:coreProperties>
</file>