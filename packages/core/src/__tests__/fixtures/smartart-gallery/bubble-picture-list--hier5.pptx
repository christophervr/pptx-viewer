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5DE935-682D-4BC1-B261-A9067116014C}" type="doc">
      <dgm:prSet loTypeId="urn:microsoft.com/office/officeart/2008/layout/Bubble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ABF86B-44B2-4119-9FB6-D0243C4CBA65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6AC5D10E-D3CA-4A51-9163-9ED87D5FFBF6}" type="parTrans" cxnId="{B42B5446-B02F-45DB-A7E7-6FB6CC950BB3}">
      <dgm:prSet/>
      <dgm:spPr/>
    </dgm:pt>
    <dgm:pt modelId="{7B1D1778-0E7B-4479-8A4C-9CF769637C2E}" type="sibTrans" cxnId="{B42B5446-B02F-45DB-A7E7-6FB6CC950BB3}">
      <dgm:prSet/>
      <dgm:spPr/>
    </dgm:pt>
    <dgm:pt modelId="{46B45703-F3F8-4D44-BD07-552A6F8725BB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870D0D5F-47C1-4D8F-8EA7-D784EACF318C}" type="parTrans" cxnId="{18E80F32-A88F-4EC4-B795-2062B1F7D626}">
      <dgm:prSet/>
      <dgm:spPr/>
      <dgm:t>
        <a:bodyPr/>
        <a:lstStyle/>
        <a:p>
          <a:endParaRPr lang="en-US"/>
        </a:p>
      </dgm:t>
    </dgm:pt>
    <dgm:pt modelId="{181BB65E-8A43-4C83-AEF7-6F8AD8DE9493}" type="sibTrans" cxnId="{18E80F32-A88F-4EC4-B795-2062B1F7D626}">
      <dgm:prSet/>
      <dgm:spPr/>
    </dgm:pt>
    <dgm:pt modelId="{ED5A8462-6DE5-430E-B4FA-E524A0D2C469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4203B682-65A3-4562-99E4-180B563B7081}" type="parTrans" cxnId="{D085C4F6-9A9D-42A8-8EEC-1FF7FDC73991}">
      <dgm:prSet/>
      <dgm:spPr/>
    </dgm:pt>
    <dgm:pt modelId="{EEADA752-6257-4CE8-8C42-8506C09F36AF}" type="sibTrans" cxnId="{D085C4F6-9A9D-42A8-8EEC-1FF7FDC73991}">
      <dgm:prSet/>
      <dgm:spPr/>
    </dgm:pt>
    <dgm:pt modelId="{0BDD5E88-3EEE-486C-BDB5-8DC5F6A56BE8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FF981D5F-D03C-40C3-9CBA-F38777A1157E}" type="parTrans" cxnId="{B95E99DC-D150-4B3D-A5A5-BB55ADD8D214}">
      <dgm:prSet/>
      <dgm:spPr/>
    </dgm:pt>
    <dgm:pt modelId="{7D5EBB92-C99E-476A-8A5F-11618BE3C557}" type="sibTrans" cxnId="{B95E99DC-D150-4B3D-A5A5-BB55ADD8D214}">
      <dgm:prSet/>
      <dgm:spPr/>
    </dgm:pt>
    <dgm:pt modelId="{C4097B96-FA26-4C60-AA3C-D787376751F1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B0B846B3-43A4-4424-A5CD-4646E1F233DA}" type="parTrans" cxnId="{9634D362-BDC7-499A-8112-E516BA38A384}">
      <dgm:prSet/>
      <dgm:spPr/>
      <dgm:t>
        <a:bodyPr/>
        <a:lstStyle/>
        <a:p>
          <a:endParaRPr lang="en-US"/>
        </a:p>
      </dgm:t>
    </dgm:pt>
    <dgm:pt modelId="{07462CAB-10AE-4AD5-8EA9-19F90A98DA88}" type="sibTrans" cxnId="{9634D362-BDC7-499A-8112-E516BA38A384}">
      <dgm:prSet/>
      <dgm:spPr/>
    </dgm:pt>
    <dgm:pt modelId="{36501F8D-22A0-419E-B461-8CE0FF5C3A82}" type="pres">
      <dgm:prSet presAssocID="{B25DE935-682D-4BC1-B261-A9067116014C}" presName="Name0" presStyleCnt="0">
        <dgm:presLayoutVars>
          <dgm:chMax val="8"/>
          <dgm:chPref val="8"/>
          <dgm:dir/>
        </dgm:presLayoutVars>
      </dgm:prSet>
      <dgm:spPr/>
    </dgm:pt>
    <dgm:pt modelId="{7D6A597F-49D1-47E5-AB6F-9570BDCCD330}" type="pres">
      <dgm:prSet presAssocID="{25ABF86B-44B2-4119-9FB6-D0243C4CBA65}" presName="parent_text_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6A542FB2-B0EB-4A83-B7FF-ACA2D4FE7293}" type="pres">
      <dgm:prSet presAssocID="{25ABF86B-44B2-4119-9FB6-D0243C4CBA65}" presName="image_accent_1" presStyleCnt="0"/>
      <dgm:spPr/>
    </dgm:pt>
    <dgm:pt modelId="{D77CDC23-D785-4AFD-BF97-4C5AD268EFF2}" type="pres">
      <dgm:prSet presAssocID="{25ABF86B-44B2-4119-9FB6-D0243C4CBA65}" presName="imageAccentRepeatNode" presStyleLbl="alignNode1" presStyleIdx="0" presStyleCnt="6"/>
      <dgm:spPr/>
    </dgm:pt>
    <dgm:pt modelId="{89C276F5-0E58-4920-9CFC-A667BDFEAB3A}" type="pres">
      <dgm:prSet presAssocID="{25ABF86B-44B2-4119-9FB6-D0243C4CBA65}" presName="accent_1" presStyleLbl="alignNode1" presStyleIdx="1" presStyleCnt="6"/>
      <dgm:spPr/>
    </dgm:pt>
    <dgm:pt modelId="{159FFBD5-00B2-48A0-8E39-EFD4D49A255F}" type="pres">
      <dgm:prSet presAssocID="{7B1D1778-0E7B-4479-8A4C-9CF769637C2E}" presName="image_1" presStyleCnt="0"/>
      <dgm:spPr/>
    </dgm:pt>
    <dgm:pt modelId="{47A4BC44-D94C-4A8A-BEFE-FD2F377D02EB}" type="pres">
      <dgm:prSet presAssocID="{7B1D1778-0E7B-4479-8A4C-9CF769637C2E}" presName="imageRepeatNode" presStyleLbl="fgImgPlace1" presStyleIdx="0" presStyleCnt="3"/>
      <dgm:spPr/>
    </dgm:pt>
    <dgm:pt modelId="{FBB377A8-7F0B-4745-9CD2-955DA67D29A9}" type="pres">
      <dgm:prSet presAssocID="{ED5A8462-6DE5-430E-B4FA-E524A0D2C469}" presName="parent_text_2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6F51024E-2C38-4649-85CE-A1C4C53E0786}" type="pres">
      <dgm:prSet presAssocID="{ED5A8462-6DE5-430E-B4FA-E524A0D2C469}" presName="image_accent_2" presStyleCnt="0"/>
      <dgm:spPr/>
    </dgm:pt>
    <dgm:pt modelId="{C207AC14-2C28-42A3-ACEF-66DC69D89E59}" type="pres">
      <dgm:prSet presAssocID="{ED5A8462-6DE5-430E-B4FA-E524A0D2C469}" presName="imageAccentRepeatNode" presStyleLbl="alignNode1" presStyleIdx="2" presStyleCnt="6"/>
      <dgm:spPr/>
    </dgm:pt>
    <dgm:pt modelId="{0E778C4A-F1BC-43D3-8EAA-78876F3794EF}" type="pres">
      <dgm:prSet presAssocID="{EEADA752-6257-4CE8-8C42-8506C09F36AF}" presName="image_2" presStyleCnt="0"/>
      <dgm:spPr/>
    </dgm:pt>
    <dgm:pt modelId="{6495CB5C-00AA-4483-B4E1-1DE80B804241}" type="pres">
      <dgm:prSet presAssocID="{EEADA752-6257-4CE8-8C42-8506C09F36AF}" presName="imageRepeatNode" presStyleLbl="fgImgPlace1" presStyleIdx="1" presStyleCnt="3"/>
      <dgm:spPr/>
    </dgm:pt>
    <dgm:pt modelId="{94EBB9D0-680D-491C-A7EB-E0D8CFB147FB}" type="pres">
      <dgm:prSet presAssocID="{0BDD5E88-3EEE-486C-BDB5-8DC5F6A56BE8}" presName="image_accent_3" presStyleCnt="0"/>
      <dgm:spPr/>
    </dgm:pt>
    <dgm:pt modelId="{93B7A3B8-840E-4CEF-96A5-71A7C373F054}" type="pres">
      <dgm:prSet presAssocID="{0BDD5E88-3EEE-486C-BDB5-8DC5F6A56BE8}" presName="imageAccentRepeatNode" presStyleLbl="alignNode1" presStyleIdx="3" presStyleCnt="6"/>
      <dgm:spPr/>
    </dgm:pt>
    <dgm:pt modelId="{8B43C063-A137-4D94-BBB1-8A611CF53F19}" type="pres">
      <dgm:prSet presAssocID="{0BDD5E88-3EEE-486C-BDB5-8DC5F6A56BE8}" presName="parent_text_3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08071E9A-FA36-46DD-BDFF-6531187B007E}" type="pres">
      <dgm:prSet presAssocID="{0BDD5E88-3EEE-486C-BDB5-8DC5F6A56BE8}" presName="accent_2" presStyleLbl="alignNode1" presStyleIdx="4" presStyleCnt="6"/>
      <dgm:spPr/>
    </dgm:pt>
    <dgm:pt modelId="{616E09E5-A00E-4449-B831-ABC81EAD3B4E}" type="pres">
      <dgm:prSet presAssocID="{0BDD5E88-3EEE-486C-BDB5-8DC5F6A56BE8}" presName="accent_3" presStyleLbl="alignNode1" presStyleIdx="5" presStyleCnt="6"/>
      <dgm:spPr/>
    </dgm:pt>
    <dgm:pt modelId="{EDA86977-0E8C-454C-90D3-6AC2CE3EE21D}" type="pres">
      <dgm:prSet presAssocID="{7D5EBB92-C99E-476A-8A5F-11618BE3C557}" presName="image_3" presStyleCnt="0"/>
      <dgm:spPr/>
    </dgm:pt>
    <dgm:pt modelId="{88D5C4BB-FA1E-45C9-8EC0-9092EC077EFD}" type="pres">
      <dgm:prSet presAssocID="{7D5EBB92-C99E-476A-8A5F-11618BE3C557}" presName="imageRepeatNode" presStyleLbl="fgImgPlace1" presStyleIdx="2" presStyleCnt="3"/>
      <dgm:spPr/>
    </dgm:pt>
  </dgm:ptLst>
  <dgm:cxnLst>
    <dgm:cxn modelId="{DE808C04-FB13-4064-A71C-58CA70F35877}" type="presOf" srcId="{C4097B96-FA26-4C60-AA3C-D787376751F1}" destId="{8B43C063-A137-4D94-BBB1-8A611CF53F19}" srcOrd="0" destOrd="2" presId="urn:microsoft.com/office/officeart/2008/layout/BubblePictureList"/>
    <dgm:cxn modelId="{1BBC9A14-4063-4C65-B5EC-EC796FDC9855}" type="presOf" srcId="{46B45703-F3F8-4D44-BD07-552A6F8725BB}" destId="{7D6A597F-49D1-47E5-AB6F-9570BDCCD330}" srcOrd="0" destOrd="2" presId="urn:microsoft.com/office/officeart/2008/layout/BubblePictureList"/>
    <dgm:cxn modelId="{2E1B961F-BC80-4B1B-83BF-36DE00CF2F98}" type="presOf" srcId="{870D0D5F-47C1-4D8F-8EA7-D784EACF318C}" destId="{7D6A597F-49D1-47E5-AB6F-9570BDCCD330}" srcOrd="0" destOrd="1" presId="urn:microsoft.com/office/officeart/2008/layout/BubblePictureList"/>
    <dgm:cxn modelId="{41ECC129-6E9C-4E11-A553-73CD325C6744}" type="presOf" srcId="{25ABF86B-44B2-4119-9FB6-D0243C4CBA65}" destId="{7D6A597F-49D1-47E5-AB6F-9570BDCCD330}" srcOrd="0" destOrd="0" presId="urn:microsoft.com/office/officeart/2008/layout/BubblePictureList"/>
    <dgm:cxn modelId="{AE1DA32A-963D-4741-9C7D-CB031E3BC629}" type="presOf" srcId="{7D5EBB92-C99E-476A-8A5F-11618BE3C557}" destId="{88D5C4BB-FA1E-45C9-8EC0-9092EC077EFD}" srcOrd="0" destOrd="0" presId="urn:microsoft.com/office/officeart/2008/layout/BubblePictureList"/>
    <dgm:cxn modelId="{18E80F32-A88F-4EC4-B795-2062B1F7D626}" srcId="{25ABF86B-44B2-4119-9FB6-D0243C4CBA65}" destId="{46B45703-F3F8-4D44-BD07-552A6F8725BB}" srcOrd="0" destOrd="0" parTransId="{870D0D5F-47C1-4D8F-8EA7-D784EACF318C}" sibTransId="{181BB65E-8A43-4C83-AEF7-6F8AD8DE9493}"/>
    <dgm:cxn modelId="{0C37AC37-6BE1-4A27-A811-AACF8EB839B3}" type="presOf" srcId="{7B1D1778-0E7B-4479-8A4C-9CF769637C2E}" destId="{47A4BC44-D94C-4A8A-BEFE-FD2F377D02EB}" srcOrd="0" destOrd="0" presId="urn:microsoft.com/office/officeart/2008/layout/BubblePictureList"/>
    <dgm:cxn modelId="{D03AB661-BEC1-4A7D-93EC-61E39F4C0C8C}" type="presOf" srcId="{B25DE935-682D-4BC1-B261-A9067116014C}" destId="{36501F8D-22A0-419E-B461-8CE0FF5C3A82}" srcOrd="0" destOrd="0" presId="urn:microsoft.com/office/officeart/2008/layout/BubblePictureList"/>
    <dgm:cxn modelId="{9634D362-BDC7-499A-8112-E516BA38A384}" srcId="{0BDD5E88-3EEE-486C-BDB5-8DC5F6A56BE8}" destId="{C4097B96-FA26-4C60-AA3C-D787376751F1}" srcOrd="0" destOrd="0" parTransId="{B0B846B3-43A4-4424-A5CD-4646E1F233DA}" sibTransId="{07462CAB-10AE-4AD5-8EA9-19F90A98DA88}"/>
    <dgm:cxn modelId="{CC8D4945-071F-4C08-A9BA-6427E589BD9E}" type="presOf" srcId="{B0B846B3-43A4-4424-A5CD-4646E1F233DA}" destId="{8B43C063-A137-4D94-BBB1-8A611CF53F19}" srcOrd="0" destOrd="1" presId="urn:microsoft.com/office/officeart/2008/layout/BubblePictureList"/>
    <dgm:cxn modelId="{B42B5446-B02F-45DB-A7E7-6FB6CC950BB3}" srcId="{B25DE935-682D-4BC1-B261-A9067116014C}" destId="{25ABF86B-44B2-4119-9FB6-D0243C4CBA65}" srcOrd="0" destOrd="0" parTransId="{6AC5D10E-D3CA-4A51-9163-9ED87D5FFBF6}" sibTransId="{7B1D1778-0E7B-4479-8A4C-9CF769637C2E}"/>
    <dgm:cxn modelId="{422C7A83-63AF-4DA4-9472-3F6B7E24856E}" type="presOf" srcId="{EEADA752-6257-4CE8-8C42-8506C09F36AF}" destId="{6495CB5C-00AA-4483-B4E1-1DE80B804241}" srcOrd="0" destOrd="0" presId="urn:microsoft.com/office/officeart/2008/layout/BubblePictureList"/>
    <dgm:cxn modelId="{A83D96B1-E0CA-4E90-9CB4-864B041EB564}" type="presOf" srcId="{0BDD5E88-3EEE-486C-BDB5-8DC5F6A56BE8}" destId="{8B43C063-A137-4D94-BBB1-8A611CF53F19}" srcOrd="0" destOrd="0" presId="urn:microsoft.com/office/officeart/2008/layout/BubblePictureList"/>
    <dgm:cxn modelId="{70CE91BE-66FD-4062-9927-36356FD9BB13}" type="presOf" srcId="{ED5A8462-6DE5-430E-B4FA-E524A0D2C469}" destId="{FBB377A8-7F0B-4745-9CD2-955DA67D29A9}" srcOrd="0" destOrd="0" presId="urn:microsoft.com/office/officeart/2008/layout/BubblePictureList"/>
    <dgm:cxn modelId="{B95E99DC-D150-4B3D-A5A5-BB55ADD8D214}" srcId="{B25DE935-682D-4BC1-B261-A9067116014C}" destId="{0BDD5E88-3EEE-486C-BDB5-8DC5F6A56BE8}" srcOrd="2" destOrd="0" parTransId="{FF981D5F-D03C-40C3-9CBA-F38777A1157E}" sibTransId="{7D5EBB92-C99E-476A-8A5F-11618BE3C557}"/>
    <dgm:cxn modelId="{D085C4F6-9A9D-42A8-8EEC-1FF7FDC73991}" srcId="{B25DE935-682D-4BC1-B261-A9067116014C}" destId="{ED5A8462-6DE5-430E-B4FA-E524A0D2C469}" srcOrd="1" destOrd="0" parTransId="{4203B682-65A3-4562-99E4-180B563B7081}" sibTransId="{EEADA752-6257-4CE8-8C42-8506C09F36AF}"/>
    <dgm:cxn modelId="{C0508F03-B4DC-455C-A65E-8DFBBF89BD1D}" type="presParOf" srcId="{36501F8D-22A0-419E-B461-8CE0FF5C3A82}" destId="{7D6A597F-49D1-47E5-AB6F-9570BDCCD330}" srcOrd="0" destOrd="0" presId="urn:microsoft.com/office/officeart/2008/layout/BubblePictureList"/>
    <dgm:cxn modelId="{1D1FEA7C-554D-4AC4-BC30-1AC97E6B6DB0}" type="presParOf" srcId="{36501F8D-22A0-419E-B461-8CE0FF5C3A82}" destId="{6A542FB2-B0EB-4A83-B7FF-ACA2D4FE7293}" srcOrd="1" destOrd="0" presId="urn:microsoft.com/office/officeart/2008/layout/BubblePictureList"/>
    <dgm:cxn modelId="{1C66BE06-4CA6-4298-ACEB-B54865340BD6}" type="presParOf" srcId="{6A542FB2-B0EB-4A83-B7FF-ACA2D4FE7293}" destId="{D77CDC23-D785-4AFD-BF97-4C5AD268EFF2}" srcOrd="0" destOrd="0" presId="urn:microsoft.com/office/officeart/2008/layout/BubblePictureList"/>
    <dgm:cxn modelId="{D0F0F8F9-2DAE-40C0-9424-A9EAEF788C61}" type="presParOf" srcId="{36501F8D-22A0-419E-B461-8CE0FF5C3A82}" destId="{89C276F5-0E58-4920-9CFC-A667BDFEAB3A}" srcOrd="2" destOrd="0" presId="urn:microsoft.com/office/officeart/2008/layout/BubblePictureList"/>
    <dgm:cxn modelId="{7193D9B5-8060-44D5-A02A-DD5CC093AD02}" type="presParOf" srcId="{36501F8D-22A0-419E-B461-8CE0FF5C3A82}" destId="{159FFBD5-00B2-48A0-8E39-EFD4D49A255F}" srcOrd="3" destOrd="0" presId="urn:microsoft.com/office/officeart/2008/layout/BubblePictureList"/>
    <dgm:cxn modelId="{FE14E00C-4FA0-4DF3-8519-64B367C973E9}" type="presParOf" srcId="{159FFBD5-00B2-48A0-8E39-EFD4D49A255F}" destId="{47A4BC44-D94C-4A8A-BEFE-FD2F377D02EB}" srcOrd="0" destOrd="0" presId="urn:microsoft.com/office/officeart/2008/layout/BubblePictureList"/>
    <dgm:cxn modelId="{8B268E7D-3860-42C7-ABF5-D104DE3B2C1D}" type="presParOf" srcId="{36501F8D-22A0-419E-B461-8CE0FF5C3A82}" destId="{FBB377A8-7F0B-4745-9CD2-955DA67D29A9}" srcOrd="4" destOrd="0" presId="urn:microsoft.com/office/officeart/2008/layout/BubblePictureList"/>
    <dgm:cxn modelId="{7E5AC158-1984-48A7-A098-FC4141B6658F}" type="presParOf" srcId="{36501F8D-22A0-419E-B461-8CE0FF5C3A82}" destId="{6F51024E-2C38-4649-85CE-A1C4C53E0786}" srcOrd="5" destOrd="0" presId="urn:microsoft.com/office/officeart/2008/layout/BubblePictureList"/>
    <dgm:cxn modelId="{EB9B982C-4D60-4628-88DE-C002626C0DC8}" type="presParOf" srcId="{6F51024E-2C38-4649-85CE-A1C4C53E0786}" destId="{C207AC14-2C28-42A3-ACEF-66DC69D89E59}" srcOrd="0" destOrd="0" presId="urn:microsoft.com/office/officeart/2008/layout/BubblePictureList"/>
    <dgm:cxn modelId="{99E26DBE-C7F7-4EE9-B5F9-463FA495BB27}" type="presParOf" srcId="{36501F8D-22A0-419E-B461-8CE0FF5C3A82}" destId="{0E778C4A-F1BC-43D3-8EAA-78876F3794EF}" srcOrd="6" destOrd="0" presId="urn:microsoft.com/office/officeart/2008/layout/BubblePictureList"/>
    <dgm:cxn modelId="{3033A273-5826-493A-9A05-D444F085D09A}" type="presParOf" srcId="{0E778C4A-F1BC-43D3-8EAA-78876F3794EF}" destId="{6495CB5C-00AA-4483-B4E1-1DE80B804241}" srcOrd="0" destOrd="0" presId="urn:microsoft.com/office/officeart/2008/layout/BubblePictureList"/>
    <dgm:cxn modelId="{1E894702-84F4-486C-A767-F90A4046882D}" type="presParOf" srcId="{36501F8D-22A0-419E-B461-8CE0FF5C3A82}" destId="{94EBB9D0-680D-491C-A7EB-E0D8CFB147FB}" srcOrd="7" destOrd="0" presId="urn:microsoft.com/office/officeart/2008/layout/BubblePictureList"/>
    <dgm:cxn modelId="{10D72003-9DBF-4AC0-9D41-6CDB825706B5}" type="presParOf" srcId="{94EBB9D0-680D-491C-A7EB-E0D8CFB147FB}" destId="{93B7A3B8-840E-4CEF-96A5-71A7C373F054}" srcOrd="0" destOrd="0" presId="urn:microsoft.com/office/officeart/2008/layout/BubblePictureList"/>
    <dgm:cxn modelId="{134090B9-C4BC-4AC0-8282-10709744BEFD}" type="presParOf" srcId="{36501F8D-22A0-419E-B461-8CE0FF5C3A82}" destId="{8B43C063-A137-4D94-BBB1-8A611CF53F19}" srcOrd="8" destOrd="0" presId="urn:microsoft.com/office/officeart/2008/layout/BubblePictureList"/>
    <dgm:cxn modelId="{42415253-CE42-4FA1-A745-2AF8F3B143E4}" type="presParOf" srcId="{36501F8D-22A0-419E-B461-8CE0FF5C3A82}" destId="{08071E9A-FA36-46DD-BDFF-6531187B007E}" srcOrd="9" destOrd="0" presId="urn:microsoft.com/office/officeart/2008/layout/BubblePictureList"/>
    <dgm:cxn modelId="{01E0BDCF-985C-462E-84A8-A98CE3874BA4}" type="presParOf" srcId="{36501F8D-22A0-419E-B461-8CE0FF5C3A82}" destId="{616E09E5-A00E-4449-B831-ABC81EAD3B4E}" srcOrd="10" destOrd="0" presId="urn:microsoft.com/office/officeart/2008/layout/BubblePictureList"/>
    <dgm:cxn modelId="{D9F2DBFA-CA70-4C2B-9506-CA3B59DFE376}" type="presParOf" srcId="{36501F8D-22A0-419E-B461-8CE0FF5C3A82}" destId="{EDA86977-0E8C-454C-90D3-6AC2CE3EE21D}" srcOrd="11" destOrd="0" presId="urn:microsoft.com/office/officeart/2008/layout/BubblePictureList"/>
    <dgm:cxn modelId="{B8F72734-B007-4B4E-8424-9640ABFEEE52}" type="presParOf" srcId="{EDA86977-0E8C-454C-90D3-6AC2CE3EE21D}" destId="{88D5C4BB-FA1E-45C9-8EC0-9092EC077EFD}" srcOrd="0" destOrd="0" presId="urn:microsoft.com/office/officeart/2008/layout/Bubble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7CDC23-D785-4AFD-BF97-4C5AD268EFF2}">
      <dsp:nvSpPr>
        <dsp:cNvPr id="0" name=""/>
        <dsp:cNvSpPr/>
      </dsp:nvSpPr>
      <dsp:spPr>
        <a:xfrm>
          <a:off x="1954783" y="2279500"/>
          <a:ext cx="1976247" cy="19765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C276F5-0E58-4920-9CFC-A667BDFEAB3A}">
      <dsp:nvSpPr>
        <dsp:cNvPr id="0" name=""/>
        <dsp:cNvSpPr/>
      </dsp:nvSpPr>
      <dsp:spPr>
        <a:xfrm>
          <a:off x="3215322" y="823926"/>
          <a:ext cx="586930" cy="586553"/>
        </a:xfrm>
        <a:prstGeom prst="donut">
          <a:avLst>
            <a:gd name="adj" fmla="val 74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A4BC44-D94C-4A8A-BEFE-FD2F377D02EB}">
      <dsp:nvSpPr>
        <dsp:cNvPr id="0" name=""/>
        <dsp:cNvSpPr/>
      </dsp:nvSpPr>
      <dsp:spPr>
        <a:xfrm>
          <a:off x="2030729" y="2355350"/>
          <a:ext cx="1825180" cy="182487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07AC14-2C28-42A3-ACEF-66DC69D89E59}">
      <dsp:nvSpPr>
        <dsp:cNvPr id="0" name=""/>
        <dsp:cNvSpPr/>
      </dsp:nvSpPr>
      <dsp:spPr>
        <a:xfrm>
          <a:off x="4074667" y="2652917"/>
          <a:ext cx="1034351" cy="10341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95CB5C-00AA-4483-B4E1-1DE80B804241}">
      <dsp:nvSpPr>
        <dsp:cNvPr id="0" name=""/>
        <dsp:cNvSpPr/>
      </dsp:nvSpPr>
      <dsp:spPr>
        <a:xfrm>
          <a:off x="4135754" y="2714009"/>
          <a:ext cx="912177" cy="9122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7A3B8-840E-4CEF-96A5-71A7C373F054}">
      <dsp:nvSpPr>
        <dsp:cNvPr id="0" name=""/>
        <dsp:cNvSpPr/>
      </dsp:nvSpPr>
      <dsp:spPr>
        <a:xfrm>
          <a:off x="3670172" y="1193225"/>
          <a:ext cx="1325753" cy="13261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071E9A-FA36-46DD-BDFF-6531187B007E}">
      <dsp:nvSpPr>
        <dsp:cNvPr id="0" name=""/>
        <dsp:cNvSpPr/>
      </dsp:nvSpPr>
      <dsp:spPr>
        <a:xfrm>
          <a:off x="4778819" y="867514"/>
          <a:ext cx="434213" cy="434509"/>
        </a:xfrm>
        <a:prstGeom prst="donut">
          <a:avLst>
            <a:gd name="adj" fmla="val 74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6E09E5-A00E-4449-B831-ABC81EAD3B4E}">
      <dsp:nvSpPr>
        <dsp:cNvPr id="0" name=""/>
        <dsp:cNvSpPr/>
      </dsp:nvSpPr>
      <dsp:spPr>
        <a:xfrm>
          <a:off x="5213858" y="3691485"/>
          <a:ext cx="326072" cy="325710"/>
        </a:xfrm>
        <a:prstGeom prst="donut">
          <a:avLst>
            <a:gd name="adj" fmla="val 74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D5C4BB-FA1E-45C9-8EC0-9092EC077EFD}">
      <dsp:nvSpPr>
        <dsp:cNvPr id="0" name=""/>
        <dsp:cNvSpPr/>
      </dsp:nvSpPr>
      <dsp:spPr>
        <a:xfrm>
          <a:off x="3740340" y="1263241"/>
          <a:ext cx="1186243" cy="118615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6A597F-49D1-47E5-AB6F-9570BDCCD330}">
      <dsp:nvSpPr>
        <dsp:cNvPr id="0" name=""/>
        <dsp:cNvSpPr/>
      </dsp:nvSpPr>
      <dsp:spPr>
        <a:xfrm>
          <a:off x="0" y="1263241"/>
          <a:ext cx="2933001" cy="952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" numCol="1" spcCol="1270" anchor="t" anchorCtr="0">
          <a:noAutofit/>
        </a:bodyPr>
        <a:lstStyle/>
        <a:p>
          <a:pPr marL="0" lvl="0" indent="0" algn="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One</a:t>
          </a:r>
        </a:p>
        <a:p>
          <a:pPr marL="228600" lvl="1" indent="-228600" algn="r" defTabSz="1066800">
            <a:lnSpc>
              <a:spcPct val="15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/>
        </a:p>
        <a:p>
          <a:pPr marL="228600" lvl="1" indent="-228600" algn="r" defTabSz="1066800">
            <a:lnSpc>
              <a:spcPct val="15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Node Two has a longer label</a:t>
          </a:r>
        </a:p>
      </dsp:txBody>
      <dsp:txXfrm>
        <a:off x="0" y="1263241"/>
        <a:ext cx="2933001" cy="952420"/>
      </dsp:txXfrm>
    </dsp:sp>
    <dsp:sp modelId="{FBB377A8-7F0B-4745-9CD2-955DA67D29A9}">
      <dsp:nvSpPr>
        <dsp:cNvPr id="0" name=""/>
        <dsp:cNvSpPr/>
      </dsp:nvSpPr>
      <dsp:spPr>
        <a:xfrm>
          <a:off x="5321998" y="2714009"/>
          <a:ext cx="2933001" cy="9122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Three</a:t>
          </a:r>
        </a:p>
      </dsp:txBody>
      <dsp:txXfrm>
        <a:off x="5321998" y="2714009"/>
        <a:ext cx="2933001" cy="912264"/>
      </dsp:txXfrm>
    </dsp:sp>
    <dsp:sp modelId="{8B43C063-A137-4D94-BBB1-8A611CF53F19}">
      <dsp:nvSpPr>
        <dsp:cNvPr id="0" name=""/>
        <dsp:cNvSpPr/>
      </dsp:nvSpPr>
      <dsp:spPr>
        <a:xfrm>
          <a:off x="5213858" y="1263241"/>
          <a:ext cx="2933001" cy="1186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Four</a:t>
          </a:r>
        </a:p>
        <a:p>
          <a:pPr marL="228600" lvl="1" indent="-228600" algn="l" defTabSz="1066800">
            <a:lnSpc>
              <a:spcPct val="15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/>
        </a:p>
        <a:p>
          <a:pPr marL="228600" lvl="1" indent="-228600" algn="l" defTabSz="1066800">
            <a:lnSpc>
              <a:spcPct val="15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Node Five</a:t>
          </a:r>
        </a:p>
      </dsp:txBody>
      <dsp:txXfrm>
        <a:off x="5213858" y="1263241"/>
        <a:ext cx="2933001" cy="11861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ubblePictureList">
  <dgm:title val=""/>
  <dgm:desc val=""/>
  <dgm:catLst>
    <dgm:cat type="picture" pri="22000"/>
    <dgm:cat type="pictureconvert" pri="22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8"/>
      <dgm:chPref val="8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7423"/>
        </dgm:alg>
        <dgm:choose name="Name3">
          <dgm:if name="Name4" func="var" arg="dir" op="equ" val="norm">
            <dgm:constrLst>
              <dgm:constr type="primFontSz" for="des" ptType="node" op="equ" val="65"/>
              <dgm:constr type="l" for="ch" forName="parent_text_1" refType="w" fact="0"/>
              <dgm:constr type="t" for="ch" forName="parent_text_1" refType="h" fact="0"/>
              <dgm:constr type="w" for="ch" forName="parent_text_1" refType="w" fact="0.6457"/>
              <dgm:constr type="h" for="ch" forName="parent_text_1" refType="h" fact="0.225"/>
              <dgm:constr type="l" for="ch" forName="image_accent_1" refType="w" fact="0.4305"/>
              <dgm:constr type="t" for="ch" forName="image_accent_1" refType="h" fact="0.2417"/>
              <dgm:constr type="w" for="ch" forName="image_accent_1" refType="w" fact="0.4352"/>
              <dgm:constr type="h" for="ch" forName="image_accent_1" refType="h" fact="0.7583"/>
              <dgm:constr type="l" for="ch" forName="accent_1" refType="w" fact="0.8709"/>
              <dgm:constr type="t" for="ch" forName="accent_1" refType="h" fact="0.1491"/>
              <dgm:constr type="w" for="ch" forName="accent_1" refType="w" fact="0.1291"/>
              <dgm:constr type="h" for="ch" forName="accent_1" refType="h" fact="0.225"/>
              <dgm:constr type="l" for="ch" forName="image_1" refType="w" fact="0.4457"/>
              <dgm:constr type="t" for="ch" forName="image_1" refType="h" fact="0.2709"/>
              <dgm:constr type="w" for="ch" forName="image_1" refType="w" fact="0.4018"/>
              <dgm:constr type="h" for="ch" forName="image_1" refType="h" fact="0.7"/>
            </dgm:constrLst>
          </dgm:if>
          <dgm:else name="Name5">
            <dgm:constrLst>
              <dgm:constr type="primFontSz" for="des" ptType="node" op="equ" val="65"/>
              <dgm:constr type="l" for="ch" forName="parent_text_1" refType="w" fact="0.3543"/>
              <dgm:constr type="t" for="ch" forName="parent_text_1" refType="h" fact="0"/>
              <dgm:constr type="w" for="ch" forName="parent_text_1" refType="w" fact="0.6457"/>
              <dgm:constr type="h" for="ch" forName="parent_text_1" refType="h" fact="0.225"/>
              <dgm:constr type="l" for="ch" forName="image_accent_1" refType="w" fact="0.1344"/>
              <dgm:constr type="t" for="ch" forName="image_accent_1" refType="h" fact="0.2417"/>
              <dgm:constr type="w" for="ch" forName="image_accent_1" refType="w" fact="0.4352"/>
              <dgm:constr type="h" for="ch" forName="image_accent_1" refType="h" fact="0.7583"/>
              <dgm:constr type="l" for="ch" forName="accent_1" refType="w" fact="0"/>
              <dgm:constr type="t" for="ch" forName="accent_1" refType="h" fact="0.1491"/>
              <dgm:constr type="w" for="ch" forName="accent_1" refType="w" fact="0.1291"/>
              <dgm:constr type="h" for="ch" forName="accent_1" refType="h" fact="0.225"/>
              <dgm:constr type="l" for="ch" forName="image_1" refType="w" fact="0.1525"/>
              <dgm:constr type="t" for="ch" forName="image_1" refType="h" fact="0.2709"/>
              <dgm:constr type="w" for="ch" forName="image_1" refType="w" fact="0.4018"/>
              <dgm:constr type="h" for="ch" forName="image_1" refType="h" fact="0.7"/>
            </dgm:constrLst>
          </dgm:else>
        </dgm:choose>
      </dgm:if>
      <dgm:if name="Name6" axis="ch" ptType="node" func="cnt" op="equ" val="2">
        <dgm:alg type="composite">
          <dgm:param type="ar" val="3.193"/>
        </dgm:alg>
        <dgm:choose name="Name7">
          <dgm:if name="Name8" func="var" arg="dir" op="equ" val="norm">
            <dgm:constrLst>
              <dgm:constr type="primFontSz" for="des" ptType="node" op="equ" val="65"/>
              <dgm:constr type="l" for="ch" forName="image_accent_1" refType="w" fact="0.2342"/>
              <dgm:constr type="t" for="ch" forName="image_accent_1" refType="h" fact="0.2354"/>
              <dgm:constr type="w" for="ch" forName="image_accent_1" refType="w" fact="0.2394"/>
              <dgm:constr type="h" for="ch" forName="image_accent_1" refType="h" fact="0.7646"/>
              <dgm:constr type="l" for="ch" forName="image_1" refType="w" fact="0.2434"/>
              <dgm:constr type="t" for="ch" forName="image_1" refType="h" fact="0.2648"/>
              <dgm:constr type="w" for="ch" forName="image_1" refType="w" fact="0.2211"/>
              <dgm:constr type="h" for="ch" forName="image_1" refType="h" fact="0.7058"/>
              <dgm:constr type="l" for="ch" forName="parent_text_1" refType="w" fact="0"/>
              <dgm:constr type="t" for="ch" forName="parent_text_1" refType="h" fact="0"/>
              <dgm:constr type="w" for="ch" forName="parent_text_1" refType="w" fact="0.3553"/>
              <dgm:constr type="h" for="ch" forName="parent_text_1" refType="h" fact="0.215"/>
              <dgm:constr type="l" for="ch" forName="image_accent_2" refType="w" fact="0.5"/>
              <dgm:constr type="t" for="ch" forName="image_accent_2" refType="h" fact="0.3883"/>
              <dgm:constr type="w" for="ch" forName="image_accent_2" refType="w" fact="0.1253"/>
              <dgm:constr type="h" for="ch" forName="image_accent_2" refType="h" fact="0.4"/>
              <dgm:constr type="l" for="ch" forName="image_2" refType="w" fact="0.5074"/>
              <dgm:constr type="t" for="ch" forName="image_2" refType="h" fact="0.4118"/>
              <dgm:constr type="w" for="ch" forName="image_2" refType="w" fact="0.1105"/>
              <dgm:constr type="h" for="ch" forName="image_2" refType="h" fact="0.3529"/>
              <dgm:constr type="l" for="ch" forName="parent_text_2" refType="w" fact="0.6447"/>
              <dgm:constr type="t" for="ch" forName="parent_text_2" refType="h" fact="0.4118"/>
              <dgm:constr type="w" for="ch" forName="parent_text_2" refType="w" fact="0.3553"/>
              <dgm:constr type="h" for="ch" forName="parent_text_2" refType="h" fact="0.3529"/>
              <dgm:constr type="l" for="ch" forName="accent_1" refType="w" fact="0.6316"/>
              <dgm:constr type="t" for="ch" forName="accent_1" refType="h" fact="0.7899"/>
              <dgm:constr type="w" for="ch" forName="accent_1" refType="w" fact="0.0395"/>
              <dgm:constr type="h" for="ch" forName="accent_1" refType="h" fact="0.126"/>
            </dgm:constrLst>
          </dgm:if>
          <dgm:else name="Name9">
            <dgm:constrLst>
              <dgm:constr type="primFontSz" for="des" ptType="node" op="equ" val="65"/>
              <dgm:constr type="l" for="ch" forName="image_accent_2" refType="w" fact="0.3747"/>
              <dgm:constr type="t" for="ch" forName="image_accent_2" refType="h" fact="0.3883"/>
              <dgm:constr type="w" for="ch" forName="image_accent_2" refType="w" fact="0.1253"/>
              <dgm:constr type="h" for="ch" forName="image_accent_2" refType="h" fact="0.4"/>
              <dgm:constr type="l" for="ch" forName="image_2" refType="w" fact="0.3821"/>
              <dgm:constr type="t" for="ch" forName="image_2" refType="h" fact="0.4118"/>
              <dgm:constr type="w" for="ch" forName="image_2" refType="w" fact="0.1105"/>
              <dgm:constr type="h" for="ch" forName="image_2" refType="h" fact="0.3529"/>
              <dgm:constr type="l" for="ch" forName="parent_text_1" refType="w" fact="0.6447"/>
              <dgm:constr type="t" for="ch" forName="parent_text_1" refType="h" fact="0"/>
              <dgm:constr type="w" for="ch" forName="parent_text_1" refType="w" fact="0.3553"/>
              <dgm:constr type="h" for="ch" forName="parent_text_1" refType="h" fact="0.215"/>
              <dgm:constr type="l" for="ch" forName="parent_text_2" refType="w" fact="0"/>
              <dgm:constr type="t" for="ch" forName="parent_text_2" refType="h" fact="0.4118"/>
              <dgm:constr type="w" for="ch" forName="parent_text_2" refType="w" fact="0.3553"/>
              <dgm:constr type="h" for="ch" forName="parent_text_2" refType="h" fact="0.3529"/>
              <dgm:constr type="l" for="ch" forName="image_accent_1" refType="w" fact="0.5263"/>
              <dgm:constr type="t" for="ch" forName="image_accent_1" refType="h" fact="0.2354"/>
              <dgm:constr type="w" for="ch" forName="image_accent_1" refType="w" fact="0.2394"/>
              <dgm:constr type="h" for="ch" forName="image_accent_1" refType="h" fact="0.7646"/>
              <dgm:constr type="l" for="ch" forName="image_1" refType="w" fact="0.5355"/>
              <dgm:constr type="t" for="ch" forName="image_1" refType="h" fact="0.2648"/>
              <dgm:constr type="w" for="ch" forName="image_1" refType="w" fact="0.2211"/>
              <dgm:constr type="h" for="ch" forName="image_1" refType="h" fact="0.7058"/>
              <dgm:constr type="l" for="ch" forName="accent_1" refType="w" fact="0.3289"/>
              <dgm:constr type="t" for="ch" forName="accent_1" refType="h" fact="0.7899"/>
              <dgm:constr type="w" for="ch" forName="accent_1" refType="w" fact="0.0395"/>
              <dgm:constr type="h" for="ch" forName="accent_1" refType="h" fact="0.126"/>
            </dgm:constrLst>
          </dgm:else>
        </dgm:choose>
      </dgm:if>
      <dgm:if name="Name10" axis="ch" ptType="node" func="cnt" op="equ" val="3">
        <dgm:alg type="composite">
          <dgm:param type="ar" val="2.4052"/>
        </dgm:alg>
        <dgm:choose name="Name11">
          <dgm:if name="Name12" func="var" arg="dir" op="equ" val="norm">
            <dgm:constrLst>
              <dgm:constr type="primFontSz" for="des" ptType="node" op="equ" val="65"/>
              <dgm:constr type="l" for="ch" forName="accent_3" refType="w" fact="0.6316"/>
              <dgm:constr type="t" for="ch" forName="accent_3" refType="h" fact="0.8355"/>
              <dgm:constr type="w" for="ch" forName="accent_3" refType="w" fact="0.0395"/>
              <dgm:constr type="h" for="ch" forName="accent_3" refType="h" fact="0.0949"/>
              <dgm:constr type="l" for="ch" forName="image_accent_2" refType="w" fact="0.4936"/>
              <dgm:constr type="t" for="ch" forName="image_accent_2" refType="h" fact="0.5329"/>
              <dgm:constr type="w" for="ch" forName="image_accent_2" refType="w" fact="0.1253"/>
              <dgm:constr type="h" for="ch" forName="image_accent_2" refType="h" fact="0.3013"/>
              <dgm:constr type="l" for="ch" forName="image_2" refType="w" fact="0.501"/>
              <dgm:constr type="t" for="ch" forName="image_2" refType="h" fact="0.5507"/>
              <dgm:constr type="w" for="ch" forName="image_2" refType="w" fact="0.1105"/>
              <dgm:constr type="h" for="ch" forName="image_2" refType="h" fact="0.2658"/>
              <dgm:constr type="l" for="ch" forName="image_accent_3" refType="w" fact="0.4446"/>
              <dgm:constr type="t" for="ch" forName="image_accent_3" refType="h" fact="0.1076"/>
              <dgm:constr type="w" for="ch" forName="image_accent_3" refType="w" fact="0.1606"/>
              <dgm:constr type="h" for="ch" forName="image_accent_3" refType="h" fact="0.3864"/>
              <dgm:constr type="l" for="ch" forName="image_3" refType="w" fact="0.4531"/>
              <dgm:constr type="t" for="ch" forName="image_3" refType="h" fact="0.128"/>
              <dgm:constr type="w" for="ch" forName="image_3" refType="w" fact="0.1437"/>
              <dgm:constr type="h" for="ch" forName="image_3" refType="h" fact="0.3456"/>
              <dgm:constr type="l" for="ch" forName="image_accent_1" refType="w" fact="0.2368"/>
              <dgm:constr type="t" for="ch" forName="image_accent_1" refType="h" fact="0.4241"/>
              <dgm:constr type="w" for="ch" forName="image_accent_1" refType="w" fact="0.2394"/>
              <dgm:constr type="h" for="ch" forName="image_accent_1" refType="h" fact="0.5759"/>
              <dgm:constr type="l" for="ch" forName="image_1" refType="w" fact="0.246"/>
              <dgm:constr type="t" for="ch" forName="image_1" refType="h" fact="0.4462"/>
              <dgm:constr type="w" for="ch" forName="image_1" refType="w" fact="0.2211"/>
              <dgm:constr type="h" for="ch" forName="image_1" refType="h" fact="0.5317"/>
              <dgm:constr type="l" for="ch" forName="parent_text_1" refType="w" fact="0"/>
              <dgm:constr type="t" for="ch" forName="parent_text_1" refType="h" fact="0.128"/>
              <dgm:constr type="w" for="ch" forName="parent_text_1" refType="w" fact="0.3553"/>
              <dgm:constr type="h" for="ch" forName="parent_text_1" refType="h" fact="0.2775"/>
              <dgm:constr type="l" for="ch" forName="accent_1" refType="w" fact="0.3895"/>
              <dgm:constr type="t" for="ch" forName="accent_1" refType="h" fact="0"/>
              <dgm:constr type="w" for="ch" forName="accent_1" refType="w" fact="0.0711"/>
              <dgm:constr type="h" for="ch" forName="accent_1" refType="h" fact="0.1709"/>
              <dgm:constr type="l" for="ch" forName="parent_text_2" refType="w" fact="0.6447"/>
              <dgm:constr type="t" for="ch" forName="parent_text_2" refType="h" fact="0.5507"/>
              <dgm:constr type="w" for="ch" forName="parent_text_2" refType="w" fact="0.3553"/>
              <dgm:constr type="h" for="ch" forName="parent_text_2" refType="h" fact="0.2658"/>
              <dgm:constr type="l" for="ch" forName="parent_text_3" refType="w" fact="0.6316"/>
              <dgm:constr type="t" for="ch" forName="parent_text_3" refType="h" fact="0.128"/>
              <dgm:constr type="w" for="ch" forName="parent_text_3" refType="w" fact="0.3553"/>
              <dgm:constr type="h" for="ch" forName="parent_text_3" refType="h" fact="0.3456"/>
              <dgm:constr type="l" for="ch" forName="accent_2" refType="w" fact="0.5789"/>
              <dgm:constr type="t" for="ch" forName="accent_2" refType="h" fact="0.0127"/>
              <dgm:constr type="w" for="ch" forName="accent_2" refType="w" fact="0.0526"/>
              <dgm:constr type="h" for="ch" forName="accent_2" refType="h" fact="0.1266"/>
            </dgm:constrLst>
          </dgm:if>
          <dgm:else name="Name13">
            <dgm:constrLst>
              <dgm:constr type="primFontSz" for="des" ptType="node" op="equ" val="65"/>
              <dgm:constr type="l" for="ch" forName="accent_1" refType="w" fact="0.3289"/>
              <dgm:constr type="t" for="ch" forName="accent_1" refType="h" fact="0.8355"/>
              <dgm:constr type="w" for="ch" forName="accent_1" refType="w" fact="0.0395"/>
              <dgm:constr type="h" for="ch" forName="accent_1" refType="h" fact="0.0949"/>
              <dgm:constr type="l" for="ch" forName="image_accent_2" refType="w" fact="0.3811"/>
              <dgm:constr type="t" for="ch" forName="image_accent_2" refType="h" fact="0.5329"/>
              <dgm:constr type="w" for="ch" forName="image_accent_2" refType="w" fact="0.1253"/>
              <dgm:constr type="h" for="ch" forName="image_accent_2" refType="h" fact="0.3013"/>
              <dgm:constr type="l" for="ch" forName="image_2" refType="w" fact="0.3885"/>
              <dgm:constr type="t" for="ch" forName="image_2" refType="h" fact="0.5507"/>
              <dgm:constr type="w" for="ch" forName="image_2" refType="w" fact="0.1105"/>
              <dgm:constr type="h" for="ch" forName="image_2" refType="h" fact="0.2658"/>
              <dgm:constr type="l" for="ch" forName="image_accent_3" refType="w" fact="0.3947"/>
              <dgm:constr type="t" for="ch" forName="image_accent_3" refType="h" fact="0.1076"/>
              <dgm:constr type="w" for="ch" forName="image_accent_3" refType="w" fact="0.1606"/>
              <dgm:constr type="h" for="ch" forName="image_accent_3" refType="h" fact="0.3864"/>
              <dgm:constr type="l" for="ch" forName="image_3" refType="w" fact="0.4032"/>
              <dgm:constr type="t" for="ch" forName="image_3" refType="h" fact="0.128"/>
              <dgm:constr type="w" for="ch" forName="image_3" refType="w" fact="0.1437"/>
              <dgm:constr type="h" for="ch" forName="image_3" refType="h" fact="0.3456"/>
              <dgm:constr type="l" for="ch" forName="image_accent_1" refType="w" fact="0.5237"/>
              <dgm:constr type="t" for="ch" forName="image_accent_1" refType="h" fact="0.4241"/>
              <dgm:constr type="w" for="ch" forName="image_accent_1" refType="w" fact="0.2394"/>
              <dgm:constr type="h" for="ch" forName="image_accent_1" refType="h" fact="0.5759"/>
              <dgm:constr type="l" for="ch" forName="image_1" refType="w" fact="0.5329"/>
              <dgm:constr type="t" for="ch" forName="image_1" refType="h" fact="0.4462"/>
              <dgm:constr type="w" for="ch" forName="image_1" refType="w" fact="0.2211"/>
              <dgm:constr type="h" for="ch" forName="image_1" refType="h" fact="0.5317"/>
              <dgm:constr type="l" for="ch" forName="parent_text_1" refType="w" fact="0.6447"/>
              <dgm:constr type="t" for="ch" forName="parent_text_1" refType="h" fact="0.128"/>
              <dgm:constr type="w" for="ch" forName="parent_text_1" refType="w" fact="0.3553"/>
              <dgm:constr type="h" for="ch" forName="parent_text_1" refType="h" fact="0.2775"/>
              <dgm:constr type="l" for="ch" forName="accent_2" refType="w" fact="0.5395"/>
              <dgm:constr type="t" for="ch" forName="accent_2" refType="h" fact="0"/>
              <dgm:constr type="w" for="ch" forName="accent_2" refType="w" fact="0.0711"/>
              <dgm:constr type="h" for="ch" forName="accent_2" refType="h" fact="0.1709"/>
              <dgm:constr type="l" for="ch" forName="parent_text_3" refType="w" fact="0.0132"/>
              <dgm:constr type="t" for="ch" forName="parent_text_3" refType="h" fact="0.128"/>
              <dgm:constr type="w" for="ch" forName="parent_text_3" refType="w" fact="0.3553"/>
              <dgm:constr type="h" for="ch" forName="parent_text_3" refType="h" fact="0.3456"/>
              <dgm:constr type="l" for="ch" forName="parent_text_2" refType="w" fact="0"/>
              <dgm:constr type="t" for="ch" forName="parent_text_2" refType="h" fact="0.5507"/>
              <dgm:constr type="w" for="ch" forName="parent_text_2" refType="w" fact="0.3553"/>
              <dgm:constr type="h" for="ch" forName="parent_text_2" refType="h" fact="0.2658"/>
              <dgm:constr type="l" for="ch" forName="accent_3" refType="w" fact="0.3684"/>
              <dgm:constr type="t" for="ch" forName="accent_3" refType="h" fact="0.0127"/>
              <dgm:constr type="w" for="ch" forName="accent_3" refType="w" fact="0.0526"/>
              <dgm:constr type="h" for="ch" forName="accent_3" refType="h" fact="0.1266"/>
            </dgm:constrLst>
          </dgm:else>
        </dgm:choose>
      </dgm:if>
      <dgm:if name="Name14" axis="ch" ptType="node" func="cnt" op="equ" val="4">
        <dgm:alg type="composite">
          <dgm:param type="ar" val="1.6704"/>
        </dgm:alg>
        <dgm:choose name="Name15">
          <dgm:if name="Name16" func="var" arg="dir" op="equ" val="norm">
            <dgm:constrLst>
              <dgm:constr type="primFontSz" for="des" ptType="node" op="equ" val="65"/>
              <dgm:constr type="l" for="ch" forName="image_accent_4" refType="w" fact="0.4626"/>
              <dgm:constr type="t" for="ch" forName="image_accent_4" refType="h" fact="0.1415"/>
              <dgm:constr type="w" for="ch" forName="image_accent_4" refType="w" fact="0.1126"/>
              <dgm:constr type="h" for="ch" forName="image_accent_4" refType="h" fact="0.1881"/>
              <dgm:constr type="l" for="ch" forName="image_4" refType="w" fact="0.4692"/>
              <dgm:constr type="t" for="ch" forName="image_4" refType="h" fact="0.1526"/>
              <dgm:constr type="w" for="ch" forName="image_4" refType="w" fact="0.0994"/>
              <dgm:constr type="h" for="ch" forName="image_4" refType="h" fact="0.166"/>
              <dgm:constr type="l" for="ch" forName="image_accent_2" refType="w" fact="0.4936"/>
              <dgm:constr type="t" for="ch" forName="image_accent_2" refType="h" fact="0.6756"/>
              <dgm:constr type="w" for="ch" forName="image_accent_2" refType="w" fact="0.1253"/>
              <dgm:constr type="h" for="ch" forName="image_accent_2" refType="h" fact="0.2092"/>
              <dgm:constr type="l" for="ch" forName="image_2" refType="w" fact="0.501"/>
              <dgm:constr type="t" for="ch" forName="image_2" refType="h" fact="0.6879"/>
              <dgm:constr type="w" for="ch" forName="image_2" refType="w" fact="0.1105"/>
              <dgm:constr type="h" for="ch" forName="image_2" refType="h" fact="0.1846"/>
              <dgm:constr type="l" for="ch" forName="image_accent_3" refType="w" fact="0.4446"/>
              <dgm:constr type="t" for="ch" forName="image_accent_3" refType="h" fact="0.3802"/>
              <dgm:constr type="w" for="ch" forName="image_accent_3" refType="w" fact="0.1606"/>
              <dgm:constr type="h" for="ch" forName="image_accent_3" refType="h" fact="0.2683"/>
              <dgm:constr type="l" for="ch" forName="image_3" refType="w" fact="0.4531"/>
              <dgm:constr type="t" for="ch" forName="image_3" refType="h" fact="0.3944"/>
              <dgm:constr type="w" for="ch" forName="image_3" refType="w" fact="0.1437"/>
              <dgm:constr type="h" for="ch" forName="image_3" refType="h" fact="0.24"/>
              <dgm:constr type="l" for="ch" forName="image_accent_1" refType="w" fact="0.2368"/>
              <dgm:constr type="t" for="ch" forName="image_accent_1" refType="h" fact="0.6"/>
              <dgm:constr type="w" for="ch" forName="image_accent_1" refType="w" fact="0.2394"/>
              <dgm:constr type="h" for="ch" forName="image_accent_1" refType="h" fact="0.4"/>
              <dgm:constr type="l" for="ch" forName="image_1" refType="w" fact="0.246"/>
              <dgm:constr type="t" for="ch" forName="image_1" refType="h" fact="0.6154"/>
              <dgm:constr type="w" for="ch" forName="image_1" refType="w" fact="0.2211"/>
              <dgm:constr type="h" for="ch" forName="image_1" refType="h" fact="0.3692"/>
              <dgm:constr type="l" for="ch" forName="parent_text_1" refType="w" fact="0"/>
              <dgm:constr type="t" for="ch" forName="parent_text_1" refType="h" fact="0.3944"/>
              <dgm:constr type="w" for="ch" forName="parent_text_1" refType="w" fact="0.3553"/>
              <dgm:constr type="h" for="ch" forName="parent_text_1" refType="h" fact="0.1931"/>
              <dgm:constr type="l" for="ch" forName="accent_1" refType="w" fact="0.3895"/>
              <dgm:constr type="t" for="ch" forName="accent_1" refType="h" fact="0.3055"/>
              <dgm:constr type="w" for="ch" forName="accent_1" refType="w" fact="0.0711"/>
              <dgm:constr type="h" for="ch" forName="accent_1" refType="h" fact="0.1187"/>
              <dgm:constr type="l" for="ch" forName="parent_text_3" refType="w" fact="0.6316"/>
              <dgm:constr type="t" for="ch" forName="parent_text_3" refType="h" fact="0.3944"/>
              <dgm:constr type="w" for="ch" forName="parent_text_3" refType="w" fact="0.3553"/>
              <dgm:constr type="h" for="ch" forName="parent_text_3" refType="h" fact="0.24"/>
              <dgm:constr type="l" for="ch" forName="parent_text_2" refType="w" fact="0.6447"/>
              <dgm:constr type="t" for="ch" forName="parent_text_2" refType="h" fact="0.6879"/>
              <dgm:constr type="w" for="ch" forName="parent_text_2" refType="w" fact="0.3553"/>
              <dgm:constr type="h" for="ch" forName="parent_text_2" refType="h" fact="0.1846"/>
              <dgm:constr type="l" for="ch" forName="accent_2" refType="w" fact="0.5347"/>
              <dgm:constr type="t" for="ch" forName="accent_2" refType="h" fact="0.044"/>
              <dgm:constr type="w" for="ch" forName="accent_2" refType="w" fact="0.0526"/>
              <dgm:constr type="h" for="ch" forName="accent_2" refType="h" fact="0.0879"/>
              <dgm:constr type="l" for="ch" forName="accent_3" refType="w" fact="0.6005"/>
              <dgm:constr type="t" for="ch" forName="accent_3" refType="h" fact="0"/>
              <dgm:constr type="w" for="ch" forName="accent_3" refType="w" fact="0.0263"/>
              <dgm:constr type="h" for="ch" forName="accent_3" refType="h" fact="0.044"/>
              <dgm:constr type="l" for="ch" forName="parent_text_4" refType="w" fact="0.6005"/>
              <dgm:constr type="t" for="ch" forName="parent_text_4" refType="h" fact="0.1526"/>
              <dgm:constr type="w" for="ch" forName="parent_text_4" refType="w" fact="0.3553"/>
              <dgm:constr type="h" for="ch" forName="parent_text_4" refType="h" fact="0.166"/>
              <dgm:constr type="l" for="ch" forName="accent_4" refType="w" fact="0.6268"/>
              <dgm:constr type="t" for="ch" forName="accent_4" refType="h" fact="0.8791"/>
              <dgm:constr type="w" for="ch" forName="accent_4" refType="w" fact="0.0395"/>
              <dgm:constr type="h" for="ch" forName="accent_4" refType="h" fact="0.0659"/>
            </dgm:constrLst>
          </dgm:if>
          <dgm:else name="Name17">
            <dgm:constrLst>
              <dgm:constr type="primFontSz" for="des" ptType="node" op="equ" val="65"/>
              <dgm:constr type="l" for="ch" forName="image_accent_4" refType="w" fact="0.4248"/>
              <dgm:constr type="t" for="ch" forName="image_accent_4" refType="h" fact="0.1415"/>
              <dgm:constr type="w" for="ch" forName="image_accent_4" refType="w" fact="0.1126"/>
              <dgm:constr type="h" for="ch" forName="image_accent_4" refType="h" fact="0.1881"/>
              <dgm:constr type="l" for="ch" forName="image_4" refType="w" fact="0.4314"/>
              <dgm:constr type="t" for="ch" forName="image_4" refType="h" fact="0.1526"/>
              <dgm:constr type="w" for="ch" forName="image_4" refType="w" fact="0.0994"/>
              <dgm:constr type="h" for="ch" forName="image_4" refType="h" fact="0.166"/>
              <dgm:constr type="l" for="ch" forName="image_accent_2" refType="w" fact="0.3811"/>
              <dgm:constr type="t" for="ch" forName="image_accent_2" refType="h" fact="0.6756"/>
              <dgm:constr type="w" for="ch" forName="image_accent_2" refType="w" fact="0.1253"/>
              <dgm:constr type="h" for="ch" forName="image_accent_2" refType="h" fact="0.2092"/>
              <dgm:constr type="l" for="ch" forName="image_2" refType="w" fact="0.3885"/>
              <dgm:constr type="t" for="ch" forName="image_2" refType="h" fact="0.6879"/>
              <dgm:constr type="w" for="ch" forName="image_2" refType="w" fact="0.1105"/>
              <dgm:constr type="h" for="ch" forName="image_2" refType="h" fact="0.1846"/>
              <dgm:constr type="l" for="ch" forName="image_accent_3" refType="w" fact="0.3947"/>
              <dgm:constr type="t" for="ch" forName="image_accent_3" refType="h" fact="0.3802"/>
              <dgm:constr type="w" for="ch" forName="image_accent_3" refType="w" fact="0.1606"/>
              <dgm:constr type="h" for="ch" forName="image_accent_3" refType="h" fact="0.2683"/>
              <dgm:constr type="l" for="ch" forName="image_3" refType="w" fact="0.4032"/>
              <dgm:constr type="t" for="ch" forName="image_3" refType="h" fact="0.3944"/>
              <dgm:constr type="w" for="ch" forName="image_3" refType="w" fact="0.1437"/>
              <dgm:constr type="h" for="ch" forName="image_3" refType="h" fact="0.24"/>
              <dgm:constr type="l" for="ch" forName="image_accent_1" refType="w" fact="0.5237"/>
              <dgm:constr type="t" for="ch" forName="image_accent_1" refType="h" fact="0.6"/>
              <dgm:constr type="w" for="ch" forName="image_accent_1" refType="w" fact="0.2394"/>
              <dgm:constr type="h" for="ch" forName="image_accent_1" refType="h" fact="0.4"/>
              <dgm:constr type="l" for="ch" forName="image_1" refType="w" fact="0.5329"/>
              <dgm:constr type="t" for="ch" forName="image_1" refType="h" fact="0.6154"/>
              <dgm:constr type="w" for="ch" forName="image_1" refType="w" fact="0.2211"/>
              <dgm:constr type="h" for="ch" forName="image_1" refType="h" fact="0.3692"/>
              <dgm:constr type="l" for="ch" forName="parent_text_1" refType="w" fact="0.6447"/>
              <dgm:constr type="t" for="ch" forName="parent_text_1" refType="h" fact="0.3944"/>
              <dgm:constr type="w" for="ch" forName="parent_text_1" refType="w" fact="0.3553"/>
              <dgm:constr type="h" for="ch" forName="parent_text_1" refType="h" fact="0.1931"/>
              <dgm:constr type="l" for="ch" forName="accent_1" refType="w" fact="0.5395"/>
              <dgm:constr type="t" for="ch" forName="accent_1" refType="h" fact="0.3055"/>
              <dgm:constr type="w" for="ch" forName="accent_1" refType="w" fact="0.0711"/>
              <dgm:constr type="h" for="ch" forName="accent_1" refType="h" fact="0.1187"/>
              <dgm:constr type="l" for="ch" forName="parent_text_3" refType="w" fact="0.0132"/>
              <dgm:constr type="t" for="ch" forName="parent_text_3" refType="h" fact="0.3944"/>
              <dgm:constr type="w" for="ch" forName="parent_text_3" refType="w" fact="0.3553"/>
              <dgm:constr type="h" for="ch" forName="parent_text_3" refType="h" fact="0.24"/>
              <dgm:constr type="l" for="ch" forName="parent_text_2" refType="w" fact="0"/>
              <dgm:constr type="t" for="ch" forName="parent_text_2" refType="h" fact="0.6879"/>
              <dgm:constr type="w" for="ch" forName="parent_text_2" refType="w" fact="0.3553"/>
              <dgm:constr type="h" for="ch" forName="parent_text_2" refType="h" fact="0.1846"/>
              <dgm:constr type="l" for="ch" forName="accent_2" refType="w" fact="0.4126"/>
              <dgm:constr type="t" for="ch" forName="accent_2" refType="h" fact="0.044"/>
              <dgm:constr type="w" for="ch" forName="accent_2" refType="w" fact="0.0526"/>
              <dgm:constr type="h" for="ch" forName="accent_2" refType="h" fact="0.0879"/>
              <dgm:constr type="l" for="ch" forName="accent_3" refType="w" fact="0.3732"/>
              <dgm:constr type="t" for="ch" forName="accent_3" refType="h" fact="0"/>
              <dgm:constr type="w" for="ch" forName="accent_3" refType="w" fact="0.0263"/>
              <dgm:constr type="h" for="ch" forName="accent_3" refType="h" fact="0.044"/>
              <dgm:constr type="l" for="ch" forName="parent_text_4" refType="w" fact="0.0442"/>
              <dgm:constr type="t" for="ch" forName="parent_text_4" refType="h" fact="0.1526"/>
              <dgm:constr type="w" for="ch" forName="parent_text_4" refType="w" fact="0.3553"/>
              <dgm:constr type="h" for="ch" forName="parent_text_4" refType="h" fact="0.166"/>
              <dgm:constr type="l" for="ch" forName="accent_4" refType="w" fact="0.3337"/>
              <dgm:constr type="t" for="ch" forName="accent_4" refType="h" fact="0.8791"/>
              <dgm:constr type="w" for="ch" forName="accent_4" refType="w" fact="0.0395"/>
              <dgm:constr type="h" for="ch" forName="accent_4" refType="h" fact="0.0659"/>
            </dgm:constrLst>
          </dgm:else>
        </dgm:choose>
      </dgm:if>
      <dgm:if name="Name18" axis="ch" ptType="node" func="cnt" op="equ" val="5">
        <dgm:alg type="composite">
          <dgm:param type="ar" val="1.5076"/>
        </dgm:alg>
        <dgm:choose name="Name19">
          <dgm:if name="Name20" func="var" arg="dir" op="equ" val="norm">
            <dgm:constrLst>
              <dgm:constr type="primFontSz" for="des" ptType="node" op="equ" val="65"/>
              <dgm:constr type="l" for="ch" forName="image_accent_5" refType="w" fact="0.5301"/>
              <dgm:constr type="t" for="ch" forName="image_accent_5" refType="h" fact="0.0862"/>
              <dgm:constr type="w" for="ch" forName="image_accent_5" refType="w" fact="0.1022"/>
              <dgm:constr type="h" for="ch" forName="image_accent_5" refType="h" fact="0.1541"/>
              <dgm:constr type="l" for="ch" forName="image_5" refType="w" fact="0.5361"/>
              <dgm:constr type="t" for="ch" forName="image_5" refType="h" fact="0.0953"/>
              <dgm:constr type="w" for="ch" forName="image_5" refType="w" fact="0.0902"/>
              <dgm:constr type="h" for="ch" forName="image_5" refType="h" fact="0.1359"/>
              <dgm:constr type="l" for="ch" forName="image_accent_4" refType="w" fact="0.4528"/>
              <dgm:constr type="t" for="ch" forName="image_accent_4" refType="h" fact="0.2416"/>
              <dgm:constr type="w" for="ch" forName="image_accent_4" refType="w" fact="0.1103"/>
              <dgm:constr type="h" for="ch" forName="image_accent_4" refType="h" fact="0.1662"/>
              <dgm:constr type="l" for="ch" forName="image_4" refType="w" fact="0.4593"/>
              <dgm:constr type="t" for="ch" forName="image_4" refType="h" fact="0.2513"/>
              <dgm:constr type="w" for="ch" forName="image_4" refType="w" fact="0.0973"/>
              <dgm:constr type="h" for="ch" forName="image_4" refType="h" fact="0.1467"/>
              <dgm:constr type="l" for="ch" forName="image_accent_2" refType="w" fact="0.4832"/>
              <dgm:constr type="t" for="ch" forName="image_accent_2" refType="h" fact="0.7134"/>
              <dgm:constr type="w" for="ch" forName="image_accent_2" refType="w" fact="0.1226"/>
              <dgm:constr type="h" for="ch" forName="image_accent_2" refType="h" fact="0.1849"/>
              <dgm:constr type="l" for="ch" forName="image_2" refType="w" fact="0.4904"/>
              <dgm:constr type="t" for="ch" forName="image_2" refType="h" fact="0.7243"/>
              <dgm:constr type="w" for="ch" forName="image_2" refType="w" fact="0.1082"/>
              <dgm:constr type="h" for="ch" forName="image_2" refType="h" fact="0.1631"/>
              <dgm:constr type="l" for="ch" forName="image_accent_3" refType="w" fact="0.4352"/>
              <dgm:constr type="t" for="ch" forName="image_accent_3" refType="h" fact="0.4525"/>
              <dgm:constr type="w" for="ch" forName="image_accent_3" refType="w" fact="0.1573"/>
              <dgm:constr type="h" for="ch" forName="image_accent_3" refType="h" fact="0.2371"/>
              <dgm:constr type="l" for="ch" forName="image_3" refType="w" fact="0.4435"/>
              <dgm:constr type="t" for="ch" forName="image_3" refType="h" fact="0.465"/>
              <dgm:constr type="w" for="ch" forName="image_3" refType="w" fact="0.1407"/>
              <dgm:constr type="h" for="ch" forName="image_3" refType="h" fact="0.212"/>
              <dgm:constr type="l" for="ch" forName="image_accent_1" refType="w" fact="0.2318"/>
              <dgm:constr type="t" for="ch" forName="image_accent_1" refType="h" fact="0.6466"/>
              <dgm:constr type="w" for="ch" forName="image_accent_1" refType="w" fact="0.2344"/>
              <dgm:constr type="h" for="ch" forName="image_accent_1" refType="h" fact="0.3534"/>
              <dgm:constr type="l" for="ch" forName="image_1" refType="w" fact="0.2408"/>
              <dgm:constr type="t" for="ch" forName="image_1" refType="h" fact="0.6602"/>
              <dgm:constr type="w" for="ch" forName="image_1" refType="w" fact="0.2164"/>
              <dgm:constr type="h" for="ch" forName="image_1" refType="h" fact="0.3262"/>
              <dgm:constr type="l" for="ch" forName="parent_text_1" refType="w" fact="0"/>
              <dgm:constr type="t" for="ch" forName="parent_text_1" refType="h" fact="0.465"/>
              <dgm:constr type="w" for="ch" forName="parent_text_1" refType="w" fact="0.3478"/>
              <dgm:constr type="h" for="ch" forName="parent_text_1" refType="h" fact="0.165"/>
              <dgm:constr type="l" for="ch" forName="accent_1" refType="w" fact="0.3813"/>
              <dgm:constr type="t" for="ch" forName="accent_1" refType="h" fact="0.3864"/>
              <dgm:constr type="w" for="ch" forName="accent_1" refType="w" fact="0.0696"/>
              <dgm:constr type="h" for="ch" forName="accent_1" refType="h" fact="0.1049"/>
              <dgm:constr type="l" for="ch" forName="parent_text_3" refType="w" fact="0.6182"/>
              <dgm:constr type="t" for="ch" forName="parent_text_3" refType="h" fact="0.465"/>
              <dgm:constr type="w" for="ch" forName="parent_text_3" refType="w" fact="0.3478"/>
              <dgm:constr type="h" for="ch" forName="parent_text_3" refType="h" fact="0.212"/>
              <dgm:constr type="l" for="ch" forName="parent_text_2" refType="w" fact="0.6311"/>
              <dgm:constr type="t" for="ch" forName="parent_text_2" refType="h" fact="0.7243"/>
              <dgm:constr type="w" for="ch" forName="parent_text_2" refType="w" fact="0.3478"/>
              <dgm:constr type="h" for="ch" forName="parent_text_2" refType="h" fact="0.1631"/>
              <dgm:constr type="l" for="ch" forName="parent_text_4" refType="w" fact="0.5878"/>
              <dgm:constr type="t" for="ch" forName="parent_text_4" refType="h" fact="0.2513"/>
              <dgm:constr type="w" for="ch" forName="parent_text_4" refType="w" fact="0.3478"/>
              <dgm:constr type="h" for="ch" forName="parent_text_4" refType="h" fact="0.1467"/>
              <dgm:constr type="l" for="ch" forName="accent_2" refType="w" fact="0.6265"/>
              <dgm:constr type="t" for="ch" forName="accent_2" refType="h" fact="0.0194"/>
              <dgm:constr type="w" for="ch" forName="accent_2" refType="w" fact="0.0515"/>
              <dgm:constr type="h" for="ch" forName="accent_2" refType="h" fact="0.0777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388"/>
              <dgm:constr type="l" for="ch" forName="parent_text_5" refType="w" fact="0.6522"/>
              <dgm:constr type="t" for="ch" forName="parent_text_5" refType="h" fact="0.0953"/>
              <dgm:constr type="w" for="ch" forName="parent_text_5" refType="w" fact="0.3478"/>
              <dgm:constr type="h" for="ch" forName="parent_text_5" refType="h" fact="0.1359"/>
              <dgm:constr type="l" for="ch" forName="accent_4" refType="w" fact="0.6136"/>
              <dgm:constr type="t" for="ch" forName="accent_4" refType="h" fact="0.8932"/>
              <dgm:constr type="w" for="ch" forName="accent_4" refType="w" fact="0.0386"/>
              <dgm:constr type="h" for="ch" forName="accent_4" refType="h" fact="0.0583"/>
            </dgm:constrLst>
          </dgm:if>
          <dgm:else name="Name21">
            <dgm:constrLst>
              <dgm:constr type="primFontSz" for="des" ptType="node" op="equ" val="65"/>
              <dgm:constr type="l" for="ch" forName="image_accent_5" refType="w" fact="0.3677"/>
              <dgm:constr type="t" for="ch" forName="image_accent_5" refType="h" fact="0.0862"/>
              <dgm:constr type="w" for="ch" forName="image_accent_5" refType="w" fact="0.1022"/>
              <dgm:constr type="h" for="ch" forName="image_accent_5" refType="h" fact="0.1541"/>
              <dgm:constr type="l" for="ch" forName="image_5" refType="w" fact="0.3738"/>
              <dgm:constr type="t" for="ch" forName="image_5" refType="h" fact="0.0953"/>
              <dgm:constr type="w" for="ch" forName="image_5" refType="w" fact="0.0902"/>
              <dgm:constr type="h" for="ch" forName="image_5" refType="h" fact="0.1359"/>
              <dgm:constr type="l" for="ch" forName="image_accent_4" refType="w" fact="0.437"/>
              <dgm:constr type="t" for="ch" forName="image_accent_4" refType="h" fact="0.2416"/>
              <dgm:constr type="w" for="ch" forName="image_accent_4" refType="w" fact="0.1103"/>
              <dgm:constr type="h" for="ch" forName="image_accent_4" refType="h" fact="0.1662"/>
              <dgm:constr type="l" for="ch" forName="image_4" refType="w" fact="0.4434"/>
              <dgm:constr type="t" for="ch" forName="image_4" refType="h" fact="0.2513"/>
              <dgm:constr type="w" for="ch" forName="image_4" refType="w" fact="0.0973"/>
              <dgm:constr type="h" for="ch" forName="image_4" refType="h" fact="0.1467"/>
              <dgm:constr type="l" for="ch" forName="image_accent_2" refType="w" fact="0.3942"/>
              <dgm:constr type="t" for="ch" forName="image_accent_2" refType="h" fact="0.7134"/>
              <dgm:constr type="w" for="ch" forName="image_accent_2" refType="w" fact="0.1226"/>
              <dgm:constr type="h" for="ch" forName="image_accent_2" refType="h" fact="0.1849"/>
              <dgm:constr type="l" for="ch" forName="image_2" refType="w" fact="0.4014"/>
              <dgm:constr type="t" for="ch" forName="image_2" refType="h" fact="0.7243"/>
              <dgm:constr type="w" for="ch" forName="image_2" refType="w" fact="0.1082"/>
              <dgm:constr type="h" for="ch" forName="image_2" refType="h" fact="0.1631"/>
              <dgm:constr type="l" for="ch" forName="image_accent_3" refType="w" fact="0.4075"/>
              <dgm:constr type="t" for="ch" forName="image_accent_3" refType="h" fact="0.4525"/>
              <dgm:constr type="w" for="ch" forName="image_accent_3" refType="w" fact="0.1573"/>
              <dgm:constr type="h" for="ch" forName="image_accent_3" refType="h" fact="0.2371"/>
              <dgm:constr type="l" for="ch" forName="image_3" refType="w" fact="0.4158"/>
              <dgm:constr type="t" for="ch" forName="image_3" refType="h" fact="0.465"/>
              <dgm:constr type="w" for="ch" forName="image_3" refType="w" fact="0.1407"/>
              <dgm:constr type="h" for="ch" forName="image_3" refType="h" fact="0.212"/>
              <dgm:constr type="l" for="ch" forName="image_accent_1" refType="w" fact="0.5338"/>
              <dgm:constr type="t" for="ch" forName="image_accent_1" refType="h" fact="0.6466"/>
              <dgm:constr type="w" for="ch" forName="image_accent_1" refType="w" fact="0.2344"/>
              <dgm:constr type="h" for="ch" forName="image_accent_1" refType="h" fact="0.3534"/>
              <dgm:constr type="l" for="ch" forName="image_1" refType="w" fact="0.5428"/>
              <dgm:constr type="t" for="ch" forName="image_1" refType="h" fact="0.6602"/>
              <dgm:constr type="w" for="ch" forName="image_1" refType="w" fact="0.2164"/>
              <dgm:constr type="h" for="ch" forName="image_1" refType="h" fact="0.3262"/>
              <dgm:constr type="l" for="ch" forName="parent_text_1" refType="w" fact="0.6522"/>
              <dgm:constr type="t" for="ch" forName="parent_text_1" refType="h" fact="0.465"/>
              <dgm:constr type="w" for="ch" forName="parent_text_1" refType="w" fact="0.3478"/>
              <dgm:constr type="h" for="ch" forName="parent_text_1" refType="h" fact="0.165"/>
              <dgm:constr type="l" for="ch" forName="accent_1" refType="w" fact="0.5492"/>
              <dgm:constr type="t" for="ch" forName="accent_1" refType="h" fact="0.3864"/>
              <dgm:constr type="w" for="ch" forName="accent_1" refType="w" fact="0.0696"/>
              <dgm:constr type="h" for="ch" forName="accent_1" refType="h" fact="0.1049"/>
              <dgm:constr type="l" for="ch" forName="parent_text_3" refType="w" fact="0.034"/>
              <dgm:constr type="t" for="ch" forName="parent_text_3" refType="h" fact="0.465"/>
              <dgm:constr type="w" for="ch" forName="parent_text_3" refType="w" fact="0.3478"/>
              <dgm:constr type="h" for="ch" forName="parent_text_3" refType="h" fact="0.212"/>
              <dgm:constr type="l" for="ch" forName="parent_text_2" refType="w" fact="0.0211"/>
              <dgm:constr type="t" for="ch" forName="parent_text_2" refType="h" fact="0.7243"/>
              <dgm:constr type="w" for="ch" forName="parent_text_2" refType="w" fact="0.3478"/>
              <dgm:constr type="h" for="ch" forName="parent_text_2" refType="h" fact="0.1631"/>
              <dgm:constr type="l" for="ch" forName="parent_text_4" refType="w" fact="0.0644"/>
              <dgm:constr type="t" for="ch" forName="parent_text_4" refType="h" fact="0.2513"/>
              <dgm:constr type="w" for="ch" forName="parent_text_4" refType="w" fact="0.3478"/>
              <dgm:constr type="h" for="ch" forName="parent_text_4" refType="h" fact="0.1467"/>
              <dgm:constr type="l" for="ch" forName="accent_2" refType="w" fact="0.322"/>
              <dgm:constr type="t" for="ch" forName="accent_2" refType="h" fact="0.0194"/>
              <dgm:constr type="w" for="ch" forName="accent_2" refType="w" fact="0.0515"/>
              <dgm:constr type="h" for="ch" forName="accent_2" refType="h" fact="0.0777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388"/>
              <dgm:constr type="l" for="ch" forName="parent_text_5" refType="w" fact="0"/>
              <dgm:constr type="t" for="ch" forName="parent_text_5" refType="h" fact="0.0953"/>
              <dgm:constr type="w" for="ch" forName="parent_text_5" refType="w" fact="0.3478"/>
              <dgm:constr type="h" for="ch" forName="parent_text_5" refType="h" fact="0.1359"/>
              <dgm:constr type="l" for="ch" forName="accent_4" refType="w" fact="0.3478"/>
              <dgm:constr type="t" for="ch" forName="accent_4" refType="h" fact="0.8932"/>
              <dgm:constr type="w" for="ch" forName="accent_4" refType="w" fact="0.0386"/>
              <dgm:constr type="h" for="ch" forName="accent_4" refType="h" fact="0.0583"/>
            </dgm:constrLst>
          </dgm:else>
        </dgm:choose>
      </dgm:if>
      <dgm:if name="Name22" axis="ch" ptType="node" func="cnt" op="equ" val="6">
        <dgm:alg type="composite">
          <dgm:param type="ar" val="1.1351"/>
        </dgm:alg>
        <dgm:choose name="Name23">
          <dgm:if name="Name24" func="var" arg="dir" op="equ" val="norm">
            <dgm:constrLst>
              <dgm:constr type="primFontSz" for="des" ptType="node" op="equ" val="65"/>
              <dgm:constr type="l" for="ch" forName="image_accent_6" refType="w" fact="0.3864"/>
              <dgm:constr type="t" for="ch" forName="image_accent_6" refType="h" fact="0.7456"/>
              <dgm:constr type="w" for="ch" forName="image_accent_6" refType="w" fact="0.1757"/>
              <dgm:constr type="h" for="ch" forName="image_accent_6" refType="h" fact="0.1995"/>
              <dgm:constr type="l" for="ch" forName="image_6" refType="w" fact="0.3957"/>
              <dgm:constr type="t" for="ch" forName="image_6" refType="h" fact="0.7561"/>
              <dgm:constr type="w" for="ch" forName="image_6" refType="w" fact="0.1572"/>
              <dgm:constr type="h" for="ch" forName="image_6" refType="h" fact="0.1784"/>
              <dgm:constr type="l" for="ch" forName="image_accent_5" refType="w" fact="0.5301"/>
              <dgm:constr type="t" for="ch" forName="image_accent_5" refType="h" fact="0.0649"/>
              <dgm:constr type="w" for="ch" forName="image_accent_5" refType="w" fact="0.1022"/>
              <dgm:constr type="h" for="ch" forName="image_accent_5" refType="h" fact="0.116"/>
              <dgm:constr type="l" for="ch" forName="image_5" refType="w" fact="0.5361"/>
              <dgm:constr type="t" for="ch" forName="image_5" refType="h" fact="0.0717"/>
              <dgm:constr type="w" for="ch" forName="image_5" refType="w" fact="0.0902"/>
              <dgm:constr type="h" for="ch" forName="image_5" refType="h" fact="0.1023"/>
              <dgm:constr type="l" for="ch" forName="image_accent_4" refType="w" fact="0.4528"/>
              <dgm:constr type="t" for="ch" forName="image_accent_4" refType="h" fact="0.1819"/>
              <dgm:constr type="w" for="ch" forName="image_accent_4" refType="w" fact="0.1103"/>
              <dgm:constr type="h" for="ch" forName="image_accent_4" refType="h" fact="0.1251"/>
              <dgm:constr type="l" for="ch" forName="image_4" refType="w" fact="0.4593"/>
              <dgm:constr type="t" for="ch" forName="image_4" refType="h" fact="0.1892"/>
              <dgm:constr type="w" for="ch" forName="image_4" refType="w" fact="0.0973"/>
              <dgm:constr type="h" for="ch" forName="image_4" refType="h" fact="0.1104"/>
              <dgm:constr type="l" for="ch" forName="image_accent_2" refType="w" fact="0.4832"/>
              <dgm:constr type="t" for="ch" forName="image_accent_2" refType="h" fact="0.5371"/>
              <dgm:constr type="w" for="ch" forName="image_accent_2" refType="w" fact="0.1226"/>
              <dgm:constr type="h" for="ch" forName="image_accent_2" refType="h" fact="0.1392"/>
              <dgm:constr type="l" for="ch" forName="image_2" refType="w" fact="0.4904"/>
              <dgm:constr type="t" for="ch" forName="image_2" refType="h" fact="0.5453"/>
              <dgm:constr type="w" for="ch" forName="image_2" refType="w" fact="0.1082"/>
              <dgm:constr type="h" for="ch" forName="image_2" refType="h" fact="0.1228"/>
              <dgm:constr type="l" for="ch" forName="image_accent_3" refType="w" fact="0.4352"/>
              <dgm:constr type="t" for="ch" forName="image_accent_3" refType="h" fact="0.3407"/>
              <dgm:constr type="w" for="ch" forName="image_accent_3" refType="w" fact="0.1573"/>
              <dgm:constr type="h" for="ch" forName="image_accent_3" refType="h" fact="0.1785"/>
              <dgm:constr type="l" for="ch" forName="image_3" refType="w" fact="0.4435"/>
              <dgm:constr type="t" for="ch" forName="image_3" refType="h" fact="0.3501"/>
              <dgm:constr type="w" for="ch" forName="image_3" refType="w" fact="0.1407"/>
              <dgm:constr type="h" for="ch" forName="image_3" refType="h" fact="0.1596"/>
              <dgm:constr type="l" for="ch" forName="image_accent_1" refType="w" fact="0.2318"/>
              <dgm:constr type="t" for="ch" forName="image_accent_1" refType="h" fact="0.4869"/>
              <dgm:constr type="w" for="ch" forName="image_accent_1" refType="w" fact="0.2344"/>
              <dgm:constr type="h" for="ch" forName="image_accent_1" refType="h" fact="0.2661"/>
              <dgm:constr type="l" for="ch" forName="image_1" refType="w" fact="0.2401"/>
              <dgm:constr type="t" for="ch" forName="image_1" refType="h" fact="0.4971"/>
              <dgm:constr type="w" for="ch" forName="image_1" refType="w" fact="0.2164"/>
              <dgm:constr type="h" for="ch" forName="image_1" refType="h" fact="0.2456"/>
              <dgm:constr type="l" for="ch" forName="parent_text_1" refType="w" fact="0"/>
              <dgm:constr type="t" for="ch" forName="parent_text_1" refType="h" fact="0.3501"/>
              <dgm:constr type="w" for="ch" forName="parent_text_1" refType="w" fact="0.3478"/>
              <dgm:constr type="h" for="ch" forName="parent_text_1" refType="h" fact="0.125"/>
              <dgm:constr type="l" for="ch" forName="accent_1" refType="w" fact="0.3813"/>
              <dgm:constr type="t" for="ch" forName="accent_1" refType="h" fact="0.2909"/>
              <dgm:constr type="w" for="ch" forName="accent_1" refType="w" fact="0.0696"/>
              <dgm:constr type="h" for="ch" forName="accent_1" refType="h" fact="0.0789"/>
              <dgm:constr type="l" for="ch" forName="parent_text_2" refType="w" fact="0.6311"/>
              <dgm:constr type="t" for="ch" forName="parent_text_2" refType="h" fact="0.5453"/>
              <dgm:constr type="w" for="ch" forName="parent_text_2" refType="w" fact="0.3478"/>
              <dgm:constr type="h" for="ch" forName="parent_text_2" refType="h" fact="0.1228"/>
              <dgm:constr type="l" for="ch" forName="parent_text_4" refType="w" fact="0.5878"/>
              <dgm:constr type="t" for="ch" forName="parent_text_4" refType="h" fact="0.1892"/>
              <dgm:constr type="w" for="ch" forName="parent_text_4" refType="w" fact="0.3478"/>
              <dgm:constr type="h" for="ch" forName="parent_text_4" refType="h" fact="0.1104"/>
              <dgm:constr type="l" for="ch" forName="accent_2" refType="w" fact="0.6265"/>
              <dgm:constr type="t" for="ch" forName="accent_2" refType="h" fact="0.0146"/>
              <dgm:constr type="w" for="ch" forName="accent_2" refType="w" fact="0.0515"/>
              <dgm:constr type="h" for="ch" forName="accent_2" refType="h" fact="0.0585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292"/>
              <dgm:constr type="l" for="ch" forName="parent_text_5" refType="w" fact="0.6522"/>
              <dgm:constr type="t" for="ch" forName="parent_text_5" refType="h" fact="0.0717"/>
              <dgm:constr type="w" for="ch" forName="parent_text_5" refType="w" fact="0.3478"/>
              <dgm:constr type="h" for="ch" forName="parent_text_5" refType="h" fact="0.1023"/>
              <dgm:constr type="l" for="ch" forName="parent_text_3" refType="w" fact="0.6182"/>
              <dgm:constr type="t" for="ch" forName="parent_text_3" refType="h" fact="0.3501"/>
              <dgm:constr type="w" for="ch" forName="parent_text_3" refType="w" fact="0.3478"/>
              <dgm:constr type="h" for="ch" forName="parent_text_3" refType="h" fact="0.1596"/>
              <dgm:constr type="l" for="ch" forName="accent_4" refType="w" fact="0.5538"/>
              <dgm:constr type="t" for="ch" forName="accent_4" refType="h" fact="0.9211"/>
              <dgm:constr type="w" for="ch" forName="accent_4" refType="w" fact="0.0696"/>
              <dgm:constr type="h" for="ch" forName="accent_4" refType="h" fact="0.0789"/>
              <dgm:constr type="l" for="ch" forName="parent_text_6" refType="w" fact="0.0195"/>
              <dgm:constr type="t" for="ch" forName="parent_text_6" refType="h" fact="0.7561"/>
              <dgm:constr type="w" for="ch" forName="parent_text_6" refType="w" fact="0.3478"/>
              <dgm:constr type="h" for="ch" forName="parent_text_6" refType="h" fact="0.1784"/>
              <dgm:constr type="l" for="ch" forName="accent_5" refType="w" fact="0.6182"/>
              <dgm:constr type="t" for="ch" forName="accent_5" refType="h" fact="0.6725"/>
              <dgm:constr type="w" for="ch" forName="accent_5" refType="w" fact="0.0386"/>
              <dgm:constr type="h" for="ch" forName="accent_5" refType="h" fact="0.0439"/>
            </dgm:constrLst>
          </dgm:if>
          <dgm:else name="Name25">
            <dgm:constrLst>
              <dgm:constr type="primFontSz" for="des" ptType="node" op="equ" val="65"/>
              <dgm:constr type="l" for="ch" forName="image_accent_6" refType="w" fact="0.4379"/>
              <dgm:constr type="t" for="ch" forName="image_accent_6" refType="h" fact="0.7456"/>
              <dgm:constr type="w" for="ch" forName="image_accent_6" refType="w" fact="0.1757"/>
              <dgm:constr type="h" for="ch" forName="image_accent_6" refType="h" fact="0.1995"/>
              <dgm:constr type="l" for="ch" forName="image_6" refType="w" fact="0.4471"/>
              <dgm:constr type="t" for="ch" forName="image_6" refType="h" fact="0.7561"/>
              <dgm:constr type="w" for="ch" forName="image_6" refType="w" fact="0.1572"/>
              <dgm:constr type="h" for="ch" forName="image_6" refType="h" fact="0.1784"/>
              <dgm:constr type="l" for="ch" forName="image_accent_5" refType="w" fact="0.3677"/>
              <dgm:constr type="t" for="ch" forName="image_accent_5" refType="h" fact="0.0649"/>
              <dgm:constr type="w" for="ch" forName="image_accent_5" refType="w" fact="0.1022"/>
              <dgm:constr type="h" for="ch" forName="image_accent_5" refType="h" fact="0.116"/>
              <dgm:constr type="l" for="ch" forName="image_5" refType="w" fact="0.3738"/>
              <dgm:constr type="t" for="ch" forName="image_5" refType="h" fact="0.0717"/>
              <dgm:constr type="w" for="ch" forName="image_5" refType="w" fact="0.0902"/>
              <dgm:constr type="h" for="ch" forName="image_5" refType="h" fact="0.1023"/>
              <dgm:constr type="l" for="ch" forName="image_accent_4" refType="w" fact="0.437"/>
              <dgm:constr type="t" for="ch" forName="image_accent_4" refType="h" fact="0.1819"/>
              <dgm:constr type="w" for="ch" forName="image_accent_4" refType="w" fact="0.1103"/>
              <dgm:constr type="h" for="ch" forName="image_accent_4" refType="h" fact="0.1251"/>
              <dgm:constr type="l" for="ch" forName="image_4" refType="w" fact="0.4434"/>
              <dgm:constr type="t" for="ch" forName="image_4" refType="h" fact="0.1892"/>
              <dgm:constr type="w" for="ch" forName="image_4" refType="w" fact="0.0973"/>
              <dgm:constr type="h" for="ch" forName="image_4" refType="h" fact="0.1104"/>
              <dgm:constr type="l" for="ch" forName="image_accent_2" refType="w" fact="0.3942"/>
              <dgm:constr type="t" for="ch" forName="image_accent_2" refType="h" fact="0.5371"/>
              <dgm:constr type="w" for="ch" forName="image_accent_2" refType="w" fact="0.1226"/>
              <dgm:constr type="h" for="ch" forName="image_accent_2" refType="h" fact="0.1392"/>
              <dgm:constr type="l" for="ch" forName="image_2" refType="w" fact="0.4014"/>
              <dgm:constr type="t" for="ch" forName="image_2" refType="h" fact="0.5453"/>
              <dgm:constr type="w" for="ch" forName="image_2" refType="w" fact="0.1082"/>
              <dgm:constr type="h" for="ch" forName="image_2" refType="h" fact="0.1228"/>
              <dgm:constr type="l" for="ch" forName="image_accent_3" refType="w" fact="0.4075"/>
              <dgm:constr type="t" for="ch" forName="image_accent_3" refType="h" fact="0.3407"/>
              <dgm:constr type="w" for="ch" forName="image_accent_3" refType="w" fact="0.1573"/>
              <dgm:constr type="h" for="ch" forName="image_accent_3" refType="h" fact="0.1785"/>
              <dgm:constr type="l" for="ch" forName="image_3" refType="w" fact="0.4158"/>
              <dgm:constr type="t" for="ch" forName="image_3" refType="h" fact="0.3501"/>
              <dgm:constr type="w" for="ch" forName="image_3" refType="w" fact="0.1407"/>
              <dgm:constr type="h" for="ch" forName="image_3" refType="h" fact="0.1596"/>
              <dgm:constr type="l" for="ch" forName="image_accent_1" refType="w" fact="0.5338"/>
              <dgm:constr type="t" for="ch" forName="image_accent_1" refType="h" fact="0.4869"/>
              <dgm:constr type="w" for="ch" forName="image_accent_1" refType="w" fact="0.2344"/>
              <dgm:constr type="h" for="ch" forName="image_accent_1" refType="h" fact="0.2661"/>
              <dgm:constr type="l" for="ch" forName="image_1" refType="w" fact="0.5435"/>
              <dgm:constr type="t" for="ch" forName="image_1" refType="h" fact="0.4971"/>
              <dgm:constr type="w" for="ch" forName="image_1" refType="w" fact="0.2164"/>
              <dgm:constr type="h" for="ch" forName="image_1" refType="h" fact="0.2456"/>
              <dgm:constr type="l" for="ch" forName="parent_text_1" refType="w" fact="0.6522"/>
              <dgm:constr type="t" for="ch" forName="parent_text_1" refType="h" fact="0.3501"/>
              <dgm:constr type="w" for="ch" forName="parent_text_1" refType="w" fact="0.3478"/>
              <dgm:constr type="h" for="ch" forName="parent_text_1" refType="h" fact="0.125"/>
              <dgm:constr type="l" for="ch" forName="accent_1" refType="w" fact="0.5492"/>
              <dgm:constr type="t" for="ch" forName="accent_1" refType="h" fact="0.2909"/>
              <dgm:constr type="w" for="ch" forName="accent_1" refType="w" fact="0.0696"/>
              <dgm:constr type="h" for="ch" forName="accent_1" refType="h" fact="0.0789"/>
              <dgm:constr type="l" for="ch" forName="parent_text_2" refType="w" fact="0.0211"/>
              <dgm:constr type="t" for="ch" forName="parent_text_2" refType="h" fact="0.5453"/>
              <dgm:constr type="w" for="ch" forName="parent_text_2" refType="w" fact="0.3478"/>
              <dgm:constr type="h" for="ch" forName="parent_text_2" refType="h" fact="0.1228"/>
              <dgm:constr type="l" for="ch" forName="parent_text_4" refType="w" fact="0.0644"/>
              <dgm:constr type="t" for="ch" forName="parent_text_4" refType="h" fact="0.1892"/>
              <dgm:constr type="w" for="ch" forName="parent_text_4" refType="w" fact="0.3478"/>
              <dgm:constr type="h" for="ch" forName="parent_text_4" refType="h" fact="0.1104"/>
              <dgm:constr type="l" for="ch" forName="accent_2" refType="w" fact="0.322"/>
              <dgm:constr type="t" for="ch" forName="accent_2" refType="h" fact="0.0146"/>
              <dgm:constr type="w" for="ch" forName="accent_2" refType="w" fact="0.0515"/>
              <dgm:constr type="h" for="ch" forName="accent_2" refType="h" fact="0.0585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292"/>
              <dgm:constr type="l" for="ch" forName="parent_text_5" refType="w" fact="0"/>
              <dgm:constr type="t" for="ch" forName="parent_text_5" refType="h" fact="0.0717"/>
              <dgm:constr type="w" for="ch" forName="parent_text_5" refType="w" fact="0.3478"/>
              <dgm:constr type="h" for="ch" forName="parent_text_5" refType="h" fact="0.1023"/>
              <dgm:constr type="l" for="ch" forName="parent_text_3" refType="w" fact="0.034"/>
              <dgm:constr type="t" for="ch" forName="parent_text_3" refType="h" fact="0.3501"/>
              <dgm:constr type="w" for="ch" forName="parent_text_3" refType="w" fact="0.3478"/>
              <dgm:constr type="h" for="ch" forName="parent_text_3" refType="h" fact="0.1596"/>
              <dgm:constr type="l" for="ch" forName="accent_4" refType="w" fact="0.3766"/>
              <dgm:constr type="t" for="ch" forName="accent_4" refType="h" fact="0.9211"/>
              <dgm:constr type="w" for="ch" forName="accent_4" refType="w" fact="0.0696"/>
              <dgm:constr type="h" for="ch" forName="accent_4" refType="h" fact="0.0789"/>
              <dgm:constr type="l" for="ch" forName="parent_text_6" refType="w" fact="0.6328"/>
              <dgm:constr type="t" for="ch" forName="parent_text_6" refType="h" fact="0.7561"/>
              <dgm:constr type="w" for="ch" forName="parent_text_6" refType="w" fact="0.3478"/>
              <dgm:constr type="h" for="ch" forName="parent_text_6" refType="h" fact="0.1784"/>
              <dgm:constr type="l" for="ch" forName="accent_5" refType="w" fact="0.3431"/>
              <dgm:constr type="t" for="ch" forName="accent_5" refType="h" fact="0.6725"/>
              <dgm:constr type="w" for="ch" forName="accent_5" refType="w" fact="0.0386"/>
              <dgm:constr type="h" for="ch" forName="accent_5" refType="h" fact="0.0439"/>
            </dgm:constrLst>
          </dgm:else>
        </dgm:choose>
      </dgm:if>
      <dgm:if name="Name26" axis="ch" ptType="node" func="cnt" op="equ" val="7">
        <dgm:alg type="composite">
          <dgm:param type="ar" val="1.0352"/>
        </dgm:alg>
        <dgm:choose name="Name27">
          <dgm:if name="Name28" func="var" arg="dir" op="equ" val="norm">
            <dgm:constrLst>
              <dgm:constr type="primFontSz" for="des" ptType="node" op="equ" val="65"/>
              <dgm:constr type="l" for="ch" forName="accent_1" refType="w" fact="0.7553"/>
              <dgm:constr type="t" for="ch" forName="accent_1" refType="h" fact="0.96"/>
              <dgm:constr type="w" for="ch" forName="accent_1" refType="w" fact="0.0386"/>
              <dgm:constr type="h" for="ch" forName="accent_1" refType="h" fact="0.04"/>
              <dgm:constr type="l" for="ch" forName="image_accent_2" refType="w" fact="0.4832"/>
              <dgm:constr type="t" for="ch" forName="image_accent_2" refType="h" fact="0.4899"/>
              <dgm:constr type="w" for="ch" forName="image_accent_2" refType="w" fact="0.1226"/>
              <dgm:constr type="h" for="ch" forName="image_accent_2" refType="h" fact="0.1269"/>
              <dgm:constr type="l" for="ch" forName="image_2" refType="w" fact="0.4904"/>
              <dgm:constr type="t" for="ch" forName="image_2" refType="h" fact="0.4973"/>
              <dgm:constr type="w" for="ch" forName="image_2" refType="w" fact="0.1082"/>
              <dgm:constr type="h" for="ch" forName="image_2" refType="h" fact="0.112"/>
              <dgm:constr type="l" for="ch" forName="image_accent_3" refType="w" fact="0.4352"/>
              <dgm:constr type="t" for="ch" forName="image_accent_3" refType="h" fact="0.3107"/>
              <dgm:constr type="w" for="ch" forName="image_accent_3" refType="w" fact="0.1573"/>
              <dgm:constr type="h" for="ch" forName="image_accent_3" refType="h" fact="0.1628"/>
              <dgm:constr type="l" for="ch" forName="image_3" refType="w" fact="0.4435"/>
              <dgm:constr type="t" for="ch" forName="image_3" refType="h" fact="0.3193"/>
              <dgm:constr type="w" for="ch" forName="image_3" refType="w" fact="0.1407"/>
              <dgm:constr type="h" for="ch" forName="image_3" refType="h" fact="0.1456"/>
              <dgm:constr type="l" for="ch" forName="image_accent_4" refType="w" fact="0.4528"/>
              <dgm:constr type="t" for="ch" forName="image_accent_4" refType="h" fact="0.1659"/>
              <dgm:constr type="w" for="ch" forName="image_accent_4" refType="w" fact="0.1103"/>
              <dgm:constr type="h" for="ch" forName="image_accent_4" refType="h" fact="0.1141"/>
              <dgm:constr type="l" for="ch" forName="image_4" refType="w" fact="0.4593"/>
              <dgm:constr type="t" for="ch" forName="image_4" refType="h" fact="0.1726"/>
              <dgm:constr type="w" for="ch" forName="image_4" refType="w" fact="0.0973"/>
              <dgm:constr type="h" for="ch" forName="image_4" refType="h" fact="0.1007"/>
              <dgm:constr type="l" for="ch" forName="image_accent_5" refType="w" fact="0.5301"/>
              <dgm:constr type="t" for="ch" forName="image_accent_5" refType="h" fact="0.0592"/>
              <dgm:constr type="w" for="ch" forName="image_accent_5" refType="w" fact="0.1022"/>
              <dgm:constr type="h" for="ch" forName="image_accent_5" refType="h" fact="0.1058"/>
              <dgm:constr type="l" for="ch" forName="image_5" refType="w" fact="0.5361"/>
              <dgm:constr type="t" for="ch" forName="image_5" refType="h" fact="0.0654"/>
              <dgm:constr type="w" for="ch" forName="image_5" refType="w" fact="0.0902"/>
              <dgm:constr type="h" for="ch" forName="image_5" refType="h" fact="0.0933"/>
              <dgm:constr type="l" for="ch" forName="image_accent_6" refType="w" fact="0.3864"/>
              <dgm:constr type="t" for="ch" forName="image_accent_6" refType="h" fact="0.68"/>
              <dgm:constr type="w" for="ch" forName="image_accent_6" refType="w" fact="0.1757"/>
              <dgm:constr type="h" for="ch" forName="image_accent_6" refType="h" fact="0.1819"/>
              <dgm:constr type="l" for="ch" forName="image_6" refType="w" fact="0.3957"/>
              <dgm:constr type="t" for="ch" forName="image_6" refType="h" fact="0.6896"/>
              <dgm:constr type="w" for="ch" forName="image_6" refType="w" fact="0.1572"/>
              <dgm:constr type="h" for="ch" forName="image_6" refType="h" fact="0.1627"/>
              <dgm:constr type="l" for="ch" forName="image_accent_7" refType="w" fact="0.5291"/>
              <dgm:constr type="t" for="ch" forName="image_accent_7" refType="h" fact="0.8325"/>
              <dgm:constr type="w" for="ch" forName="image_accent_7" refType="w" fact="0.1103"/>
              <dgm:constr type="h" for="ch" forName="image_accent_7" refType="h" fact="0.1141"/>
              <dgm:constr type="l" for="ch" forName="image_7" refType="w" fact="0.5356"/>
              <dgm:constr type="t" for="ch" forName="image_7" refType="h" fact="0.8392"/>
              <dgm:constr type="w" for="ch" forName="image_7" refType="w" fact="0.0973"/>
              <dgm:constr type="h" for="ch" forName="image_7" refType="h" fact="0.1007"/>
              <dgm:constr type="l" for="ch" forName="image_accent_1" refType="w" fact="0.2318"/>
              <dgm:constr type="t" for="ch" forName="image_accent_1" refType="h" fact="0.444"/>
              <dgm:constr type="w" for="ch" forName="image_accent_1" refType="w" fact="0.2344"/>
              <dgm:constr type="h" for="ch" forName="image_accent_1" refType="h" fact="0.2426"/>
              <dgm:constr type="l" for="ch" forName="image_1" refType="w" fact="0.2408"/>
              <dgm:constr type="t" for="ch" forName="image_1" refType="h" fact="0.4533"/>
              <dgm:constr type="w" for="ch" forName="image_1" refType="w" fact="0.2164"/>
              <dgm:constr type="h" for="ch" forName="image_1" refType="h" fact="0.224"/>
              <dgm:constr type="l" for="ch" forName="parent_text_1" refType="w" fact="0"/>
              <dgm:constr type="t" for="ch" forName="parent_text_1" refType="h" fact="0.3193"/>
              <dgm:constr type="w" for="ch" forName="parent_text_1" refType="w" fact="0.3478"/>
              <dgm:constr type="h" for="ch" forName="parent_text_1" refType="h" fact="0.115"/>
              <dgm:constr type="l" for="ch" forName="accent_2" refType="w" fact="0.3813"/>
              <dgm:constr type="t" for="ch" forName="accent_2" refType="h" fact="0.2653"/>
              <dgm:constr type="w" for="ch" forName="accent_2" refType="w" fact="0.0696"/>
              <dgm:constr type="h" for="ch" forName="accent_2" refType="h" fact="0.072"/>
              <dgm:constr type="l" for="ch" forName="parent_text_2" refType="w" fact="0.6311"/>
              <dgm:constr type="t" for="ch" forName="parent_text_2" refType="h" fact="0.4973"/>
              <dgm:constr type="w" for="ch" forName="parent_text_2" refType="w" fact="0.3478"/>
              <dgm:constr type="h" for="ch" forName="parent_text_2" refType="h" fact="0.112"/>
              <dgm:constr type="l" for="ch" forName="parent_text_4" refType="w" fact="0.5878"/>
              <dgm:constr type="t" for="ch" forName="parent_text_4" refType="h" fact="0.1726"/>
              <dgm:constr type="w" for="ch" forName="parent_text_4" refType="w" fact="0.3478"/>
              <dgm:constr type="h" for="ch" forName="parent_text_4" refType="h" fact="0.1007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267"/>
              <dgm:constr type="l" for="ch" forName="parent_text_5" refType="w" fact="0.6522"/>
              <dgm:constr type="t" for="ch" forName="parent_text_5" refType="h" fact="0.0654"/>
              <dgm:constr type="w" for="ch" forName="parent_text_5" refType="w" fact="0.3478"/>
              <dgm:constr type="h" for="ch" forName="parent_text_5" refType="h" fact="0.0933"/>
              <dgm:constr type="l" for="ch" forName="parent_text_3" refType="w" fact="0.6182"/>
              <dgm:constr type="t" for="ch" forName="parent_text_3" refType="h" fact="0.3193"/>
              <dgm:constr type="w" for="ch" forName="parent_text_3" refType="w" fact="0.3478"/>
              <dgm:constr type="h" for="ch" forName="parent_text_3" refType="h" fact="0.1456"/>
              <dgm:constr type="l" for="ch" forName="parent_text_6" refType="w" fact="0.02"/>
              <dgm:constr type="t" for="ch" forName="parent_text_6" refType="h" fact="0.6896"/>
              <dgm:constr type="w" for="ch" forName="parent_text_6" refType="w" fact="0.3478"/>
              <dgm:constr type="h" for="ch" forName="parent_text_6" refType="h" fact="0.1627"/>
              <dgm:constr type="l" for="ch" forName="accent_4" refType="w" fact="0.6265"/>
              <dgm:constr type="t" for="ch" forName="accent_4" refType="h" fact="0.0213"/>
              <dgm:constr type="w" for="ch" forName="accent_4" refType="w" fact="0.0515"/>
              <dgm:constr type="h" for="ch" forName="accent_4" refType="h" fact="0.0533"/>
              <dgm:constr type="l" for="ch" forName="accent_5" refType="w" fact="0.6522"/>
              <dgm:constr type="t" for="ch" forName="accent_5" refType="h" fact="0.92"/>
              <dgm:constr type="w" for="ch" forName="accent_5" refType="w" fact="0.0696"/>
              <dgm:constr type="h" for="ch" forName="accent_5" refType="h" fact="0.072"/>
              <dgm:constr type="l" for="ch" forName="parent_text_7" refType="w" fact="0.105"/>
              <dgm:constr type="t" for="ch" forName="parent_text_7" refType="h" fact="0.87"/>
              <dgm:constr type="w" for="ch" forName="parent_text_7" refType="w" fact="0.407"/>
              <dgm:constr type="h" for="ch" forName="parent_text_7" refType="h" fact="0.13"/>
              <dgm:constr type="l" for="ch" forName="accent_6" refType="w" fact="0.6136"/>
              <dgm:constr type="t" for="ch" forName="accent_6" refType="h" fact="0.6133"/>
              <dgm:constr type="w" for="ch" forName="accent_6" refType="w" fact="0.0386"/>
              <dgm:constr type="h" for="ch" forName="accent_6" refType="h" fact="0.04"/>
            </dgm:constrLst>
          </dgm:if>
          <dgm:else name="Name29">
            <dgm:constrLst>
              <dgm:constr type="primFontSz" for="des" ptType="node" op="equ" val="65"/>
              <dgm:constr type="l" for="ch" forName="accent_1" refType="w" fact="0.2061"/>
              <dgm:constr type="t" for="ch" forName="accent_1" refType="h" fact="0.96"/>
              <dgm:constr type="w" for="ch" forName="accent_1" refType="w" fact="0.0386"/>
              <dgm:constr type="h" for="ch" forName="accent_1" refType="h" fact="0.04"/>
              <dgm:constr type="l" for="ch" forName="image_accent_7" refType="w" fact="0.3606"/>
              <dgm:constr type="t" for="ch" forName="image_accent_7" refType="h" fact="0.8325"/>
              <dgm:constr type="w" for="ch" forName="image_accent_7" refType="w" fact="0.1103"/>
              <dgm:constr type="h" for="ch" forName="image_accent_7" refType="h" fact="0.1141"/>
              <dgm:constr type="l" for="ch" forName="image_7" refType="w" fact="0.3671"/>
              <dgm:constr type="t" for="ch" forName="image_7" refType="h" fact="0.8392"/>
              <dgm:constr type="w" for="ch" forName="image_7" refType="w" fact="0.0973"/>
              <dgm:constr type="h" for="ch" forName="image_7" refType="h" fact="0.1007"/>
              <dgm:constr type="l" for="ch" forName="image_accent_6" refType="w" fact="0.4379"/>
              <dgm:constr type="t" for="ch" forName="image_accent_6" refType="h" fact="0.68"/>
              <dgm:constr type="w" for="ch" forName="image_accent_6" refType="w" fact="0.1757"/>
              <dgm:constr type="h" for="ch" forName="image_accent_6" refType="h" fact="0.1819"/>
              <dgm:constr type="l" for="ch" forName="image_6" refType="w" fact="0.4471"/>
              <dgm:constr type="t" for="ch" forName="image_6" refType="h" fact="0.6896"/>
              <dgm:constr type="w" for="ch" forName="image_6" refType="w" fact="0.1572"/>
              <dgm:constr type="h" for="ch" forName="image_6" refType="h" fact="0.1627"/>
              <dgm:constr type="l" for="ch" forName="image_accent_5" refType="w" fact="0.3677"/>
              <dgm:constr type="t" for="ch" forName="image_accent_5" refType="h" fact="0.0592"/>
              <dgm:constr type="w" for="ch" forName="image_accent_5" refType="w" fact="0.1022"/>
              <dgm:constr type="h" for="ch" forName="image_accent_5" refType="h" fact="0.1058"/>
              <dgm:constr type="l" for="ch" forName="image_5" refType="w" fact="0.3738"/>
              <dgm:constr type="t" for="ch" forName="image_5" refType="h" fact="0.0654"/>
              <dgm:constr type="w" for="ch" forName="image_5" refType="w" fact="0.0902"/>
              <dgm:constr type="h" for="ch" forName="image_5" refType="h" fact="0.0933"/>
              <dgm:constr type="l" for="ch" forName="image_accent_4" refType="w" fact="0.437"/>
              <dgm:constr type="t" for="ch" forName="image_accent_4" refType="h" fact="0.1659"/>
              <dgm:constr type="w" for="ch" forName="image_accent_4" refType="w" fact="0.1103"/>
              <dgm:constr type="h" for="ch" forName="image_accent_4" refType="h" fact="0.1141"/>
              <dgm:constr type="l" for="ch" forName="image_4" refType="w" fact="0.4434"/>
              <dgm:constr type="t" for="ch" forName="image_4" refType="h" fact="0.1726"/>
              <dgm:constr type="w" for="ch" forName="image_4" refType="w" fact="0.0973"/>
              <dgm:constr type="h" for="ch" forName="image_4" refType="h" fact="0.1007"/>
              <dgm:constr type="l" for="ch" forName="image_accent_2" refType="w" fact="0.3942"/>
              <dgm:constr type="t" for="ch" forName="image_accent_2" refType="h" fact="0.4899"/>
              <dgm:constr type="w" for="ch" forName="image_accent_2" refType="w" fact="0.1226"/>
              <dgm:constr type="h" for="ch" forName="image_accent_2" refType="h" fact="0.1269"/>
              <dgm:constr type="l" for="ch" forName="image_2" refType="w" fact="0.4014"/>
              <dgm:constr type="t" for="ch" forName="image_2" refType="h" fact="0.4973"/>
              <dgm:constr type="w" for="ch" forName="image_2" refType="w" fact="0.1082"/>
              <dgm:constr type="h" for="ch" forName="image_2" refType="h" fact="0.112"/>
              <dgm:constr type="l" for="ch" forName="image_accent_3" refType="w" fact="0.4075"/>
              <dgm:constr type="t" for="ch" forName="image_accent_3" refType="h" fact="0.3107"/>
              <dgm:constr type="w" for="ch" forName="image_accent_3" refType="w" fact="0.1573"/>
              <dgm:constr type="h" for="ch" forName="image_accent_3" refType="h" fact="0.1628"/>
              <dgm:constr type="l" for="ch" forName="image_3" refType="w" fact="0.4158"/>
              <dgm:constr type="t" for="ch" forName="image_3" refType="h" fact="0.3193"/>
              <dgm:constr type="w" for="ch" forName="image_3" refType="w" fact="0.1407"/>
              <dgm:constr type="h" for="ch" forName="image_3" refType="h" fact="0.1456"/>
              <dgm:constr type="l" for="ch" forName="image_accent_1" refType="w" fact="0.5338"/>
              <dgm:constr type="t" for="ch" forName="image_accent_1" refType="h" fact="0.444"/>
              <dgm:constr type="w" for="ch" forName="image_accent_1" refType="w" fact="0.2344"/>
              <dgm:constr type="h" for="ch" forName="image_accent_1" refType="h" fact="0.2426"/>
              <dgm:constr type="l" for="ch" forName="image_1" refType="w" fact="0.5428"/>
              <dgm:constr type="t" for="ch" forName="image_1" refType="h" fact="0.4533"/>
              <dgm:constr type="w" for="ch" forName="image_1" refType="w" fact="0.2164"/>
              <dgm:constr type="h" for="ch" forName="image_1" refType="h" fact="0.224"/>
              <dgm:constr type="l" for="ch" forName="parent_text_1" refType="w" fact="0.6522"/>
              <dgm:constr type="t" for="ch" forName="parent_text_1" refType="h" fact="0.3193"/>
              <dgm:constr type="w" for="ch" forName="parent_text_1" refType="w" fact="0.3478"/>
              <dgm:constr type="h" for="ch" forName="parent_text_1" refType="h" fact="0.115"/>
              <dgm:constr type="l" for="ch" forName="accent_2" refType="w" fact="0.5492"/>
              <dgm:constr type="t" for="ch" forName="accent_2" refType="h" fact="0.2653"/>
              <dgm:constr type="w" for="ch" forName="accent_2" refType="w" fact="0.0696"/>
              <dgm:constr type="h" for="ch" forName="accent_2" refType="h" fact="0.072"/>
              <dgm:constr type="l" for="ch" forName="parent_text_2" refType="w" fact="0.0211"/>
              <dgm:constr type="t" for="ch" forName="parent_text_2" refType="h" fact="0.4973"/>
              <dgm:constr type="w" for="ch" forName="parent_text_2" refType="w" fact="0.3478"/>
              <dgm:constr type="h" for="ch" forName="parent_text_2" refType="h" fact="0.112"/>
              <dgm:constr type="l" for="ch" forName="parent_text_4" refType="w" fact="0.0644"/>
              <dgm:constr type="t" for="ch" forName="parent_text_4" refType="h" fact="0.1726"/>
              <dgm:constr type="w" for="ch" forName="parent_text_4" refType="w" fact="0.3478"/>
              <dgm:constr type="h" for="ch" forName="parent_text_4" refType="h" fact="0.1007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267"/>
              <dgm:constr type="l" for="ch" forName="parent_text_5" refType="w" fact="0"/>
              <dgm:constr type="t" for="ch" forName="parent_text_5" refType="h" fact="0.0654"/>
              <dgm:constr type="w" for="ch" forName="parent_text_5" refType="w" fact="0.3478"/>
              <dgm:constr type="h" for="ch" forName="parent_text_5" refType="h" fact="0.0933"/>
              <dgm:constr type="l" for="ch" forName="parent_text_3" refType="w" fact="0.034"/>
              <dgm:constr type="t" for="ch" forName="parent_text_3" refType="h" fact="0.3193"/>
              <dgm:constr type="w" for="ch" forName="parent_text_3" refType="w" fact="0.3478"/>
              <dgm:constr type="h" for="ch" forName="parent_text_3" refType="h" fact="0.1456"/>
              <dgm:constr type="l" for="ch" forName="parent_text_6" refType="w" fact="0.63"/>
              <dgm:constr type="t" for="ch" forName="parent_text_6" refType="h" fact="0.6896"/>
              <dgm:constr type="w" for="ch" forName="parent_text_6" refType="w" fact="0.3478"/>
              <dgm:constr type="h" for="ch" forName="parent_text_6" refType="h" fact="0.1627"/>
              <dgm:constr type="l" for="ch" forName="accent_4" refType="w" fact="0.322"/>
              <dgm:constr type="t" for="ch" forName="accent_4" refType="h" fact="0.0213"/>
              <dgm:constr type="w" for="ch" forName="accent_4" refType="w" fact="0.0515"/>
              <dgm:constr type="h" for="ch" forName="accent_4" refType="h" fact="0.0533"/>
              <dgm:constr type="l" for="ch" forName="accent_5" refType="w" fact="0.2782"/>
              <dgm:constr type="t" for="ch" forName="accent_5" refType="h" fact="0.92"/>
              <dgm:constr type="w" for="ch" forName="accent_5" refType="w" fact="0.0696"/>
              <dgm:constr type="h" for="ch" forName="accent_5" refType="h" fact="0.072"/>
              <dgm:constr type="l" for="ch" forName="parent_text_7" refType="w" fact="0.485"/>
              <dgm:constr type="t" for="ch" forName="parent_text_7" refType="h" fact="0.87"/>
              <dgm:constr type="w" for="ch" forName="parent_text_7" refType="w" fact="0.347"/>
              <dgm:constr type="h" for="ch" forName="parent_text_7" refType="h" fact="0.13"/>
              <dgm:constr type="l" for="ch" forName="accent_6" refType="w" fact="0.3478"/>
              <dgm:constr type="t" for="ch" forName="accent_6" refType="h" fact="0.6133"/>
              <dgm:constr type="w" for="ch" forName="accent_6" refType="w" fact="0.0386"/>
              <dgm:constr type="h" for="ch" forName="accent_6" refType="h" fact="0.04"/>
            </dgm:constrLst>
          </dgm:else>
        </dgm:choose>
        <dgm:layoutNode name="accent_6" styleLbl="alignNode1">
          <dgm:alg type="sp"/>
          <dgm:shape xmlns:r="http://schemas.openxmlformats.org/officeDocument/2006/relationships" type="donut" r:blip="">
            <dgm:adjLst>
              <dgm:adj idx="1" val="0.0746"/>
            </dgm:adjLst>
          </dgm:shape>
          <dgm:presOf/>
        </dgm:layoutNode>
      </dgm:if>
      <dgm:else name="Name30">
        <dgm:alg type="composite">
          <dgm:param type="ar" val="0.9705"/>
        </dgm:alg>
        <dgm:choose name="Name31">
          <dgm:if name="Name32" func="var" arg="dir" op="equ" val="norm">
            <dgm:constrLst>
              <dgm:constr type="primFontSz" for="des" ptType="node" op="equ" val="65"/>
              <dgm:constr type="l" for="ch" forName="accent_1" refType="w" fact="0.7599"/>
              <dgm:constr type="t" for="ch" forName="accent_1" refType="h" fact="0.925"/>
              <dgm:constr type="w" for="ch" forName="accent_1" refType="w" fact="0.0386"/>
              <dgm:constr type="h" for="ch" forName="accent_1" refType="h" fact="0.0375"/>
              <dgm:constr type="l" for="ch" forName="accent_2" refType="w" fact="0.6182"/>
              <dgm:constr type="t" for="ch" forName="accent_2" refType="h" fact="0.575"/>
              <dgm:constr type="w" for="ch" forName="accent_2" refType="w" fact="0.0386"/>
              <dgm:constr type="h" for="ch" forName="accent_2" refType="h" fact="0.0375"/>
              <dgm:constr type="l" for="ch" forName="image_accent_8" refType="w" fact="0.6449"/>
              <dgm:constr type="t" for="ch" forName="image_accent_8" refType="h" fact="0.8508"/>
              <dgm:constr type="w" for="ch" forName="image_accent_8" refType="w" fact="0.1022"/>
              <dgm:constr type="h" for="ch" forName="image_accent_8" refType="h" fact="0.0992"/>
              <dgm:constr type="l" for="ch" forName="image_8" refType="w" fact="0.6538"/>
              <dgm:constr type="t" for="ch" forName="image_8" refType="h" fact="0.8595"/>
              <dgm:constr type="w" for="ch" forName="image_8" refType="w" fact="0.0844"/>
              <dgm:constr type="h" for="ch" forName="image_8" refType="h" fact="0.0819"/>
              <dgm:constr type="l" for="ch" forName="image_accent_7" refType="w" fact="0.5291"/>
              <dgm:constr type="t" for="ch" forName="image_accent_7" refType="h" fact="0.7805"/>
              <dgm:constr type="w" for="ch" forName="image_accent_7" refType="w" fact="0.1103"/>
              <dgm:constr type="h" for="ch" forName="image_accent_7" refType="h" fact="0.107"/>
              <dgm:constr type="l" for="ch" forName="image_7" refType="w" fact="0.5356"/>
              <dgm:constr type="t" for="ch" forName="image_7" refType="h" fact="0.7868"/>
              <dgm:constr type="w" for="ch" forName="image_7" refType="w" fact="0.0973"/>
              <dgm:constr type="h" for="ch" forName="image_7" refType="h" fact="0.0944"/>
              <dgm:constr type="l" for="ch" forName="image_accent_6" refType="w" fact="0.3864"/>
              <dgm:constr type="t" for="ch" forName="image_accent_6" refType="h" fact="0.6375"/>
              <dgm:constr type="w" for="ch" forName="image_accent_6" refType="w" fact="0.1757"/>
              <dgm:constr type="h" for="ch" forName="image_accent_6" refType="h" fact="0.1706"/>
              <dgm:constr type="l" for="ch" forName="image_6" refType="w" fact="0.3957"/>
              <dgm:constr type="t" for="ch" forName="image_6" refType="h" fact="0.6465"/>
              <dgm:constr type="w" for="ch" forName="image_6" refType="w" fact="0.1572"/>
              <dgm:constr type="h" for="ch" forName="image_6" refType="h" fact="0.1525"/>
              <dgm:constr type="l" for="ch" forName="image_accent_5" refType="w" fact="0.5301"/>
              <dgm:constr type="t" for="ch" forName="image_accent_5" refType="h" fact="0.0555"/>
              <dgm:constr type="w" for="ch" forName="image_accent_5" refType="w" fact="0.1022"/>
              <dgm:constr type="h" for="ch" forName="image_accent_5" refType="h" fact="0.0992"/>
              <dgm:constr type="l" for="ch" forName="image_5" refType="w" fact="0.5361"/>
              <dgm:constr type="t" for="ch" forName="image_5" refType="h" fact="0.0613"/>
              <dgm:constr type="w" for="ch" forName="image_5" refType="w" fact="0.0902"/>
              <dgm:constr type="h" for="ch" forName="image_5" refType="h" fact="0.0875"/>
              <dgm:constr type="l" for="ch" forName="image_accent_4" refType="w" fact="0.4528"/>
              <dgm:constr type="t" for="ch" forName="image_accent_4" refType="h" fact="0.1555"/>
              <dgm:constr type="w" for="ch" forName="image_accent_4" refType="w" fact="0.1103"/>
              <dgm:constr type="h" for="ch" forName="image_accent_4" refType="h" fact="0.107"/>
              <dgm:constr type="l" for="ch" forName="image_4" refType="w" fact="0.4593"/>
              <dgm:constr type="t" for="ch" forName="image_4" refType="h" fact="0.1618"/>
              <dgm:constr type="w" for="ch" forName="image_4" refType="w" fact="0.0973"/>
              <dgm:constr type="h" for="ch" forName="image_4" refType="h" fact="0.0944"/>
              <dgm:constr type="l" for="ch" forName="image_accent_2" refType="w" fact="0.4832"/>
              <dgm:constr type="t" for="ch" forName="image_accent_2" refType="h" fact="0.4593"/>
              <dgm:constr type="w" for="ch" forName="image_accent_2" refType="w" fact="0.1226"/>
              <dgm:constr type="h" for="ch" forName="image_accent_2" refType="h" fact="0.119"/>
              <dgm:constr type="l" for="ch" forName="image_2" refType="w" fact="0.4904"/>
              <dgm:constr type="t" for="ch" forName="image_2" refType="h" fact="0.4663"/>
              <dgm:constr type="w" for="ch" forName="image_2" refType="w" fact="0.1082"/>
              <dgm:constr type="h" for="ch" forName="image_2" refType="h" fact="0.105"/>
              <dgm:constr type="l" for="ch" forName="image_accent_3" refType="w" fact="0.4352"/>
              <dgm:constr type="t" for="ch" forName="image_accent_3" refType="h" fact="0.2913"/>
              <dgm:constr type="w" for="ch" forName="image_accent_3" refType="w" fact="0.1573"/>
              <dgm:constr type="h" for="ch" forName="image_accent_3" refType="h" fact="0.1526"/>
              <dgm:constr type="l" for="ch" forName="image_3" refType="w" fact="0.4435"/>
              <dgm:constr type="t" for="ch" forName="image_3" refType="h" fact="0.2993"/>
              <dgm:constr type="w" for="ch" forName="image_3" refType="w" fact="0.1407"/>
              <dgm:constr type="h" for="ch" forName="image_3" refType="h" fact="0.1365"/>
              <dgm:constr type="l" for="ch" forName="image_accent_1" refType="w" fact="0.2318"/>
              <dgm:constr type="t" for="ch" forName="image_accent_1" refType="h" fact="0.4163"/>
              <dgm:constr type="w" for="ch" forName="image_accent_1" refType="w" fact="0.2344"/>
              <dgm:constr type="h" for="ch" forName="image_accent_1" refType="h" fact="0.2275"/>
              <dgm:constr type="l" for="ch" forName="image_1" refType="w" fact="0.2408"/>
              <dgm:constr type="t" for="ch" forName="image_1" refType="h" fact="0.425"/>
              <dgm:constr type="w" for="ch" forName="image_1" refType="w" fact="0.2164"/>
              <dgm:constr type="h" for="ch" forName="image_1" refType="h" fact="0.21"/>
              <dgm:constr type="l" for="ch" forName="parent_text_1" refType="w" fact="0"/>
              <dgm:constr type="t" for="ch" forName="parent_text_1" refType="h" fact="0.2993"/>
              <dgm:constr type="w" for="ch" forName="parent_text_1" refType="w" fact="0.3478"/>
              <dgm:constr type="h" for="ch" forName="parent_text_1" refType="h" fact="0.11"/>
              <dgm:constr type="l" for="ch" forName="accent_3" refType="w" fact="0.3813"/>
              <dgm:constr type="t" for="ch" forName="accent_3" refType="h" fact="0.2488"/>
              <dgm:constr type="w" for="ch" forName="accent_3" refType="w" fact="0.0696"/>
              <dgm:constr type="h" for="ch" forName="accent_3" refType="h" fact="0.0675"/>
              <dgm:constr type="l" for="ch" forName="parent_text_2" refType="w" fact="0.6311"/>
              <dgm:constr type="t" for="ch" forName="parent_text_2" refType="h" fact="0.4663"/>
              <dgm:constr type="w" for="ch" forName="parent_text_2" refType="w" fact="0.3478"/>
              <dgm:constr type="h" for="ch" forName="parent_text_2" refType="h" fact="0.105"/>
              <dgm:constr type="l" for="ch" forName="parent_text_4" refType="w" fact="0.5878"/>
              <dgm:constr type="t" for="ch" forName="parent_text_4" refType="h" fact="0.1618"/>
              <dgm:constr type="w" for="ch" forName="parent_text_4" refType="w" fact="0.3478"/>
              <dgm:constr type="h" for="ch" forName="parent_text_4" refType="h" fact="0.0944"/>
              <dgm:constr type="l" for="ch" forName="accent_4" refType="w" fact="0.7038"/>
              <dgm:constr type="t" for="ch" forName="accent_4" refType="h" fact="0"/>
              <dgm:constr type="w" for="ch" forName="accent_4" refType="w" fact="0.0258"/>
              <dgm:constr type="h" for="ch" forName="accent_4" refType="h" fact="0.025"/>
              <dgm:constr type="l" for="ch" forName="parent_text_5" refType="w" fact="0.6522"/>
              <dgm:constr type="t" for="ch" forName="parent_text_5" refType="h" fact="0.0625"/>
              <dgm:constr type="w" for="ch" forName="parent_text_5" refType="w" fact="0.3478"/>
              <dgm:constr type="h" for="ch" forName="parent_text_5" refType="h" fact="0.0863"/>
              <dgm:constr type="l" for="ch" forName="parent_text_3" refType="w" fact="0.6182"/>
              <dgm:constr type="t" for="ch" forName="parent_text_3" refType="h" fact="0.2993"/>
              <dgm:constr type="w" for="ch" forName="parent_text_3" refType="w" fact="0.3478"/>
              <dgm:constr type="h" for="ch" forName="parent_text_3" refType="h" fact="0.1365"/>
              <dgm:constr type="l" for="ch" forName="parent_text_6" refType="w" fact="0.02"/>
              <dgm:constr type="t" for="ch" forName="parent_text_6" refType="h" fact="0.6465"/>
              <dgm:constr type="w" for="ch" forName="parent_text_6" refType="w" fact="0.3478"/>
              <dgm:constr type="h" for="ch" forName="parent_text_6" refType="h" fact="0.1525"/>
              <dgm:constr type="l" for="ch" forName="accent_5" refType="w" fact="0.6265"/>
              <dgm:constr type="t" for="ch" forName="accent_5" refType="h" fact="0.02"/>
              <dgm:constr type="w" for="ch" forName="accent_5" refType="w" fact="0.0515"/>
              <dgm:constr type="h" for="ch" forName="accent_5" refType="h" fact="0.05"/>
              <dgm:constr type="l" for="ch" forName="parent_text_7" refType="w" fact="0.165"/>
              <dgm:constr type="t" for="ch" forName="parent_text_7" refType="h" fact="0.81"/>
              <dgm:constr type="w" for="ch" forName="parent_text_7" refType="w" fact="0.3478"/>
              <dgm:constr type="h" for="ch" forName="parent_text_7" refType="h" fact="0.077"/>
              <dgm:constr type="l" for="ch" forName="parent_text_8" refType="w" fact="0.275"/>
              <dgm:constr type="t" for="ch" forName="parent_text_8" refType="h" fact="0.89"/>
              <dgm:constr type="w" for="ch" forName="parent_text_8" refType="w" fact="0.3478"/>
              <dgm:constr type="h" for="ch" forName="parent_text_8" refType="h" fact="0.11"/>
            </dgm:constrLst>
          </dgm:if>
          <dgm:else name="Name33">
            <dgm:constrLst>
              <dgm:constr type="primFontSz" for="des" ptType="node" op="equ" val="65"/>
              <dgm:constr type="l" for="ch" forName="accent_1" refType="w" fact="0.2014"/>
              <dgm:constr type="t" for="ch" forName="accent_1" refType="h" fact="0.925"/>
              <dgm:constr type="w" for="ch" forName="accent_1" refType="w" fact="0.0386"/>
              <dgm:constr type="h" for="ch" forName="accent_1" refType="h" fact="0.0375"/>
              <dgm:constr type="l" for="ch" forName="accent_2" refType="w" fact="0.3431"/>
              <dgm:constr type="t" for="ch" forName="accent_2" refType="h" fact="0.575"/>
              <dgm:constr type="w" for="ch" forName="accent_2" refType="w" fact="0.0386"/>
              <dgm:constr type="h" for="ch" forName="accent_2" refType="h" fact="0.0375"/>
              <dgm:constr type="l" for="ch" forName="image_accent_8" refType="w" fact="0.253"/>
              <dgm:constr type="t" for="ch" forName="image_accent_8" refType="h" fact="0.8508"/>
              <dgm:constr type="w" for="ch" forName="image_accent_8" refType="w" fact="0.1022"/>
              <dgm:constr type="h" for="ch" forName="image_accent_8" refType="h" fact="0.0992"/>
              <dgm:constr type="l" for="ch" forName="image_8" refType="w" fact="0.2619"/>
              <dgm:constr type="t" for="ch" forName="image_8" refType="h" fact="0.8595"/>
              <dgm:constr type="w" for="ch" forName="image_8" refType="w" fact="0.0844"/>
              <dgm:constr type="h" for="ch" forName="image_8" refType="h" fact="0.0819"/>
              <dgm:constr type="l" for="ch" forName="image_accent_7" refType="w" fact="0.3606"/>
              <dgm:constr type="t" for="ch" forName="image_accent_7" refType="h" fact="0.7805"/>
              <dgm:constr type="w" for="ch" forName="image_accent_7" refType="w" fact="0.1103"/>
              <dgm:constr type="h" for="ch" forName="image_accent_7" refType="h" fact="0.107"/>
              <dgm:constr type="l" for="ch" forName="image_7" refType="w" fact="0.3671"/>
              <dgm:constr type="t" for="ch" forName="image_7" refType="h" fact="0.7868"/>
              <dgm:constr type="w" for="ch" forName="image_7" refType="w" fact="0.0973"/>
              <dgm:constr type="h" for="ch" forName="image_7" refType="h" fact="0.0944"/>
              <dgm:constr type="l" for="ch" forName="image_accent_6" refType="w" fact="0.4379"/>
              <dgm:constr type="t" for="ch" forName="image_accent_6" refType="h" fact="0.6375"/>
              <dgm:constr type="w" for="ch" forName="image_accent_6" refType="w" fact="0.1757"/>
              <dgm:constr type="h" for="ch" forName="image_accent_6" refType="h" fact="0.1706"/>
              <dgm:constr type="l" for="ch" forName="image_6" refType="w" fact="0.4471"/>
              <dgm:constr type="t" for="ch" forName="image_6" refType="h" fact="0.6465"/>
              <dgm:constr type="w" for="ch" forName="image_6" refType="w" fact="0.1572"/>
              <dgm:constr type="h" for="ch" forName="image_6" refType="h" fact="0.1525"/>
              <dgm:constr type="l" for="ch" forName="image_accent_5" refType="w" fact="0.3677"/>
              <dgm:constr type="t" for="ch" forName="image_accent_5" refType="h" fact="0.0555"/>
              <dgm:constr type="w" for="ch" forName="image_accent_5" refType="w" fact="0.1022"/>
              <dgm:constr type="h" for="ch" forName="image_accent_5" refType="h" fact="0.0992"/>
              <dgm:constr type="l" for="ch" forName="image_5" refType="w" fact="0.3738"/>
              <dgm:constr type="t" for="ch" forName="image_5" refType="h" fact="0.0613"/>
              <dgm:constr type="w" for="ch" forName="image_5" refType="w" fact="0.0902"/>
              <dgm:constr type="h" for="ch" forName="image_5" refType="h" fact="0.0875"/>
              <dgm:constr type="l" for="ch" forName="image_accent_4" refType="w" fact="0.437"/>
              <dgm:constr type="t" for="ch" forName="image_accent_4" refType="h" fact="0.1555"/>
              <dgm:constr type="w" for="ch" forName="image_accent_4" refType="w" fact="0.1103"/>
              <dgm:constr type="h" for="ch" forName="image_accent_4" refType="h" fact="0.107"/>
              <dgm:constr type="l" for="ch" forName="image_4" refType="w" fact="0.4434"/>
              <dgm:constr type="t" for="ch" forName="image_4" refType="h" fact="0.1618"/>
              <dgm:constr type="w" for="ch" forName="image_4" refType="w" fact="0.0973"/>
              <dgm:constr type="h" for="ch" forName="image_4" refType="h" fact="0.0944"/>
              <dgm:constr type="l" for="ch" forName="image_accent_2" refType="w" fact="0.3942"/>
              <dgm:constr type="t" for="ch" forName="image_accent_2" refType="h" fact="0.4593"/>
              <dgm:constr type="w" for="ch" forName="image_accent_2" refType="w" fact="0.1226"/>
              <dgm:constr type="h" for="ch" forName="image_accent_2" refType="h" fact="0.119"/>
              <dgm:constr type="l" for="ch" forName="image_2" refType="w" fact="0.4014"/>
              <dgm:constr type="t" for="ch" forName="image_2" refType="h" fact="0.4663"/>
              <dgm:constr type="w" for="ch" forName="image_2" refType="w" fact="0.1082"/>
              <dgm:constr type="h" for="ch" forName="image_2" refType="h" fact="0.105"/>
              <dgm:constr type="l" for="ch" forName="image_accent_3" refType="w" fact="0.4075"/>
              <dgm:constr type="t" for="ch" forName="image_accent_3" refType="h" fact="0.2913"/>
              <dgm:constr type="w" for="ch" forName="image_accent_3" refType="w" fact="0.1573"/>
              <dgm:constr type="h" for="ch" forName="image_accent_3" refType="h" fact="0.1526"/>
              <dgm:constr type="l" for="ch" forName="image_3" refType="w" fact="0.4158"/>
              <dgm:constr type="t" for="ch" forName="image_3" refType="h" fact="0.2993"/>
              <dgm:constr type="w" for="ch" forName="image_3" refType="w" fact="0.1407"/>
              <dgm:constr type="h" for="ch" forName="image_3" refType="h" fact="0.1365"/>
              <dgm:constr type="l" for="ch" forName="image_accent_1" refType="w" fact="0.5338"/>
              <dgm:constr type="t" for="ch" forName="image_accent_1" refType="h" fact="0.4163"/>
              <dgm:constr type="w" for="ch" forName="image_accent_1" refType="w" fact="0.2344"/>
              <dgm:constr type="h" for="ch" forName="image_accent_1" refType="h" fact="0.2275"/>
              <dgm:constr type="l" for="ch" forName="image_1" refType="w" fact="0.5428"/>
              <dgm:constr type="t" for="ch" forName="image_1" refType="h" fact="0.425"/>
              <dgm:constr type="w" for="ch" forName="image_1" refType="w" fact="0.2164"/>
              <dgm:constr type="h" for="ch" forName="image_1" refType="h" fact="0.21"/>
              <dgm:constr type="l" for="ch" forName="parent_text_1" refType="w" fact="0.6522"/>
              <dgm:constr type="t" for="ch" forName="parent_text_1" refType="h" fact="0.2993"/>
              <dgm:constr type="w" for="ch" forName="parent_text_1" refType="w" fact="0.3478"/>
              <dgm:constr type="h" for="ch" forName="parent_text_1" refType="h" fact="0.11"/>
              <dgm:constr type="l" for="ch" forName="accent_3" refType="w" fact="0.5492"/>
              <dgm:constr type="t" for="ch" forName="accent_3" refType="h" fact="0.2488"/>
              <dgm:constr type="w" for="ch" forName="accent_3" refType="w" fact="0.0696"/>
              <dgm:constr type="h" for="ch" forName="accent_3" refType="h" fact="0.0675"/>
              <dgm:constr type="l" for="ch" forName="parent_text_2" refType="w" fact="0.0211"/>
              <dgm:constr type="t" for="ch" forName="parent_text_2" refType="h" fact="0.4663"/>
              <dgm:constr type="w" for="ch" forName="parent_text_2" refType="w" fact="0.3478"/>
              <dgm:constr type="h" for="ch" forName="parent_text_2" refType="h" fact="0.105"/>
              <dgm:constr type="l" for="ch" forName="parent_text_4" refType="w" fact="0.0635"/>
              <dgm:constr type="t" for="ch" forName="parent_text_4" refType="h" fact="0.1618"/>
              <dgm:constr type="w" for="ch" forName="parent_text_4" refType="w" fact="0.3478"/>
              <dgm:constr type="h" for="ch" forName="parent_text_4" refType="h" fact="0.0944"/>
              <dgm:constr type="l" for="ch" forName="accent_4" refType="w" fact="0.2705"/>
              <dgm:constr type="t" for="ch" forName="accent_4" refType="h" fact="0"/>
              <dgm:constr type="w" for="ch" forName="accent_4" refType="w" fact="0.0258"/>
              <dgm:constr type="h" for="ch" forName="accent_4" refType="h" fact="0.025"/>
              <dgm:constr type="l" for="ch" forName="parent_text_5" refType="w" fact="0"/>
              <dgm:constr type="t" for="ch" forName="parent_text_5" refType="h" fact="0.0625"/>
              <dgm:constr type="w" for="ch" forName="parent_text_5" refType="w" fact="0.3478"/>
              <dgm:constr type="h" for="ch" forName="parent_text_5" refType="h" fact="0.0863"/>
              <dgm:constr type="l" for="ch" forName="parent_text_3" refType="w" fact="0.034"/>
              <dgm:constr type="t" for="ch" forName="parent_text_3" refType="h" fact="0.2993"/>
              <dgm:constr type="w" for="ch" forName="parent_text_3" refType="w" fact="0.3478"/>
              <dgm:constr type="h" for="ch" forName="parent_text_3" refType="h" fact="0.1365"/>
              <dgm:constr type="l" for="ch" forName="parent_text_6" refType="w" fact="0.635"/>
              <dgm:constr type="t" for="ch" forName="parent_text_6" refType="h" fact="0.6465"/>
              <dgm:constr type="w" for="ch" forName="parent_text_6" refType="w" fact="0.3478"/>
              <dgm:constr type="h" for="ch" forName="parent_text_6" refType="h" fact="0.1525"/>
              <dgm:constr type="l" for="ch" forName="accent_5" refType="w" fact="0.322"/>
              <dgm:constr type="t" for="ch" forName="accent_5" refType="h" fact="0.02"/>
              <dgm:constr type="w" for="ch" forName="accent_5" refType="w" fact="0.0515"/>
              <dgm:constr type="h" for="ch" forName="accent_5" refType="h" fact="0.05"/>
              <dgm:constr type="l" for="ch" forName="parent_text_7" refType="w" fact="0.49"/>
              <dgm:constr type="t" for="ch" forName="parent_text_7" refType="h" fact="0.81"/>
              <dgm:constr type="w" for="ch" forName="parent_text_7" refType="w" fact="0.3478"/>
              <dgm:constr type="h" for="ch" forName="parent_text_7" refType="h" fact="0.077"/>
              <dgm:constr type="l" for="ch" forName="parent_text_8" refType="w" fact="0.375"/>
              <dgm:constr type="t" for="ch" forName="parent_text_8" refType="h" fact="0.89"/>
              <dgm:constr type="w" for="ch" forName="parent_text_8" refType="w" fact="0.3478"/>
              <dgm:constr type="h" for="ch" forName="parent_text_8" refType="h" fact="0.11"/>
            </dgm:constrLst>
          </dgm:else>
        </dgm:choose>
      </dgm:else>
    </dgm:choose>
    <dgm:forEach name="wrapper" axis="self" ptType="parTrans">
      <dgm:forEach name="wrapper2" axis="self" ptType="sibTrans" st="2">
        <dgm:forEach name="imageAccentRepeat" axis="self">
          <dgm:layoutNode name="imageAccentRepeatNode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</dgm:forEach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forEach name="Name34" axis="ch" ptType="node" cnt="1">
      <dgm:layoutNode name="parent_text_1" styleLbl="revTx">
        <dgm:varLst>
          <dgm:chMax val="0"/>
          <dgm:chPref val="0"/>
          <dgm:bulletEnabled val="1"/>
        </dgm:varLst>
        <dgm:choose name="Name35">
          <dgm:if name="Name36" func="var" arg="dir" op="equ" val="norm">
            <dgm:alg type="tx">
              <dgm:param type="parTxLTRAlign" val="r"/>
              <dgm:param type="shpTxLTRAlignCh" val="r"/>
              <dgm:param type="txAnchorVert" val="b"/>
              <dgm:param type="lnSpCh" val="15"/>
            </dgm:alg>
          </dgm:if>
          <dgm:else name="Name37">
            <dgm:alg type="tx">
              <dgm:param type="parTxLTRAlign" val="l"/>
              <dgm:param type="shpTxLTRAlignCh" val="l"/>
              <dgm:param type="txAnchorVert" val="b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01"/>
        </dgm:constrLst>
        <dgm:ruleLst>
          <dgm:rule type="primFontSz" val="5" fact="NaN" max="NaN"/>
        </dgm:ruleLst>
      </dgm:layoutNode>
      <dgm:layoutNode name="image_accent_1">
        <dgm:alg type="sp"/>
        <dgm:shape xmlns:r="http://schemas.openxmlformats.org/officeDocument/2006/relationships" r:blip="">
          <dgm:adjLst/>
        </dgm:shape>
        <dgm:presOf/>
        <dgm:constrLst/>
        <dgm:forEach name="Name38" ref="imageAccentRepeat"/>
      </dgm:layoutNode>
      <dgm:layoutNode name="accent_1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39" axis="ch" ptType="sibTrans" hideLastTrans="0" cnt="1">
      <dgm:layoutNode name="image_1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</dgm:forEach>
    <dgm:forEach name="Name41" axis="ch" ptType="node" st="2" cnt="1">
      <dgm:layoutNode name="parent_text_2" styleLbl="revTx">
        <dgm:varLst>
          <dgm:chMax val="0"/>
          <dgm:chPref val="0"/>
          <dgm:bulletEnabled val="1"/>
        </dgm:varLst>
        <dgm:choose name="Name42">
          <dgm:if name="Name43" func="var" arg="dir" op="equ" val="norm">
            <dgm:alg type="tx">
              <dgm:param type="parTxLTRAlign" val="l"/>
              <dgm:param type="lnSpCh" val="15"/>
            </dgm:alg>
          </dgm:if>
          <dgm:else name="Name44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2">
        <dgm:alg type="sp"/>
        <dgm:shape xmlns:r="http://schemas.openxmlformats.org/officeDocument/2006/relationships" r:blip="">
          <dgm:adjLst/>
        </dgm:shape>
        <dgm:presOf/>
        <dgm:constrLst/>
        <dgm:forEach name="Name45" ref="imageAccentRepeat"/>
      </dgm:layoutNode>
    </dgm:forEach>
    <dgm:forEach name="Name46" axis="ch" ptType="sibTrans" hideLastTrans="0" st="2" cnt="1">
      <dgm:layoutNode name="image_2">
        <dgm:alg type="sp"/>
        <dgm:shape xmlns:r="http://schemas.openxmlformats.org/officeDocument/2006/relationships" r:blip="">
          <dgm:adjLst/>
        </dgm:shape>
        <dgm:presOf/>
        <dgm:constrLst/>
        <dgm:forEach name="Name47" ref="imageRepeat"/>
      </dgm:layoutNode>
    </dgm:forEach>
    <dgm:forEach name="Name48" axis="ch" ptType="node" st="3" cnt="1">
      <dgm:layoutNode name="image_accent_3">
        <dgm:alg type="sp"/>
        <dgm:shape xmlns:r="http://schemas.openxmlformats.org/officeDocument/2006/relationships" r:blip="">
          <dgm:adjLst/>
        </dgm:shape>
        <dgm:presOf/>
        <dgm:constrLst/>
        <dgm:forEach name="Name49" ref="imageAccentRepeat"/>
      </dgm:layoutNode>
      <dgm:layoutNode name="parent_text_3" styleLbl="revTx">
        <dgm:varLst>
          <dgm:chMax val="0"/>
          <dgm:chPref val="0"/>
          <dgm:bulletEnabled val="1"/>
        </dgm:varLst>
        <dgm:choose name="Name50">
          <dgm:if name="Name51" func="var" arg="dir" op="equ" val="norm">
            <dgm:alg type="tx">
              <dgm:param type="parTxLTRAlign" val="l"/>
              <dgm:param type="lnSpCh" val="15"/>
            </dgm:alg>
          </dgm:if>
          <dgm:else name="Name52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accent_2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  <dgm:layoutNode name="accent_3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53" axis="ch" ptType="sibTrans" hideLastTrans="0" st="3" cnt="1">
      <dgm:layoutNode name="image_3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</dgm:forEach>
    <dgm:forEach name="Name55" axis="ch" ptType="node" st="4" cnt="1">
      <dgm:layoutNode name="image_accent_4">
        <dgm:alg type="sp"/>
        <dgm:shape xmlns:r="http://schemas.openxmlformats.org/officeDocument/2006/relationships" r:blip="">
          <dgm:adjLst/>
        </dgm:shape>
        <dgm:presOf/>
        <dgm:constrLst/>
        <dgm:forEach name="Name56" ref="imageAccentRepeat"/>
      </dgm:layoutNode>
      <dgm:layoutNode name="parent_text_4" styleLbl="revTx">
        <dgm:varLst>
          <dgm:chMax val="0"/>
          <dgm:chPref val="0"/>
          <dgm:bulletEnabled val="1"/>
        </dgm:varLst>
        <dgm:choose name="Name57">
          <dgm:if name="Name58" func="var" arg="dir" op="equ" val="norm">
            <dgm:alg type="tx">
              <dgm:param type="parTxLTRAlign" val="l"/>
              <dgm:param type="lnSpCh" val="15"/>
            </dgm:alg>
          </dgm:if>
          <dgm:else name="Name59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accent_4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60" axis="ch" ptType="sibTrans" hideLastTrans="0" st="4" cnt="1">
      <dgm:layoutNode name="image_4">
        <dgm:alg type="sp"/>
        <dgm:shape xmlns:r="http://schemas.openxmlformats.org/officeDocument/2006/relationships" r:blip="">
          <dgm:adjLst/>
        </dgm:shape>
        <dgm:presOf/>
        <dgm:constrLst/>
        <dgm:forEach name="Name61" ref="imageRepeat"/>
      </dgm:layoutNode>
    </dgm:forEach>
    <dgm:forEach name="Name62" axis="ch" ptType="node" st="5" cnt="1">
      <dgm:layoutNode name="image_accent_5">
        <dgm:alg type="sp"/>
        <dgm:shape xmlns:r="http://schemas.openxmlformats.org/officeDocument/2006/relationships" r:blip="">
          <dgm:adjLst/>
        </dgm:shape>
        <dgm:presOf/>
        <dgm:constrLst/>
        <dgm:forEach name="Name63" ref="imageAccentRepeat"/>
      </dgm:layoutNode>
      <dgm:layoutNode name="parent_text_5" styleLbl="revTx">
        <dgm:varLst>
          <dgm:chMax val="0"/>
          <dgm:chPref val="0"/>
          <dgm:bulletEnabled val="1"/>
        </dgm:varLst>
        <dgm:choose name="Name64">
          <dgm:if name="Name65" func="var" arg="dir" op="equ" val="norm">
            <dgm:alg type="tx">
              <dgm:param type="parTxLTRAlign" val="l"/>
              <dgm:param type="lnSpCh" val="15"/>
            </dgm:alg>
          </dgm:if>
          <dgm:else name="Name66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sibTrans" hideLastTrans="0" st="5" cnt="1">
      <dgm:layoutNode name="image_5">
        <dgm:alg type="sp"/>
        <dgm:shape xmlns:r="http://schemas.openxmlformats.org/officeDocument/2006/relationships" r:blip="">
          <dgm:adjLst/>
        </dgm:shape>
        <dgm:presOf/>
        <dgm:constrLst/>
        <dgm:forEach name="Name68" ref="imageRepeat"/>
      </dgm:layoutNode>
    </dgm:forEach>
    <dgm:forEach name="Name69" axis="ch" ptType="node" st="6" cnt="1">
      <dgm:layoutNode name="parent_text_6" styleLbl="revTx">
        <dgm:varLst>
          <dgm:chMax val="0"/>
          <dgm:chPref val="0"/>
          <dgm:bulletEnabled val="1"/>
        </dgm:varLst>
        <dgm:choose name="Name70">
          <dgm:if name="Name71" func="var" arg="dir" op="equ" val="norm">
            <dgm:alg type="tx">
              <dgm:param type="parTxLTRAlign" val="r"/>
              <dgm:param type="shpTxLTRAlignCh" val="r"/>
              <dgm:param type="lnSpCh" val="15"/>
            </dgm:alg>
          </dgm:if>
          <dgm:else name="Name72">
            <dgm:alg type="tx">
              <dgm:param type="parTxLTRAlign" val="l"/>
              <dgm:param type="shpTxLTRAlignCh" val="l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6">
        <dgm:alg type="sp"/>
        <dgm:shape xmlns:r="http://schemas.openxmlformats.org/officeDocument/2006/relationships" r:blip="">
          <dgm:adjLst/>
        </dgm:shape>
        <dgm:presOf/>
        <dgm:constrLst/>
        <dgm:forEach name="Name73" ref="imageAccentRepeat"/>
      </dgm:layoutNode>
      <dgm:layoutNode name="accent_5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74" axis="ch" ptType="sibTrans" hideLastTrans="0" st="6" cnt="1">
      <dgm:layoutNode name="image_6">
        <dgm:alg type="sp"/>
        <dgm:shape xmlns:r="http://schemas.openxmlformats.org/officeDocument/2006/relationships" r:blip="">
          <dgm:adjLst/>
        </dgm:shape>
        <dgm:presOf/>
        <dgm:constrLst/>
        <dgm:forEach name="Name75" ref="imageRepeat"/>
      </dgm:layoutNode>
    </dgm:forEach>
    <dgm:forEach name="Name76" axis="ch" ptType="node" st="7" cnt="1">
      <dgm:layoutNode name="parent_text_7" styleLbl="revTx">
        <dgm:varLst>
          <dgm:chMax val="0"/>
          <dgm:chPref val="0"/>
          <dgm:bulletEnabled val="1"/>
        </dgm:varLst>
        <dgm:choose name="Name77">
          <dgm:if name="Name78" func="var" arg="dir" op="equ" val="norm">
            <dgm:alg type="tx">
              <dgm:param type="parTxLTRAlign" val="r"/>
              <dgm:param type="shpTxLTRAlignCh" val="r"/>
              <dgm:param type="txAnchorVert" val="t"/>
              <dgm:param type="lnSpCh" val="15"/>
            </dgm:alg>
          </dgm:if>
          <dgm:else name="Name79">
            <dgm:alg type="tx">
              <dgm:param type="parTxLTRAlign" val="l"/>
              <dgm:param type="shpTxLTRAlignCh" val="l"/>
              <dgm:param type="txAnchorVert" val="t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7">
        <dgm:alg type="sp"/>
        <dgm:shape xmlns:r="http://schemas.openxmlformats.org/officeDocument/2006/relationships" r:blip="">
          <dgm:adjLst/>
        </dgm:shape>
        <dgm:presOf/>
        <dgm:constrLst/>
        <dgm:forEach name="Name80" ref="imageAccentRepeat"/>
      </dgm:layoutNode>
    </dgm:forEach>
    <dgm:forEach name="Name81" axis="ch" ptType="sibTrans" hideLastTrans="0" st="7" cnt="1">
      <dgm:layoutNode name="image_7">
        <dgm:alg type="sp"/>
        <dgm:shape xmlns:r="http://schemas.openxmlformats.org/officeDocument/2006/relationships" r:blip="">
          <dgm:adjLst/>
        </dgm:shape>
        <dgm:presOf/>
        <dgm:constrLst/>
        <dgm:forEach name="Name82" ref="imageRepeat"/>
      </dgm:layoutNode>
    </dgm:forEach>
    <dgm:forEach name="Name83" axis="ch" ptType="node" st="8" cnt="1">
      <dgm:layoutNode name="parent_text_8" styleLbl="revTx">
        <dgm:varLst>
          <dgm:chMax val="0"/>
          <dgm:chPref val="0"/>
          <dgm:bulletEnabled val="1"/>
        </dgm:varLst>
        <dgm:choose name="Name84">
          <dgm:if name="Name85" func="var" arg="dir" op="equ" val="norm">
            <dgm:alg type="tx">
              <dgm:param type="parTxLTRAlign" val="r"/>
              <dgm:param type="shpTxLTRAlignCh" val="r"/>
              <dgm:param type="txAnchorVert" val="t"/>
              <dgm:param type="lnSpCh" val="15"/>
            </dgm:alg>
          </dgm:if>
          <dgm:else name="Name86">
            <dgm:alg type="tx">
              <dgm:param type="parTxLTRAlign" val="l"/>
              <dgm:param type="shpTxLTRAlignCh" val="l"/>
              <dgm:param type="txAnchorVert" val="t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8">
        <dgm:alg type="sp"/>
        <dgm:shape xmlns:r="http://schemas.openxmlformats.org/officeDocument/2006/relationships" r:blip="">
          <dgm:adjLst/>
        </dgm:shape>
        <dgm:presOf/>
        <dgm:constrLst/>
        <dgm:forEach name="Name87" ref="imageAccentRepeat"/>
      </dgm:layoutNode>
    </dgm:forEach>
    <dgm:forEach name="Name88" axis="ch" ptType="sibTrans" hideLastTrans="0" st="8" cnt="1">
      <dgm:layoutNode name="image_8">
        <dgm:alg type="sp"/>
        <dgm:shape xmlns:r="http://schemas.openxmlformats.org/officeDocument/2006/relationships" r:blip="">
          <dgm:adjLst/>
        </dgm:shape>
        <dgm:presOf/>
        <dgm:constrLst/>
        <dgm:forEach name="Name89" ref="image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50AC0-06D7-5205-4273-F2ABF497C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C6B90-A0E5-110D-0181-E493B507A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76B09-5CDA-3F4A-DADE-5649CEACB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B0E9-EC32-4050-BB8C-482082DA62F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8C396-ED83-2B38-24B7-D02DCA51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F9063-03D6-12A5-72CF-F6DF738C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70F0-5AE1-4ED2-8F7D-D80B2534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05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3806-E657-2C08-72DC-1C2DC5651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94DDD-C4CB-CA54-BC3C-50EC6124B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A5070-B738-C538-2B6A-8B971988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B0E9-EC32-4050-BB8C-482082DA62F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03B68-D6B7-9723-37ED-AD04283DE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5A2F5-42F2-4E0F-C506-307E7F411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70F0-5AE1-4ED2-8F7D-D80B2534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03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14E91-EA2A-AE3A-38AD-F166F91A9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A0952-CF33-406A-429B-71B3BBF9C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0A97C-BC5C-5CB1-DFA5-2BB00A831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B0E9-EC32-4050-BB8C-482082DA62F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12545-9099-808B-25F3-37773C482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F881F-EE38-09D1-3D49-541EEEA2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70F0-5AE1-4ED2-8F7D-D80B2534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430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FFB8-27D3-410A-3253-0FB842E4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CAAAD-5557-D3EA-676B-3F4111EBF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62042-6707-D470-6EBD-C21025752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94B75-F77E-8069-37C5-5CBE6E7CE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B0E9-EC32-4050-BB8C-482082DA62F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5659D-874B-3471-97D5-E48871101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1EAE0-7021-8CBB-F92E-293C32192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70F0-5AE1-4ED2-8F7D-D80B2534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70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40AA4-78C3-947E-01CE-44BD6DE2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E7410-6C0F-21DE-C414-A7CF9B748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BA111-A0BB-C587-B4E1-56F316CF8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C88B33-06B8-73DB-E9D2-FFDE43A900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7BF5D-53DA-2B78-86E4-55A4474C9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6FD667-8584-4220-A914-026C51D17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B0E9-EC32-4050-BB8C-482082DA62F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37FD1B-5A8C-1249-B357-CA7365A43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9A054B-1A6C-C04B-30D3-95DEF0F3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70F0-5AE1-4ED2-8F7D-D80B2534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2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31D5B-2222-E37B-A3E0-034B70B7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5E88B1-7311-2A4E-EF30-3D3AF758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B0E9-EC32-4050-BB8C-482082DA62F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66224-3EB8-5779-3D0E-2A25E3EBA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BB6C2-07BA-33AB-CA02-5B212CAB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70F0-5AE1-4ED2-8F7D-D80B2534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97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A7AD2-4C6B-AA60-3BCA-DD45F2017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B0E9-EC32-4050-BB8C-482082DA62F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D2C77D-CE9A-ADDC-6F6C-912D6AB16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F38E3-4EB0-08A9-AAED-CBB34EAE2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70F0-5AE1-4ED2-8F7D-D80B2534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46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F2ED6-08B5-51D0-1118-E4DE307D5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F95FE-E78C-F9C4-C229-4BAB90733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23CAC6-DFD1-B5A2-EE17-49D0BACE4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9D3C9-4E82-05AA-29DC-D4E9921F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B0E9-EC32-4050-BB8C-482082DA62F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A733E-D4B9-7FBB-BF15-F27CD1AD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9DB2C-E364-101F-988D-43534AC3B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70F0-5AE1-4ED2-8F7D-D80B2534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89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60EE7-C55F-9918-9458-8B8B53C84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504CCC-EF5F-1083-1753-82C7BE8057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226CD7-7372-FA5A-C1A2-EC7C0E784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8A60C-031D-9D33-61F5-C5309103D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B0E9-EC32-4050-BB8C-482082DA62F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C1933-ADF4-98DD-2430-1291D37E4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0C1AF-FAE5-52FD-5C5F-038211725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70F0-5AE1-4ED2-8F7D-D80B2534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69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3D033-AF7C-38E6-BB3D-E13B76EA9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0CF7DB-8348-94FF-BB0A-209497887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CDC1A-A6B2-FB83-4981-4D7BB984A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B0E9-EC32-4050-BB8C-482082DA62F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1EBA9-9AC8-42B1-2D03-79FEFA0A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97539-CED8-A99F-A1A0-58A4F6E1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70F0-5AE1-4ED2-8F7D-D80B2534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02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9A78F9-84C6-5B79-ACCB-FCCB064962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5593AA-AA42-67DA-2828-72D6BF22A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84F4F-CA6A-4132-7105-FD6E88535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B0E9-EC32-4050-BB8C-482082DA62F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C9FBB-F80B-C489-69BA-1CEA93F5B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86A02-0E32-2666-C9D7-DF5A0AA7C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70F0-5AE1-4ED2-8F7D-D80B2534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721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ED6575-CF58-6067-8735-8619F5DF6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73998-BBAE-3CB9-5E54-A417B8431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1548E-9473-4FB9-E166-DA195C52E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6BB0E9-EC32-4050-BB8C-482082DA62F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5DEE2-2C7A-2FE1-5325-D0965DF78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52664-10CB-55CF-D446-3E5E2417B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3170F0-5AE1-4ED2-8F7D-D80B2534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3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58CCD19-6F62-CDBD-BAE0-53684BF76D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731303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0470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2026-09-06T08:15:07Z</dcterms:created>
  <dcterms:modified xsi:type="dcterms:W3CDTF">2026-09-06T08:15:07Z</dcterms:modified>
</cp:coreProperties>
</file>