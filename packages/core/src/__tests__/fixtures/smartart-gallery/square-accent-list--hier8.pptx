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85F2982-0C29-43F1-9702-657E052418D4}" type="doc">
      <dgm:prSet loTypeId="urn:microsoft.com/office/officeart/2008/layout/SquareAccent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06601BD-C7EF-40F4-8D66-949E210005F1}">
      <dgm:prSet phldrT="[Text]"/>
      <dgm:spPr/>
      <dgm:t>
        <a:bodyPr/>
        <a:lstStyle/>
        <a:p>
          <a:r>
            <a:rPr lang="en-US"/>
            <a:t>Branch A Root</a:t>
          </a:r>
        </a:p>
      </dgm:t>
    </dgm:pt>
    <dgm:pt modelId="{18324953-9952-48CB-AF4C-5FAB3720F5C1}" type="parTrans" cxnId="{C63BD16E-D005-4D6C-8004-A40786D94DA9}">
      <dgm:prSet/>
      <dgm:spPr/>
    </dgm:pt>
    <dgm:pt modelId="{B5473E2A-6500-4301-BCAE-8B41A71ED2A0}" type="sibTrans" cxnId="{C63BD16E-D005-4D6C-8004-A40786D94DA9}">
      <dgm:prSet/>
      <dgm:spPr/>
    </dgm:pt>
    <dgm:pt modelId="{211230B3-E19C-4C67-A3F6-AF9E18703301}">
      <dgm:prSet phldrT="[Text]"/>
      <dgm:spPr/>
      <dgm:t>
        <a:bodyPr/>
        <a:lstStyle/>
        <a:p>
          <a:r>
            <a:rPr lang="en-US"/>
            <a:t>Branch A Child</a:t>
          </a:r>
        </a:p>
      </dgm:t>
    </dgm:pt>
    <dgm:pt modelId="{9CB29C45-D426-4803-96F6-C8747A66C6F0}" type="parTrans" cxnId="{915F0CB9-B20E-40A3-AAD4-68CF838C5EC3}">
      <dgm:prSet/>
      <dgm:spPr/>
    </dgm:pt>
    <dgm:pt modelId="{BB83CC18-2543-4FA1-9E15-61FF1564A410}" type="sibTrans" cxnId="{915F0CB9-B20E-40A3-AAD4-68CF838C5EC3}">
      <dgm:prSet/>
      <dgm:spPr/>
    </dgm:pt>
    <dgm:pt modelId="{26A6AAA7-568A-43BD-A20D-80C7365DF023}">
      <dgm:prSet phldrT="[Text]"/>
      <dgm:spPr/>
      <dgm:t>
        <a:bodyPr/>
        <a:lstStyle/>
        <a:p>
          <a:r>
            <a:rPr lang="en-US"/>
            <a:t>Branch A Grandchild with long text</a:t>
          </a:r>
        </a:p>
      </dgm:t>
    </dgm:pt>
    <dgm:pt modelId="{86E20513-5F21-4D22-9F9A-79A8ED1BAF77}" type="parTrans" cxnId="{D7E9F257-8FA4-4C98-BAAF-73BE1211F486}">
      <dgm:prSet/>
      <dgm:spPr/>
    </dgm:pt>
    <dgm:pt modelId="{A90F03F4-ED7A-40F9-B1FE-5E1FF7E6B573}" type="sibTrans" cxnId="{D7E9F257-8FA4-4C98-BAAF-73BE1211F486}">
      <dgm:prSet/>
      <dgm:spPr/>
    </dgm:pt>
    <dgm:pt modelId="{90843B0C-53AB-4CDE-8D9B-41E799A2D48F}">
      <dgm:prSet phldrT="[Text]"/>
      <dgm:spPr/>
      <dgm:t>
        <a:bodyPr/>
        <a:lstStyle/>
        <a:p>
          <a:r>
            <a:rPr lang="en-US"/>
            <a:t>Branch B Root</a:t>
          </a:r>
        </a:p>
      </dgm:t>
    </dgm:pt>
    <dgm:pt modelId="{96250055-E245-45A4-BE94-973E0C716D61}" type="parTrans" cxnId="{AED19BAA-04A1-443E-976A-DF0D356395CE}">
      <dgm:prSet/>
      <dgm:spPr/>
    </dgm:pt>
    <dgm:pt modelId="{9DAB02F7-57EF-4153-9BE0-9DB178E48F0B}" type="sibTrans" cxnId="{AED19BAA-04A1-443E-976A-DF0D356395CE}">
      <dgm:prSet/>
      <dgm:spPr/>
    </dgm:pt>
    <dgm:pt modelId="{4934E475-BAD0-4FCE-B977-FF82E8203325}">
      <dgm:prSet phldrT="[Text]"/>
      <dgm:spPr/>
      <dgm:t>
        <a:bodyPr/>
        <a:lstStyle/>
        <a:p>
          <a:r>
            <a:rPr lang="en-US"/>
            <a:t>Branch B Child</a:t>
          </a:r>
        </a:p>
      </dgm:t>
    </dgm:pt>
    <dgm:pt modelId="{36866AD7-295B-44FB-ADCA-82264846DAD1}" type="parTrans" cxnId="{548EDF90-D952-40FC-B47A-31E3D960E99C}">
      <dgm:prSet/>
      <dgm:spPr/>
    </dgm:pt>
    <dgm:pt modelId="{EA633346-0524-4D33-B6CE-51294B2C9C1E}" type="sibTrans" cxnId="{548EDF90-D952-40FC-B47A-31E3D960E99C}">
      <dgm:prSet/>
      <dgm:spPr/>
    </dgm:pt>
    <dgm:pt modelId="{F020E2FC-6015-429C-8C95-A1FB4DEB7CDC}">
      <dgm:prSet phldrT="[Text]"/>
      <dgm:spPr/>
      <dgm:t>
        <a:bodyPr/>
        <a:lstStyle/>
        <a:p>
          <a:r>
            <a:rPr lang="en-US"/>
            <a:t>Branch B Grandchild</a:t>
          </a:r>
        </a:p>
      </dgm:t>
    </dgm:pt>
    <dgm:pt modelId="{C7B0676C-C2BD-44B9-B37F-CC80AD281C71}" type="parTrans" cxnId="{62A4139F-8B78-463B-A146-57F3557D9D5F}">
      <dgm:prSet/>
      <dgm:spPr/>
    </dgm:pt>
    <dgm:pt modelId="{53A11BF1-EEB0-4AA1-AEF4-B53D9D482F33}" type="sibTrans" cxnId="{62A4139F-8B78-463B-A146-57F3557D9D5F}">
      <dgm:prSet/>
      <dgm:spPr/>
    </dgm:pt>
    <dgm:pt modelId="{D531A8E7-89B6-45DE-B510-FAA79AEDAC9F}">
      <dgm:prSet phldrT="[Text]"/>
      <dgm:spPr/>
      <dgm:t>
        <a:bodyPr/>
        <a:lstStyle/>
        <a:p>
          <a:r>
            <a:rPr lang="en-US"/>
            <a:t>Branch C Root</a:t>
          </a:r>
        </a:p>
      </dgm:t>
    </dgm:pt>
    <dgm:pt modelId="{246076F3-CFBF-4CA9-A7DD-BDE84DDF31C1}" type="parTrans" cxnId="{60B58F98-C5D9-4006-9939-329F0F04122E}">
      <dgm:prSet/>
      <dgm:spPr/>
    </dgm:pt>
    <dgm:pt modelId="{B41A9A2E-BFDE-4515-82F3-82EFBE14396B}" type="sibTrans" cxnId="{60B58F98-C5D9-4006-9939-329F0F04122E}">
      <dgm:prSet/>
      <dgm:spPr/>
    </dgm:pt>
    <dgm:pt modelId="{8370DC8C-CF37-4431-9764-A7F9AD865624}">
      <dgm:prSet phldrT="[Text]"/>
      <dgm:spPr/>
      <dgm:t>
        <a:bodyPr/>
        <a:lstStyle/>
        <a:p>
          <a:r>
            <a:rPr lang="en-US"/>
            <a:t>Branch C Child</a:t>
          </a:r>
        </a:p>
      </dgm:t>
    </dgm:pt>
    <dgm:pt modelId="{7ED8C8BF-88BF-493C-B92A-C1E3F7BAE4CC}" type="parTrans" cxnId="{2E4D0C8E-3427-46E9-8880-49FD3C71AE4B}">
      <dgm:prSet/>
      <dgm:spPr/>
    </dgm:pt>
    <dgm:pt modelId="{97953105-1168-43C3-8B98-37649E05E8A1}" type="sibTrans" cxnId="{2E4D0C8E-3427-46E9-8880-49FD3C71AE4B}">
      <dgm:prSet/>
      <dgm:spPr/>
    </dgm:pt>
    <dgm:pt modelId="{660C5B1C-0E4F-44C1-B518-DAD0D754FFC3}" type="pres">
      <dgm:prSet presAssocID="{485F2982-0C29-43F1-9702-657E052418D4}" presName="layout" presStyleCnt="0">
        <dgm:presLayoutVars>
          <dgm:chMax/>
          <dgm:chPref/>
          <dgm:dir/>
          <dgm:resizeHandles/>
        </dgm:presLayoutVars>
      </dgm:prSet>
      <dgm:spPr/>
    </dgm:pt>
    <dgm:pt modelId="{2D92CFA3-0BED-4B23-84EF-D1DE1D52D12A}" type="pres">
      <dgm:prSet presAssocID="{106601BD-C7EF-40F4-8D66-949E210005F1}" presName="root" presStyleCnt="0">
        <dgm:presLayoutVars>
          <dgm:chMax/>
          <dgm:chPref/>
        </dgm:presLayoutVars>
      </dgm:prSet>
      <dgm:spPr/>
    </dgm:pt>
    <dgm:pt modelId="{3A5BE92E-DF4E-4423-88DD-605FE63E451C}" type="pres">
      <dgm:prSet presAssocID="{106601BD-C7EF-40F4-8D66-949E210005F1}" presName="rootComposite" presStyleCnt="0">
        <dgm:presLayoutVars/>
      </dgm:prSet>
      <dgm:spPr/>
    </dgm:pt>
    <dgm:pt modelId="{021A2404-7330-49E0-AC12-C42B3FD60DB2}" type="pres">
      <dgm:prSet presAssocID="{106601BD-C7EF-40F4-8D66-949E210005F1}" presName="ParentAccent" presStyleLbl="alignNode1" presStyleIdx="0" presStyleCnt="3"/>
      <dgm:spPr/>
    </dgm:pt>
    <dgm:pt modelId="{526AF687-6127-4730-8BFA-B0BE7B795A79}" type="pres">
      <dgm:prSet presAssocID="{106601BD-C7EF-40F4-8D66-949E210005F1}" presName="ParentSmallAccent" presStyleLbl="fgAcc1" presStyleIdx="0" presStyleCnt="3"/>
      <dgm:spPr/>
    </dgm:pt>
    <dgm:pt modelId="{B35949AE-3005-479F-BC76-A5BE6B0BA646}" type="pres">
      <dgm:prSet presAssocID="{106601BD-C7EF-40F4-8D66-949E210005F1}" presName="Parent" presStyleLbl="revTx" presStyleIdx="0" presStyleCnt="8">
        <dgm:presLayoutVars>
          <dgm:chMax/>
          <dgm:chPref val="4"/>
          <dgm:bulletEnabled val="1"/>
        </dgm:presLayoutVars>
      </dgm:prSet>
      <dgm:spPr/>
    </dgm:pt>
    <dgm:pt modelId="{0C79B689-3F53-49E7-B451-C84CF3A43A1F}" type="pres">
      <dgm:prSet presAssocID="{106601BD-C7EF-40F4-8D66-949E210005F1}" presName="childShape" presStyleCnt="0">
        <dgm:presLayoutVars>
          <dgm:chMax val="0"/>
          <dgm:chPref val="0"/>
        </dgm:presLayoutVars>
      </dgm:prSet>
      <dgm:spPr/>
    </dgm:pt>
    <dgm:pt modelId="{FA1EB008-695D-4869-A39D-4D1EEE0F2A20}" type="pres">
      <dgm:prSet presAssocID="{211230B3-E19C-4C67-A3F6-AF9E18703301}" presName="childComposite" presStyleCnt="0">
        <dgm:presLayoutVars>
          <dgm:chMax val="0"/>
          <dgm:chPref val="0"/>
        </dgm:presLayoutVars>
      </dgm:prSet>
      <dgm:spPr/>
    </dgm:pt>
    <dgm:pt modelId="{5E8AF0EA-19C8-47B2-A4BB-E113C7508A21}" type="pres">
      <dgm:prSet presAssocID="{211230B3-E19C-4C67-A3F6-AF9E18703301}" presName="ChildAccent" presStyleLbl="solidFgAcc1" presStyleIdx="0" presStyleCnt="5"/>
      <dgm:spPr/>
    </dgm:pt>
    <dgm:pt modelId="{278B7D93-83D0-4413-A28A-12E7ACBBECBE}" type="pres">
      <dgm:prSet presAssocID="{211230B3-E19C-4C67-A3F6-AF9E18703301}" presName="Child" presStyleLbl="revTx" presStyleIdx="1" presStyleCnt="8">
        <dgm:presLayoutVars>
          <dgm:chMax val="0"/>
          <dgm:chPref val="0"/>
          <dgm:bulletEnabled val="1"/>
        </dgm:presLayoutVars>
      </dgm:prSet>
      <dgm:spPr/>
    </dgm:pt>
    <dgm:pt modelId="{CD4C7589-E1F4-4049-880E-CAD9CA481472}" type="pres">
      <dgm:prSet presAssocID="{26A6AAA7-568A-43BD-A20D-80C7365DF023}" presName="childComposite" presStyleCnt="0">
        <dgm:presLayoutVars>
          <dgm:chMax val="0"/>
          <dgm:chPref val="0"/>
        </dgm:presLayoutVars>
      </dgm:prSet>
      <dgm:spPr/>
    </dgm:pt>
    <dgm:pt modelId="{1AC0E803-9A3D-4F0C-876E-5822C9310D1C}" type="pres">
      <dgm:prSet presAssocID="{26A6AAA7-568A-43BD-A20D-80C7365DF023}" presName="ChildAccent" presStyleLbl="solidFgAcc1" presStyleIdx="1" presStyleCnt="5"/>
      <dgm:spPr/>
    </dgm:pt>
    <dgm:pt modelId="{6475E1B9-0B46-4785-9105-20F998228FB4}" type="pres">
      <dgm:prSet presAssocID="{26A6AAA7-568A-43BD-A20D-80C7365DF023}" presName="Child" presStyleLbl="revTx" presStyleIdx="2" presStyleCnt="8">
        <dgm:presLayoutVars>
          <dgm:chMax val="0"/>
          <dgm:chPref val="0"/>
          <dgm:bulletEnabled val="1"/>
        </dgm:presLayoutVars>
      </dgm:prSet>
      <dgm:spPr/>
    </dgm:pt>
    <dgm:pt modelId="{01801990-4C0A-4F6B-BB2C-5FD2BB562157}" type="pres">
      <dgm:prSet presAssocID="{90843B0C-53AB-4CDE-8D9B-41E799A2D48F}" presName="root" presStyleCnt="0">
        <dgm:presLayoutVars>
          <dgm:chMax/>
          <dgm:chPref/>
        </dgm:presLayoutVars>
      </dgm:prSet>
      <dgm:spPr/>
    </dgm:pt>
    <dgm:pt modelId="{6DA44FC1-9A26-4577-B49A-A5FEBFC972C6}" type="pres">
      <dgm:prSet presAssocID="{90843B0C-53AB-4CDE-8D9B-41E799A2D48F}" presName="rootComposite" presStyleCnt="0">
        <dgm:presLayoutVars/>
      </dgm:prSet>
      <dgm:spPr/>
    </dgm:pt>
    <dgm:pt modelId="{2D0157E7-EE70-4A22-A4DD-94872D995553}" type="pres">
      <dgm:prSet presAssocID="{90843B0C-53AB-4CDE-8D9B-41E799A2D48F}" presName="ParentAccent" presStyleLbl="alignNode1" presStyleIdx="1" presStyleCnt="3"/>
      <dgm:spPr/>
    </dgm:pt>
    <dgm:pt modelId="{E301D4CB-FE58-4F93-9ECA-4FEA2712B2E6}" type="pres">
      <dgm:prSet presAssocID="{90843B0C-53AB-4CDE-8D9B-41E799A2D48F}" presName="ParentSmallAccent" presStyleLbl="fgAcc1" presStyleIdx="1" presStyleCnt="3"/>
      <dgm:spPr/>
    </dgm:pt>
    <dgm:pt modelId="{3E6C2DBD-81B0-4D70-A3DB-76B4C35CF58E}" type="pres">
      <dgm:prSet presAssocID="{90843B0C-53AB-4CDE-8D9B-41E799A2D48F}" presName="Parent" presStyleLbl="revTx" presStyleIdx="3" presStyleCnt="8">
        <dgm:presLayoutVars>
          <dgm:chMax/>
          <dgm:chPref val="4"/>
          <dgm:bulletEnabled val="1"/>
        </dgm:presLayoutVars>
      </dgm:prSet>
      <dgm:spPr/>
    </dgm:pt>
    <dgm:pt modelId="{5A1DFD6D-30B4-440B-98B8-B871C7C7EF33}" type="pres">
      <dgm:prSet presAssocID="{90843B0C-53AB-4CDE-8D9B-41E799A2D48F}" presName="childShape" presStyleCnt="0">
        <dgm:presLayoutVars>
          <dgm:chMax val="0"/>
          <dgm:chPref val="0"/>
        </dgm:presLayoutVars>
      </dgm:prSet>
      <dgm:spPr/>
    </dgm:pt>
    <dgm:pt modelId="{C6CD9536-0B1C-47D2-9D9E-B5E189B8004C}" type="pres">
      <dgm:prSet presAssocID="{4934E475-BAD0-4FCE-B977-FF82E8203325}" presName="childComposite" presStyleCnt="0">
        <dgm:presLayoutVars>
          <dgm:chMax val="0"/>
          <dgm:chPref val="0"/>
        </dgm:presLayoutVars>
      </dgm:prSet>
      <dgm:spPr/>
    </dgm:pt>
    <dgm:pt modelId="{E87B316F-F5E0-4A04-A55D-7FFF6177B72A}" type="pres">
      <dgm:prSet presAssocID="{4934E475-BAD0-4FCE-B977-FF82E8203325}" presName="ChildAccent" presStyleLbl="solidFgAcc1" presStyleIdx="2" presStyleCnt="5"/>
      <dgm:spPr/>
    </dgm:pt>
    <dgm:pt modelId="{45C5ACDD-9A00-456C-BAEB-337A4F3DB88C}" type="pres">
      <dgm:prSet presAssocID="{4934E475-BAD0-4FCE-B977-FF82E8203325}" presName="Child" presStyleLbl="revTx" presStyleIdx="4" presStyleCnt="8">
        <dgm:presLayoutVars>
          <dgm:chMax val="0"/>
          <dgm:chPref val="0"/>
          <dgm:bulletEnabled val="1"/>
        </dgm:presLayoutVars>
      </dgm:prSet>
      <dgm:spPr/>
    </dgm:pt>
    <dgm:pt modelId="{3E8CFBEC-2C77-4209-ABE5-E7B96F89C2CD}" type="pres">
      <dgm:prSet presAssocID="{F020E2FC-6015-429C-8C95-A1FB4DEB7CDC}" presName="childComposite" presStyleCnt="0">
        <dgm:presLayoutVars>
          <dgm:chMax val="0"/>
          <dgm:chPref val="0"/>
        </dgm:presLayoutVars>
      </dgm:prSet>
      <dgm:spPr/>
    </dgm:pt>
    <dgm:pt modelId="{E6F9D403-4098-4CA6-A669-85EBD9B8C2C2}" type="pres">
      <dgm:prSet presAssocID="{F020E2FC-6015-429C-8C95-A1FB4DEB7CDC}" presName="ChildAccent" presStyleLbl="solidFgAcc1" presStyleIdx="3" presStyleCnt="5"/>
      <dgm:spPr/>
    </dgm:pt>
    <dgm:pt modelId="{CD7AAD0C-8943-408B-B053-F18C373DFB6B}" type="pres">
      <dgm:prSet presAssocID="{F020E2FC-6015-429C-8C95-A1FB4DEB7CDC}" presName="Child" presStyleLbl="revTx" presStyleIdx="5" presStyleCnt="8">
        <dgm:presLayoutVars>
          <dgm:chMax val="0"/>
          <dgm:chPref val="0"/>
          <dgm:bulletEnabled val="1"/>
        </dgm:presLayoutVars>
      </dgm:prSet>
      <dgm:spPr/>
    </dgm:pt>
    <dgm:pt modelId="{9D517BAC-A064-4981-8468-18ED55AEA3B9}" type="pres">
      <dgm:prSet presAssocID="{D531A8E7-89B6-45DE-B510-FAA79AEDAC9F}" presName="root" presStyleCnt="0">
        <dgm:presLayoutVars>
          <dgm:chMax/>
          <dgm:chPref/>
        </dgm:presLayoutVars>
      </dgm:prSet>
      <dgm:spPr/>
    </dgm:pt>
    <dgm:pt modelId="{59A119C0-6463-4051-A041-70E36FE7D992}" type="pres">
      <dgm:prSet presAssocID="{D531A8E7-89B6-45DE-B510-FAA79AEDAC9F}" presName="rootComposite" presStyleCnt="0">
        <dgm:presLayoutVars/>
      </dgm:prSet>
      <dgm:spPr/>
    </dgm:pt>
    <dgm:pt modelId="{18203E44-0B9A-4AD5-8653-652824524236}" type="pres">
      <dgm:prSet presAssocID="{D531A8E7-89B6-45DE-B510-FAA79AEDAC9F}" presName="ParentAccent" presStyleLbl="alignNode1" presStyleIdx="2" presStyleCnt="3"/>
      <dgm:spPr/>
    </dgm:pt>
    <dgm:pt modelId="{79A8536A-8577-456F-907C-129F3B241450}" type="pres">
      <dgm:prSet presAssocID="{D531A8E7-89B6-45DE-B510-FAA79AEDAC9F}" presName="ParentSmallAccent" presStyleLbl="fgAcc1" presStyleIdx="2" presStyleCnt="3"/>
      <dgm:spPr/>
    </dgm:pt>
    <dgm:pt modelId="{577114D1-2FBA-4329-9DEB-51F3A9FA79E7}" type="pres">
      <dgm:prSet presAssocID="{D531A8E7-89B6-45DE-B510-FAA79AEDAC9F}" presName="Parent" presStyleLbl="revTx" presStyleIdx="6" presStyleCnt="8">
        <dgm:presLayoutVars>
          <dgm:chMax/>
          <dgm:chPref val="4"/>
          <dgm:bulletEnabled val="1"/>
        </dgm:presLayoutVars>
      </dgm:prSet>
      <dgm:spPr/>
    </dgm:pt>
    <dgm:pt modelId="{769FC081-5795-4134-8F5D-56B739D4E533}" type="pres">
      <dgm:prSet presAssocID="{D531A8E7-89B6-45DE-B510-FAA79AEDAC9F}" presName="childShape" presStyleCnt="0">
        <dgm:presLayoutVars>
          <dgm:chMax val="0"/>
          <dgm:chPref val="0"/>
        </dgm:presLayoutVars>
      </dgm:prSet>
      <dgm:spPr/>
    </dgm:pt>
    <dgm:pt modelId="{2603118D-D9F8-4367-BB1B-27551B7C5D37}" type="pres">
      <dgm:prSet presAssocID="{8370DC8C-CF37-4431-9764-A7F9AD865624}" presName="childComposite" presStyleCnt="0">
        <dgm:presLayoutVars>
          <dgm:chMax val="0"/>
          <dgm:chPref val="0"/>
        </dgm:presLayoutVars>
      </dgm:prSet>
      <dgm:spPr/>
    </dgm:pt>
    <dgm:pt modelId="{F94C6885-4F70-47E9-BF55-84BE43A56C88}" type="pres">
      <dgm:prSet presAssocID="{8370DC8C-CF37-4431-9764-A7F9AD865624}" presName="ChildAccent" presStyleLbl="solidFgAcc1" presStyleIdx="4" presStyleCnt="5"/>
      <dgm:spPr/>
    </dgm:pt>
    <dgm:pt modelId="{760B261B-F00D-4D94-8966-D1417FB4E2D7}" type="pres">
      <dgm:prSet presAssocID="{8370DC8C-CF37-4431-9764-A7F9AD865624}" presName="Child" presStyleLbl="revTx" presStyleIdx="7" presStyleCnt="8">
        <dgm:presLayoutVars>
          <dgm:chMax val="0"/>
          <dgm:chPref val="0"/>
          <dgm:bulletEnabled val="1"/>
        </dgm:presLayoutVars>
      </dgm:prSet>
      <dgm:spPr/>
    </dgm:pt>
  </dgm:ptLst>
  <dgm:cxnLst>
    <dgm:cxn modelId="{5CFA7115-6FAF-48C6-8E21-A098E37DE6A9}" type="presOf" srcId="{F020E2FC-6015-429C-8C95-A1FB4DEB7CDC}" destId="{CD7AAD0C-8943-408B-B053-F18C373DFB6B}" srcOrd="0" destOrd="0" presId="urn:microsoft.com/office/officeart/2008/layout/SquareAccentList"/>
    <dgm:cxn modelId="{63D22D32-C331-4A67-8F6B-976E313401B5}" type="presOf" srcId="{90843B0C-53AB-4CDE-8D9B-41E799A2D48F}" destId="{3E6C2DBD-81B0-4D70-A3DB-76B4C35CF58E}" srcOrd="0" destOrd="0" presId="urn:microsoft.com/office/officeart/2008/layout/SquareAccentList"/>
    <dgm:cxn modelId="{5342C939-27DA-4CEA-8190-4EDBEA413B15}" type="presOf" srcId="{8370DC8C-CF37-4431-9764-A7F9AD865624}" destId="{760B261B-F00D-4D94-8966-D1417FB4E2D7}" srcOrd="0" destOrd="0" presId="urn:microsoft.com/office/officeart/2008/layout/SquareAccentList"/>
    <dgm:cxn modelId="{75D78540-1172-4DE1-915C-4FBAFE0EF329}" type="presOf" srcId="{D531A8E7-89B6-45DE-B510-FAA79AEDAC9F}" destId="{577114D1-2FBA-4329-9DEB-51F3A9FA79E7}" srcOrd="0" destOrd="0" presId="urn:microsoft.com/office/officeart/2008/layout/SquareAccentList"/>
    <dgm:cxn modelId="{C63BD16E-D005-4D6C-8004-A40786D94DA9}" srcId="{485F2982-0C29-43F1-9702-657E052418D4}" destId="{106601BD-C7EF-40F4-8D66-949E210005F1}" srcOrd="0" destOrd="0" parTransId="{18324953-9952-48CB-AF4C-5FAB3720F5C1}" sibTransId="{B5473E2A-6500-4301-BCAE-8B41A71ED2A0}"/>
    <dgm:cxn modelId="{D7E9F257-8FA4-4C98-BAAF-73BE1211F486}" srcId="{106601BD-C7EF-40F4-8D66-949E210005F1}" destId="{26A6AAA7-568A-43BD-A20D-80C7365DF023}" srcOrd="1" destOrd="0" parTransId="{86E20513-5F21-4D22-9F9A-79A8ED1BAF77}" sibTransId="{A90F03F4-ED7A-40F9-B1FE-5E1FF7E6B573}"/>
    <dgm:cxn modelId="{6F156C5A-D84D-4254-A206-D2B1F057736F}" type="presOf" srcId="{26A6AAA7-568A-43BD-A20D-80C7365DF023}" destId="{6475E1B9-0B46-4785-9105-20F998228FB4}" srcOrd="0" destOrd="0" presId="urn:microsoft.com/office/officeart/2008/layout/SquareAccentList"/>
    <dgm:cxn modelId="{3AB3DB82-4C44-4212-A390-AD0E07CEE096}" type="presOf" srcId="{485F2982-0C29-43F1-9702-657E052418D4}" destId="{660C5B1C-0E4F-44C1-B518-DAD0D754FFC3}" srcOrd="0" destOrd="0" presId="urn:microsoft.com/office/officeart/2008/layout/SquareAccentList"/>
    <dgm:cxn modelId="{2E4D0C8E-3427-46E9-8880-49FD3C71AE4B}" srcId="{D531A8E7-89B6-45DE-B510-FAA79AEDAC9F}" destId="{8370DC8C-CF37-4431-9764-A7F9AD865624}" srcOrd="0" destOrd="0" parTransId="{7ED8C8BF-88BF-493C-B92A-C1E3F7BAE4CC}" sibTransId="{97953105-1168-43C3-8B98-37649E05E8A1}"/>
    <dgm:cxn modelId="{548EDF90-D952-40FC-B47A-31E3D960E99C}" srcId="{90843B0C-53AB-4CDE-8D9B-41E799A2D48F}" destId="{4934E475-BAD0-4FCE-B977-FF82E8203325}" srcOrd="0" destOrd="0" parTransId="{36866AD7-295B-44FB-ADCA-82264846DAD1}" sibTransId="{EA633346-0524-4D33-B6CE-51294B2C9C1E}"/>
    <dgm:cxn modelId="{60B58F98-C5D9-4006-9939-329F0F04122E}" srcId="{485F2982-0C29-43F1-9702-657E052418D4}" destId="{D531A8E7-89B6-45DE-B510-FAA79AEDAC9F}" srcOrd="2" destOrd="0" parTransId="{246076F3-CFBF-4CA9-A7DD-BDE84DDF31C1}" sibTransId="{B41A9A2E-BFDE-4515-82F3-82EFBE14396B}"/>
    <dgm:cxn modelId="{6669E799-4552-4155-A7BA-D60EDD3A26FA}" type="presOf" srcId="{4934E475-BAD0-4FCE-B977-FF82E8203325}" destId="{45C5ACDD-9A00-456C-BAEB-337A4F3DB88C}" srcOrd="0" destOrd="0" presId="urn:microsoft.com/office/officeart/2008/layout/SquareAccentList"/>
    <dgm:cxn modelId="{62A4139F-8B78-463B-A146-57F3557D9D5F}" srcId="{90843B0C-53AB-4CDE-8D9B-41E799A2D48F}" destId="{F020E2FC-6015-429C-8C95-A1FB4DEB7CDC}" srcOrd="1" destOrd="0" parTransId="{C7B0676C-C2BD-44B9-B37F-CC80AD281C71}" sibTransId="{53A11BF1-EEB0-4AA1-AEF4-B53D9D482F33}"/>
    <dgm:cxn modelId="{AED19BAA-04A1-443E-976A-DF0D356395CE}" srcId="{485F2982-0C29-43F1-9702-657E052418D4}" destId="{90843B0C-53AB-4CDE-8D9B-41E799A2D48F}" srcOrd="1" destOrd="0" parTransId="{96250055-E245-45A4-BE94-973E0C716D61}" sibTransId="{9DAB02F7-57EF-4153-9BE0-9DB178E48F0B}"/>
    <dgm:cxn modelId="{915F0CB9-B20E-40A3-AAD4-68CF838C5EC3}" srcId="{106601BD-C7EF-40F4-8D66-949E210005F1}" destId="{211230B3-E19C-4C67-A3F6-AF9E18703301}" srcOrd="0" destOrd="0" parTransId="{9CB29C45-D426-4803-96F6-C8747A66C6F0}" sibTransId="{BB83CC18-2543-4FA1-9E15-61FF1564A410}"/>
    <dgm:cxn modelId="{513C4FE2-B79B-411A-80F0-711098F1ED84}" type="presOf" srcId="{106601BD-C7EF-40F4-8D66-949E210005F1}" destId="{B35949AE-3005-479F-BC76-A5BE6B0BA646}" srcOrd="0" destOrd="0" presId="urn:microsoft.com/office/officeart/2008/layout/SquareAccentList"/>
    <dgm:cxn modelId="{4169CDE5-B03B-4577-AA30-ADAF01847CD4}" type="presOf" srcId="{211230B3-E19C-4C67-A3F6-AF9E18703301}" destId="{278B7D93-83D0-4413-A28A-12E7ACBBECBE}" srcOrd="0" destOrd="0" presId="urn:microsoft.com/office/officeart/2008/layout/SquareAccentList"/>
    <dgm:cxn modelId="{4FDD772A-AE56-4311-BD78-BA88FD6EF43A}" type="presParOf" srcId="{660C5B1C-0E4F-44C1-B518-DAD0D754FFC3}" destId="{2D92CFA3-0BED-4B23-84EF-D1DE1D52D12A}" srcOrd="0" destOrd="0" presId="urn:microsoft.com/office/officeart/2008/layout/SquareAccentList"/>
    <dgm:cxn modelId="{B3EDF402-0426-4FC7-85AE-CC08FCF7E445}" type="presParOf" srcId="{2D92CFA3-0BED-4B23-84EF-D1DE1D52D12A}" destId="{3A5BE92E-DF4E-4423-88DD-605FE63E451C}" srcOrd="0" destOrd="0" presId="urn:microsoft.com/office/officeart/2008/layout/SquareAccentList"/>
    <dgm:cxn modelId="{18BF5A8A-84C6-4874-A926-129B90220F4D}" type="presParOf" srcId="{3A5BE92E-DF4E-4423-88DD-605FE63E451C}" destId="{021A2404-7330-49E0-AC12-C42B3FD60DB2}" srcOrd="0" destOrd="0" presId="urn:microsoft.com/office/officeart/2008/layout/SquareAccentList"/>
    <dgm:cxn modelId="{257321B6-FA8F-4759-AA46-F6D5FACA4377}" type="presParOf" srcId="{3A5BE92E-DF4E-4423-88DD-605FE63E451C}" destId="{526AF687-6127-4730-8BFA-B0BE7B795A79}" srcOrd="1" destOrd="0" presId="urn:microsoft.com/office/officeart/2008/layout/SquareAccentList"/>
    <dgm:cxn modelId="{F497DABD-9469-498E-A434-9649F6A741D7}" type="presParOf" srcId="{3A5BE92E-DF4E-4423-88DD-605FE63E451C}" destId="{B35949AE-3005-479F-BC76-A5BE6B0BA646}" srcOrd="2" destOrd="0" presId="urn:microsoft.com/office/officeart/2008/layout/SquareAccentList"/>
    <dgm:cxn modelId="{BBF84908-57E3-4834-8898-D5C1C5A5069B}" type="presParOf" srcId="{2D92CFA3-0BED-4B23-84EF-D1DE1D52D12A}" destId="{0C79B689-3F53-49E7-B451-C84CF3A43A1F}" srcOrd="1" destOrd="0" presId="urn:microsoft.com/office/officeart/2008/layout/SquareAccentList"/>
    <dgm:cxn modelId="{71B5D115-069E-4906-AA62-507B328E9941}" type="presParOf" srcId="{0C79B689-3F53-49E7-B451-C84CF3A43A1F}" destId="{FA1EB008-695D-4869-A39D-4D1EEE0F2A20}" srcOrd="0" destOrd="0" presId="urn:microsoft.com/office/officeart/2008/layout/SquareAccentList"/>
    <dgm:cxn modelId="{0282F4E4-7ADA-4312-A40A-1566B2D6AC26}" type="presParOf" srcId="{FA1EB008-695D-4869-A39D-4D1EEE0F2A20}" destId="{5E8AF0EA-19C8-47B2-A4BB-E113C7508A21}" srcOrd="0" destOrd="0" presId="urn:microsoft.com/office/officeart/2008/layout/SquareAccentList"/>
    <dgm:cxn modelId="{A6728537-F784-4684-A6F8-90C6E14FD2EB}" type="presParOf" srcId="{FA1EB008-695D-4869-A39D-4D1EEE0F2A20}" destId="{278B7D93-83D0-4413-A28A-12E7ACBBECBE}" srcOrd="1" destOrd="0" presId="urn:microsoft.com/office/officeart/2008/layout/SquareAccentList"/>
    <dgm:cxn modelId="{12FFB553-0C95-4FB4-9112-41AAC4AB888C}" type="presParOf" srcId="{0C79B689-3F53-49E7-B451-C84CF3A43A1F}" destId="{CD4C7589-E1F4-4049-880E-CAD9CA481472}" srcOrd="1" destOrd="0" presId="urn:microsoft.com/office/officeart/2008/layout/SquareAccentList"/>
    <dgm:cxn modelId="{3D827EC4-30AB-4899-89C2-DBC0F4975C17}" type="presParOf" srcId="{CD4C7589-E1F4-4049-880E-CAD9CA481472}" destId="{1AC0E803-9A3D-4F0C-876E-5822C9310D1C}" srcOrd="0" destOrd="0" presId="urn:microsoft.com/office/officeart/2008/layout/SquareAccentList"/>
    <dgm:cxn modelId="{0281E7EE-AE52-4A18-81AC-5EB54ECE03D8}" type="presParOf" srcId="{CD4C7589-E1F4-4049-880E-CAD9CA481472}" destId="{6475E1B9-0B46-4785-9105-20F998228FB4}" srcOrd="1" destOrd="0" presId="urn:microsoft.com/office/officeart/2008/layout/SquareAccentList"/>
    <dgm:cxn modelId="{004410B7-25A8-431B-B52C-E9B963D45AC7}" type="presParOf" srcId="{660C5B1C-0E4F-44C1-B518-DAD0D754FFC3}" destId="{01801990-4C0A-4F6B-BB2C-5FD2BB562157}" srcOrd="1" destOrd="0" presId="urn:microsoft.com/office/officeart/2008/layout/SquareAccentList"/>
    <dgm:cxn modelId="{74D9B1AA-84BF-486E-A205-D4EE0BD9323A}" type="presParOf" srcId="{01801990-4C0A-4F6B-BB2C-5FD2BB562157}" destId="{6DA44FC1-9A26-4577-B49A-A5FEBFC972C6}" srcOrd="0" destOrd="0" presId="urn:microsoft.com/office/officeart/2008/layout/SquareAccentList"/>
    <dgm:cxn modelId="{5C6648CF-0054-4206-8289-AAB3012BB29B}" type="presParOf" srcId="{6DA44FC1-9A26-4577-B49A-A5FEBFC972C6}" destId="{2D0157E7-EE70-4A22-A4DD-94872D995553}" srcOrd="0" destOrd="0" presId="urn:microsoft.com/office/officeart/2008/layout/SquareAccentList"/>
    <dgm:cxn modelId="{4BCD2C2F-80E7-49F5-A3FC-B2D14DE50681}" type="presParOf" srcId="{6DA44FC1-9A26-4577-B49A-A5FEBFC972C6}" destId="{E301D4CB-FE58-4F93-9ECA-4FEA2712B2E6}" srcOrd="1" destOrd="0" presId="urn:microsoft.com/office/officeart/2008/layout/SquareAccentList"/>
    <dgm:cxn modelId="{EB776A1A-C289-41F2-84ED-FFE4D3335009}" type="presParOf" srcId="{6DA44FC1-9A26-4577-B49A-A5FEBFC972C6}" destId="{3E6C2DBD-81B0-4D70-A3DB-76B4C35CF58E}" srcOrd="2" destOrd="0" presId="urn:microsoft.com/office/officeart/2008/layout/SquareAccentList"/>
    <dgm:cxn modelId="{81781908-0E6D-44A3-869B-95047E456D44}" type="presParOf" srcId="{01801990-4C0A-4F6B-BB2C-5FD2BB562157}" destId="{5A1DFD6D-30B4-440B-98B8-B871C7C7EF33}" srcOrd="1" destOrd="0" presId="urn:microsoft.com/office/officeart/2008/layout/SquareAccentList"/>
    <dgm:cxn modelId="{A561138E-527D-4CD4-9DB5-9B73CC588806}" type="presParOf" srcId="{5A1DFD6D-30B4-440B-98B8-B871C7C7EF33}" destId="{C6CD9536-0B1C-47D2-9D9E-B5E189B8004C}" srcOrd="0" destOrd="0" presId="urn:microsoft.com/office/officeart/2008/layout/SquareAccentList"/>
    <dgm:cxn modelId="{F8BA3B4B-92C2-44DC-A3EE-C05BBD7801FB}" type="presParOf" srcId="{C6CD9536-0B1C-47D2-9D9E-B5E189B8004C}" destId="{E87B316F-F5E0-4A04-A55D-7FFF6177B72A}" srcOrd="0" destOrd="0" presId="urn:microsoft.com/office/officeart/2008/layout/SquareAccentList"/>
    <dgm:cxn modelId="{13798699-9CD0-4E2E-99CA-4F03704C02C4}" type="presParOf" srcId="{C6CD9536-0B1C-47D2-9D9E-B5E189B8004C}" destId="{45C5ACDD-9A00-456C-BAEB-337A4F3DB88C}" srcOrd="1" destOrd="0" presId="urn:microsoft.com/office/officeart/2008/layout/SquareAccentList"/>
    <dgm:cxn modelId="{6E8FB65A-2908-45A4-BA91-03C9F5D217DC}" type="presParOf" srcId="{5A1DFD6D-30B4-440B-98B8-B871C7C7EF33}" destId="{3E8CFBEC-2C77-4209-ABE5-E7B96F89C2CD}" srcOrd="1" destOrd="0" presId="urn:microsoft.com/office/officeart/2008/layout/SquareAccentList"/>
    <dgm:cxn modelId="{C67999EB-CAF4-4A3B-BBA6-71C8FE76A522}" type="presParOf" srcId="{3E8CFBEC-2C77-4209-ABE5-E7B96F89C2CD}" destId="{E6F9D403-4098-4CA6-A669-85EBD9B8C2C2}" srcOrd="0" destOrd="0" presId="urn:microsoft.com/office/officeart/2008/layout/SquareAccentList"/>
    <dgm:cxn modelId="{F23E28F4-60A0-4787-A981-34683CC0D869}" type="presParOf" srcId="{3E8CFBEC-2C77-4209-ABE5-E7B96F89C2CD}" destId="{CD7AAD0C-8943-408B-B053-F18C373DFB6B}" srcOrd="1" destOrd="0" presId="urn:microsoft.com/office/officeart/2008/layout/SquareAccentList"/>
    <dgm:cxn modelId="{3BD368FC-691E-49F0-ADA5-BA73C1BC5B7E}" type="presParOf" srcId="{660C5B1C-0E4F-44C1-B518-DAD0D754FFC3}" destId="{9D517BAC-A064-4981-8468-18ED55AEA3B9}" srcOrd="2" destOrd="0" presId="urn:microsoft.com/office/officeart/2008/layout/SquareAccentList"/>
    <dgm:cxn modelId="{DF509906-8C5E-4759-8F50-2728393BDC66}" type="presParOf" srcId="{9D517BAC-A064-4981-8468-18ED55AEA3B9}" destId="{59A119C0-6463-4051-A041-70E36FE7D992}" srcOrd="0" destOrd="0" presId="urn:microsoft.com/office/officeart/2008/layout/SquareAccentList"/>
    <dgm:cxn modelId="{1EC29EC6-1216-4EBC-B7A7-791A96D8BFE8}" type="presParOf" srcId="{59A119C0-6463-4051-A041-70E36FE7D992}" destId="{18203E44-0B9A-4AD5-8653-652824524236}" srcOrd="0" destOrd="0" presId="urn:microsoft.com/office/officeart/2008/layout/SquareAccentList"/>
    <dgm:cxn modelId="{CCF963A7-28D1-4A42-86F9-77FDB85D803E}" type="presParOf" srcId="{59A119C0-6463-4051-A041-70E36FE7D992}" destId="{79A8536A-8577-456F-907C-129F3B241450}" srcOrd="1" destOrd="0" presId="urn:microsoft.com/office/officeart/2008/layout/SquareAccentList"/>
    <dgm:cxn modelId="{4B48C95D-E2AA-4461-8F51-A39421176B20}" type="presParOf" srcId="{59A119C0-6463-4051-A041-70E36FE7D992}" destId="{577114D1-2FBA-4329-9DEB-51F3A9FA79E7}" srcOrd="2" destOrd="0" presId="urn:microsoft.com/office/officeart/2008/layout/SquareAccentList"/>
    <dgm:cxn modelId="{FFD22D14-8E94-48C2-AF6E-1C905D4EC16C}" type="presParOf" srcId="{9D517BAC-A064-4981-8468-18ED55AEA3B9}" destId="{769FC081-5795-4134-8F5D-56B739D4E533}" srcOrd="1" destOrd="0" presId="urn:microsoft.com/office/officeart/2008/layout/SquareAccentList"/>
    <dgm:cxn modelId="{4048F1C4-4557-44AA-9666-889F3EA17849}" type="presParOf" srcId="{769FC081-5795-4134-8F5D-56B739D4E533}" destId="{2603118D-D9F8-4367-BB1B-27551B7C5D37}" srcOrd="0" destOrd="0" presId="urn:microsoft.com/office/officeart/2008/layout/SquareAccentList"/>
    <dgm:cxn modelId="{221369F6-97CA-463D-BB93-2408E9DA3338}" type="presParOf" srcId="{2603118D-D9F8-4367-BB1B-27551B7C5D37}" destId="{F94C6885-4F70-47E9-BF55-84BE43A56C88}" srcOrd="0" destOrd="0" presId="urn:microsoft.com/office/officeart/2008/layout/SquareAccentList"/>
    <dgm:cxn modelId="{7039C572-8F28-47FC-93AA-5ED77A75C5CA}" type="presParOf" srcId="{2603118D-D9F8-4367-BB1B-27551B7C5D37}" destId="{760B261B-F00D-4D94-8966-D1417FB4E2D7}" srcOrd="1" destOrd="0" presId="urn:microsoft.com/office/officeart/2008/layout/SquareAccent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1A2404-7330-49E0-AC12-C42B3FD60DB2}">
      <dsp:nvSpPr>
        <dsp:cNvPr id="0" name=""/>
        <dsp:cNvSpPr/>
      </dsp:nvSpPr>
      <dsp:spPr>
        <a:xfrm>
          <a:off x="2189" y="562488"/>
          <a:ext cx="2661490" cy="31311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6AF687-6127-4730-8BFA-B0BE7B795A79}">
      <dsp:nvSpPr>
        <dsp:cNvPr id="0" name=""/>
        <dsp:cNvSpPr/>
      </dsp:nvSpPr>
      <dsp:spPr>
        <a:xfrm>
          <a:off x="2189" y="680082"/>
          <a:ext cx="195522" cy="19552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5949AE-3005-479F-BC76-A5BE6B0BA646}">
      <dsp:nvSpPr>
        <dsp:cNvPr id="0" name=""/>
        <dsp:cNvSpPr/>
      </dsp:nvSpPr>
      <dsp:spPr>
        <a:xfrm>
          <a:off x="2189" y="0"/>
          <a:ext cx="2661490" cy="5624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40640" rIns="60960" bIns="4064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Branch A Root</a:t>
          </a:r>
        </a:p>
      </dsp:txBody>
      <dsp:txXfrm>
        <a:off x="2189" y="0"/>
        <a:ext cx="2661490" cy="562488"/>
      </dsp:txXfrm>
    </dsp:sp>
    <dsp:sp modelId="{5E8AF0EA-19C8-47B2-A4BB-E113C7508A21}">
      <dsp:nvSpPr>
        <dsp:cNvPr id="0" name=""/>
        <dsp:cNvSpPr/>
      </dsp:nvSpPr>
      <dsp:spPr>
        <a:xfrm>
          <a:off x="2189" y="1135840"/>
          <a:ext cx="195517" cy="19551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8B7D93-83D0-4413-A28A-12E7ACBBECBE}">
      <dsp:nvSpPr>
        <dsp:cNvPr id="0" name=""/>
        <dsp:cNvSpPr/>
      </dsp:nvSpPr>
      <dsp:spPr>
        <a:xfrm>
          <a:off x="188494" y="1005722"/>
          <a:ext cx="2475186" cy="4557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Branch A Child</a:t>
          </a:r>
        </a:p>
      </dsp:txBody>
      <dsp:txXfrm>
        <a:off x="188494" y="1005722"/>
        <a:ext cx="2475186" cy="455752"/>
      </dsp:txXfrm>
    </dsp:sp>
    <dsp:sp modelId="{1AC0E803-9A3D-4F0C-876E-5822C9310D1C}">
      <dsp:nvSpPr>
        <dsp:cNvPr id="0" name=""/>
        <dsp:cNvSpPr/>
      </dsp:nvSpPr>
      <dsp:spPr>
        <a:xfrm>
          <a:off x="2189" y="1591592"/>
          <a:ext cx="195517" cy="19551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75E1B9-0B46-4785-9105-20F998228FB4}">
      <dsp:nvSpPr>
        <dsp:cNvPr id="0" name=""/>
        <dsp:cNvSpPr/>
      </dsp:nvSpPr>
      <dsp:spPr>
        <a:xfrm>
          <a:off x="188494" y="1461475"/>
          <a:ext cx="2475186" cy="4557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Branch A Grandchild with long text</a:t>
          </a:r>
        </a:p>
      </dsp:txBody>
      <dsp:txXfrm>
        <a:off x="188494" y="1461475"/>
        <a:ext cx="2475186" cy="455752"/>
      </dsp:txXfrm>
    </dsp:sp>
    <dsp:sp modelId="{2D0157E7-EE70-4A22-A4DD-94872D995553}">
      <dsp:nvSpPr>
        <dsp:cNvPr id="0" name=""/>
        <dsp:cNvSpPr/>
      </dsp:nvSpPr>
      <dsp:spPr>
        <a:xfrm>
          <a:off x="2796754" y="562488"/>
          <a:ext cx="2661490" cy="31311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01D4CB-FE58-4F93-9ECA-4FEA2712B2E6}">
      <dsp:nvSpPr>
        <dsp:cNvPr id="0" name=""/>
        <dsp:cNvSpPr/>
      </dsp:nvSpPr>
      <dsp:spPr>
        <a:xfrm>
          <a:off x="2796754" y="680082"/>
          <a:ext cx="195522" cy="19552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6C2DBD-81B0-4D70-A3DB-76B4C35CF58E}">
      <dsp:nvSpPr>
        <dsp:cNvPr id="0" name=""/>
        <dsp:cNvSpPr/>
      </dsp:nvSpPr>
      <dsp:spPr>
        <a:xfrm>
          <a:off x="2796754" y="0"/>
          <a:ext cx="2661490" cy="5624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40640" rIns="60960" bIns="4064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Branch B Root</a:t>
          </a:r>
        </a:p>
      </dsp:txBody>
      <dsp:txXfrm>
        <a:off x="2796754" y="0"/>
        <a:ext cx="2661490" cy="562488"/>
      </dsp:txXfrm>
    </dsp:sp>
    <dsp:sp modelId="{E87B316F-F5E0-4A04-A55D-7FFF6177B72A}">
      <dsp:nvSpPr>
        <dsp:cNvPr id="0" name=""/>
        <dsp:cNvSpPr/>
      </dsp:nvSpPr>
      <dsp:spPr>
        <a:xfrm>
          <a:off x="2796754" y="1135840"/>
          <a:ext cx="195517" cy="19551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C5ACDD-9A00-456C-BAEB-337A4F3DB88C}">
      <dsp:nvSpPr>
        <dsp:cNvPr id="0" name=""/>
        <dsp:cNvSpPr/>
      </dsp:nvSpPr>
      <dsp:spPr>
        <a:xfrm>
          <a:off x="2983059" y="1005722"/>
          <a:ext cx="2475186" cy="4557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Branch B Child</a:t>
          </a:r>
        </a:p>
      </dsp:txBody>
      <dsp:txXfrm>
        <a:off x="2983059" y="1005722"/>
        <a:ext cx="2475186" cy="455752"/>
      </dsp:txXfrm>
    </dsp:sp>
    <dsp:sp modelId="{E6F9D403-4098-4CA6-A669-85EBD9B8C2C2}">
      <dsp:nvSpPr>
        <dsp:cNvPr id="0" name=""/>
        <dsp:cNvSpPr/>
      </dsp:nvSpPr>
      <dsp:spPr>
        <a:xfrm>
          <a:off x="2796754" y="1591592"/>
          <a:ext cx="195517" cy="19551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7AAD0C-8943-408B-B053-F18C373DFB6B}">
      <dsp:nvSpPr>
        <dsp:cNvPr id="0" name=""/>
        <dsp:cNvSpPr/>
      </dsp:nvSpPr>
      <dsp:spPr>
        <a:xfrm>
          <a:off x="2983059" y="1461475"/>
          <a:ext cx="2475186" cy="4557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Branch B Grandchild</a:t>
          </a:r>
        </a:p>
      </dsp:txBody>
      <dsp:txXfrm>
        <a:off x="2983059" y="1461475"/>
        <a:ext cx="2475186" cy="455752"/>
      </dsp:txXfrm>
    </dsp:sp>
    <dsp:sp modelId="{18203E44-0B9A-4AD5-8653-652824524236}">
      <dsp:nvSpPr>
        <dsp:cNvPr id="0" name=""/>
        <dsp:cNvSpPr/>
      </dsp:nvSpPr>
      <dsp:spPr>
        <a:xfrm>
          <a:off x="5591319" y="562488"/>
          <a:ext cx="2661490" cy="31311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A8536A-8577-456F-907C-129F3B241450}">
      <dsp:nvSpPr>
        <dsp:cNvPr id="0" name=""/>
        <dsp:cNvSpPr/>
      </dsp:nvSpPr>
      <dsp:spPr>
        <a:xfrm>
          <a:off x="5591319" y="680082"/>
          <a:ext cx="195522" cy="19552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7114D1-2FBA-4329-9DEB-51F3A9FA79E7}">
      <dsp:nvSpPr>
        <dsp:cNvPr id="0" name=""/>
        <dsp:cNvSpPr/>
      </dsp:nvSpPr>
      <dsp:spPr>
        <a:xfrm>
          <a:off x="5591319" y="0"/>
          <a:ext cx="2661490" cy="5624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40640" rIns="60960" bIns="4064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Branch C Root</a:t>
          </a:r>
        </a:p>
      </dsp:txBody>
      <dsp:txXfrm>
        <a:off x="5591319" y="0"/>
        <a:ext cx="2661490" cy="562488"/>
      </dsp:txXfrm>
    </dsp:sp>
    <dsp:sp modelId="{F94C6885-4F70-47E9-BF55-84BE43A56C88}">
      <dsp:nvSpPr>
        <dsp:cNvPr id="0" name=""/>
        <dsp:cNvSpPr/>
      </dsp:nvSpPr>
      <dsp:spPr>
        <a:xfrm>
          <a:off x="5591319" y="1135840"/>
          <a:ext cx="195517" cy="19551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0B261B-F00D-4D94-8966-D1417FB4E2D7}">
      <dsp:nvSpPr>
        <dsp:cNvPr id="0" name=""/>
        <dsp:cNvSpPr/>
      </dsp:nvSpPr>
      <dsp:spPr>
        <a:xfrm>
          <a:off x="5777624" y="1005722"/>
          <a:ext cx="2475186" cy="4557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Branch C Child</a:t>
          </a:r>
        </a:p>
      </dsp:txBody>
      <dsp:txXfrm>
        <a:off x="5777624" y="1005722"/>
        <a:ext cx="2475186" cy="4557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SquareAccentList">
  <dgm:title val=""/>
  <dgm:desc val=""/>
  <dgm:catLst>
    <dgm:cat type="list" pri="5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clrData>
  <dgm:layoutNode name="layout">
    <dgm:varLst>
      <dgm:chMax/>
      <dgm:chPref/>
      <dgm:dir/>
      <dgm:resizeHandles/>
    </dgm:varLst>
    <dgm:choose name="Name0">
      <dgm:if name="Name1" func="var" arg="dir" op="equ" val="norm">
        <dgm:alg type="hierChild">
          <dgm:param type="linDir" val="fromL"/>
          <dgm:param type="vertAlign" val="t"/>
          <dgm:param type="nodeVertAlign" val="t"/>
          <dgm:param type="horzAlign" val="ctr"/>
          <dgm:param type="fallback" val="1D"/>
        </dgm:alg>
      </dgm:if>
      <dgm:else name="Name2">
        <dgm:alg type="hierChild">
          <dgm:param type="linDir" val="fromR"/>
          <dgm:param type="vertAlign" val="t"/>
          <dgm:param type="nodeVertAlign" val="t"/>
          <dgm:param type="horzAlign" val="ctr"/>
          <dgm:param type="fallback" val="1D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Parent" op="equ" val="65"/>
      <dgm:constr type="primFontSz" for="des" forName="Child" op="equ" val="65"/>
      <dgm:constr type="primFontSz" for="des" forName="Child" refType="primFontSz" refFor="des" refForName="Parent" op="lte"/>
      <dgm:constr type="w" for="des" forName="rootComposite" refType="h" refFor="des" refForName="rootComposite" fact="3.0396"/>
      <dgm:constr type="h" for="des" forName="rootComposite" refType="h"/>
      <dgm:constr type="w" for="des" forName="childComposite" refType="w" refFor="des" refForName="rootComposite"/>
      <dgm:constr type="h" for="des" forName="childComposite" refType="h" refFor="des" refForName="rootComposite" fact="0.5205"/>
      <dgm:constr type="sibSp" refType="w" refFor="des" refForName="rootComposite" fact="0.05"/>
      <dgm:constr type="sp" for="des" forName="root" refType="h" refFor="des" refForName="childComposite" fact="0.2855"/>
    </dgm:constrLst>
    <dgm:ruleLst/>
    <dgm:forEach name="Name3" axis="ch">
      <dgm:forEach name="Name4" axis="self" ptType="node" cnt="1">
        <dgm:layoutNode name="root">
          <dgm:varLst>
            <dgm:chMax/>
            <dgm:chPref/>
          </dgm:varLst>
          <dgm:alg type="hierRoot">
            <dgm:param type="hierAlign" val="tL"/>
          </dgm:alg>
          <dgm:shape xmlns:r="http://schemas.openxmlformats.org/officeDocument/2006/relationships" r:blip="">
            <dgm:adjLst/>
          </dgm:shape>
          <dgm:presOf/>
          <dgm:constrLst/>
          <dgm:ruleLst/>
          <dgm:layoutNode name="rootComposite">
            <dgm:varLst/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5">
              <dgm:if name="Name6" func="var" arg="dir" op="equ" val="norm">
                <dgm:constrLst>
                  <dgm:constr type="l" for="ch" forName="Parent" refType="w" fact="0"/>
                  <dgm:constr type="t" for="ch" forName="Parent" refType="h" fact="0"/>
                  <dgm:constr type="w" for="ch" forName="Parent" refType="w"/>
                  <dgm:constr type="h" for="ch" forName="Parent" refType="h" fact="0.6424"/>
                  <dgm:constr type="l" for="ch" forName="ParentAccent" refType="w" fact="0"/>
                  <dgm:constr type="b" for="ch" forName="ParentAccent" refType="h"/>
                  <dgm:constr type="w" for="ch" forName="ParentAccent" refType="w"/>
                  <dgm:constr type="h" for="ch" forName="ParentAccent" refType="h" fact="0.3576"/>
                  <dgm:constr type="l" for="ch" forName="ParentSmallAccent" refType="w" fact="0"/>
                  <dgm:constr type="b" for="ch" forName="ParentSmallAccent" refType="h"/>
                  <dgm:constr type="w" for="ch" forName="ParentSmallAccent" refType="h" fact="0.2233"/>
                  <dgm:constr type="h" for="ch" forName="ParentSmallAccent" refType="h" fact="0.2233"/>
                </dgm:constrLst>
              </dgm:if>
              <dgm:else name="Name7">
                <dgm:constrLst>
                  <dgm:constr type="l" for="ch" forName="Parent" refType="w" fact="0"/>
                  <dgm:constr type="t" for="ch" forName="Parent" refType="h" fact="0"/>
                  <dgm:constr type="w" for="ch" forName="Parent" refType="w"/>
                  <dgm:constr type="h" for="ch" forName="Parent" refType="h" fact="0.6424"/>
                  <dgm:constr type="l" for="ch" forName="ParentAccent" refType="w" fact="0"/>
                  <dgm:constr type="b" for="ch" forName="ParentAccent" refType="h"/>
                  <dgm:constr type="w" for="ch" forName="ParentAccent" refType="w"/>
                  <dgm:constr type="h" for="ch" forName="ParentAccent" refType="h" fact="0.3576"/>
                  <dgm:constr type="r" for="ch" forName="ParentSmallAccent" refType="w"/>
                  <dgm:constr type="b" for="ch" forName="ParentSmallAccent" refType="h"/>
                  <dgm:constr type="w" for="ch" forName="ParentSmallAccent" refType="h" fact="0.2233"/>
                  <dgm:constr type="h" for="ch" forName="ParentSmallAccent" refType="h" fact="0.2233"/>
                </dgm:constrLst>
              </dgm:else>
            </dgm:choose>
            <dgm:ruleLst/>
            <dgm:layoutNode name="ParentAccent" styleLbl="alignNode1">
              <dgm:alg type="sp"/>
              <dgm:shape xmlns:r="http://schemas.openxmlformats.org/officeDocument/2006/relationships" type="rect" r:blip="">
                <dgm:adjLst/>
              </dgm:shape>
              <dgm:presOf/>
            </dgm:layoutNode>
            <dgm:layoutNode name="ParentSmallAccent" styleLbl="fgAcc1">
              <dgm:alg type="sp"/>
              <dgm:shape xmlns:r="http://schemas.openxmlformats.org/officeDocument/2006/relationships" type="rect" r:blip="">
                <dgm:adjLst/>
              </dgm:shape>
              <dgm:presOf/>
            </dgm:layoutNode>
            <dgm:layoutNode name="Parent" styleLbl="revTx">
              <dgm:varLst>
                <dgm:chMax/>
                <dgm:chPref val="4"/>
                <dgm:bulletEnabled val="1"/>
              </dgm:varLst>
              <dgm:choose name="Name8">
                <dgm:if name="Name9" func="var" arg="dir" op="equ" val="norm">
                  <dgm:alg type="tx">
                    <dgm:param type="txAnchorVertCh" val="mid"/>
                    <dgm:param type="parTxLTRAlign" val="l"/>
                  </dgm:alg>
                </dgm:if>
                <dgm:else name="Name10">
                  <dgm:alg type="tx">
                    <dgm:param type="txAnchorVertCh" val="mid"/>
                    <dgm:param type="parTxLTRAlign" val="r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  <dgm:rule type="primFontSz" val="65" fact="NaN" max="NaN"/>
              </dgm:ruleLst>
            </dgm:layoutNode>
          </dgm:layoutNode>
          <dgm:layoutNode name="childShape">
            <dgm:varLst>
              <dgm:chMax val="0"/>
              <dgm:chPref val="0"/>
            </dgm:varLst>
            <dgm:alg type="hierChild">
              <dgm:param type="chAlign" val="r"/>
              <dgm:param type="linDir" val="fromT"/>
              <dgm:param type="fallback" val="2D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node">
                <dgm:layoutNode name="childComposite">
                  <dgm:varLst>
                    <dgm:chMax val="0"/>
                    <dgm:chPref val="0"/>
                  </dgm:varLst>
                  <dgm:alg type="composite"/>
                  <dgm:shape xmlns:r="http://schemas.openxmlformats.org/officeDocument/2006/relationships" r:blip="">
                    <dgm:adjLst/>
                  </dgm:shape>
                  <dgm:presOf/>
                  <dgm:choose name="Name13">
                    <dgm:if name="Name14" func="var" arg="dir" op="equ" val="norm">
                      <dgm:constrLst>
                        <dgm:constr type="w" for="ch" forName="ChildAccent" refType="h" fact="0.429"/>
                        <dgm:constr type="h" for="ch" forName="ChildAccent" refType="h" fact="0.429"/>
                        <dgm:constr type="l" for="ch" forName="ChildAccent" refType="w" fact="0"/>
                        <dgm:constr type="t" for="ch" forName="ChildAccent" refType="h" fact="0.2855"/>
                        <dgm:constr type="w" for="ch" forName="Child" refType="w" fact="0.93"/>
                        <dgm:constr type="h" for="ch" forName="Child" refType="h"/>
                        <dgm:constr type="l" for="ch" forName="Child" refType="w" fact="0.07"/>
                        <dgm:constr type="t" for="ch" forName="Child" refType="h" fact="0"/>
                      </dgm:constrLst>
                    </dgm:if>
                    <dgm:else name="Name15">
                      <dgm:constrLst>
                        <dgm:constr type="w" for="ch" forName="ChildAccent" refType="h" fact="0.429"/>
                        <dgm:constr type="h" for="ch" forName="ChildAccent" refType="h" fact="0.429"/>
                        <dgm:constr type="r" for="ch" forName="ChildAccent" refType="w"/>
                        <dgm:constr type="t" for="ch" forName="ChildAccent" refType="h" fact="0.2855"/>
                        <dgm:constr type="w" for="ch" forName="Child" refType="w" fact="0.93"/>
                        <dgm:constr type="h" for="ch" forName="Child" refType="h"/>
                        <dgm:constr type="r" for="ch" forName="Child" refType="w" fact="0.93"/>
                        <dgm:constr type="t" for="ch" forName="Child" refType="h" fact="0"/>
                      </dgm:constrLst>
                    </dgm:else>
                  </dgm:choose>
                  <dgm:ruleLst/>
                  <dgm:layoutNode name="ChildAccent" styleLbl="solidFgAcc1">
                    <dgm:alg type="sp"/>
                    <dgm:shape xmlns:r="http://schemas.openxmlformats.org/officeDocument/2006/relationships" type="rect" r:blip="">
                      <dgm:adjLst/>
                    </dgm:shape>
                    <dgm:presOf/>
                  </dgm:layoutNode>
                  <dgm:layoutNode name="Child" styleLbl="revTx">
                    <dgm:varLst>
                      <dgm:chMax val="0"/>
                      <dgm:chPref val="0"/>
                      <dgm:bulletEnabled val="1"/>
                    </dgm:varLst>
                    <dgm:choose name="Name16">
                      <dgm:if name="Name17" func="var" arg="dir" op="equ" val="norm">
                        <dgm:alg type="tx">
                          <dgm:param type="txAnchorVertCh" val="mid"/>
                          <dgm:param type="parTxLTRAlign" val="l"/>
                        </dgm:alg>
                      </dgm:if>
                      <dgm:else name="Name18">
                        <dgm:alg type="tx">
                          <dgm:param type="txAnchorVertCh" val="mid"/>
                          <dgm:param type="parTxLTRAlign" val="r"/>
                        </dgm:alg>
                      </dgm:else>
                    </dgm:choose>
                    <dgm:shape xmlns:r="http://schemas.openxmlformats.org/officeDocument/2006/relationships" type="rect" r:blip="">
                      <dgm:adjLst/>
                    </dgm:shape>
                    <dgm:presOf axis="desOrSelf" ptType="node node"/>
                    <dgm:ruleLst>
                      <dgm:rule type="primFontSz" val="5" fact="NaN" max="NaN"/>
                    </dgm:ruleLst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9AD03-0665-B3A5-793B-25B03B638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BCA014-F539-9C85-18D2-BEDCC3EB08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BE2EE8-A523-1598-8E81-296AF18A8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4479E-9AEC-489D-B1A0-B784A8B75723}" type="datetimeFigureOut">
              <a:rPr lang="en-US" smtClean="0"/>
              <a:t>2026-09-11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CADE2B-E0B9-C712-168A-1F2E0D148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BB0DE9-6B73-35D7-75F0-385118E37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7EB7B-AD82-44B6-B98D-8B88EBB0B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412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DC0C7-64D9-360C-6815-C6B6A3B63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9026B6-329D-AA40-6A27-26094C263F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6EBA70-1EFE-91BF-521D-CA67065EA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4479E-9AEC-489D-B1A0-B784A8B75723}" type="datetimeFigureOut">
              <a:rPr lang="en-US" smtClean="0"/>
              <a:t>2026-09-11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A1EDF2-82E1-7417-F518-04D247A70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FACDDE-EE55-6BF6-19AA-BC84AAB7B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7EB7B-AD82-44B6-B98D-8B88EBB0B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631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238E8-9608-D21E-F99E-D2CE9CD11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8D7A41-6646-7D3D-10C1-776457F804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587BE0-07D4-4C6A-742A-F2EC5E7A4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4479E-9AEC-489D-B1A0-B784A8B75723}" type="datetimeFigureOut">
              <a:rPr lang="en-US" smtClean="0"/>
              <a:t>2026-09-11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8E6C35-850F-CA74-6AD4-488BD89AF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1D8524-8943-A951-A286-EFB52DDD0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7EB7B-AD82-44B6-B98D-8B88EBB0B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358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0F846-E9D4-A516-B4EE-D2F841BDE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1E391F-5BAF-E3AA-97FB-3B3F3A1BED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17E112-AE87-ED4B-4239-80BA5F5134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5D8302-903E-9392-4B6F-EE8B26E5D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4479E-9AEC-489D-B1A0-B784A8B75723}" type="datetimeFigureOut">
              <a:rPr lang="en-US" smtClean="0"/>
              <a:t>2026-09-11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C82EA5-57B6-3A4C-5995-C79034924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F0A2D0-2EAD-EFF6-94F0-88CD06E94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7EB7B-AD82-44B6-B98D-8B88EBB0B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263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5A718-514D-9EC2-6D5C-CBC478B93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4634A2-2433-5897-CCC1-8337FD1CC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3E731F-FB57-FBDA-96A2-EF43ACD9B2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413812-A5ED-6255-1BDD-DDB03D8371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C7F37B-0078-05C6-4E3F-0F73A6896B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DEF7E6-65F2-522C-8976-90F39F0FA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4479E-9AEC-489D-B1A0-B784A8B75723}" type="datetimeFigureOut">
              <a:rPr lang="en-US" smtClean="0"/>
              <a:t>2026-09-11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43513F-A983-C03A-6984-62309ABD5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ED4E80-D500-3D17-BDE1-AFB1B5539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7EB7B-AD82-44B6-B98D-8B88EBB0B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06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B68D3-6F65-2929-4311-A30C6F81C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27AAB3-1F45-F303-0269-3401B23B4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4479E-9AEC-489D-B1A0-B784A8B75723}" type="datetimeFigureOut">
              <a:rPr lang="en-US" smtClean="0"/>
              <a:t>2026-09-11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33129F-5D8C-B0E8-0B47-5DBD835DF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783C06-0AD0-A626-8D93-8705AC08F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7EB7B-AD82-44B6-B98D-8B88EBB0B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766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597A7E-5F30-0673-03ED-75D57B63A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4479E-9AEC-489D-B1A0-B784A8B75723}" type="datetimeFigureOut">
              <a:rPr lang="en-US" smtClean="0"/>
              <a:t>2026-09-11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F3C677-D682-80C1-5CE1-E4B82A455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03AB00-A74C-83C0-B059-1438E2701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7EB7B-AD82-44B6-B98D-8B88EBB0B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475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18F1D-E967-FF48-05E7-B2B4ADD72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A9BB9D-EEF3-9CA0-41DD-225422808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3AFAE3-5474-14BF-4166-34F9417305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BAA9C7-5EFA-EFAB-7D61-E66AB8FE4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4479E-9AEC-489D-B1A0-B784A8B75723}" type="datetimeFigureOut">
              <a:rPr lang="en-US" smtClean="0"/>
              <a:t>2026-09-11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7F485C-31DF-426D-7F35-06615C653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A8E187-6419-E4F9-89E5-88E19D2CD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7EB7B-AD82-44B6-B98D-8B88EBB0B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938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CBFC2-54D8-5163-22C7-BD5C78618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DEBA45-299A-41E0-2299-5EF672585E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17E8EB-7464-BE53-F33D-06DD027318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D6C345-B22F-0985-DBC5-48853A4D7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4479E-9AEC-489D-B1A0-B784A8B75723}" type="datetimeFigureOut">
              <a:rPr lang="en-US" smtClean="0"/>
              <a:t>2026-09-11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7CCE85-E47A-E990-302D-74809292F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AC496E-18CC-7F59-19AC-112C16AA0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7EB7B-AD82-44B6-B98D-8B88EBB0B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582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4AFB7-35F0-1157-8AEA-0E5D8E23C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3576F2-94D7-6939-8B06-C7957D99BF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719A0C-F03E-2019-3728-152990AF5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4479E-9AEC-489D-B1A0-B784A8B75723}" type="datetimeFigureOut">
              <a:rPr lang="en-US" smtClean="0"/>
              <a:t>2026-09-11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566C57-E299-100E-8677-8A9A3C009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4989C5-876C-9B8D-F40C-5A2AC65A8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7EB7B-AD82-44B6-B98D-8B88EBB0B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174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EC5610-4013-B85E-0A50-C42C0723AB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FDAA02-8C11-4E86-210D-7390FBCA32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ED5614-6054-4998-9437-958D6B1CC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4479E-9AEC-489D-B1A0-B784A8B75723}" type="datetimeFigureOut">
              <a:rPr lang="en-US" smtClean="0"/>
              <a:t>2026-09-11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EB4CCC-C436-132B-8201-1B4EE9BE6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E2F8B5-5398-2A96-F66B-14D0E1EEC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7EB7B-AD82-44B6-B98D-8B88EBB0B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087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B21E27-A56D-2E44-28CC-97C26FBFD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C17E50-FE86-1FA1-A312-2293011403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77DC5-EB4E-C14F-5C01-5D273A54AF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74479E-9AEC-489D-B1A0-B784A8B75723}" type="datetimeFigureOut">
              <a:rPr lang="en-US" smtClean="0"/>
              <a:t>2026-09-11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42321D-908F-DF28-982D-DC0F0CE197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F95149-54D7-8DB4-D609-102995884E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A7EB7B-AD82-44B6-B98D-8B88EBB0B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70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97308FBA-EF68-6135-8693-2E3AC2AE88F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40109879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621372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2026-09-10T19:03:45Z</dcterms:created>
  <dcterms:modified xsi:type="dcterms:W3CDTF">2026-09-10T19:03:46Z</dcterms:modified>
</cp:coreProperties>
</file>