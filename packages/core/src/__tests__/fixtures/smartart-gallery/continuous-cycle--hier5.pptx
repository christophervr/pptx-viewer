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E02F55-6FA7-410C-924E-50D320B9324C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55BB7B-6317-4479-952E-7ADA6F38D74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13F6521-47DB-43F9-B7FE-2F2A2E172AB4}" type="parTrans" cxnId="{C95151CA-8E4C-43A4-89BA-9DF80D393CFE}">
      <dgm:prSet/>
      <dgm:spPr/>
    </dgm:pt>
    <dgm:pt modelId="{44B0972F-72AB-40AB-A0F8-B31040BE3149}" type="sibTrans" cxnId="{C95151CA-8E4C-43A4-89BA-9DF80D393CFE}">
      <dgm:prSet/>
      <dgm:spPr/>
    </dgm:pt>
    <dgm:pt modelId="{EF8B00BC-DBF2-41A4-9E6A-96926C2C824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8C7134E-76D0-4EB2-AD89-7C48089FAD26}" type="parTrans" cxnId="{B8C1602F-F862-43C4-8BAD-0579BDD75808}">
      <dgm:prSet/>
      <dgm:spPr/>
    </dgm:pt>
    <dgm:pt modelId="{688C09D8-A02B-47DE-87DB-DE5EE847B4F5}" type="sibTrans" cxnId="{B8C1602F-F862-43C4-8BAD-0579BDD75808}">
      <dgm:prSet/>
      <dgm:spPr/>
    </dgm:pt>
    <dgm:pt modelId="{5A6E4C89-3F3B-439E-A0A4-8D7AE26309F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86B9C00-ACA5-4C9F-B27B-08CA8BAE2424}" type="parTrans" cxnId="{ADCA7923-387E-4467-96B7-6AED7ED8092A}">
      <dgm:prSet/>
      <dgm:spPr/>
    </dgm:pt>
    <dgm:pt modelId="{C17D7F44-5988-4B7B-B22A-B0399FE0771B}" type="sibTrans" cxnId="{ADCA7923-387E-4467-96B7-6AED7ED8092A}">
      <dgm:prSet/>
      <dgm:spPr/>
    </dgm:pt>
    <dgm:pt modelId="{17ACDF36-4613-4987-83BA-30DED74649E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8F02F180-7657-4977-8598-CF981BF5B0AD}" type="parTrans" cxnId="{7E04A66D-5885-4063-8C6D-80999681C0A6}">
      <dgm:prSet/>
      <dgm:spPr/>
    </dgm:pt>
    <dgm:pt modelId="{AEFAACEA-E692-40D2-B14C-33585CD71B85}" type="sibTrans" cxnId="{7E04A66D-5885-4063-8C6D-80999681C0A6}">
      <dgm:prSet/>
      <dgm:spPr/>
    </dgm:pt>
    <dgm:pt modelId="{8F8B7B35-D2D3-4CC4-BAF4-FEB5C0DACA8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F56EFCE-17AF-43CC-AEF9-9E17A3104437}" type="parTrans" cxnId="{BCDD350F-F1D0-49B1-A2DF-100F80E2DA25}">
      <dgm:prSet/>
      <dgm:spPr/>
    </dgm:pt>
    <dgm:pt modelId="{88FB9AD1-B2E6-4C34-851E-434C654DAF46}" type="sibTrans" cxnId="{BCDD350F-F1D0-49B1-A2DF-100F80E2DA25}">
      <dgm:prSet/>
      <dgm:spPr/>
    </dgm:pt>
    <dgm:pt modelId="{55739BC9-A223-4EEA-B2CC-8F7DB9475192}" type="pres">
      <dgm:prSet presAssocID="{70E02F55-6FA7-410C-924E-50D320B9324C}" presName="Name0" presStyleCnt="0">
        <dgm:presLayoutVars>
          <dgm:dir/>
          <dgm:resizeHandles val="exact"/>
        </dgm:presLayoutVars>
      </dgm:prSet>
      <dgm:spPr/>
    </dgm:pt>
    <dgm:pt modelId="{56EF8FAB-2F38-4447-8A9A-38BAF11E0703}" type="pres">
      <dgm:prSet presAssocID="{70E02F55-6FA7-410C-924E-50D320B9324C}" presName="cycle" presStyleCnt="0"/>
      <dgm:spPr/>
    </dgm:pt>
    <dgm:pt modelId="{9B84DB7B-8DE4-4602-9CD5-41A822007F9C}" type="pres">
      <dgm:prSet presAssocID="{3755BB7B-6317-4479-952E-7ADA6F38D746}" presName="nodeFirstNode" presStyleLbl="node1" presStyleIdx="0" presStyleCnt="3">
        <dgm:presLayoutVars>
          <dgm:bulletEnabled val="1"/>
        </dgm:presLayoutVars>
      </dgm:prSet>
      <dgm:spPr/>
    </dgm:pt>
    <dgm:pt modelId="{1FB744F2-38F0-4252-A15B-CE6FE79D0FFC}" type="pres">
      <dgm:prSet presAssocID="{44B0972F-72AB-40AB-A0F8-B31040BE3149}" presName="sibTransFirstNode" presStyleLbl="bgShp" presStyleIdx="0" presStyleCnt="1"/>
      <dgm:spPr/>
    </dgm:pt>
    <dgm:pt modelId="{14828A79-E5B4-4D9A-B1EF-F583F59D3F5E}" type="pres">
      <dgm:prSet presAssocID="{5A6E4C89-3F3B-439E-A0A4-8D7AE26309F5}" presName="nodeFollowingNodes" presStyleLbl="node1" presStyleIdx="1" presStyleCnt="3">
        <dgm:presLayoutVars>
          <dgm:bulletEnabled val="1"/>
        </dgm:presLayoutVars>
      </dgm:prSet>
      <dgm:spPr/>
    </dgm:pt>
    <dgm:pt modelId="{AD7AEEF6-6210-4FEF-98D6-7A967894926F}" type="pres">
      <dgm:prSet presAssocID="{17ACDF36-4613-4987-83BA-30DED74649E3}" presName="nodeFollowingNodes" presStyleLbl="node1" presStyleIdx="2" presStyleCnt="3">
        <dgm:presLayoutVars>
          <dgm:bulletEnabled val="1"/>
        </dgm:presLayoutVars>
      </dgm:prSet>
      <dgm:spPr/>
    </dgm:pt>
  </dgm:ptLst>
  <dgm:cxnLst>
    <dgm:cxn modelId="{D76C5105-B57F-4F66-97CF-C6FE4D90BC94}" type="presOf" srcId="{44B0972F-72AB-40AB-A0F8-B31040BE3149}" destId="{1FB744F2-38F0-4252-A15B-CE6FE79D0FFC}" srcOrd="0" destOrd="0" presId="urn:microsoft.com/office/officeart/2005/8/layout/cycle3"/>
    <dgm:cxn modelId="{BCDD350F-F1D0-49B1-A2DF-100F80E2DA25}" srcId="{17ACDF36-4613-4987-83BA-30DED74649E3}" destId="{8F8B7B35-D2D3-4CC4-BAF4-FEB5C0DACA8F}" srcOrd="0" destOrd="0" parTransId="{8F56EFCE-17AF-43CC-AEF9-9E17A3104437}" sibTransId="{88FB9AD1-B2E6-4C34-851E-434C654DAF46}"/>
    <dgm:cxn modelId="{38F03C18-4624-40B8-BC86-ECDED111737B}" type="presOf" srcId="{3755BB7B-6317-4479-952E-7ADA6F38D746}" destId="{9B84DB7B-8DE4-4602-9CD5-41A822007F9C}" srcOrd="0" destOrd="0" presId="urn:microsoft.com/office/officeart/2005/8/layout/cycle3"/>
    <dgm:cxn modelId="{6EB4931D-2AA8-4EF3-A4E7-502AF6FBC2A3}" type="presOf" srcId="{8F8B7B35-D2D3-4CC4-BAF4-FEB5C0DACA8F}" destId="{AD7AEEF6-6210-4FEF-98D6-7A967894926F}" srcOrd="0" destOrd="1" presId="urn:microsoft.com/office/officeart/2005/8/layout/cycle3"/>
    <dgm:cxn modelId="{ADCA7923-387E-4467-96B7-6AED7ED8092A}" srcId="{70E02F55-6FA7-410C-924E-50D320B9324C}" destId="{5A6E4C89-3F3B-439E-A0A4-8D7AE26309F5}" srcOrd="1" destOrd="0" parTransId="{E86B9C00-ACA5-4C9F-B27B-08CA8BAE2424}" sibTransId="{C17D7F44-5988-4B7B-B22A-B0399FE0771B}"/>
    <dgm:cxn modelId="{B8C1602F-F862-43C4-8BAD-0579BDD75808}" srcId="{3755BB7B-6317-4479-952E-7ADA6F38D746}" destId="{EF8B00BC-DBF2-41A4-9E6A-96926C2C824D}" srcOrd="0" destOrd="0" parTransId="{D8C7134E-76D0-4EB2-AD89-7C48089FAD26}" sibTransId="{688C09D8-A02B-47DE-87DB-DE5EE847B4F5}"/>
    <dgm:cxn modelId="{41022946-AFA0-4E7B-B6C1-17EF38E60EA3}" type="presOf" srcId="{EF8B00BC-DBF2-41A4-9E6A-96926C2C824D}" destId="{9B84DB7B-8DE4-4602-9CD5-41A822007F9C}" srcOrd="0" destOrd="1" presId="urn:microsoft.com/office/officeart/2005/8/layout/cycle3"/>
    <dgm:cxn modelId="{7E04A66D-5885-4063-8C6D-80999681C0A6}" srcId="{70E02F55-6FA7-410C-924E-50D320B9324C}" destId="{17ACDF36-4613-4987-83BA-30DED74649E3}" srcOrd="2" destOrd="0" parTransId="{8F02F180-7657-4977-8598-CF981BF5B0AD}" sibTransId="{AEFAACEA-E692-40D2-B14C-33585CD71B85}"/>
    <dgm:cxn modelId="{0DFE6E59-95CA-4686-9011-09F73FC0A07A}" type="presOf" srcId="{17ACDF36-4613-4987-83BA-30DED74649E3}" destId="{AD7AEEF6-6210-4FEF-98D6-7A967894926F}" srcOrd="0" destOrd="0" presId="urn:microsoft.com/office/officeart/2005/8/layout/cycle3"/>
    <dgm:cxn modelId="{11BCD8B9-C886-4558-9C69-0A3B1F881394}" type="presOf" srcId="{70E02F55-6FA7-410C-924E-50D320B9324C}" destId="{55739BC9-A223-4EEA-B2CC-8F7DB9475192}" srcOrd="0" destOrd="0" presId="urn:microsoft.com/office/officeart/2005/8/layout/cycle3"/>
    <dgm:cxn modelId="{534F14C6-9661-47A6-A7C3-9C8BA308117E}" type="presOf" srcId="{5A6E4C89-3F3B-439E-A0A4-8D7AE26309F5}" destId="{14828A79-E5B4-4D9A-B1EF-F583F59D3F5E}" srcOrd="0" destOrd="0" presId="urn:microsoft.com/office/officeart/2005/8/layout/cycle3"/>
    <dgm:cxn modelId="{C95151CA-8E4C-43A4-89BA-9DF80D393CFE}" srcId="{70E02F55-6FA7-410C-924E-50D320B9324C}" destId="{3755BB7B-6317-4479-952E-7ADA6F38D746}" srcOrd="0" destOrd="0" parTransId="{313F6521-47DB-43F9-B7FE-2F2A2E172AB4}" sibTransId="{44B0972F-72AB-40AB-A0F8-B31040BE3149}"/>
    <dgm:cxn modelId="{196FB712-A48E-49C7-9CD6-858F2F44BEE9}" type="presParOf" srcId="{55739BC9-A223-4EEA-B2CC-8F7DB9475192}" destId="{56EF8FAB-2F38-4447-8A9A-38BAF11E0703}" srcOrd="0" destOrd="0" presId="urn:microsoft.com/office/officeart/2005/8/layout/cycle3"/>
    <dgm:cxn modelId="{6880AF28-8BB4-45E5-8290-CCC821861A71}" type="presParOf" srcId="{56EF8FAB-2F38-4447-8A9A-38BAF11E0703}" destId="{9B84DB7B-8DE4-4602-9CD5-41A822007F9C}" srcOrd="0" destOrd="0" presId="urn:microsoft.com/office/officeart/2005/8/layout/cycle3"/>
    <dgm:cxn modelId="{E81A98B2-513C-4BCB-91DC-B21100D6F5B6}" type="presParOf" srcId="{56EF8FAB-2F38-4447-8A9A-38BAF11E0703}" destId="{1FB744F2-38F0-4252-A15B-CE6FE79D0FFC}" srcOrd="1" destOrd="0" presId="urn:microsoft.com/office/officeart/2005/8/layout/cycle3"/>
    <dgm:cxn modelId="{1FEBF55C-530B-4E7F-88AA-246AC060B74F}" type="presParOf" srcId="{56EF8FAB-2F38-4447-8A9A-38BAF11E0703}" destId="{14828A79-E5B4-4D9A-B1EF-F583F59D3F5E}" srcOrd="2" destOrd="0" presId="urn:microsoft.com/office/officeart/2005/8/layout/cycle3"/>
    <dgm:cxn modelId="{29B0AB62-D5CD-4032-8E11-A67EEAB11033}" type="presParOf" srcId="{56EF8FAB-2F38-4447-8A9A-38BAF11E0703}" destId="{AD7AEEF6-6210-4FEF-98D6-7A967894926F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744F2-38F0-4252-A15B-CE6FE79D0FFC}">
      <dsp:nvSpPr>
        <dsp:cNvPr id="0" name=""/>
        <dsp:cNvSpPr/>
      </dsp:nvSpPr>
      <dsp:spPr>
        <a:xfrm>
          <a:off x="1617943" y="-297675"/>
          <a:ext cx="5019112" cy="5019112"/>
        </a:xfrm>
        <a:prstGeom prst="circularArrow">
          <a:avLst>
            <a:gd name="adj1" fmla="val 5689"/>
            <a:gd name="adj2" fmla="val 340510"/>
            <a:gd name="adj3" fmla="val 12372469"/>
            <a:gd name="adj4" fmla="val 18305103"/>
            <a:gd name="adj5" fmla="val 5908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84DB7B-8DE4-4602-9CD5-41A822007F9C}">
      <dsp:nvSpPr>
        <dsp:cNvPr id="0" name=""/>
        <dsp:cNvSpPr/>
      </dsp:nvSpPr>
      <dsp:spPr>
        <a:xfrm>
          <a:off x="2343887" y="782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One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Two has a longer label</a:t>
          </a:r>
        </a:p>
      </dsp:txBody>
      <dsp:txXfrm>
        <a:off x="2430956" y="87851"/>
        <a:ext cx="3393086" cy="1609474"/>
      </dsp:txXfrm>
    </dsp:sp>
    <dsp:sp modelId="{14828A79-E5B4-4D9A-B1EF-F583F59D3F5E}">
      <dsp:nvSpPr>
        <dsp:cNvPr id="0" name=""/>
        <dsp:cNvSpPr/>
      </dsp:nvSpPr>
      <dsp:spPr>
        <a:xfrm>
          <a:off x="4246154" y="3295605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Three</a:t>
          </a:r>
        </a:p>
      </dsp:txBody>
      <dsp:txXfrm>
        <a:off x="4333223" y="3382674"/>
        <a:ext cx="3393086" cy="1609474"/>
      </dsp:txXfrm>
    </dsp:sp>
    <dsp:sp modelId="{AD7AEEF6-6210-4FEF-98D6-7A967894926F}">
      <dsp:nvSpPr>
        <dsp:cNvPr id="0" name=""/>
        <dsp:cNvSpPr/>
      </dsp:nvSpPr>
      <dsp:spPr>
        <a:xfrm>
          <a:off x="441621" y="3295605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Four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Five</a:t>
          </a:r>
        </a:p>
      </dsp:txBody>
      <dsp:txXfrm>
        <a:off x="528690" y="3382674"/>
        <a:ext cx="3393086" cy="1609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E414-4609-54BB-A26F-94F96149B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805F4-8224-C033-808C-2C10B9EAC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67439-C300-27D0-DCC1-3D29712F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6F05-75CD-385E-85B8-327BABEB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DD966-A7CA-B707-EC7D-19BEE999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49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0BE6-94CA-E984-831A-DBBD8660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31592-973B-8E9D-9770-89CDAA3C7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E3D69-A9A5-EF0F-B345-98204AC20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09A98-1D31-5CF1-CBF5-31095EA78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CB2D8-CFE0-835F-5896-527417F1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2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8DC1-B91D-A3E7-F224-C2981163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16FE7-2483-A2C7-5261-0E8C4E812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41F84-4D4E-F752-6061-71FE690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55141-C760-8598-E491-7B2111EF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B7F0D-9CAB-F5E5-052E-25D6A431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1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5925-ADA6-EBEC-4A55-54BA0E91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8842F-06BB-5317-A6E7-9EBDC703B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B66CF-2278-A844-8AAA-3A7809A75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D0A0D-954B-8B88-A2C1-5E7EAA7B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73C3B-9B27-6E99-24DB-9BC2A38B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5BD15-9835-9261-5830-1B9067ABD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16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1C9B-0A65-042A-4332-48FF1AC8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0474E-C341-3236-CD60-1713ECB6C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F5647-CE4F-684A-4C70-196DE6ED5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C34CB-B93F-E1C2-01A3-28E895579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E1718-86B7-544F-E13E-78EAE6691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AD640-0AEA-9A3F-81DC-40B1BB45E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ED247-7070-C532-C53D-A3CE152F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DCD3D-4A45-9318-047A-2ABC73E2D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1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EF5D-D588-B6DA-B8F8-C3153ED8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F5D2E-D7F8-8124-AFA9-CAF5FF4A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79C07-107F-9D7F-0BD6-98C71A690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2C1C5-353C-D778-BF8D-94689B66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0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7CC34-1A96-7727-4C6B-1FC2948F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78DEB-9CAA-7F35-9F71-CC7D8A9B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AA99D-7589-A2F2-55C0-A363F220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F624B-8FD6-5118-D824-52DA9BC7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8C53-B070-D161-840E-598038589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F925F-0726-FA70-E66F-6E6CF0D90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D69F7-FD1E-11E0-54F7-2B9F891B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B0EE5-A15B-C584-F2E8-D3B00340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62106-D6D2-4963-7DF0-645D7C52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4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4D61-EB7B-DF94-F6C9-095AE1F79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6B9C3-374D-6706-B987-758DA9716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22FCE-5EC6-5CD0-0562-D228E657B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25139-1E0E-795A-F8EE-732EC31C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1484E-7175-0741-1DC6-A51EF9FC1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3E62A-06E4-5D01-F906-9C95460E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8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B7B0-DFEB-4D35-57E3-93F76117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C67E7-67C6-AF01-FA8A-1C376DEB1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2892E-81EB-5507-9A2E-0AC678B3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93489-A410-96B0-8741-1133787D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101D3-9854-F5A5-F7D4-FD119CBC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3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69F7F-8590-1B13-E2BD-5F93298E8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85775-4F8E-8665-505C-32A2E6BB5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2B082-B98B-47A5-4D6B-64469D15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170D6-AF73-BA46-C75E-66FEBE30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242AC-83E6-FEA0-7A84-12B8CCF1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3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B4146-3F79-59FA-2F59-4A893B9A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88CA-6AE9-1281-AEF0-504936054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B5343-A7E3-1C86-357F-6ADCF51B3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CC6F4-4832-4712-91D7-516420498D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A0032-BE88-DE5F-121F-96E886DFD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A352D-270D-CE59-3E38-0990DF1FE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B3834-E0DC-44ED-9AB2-F8C952E7B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3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721963E-4291-A724-727C-D87966698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76525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657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2026-09-06T08:14:08Z</dcterms:created>
  <dcterms:modified xsi:type="dcterms:W3CDTF">2026-09-06T08:14:08Z</dcterms:modified>
</cp:coreProperties>
</file>