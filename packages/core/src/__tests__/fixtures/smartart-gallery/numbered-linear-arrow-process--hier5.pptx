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EE8F3-5177-4BDB-B2A8-E99E287E383B}" type="doc">
      <dgm:prSet loTypeId="urn:microsoft.com/office/officeart/2024/layout/NumberedLinear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3BA6FF-E9E2-4DCE-A375-4DC9BC7DCE1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DBB0626-F767-475B-BF76-D84114F0A3AC}" type="parTrans" cxnId="{7D7FDDBB-7986-45F2-A68A-0653F17A1003}">
      <dgm:prSet/>
      <dgm:spPr/>
    </dgm:pt>
    <dgm:pt modelId="{29F0E67B-AB3A-4E8C-8C86-2C3C63D5E5D2}" type="sibTrans" cxnId="{7D7FDDBB-7986-45F2-A68A-0653F17A100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FD6182A-8CDE-4458-9896-FD9B4240994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4F4AD3C-7A36-49F3-932D-BF4B41B9DC97}" type="parTrans" cxnId="{FDBA6653-DF26-48CC-B9E6-9CC4ABFAD2C3}">
      <dgm:prSet/>
      <dgm:spPr/>
    </dgm:pt>
    <dgm:pt modelId="{1743F1FB-79E9-4388-81CE-35AC3EE0A7B2}" type="sibTrans" cxnId="{FDBA6653-DF26-48CC-B9E6-9CC4ABFAD2C3}">
      <dgm:prSet phldrT="2" phldr="0"/>
      <dgm:spPr/>
    </dgm:pt>
    <dgm:pt modelId="{E3DB5124-F351-48B5-A1EE-DAF5DBBFED2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D9C2EC9-4CCB-4C40-AF56-B50BFCA93CBB}" type="parTrans" cxnId="{D82E18E4-56EF-41B3-9F96-A9E2210A77A7}">
      <dgm:prSet/>
      <dgm:spPr/>
    </dgm:pt>
    <dgm:pt modelId="{862BB911-4C7E-4B92-9488-466B6B2C7C2A}" type="sibTrans" cxnId="{D82E18E4-56EF-41B3-9F96-A9E2210A77A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CD2B2D0-BD10-4E43-9FFD-D2F4A47E6B0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3D15F75-37FE-47D5-9C72-ABE12AE7B652}" type="parTrans" cxnId="{FF2A5626-8B68-49BF-8A4E-0F939BD427A1}">
      <dgm:prSet/>
      <dgm:spPr/>
    </dgm:pt>
    <dgm:pt modelId="{87FA890A-CE66-4CFD-B694-7E4AE3979955}" type="sibTrans" cxnId="{FF2A5626-8B68-49BF-8A4E-0F939BD427A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A513519-BC73-4E7D-A39B-C55696BFEB5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1B8CE1D-553B-4025-9640-29E24EB3FA98}" type="parTrans" cxnId="{F874449A-553B-4652-BFA3-8064602AE6ED}">
      <dgm:prSet/>
      <dgm:spPr/>
    </dgm:pt>
    <dgm:pt modelId="{434D6C9C-34D8-4CA4-BB03-E1CD6EDA93E2}" type="sibTrans" cxnId="{F874449A-553B-4652-BFA3-8064602AE6ED}">
      <dgm:prSet phldrT="4" phldr="0"/>
      <dgm:spPr/>
    </dgm:pt>
    <dgm:pt modelId="{9D8EBCA3-DF96-4569-A8FE-D96206F058E3}" type="pres">
      <dgm:prSet presAssocID="{5C6EE8F3-5177-4BDB-B2A8-E99E287E383B}" presName="linearFlow" presStyleCnt="0">
        <dgm:presLayoutVars>
          <dgm:dir/>
          <dgm:animLvl val="lvl"/>
          <dgm:resizeHandles val="exact"/>
        </dgm:presLayoutVars>
      </dgm:prSet>
      <dgm:spPr/>
    </dgm:pt>
    <dgm:pt modelId="{5ED5872A-6AA9-41A6-A629-53BA84029174}" type="pres">
      <dgm:prSet presAssocID="{B63BA6FF-E9E2-4DCE-A375-4DC9BC7DCE18}" presName="compositeNode" presStyleCnt="0"/>
      <dgm:spPr/>
    </dgm:pt>
    <dgm:pt modelId="{E6FDF3A5-8002-43AE-998A-8B490F6F274A}" type="pres">
      <dgm:prSet presAssocID="{B63BA6FF-E9E2-4DCE-A375-4DC9BC7DCE1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3EFB265-56E6-45DB-A925-1C23E9A61F64}" type="pres">
      <dgm:prSet presAssocID="{B63BA6FF-E9E2-4DCE-A375-4DC9BC7DCE18}" presName="parSh" presStyleCnt="0"/>
      <dgm:spPr/>
    </dgm:pt>
    <dgm:pt modelId="{BBFC4F84-6224-4A19-9450-12E7B8126875}" type="pres">
      <dgm:prSet presAssocID="{B63BA6FF-E9E2-4DCE-A375-4DC9BC7DCE18}" presName="lineNode" presStyleLbl="alignNode1" presStyleIdx="0" presStyleCnt="9"/>
      <dgm:spPr/>
    </dgm:pt>
    <dgm:pt modelId="{0E3B00FC-1E9D-4FF9-AA18-6E280CDEAC9E}" type="pres">
      <dgm:prSet presAssocID="{B63BA6FF-E9E2-4DCE-A375-4DC9BC7DCE18}" presName="lineArrowNode" presStyleLbl="alignNode1" presStyleIdx="1" presStyleCnt="9"/>
      <dgm:spPr/>
    </dgm:pt>
    <dgm:pt modelId="{E934F082-00D0-4207-9170-A3D0AC2CF244}" type="pres">
      <dgm:prSet presAssocID="{29F0E67B-AB3A-4E8C-8C86-2C3C63D5E5D2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7C5F9CFE-71C5-401E-9B8A-749D759AB7B0}" type="pres">
      <dgm:prSet presAssocID="{29F0E67B-AB3A-4E8C-8C86-2C3C63D5E5D2}" presName="spacerBetweenCircleAndCallout" presStyleCnt="0">
        <dgm:presLayoutVars/>
      </dgm:prSet>
      <dgm:spPr/>
    </dgm:pt>
    <dgm:pt modelId="{B01548BD-B709-4C3A-A1F9-A2FC36723B2B}" type="pres">
      <dgm:prSet presAssocID="{29F0E67B-AB3A-4E8C-8C86-2C3C63D5E5D2}" presName="verticalConnector" presStyleLbl="alignAccFollowNode1" presStyleIdx="0" presStyleCnt="3"/>
      <dgm:spPr/>
    </dgm:pt>
    <dgm:pt modelId="{035DF823-69A3-4CA1-BDA9-AD2AB873E56C}" type="pres">
      <dgm:prSet presAssocID="{B63BA6FF-E9E2-4DCE-A375-4DC9BC7DCE18}" presName="nodeText" presStyleLbl="fgAcc1" presStyleIdx="0" presStyleCnt="3">
        <dgm:presLayoutVars>
          <dgm:bulletEnabled val="1"/>
        </dgm:presLayoutVars>
      </dgm:prSet>
      <dgm:spPr/>
    </dgm:pt>
    <dgm:pt modelId="{4D769562-483D-43AE-ABB2-479D91D061E9}" type="pres">
      <dgm:prSet presAssocID="{29F0E67B-AB3A-4E8C-8C86-2C3C63D5E5D2}" presName="sibTransComposite" presStyleCnt="0"/>
      <dgm:spPr/>
    </dgm:pt>
    <dgm:pt modelId="{C1F80BD6-BCCB-41B9-95CD-746D98E6824E}" type="pres">
      <dgm:prSet presAssocID="{E3DB5124-F351-48B5-A1EE-DAF5DBBFED27}" presName="compositeNode" presStyleCnt="0"/>
      <dgm:spPr/>
    </dgm:pt>
    <dgm:pt modelId="{5C322317-9786-4988-9A1C-468132D6F485}" type="pres">
      <dgm:prSet presAssocID="{E3DB5124-F351-48B5-A1EE-DAF5DBBFED2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5C7F124-6C4F-49EE-9D7B-B985D4EF28CE}" type="pres">
      <dgm:prSet presAssocID="{E3DB5124-F351-48B5-A1EE-DAF5DBBFED27}" presName="parSh" presStyleCnt="0"/>
      <dgm:spPr/>
    </dgm:pt>
    <dgm:pt modelId="{BD8A2BE0-AF01-4135-A761-427CC1732FE6}" type="pres">
      <dgm:prSet presAssocID="{E3DB5124-F351-48B5-A1EE-DAF5DBBFED27}" presName="lineNode" presStyleLbl="alignNode1" presStyleIdx="3" presStyleCnt="9"/>
      <dgm:spPr/>
    </dgm:pt>
    <dgm:pt modelId="{4BA20C84-8BE9-49E8-9681-439E2F5AF144}" type="pres">
      <dgm:prSet presAssocID="{E3DB5124-F351-48B5-A1EE-DAF5DBBFED27}" presName="lineArrowNode" presStyleLbl="alignNode1" presStyleIdx="4" presStyleCnt="9"/>
      <dgm:spPr/>
    </dgm:pt>
    <dgm:pt modelId="{FEF2B4B7-4C84-4C74-9A90-2B1647678DE3}" type="pres">
      <dgm:prSet presAssocID="{862BB911-4C7E-4B92-9488-466B6B2C7C2A}" presName="sibTransNodeCircle" presStyleLbl="alignNode1" presStyleIdx="5" presStyleCnt="9">
        <dgm:presLayoutVars>
          <dgm:chMax val="0"/>
          <dgm:bulletEnabled/>
        </dgm:presLayoutVars>
      </dgm:prSet>
      <dgm:spPr/>
    </dgm:pt>
    <dgm:pt modelId="{BB85F5DB-8C65-41D3-914B-98D4C661F4AC}" type="pres">
      <dgm:prSet presAssocID="{862BB911-4C7E-4B92-9488-466B6B2C7C2A}" presName="spacerBetweenCircleAndCallout" presStyleCnt="0">
        <dgm:presLayoutVars/>
      </dgm:prSet>
      <dgm:spPr/>
    </dgm:pt>
    <dgm:pt modelId="{AD829222-733C-4006-99FF-54EF75FBFED9}" type="pres">
      <dgm:prSet presAssocID="{862BB911-4C7E-4B92-9488-466B6B2C7C2A}" presName="verticalConnector" presStyleLbl="alignAccFollowNode1" presStyleIdx="1" presStyleCnt="3"/>
      <dgm:spPr/>
    </dgm:pt>
    <dgm:pt modelId="{C63486F4-7DB2-49FA-A074-C413177BD552}" type="pres">
      <dgm:prSet presAssocID="{E3DB5124-F351-48B5-A1EE-DAF5DBBFED27}" presName="nodeText" presStyleLbl="fgAcc1" presStyleIdx="1" presStyleCnt="3">
        <dgm:presLayoutVars>
          <dgm:bulletEnabled val="1"/>
        </dgm:presLayoutVars>
      </dgm:prSet>
      <dgm:spPr/>
    </dgm:pt>
    <dgm:pt modelId="{27984C6B-48C4-4C45-94F9-1F8BB86155C7}" type="pres">
      <dgm:prSet presAssocID="{862BB911-4C7E-4B92-9488-466B6B2C7C2A}" presName="sibTransComposite" presStyleCnt="0"/>
      <dgm:spPr/>
    </dgm:pt>
    <dgm:pt modelId="{1CCBE775-CB77-461E-9D26-22F718C5CFFB}" type="pres">
      <dgm:prSet presAssocID="{FCD2B2D0-BD10-4E43-9FFD-D2F4A47E6B0C}" presName="compositeNode" presStyleCnt="0"/>
      <dgm:spPr/>
    </dgm:pt>
    <dgm:pt modelId="{AED0AC66-7867-4FA8-9F04-02F4E433FF20}" type="pres">
      <dgm:prSet presAssocID="{FCD2B2D0-BD10-4E43-9FFD-D2F4A47E6B0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9470A29-D352-40C6-9482-86C3A9B4D9A5}" type="pres">
      <dgm:prSet presAssocID="{FCD2B2D0-BD10-4E43-9FFD-D2F4A47E6B0C}" presName="parSh" presStyleCnt="0"/>
      <dgm:spPr/>
    </dgm:pt>
    <dgm:pt modelId="{72F636C6-E410-4147-8223-CB568EF6CE11}" type="pres">
      <dgm:prSet presAssocID="{FCD2B2D0-BD10-4E43-9FFD-D2F4A47E6B0C}" presName="lineNode" presStyleLbl="alignNode1" presStyleIdx="6" presStyleCnt="9"/>
      <dgm:spPr/>
    </dgm:pt>
    <dgm:pt modelId="{42883DA7-C450-4BFF-B3AB-FC164A21D77C}" type="pres">
      <dgm:prSet presAssocID="{FCD2B2D0-BD10-4E43-9FFD-D2F4A47E6B0C}" presName="lineArrowNode" presStyleLbl="alignNode1" presStyleIdx="7" presStyleCnt="9"/>
      <dgm:spPr/>
    </dgm:pt>
    <dgm:pt modelId="{39168B19-7C99-4FC6-B4D4-6A83F0F1D0C1}" type="pres">
      <dgm:prSet presAssocID="{87FA890A-CE66-4CFD-B694-7E4AE3979955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2AF00376-A314-4B2C-85D9-5F891F29A7E1}" type="pres">
      <dgm:prSet presAssocID="{87FA890A-CE66-4CFD-B694-7E4AE3979955}" presName="spacerBetweenCircleAndCallout" presStyleCnt="0">
        <dgm:presLayoutVars/>
      </dgm:prSet>
      <dgm:spPr/>
    </dgm:pt>
    <dgm:pt modelId="{7BF2A384-32FD-411E-9BBA-5D70A792D82B}" type="pres">
      <dgm:prSet presAssocID="{87FA890A-CE66-4CFD-B694-7E4AE3979955}" presName="verticalConnector" presStyleLbl="alignAccFollowNode1" presStyleIdx="2" presStyleCnt="3"/>
      <dgm:spPr/>
    </dgm:pt>
    <dgm:pt modelId="{A4DB9996-7B33-4820-AB88-E0A93E88AE39}" type="pres">
      <dgm:prSet presAssocID="{FCD2B2D0-BD10-4E43-9FFD-D2F4A47E6B0C}" presName="nodeText" presStyleLbl="fgAcc1" presStyleIdx="2" presStyleCnt="3">
        <dgm:presLayoutVars>
          <dgm:bulletEnabled val="1"/>
        </dgm:presLayoutVars>
      </dgm:prSet>
      <dgm:spPr/>
    </dgm:pt>
  </dgm:ptLst>
  <dgm:cxnLst>
    <dgm:cxn modelId="{DB404E14-6028-4124-9A86-700058EE1714}" type="presOf" srcId="{FCD2B2D0-BD10-4E43-9FFD-D2F4A47E6B0C}" destId="{A4DB9996-7B33-4820-AB88-E0A93E88AE39}" srcOrd="1" destOrd="0" presId="urn:microsoft.com/office/officeart/2024/layout/NumberedLinearArrowProcess"/>
    <dgm:cxn modelId="{FF2A5626-8B68-49BF-8A4E-0F939BD427A1}" srcId="{5C6EE8F3-5177-4BDB-B2A8-E99E287E383B}" destId="{FCD2B2D0-BD10-4E43-9FFD-D2F4A47E6B0C}" srcOrd="2" destOrd="0" parTransId="{23D15F75-37FE-47D5-9C72-ABE12AE7B652}" sibTransId="{87FA890A-CE66-4CFD-B694-7E4AE3979955}"/>
    <dgm:cxn modelId="{281C3950-DF43-40C1-9217-99AB18FF7350}" type="presOf" srcId="{862BB911-4C7E-4B92-9488-466B6B2C7C2A}" destId="{FEF2B4B7-4C84-4C74-9A90-2B1647678DE3}" srcOrd="0" destOrd="0" presId="urn:microsoft.com/office/officeart/2024/layout/NumberedLinearArrowProcess"/>
    <dgm:cxn modelId="{A454C371-3CC0-4874-902B-BC0ADA813E0E}" type="presOf" srcId="{0FD6182A-8CDE-4458-9896-FD9B42409945}" destId="{035DF823-69A3-4CA1-BDA9-AD2AB873E56C}" srcOrd="0" destOrd="1" presId="urn:microsoft.com/office/officeart/2024/layout/NumberedLinearArrowProcess"/>
    <dgm:cxn modelId="{FDBA6653-DF26-48CC-B9E6-9CC4ABFAD2C3}" srcId="{B63BA6FF-E9E2-4DCE-A375-4DC9BC7DCE18}" destId="{0FD6182A-8CDE-4458-9896-FD9B42409945}" srcOrd="0" destOrd="0" parTransId="{34F4AD3C-7A36-49F3-932D-BF4B41B9DC97}" sibTransId="{1743F1FB-79E9-4388-81CE-35AC3EE0A7B2}"/>
    <dgm:cxn modelId="{E76FDE7C-5943-468D-9B1B-E03E0F26D6C4}" type="presOf" srcId="{29F0E67B-AB3A-4E8C-8C86-2C3C63D5E5D2}" destId="{E934F082-00D0-4207-9170-A3D0AC2CF244}" srcOrd="0" destOrd="0" presId="urn:microsoft.com/office/officeart/2024/layout/NumberedLinearArrowProcess"/>
    <dgm:cxn modelId="{13AFD77E-09A3-4677-80A1-1A92005723D6}" type="presOf" srcId="{5A513519-BC73-4E7D-A39B-C55696BFEB59}" destId="{A4DB9996-7B33-4820-AB88-E0A93E88AE39}" srcOrd="0" destOrd="1" presId="urn:microsoft.com/office/officeart/2024/layout/NumberedLinearArrowProcess"/>
    <dgm:cxn modelId="{E458B18B-9744-4679-AD38-8DFCAB16BDF4}" type="presOf" srcId="{B63BA6FF-E9E2-4DCE-A375-4DC9BC7DCE18}" destId="{0E3B00FC-1E9D-4FF9-AA18-6E280CDEAC9E}" srcOrd="0" destOrd="0" presId="urn:microsoft.com/office/officeart/2024/layout/NumberedLinearArrowProcess"/>
    <dgm:cxn modelId="{F874449A-553B-4652-BFA3-8064602AE6ED}" srcId="{FCD2B2D0-BD10-4E43-9FFD-D2F4A47E6B0C}" destId="{5A513519-BC73-4E7D-A39B-C55696BFEB59}" srcOrd="0" destOrd="0" parTransId="{21B8CE1D-553B-4025-9640-29E24EB3FA98}" sibTransId="{434D6C9C-34D8-4CA4-BB03-E1CD6EDA93E2}"/>
    <dgm:cxn modelId="{8C76E4AA-ED32-49F2-B4D7-A053D2787C06}" type="presOf" srcId="{87FA890A-CE66-4CFD-B694-7E4AE3979955}" destId="{39168B19-7C99-4FC6-B4D4-6A83F0F1D0C1}" srcOrd="0" destOrd="0" presId="urn:microsoft.com/office/officeart/2024/layout/NumberedLinearArrowProcess"/>
    <dgm:cxn modelId="{7D7FDDBB-7986-45F2-A68A-0653F17A1003}" srcId="{5C6EE8F3-5177-4BDB-B2A8-E99E287E383B}" destId="{B63BA6FF-E9E2-4DCE-A375-4DC9BC7DCE18}" srcOrd="0" destOrd="0" parTransId="{BDBB0626-F767-475B-BF76-D84114F0A3AC}" sibTransId="{29F0E67B-AB3A-4E8C-8C86-2C3C63D5E5D2}"/>
    <dgm:cxn modelId="{03C219CF-E0BF-41F1-97D5-719AB116D701}" type="presOf" srcId="{5C6EE8F3-5177-4BDB-B2A8-E99E287E383B}" destId="{9D8EBCA3-DF96-4569-A8FE-D96206F058E3}" srcOrd="0" destOrd="0" presId="urn:microsoft.com/office/officeart/2024/layout/NumberedLinearArrowProcess"/>
    <dgm:cxn modelId="{2306A0D5-219A-49F7-BD1B-104690B84F8D}" type="presOf" srcId="{FCD2B2D0-BD10-4E43-9FFD-D2F4A47E6B0C}" destId="{42883DA7-C450-4BFF-B3AB-FC164A21D77C}" srcOrd="0" destOrd="0" presId="urn:microsoft.com/office/officeart/2024/layout/NumberedLinearArrowProcess"/>
    <dgm:cxn modelId="{92606ED8-6B7A-4E89-876E-6B80FE22FFE5}" type="presOf" srcId="{B63BA6FF-E9E2-4DCE-A375-4DC9BC7DCE18}" destId="{035DF823-69A3-4CA1-BDA9-AD2AB873E56C}" srcOrd="1" destOrd="0" presId="urn:microsoft.com/office/officeart/2024/layout/NumberedLinearArrowProcess"/>
    <dgm:cxn modelId="{D82E18E4-56EF-41B3-9F96-A9E2210A77A7}" srcId="{5C6EE8F3-5177-4BDB-B2A8-E99E287E383B}" destId="{E3DB5124-F351-48B5-A1EE-DAF5DBBFED27}" srcOrd="1" destOrd="0" parTransId="{8D9C2EC9-4CCB-4C40-AF56-B50BFCA93CBB}" sibTransId="{862BB911-4C7E-4B92-9488-466B6B2C7C2A}"/>
    <dgm:cxn modelId="{566C22E7-32CD-4936-BA10-73B95D12B197}" type="presOf" srcId="{E3DB5124-F351-48B5-A1EE-DAF5DBBFED27}" destId="{C63486F4-7DB2-49FA-A074-C413177BD552}" srcOrd="1" destOrd="0" presId="urn:microsoft.com/office/officeart/2024/layout/NumberedLinearArrowProcess"/>
    <dgm:cxn modelId="{BC4963F1-9269-4B80-8EC2-6736249D8F1D}" type="presOf" srcId="{E3DB5124-F351-48B5-A1EE-DAF5DBBFED27}" destId="{4BA20C84-8BE9-49E8-9681-439E2F5AF144}" srcOrd="0" destOrd="0" presId="urn:microsoft.com/office/officeart/2024/layout/NumberedLinearArrowProcess"/>
    <dgm:cxn modelId="{0306B6DA-AA70-4708-9AAE-6DCD2BE63B94}" type="presParOf" srcId="{9D8EBCA3-DF96-4569-A8FE-D96206F058E3}" destId="{5ED5872A-6AA9-41A6-A629-53BA84029174}" srcOrd="0" destOrd="0" presId="urn:microsoft.com/office/officeart/2024/layout/NumberedLinearArrowProcess"/>
    <dgm:cxn modelId="{7C1A3AEF-2ABD-42BE-9AB0-EA2083E94586}" type="presParOf" srcId="{5ED5872A-6AA9-41A6-A629-53BA84029174}" destId="{E6FDF3A5-8002-43AE-998A-8B490F6F274A}" srcOrd="0" destOrd="0" presId="urn:microsoft.com/office/officeart/2024/layout/NumberedLinearArrowProcess"/>
    <dgm:cxn modelId="{F6FE7645-16E7-40C1-AB43-BAAA92DE4318}" type="presParOf" srcId="{5ED5872A-6AA9-41A6-A629-53BA84029174}" destId="{B3EFB265-56E6-45DB-A925-1C23E9A61F64}" srcOrd="1" destOrd="0" presId="urn:microsoft.com/office/officeart/2024/layout/NumberedLinearArrowProcess"/>
    <dgm:cxn modelId="{7FBAB1C8-E5E5-4F24-9DBA-DDA2571602BE}" type="presParOf" srcId="{B3EFB265-56E6-45DB-A925-1C23E9A61F64}" destId="{BBFC4F84-6224-4A19-9450-12E7B8126875}" srcOrd="0" destOrd="0" presId="urn:microsoft.com/office/officeart/2024/layout/NumberedLinearArrowProcess"/>
    <dgm:cxn modelId="{8B444D1D-55A9-4928-942B-EE5EAE20218A}" type="presParOf" srcId="{B3EFB265-56E6-45DB-A925-1C23E9A61F64}" destId="{0E3B00FC-1E9D-4FF9-AA18-6E280CDEAC9E}" srcOrd="1" destOrd="0" presId="urn:microsoft.com/office/officeart/2024/layout/NumberedLinearArrowProcess"/>
    <dgm:cxn modelId="{52533809-335D-435D-AB47-C19759B4F3C5}" type="presParOf" srcId="{B3EFB265-56E6-45DB-A925-1C23E9A61F64}" destId="{E934F082-00D0-4207-9170-A3D0AC2CF244}" srcOrd="2" destOrd="0" presId="urn:microsoft.com/office/officeart/2024/layout/NumberedLinearArrowProcess"/>
    <dgm:cxn modelId="{B702CEE3-AFA6-4803-9470-B55349388A72}" type="presParOf" srcId="{B3EFB265-56E6-45DB-A925-1C23E9A61F64}" destId="{7C5F9CFE-71C5-401E-9B8A-749D759AB7B0}" srcOrd="3" destOrd="0" presId="urn:microsoft.com/office/officeart/2024/layout/NumberedLinearArrowProcess"/>
    <dgm:cxn modelId="{32FE4FF7-8E81-4420-AF47-40B45092177D}" type="presParOf" srcId="{B3EFB265-56E6-45DB-A925-1C23E9A61F64}" destId="{B01548BD-B709-4C3A-A1F9-A2FC36723B2B}" srcOrd="4" destOrd="0" presId="urn:microsoft.com/office/officeart/2024/layout/NumberedLinearArrowProcess"/>
    <dgm:cxn modelId="{A3D00768-52ED-4C8C-85DB-D67BF22318B1}" type="presParOf" srcId="{5ED5872A-6AA9-41A6-A629-53BA84029174}" destId="{035DF823-69A3-4CA1-BDA9-AD2AB873E56C}" srcOrd="2" destOrd="0" presId="urn:microsoft.com/office/officeart/2024/layout/NumberedLinearArrowProcess"/>
    <dgm:cxn modelId="{0D35446E-DA9D-48F8-95DB-1EC7B96A0BD7}" type="presParOf" srcId="{9D8EBCA3-DF96-4569-A8FE-D96206F058E3}" destId="{4D769562-483D-43AE-ABB2-479D91D061E9}" srcOrd="1" destOrd="0" presId="urn:microsoft.com/office/officeart/2024/layout/NumberedLinearArrowProcess"/>
    <dgm:cxn modelId="{42620B5F-3B4C-4C6B-9C9B-1C8081F8E023}" type="presParOf" srcId="{9D8EBCA3-DF96-4569-A8FE-D96206F058E3}" destId="{C1F80BD6-BCCB-41B9-95CD-746D98E6824E}" srcOrd="2" destOrd="0" presId="urn:microsoft.com/office/officeart/2024/layout/NumberedLinearArrowProcess"/>
    <dgm:cxn modelId="{6643666C-67E7-44B0-8FB1-47D01429FDF8}" type="presParOf" srcId="{C1F80BD6-BCCB-41B9-95CD-746D98E6824E}" destId="{5C322317-9786-4988-9A1C-468132D6F485}" srcOrd="0" destOrd="0" presId="urn:microsoft.com/office/officeart/2024/layout/NumberedLinearArrowProcess"/>
    <dgm:cxn modelId="{2AC4F6BC-B0DD-4C8F-BE3F-8B38BF322FE5}" type="presParOf" srcId="{C1F80BD6-BCCB-41B9-95CD-746D98E6824E}" destId="{D5C7F124-6C4F-49EE-9D7B-B985D4EF28CE}" srcOrd="1" destOrd="0" presId="urn:microsoft.com/office/officeart/2024/layout/NumberedLinearArrowProcess"/>
    <dgm:cxn modelId="{F029D8A9-3364-4A27-8214-D561B4F32D21}" type="presParOf" srcId="{D5C7F124-6C4F-49EE-9D7B-B985D4EF28CE}" destId="{BD8A2BE0-AF01-4135-A761-427CC1732FE6}" srcOrd="0" destOrd="0" presId="urn:microsoft.com/office/officeart/2024/layout/NumberedLinearArrowProcess"/>
    <dgm:cxn modelId="{92CBB71A-F2E4-4C3D-AC5D-76324CAF8556}" type="presParOf" srcId="{D5C7F124-6C4F-49EE-9D7B-B985D4EF28CE}" destId="{4BA20C84-8BE9-49E8-9681-439E2F5AF144}" srcOrd="1" destOrd="0" presId="urn:microsoft.com/office/officeart/2024/layout/NumberedLinearArrowProcess"/>
    <dgm:cxn modelId="{C9ECBF4A-69ED-43F2-8CC5-4EBF225E73C3}" type="presParOf" srcId="{D5C7F124-6C4F-49EE-9D7B-B985D4EF28CE}" destId="{FEF2B4B7-4C84-4C74-9A90-2B1647678DE3}" srcOrd="2" destOrd="0" presId="urn:microsoft.com/office/officeart/2024/layout/NumberedLinearArrowProcess"/>
    <dgm:cxn modelId="{83F0F4DC-E083-4EA8-8E85-A69C515AA56B}" type="presParOf" srcId="{D5C7F124-6C4F-49EE-9D7B-B985D4EF28CE}" destId="{BB85F5DB-8C65-41D3-914B-98D4C661F4AC}" srcOrd="3" destOrd="0" presId="urn:microsoft.com/office/officeart/2024/layout/NumberedLinearArrowProcess"/>
    <dgm:cxn modelId="{B0AE165E-B61E-45A8-A4E7-1E63770E9EFC}" type="presParOf" srcId="{D5C7F124-6C4F-49EE-9D7B-B985D4EF28CE}" destId="{AD829222-733C-4006-99FF-54EF75FBFED9}" srcOrd="4" destOrd="0" presId="urn:microsoft.com/office/officeart/2024/layout/NumberedLinearArrowProcess"/>
    <dgm:cxn modelId="{344735D3-D231-4B97-810B-7CC945786E57}" type="presParOf" srcId="{C1F80BD6-BCCB-41B9-95CD-746D98E6824E}" destId="{C63486F4-7DB2-49FA-A074-C413177BD552}" srcOrd="2" destOrd="0" presId="urn:microsoft.com/office/officeart/2024/layout/NumberedLinearArrowProcess"/>
    <dgm:cxn modelId="{4981919A-7B20-4093-B9CC-A1B1832C388E}" type="presParOf" srcId="{9D8EBCA3-DF96-4569-A8FE-D96206F058E3}" destId="{27984C6B-48C4-4C45-94F9-1F8BB86155C7}" srcOrd="3" destOrd="0" presId="urn:microsoft.com/office/officeart/2024/layout/NumberedLinearArrowProcess"/>
    <dgm:cxn modelId="{1F93B7AB-C0F5-4F36-84CD-EF8BFB0CE9C6}" type="presParOf" srcId="{9D8EBCA3-DF96-4569-A8FE-D96206F058E3}" destId="{1CCBE775-CB77-461E-9D26-22F718C5CFFB}" srcOrd="4" destOrd="0" presId="urn:microsoft.com/office/officeart/2024/layout/NumberedLinearArrowProcess"/>
    <dgm:cxn modelId="{11B19AE9-2C17-4AAF-A00F-C38F011F8C30}" type="presParOf" srcId="{1CCBE775-CB77-461E-9D26-22F718C5CFFB}" destId="{AED0AC66-7867-4FA8-9F04-02F4E433FF20}" srcOrd="0" destOrd="0" presId="urn:microsoft.com/office/officeart/2024/layout/NumberedLinearArrowProcess"/>
    <dgm:cxn modelId="{BA165981-9F6A-49FF-AC14-44DB641230ED}" type="presParOf" srcId="{1CCBE775-CB77-461E-9D26-22F718C5CFFB}" destId="{C9470A29-D352-40C6-9482-86C3A9B4D9A5}" srcOrd="1" destOrd="0" presId="urn:microsoft.com/office/officeart/2024/layout/NumberedLinearArrowProcess"/>
    <dgm:cxn modelId="{41BBF5D8-07AC-4507-BF2C-F5C345A574B3}" type="presParOf" srcId="{C9470A29-D352-40C6-9482-86C3A9B4D9A5}" destId="{72F636C6-E410-4147-8223-CB568EF6CE11}" srcOrd="0" destOrd="0" presId="urn:microsoft.com/office/officeart/2024/layout/NumberedLinearArrowProcess"/>
    <dgm:cxn modelId="{2ED5590D-D42D-4491-ADD3-272152C6EB73}" type="presParOf" srcId="{C9470A29-D352-40C6-9482-86C3A9B4D9A5}" destId="{42883DA7-C450-4BFF-B3AB-FC164A21D77C}" srcOrd="1" destOrd="0" presId="urn:microsoft.com/office/officeart/2024/layout/NumberedLinearArrowProcess"/>
    <dgm:cxn modelId="{4C3C6891-8CA9-4179-8C4C-FD401C91FF40}" type="presParOf" srcId="{C9470A29-D352-40C6-9482-86C3A9B4D9A5}" destId="{39168B19-7C99-4FC6-B4D4-6A83F0F1D0C1}" srcOrd="2" destOrd="0" presId="urn:microsoft.com/office/officeart/2024/layout/NumberedLinearArrowProcess"/>
    <dgm:cxn modelId="{CAB71DB1-A8C4-42CE-9F29-BEC38311EAB6}" type="presParOf" srcId="{C9470A29-D352-40C6-9482-86C3A9B4D9A5}" destId="{2AF00376-A314-4B2C-85D9-5F891F29A7E1}" srcOrd="3" destOrd="0" presId="urn:microsoft.com/office/officeart/2024/layout/NumberedLinearArrowProcess"/>
    <dgm:cxn modelId="{4BF2CCD4-C7AE-4C75-BAA2-A88CBD6D9C10}" type="presParOf" srcId="{C9470A29-D352-40C6-9482-86C3A9B4D9A5}" destId="{7BF2A384-32FD-411E-9BBA-5D70A792D82B}" srcOrd="4" destOrd="0" presId="urn:microsoft.com/office/officeart/2024/layout/NumberedLinearArrowProcess"/>
    <dgm:cxn modelId="{4978B910-FE27-4AB7-8206-C9B4BCACFFBB}" type="presParOf" srcId="{1CCBE775-CB77-461E-9D26-22F718C5CFFB}" destId="{A4DB9996-7B33-4820-AB88-E0A93E88AE39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C4F84-6224-4A19-9450-12E7B8126875}">
      <dsp:nvSpPr>
        <dsp:cNvPr id="0" name=""/>
        <dsp:cNvSpPr/>
      </dsp:nvSpPr>
      <dsp:spPr>
        <a:xfrm>
          <a:off x="1515969" y="1386850"/>
          <a:ext cx="962142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B00FC-1E9D-4FF9-AA18-6E280CDEAC9E}">
      <dsp:nvSpPr>
        <dsp:cNvPr id="0" name=""/>
        <dsp:cNvSpPr/>
      </dsp:nvSpPr>
      <dsp:spPr>
        <a:xfrm>
          <a:off x="2395642" y="1274645"/>
          <a:ext cx="126453" cy="236443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640" tIns="165100" rIns="43640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One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Two has a longer label</a:t>
          </a:r>
        </a:p>
      </dsp:txBody>
      <dsp:txXfrm>
        <a:off x="193461" y="2364821"/>
        <a:ext cx="2370117" cy="1670836"/>
      </dsp:txXfrm>
    </dsp:sp>
    <dsp:sp modelId="{E934F082-00D0-4207-9170-A3D0AC2CF244}">
      <dsp:nvSpPr>
        <dsp:cNvPr id="0" name=""/>
        <dsp:cNvSpPr/>
      </dsp:nvSpPr>
      <dsp:spPr>
        <a:xfrm>
          <a:off x="985483" y="993849"/>
          <a:ext cx="786073" cy="7860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4" tIns="30504" rIns="30504" bIns="30504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</a:t>
          </a:r>
        </a:p>
      </dsp:txBody>
      <dsp:txXfrm>
        <a:off x="1100601" y="1108967"/>
        <a:ext cx="555837" cy="555837"/>
      </dsp:txXfrm>
    </dsp:sp>
    <dsp:sp modelId="{B01548BD-B709-4C3A-A1F9-A2FC36723B2B}">
      <dsp:nvSpPr>
        <dsp:cNvPr id="0" name=""/>
        <dsp:cNvSpPr/>
      </dsp:nvSpPr>
      <dsp:spPr>
        <a:xfrm>
          <a:off x="1378484" y="1851599"/>
          <a:ext cx="72" cy="4597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DF823-69A3-4CA1-BDA9-AD2AB873E56C}">
      <dsp:nvSpPr>
        <dsp:cNvPr id="0" name=""/>
        <dsp:cNvSpPr/>
      </dsp:nvSpPr>
      <dsp:spPr>
        <a:xfrm>
          <a:off x="141479" y="2312839"/>
          <a:ext cx="247408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40" tIns="165100" rIns="43640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One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Two has a longer label</a:t>
          </a:r>
        </a:p>
      </dsp:txBody>
      <dsp:txXfrm>
        <a:off x="193461" y="2364821"/>
        <a:ext cx="2370117" cy="1670836"/>
      </dsp:txXfrm>
    </dsp:sp>
    <dsp:sp modelId="{BD8A2BE0-AF01-4135-A761-427CC1732FE6}">
      <dsp:nvSpPr>
        <dsp:cNvPr id="0" name=""/>
        <dsp:cNvSpPr/>
      </dsp:nvSpPr>
      <dsp:spPr>
        <a:xfrm>
          <a:off x="2753010" y="1386134"/>
          <a:ext cx="247408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20C84-8BE9-49E8-9681-439E2F5AF144}">
      <dsp:nvSpPr>
        <dsp:cNvPr id="0" name=""/>
        <dsp:cNvSpPr/>
      </dsp:nvSpPr>
      <dsp:spPr>
        <a:xfrm>
          <a:off x="5144622" y="1273929"/>
          <a:ext cx="126453" cy="237080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640" tIns="165100" rIns="43640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</dsp:txBody>
      <dsp:txXfrm>
        <a:off x="2942441" y="2364821"/>
        <a:ext cx="2370117" cy="1670836"/>
      </dsp:txXfrm>
    </dsp:sp>
    <dsp:sp modelId="{FEF2B4B7-4C84-4C74-9A90-2B1647678DE3}">
      <dsp:nvSpPr>
        <dsp:cNvPr id="0" name=""/>
        <dsp:cNvSpPr/>
      </dsp:nvSpPr>
      <dsp:spPr>
        <a:xfrm>
          <a:off x="3734463" y="993133"/>
          <a:ext cx="786073" cy="7860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4" tIns="30504" rIns="30504" bIns="30504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</a:t>
          </a:r>
        </a:p>
      </dsp:txBody>
      <dsp:txXfrm>
        <a:off x="3849581" y="1108251"/>
        <a:ext cx="555837" cy="555837"/>
      </dsp:txXfrm>
    </dsp:sp>
    <dsp:sp modelId="{AD829222-733C-4006-99FF-54EF75FBFED9}">
      <dsp:nvSpPr>
        <dsp:cNvPr id="0" name=""/>
        <dsp:cNvSpPr/>
      </dsp:nvSpPr>
      <dsp:spPr>
        <a:xfrm>
          <a:off x="4127463" y="1851076"/>
          <a:ext cx="72" cy="4609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486F4-7DB2-49FA-A074-C413177BD552}">
      <dsp:nvSpPr>
        <dsp:cNvPr id="0" name=""/>
        <dsp:cNvSpPr/>
      </dsp:nvSpPr>
      <dsp:spPr>
        <a:xfrm>
          <a:off x="2890459" y="2312839"/>
          <a:ext cx="247408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40" tIns="165100" rIns="43640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</dsp:txBody>
      <dsp:txXfrm>
        <a:off x="2942441" y="2364821"/>
        <a:ext cx="2370117" cy="1670836"/>
      </dsp:txXfrm>
    </dsp:sp>
    <dsp:sp modelId="{72F636C6-E410-4147-8223-CB568EF6CE11}">
      <dsp:nvSpPr>
        <dsp:cNvPr id="0" name=""/>
        <dsp:cNvSpPr/>
      </dsp:nvSpPr>
      <dsp:spPr>
        <a:xfrm>
          <a:off x="5501989" y="1385360"/>
          <a:ext cx="1374489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68B19-7C99-4FC6-B4D4-6A83F0F1D0C1}">
      <dsp:nvSpPr>
        <dsp:cNvPr id="0" name=""/>
        <dsp:cNvSpPr/>
      </dsp:nvSpPr>
      <dsp:spPr>
        <a:xfrm>
          <a:off x="6483442" y="992360"/>
          <a:ext cx="786073" cy="7860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04" tIns="30504" rIns="30504" bIns="30504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</a:t>
          </a:r>
        </a:p>
      </dsp:txBody>
      <dsp:txXfrm>
        <a:off x="6598560" y="1107478"/>
        <a:ext cx="555837" cy="555837"/>
      </dsp:txXfrm>
    </dsp:sp>
    <dsp:sp modelId="{7BF2A384-32FD-411E-9BBA-5D70A792D82B}">
      <dsp:nvSpPr>
        <dsp:cNvPr id="0" name=""/>
        <dsp:cNvSpPr/>
      </dsp:nvSpPr>
      <dsp:spPr>
        <a:xfrm>
          <a:off x="6876443" y="1850380"/>
          <a:ext cx="72" cy="4614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9996-7B33-4820-AB88-E0A93E88AE39}">
      <dsp:nvSpPr>
        <dsp:cNvPr id="0" name=""/>
        <dsp:cNvSpPr/>
      </dsp:nvSpPr>
      <dsp:spPr>
        <a:xfrm>
          <a:off x="5639438" y="2311870"/>
          <a:ext cx="247408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640" tIns="165100" rIns="43640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Four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Five</a:t>
          </a:r>
        </a:p>
      </dsp:txBody>
      <dsp:txXfrm>
        <a:off x="5691420" y="2363852"/>
        <a:ext cx="2370117" cy="1670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B3CB68EC-256D-48AD-9512-3F5415AD1612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015D7352-55DE-4187-9724-7FF7095EF781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8ACB5590-048F-4211-A0E8-9B8EBB10B0DB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454D-8B9A-FEE4-9602-86CE321F1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6DFAE-471D-BB21-16A8-4E4FD91A3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96FE2-7AE1-1A47-1B11-C6B1A4EB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35AC-F7E2-24AA-2545-CB8172AF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166FA-CAB4-3AEE-1DFD-A96C7F89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6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7028-EF94-D0EC-4D8A-5B13D3C0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EED8-38BE-2C4B-A67D-8CB38F5A4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25712-4ED6-2F14-EA34-C737D5B6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3BF60-AD6E-3783-37FD-AA4F3E2B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A5F88-A6B9-EBDE-D120-8982BA8B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3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3371-3354-9265-CFBD-CE80D820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43E9-92E6-6F67-3306-7A1D70A65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C165-84D4-66C0-A787-7C76E021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4CEB7-5D86-C75B-35DB-AECA1485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0E465-1A05-1DBB-8DAF-7DC705AF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C6F6-26A9-9950-7676-A3DC7746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5697-13CC-BA84-B59E-703EAB652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C9238-7C2E-127D-97DC-6516FEDC7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63A0E-1D58-3C73-6835-A87451AC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20D6-E388-66EF-ECAA-52B0AAC8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8D884-D992-BFCD-073A-31044D77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1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C6C7-625B-55C4-6219-22B72CA9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94850-686F-CFA4-949A-15979095B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EC01E-7D90-2364-6ABE-DEE9D3324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538A1-D984-113F-8043-0CE6C7E3F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8D8EB-0C76-B4E0-69AA-DD6E240E1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9B61A-9896-4E60-7DDC-9B8223E85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6EC43-AC69-CB5C-3331-EF195BF2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42F4-DB9D-1604-90A2-B2010C61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2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29DA-DDF6-6E5E-55D0-5B629224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43434-1D7A-0287-D51B-BEFD3AFC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23C9F-D98A-D6DE-E14E-A9FD4DC4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F56E0-B669-0440-91F1-94F59553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1CE59-44A0-CAC4-D675-91BDF732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0948C-A275-9FC6-BF0B-A7483A4A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4EA0A-EE42-BBF9-842E-9E9FD1BF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3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C074-D8C2-C25B-0242-B63FA825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B006-EBED-60A6-1081-8DF5DDCB5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E7D46-5F9C-65C7-88CD-7B1DE3E6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F5DA-DF2E-F076-C658-2F018953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C37EC-CE1F-EFB3-8D72-4B8961AE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12159-3922-70D6-0428-587B1F8B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B9F5-C554-2387-4B97-223D2580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58358-804B-E7CD-5B6E-16CA104C4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AC1CE-1DB9-9945-6159-42CA55A79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FFA19-BC78-2214-9FB2-D2508505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81B41-F07B-3A29-41B8-A3587665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97508-9A82-D207-87B3-DDEB4169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4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BB17-8C71-428A-A9CE-C52BF1CB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9BD98-BBE3-6ACA-78E5-BE73AA1E3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42A0-43B0-C147-2598-F5B3F586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B49AE-5391-1F4D-1196-FCBC342E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EC949-A34F-F2B7-2E2A-6BCD117E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4E7C5B-1BDC-0A79-3876-635F8C759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EB69E-4D9B-182B-64A9-B558C0E39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22CE4-8DAA-312A-9DF4-DC1DA68A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3E44D-95F7-5C56-420B-E952EAC0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61B3C-8FE2-BDA8-11AE-E53AE651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8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D2B73-5947-7FFE-58F7-B9F2B4AB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E1FD5-1B69-06C3-99AF-7319C446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9EDA-4704-34BA-AC61-F0020F40A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30DA7-553B-417E-B93A-351F12804A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D825A-D6F8-4F9F-215B-79FD50456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954A0-5C95-0371-A17F-0FE576616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94DCC-9F47-4E47-BE2F-A4912E34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EA2A6A-05DE-633A-B7E4-08383A6C8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0471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41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2026-09-06T08:13:20Z</dcterms:created>
  <dcterms:modified xsi:type="dcterms:W3CDTF">2026-09-06T08:13:21Z</dcterms:modified>
</cp:coreProperties>
</file>