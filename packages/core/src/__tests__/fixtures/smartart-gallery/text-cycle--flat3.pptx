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0B6A26-4622-4E64-8670-98FE4E05260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B5E498-2ABA-4B89-A4CA-702BB2EE300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DB1A612-B414-49D4-A9F1-6F649DBC381C}" type="parTrans" cxnId="{C32274D3-7DE1-4DC2-9F58-D52750DC43E7}">
      <dgm:prSet/>
      <dgm:spPr/>
    </dgm:pt>
    <dgm:pt modelId="{A7677030-E3DF-4318-A759-5B5B9ECBCEEE}" type="sibTrans" cxnId="{C32274D3-7DE1-4DC2-9F58-D52750DC43E7}">
      <dgm:prSet/>
      <dgm:spPr/>
    </dgm:pt>
    <dgm:pt modelId="{0BF10DE7-C703-4D7B-9A3A-44B725D4A6D2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096BBFEF-CE7F-484F-A11D-070B22B6319F}" type="parTrans" cxnId="{71D94E39-F1A8-4273-97F5-683B6DDD7BEC}">
      <dgm:prSet/>
      <dgm:spPr/>
    </dgm:pt>
    <dgm:pt modelId="{FB42FEEA-82B3-4DED-89E2-75AF8D016E5C}" type="sibTrans" cxnId="{71D94E39-F1A8-4273-97F5-683B6DDD7BEC}">
      <dgm:prSet/>
      <dgm:spPr/>
    </dgm:pt>
    <dgm:pt modelId="{50DF54EE-63E4-4D90-9D3C-655555ADA0E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D5E1C63-6134-4F0C-99B4-42BDC56A9316}" type="parTrans" cxnId="{747C75C9-25CE-43DE-A5FC-9D1A010422AF}">
      <dgm:prSet/>
      <dgm:spPr/>
    </dgm:pt>
    <dgm:pt modelId="{DA206DC2-9938-4EE1-AACA-27C56EC463A7}" type="sibTrans" cxnId="{747C75C9-25CE-43DE-A5FC-9D1A010422AF}">
      <dgm:prSet/>
      <dgm:spPr/>
    </dgm:pt>
    <dgm:pt modelId="{2F87BB49-0DB8-4F75-A4BB-4FF2B77177CC}" type="pres">
      <dgm:prSet presAssocID="{760B6A26-4622-4E64-8670-98FE4E052602}" presName="cycle" presStyleCnt="0">
        <dgm:presLayoutVars>
          <dgm:dir/>
          <dgm:resizeHandles val="exact"/>
        </dgm:presLayoutVars>
      </dgm:prSet>
      <dgm:spPr/>
    </dgm:pt>
    <dgm:pt modelId="{A1E32347-9CAC-499C-8D2C-6EB78241B683}" type="pres">
      <dgm:prSet presAssocID="{C3B5E498-2ABA-4B89-A4CA-702BB2EE300D}" presName="dummy" presStyleCnt="0"/>
      <dgm:spPr/>
    </dgm:pt>
    <dgm:pt modelId="{CBB2BF1B-6444-4EF6-9ACB-58E0C8B13D96}" type="pres">
      <dgm:prSet presAssocID="{C3B5E498-2ABA-4B89-A4CA-702BB2EE300D}" presName="node" presStyleLbl="revTx" presStyleIdx="0" presStyleCnt="3">
        <dgm:presLayoutVars>
          <dgm:bulletEnabled val="1"/>
        </dgm:presLayoutVars>
      </dgm:prSet>
      <dgm:spPr/>
    </dgm:pt>
    <dgm:pt modelId="{85F6DC18-473F-4586-9581-F923745A0AE2}" type="pres">
      <dgm:prSet presAssocID="{A7677030-E3DF-4318-A759-5B5B9ECBCEEE}" presName="sibTrans" presStyleLbl="node1" presStyleIdx="0" presStyleCnt="3"/>
      <dgm:spPr/>
    </dgm:pt>
    <dgm:pt modelId="{E4E278FE-922B-4510-ADDD-A832BCFE7C19}" type="pres">
      <dgm:prSet presAssocID="{0BF10DE7-C703-4D7B-9A3A-44B725D4A6D2}" presName="dummy" presStyleCnt="0"/>
      <dgm:spPr/>
    </dgm:pt>
    <dgm:pt modelId="{58C66FD6-0B64-49CA-82EF-71D0CBBC122F}" type="pres">
      <dgm:prSet presAssocID="{0BF10DE7-C703-4D7B-9A3A-44B725D4A6D2}" presName="node" presStyleLbl="revTx" presStyleIdx="1" presStyleCnt="3">
        <dgm:presLayoutVars>
          <dgm:bulletEnabled val="1"/>
        </dgm:presLayoutVars>
      </dgm:prSet>
      <dgm:spPr/>
    </dgm:pt>
    <dgm:pt modelId="{A1F3654F-E469-4CC5-B5AE-6F41A31F4A89}" type="pres">
      <dgm:prSet presAssocID="{FB42FEEA-82B3-4DED-89E2-75AF8D016E5C}" presName="sibTrans" presStyleLbl="node1" presStyleIdx="1" presStyleCnt="3"/>
      <dgm:spPr/>
    </dgm:pt>
    <dgm:pt modelId="{D6697842-F7F5-46B6-BEE6-80E6ABEEFE66}" type="pres">
      <dgm:prSet presAssocID="{50DF54EE-63E4-4D90-9D3C-655555ADA0E0}" presName="dummy" presStyleCnt="0"/>
      <dgm:spPr/>
    </dgm:pt>
    <dgm:pt modelId="{9B868BA1-DE79-47CB-AE2C-142B09A28F89}" type="pres">
      <dgm:prSet presAssocID="{50DF54EE-63E4-4D90-9D3C-655555ADA0E0}" presName="node" presStyleLbl="revTx" presStyleIdx="2" presStyleCnt="3">
        <dgm:presLayoutVars>
          <dgm:bulletEnabled val="1"/>
        </dgm:presLayoutVars>
      </dgm:prSet>
      <dgm:spPr/>
    </dgm:pt>
    <dgm:pt modelId="{252D9445-65EA-4518-A627-8D3C89ACFEEA}" type="pres">
      <dgm:prSet presAssocID="{DA206DC2-9938-4EE1-AACA-27C56EC463A7}" presName="sibTrans" presStyleLbl="node1" presStyleIdx="2" presStyleCnt="3"/>
      <dgm:spPr/>
    </dgm:pt>
  </dgm:ptLst>
  <dgm:cxnLst>
    <dgm:cxn modelId="{71D94E39-F1A8-4273-97F5-683B6DDD7BEC}" srcId="{760B6A26-4622-4E64-8670-98FE4E052602}" destId="{0BF10DE7-C703-4D7B-9A3A-44B725D4A6D2}" srcOrd="1" destOrd="0" parTransId="{096BBFEF-CE7F-484F-A11D-070B22B6319F}" sibTransId="{FB42FEEA-82B3-4DED-89E2-75AF8D016E5C}"/>
    <dgm:cxn modelId="{09639A5D-6704-4AD5-B117-70396E4806D7}" type="presOf" srcId="{A7677030-E3DF-4318-A759-5B5B9ECBCEEE}" destId="{85F6DC18-473F-4586-9581-F923745A0AE2}" srcOrd="0" destOrd="0" presId="urn:microsoft.com/office/officeart/2005/8/layout/cycle1"/>
    <dgm:cxn modelId="{3838724F-66A2-4D8B-9344-16789047ECD3}" type="presOf" srcId="{760B6A26-4622-4E64-8670-98FE4E052602}" destId="{2F87BB49-0DB8-4F75-A4BB-4FF2B77177CC}" srcOrd="0" destOrd="0" presId="urn:microsoft.com/office/officeart/2005/8/layout/cycle1"/>
    <dgm:cxn modelId="{39F07877-1F3F-4DC0-A44E-06A47FCCFD33}" type="presOf" srcId="{FB42FEEA-82B3-4DED-89E2-75AF8D016E5C}" destId="{A1F3654F-E469-4CC5-B5AE-6F41A31F4A89}" srcOrd="0" destOrd="0" presId="urn:microsoft.com/office/officeart/2005/8/layout/cycle1"/>
    <dgm:cxn modelId="{4ED8258E-07A7-4692-9231-CAF7A1C7217A}" type="presOf" srcId="{DA206DC2-9938-4EE1-AACA-27C56EC463A7}" destId="{252D9445-65EA-4518-A627-8D3C89ACFEEA}" srcOrd="0" destOrd="0" presId="urn:microsoft.com/office/officeart/2005/8/layout/cycle1"/>
    <dgm:cxn modelId="{D58B849E-3D6D-4B64-9913-6A34DEFCD8CD}" type="presOf" srcId="{50DF54EE-63E4-4D90-9D3C-655555ADA0E0}" destId="{9B868BA1-DE79-47CB-AE2C-142B09A28F89}" srcOrd="0" destOrd="0" presId="urn:microsoft.com/office/officeart/2005/8/layout/cycle1"/>
    <dgm:cxn modelId="{747C75C9-25CE-43DE-A5FC-9D1A010422AF}" srcId="{760B6A26-4622-4E64-8670-98FE4E052602}" destId="{50DF54EE-63E4-4D90-9D3C-655555ADA0E0}" srcOrd="2" destOrd="0" parTransId="{AD5E1C63-6134-4F0C-99B4-42BDC56A9316}" sibTransId="{DA206DC2-9938-4EE1-AACA-27C56EC463A7}"/>
    <dgm:cxn modelId="{497703CE-9576-476C-BBA8-EF4E675396B3}" type="presOf" srcId="{C3B5E498-2ABA-4B89-A4CA-702BB2EE300D}" destId="{CBB2BF1B-6444-4EF6-9ACB-58E0C8B13D96}" srcOrd="0" destOrd="0" presId="urn:microsoft.com/office/officeart/2005/8/layout/cycle1"/>
    <dgm:cxn modelId="{C32274D3-7DE1-4DC2-9F58-D52750DC43E7}" srcId="{760B6A26-4622-4E64-8670-98FE4E052602}" destId="{C3B5E498-2ABA-4B89-A4CA-702BB2EE300D}" srcOrd="0" destOrd="0" parTransId="{DDB1A612-B414-49D4-A9F1-6F649DBC381C}" sibTransId="{A7677030-E3DF-4318-A759-5B5B9ECBCEEE}"/>
    <dgm:cxn modelId="{C7F9A5F2-374A-4116-9DB7-E08FF3C0ACBB}" type="presOf" srcId="{0BF10DE7-C703-4D7B-9A3A-44B725D4A6D2}" destId="{58C66FD6-0B64-49CA-82EF-71D0CBBC122F}" srcOrd="0" destOrd="0" presId="urn:microsoft.com/office/officeart/2005/8/layout/cycle1"/>
    <dgm:cxn modelId="{7145F675-3B55-4DFC-AF98-33EC0029D7A0}" type="presParOf" srcId="{2F87BB49-0DB8-4F75-A4BB-4FF2B77177CC}" destId="{A1E32347-9CAC-499C-8D2C-6EB78241B683}" srcOrd="0" destOrd="0" presId="urn:microsoft.com/office/officeart/2005/8/layout/cycle1"/>
    <dgm:cxn modelId="{D12F4A34-6824-43C7-BEA7-00B3FA27DAD1}" type="presParOf" srcId="{2F87BB49-0DB8-4F75-A4BB-4FF2B77177CC}" destId="{CBB2BF1B-6444-4EF6-9ACB-58E0C8B13D96}" srcOrd="1" destOrd="0" presId="urn:microsoft.com/office/officeart/2005/8/layout/cycle1"/>
    <dgm:cxn modelId="{7F2AFC8A-A431-4421-84C3-7C2617124D60}" type="presParOf" srcId="{2F87BB49-0DB8-4F75-A4BB-4FF2B77177CC}" destId="{85F6DC18-473F-4586-9581-F923745A0AE2}" srcOrd="2" destOrd="0" presId="urn:microsoft.com/office/officeart/2005/8/layout/cycle1"/>
    <dgm:cxn modelId="{DAC8EE91-1F38-4F61-A4D3-D575DBB6578D}" type="presParOf" srcId="{2F87BB49-0DB8-4F75-A4BB-4FF2B77177CC}" destId="{E4E278FE-922B-4510-ADDD-A832BCFE7C19}" srcOrd="3" destOrd="0" presId="urn:microsoft.com/office/officeart/2005/8/layout/cycle1"/>
    <dgm:cxn modelId="{859DCE1A-FD57-4A2E-983B-FE32D4804E46}" type="presParOf" srcId="{2F87BB49-0DB8-4F75-A4BB-4FF2B77177CC}" destId="{58C66FD6-0B64-49CA-82EF-71D0CBBC122F}" srcOrd="4" destOrd="0" presId="urn:microsoft.com/office/officeart/2005/8/layout/cycle1"/>
    <dgm:cxn modelId="{7C469FFC-B513-48F4-AD52-57D900FC8DD3}" type="presParOf" srcId="{2F87BB49-0DB8-4F75-A4BB-4FF2B77177CC}" destId="{A1F3654F-E469-4CC5-B5AE-6F41A31F4A89}" srcOrd="5" destOrd="0" presId="urn:microsoft.com/office/officeart/2005/8/layout/cycle1"/>
    <dgm:cxn modelId="{08A91925-5654-4A1E-9F2B-5676FCA14A74}" type="presParOf" srcId="{2F87BB49-0DB8-4F75-A4BB-4FF2B77177CC}" destId="{D6697842-F7F5-46B6-BEE6-80E6ABEEFE66}" srcOrd="6" destOrd="0" presId="urn:microsoft.com/office/officeart/2005/8/layout/cycle1"/>
    <dgm:cxn modelId="{68F5A02F-D3D7-46E4-8240-84C6E48444E3}" type="presParOf" srcId="{2F87BB49-0DB8-4F75-A4BB-4FF2B77177CC}" destId="{9B868BA1-DE79-47CB-AE2C-142B09A28F89}" srcOrd="7" destOrd="0" presId="urn:microsoft.com/office/officeart/2005/8/layout/cycle1"/>
    <dgm:cxn modelId="{43B5360C-BA49-4396-B1FF-8BAD5AFCCC28}" type="presParOf" srcId="{2F87BB49-0DB8-4F75-A4BB-4FF2B77177CC}" destId="{252D9445-65EA-4518-A627-8D3C89ACFEEA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2BF1B-6444-4EF6-9ACB-58E0C8B13D96}">
      <dsp:nvSpPr>
        <dsp:cNvPr id="0" name=""/>
        <dsp:cNvSpPr/>
      </dsp:nvSpPr>
      <dsp:spPr>
        <a:xfrm>
          <a:off x="4779639" y="375861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Alpha</a:t>
          </a:r>
        </a:p>
      </dsp:txBody>
      <dsp:txXfrm>
        <a:off x="4779639" y="375861"/>
        <a:ext cx="1914611" cy="1914611"/>
      </dsp:txXfrm>
    </dsp:sp>
    <dsp:sp modelId="{85F6DC18-473F-4586-9581-F923745A0AE2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2963490"/>
            <a:gd name="adj4" fmla="val 51967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66FD6-0B64-49CA-82EF-71D0CBBC122F}">
      <dsp:nvSpPr>
        <dsp:cNvPr id="0" name=""/>
        <dsp:cNvSpPr/>
      </dsp:nvSpPr>
      <dsp:spPr>
        <a:xfrm>
          <a:off x="3170194" y="3163502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Beta has a noticeably longer label than the others</a:t>
          </a:r>
        </a:p>
      </dsp:txBody>
      <dsp:txXfrm>
        <a:off x="3170194" y="3163502"/>
        <a:ext cx="1914611" cy="1914611"/>
      </dsp:txXfrm>
    </dsp:sp>
    <dsp:sp modelId="{A1F3654F-E469-4CC5-B5AE-6F41A31F4A89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10171836"/>
            <a:gd name="adj4" fmla="val 7260313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68BA1-DE79-47CB-AE2C-142B09A28F89}">
      <dsp:nvSpPr>
        <dsp:cNvPr id="0" name=""/>
        <dsp:cNvSpPr/>
      </dsp:nvSpPr>
      <dsp:spPr>
        <a:xfrm>
          <a:off x="1560748" y="375861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Gamma</a:t>
          </a:r>
        </a:p>
      </dsp:txBody>
      <dsp:txXfrm>
        <a:off x="1560748" y="375861"/>
        <a:ext cx="1914611" cy="1914611"/>
      </dsp:txXfrm>
    </dsp:sp>
    <dsp:sp modelId="{252D9445-65EA-4518-A627-8D3C89ACFEEA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16856380"/>
            <a:gd name="adj4" fmla="val 14967424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BFC3-6E8A-5A35-E01B-9B3CAEAFF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E721-28FF-0486-8B2E-A690A6840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541E5-5A82-40D6-B909-2DF559F6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F1090-6632-949A-A14E-282FE341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32DD2-E1DB-F4BE-6A0A-3AC5E087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1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6662-7922-2A50-1A5A-370B3EB7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BADB0-A74E-B937-7A32-31ED9165A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C4EFB-E769-6801-44FB-7A64AD31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1DB1B-6EE7-3562-229F-26DB77AC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F7A51-1179-E891-F1DE-67A1787F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0BB0-1E5B-BFC7-72D1-84A1D50C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0C6D8-67E5-0FAB-1555-CD488F110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2593A-D863-8DBD-810B-B783A4788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C4632-0528-32EF-0A8A-2E70AB9B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7B649-2ECA-1D65-C927-976D9428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4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018F-D734-D0A0-9A8A-538C25E7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EA16-5D2C-A7DB-4480-99B979EEC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2CF4D-20B4-D641-A0CE-75F045C00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1BE0B-26DE-A1EB-AF37-0E4D8220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D0B5B-2056-ABB5-B893-F380C598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22225-6E44-5C36-BFFD-30D4C950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7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E780-4A07-FC2E-3DC5-6D4B5A83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9E736-CF4D-F51B-26DF-CE55DC423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2BF69-D655-5C70-7A25-8B4CDBC18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13F72-2B1B-9FD0-E4EF-90A2B8F87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7E73A-2B10-E657-E2FE-107F226B2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9989E-AAEB-C5E2-4298-AC51ADD2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D3B96-1582-DB44-84CC-E8D40E62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07DCE-DEAC-5048-FF52-264522F1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2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D18C-4754-0BE1-8FC7-61E5D548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36ABD6-B40C-EDD4-AE53-28491C39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3BAFD-C268-60A4-DED1-0F3F4E61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98838-3838-0B22-141B-1216CD0E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3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D47AC-19A4-7376-21A0-B16948C8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E1E13-2953-9131-2B8C-2056152C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6F125-BCBF-0028-7468-34FD45D9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1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77E8-BAB7-3BF9-0CE3-A599687F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C74BC-325E-7836-772A-CF642F79E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28F6F-5109-BB1E-90B3-18DE1FCAF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87AD5-8D2D-5B11-A9BB-6DBAB04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BF495-64BC-A438-2019-623721C6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2F847-552C-B8FF-B585-E8FEFFC2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3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31A2-6A3E-4142-512B-105501B5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8E088C-9440-5FEA-E3E5-9758B7AEF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039B-85A5-6A1C-6783-DDD32D180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06A0D-484A-0200-9BB4-9E095001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DC0A4-68AB-BDDB-A434-3E832B77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C99AE-4D2D-92E3-6FE9-744FCE08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4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90DD-A655-DCE5-087E-56F3BC3B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2246F-ACDA-993A-83CE-B8F1C101B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4E6D-5618-380C-2D9C-2665FAA4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17478-F54B-05C2-2DBD-F51F2791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7D9D6-DCC9-979F-F930-DFF14363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1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E9FFB-7E9F-7223-12A4-B0D4C1530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C69C6-B02F-1BED-317C-B0CD24557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BA2EF-63C2-EA91-8CEA-D0B1BD2E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C9C09-F58B-8FF5-AD5C-721E42E5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335B5-4068-651D-36BF-3B931B4F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668AD-4FA3-A65C-598D-A61B2ABD2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4039F-F07D-A736-FF0E-9FC059471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6B429-3084-4715-6B77-AECF91ED3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8BD28-769E-4C5E-A043-05E20F42B8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FFCBF-574B-B78C-964C-8CD2237E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7A9C8-11B1-908E-8878-5BC233895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0A412-65CA-441A-97B4-3E7AE3439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3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789F0D5-73AB-E8DE-1638-708B08A40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159251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981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2026-09-06T08:14:05Z</dcterms:created>
  <dcterms:modified xsi:type="dcterms:W3CDTF">2026-09-06T08:14:05Z</dcterms:modified>
</cp:coreProperties>
</file>