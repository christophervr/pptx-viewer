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07D3D7-A557-49DD-8632-75E4AA73BAB4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374F406-3F48-4C02-AEFC-1CFBF251AA7E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ED297BF-30D1-407D-B36A-412F6282887E}" type="parTrans" cxnId="{1FA06EFC-7192-49B7-B725-EFEDF85584C6}">
      <dgm:prSet/>
      <dgm:spPr/>
    </dgm:pt>
    <dgm:pt modelId="{880B9AC1-8154-4259-A3D7-D4D2825F8E62}" type="sibTrans" cxnId="{1FA06EFC-7192-49B7-B725-EFEDF85584C6}">
      <dgm:prSet/>
      <dgm:spPr/>
    </dgm:pt>
    <dgm:pt modelId="{6537034A-8FCB-4329-9859-BA2D68F1E00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BE02F57-E7E2-403F-94B4-1F87DEFA000E}" type="parTrans" cxnId="{49783AC3-EF9F-4506-ABF4-A3D07C9C42CB}">
      <dgm:prSet/>
      <dgm:spPr/>
    </dgm:pt>
    <dgm:pt modelId="{74913B2C-4297-4706-BAB5-0CF0782DEA9F}" type="sibTrans" cxnId="{49783AC3-EF9F-4506-ABF4-A3D07C9C42CB}">
      <dgm:prSet/>
      <dgm:spPr/>
    </dgm:pt>
    <dgm:pt modelId="{2759E494-243C-4E85-B5E6-2E55B9942BD5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7DA28BE-2A63-4F1E-AFE3-123D5797CA67}" type="parTrans" cxnId="{67B0CBAC-0454-4031-AC05-F85BE7668E15}">
      <dgm:prSet/>
      <dgm:spPr/>
    </dgm:pt>
    <dgm:pt modelId="{36925513-BB3B-4213-B95A-363E1188844E}" type="sibTrans" cxnId="{67B0CBAC-0454-4031-AC05-F85BE7668E15}">
      <dgm:prSet/>
      <dgm:spPr/>
    </dgm:pt>
    <dgm:pt modelId="{54ADFEB1-2D2D-4FDF-95A0-CDD72EFE421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23CB1369-F5EB-4E49-BD2F-47E62634DD74}" type="parTrans" cxnId="{45F798D7-F78B-46A0-905F-7D0003E5F59B}">
      <dgm:prSet/>
      <dgm:spPr/>
    </dgm:pt>
    <dgm:pt modelId="{55DCCC98-F0CA-480B-8139-0B88D60E4C61}" type="sibTrans" cxnId="{45F798D7-F78B-46A0-905F-7D0003E5F59B}">
      <dgm:prSet/>
      <dgm:spPr/>
    </dgm:pt>
    <dgm:pt modelId="{030A01BC-DE3B-4B51-B1C5-1688F846DB7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8F457E62-46A7-425F-A3B9-3CCCCF00F99E}" type="parTrans" cxnId="{DB250798-6C51-457B-BD5F-D1EC9D5CE6FA}">
      <dgm:prSet/>
      <dgm:spPr/>
    </dgm:pt>
    <dgm:pt modelId="{B01C172C-9F64-4F63-B6BB-DF3B49BD5168}" type="sibTrans" cxnId="{DB250798-6C51-457B-BD5F-D1EC9D5CE6FA}">
      <dgm:prSet/>
      <dgm:spPr/>
    </dgm:pt>
    <dgm:pt modelId="{61F82B65-8378-4744-BD12-49F8039E6551}" type="pres">
      <dgm:prSet presAssocID="{6907D3D7-A557-49DD-8632-75E4AA73BAB4}" presName="Name0" presStyleCnt="0">
        <dgm:presLayoutVars>
          <dgm:dir/>
          <dgm:animLvl val="lvl"/>
          <dgm:resizeHandles val="exact"/>
        </dgm:presLayoutVars>
      </dgm:prSet>
      <dgm:spPr/>
    </dgm:pt>
    <dgm:pt modelId="{5F6A06E4-29F4-49C8-BC94-989117330E8C}" type="pres">
      <dgm:prSet presAssocID="{6907D3D7-A557-49DD-8632-75E4AA73BAB4}" presName="tSp" presStyleCnt="0"/>
      <dgm:spPr/>
    </dgm:pt>
    <dgm:pt modelId="{F9CC3AB4-7F9C-4B3D-B44D-0E14618614EC}" type="pres">
      <dgm:prSet presAssocID="{6907D3D7-A557-49DD-8632-75E4AA73BAB4}" presName="bSp" presStyleCnt="0"/>
      <dgm:spPr/>
    </dgm:pt>
    <dgm:pt modelId="{EF4B40E2-AD9A-4A79-B66A-1168A5568C7E}" type="pres">
      <dgm:prSet presAssocID="{6907D3D7-A557-49DD-8632-75E4AA73BAB4}" presName="process" presStyleCnt="0"/>
      <dgm:spPr/>
    </dgm:pt>
    <dgm:pt modelId="{43CCBCEB-6F77-40DF-9332-554DE3D808F6}" type="pres">
      <dgm:prSet presAssocID="{A374F406-3F48-4C02-AEFC-1CFBF251AA7E}" presName="composite1" presStyleCnt="0"/>
      <dgm:spPr/>
    </dgm:pt>
    <dgm:pt modelId="{B3F6CB52-10EA-4298-A2D3-833755B5F228}" type="pres">
      <dgm:prSet presAssocID="{A374F406-3F48-4C02-AEFC-1CFBF251AA7E}" presName="dummyNode1" presStyleLbl="node1" presStyleIdx="0" presStyleCnt="3"/>
      <dgm:spPr/>
    </dgm:pt>
    <dgm:pt modelId="{A56C73E5-DA27-4C9A-8913-3DDB2C40751E}" type="pres">
      <dgm:prSet presAssocID="{A374F406-3F48-4C02-AEFC-1CFBF251AA7E}" presName="childNode1" presStyleLbl="bgAcc1" presStyleIdx="0" presStyleCnt="3">
        <dgm:presLayoutVars>
          <dgm:bulletEnabled val="1"/>
        </dgm:presLayoutVars>
      </dgm:prSet>
      <dgm:spPr/>
    </dgm:pt>
    <dgm:pt modelId="{3B805EE8-3A32-44A8-806A-85410B88DFBB}" type="pres">
      <dgm:prSet presAssocID="{A374F406-3F48-4C02-AEFC-1CFBF251AA7E}" presName="childNode1tx" presStyleLbl="bgAcc1" presStyleIdx="0" presStyleCnt="3">
        <dgm:presLayoutVars>
          <dgm:bulletEnabled val="1"/>
        </dgm:presLayoutVars>
      </dgm:prSet>
      <dgm:spPr/>
    </dgm:pt>
    <dgm:pt modelId="{1C57B994-6271-4648-A1FF-FDE3B66A704A}" type="pres">
      <dgm:prSet presAssocID="{A374F406-3F48-4C02-AEFC-1CFBF251AA7E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1D1244C0-7D6C-422A-8754-7DDA91F49709}" type="pres">
      <dgm:prSet presAssocID="{A374F406-3F48-4C02-AEFC-1CFBF251AA7E}" presName="connSite1" presStyleCnt="0"/>
      <dgm:spPr/>
    </dgm:pt>
    <dgm:pt modelId="{47532903-4CF7-4473-9736-03614431579B}" type="pres">
      <dgm:prSet presAssocID="{880B9AC1-8154-4259-A3D7-D4D2825F8E62}" presName="Name9" presStyleLbl="sibTrans2D1" presStyleIdx="0" presStyleCnt="2"/>
      <dgm:spPr/>
    </dgm:pt>
    <dgm:pt modelId="{392C844B-3CC2-4FED-BF7B-D182DDE2E6D9}" type="pres">
      <dgm:prSet presAssocID="{2759E494-243C-4E85-B5E6-2E55B9942BD5}" presName="composite2" presStyleCnt="0"/>
      <dgm:spPr/>
    </dgm:pt>
    <dgm:pt modelId="{9F9217F8-1247-4A43-A9F3-9579ACD76362}" type="pres">
      <dgm:prSet presAssocID="{2759E494-243C-4E85-B5E6-2E55B9942BD5}" presName="dummyNode2" presStyleLbl="node1" presStyleIdx="0" presStyleCnt="3"/>
      <dgm:spPr/>
    </dgm:pt>
    <dgm:pt modelId="{D52284A4-AF24-415A-92C7-19EB24DF9CB5}" type="pres">
      <dgm:prSet presAssocID="{2759E494-243C-4E85-B5E6-2E55B9942BD5}" presName="childNode2" presStyleLbl="bgAcc1" presStyleIdx="1" presStyleCnt="3">
        <dgm:presLayoutVars>
          <dgm:bulletEnabled val="1"/>
        </dgm:presLayoutVars>
      </dgm:prSet>
      <dgm:spPr/>
    </dgm:pt>
    <dgm:pt modelId="{5D17AA1C-019A-4998-AF20-775B31E96718}" type="pres">
      <dgm:prSet presAssocID="{2759E494-243C-4E85-B5E6-2E55B9942BD5}" presName="childNode2tx" presStyleLbl="bgAcc1" presStyleIdx="1" presStyleCnt="3">
        <dgm:presLayoutVars>
          <dgm:bulletEnabled val="1"/>
        </dgm:presLayoutVars>
      </dgm:prSet>
      <dgm:spPr/>
    </dgm:pt>
    <dgm:pt modelId="{BDB1FA9E-71F6-4960-83CC-F94540FD5C80}" type="pres">
      <dgm:prSet presAssocID="{2759E494-243C-4E85-B5E6-2E55B9942BD5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41791376-9BD8-43BF-BA15-FA7BEEAB2011}" type="pres">
      <dgm:prSet presAssocID="{2759E494-243C-4E85-B5E6-2E55B9942BD5}" presName="connSite2" presStyleCnt="0"/>
      <dgm:spPr/>
    </dgm:pt>
    <dgm:pt modelId="{CDC2EAE8-5ED9-41AC-BE79-F79BC1E711F0}" type="pres">
      <dgm:prSet presAssocID="{36925513-BB3B-4213-B95A-363E1188844E}" presName="Name18" presStyleLbl="sibTrans2D1" presStyleIdx="1" presStyleCnt="2"/>
      <dgm:spPr/>
    </dgm:pt>
    <dgm:pt modelId="{4B672AA5-A4F0-4D08-AB79-C8C6691FBCE6}" type="pres">
      <dgm:prSet presAssocID="{54ADFEB1-2D2D-4FDF-95A0-CDD72EFE421B}" presName="composite1" presStyleCnt="0"/>
      <dgm:spPr/>
    </dgm:pt>
    <dgm:pt modelId="{C7D20ED6-29E9-4DF4-BB54-46B3CC18F880}" type="pres">
      <dgm:prSet presAssocID="{54ADFEB1-2D2D-4FDF-95A0-CDD72EFE421B}" presName="dummyNode1" presStyleLbl="node1" presStyleIdx="1" presStyleCnt="3"/>
      <dgm:spPr/>
    </dgm:pt>
    <dgm:pt modelId="{0E04915F-8DF9-4AD9-80CB-FD65E104B9E4}" type="pres">
      <dgm:prSet presAssocID="{54ADFEB1-2D2D-4FDF-95A0-CDD72EFE421B}" presName="childNode1" presStyleLbl="bgAcc1" presStyleIdx="2" presStyleCnt="3">
        <dgm:presLayoutVars>
          <dgm:bulletEnabled val="1"/>
        </dgm:presLayoutVars>
      </dgm:prSet>
      <dgm:spPr/>
    </dgm:pt>
    <dgm:pt modelId="{0D73D899-A049-4571-A59B-B5BA8B0A9349}" type="pres">
      <dgm:prSet presAssocID="{54ADFEB1-2D2D-4FDF-95A0-CDD72EFE421B}" presName="childNode1tx" presStyleLbl="bgAcc1" presStyleIdx="2" presStyleCnt="3">
        <dgm:presLayoutVars>
          <dgm:bulletEnabled val="1"/>
        </dgm:presLayoutVars>
      </dgm:prSet>
      <dgm:spPr/>
    </dgm:pt>
    <dgm:pt modelId="{17D866F0-C1CC-44F5-A5B0-D18B76EEF973}" type="pres">
      <dgm:prSet presAssocID="{54ADFEB1-2D2D-4FDF-95A0-CDD72EFE421B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48C2ED5D-5CFD-4E18-8214-2B6C44164A3C}" type="pres">
      <dgm:prSet presAssocID="{54ADFEB1-2D2D-4FDF-95A0-CDD72EFE421B}" presName="connSite1" presStyleCnt="0"/>
      <dgm:spPr/>
    </dgm:pt>
  </dgm:ptLst>
  <dgm:cxnLst>
    <dgm:cxn modelId="{352D063A-7AA5-46BD-AFAB-49DDF678E34D}" type="presOf" srcId="{6537034A-8FCB-4329-9859-BA2D68F1E00D}" destId="{A56C73E5-DA27-4C9A-8913-3DDB2C40751E}" srcOrd="0" destOrd="0" presId="urn:microsoft.com/office/officeart/2005/8/layout/hProcess4"/>
    <dgm:cxn modelId="{8CC86163-DDBB-4922-9791-DDE3DA2AD31C}" type="presOf" srcId="{2759E494-243C-4E85-B5E6-2E55B9942BD5}" destId="{BDB1FA9E-71F6-4960-83CC-F94540FD5C80}" srcOrd="0" destOrd="0" presId="urn:microsoft.com/office/officeart/2005/8/layout/hProcess4"/>
    <dgm:cxn modelId="{69D35844-7DE8-4E37-8366-44169D9FE914}" type="presOf" srcId="{6537034A-8FCB-4329-9859-BA2D68F1E00D}" destId="{3B805EE8-3A32-44A8-806A-85410B88DFBB}" srcOrd="1" destOrd="0" presId="urn:microsoft.com/office/officeart/2005/8/layout/hProcess4"/>
    <dgm:cxn modelId="{2F533F66-93DF-4D51-ABE1-A2AB9922A32C}" type="presOf" srcId="{36925513-BB3B-4213-B95A-363E1188844E}" destId="{CDC2EAE8-5ED9-41AC-BE79-F79BC1E711F0}" srcOrd="0" destOrd="0" presId="urn:microsoft.com/office/officeart/2005/8/layout/hProcess4"/>
    <dgm:cxn modelId="{94652E4C-7C12-4A80-9C8B-055666EE80F0}" type="presOf" srcId="{030A01BC-DE3B-4B51-B1C5-1688F846DB71}" destId="{0D73D899-A049-4571-A59B-B5BA8B0A9349}" srcOrd="1" destOrd="0" presId="urn:microsoft.com/office/officeart/2005/8/layout/hProcess4"/>
    <dgm:cxn modelId="{2F244D57-EEDD-4C54-8621-BE4EF65DD0F5}" type="presOf" srcId="{54ADFEB1-2D2D-4FDF-95A0-CDD72EFE421B}" destId="{17D866F0-C1CC-44F5-A5B0-D18B76EEF973}" srcOrd="0" destOrd="0" presId="urn:microsoft.com/office/officeart/2005/8/layout/hProcess4"/>
    <dgm:cxn modelId="{64247778-9CBF-4968-B6A4-70F51F079975}" type="presOf" srcId="{880B9AC1-8154-4259-A3D7-D4D2825F8E62}" destId="{47532903-4CF7-4473-9736-03614431579B}" srcOrd="0" destOrd="0" presId="urn:microsoft.com/office/officeart/2005/8/layout/hProcess4"/>
    <dgm:cxn modelId="{DB250798-6C51-457B-BD5F-D1EC9D5CE6FA}" srcId="{54ADFEB1-2D2D-4FDF-95A0-CDD72EFE421B}" destId="{030A01BC-DE3B-4B51-B1C5-1688F846DB71}" srcOrd="0" destOrd="0" parTransId="{8F457E62-46A7-425F-A3B9-3CCCCF00F99E}" sibTransId="{B01C172C-9F64-4F63-B6BB-DF3B49BD5168}"/>
    <dgm:cxn modelId="{02D35A99-4C00-4545-9BA3-153EA08C4916}" type="presOf" srcId="{030A01BC-DE3B-4B51-B1C5-1688F846DB71}" destId="{0E04915F-8DF9-4AD9-80CB-FD65E104B9E4}" srcOrd="0" destOrd="0" presId="urn:microsoft.com/office/officeart/2005/8/layout/hProcess4"/>
    <dgm:cxn modelId="{67B0CBAC-0454-4031-AC05-F85BE7668E15}" srcId="{6907D3D7-A557-49DD-8632-75E4AA73BAB4}" destId="{2759E494-243C-4E85-B5E6-2E55B9942BD5}" srcOrd="1" destOrd="0" parTransId="{67DA28BE-2A63-4F1E-AFE3-123D5797CA67}" sibTransId="{36925513-BB3B-4213-B95A-363E1188844E}"/>
    <dgm:cxn modelId="{A58CA2C1-BDE0-4CDA-AE7D-1EB85C6068DA}" type="presOf" srcId="{A374F406-3F48-4C02-AEFC-1CFBF251AA7E}" destId="{1C57B994-6271-4648-A1FF-FDE3B66A704A}" srcOrd="0" destOrd="0" presId="urn:microsoft.com/office/officeart/2005/8/layout/hProcess4"/>
    <dgm:cxn modelId="{49783AC3-EF9F-4506-ABF4-A3D07C9C42CB}" srcId="{A374F406-3F48-4C02-AEFC-1CFBF251AA7E}" destId="{6537034A-8FCB-4329-9859-BA2D68F1E00D}" srcOrd="0" destOrd="0" parTransId="{5BE02F57-E7E2-403F-94B4-1F87DEFA000E}" sibTransId="{74913B2C-4297-4706-BAB5-0CF0782DEA9F}"/>
    <dgm:cxn modelId="{D31322CC-D410-4064-90EC-866138F08CC8}" type="presOf" srcId="{6907D3D7-A557-49DD-8632-75E4AA73BAB4}" destId="{61F82B65-8378-4744-BD12-49F8039E6551}" srcOrd="0" destOrd="0" presId="urn:microsoft.com/office/officeart/2005/8/layout/hProcess4"/>
    <dgm:cxn modelId="{45F798D7-F78B-46A0-905F-7D0003E5F59B}" srcId="{6907D3D7-A557-49DD-8632-75E4AA73BAB4}" destId="{54ADFEB1-2D2D-4FDF-95A0-CDD72EFE421B}" srcOrd="2" destOrd="0" parTransId="{23CB1369-F5EB-4E49-BD2F-47E62634DD74}" sibTransId="{55DCCC98-F0CA-480B-8139-0B88D60E4C61}"/>
    <dgm:cxn modelId="{1FA06EFC-7192-49B7-B725-EFEDF85584C6}" srcId="{6907D3D7-A557-49DD-8632-75E4AA73BAB4}" destId="{A374F406-3F48-4C02-AEFC-1CFBF251AA7E}" srcOrd="0" destOrd="0" parTransId="{3ED297BF-30D1-407D-B36A-412F6282887E}" sibTransId="{880B9AC1-8154-4259-A3D7-D4D2825F8E62}"/>
    <dgm:cxn modelId="{D7EC53C3-14AD-47EB-85F0-6CEC4A3D0C26}" type="presParOf" srcId="{61F82B65-8378-4744-BD12-49F8039E6551}" destId="{5F6A06E4-29F4-49C8-BC94-989117330E8C}" srcOrd="0" destOrd="0" presId="urn:microsoft.com/office/officeart/2005/8/layout/hProcess4"/>
    <dgm:cxn modelId="{74BECFAB-33C1-4830-A14F-608475662E22}" type="presParOf" srcId="{61F82B65-8378-4744-BD12-49F8039E6551}" destId="{F9CC3AB4-7F9C-4B3D-B44D-0E14618614EC}" srcOrd="1" destOrd="0" presId="urn:microsoft.com/office/officeart/2005/8/layout/hProcess4"/>
    <dgm:cxn modelId="{5FEDA92F-426A-432F-92AB-62B833041394}" type="presParOf" srcId="{61F82B65-8378-4744-BD12-49F8039E6551}" destId="{EF4B40E2-AD9A-4A79-B66A-1168A5568C7E}" srcOrd="2" destOrd="0" presId="urn:microsoft.com/office/officeart/2005/8/layout/hProcess4"/>
    <dgm:cxn modelId="{14098B65-4F6D-4D8D-8F23-F4FE8E84BF56}" type="presParOf" srcId="{EF4B40E2-AD9A-4A79-B66A-1168A5568C7E}" destId="{43CCBCEB-6F77-40DF-9332-554DE3D808F6}" srcOrd="0" destOrd="0" presId="urn:microsoft.com/office/officeart/2005/8/layout/hProcess4"/>
    <dgm:cxn modelId="{6A14B218-0FD3-4DF4-AB10-88B04CBFC1CA}" type="presParOf" srcId="{43CCBCEB-6F77-40DF-9332-554DE3D808F6}" destId="{B3F6CB52-10EA-4298-A2D3-833755B5F228}" srcOrd="0" destOrd="0" presId="urn:microsoft.com/office/officeart/2005/8/layout/hProcess4"/>
    <dgm:cxn modelId="{43807C99-F836-4B88-9148-FAE32AF63837}" type="presParOf" srcId="{43CCBCEB-6F77-40DF-9332-554DE3D808F6}" destId="{A56C73E5-DA27-4C9A-8913-3DDB2C40751E}" srcOrd="1" destOrd="0" presId="urn:microsoft.com/office/officeart/2005/8/layout/hProcess4"/>
    <dgm:cxn modelId="{407E67D2-C884-435A-B49C-F319A356DA04}" type="presParOf" srcId="{43CCBCEB-6F77-40DF-9332-554DE3D808F6}" destId="{3B805EE8-3A32-44A8-806A-85410B88DFBB}" srcOrd="2" destOrd="0" presId="urn:microsoft.com/office/officeart/2005/8/layout/hProcess4"/>
    <dgm:cxn modelId="{A176601A-4DF0-49EF-BAE7-7E7AA9FA43CB}" type="presParOf" srcId="{43CCBCEB-6F77-40DF-9332-554DE3D808F6}" destId="{1C57B994-6271-4648-A1FF-FDE3B66A704A}" srcOrd="3" destOrd="0" presId="urn:microsoft.com/office/officeart/2005/8/layout/hProcess4"/>
    <dgm:cxn modelId="{C6BAE1C8-55ED-487F-B27B-CB699CC2FFEB}" type="presParOf" srcId="{43CCBCEB-6F77-40DF-9332-554DE3D808F6}" destId="{1D1244C0-7D6C-422A-8754-7DDA91F49709}" srcOrd="4" destOrd="0" presId="urn:microsoft.com/office/officeart/2005/8/layout/hProcess4"/>
    <dgm:cxn modelId="{DE3D34C5-CEBB-48D6-B221-F0AEC21CA59E}" type="presParOf" srcId="{EF4B40E2-AD9A-4A79-B66A-1168A5568C7E}" destId="{47532903-4CF7-4473-9736-03614431579B}" srcOrd="1" destOrd="0" presId="urn:microsoft.com/office/officeart/2005/8/layout/hProcess4"/>
    <dgm:cxn modelId="{D2C87CF8-157C-48EA-A5F3-83F060F5AAFC}" type="presParOf" srcId="{EF4B40E2-AD9A-4A79-B66A-1168A5568C7E}" destId="{392C844B-3CC2-4FED-BF7B-D182DDE2E6D9}" srcOrd="2" destOrd="0" presId="urn:microsoft.com/office/officeart/2005/8/layout/hProcess4"/>
    <dgm:cxn modelId="{08313717-4EDF-4FE8-818A-43DC696E9B1A}" type="presParOf" srcId="{392C844B-3CC2-4FED-BF7B-D182DDE2E6D9}" destId="{9F9217F8-1247-4A43-A9F3-9579ACD76362}" srcOrd="0" destOrd="0" presId="urn:microsoft.com/office/officeart/2005/8/layout/hProcess4"/>
    <dgm:cxn modelId="{A092802C-D31C-4D71-9F2A-2F8A0B2F7AB4}" type="presParOf" srcId="{392C844B-3CC2-4FED-BF7B-D182DDE2E6D9}" destId="{D52284A4-AF24-415A-92C7-19EB24DF9CB5}" srcOrd="1" destOrd="0" presId="urn:microsoft.com/office/officeart/2005/8/layout/hProcess4"/>
    <dgm:cxn modelId="{22EDE8CA-F888-4A52-943F-4CE62B00A7D8}" type="presParOf" srcId="{392C844B-3CC2-4FED-BF7B-D182DDE2E6D9}" destId="{5D17AA1C-019A-4998-AF20-775B31E96718}" srcOrd="2" destOrd="0" presId="urn:microsoft.com/office/officeart/2005/8/layout/hProcess4"/>
    <dgm:cxn modelId="{6431E400-69B4-4B5C-9A70-0226A8972AD6}" type="presParOf" srcId="{392C844B-3CC2-4FED-BF7B-D182DDE2E6D9}" destId="{BDB1FA9E-71F6-4960-83CC-F94540FD5C80}" srcOrd="3" destOrd="0" presId="urn:microsoft.com/office/officeart/2005/8/layout/hProcess4"/>
    <dgm:cxn modelId="{5C771D9B-39BE-418A-8453-7E9A10BF1B98}" type="presParOf" srcId="{392C844B-3CC2-4FED-BF7B-D182DDE2E6D9}" destId="{41791376-9BD8-43BF-BA15-FA7BEEAB2011}" srcOrd="4" destOrd="0" presId="urn:microsoft.com/office/officeart/2005/8/layout/hProcess4"/>
    <dgm:cxn modelId="{B559D188-7C6F-4439-8097-BA9066FE3DC2}" type="presParOf" srcId="{EF4B40E2-AD9A-4A79-B66A-1168A5568C7E}" destId="{CDC2EAE8-5ED9-41AC-BE79-F79BC1E711F0}" srcOrd="3" destOrd="0" presId="urn:microsoft.com/office/officeart/2005/8/layout/hProcess4"/>
    <dgm:cxn modelId="{D8F2C064-F472-414D-AEEA-49C0ADB7D3D1}" type="presParOf" srcId="{EF4B40E2-AD9A-4A79-B66A-1168A5568C7E}" destId="{4B672AA5-A4F0-4D08-AB79-C8C6691FBCE6}" srcOrd="4" destOrd="0" presId="urn:microsoft.com/office/officeart/2005/8/layout/hProcess4"/>
    <dgm:cxn modelId="{FFDF25DA-E006-4F76-B76E-15B705D1B24A}" type="presParOf" srcId="{4B672AA5-A4F0-4D08-AB79-C8C6691FBCE6}" destId="{C7D20ED6-29E9-4DF4-BB54-46B3CC18F880}" srcOrd="0" destOrd="0" presId="urn:microsoft.com/office/officeart/2005/8/layout/hProcess4"/>
    <dgm:cxn modelId="{253D4B16-03FF-4EF1-9B42-6EA4E6783DF9}" type="presParOf" srcId="{4B672AA5-A4F0-4D08-AB79-C8C6691FBCE6}" destId="{0E04915F-8DF9-4AD9-80CB-FD65E104B9E4}" srcOrd="1" destOrd="0" presId="urn:microsoft.com/office/officeart/2005/8/layout/hProcess4"/>
    <dgm:cxn modelId="{77773B0B-067C-4D51-94FB-43D66A3FDEB1}" type="presParOf" srcId="{4B672AA5-A4F0-4D08-AB79-C8C6691FBCE6}" destId="{0D73D899-A049-4571-A59B-B5BA8B0A9349}" srcOrd="2" destOrd="0" presId="urn:microsoft.com/office/officeart/2005/8/layout/hProcess4"/>
    <dgm:cxn modelId="{2B201BBB-17B3-4362-B11E-72982916EF39}" type="presParOf" srcId="{4B672AA5-A4F0-4D08-AB79-C8C6691FBCE6}" destId="{17D866F0-C1CC-44F5-A5B0-D18B76EEF973}" srcOrd="3" destOrd="0" presId="urn:microsoft.com/office/officeart/2005/8/layout/hProcess4"/>
    <dgm:cxn modelId="{09ECC824-76BF-4B75-BB5C-347734FABA26}" type="presParOf" srcId="{4B672AA5-A4F0-4D08-AB79-C8C6691FBCE6}" destId="{48C2ED5D-5CFD-4E18-8214-2B6C44164A3C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C73E5-DA27-4C9A-8913-3DDB2C40751E}">
      <dsp:nvSpPr>
        <dsp:cNvPr id="0" name=""/>
        <dsp:cNvSpPr/>
      </dsp:nvSpPr>
      <dsp:spPr>
        <a:xfrm>
          <a:off x="2944" y="1596826"/>
          <a:ext cx="2287060" cy="1886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Node Two has a longer label</a:t>
          </a:r>
        </a:p>
      </dsp:txBody>
      <dsp:txXfrm>
        <a:off x="46354" y="1640236"/>
        <a:ext cx="2200240" cy="1395309"/>
      </dsp:txXfrm>
    </dsp:sp>
    <dsp:sp modelId="{47532903-4CF7-4473-9736-03614431579B}">
      <dsp:nvSpPr>
        <dsp:cNvPr id="0" name=""/>
        <dsp:cNvSpPr/>
      </dsp:nvSpPr>
      <dsp:spPr>
        <a:xfrm>
          <a:off x="1308198" y="2117873"/>
          <a:ext cx="2416166" cy="2416166"/>
        </a:xfrm>
        <a:prstGeom prst="leftCircularArrow">
          <a:avLst>
            <a:gd name="adj1" fmla="val 2719"/>
            <a:gd name="adj2" fmla="val 331152"/>
            <a:gd name="adj3" fmla="val 2106663"/>
            <a:gd name="adj4" fmla="val 9024489"/>
            <a:gd name="adj5" fmla="val 317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57B994-6271-4648-A1FF-FDE3B66A704A}">
      <dsp:nvSpPr>
        <dsp:cNvPr id="0" name=""/>
        <dsp:cNvSpPr/>
      </dsp:nvSpPr>
      <dsp:spPr>
        <a:xfrm>
          <a:off x="511180" y="3078956"/>
          <a:ext cx="2032942" cy="80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One</a:t>
          </a:r>
        </a:p>
      </dsp:txBody>
      <dsp:txXfrm>
        <a:off x="534858" y="3102634"/>
        <a:ext cx="1985586" cy="761078"/>
      </dsp:txXfrm>
    </dsp:sp>
    <dsp:sp modelId="{D52284A4-AF24-415A-92C7-19EB24DF9CB5}">
      <dsp:nvSpPr>
        <dsp:cNvPr id="0" name=""/>
        <dsp:cNvSpPr/>
      </dsp:nvSpPr>
      <dsp:spPr>
        <a:xfrm>
          <a:off x="2856910" y="1596826"/>
          <a:ext cx="2287060" cy="1886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2EAE8-5ED9-41AC-BE79-F79BC1E711F0}">
      <dsp:nvSpPr>
        <dsp:cNvPr id="0" name=""/>
        <dsp:cNvSpPr/>
      </dsp:nvSpPr>
      <dsp:spPr>
        <a:xfrm>
          <a:off x="4143105" y="471997"/>
          <a:ext cx="2708401" cy="2708401"/>
        </a:xfrm>
        <a:prstGeom prst="circularArrow">
          <a:avLst>
            <a:gd name="adj1" fmla="val 2425"/>
            <a:gd name="adj2" fmla="val 293415"/>
            <a:gd name="adj3" fmla="val 19531075"/>
            <a:gd name="adj4" fmla="val 12575511"/>
            <a:gd name="adj5" fmla="val 282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B1FA9E-71F6-4960-83CC-F94540FD5C80}">
      <dsp:nvSpPr>
        <dsp:cNvPr id="0" name=""/>
        <dsp:cNvSpPr/>
      </dsp:nvSpPr>
      <dsp:spPr>
        <a:xfrm>
          <a:off x="3365146" y="1192609"/>
          <a:ext cx="2032942" cy="80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Three</a:t>
          </a:r>
        </a:p>
      </dsp:txBody>
      <dsp:txXfrm>
        <a:off x="3388824" y="1216287"/>
        <a:ext cx="1985586" cy="761078"/>
      </dsp:txXfrm>
    </dsp:sp>
    <dsp:sp modelId="{0E04915F-8DF9-4AD9-80CB-FD65E104B9E4}">
      <dsp:nvSpPr>
        <dsp:cNvPr id="0" name=""/>
        <dsp:cNvSpPr/>
      </dsp:nvSpPr>
      <dsp:spPr>
        <a:xfrm>
          <a:off x="5710876" y="1596826"/>
          <a:ext cx="2287060" cy="18863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Node Five</a:t>
          </a:r>
        </a:p>
      </dsp:txBody>
      <dsp:txXfrm>
        <a:off x="5754286" y="1640236"/>
        <a:ext cx="2200240" cy="1395309"/>
      </dsp:txXfrm>
    </dsp:sp>
    <dsp:sp modelId="{17D866F0-C1CC-44F5-A5B0-D18B76EEF973}">
      <dsp:nvSpPr>
        <dsp:cNvPr id="0" name=""/>
        <dsp:cNvSpPr/>
      </dsp:nvSpPr>
      <dsp:spPr>
        <a:xfrm>
          <a:off x="6219112" y="3078956"/>
          <a:ext cx="2032942" cy="8084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Node Four</a:t>
          </a:r>
        </a:p>
      </dsp:txBody>
      <dsp:txXfrm>
        <a:off x="6242790" y="3102634"/>
        <a:ext cx="1985586" cy="761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20E0-F556-6D9B-3A20-48CDF1AA2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45CB8-EAA8-61BB-5DCA-19710C116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2CD40-6BE3-456B-1E4F-CF8870C6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879E0-6754-6E23-7D10-E89C64B85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ED4B6-FCC9-A411-8CC6-65200E68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74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FD3A-FD49-D1D1-E808-AEC3590A2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40D0-2FAB-5CFC-5A22-6C8981BDD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DDBF6-154E-B5C0-4E38-AA029325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CDA94-268C-41CE-CE77-B6CD73AF7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7AC67-8EF2-60C4-3B86-4112E028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2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EA34-EBB9-01B0-1D51-5FF66845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B9426-30D4-ED84-6F01-A71F160A7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E732F-9E44-1C17-117D-A4921829D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5213E-8CC8-18A2-3238-35FD0CB79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8CAE5-D19A-56D1-8508-97240479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8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C465-D822-BCF5-BA75-3FEDCF1D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D5C2-6ED2-B192-2681-68787D98A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B82D7-66F9-665A-7144-FB37B5923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3D6E5-CA61-D789-793D-9AA04285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1D64B-1FAB-AF5D-815E-D6B2EFF9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A7C65-F8C1-320E-D31F-98CF8AA6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4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BDBE-A2F6-319E-C7B9-B4476E192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60102-D316-4633-AB10-11710208E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4BE65-E669-7B71-0E6C-BDFF89ADF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D2EA6A-6451-94C0-E0C9-FA7759A99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99EDE-8D7D-964A-BBA4-6B717AD64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0876E-AD32-9470-4AB8-C25DE44FF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3E0E03-4DDF-5817-6ACC-2D7A450A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6376E-3EEF-C5FD-8A70-B24AFD18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18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2B7F-2C4E-C657-FE42-395FAE9A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B2461-E9E3-BDCC-506F-90444B8D6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29E76-6DA4-48B1-D8D0-95929CB8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826F1-F989-2153-C4AD-46E6D388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DC2FD-2F19-8DAC-C83F-10A25F851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2760D-88F5-8FCC-6C77-72003E42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E9119-C22C-BCE3-D8E7-A76CDC53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6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9841-2487-0ACA-ECF4-4FCADAC3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BABA0-22F2-A4FF-1CB5-BCAD565F4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DE4DF-CF09-4DB8-5961-777241D17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36054-CB57-FEAD-CCD2-16BA4C135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7B474-F45B-B812-C9EF-4C748AC7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EBA59-F189-A090-C724-DB67DB60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3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3D0C-4E0A-9E30-C5AC-17746B553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04074E-B9E2-3DB4-6924-1895AE25C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975C6-5871-663D-BC36-6B93EF46E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3A8A9-8AFF-84C1-2A2B-919F11918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A59C9-73ED-AD55-E69A-8111F25DA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277A4-3A72-9BAE-7D54-5C5B0328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3CB9-69EA-6C62-54AF-CA97F197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0143D-B493-B345-412C-7CFDF1FBB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B6E83-1991-D7B6-24B5-86136E5A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E90F4-5286-DFE4-54D3-FD40215B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81C27-FF47-F462-08A9-D249F28E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8EF0A-3D75-F7F2-BDCC-15765FA02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A2326E-35CD-6139-F5AA-D8A6B807F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25A40-74DF-0873-4018-69E0C0FC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436F5-9CB5-F41D-E8FE-B2CA8600C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6E9BF-B670-5E34-0E3D-3C3CD896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8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565622-3775-FEDB-4286-E6BD6D824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4D636-7D16-3B0A-E596-DA4C5F69D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E0D3F-1218-9FE3-1C5B-D4E112291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DD5FB-1D7C-4BEB-9FE4-1F95E899700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DF7A8-CA15-AA76-14EF-F8D30A5E7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FCE20-E580-F370-BE5D-C401C4934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116495-5FF7-4D0E-988D-5BFCD4B06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39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614FD4C-FBAF-6E2E-46C9-797E5527F7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801106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697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2026-09-06T08:13:23Z</dcterms:created>
  <dcterms:modified xsi:type="dcterms:W3CDTF">2026-09-06T08:13:24Z</dcterms:modified>
</cp:coreProperties>
</file>