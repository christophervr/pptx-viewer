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BE41B5-FE9A-4E5E-8299-BD7DF26F2880}" type="doc">
      <dgm:prSet loTypeId="urn:microsoft.com/office/officeart/2005/8/layout/radial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73D471-0AF1-4D31-9EE7-7CEBB0749C1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AB8AFB1A-D5A2-48DA-81D6-32F4600C614E}" type="parTrans" cxnId="{0AB78CEB-305F-4D74-B281-0DFFD54DCD0F}">
      <dgm:prSet/>
      <dgm:spPr/>
    </dgm:pt>
    <dgm:pt modelId="{F3386093-D2E0-4B2E-8517-5B63E36BF76A}" type="sibTrans" cxnId="{0AB78CEB-305F-4D74-B281-0DFFD54DCD0F}">
      <dgm:prSet/>
      <dgm:spPr/>
    </dgm:pt>
    <dgm:pt modelId="{BBB86AA5-3709-4394-B45F-A30C4097D649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21E5C25F-CEFA-408C-B48E-BEEC5588ADD2}" type="parTrans" cxnId="{8FA6BF6E-801A-47F0-98B2-02443E3AB053}">
      <dgm:prSet/>
      <dgm:spPr/>
    </dgm:pt>
    <dgm:pt modelId="{0D965443-BF62-4D58-A49C-3F8E26860A52}" type="sibTrans" cxnId="{8FA6BF6E-801A-47F0-98B2-02443E3AB053}">
      <dgm:prSet/>
      <dgm:spPr/>
    </dgm:pt>
    <dgm:pt modelId="{6F2006FA-0743-4B5B-ABA9-0B5A4AF9D660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4B110156-43F2-4D92-A4EB-2FDC77CFC533}" type="parTrans" cxnId="{40C4A0F5-5F95-444C-AEA3-5A6F3B61078A}">
      <dgm:prSet/>
      <dgm:spPr/>
    </dgm:pt>
    <dgm:pt modelId="{0D315A97-7643-4E2B-B938-ACE1FB56D2F4}" type="sibTrans" cxnId="{40C4A0F5-5F95-444C-AEA3-5A6F3B61078A}">
      <dgm:prSet/>
      <dgm:spPr/>
    </dgm:pt>
    <dgm:pt modelId="{F77346F4-AF0D-4027-9B9D-1D217EFACE76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50FEF683-54F0-4E9B-9C18-95AF4ADA4ED0}" type="parTrans" cxnId="{FE0219DA-BC24-4F22-998C-4F510309CD97}">
      <dgm:prSet/>
      <dgm:spPr/>
    </dgm:pt>
    <dgm:pt modelId="{BA2CDE7B-434F-484B-8626-0B320347E8DF}" type="sibTrans" cxnId="{FE0219DA-BC24-4F22-998C-4F510309CD97}">
      <dgm:prSet/>
      <dgm:spPr/>
    </dgm:pt>
    <dgm:pt modelId="{33C94B76-121C-458C-9023-BF305D980928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64793C35-9C25-42AE-882A-5329A9966FC4}" type="parTrans" cxnId="{28D63C6C-86F3-41C7-BBF5-860A3C981FD1}">
      <dgm:prSet/>
      <dgm:spPr/>
    </dgm:pt>
    <dgm:pt modelId="{9405A422-EC2F-4C14-9EF8-8F88BFD24E26}" type="sibTrans" cxnId="{28D63C6C-86F3-41C7-BBF5-860A3C981FD1}">
      <dgm:prSet/>
      <dgm:spPr/>
    </dgm:pt>
    <dgm:pt modelId="{2A61E02A-4605-47FA-9531-DED2707B3675}" type="pres">
      <dgm:prSet presAssocID="{36BE41B5-FE9A-4E5E-8299-BD7DF26F2880}" presName="composite" presStyleCnt="0">
        <dgm:presLayoutVars>
          <dgm:chMax val="1"/>
          <dgm:dir/>
          <dgm:resizeHandles val="exact"/>
        </dgm:presLayoutVars>
      </dgm:prSet>
      <dgm:spPr/>
    </dgm:pt>
    <dgm:pt modelId="{247FC049-26DF-45B3-BC2F-827C38FFC294}" type="pres">
      <dgm:prSet presAssocID="{36BE41B5-FE9A-4E5E-8299-BD7DF26F2880}" presName="radial" presStyleCnt="0">
        <dgm:presLayoutVars>
          <dgm:animLvl val="ctr"/>
        </dgm:presLayoutVars>
      </dgm:prSet>
      <dgm:spPr/>
    </dgm:pt>
    <dgm:pt modelId="{AC632A6E-BDE1-4809-869B-06FCD0C90E1E}" type="pres">
      <dgm:prSet presAssocID="{DC73D471-0AF1-4D31-9EE7-7CEBB0749C12}" presName="centerShape" presStyleLbl="vennNode1" presStyleIdx="0" presStyleCnt="4"/>
      <dgm:spPr/>
    </dgm:pt>
    <dgm:pt modelId="{33DA53C4-9686-450C-BBFA-440D550A9AD3}" type="pres">
      <dgm:prSet presAssocID="{BBB86AA5-3709-4394-B45F-A30C4097D649}" presName="node" presStyleLbl="vennNode1" presStyleIdx="1" presStyleCnt="4">
        <dgm:presLayoutVars>
          <dgm:bulletEnabled val="1"/>
        </dgm:presLayoutVars>
      </dgm:prSet>
      <dgm:spPr/>
    </dgm:pt>
    <dgm:pt modelId="{E946EC88-736D-4ADC-AA63-CDEEE6665FD7}" type="pres">
      <dgm:prSet presAssocID="{6F2006FA-0743-4B5B-ABA9-0B5A4AF9D660}" presName="node" presStyleLbl="vennNode1" presStyleIdx="2" presStyleCnt="4">
        <dgm:presLayoutVars>
          <dgm:bulletEnabled val="1"/>
        </dgm:presLayoutVars>
      </dgm:prSet>
      <dgm:spPr/>
    </dgm:pt>
    <dgm:pt modelId="{716684D5-97C4-42DB-8E48-A2BDFD33DE77}" type="pres">
      <dgm:prSet presAssocID="{F77346F4-AF0D-4027-9B9D-1D217EFACE76}" presName="node" presStyleLbl="vennNode1" presStyleIdx="3" presStyleCnt="4">
        <dgm:presLayoutVars>
          <dgm:bulletEnabled val="1"/>
        </dgm:presLayoutVars>
      </dgm:prSet>
      <dgm:spPr/>
    </dgm:pt>
  </dgm:ptLst>
  <dgm:cxnLst>
    <dgm:cxn modelId="{9E33AA04-8A77-4C42-A3C9-9925117FF1C5}" type="presOf" srcId="{DC73D471-0AF1-4D31-9EE7-7CEBB0749C12}" destId="{AC632A6E-BDE1-4809-869B-06FCD0C90E1E}" srcOrd="0" destOrd="0" presId="urn:microsoft.com/office/officeart/2005/8/layout/radial3"/>
    <dgm:cxn modelId="{3B57FF23-01C0-4C31-B77D-4D681C97D249}" type="presOf" srcId="{36BE41B5-FE9A-4E5E-8299-BD7DF26F2880}" destId="{2A61E02A-4605-47FA-9531-DED2707B3675}" srcOrd="0" destOrd="0" presId="urn:microsoft.com/office/officeart/2005/8/layout/radial3"/>
    <dgm:cxn modelId="{1F05AC3E-26E2-4482-B486-92D74F2065D0}" type="presOf" srcId="{33C94B76-121C-458C-9023-BF305D980928}" destId="{716684D5-97C4-42DB-8E48-A2BDFD33DE77}" srcOrd="0" destOrd="1" presId="urn:microsoft.com/office/officeart/2005/8/layout/radial3"/>
    <dgm:cxn modelId="{28D63C6C-86F3-41C7-BBF5-860A3C981FD1}" srcId="{F77346F4-AF0D-4027-9B9D-1D217EFACE76}" destId="{33C94B76-121C-458C-9023-BF305D980928}" srcOrd="0" destOrd="0" parTransId="{64793C35-9C25-42AE-882A-5329A9966FC4}" sibTransId="{9405A422-EC2F-4C14-9EF8-8F88BFD24E26}"/>
    <dgm:cxn modelId="{8FA6BF6E-801A-47F0-98B2-02443E3AB053}" srcId="{DC73D471-0AF1-4D31-9EE7-7CEBB0749C12}" destId="{BBB86AA5-3709-4394-B45F-A30C4097D649}" srcOrd="0" destOrd="0" parTransId="{21E5C25F-CEFA-408C-B48E-BEEC5588ADD2}" sibTransId="{0D965443-BF62-4D58-A49C-3F8E26860A52}"/>
    <dgm:cxn modelId="{C8C40A95-A981-4712-A8C8-2BCE3CF16B27}" type="presOf" srcId="{F77346F4-AF0D-4027-9B9D-1D217EFACE76}" destId="{716684D5-97C4-42DB-8E48-A2BDFD33DE77}" srcOrd="0" destOrd="0" presId="urn:microsoft.com/office/officeart/2005/8/layout/radial3"/>
    <dgm:cxn modelId="{DA4A7BAB-D92E-4B3E-8926-7539CB2D3B4D}" type="presOf" srcId="{BBB86AA5-3709-4394-B45F-A30C4097D649}" destId="{33DA53C4-9686-450C-BBFA-440D550A9AD3}" srcOrd="0" destOrd="0" presId="urn:microsoft.com/office/officeart/2005/8/layout/radial3"/>
    <dgm:cxn modelId="{FE0219DA-BC24-4F22-998C-4F510309CD97}" srcId="{DC73D471-0AF1-4D31-9EE7-7CEBB0749C12}" destId="{F77346F4-AF0D-4027-9B9D-1D217EFACE76}" srcOrd="2" destOrd="0" parTransId="{50FEF683-54F0-4E9B-9C18-95AF4ADA4ED0}" sibTransId="{BA2CDE7B-434F-484B-8626-0B320347E8DF}"/>
    <dgm:cxn modelId="{0AB78CEB-305F-4D74-B281-0DFFD54DCD0F}" srcId="{36BE41B5-FE9A-4E5E-8299-BD7DF26F2880}" destId="{DC73D471-0AF1-4D31-9EE7-7CEBB0749C12}" srcOrd="0" destOrd="0" parTransId="{AB8AFB1A-D5A2-48DA-81D6-32F4600C614E}" sibTransId="{F3386093-D2E0-4B2E-8517-5B63E36BF76A}"/>
    <dgm:cxn modelId="{977742ED-6CCB-4F41-8EA7-F5647D445904}" type="presOf" srcId="{6F2006FA-0743-4B5B-ABA9-0B5A4AF9D660}" destId="{E946EC88-736D-4ADC-AA63-CDEEE6665FD7}" srcOrd="0" destOrd="0" presId="urn:microsoft.com/office/officeart/2005/8/layout/radial3"/>
    <dgm:cxn modelId="{40C4A0F5-5F95-444C-AEA3-5A6F3B61078A}" srcId="{DC73D471-0AF1-4D31-9EE7-7CEBB0749C12}" destId="{6F2006FA-0743-4B5B-ABA9-0B5A4AF9D660}" srcOrd="1" destOrd="0" parTransId="{4B110156-43F2-4D92-A4EB-2FDC77CFC533}" sibTransId="{0D315A97-7643-4E2B-B938-ACE1FB56D2F4}"/>
    <dgm:cxn modelId="{E5082D41-C50E-4701-B7C9-DECFFA3ED162}" type="presParOf" srcId="{2A61E02A-4605-47FA-9531-DED2707B3675}" destId="{247FC049-26DF-45B3-BC2F-827C38FFC294}" srcOrd="0" destOrd="0" presId="urn:microsoft.com/office/officeart/2005/8/layout/radial3"/>
    <dgm:cxn modelId="{36EC1C1C-01A9-4589-B835-51AB7067B407}" type="presParOf" srcId="{247FC049-26DF-45B3-BC2F-827C38FFC294}" destId="{AC632A6E-BDE1-4809-869B-06FCD0C90E1E}" srcOrd="0" destOrd="0" presId="urn:microsoft.com/office/officeart/2005/8/layout/radial3"/>
    <dgm:cxn modelId="{AB844814-7C2D-42E0-833A-6012BB5C3333}" type="presParOf" srcId="{247FC049-26DF-45B3-BC2F-827C38FFC294}" destId="{33DA53C4-9686-450C-BBFA-440D550A9AD3}" srcOrd="1" destOrd="0" presId="urn:microsoft.com/office/officeart/2005/8/layout/radial3"/>
    <dgm:cxn modelId="{3D9BA8CC-83DC-4CA9-B95B-295810C58A1E}" type="presParOf" srcId="{247FC049-26DF-45B3-BC2F-827C38FFC294}" destId="{E946EC88-736D-4ADC-AA63-CDEEE6665FD7}" srcOrd="2" destOrd="0" presId="urn:microsoft.com/office/officeart/2005/8/layout/radial3"/>
    <dgm:cxn modelId="{786AAD00-1D80-4769-8F64-EDEF9F8A348E}" type="presParOf" srcId="{247FC049-26DF-45B3-BC2F-827C38FFC294}" destId="{716684D5-97C4-42DB-8E48-A2BDFD33DE77}" srcOrd="3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32A6E-BDE1-4809-869B-06FCD0C90E1E}">
      <dsp:nvSpPr>
        <dsp:cNvPr id="0" name=""/>
        <dsp:cNvSpPr/>
      </dsp:nvSpPr>
      <dsp:spPr>
        <a:xfrm>
          <a:off x="2567285" y="1487317"/>
          <a:ext cx="3120429" cy="312042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Node One</a:t>
          </a:r>
        </a:p>
      </dsp:txBody>
      <dsp:txXfrm>
        <a:off x="3024261" y="1944293"/>
        <a:ext cx="2206477" cy="2206477"/>
      </dsp:txXfrm>
    </dsp:sp>
    <dsp:sp modelId="{33DA53C4-9686-450C-BBFA-440D550A9AD3}">
      <dsp:nvSpPr>
        <dsp:cNvPr id="0" name=""/>
        <dsp:cNvSpPr/>
      </dsp:nvSpPr>
      <dsp:spPr>
        <a:xfrm>
          <a:off x="3347392" y="237294"/>
          <a:ext cx="1560214" cy="15602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Two has a longer label</a:t>
          </a:r>
        </a:p>
      </dsp:txBody>
      <dsp:txXfrm>
        <a:off x="3575880" y="465782"/>
        <a:ext cx="1103238" cy="1103238"/>
      </dsp:txXfrm>
    </dsp:sp>
    <dsp:sp modelId="{E946EC88-736D-4ADC-AA63-CDEEE6665FD7}">
      <dsp:nvSpPr>
        <dsp:cNvPr id="0" name=""/>
        <dsp:cNvSpPr/>
      </dsp:nvSpPr>
      <dsp:spPr>
        <a:xfrm>
          <a:off x="5105537" y="3282490"/>
          <a:ext cx="1560214" cy="15602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Three</a:t>
          </a:r>
        </a:p>
      </dsp:txBody>
      <dsp:txXfrm>
        <a:off x="5334025" y="3510978"/>
        <a:ext cx="1103238" cy="1103238"/>
      </dsp:txXfrm>
    </dsp:sp>
    <dsp:sp modelId="{716684D5-97C4-42DB-8E48-A2BDFD33DE77}">
      <dsp:nvSpPr>
        <dsp:cNvPr id="0" name=""/>
        <dsp:cNvSpPr/>
      </dsp:nvSpPr>
      <dsp:spPr>
        <a:xfrm>
          <a:off x="1589247" y="3282490"/>
          <a:ext cx="1560214" cy="15602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Four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Node Five</a:t>
          </a:r>
        </a:p>
      </dsp:txBody>
      <dsp:txXfrm>
        <a:off x="1817735" y="3510978"/>
        <a:ext cx="1103238" cy="11032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222D-5E39-BD22-6925-217470A4F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32927-ACBE-1DE7-270A-EEE19B22A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BA807-C23B-E179-D6A5-8D2B919CB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411B-65D3-4AB9-9CE0-E27899A61B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20F9E-B2A3-BBF8-1424-517B6B2E6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CAEE8-88BC-BC39-6788-03510CB2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7D267-D9F3-450E-97F2-0289CDD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98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DE60-89B1-E767-0BDD-E1612ACB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F0CC0-A1AB-6AF6-2DE5-A44020FEC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D0C0F-0308-A808-C85C-A87450D6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411B-65D3-4AB9-9CE0-E27899A61B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E8FE5-2D9B-CE79-FDEC-A5A098D7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6DF0B-17E0-D4E0-3FA2-733C08A3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7D267-D9F3-450E-97F2-0289CDD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80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C703-92B2-3C2E-4D4F-6BB1F801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C72B1-C1EA-EE53-D515-C0DE90E78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E87C7-033A-4B80-E9B5-63500C89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411B-65D3-4AB9-9CE0-E27899A61B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10EF7-F574-3CC1-EA2B-5927DA959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C920D-63DE-9432-0F2F-F5CA9954C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7D267-D9F3-450E-97F2-0289CDD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29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55A9-9C2F-F003-9E7D-17D325135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20DF5-588B-CD72-52FE-04CBCB34D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024EE-C822-3DDB-951F-48D9D7FCB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34B2D-ACFC-094D-F37C-59271BE35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411B-65D3-4AB9-9CE0-E27899A61B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FE596-30E7-069A-4163-752A38B1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44B2F-1502-B2B4-6036-91E61B915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7D267-D9F3-450E-97F2-0289CDD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3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A0288-E8CE-6D84-B7A6-58382CC8E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4BD58-1F01-FCC3-A077-BA0CD22CF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5EBEA-141F-7318-F40C-67F907697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E09BA-666A-0D0A-2712-9E5424582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39718A-7980-D6F4-EDCB-90CD214FC7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A75051-EEBC-C2DF-55A7-734277EB6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411B-65D3-4AB9-9CE0-E27899A61B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5304D6-1985-55BD-95F5-F3E775D19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2C1C29-D41D-5FA8-7EA8-D1B257FC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7D267-D9F3-450E-97F2-0289CDD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8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BF2ED-6465-15F1-864F-027C967B4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7789F-AF2C-3F5D-364A-72D836EA3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411B-65D3-4AB9-9CE0-E27899A61B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22469-5307-B1B6-CDB5-F69D71EE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89ABB-E852-267D-C0BB-B8E9638B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7D267-D9F3-450E-97F2-0289CDD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8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39879C-0586-CE7A-278E-6D64445D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411B-65D3-4AB9-9CE0-E27899A61B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5546EC-B0C4-4EBB-C99E-B51DCCE35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56226-D63E-0445-8FC3-A3DBD4A5F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7D267-D9F3-450E-97F2-0289CDD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02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4787-5BE5-85A3-8311-4E349672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61FE3-BE66-6113-36BC-8F04C84A2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74628-03AE-1CFE-C461-F9790DEC6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B3809-E182-24BA-9CE2-D281BC5D3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411B-65D3-4AB9-9CE0-E27899A61B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A1FE7-8B23-B82A-9E3C-3AD7CFD51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F4809-D441-CD52-0E35-2EDCECB63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7D267-D9F3-450E-97F2-0289CDD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67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0C92-5243-532B-C669-C41ABF088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1BF97C-64E6-362A-6981-BBD68F6F3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85E2A-D850-2C1B-190B-5BDB36B2C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0AA72-8E27-5C5A-967E-FCCD6726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411B-65D3-4AB9-9CE0-E27899A61B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A1F6F-51E3-9A2C-F20B-86FD60EF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E4A93-5751-983A-2D64-7CC7C7EC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7D267-D9F3-450E-97F2-0289CDD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3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EB34-FFB1-9407-F57A-DDDB0967E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FC682-7436-4E5E-01AE-D2B59CD07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EA345-AD9D-E2D5-D837-B9EBAD67C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411B-65D3-4AB9-9CE0-E27899A61B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FA242-4252-CFA6-F2AD-E084CDAC9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2087F-6CB1-FABD-7A38-8C007EE4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7D267-D9F3-450E-97F2-0289CDD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6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15B74B-954C-DBC5-40C3-51E98A88A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CD2F7-A644-EFB2-0AB1-4FE18BA37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18D69-E7DC-6A1E-A9E6-436AEC32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411B-65D3-4AB9-9CE0-E27899A61B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6616E-68A5-67AA-04B9-92246F643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AF1F7-ADD7-2B99-1238-400FEA1C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7D267-D9F3-450E-97F2-0289CDD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0BD05-0A4E-ECE3-6452-7734B86F5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97DA8-033A-45A7-C8E3-A592F1FF6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057AB-2AD2-11ED-96F7-0C8403CD4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F411B-65D3-4AB9-9CE0-E27899A61B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81F1C-2FAB-C4AF-5518-749F38A9A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A0E97-4DA9-9116-75D6-71A841982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E7D267-D9F3-450E-97F2-0289CDD29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3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C1C6A8F-9127-DD23-5B8E-F480ED68D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665334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4392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2026-09-06T08:14:17Z</dcterms:created>
  <dcterms:modified xsi:type="dcterms:W3CDTF">2026-09-06T08:14:18Z</dcterms:modified>
</cp:coreProperties>
</file>