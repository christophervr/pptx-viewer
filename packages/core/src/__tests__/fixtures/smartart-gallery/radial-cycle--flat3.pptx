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91DDBF-00F7-41D2-AEAB-FF8C93CBD2F0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4A9A70-6FCA-4173-9D99-BC1923E0B3E6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8E28F677-7254-4DF8-9693-B806E8E70C2C}" type="parTrans" cxnId="{9192FBE2-D594-499F-939F-A2B0490B3462}">
      <dgm:prSet/>
      <dgm:spPr/>
    </dgm:pt>
    <dgm:pt modelId="{23CCFF24-8722-4EB3-941B-8DB13DB17180}" type="sibTrans" cxnId="{9192FBE2-D594-499F-939F-A2B0490B3462}">
      <dgm:prSet/>
      <dgm:spPr/>
    </dgm:pt>
    <dgm:pt modelId="{1F302119-F594-478D-9AB9-02A7560EBFEC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1677E6DC-491C-4EE9-9A3E-141FEBA1B4A3}" type="parTrans" cxnId="{AB5F5D0C-96BA-47F2-93F3-05EAD3F891F2}">
      <dgm:prSet/>
      <dgm:spPr/>
    </dgm:pt>
    <dgm:pt modelId="{5B2E3D6D-66B7-408F-8864-F23F19810F90}" type="sibTrans" cxnId="{AB5F5D0C-96BA-47F2-93F3-05EAD3F891F2}">
      <dgm:prSet/>
      <dgm:spPr/>
    </dgm:pt>
    <dgm:pt modelId="{107DB8A2-38B9-4C19-ADFB-CAF909EAAFA7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8F0CC773-C1CE-47E7-8340-1129BD314E22}" type="parTrans" cxnId="{84540C00-4F1E-4CD5-B834-DEA87F5F5314}">
      <dgm:prSet/>
      <dgm:spPr/>
    </dgm:pt>
    <dgm:pt modelId="{1113BB82-D968-4CCD-BC6E-DE1A27B7629E}" type="sibTrans" cxnId="{84540C00-4F1E-4CD5-B834-DEA87F5F5314}">
      <dgm:prSet/>
      <dgm:spPr/>
    </dgm:pt>
    <dgm:pt modelId="{ED5FCFE1-7AA2-4F1F-911A-27C5F0C7BC1B}" type="pres">
      <dgm:prSet presAssocID="{EA91DDBF-00F7-41D2-AEAB-FF8C93CBD2F0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2B0FFB6-60E6-478A-9870-162C0C8F4206}" type="pres">
      <dgm:prSet presAssocID="{2C4A9A70-6FCA-4173-9D99-BC1923E0B3E6}" presName="centerShape" presStyleLbl="node0" presStyleIdx="0" presStyleCnt="1"/>
      <dgm:spPr/>
    </dgm:pt>
    <dgm:pt modelId="{E9F74DA5-C9E3-4487-9330-9CDC7A33594C}" type="pres">
      <dgm:prSet presAssocID="{1F302119-F594-478D-9AB9-02A7560EBFEC}" presName="node" presStyleLbl="node1" presStyleIdx="0" presStyleCnt="2">
        <dgm:presLayoutVars>
          <dgm:bulletEnabled val="1"/>
        </dgm:presLayoutVars>
      </dgm:prSet>
      <dgm:spPr/>
    </dgm:pt>
    <dgm:pt modelId="{FA7260AF-8B82-4F6C-8435-C4C983E4CDC8}" type="pres">
      <dgm:prSet presAssocID="{1F302119-F594-478D-9AB9-02A7560EBFEC}" presName="dummy" presStyleCnt="0"/>
      <dgm:spPr/>
    </dgm:pt>
    <dgm:pt modelId="{0CB67923-A279-4656-A76A-1CFDF0E38ED7}" type="pres">
      <dgm:prSet presAssocID="{5B2E3D6D-66B7-408F-8864-F23F19810F90}" presName="sibTrans" presStyleLbl="sibTrans2D1" presStyleIdx="0" presStyleCnt="2"/>
      <dgm:spPr/>
    </dgm:pt>
    <dgm:pt modelId="{B117A884-FFD2-47FC-B32C-A6AB7B8C0DC0}" type="pres">
      <dgm:prSet presAssocID="{107DB8A2-38B9-4C19-ADFB-CAF909EAAFA7}" presName="node" presStyleLbl="node1" presStyleIdx="1" presStyleCnt="2">
        <dgm:presLayoutVars>
          <dgm:bulletEnabled val="1"/>
        </dgm:presLayoutVars>
      </dgm:prSet>
      <dgm:spPr/>
    </dgm:pt>
    <dgm:pt modelId="{EB6073FC-1037-4D40-A2FC-EED9374AE41A}" type="pres">
      <dgm:prSet presAssocID="{107DB8A2-38B9-4C19-ADFB-CAF909EAAFA7}" presName="dummy" presStyleCnt="0"/>
      <dgm:spPr/>
    </dgm:pt>
    <dgm:pt modelId="{FEA1E456-79C9-4EA5-A378-09AA1A9C9015}" type="pres">
      <dgm:prSet presAssocID="{1113BB82-D968-4CCD-BC6E-DE1A27B7629E}" presName="sibTrans" presStyleLbl="sibTrans2D1" presStyleIdx="1" presStyleCnt="2"/>
      <dgm:spPr/>
    </dgm:pt>
  </dgm:ptLst>
  <dgm:cxnLst>
    <dgm:cxn modelId="{84540C00-4F1E-4CD5-B834-DEA87F5F5314}" srcId="{2C4A9A70-6FCA-4173-9D99-BC1923E0B3E6}" destId="{107DB8A2-38B9-4C19-ADFB-CAF909EAAFA7}" srcOrd="1" destOrd="0" parTransId="{8F0CC773-C1CE-47E7-8340-1129BD314E22}" sibTransId="{1113BB82-D968-4CCD-BC6E-DE1A27B7629E}"/>
    <dgm:cxn modelId="{AB5F5D0C-96BA-47F2-93F3-05EAD3F891F2}" srcId="{2C4A9A70-6FCA-4173-9D99-BC1923E0B3E6}" destId="{1F302119-F594-478D-9AB9-02A7560EBFEC}" srcOrd="0" destOrd="0" parTransId="{1677E6DC-491C-4EE9-9A3E-141FEBA1B4A3}" sibTransId="{5B2E3D6D-66B7-408F-8864-F23F19810F90}"/>
    <dgm:cxn modelId="{E2650274-C056-4867-8F2A-2127652C9726}" type="presOf" srcId="{1F302119-F594-478D-9AB9-02A7560EBFEC}" destId="{E9F74DA5-C9E3-4487-9330-9CDC7A33594C}" srcOrd="0" destOrd="0" presId="urn:microsoft.com/office/officeart/2005/8/layout/radial6"/>
    <dgm:cxn modelId="{1671B977-335E-4488-A140-12CF236FA72B}" type="presOf" srcId="{1113BB82-D968-4CCD-BC6E-DE1A27B7629E}" destId="{FEA1E456-79C9-4EA5-A378-09AA1A9C9015}" srcOrd="0" destOrd="0" presId="urn:microsoft.com/office/officeart/2005/8/layout/radial6"/>
    <dgm:cxn modelId="{DF7E6681-C77F-4DC7-8C49-172542602527}" type="presOf" srcId="{5B2E3D6D-66B7-408F-8864-F23F19810F90}" destId="{0CB67923-A279-4656-A76A-1CFDF0E38ED7}" srcOrd="0" destOrd="0" presId="urn:microsoft.com/office/officeart/2005/8/layout/radial6"/>
    <dgm:cxn modelId="{0C7FAA90-DD54-4BCF-B5AE-CB91B421F387}" type="presOf" srcId="{2C4A9A70-6FCA-4173-9D99-BC1923E0B3E6}" destId="{42B0FFB6-60E6-478A-9870-162C0C8F4206}" srcOrd="0" destOrd="0" presId="urn:microsoft.com/office/officeart/2005/8/layout/radial6"/>
    <dgm:cxn modelId="{E95BA09E-62A0-4CF7-9B86-B8081389CA14}" type="presOf" srcId="{107DB8A2-38B9-4C19-ADFB-CAF909EAAFA7}" destId="{B117A884-FFD2-47FC-B32C-A6AB7B8C0DC0}" srcOrd="0" destOrd="0" presId="urn:microsoft.com/office/officeart/2005/8/layout/radial6"/>
    <dgm:cxn modelId="{377C00B0-904D-4452-8D56-484F453CA35B}" type="presOf" srcId="{EA91DDBF-00F7-41D2-AEAB-FF8C93CBD2F0}" destId="{ED5FCFE1-7AA2-4F1F-911A-27C5F0C7BC1B}" srcOrd="0" destOrd="0" presId="urn:microsoft.com/office/officeart/2005/8/layout/radial6"/>
    <dgm:cxn modelId="{9192FBE2-D594-499F-939F-A2B0490B3462}" srcId="{EA91DDBF-00F7-41D2-AEAB-FF8C93CBD2F0}" destId="{2C4A9A70-6FCA-4173-9D99-BC1923E0B3E6}" srcOrd="0" destOrd="0" parTransId="{8E28F677-7254-4DF8-9693-B806E8E70C2C}" sibTransId="{23CCFF24-8722-4EB3-941B-8DB13DB17180}"/>
    <dgm:cxn modelId="{4F9E1032-BB93-45C3-8191-AB390EFF4474}" type="presParOf" srcId="{ED5FCFE1-7AA2-4F1F-911A-27C5F0C7BC1B}" destId="{42B0FFB6-60E6-478A-9870-162C0C8F4206}" srcOrd="0" destOrd="0" presId="urn:microsoft.com/office/officeart/2005/8/layout/radial6"/>
    <dgm:cxn modelId="{6CC3D38B-0C58-4C2B-BF9A-0C9B0E26301A}" type="presParOf" srcId="{ED5FCFE1-7AA2-4F1F-911A-27C5F0C7BC1B}" destId="{E9F74DA5-C9E3-4487-9330-9CDC7A33594C}" srcOrd="1" destOrd="0" presId="urn:microsoft.com/office/officeart/2005/8/layout/radial6"/>
    <dgm:cxn modelId="{9EF1A527-160D-4F1D-A510-304A3A834CB5}" type="presParOf" srcId="{ED5FCFE1-7AA2-4F1F-911A-27C5F0C7BC1B}" destId="{FA7260AF-8B82-4F6C-8435-C4C983E4CDC8}" srcOrd="2" destOrd="0" presId="urn:microsoft.com/office/officeart/2005/8/layout/radial6"/>
    <dgm:cxn modelId="{0D04290D-A9C1-4C50-8CE4-E951AED5113E}" type="presParOf" srcId="{ED5FCFE1-7AA2-4F1F-911A-27C5F0C7BC1B}" destId="{0CB67923-A279-4656-A76A-1CFDF0E38ED7}" srcOrd="3" destOrd="0" presId="urn:microsoft.com/office/officeart/2005/8/layout/radial6"/>
    <dgm:cxn modelId="{A87D5676-55D0-487C-914B-CFABC9C41BE5}" type="presParOf" srcId="{ED5FCFE1-7AA2-4F1F-911A-27C5F0C7BC1B}" destId="{B117A884-FFD2-47FC-B32C-A6AB7B8C0DC0}" srcOrd="4" destOrd="0" presId="urn:microsoft.com/office/officeart/2005/8/layout/radial6"/>
    <dgm:cxn modelId="{C54B3B08-9998-46F6-AA76-7AF03D2E4882}" type="presParOf" srcId="{ED5FCFE1-7AA2-4F1F-911A-27C5F0C7BC1B}" destId="{EB6073FC-1037-4D40-A2FC-EED9374AE41A}" srcOrd="5" destOrd="0" presId="urn:microsoft.com/office/officeart/2005/8/layout/radial6"/>
    <dgm:cxn modelId="{93509261-A66A-406A-992C-035A800D5B24}" type="presParOf" srcId="{ED5FCFE1-7AA2-4F1F-911A-27C5F0C7BC1B}" destId="{FEA1E456-79C9-4EA5-A378-09AA1A9C9015}" srcOrd="6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1E456-79C9-4EA5-A378-09AA1A9C9015}">
      <dsp:nvSpPr>
        <dsp:cNvPr id="0" name=""/>
        <dsp:cNvSpPr/>
      </dsp:nvSpPr>
      <dsp:spPr>
        <a:xfrm>
          <a:off x="2173464" y="585964"/>
          <a:ext cx="3908070" cy="3908070"/>
        </a:xfrm>
        <a:prstGeom prst="blockArc">
          <a:avLst>
            <a:gd name="adj1" fmla="val 5400000"/>
            <a:gd name="adj2" fmla="val 16200000"/>
            <a:gd name="adj3" fmla="val 464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67923-A279-4656-A76A-1CFDF0E38ED7}">
      <dsp:nvSpPr>
        <dsp:cNvPr id="0" name=""/>
        <dsp:cNvSpPr/>
      </dsp:nvSpPr>
      <dsp:spPr>
        <a:xfrm>
          <a:off x="2173464" y="585964"/>
          <a:ext cx="3908070" cy="3908070"/>
        </a:xfrm>
        <a:prstGeom prst="blockArc">
          <a:avLst>
            <a:gd name="adj1" fmla="val 16200000"/>
            <a:gd name="adj2" fmla="val 5400000"/>
            <a:gd name="adj3" fmla="val 464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0FFB6-60E6-478A-9870-162C0C8F4206}">
      <dsp:nvSpPr>
        <dsp:cNvPr id="0" name=""/>
        <dsp:cNvSpPr/>
      </dsp:nvSpPr>
      <dsp:spPr>
        <a:xfrm>
          <a:off x="3227632" y="1640132"/>
          <a:ext cx="1799735" cy="17997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Alpha</a:t>
          </a:r>
        </a:p>
      </dsp:txBody>
      <dsp:txXfrm>
        <a:off x="3491197" y="1903697"/>
        <a:ext cx="1272605" cy="1272605"/>
      </dsp:txXfrm>
    </dsp:sp>
    <dsp:sp modelId="{E9F74DA5-C9E3-4487-9330-9CDC7A33594C}">
      <dsp:nvSpPr>
        <dsp:cNvPr id="0" name=""/>
        <dsp:cNvSpPr/>
      </dsp:nvSpPr>
      <dsp:spPr>
        <a:xfrm>
          <a:off x="3497592" y="1410"/>
          <a:ext cx="1259814" cy="12598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Beta has a noticeably longer label than the others</a:t>
          </a:r>
        </a:p>
      </dsp:txBody>
      <dsp:txXfrm>
        <a:off x="3682087" y="185905"/>
        <a:ext cx="890824" cy="890824"/>
      </dsp:txXfrm>
    </dsp:sp>
    <dsp:sp modelId="{B117A884-FFD2-47FC-B32C-A6AB7B8C0DC0}">
      <dsp:nvSpPr>
        <dsp:cNvPr id="0" name=""/>
        <dsp:cNvSpPr/>
      </dsp:nvSpPr>
      <dsp:spPr>
        <a:xfrm>
          <a:off x="3497592" y="3818774"/>
          <a:ext cx="1259814" cy="12598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Gamma</a:t>
          </a:r>
        </a:p>
      </dsp:txBody>
      <dsp:txXfrm>
        <a:off x="3682087" y="4003269"/>
        <a:ext cx="890824" cy="8908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A03A-E6FC-6896-F64F-E2B269E6E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1ADC5-C965-B7DC-0CF5-E42DA2DC7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F3437-F4F9-BCFD-41E7-3D40324BC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1EEB-61C2-487B-AF8C-48331681284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B0ABD-4FD2-D29B-DD84-BDC375E1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C4618-E0F6-EFC6-4502-264194CF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C56F-5379-4C6D-8F95-479528B9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3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4131-B7DC-50EC-FEC8-A006741E2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6D238-530D-5E1E-28A2-F36F3D87E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CA633-E714-B7DD-A68F-90C23E8D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1EEB-61C2-487B-AF8C-48331681284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68268-C75E-CAB5-C55A-D2E90240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7E375-610A-4770-038D-F729494E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C56F-5379-4C6D-8F95-479528B9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95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3D083-07C1-01FC-1B6F-2E148D1A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CB9C-7CEC-71C3-52A9-92C7CB37C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AD028-CAEC-1D22-F7C3-53EC6CD95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1EEB-61C2-487B-AF8C-48331681284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F5A1A-C20C-4394-5280-F5FCB7AB7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A166B-B26C-FCA4-455F-E67C23C6B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C56F-5379-4C6D-8F95-479528B9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21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226-4E4F-BBBD-90A2-7B58C5C4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FDBFF-2BFB-CDBE-1673-35CDAB85F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54E63-6C99-71FF-E183-82829842B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E93FB-A33D-A041-447E-DAD9E4FC1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1EEB-61C2-487B-AF8C-48331681284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E303D-3C55-981B-4E54-E61031A70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8FB3F-2F94-A156-BD3C-EF3D6CBC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C56F-5379-4C6D-8F95-479528B9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62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4E0E5-D73D-0F6A-70CF-00684E0E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CEE70-7774-222C-0ADC-6F593AE5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6DAB1-B31F-A841-C29D-CAC4EED26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B0BE1-0688-C279-ED39-4EE325859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16CA78-4068-B069-AD50-1E6A54893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BCCEA-0F35-EB67-B7D3-D6967940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1EEB-61C2-487B-AF8C-48331681284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DD9B21-E5ED-BB0B-0CF2-E9882B0E6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99390-2B80-C03F-E626-ED3F2A33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C56F-5379-4C6D-8F95-479528B9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58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611E-45FE-2B88-C87D-4098001DF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86EAB-01DE-3357-A670-FE7B4617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1EEB-61C2-487B-AF8C-48331681284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2275E-4615-5628-24CD-C95093E2C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718628-2AE8-C0E3-381E-49909A12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C56F-5379-4C6D-8F95-479528B9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23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22AEAC-8FA6-ECCA-6259-0D4488794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1EEB-61C2-487B-AF8C-48331681284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1F6A3E-811A-2733-F5EF-1E7BDF42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7C826-DFFB-1B90-9B19-3C6FF8B4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C56F-5379-4C6D-8F95-479528B9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59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DAE5D-1783-0C92-6824-D5EDC946E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B531C-6C87-3F7A-9CE0-4503AEED5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CA46B-67BC-8853-AEA7-29C605FFA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E2378-218F-F8BD-72DB-0BBA7A39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1EEB-61C2-487B-AF8C-48331681284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D1047-8309-060B-AA5A-520568F23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8AC01-A944-5F10-67F4-6C59E609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C56F-5379-4C6D-8F95-479528B9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46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FCFB5-5F84-8A04-EA31-A95F3DF0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1546B-0FC0-3EF8-88D5-A60296E741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791B9-16D3-7392-C08F-B19E5E460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BAB2A-6572-0967-0565-3687375F2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1EEB-61C2-487B-AF8C-48331681284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D4968-B3C6-9401-74C8-EBDCE8B0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BDD7E-9CE4-F5D5-6023-542651DE2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C56F-5379-4C6D-8F95-479528B9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37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BE087-0FC0-D267-28E2-521AEEEB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7868A-4B42-A723-6CDF-B78C9A083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3BD09-5E82-F45A-4E88-A3BB4F7B6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1EEB-61C2-487B-AF8C-48331681284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D9B63-E321-F148-A5EA-944FBC095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4A912-C4AC-2525-F59E-DBB01D0C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C56F-5379-4C6D-8F95-479528B9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8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69DAF-1727-E3E4-8E89-E839F32CC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9F525-BDF8-AAEE-5E41-D0BC80318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CAAA3-F34B-D023-07C8-57C96C14D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1EEB-61C2-487B-AF8C-48331681284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00B6A-50D6-72E5-B1E6-444D2A9C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F9AFD-E1AC-ADF7-4C79-01C67BAC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CC56F-5379-4C6D-8F95-479528B9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92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54B287-C4B3-03F5-6F8B-128BFA5DF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CEB68-DA08-08DF-84A9-F76603FCC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34080-DC34-8E3E-6E2F-08B78C77D0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91EEB-61C2-487B-AF8C-48331681284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B749D-B402-FEBF-AB6D-F1E827926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81DED-B880-F35D-354F-C68A6B7BD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CC56F-5379-4C6D-8F95-479528B9A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16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51AFE88-DE80-EB7D-EB01-A0504EB2AB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09614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3674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2026-09-06T08:14:14Z</dcterms:created>
  <dcterms:modified xsi:type="dcterms:W3CDTF">2026-09-06T08:14:14Z</dcterms:modified>
</cp:coreProperties>
</file>