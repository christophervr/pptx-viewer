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6AB470-61C7-4DE7-8718-3537334CD91A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2F8962F6-7F9C-4576-B1B5-3783850B1F7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52A83E2-ACD9-45DC-B400-A4F425DA7AD4}" type="parTrans" cxnId="{1E1EE8F3-3709-416C-841F-3B8AFFFA2A0C}">
      <dgm:prSet/>
      <dgm:spPr/>
    </dgm:pt>
    <dgm:pt modelId="{0C0F9DE1-8A89-41EC-81E6-F39283AD6D3E}" type="sibTrans" cxnId="{1E1EE8F3-3709-416C-841F-3B8AFFFA2A0C}">
      <dgm:prSet/>
      <dgm:spPr/>
    </dgm:pt>
    <dgm:pt modelId="{6D78ADCB-AFAD-4B31-84CD-B7A4D81D8B82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5F6C387B-0FE4-4CE6-9B3D-92406D1A9AB1}" type="parTrans" cxnId="{5AC527C1-E70A-403C-A368-5F4C70C3A8FC}">
      <dgm:prSet/>
      <dgm:spPr/>
    </dgm:pt>
    <dgm:pt modelId="{CA48C783-C473-48EF-A008-1D31AB1A8991}" type="sibTrans" cxnId="{5AC527C1-E70A-403C-A368-5F4C70C3A8FC}">
      <dgm:prSet/>
      <dgm:spPr/>
    </dgm:pt>
    <dgm:pt modelId="{83D9F502-9C75-4F29-A8EF-29542C6940B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A8047585-8D41-4288-A17D-CAE558534D0B}" type="parTrans" cxnId="{C66F290F-5E0B-47DE-8BE6-D694E9182A70}">
      <dgm:prSet/>
      <dgm:spPr/>
    </dgm:pt>
    <dgm:pt modelId="{4F9C8DA7-6BD7-45E9-B123-DDD91A24DF74}" type="sibTrans" cxnId="{C66F290F-5E0B-47DE-8BE6-D694E9182A70}">
      <dgm:prSet/>
      <dgm:spPr/>
    </dgm:pt>
    <dgm:pt modelId="{EEC5E84D-3166-4934-A1BB-084C1374B0B3}" type="pres">
      <dgm:prSet presAssocID="{C46AB470-61C7-4DE7-8718-3537334CD91A}" presName="Name0" presStyleCnt="0">
        <dgm:presLayoutVars>
          <dgm:dir/>
          <dgm:animLvl val="lvl"/>
          <dgm:resizeHandles val="exact"/>
        </dgm:presLayoutVars>
      </dgm:prSet>
      <dgm:spPr/>
    </dgm:pt>
    <dgm:pt modelId="{7D8EA626-0658-445E-9B43-52FF405A8D90}" type="pres">
      <dgm:prSet presAssocID="{2F8962F6-7F9C-4576-B1B5-3783850B1F7D}" presName="Name8" presStyleCnt="0"/>
      <dgm:spPr/>
    </dgm:pt>
    <dgm:pt modelId="{DDAD6F59-F8E6-4758-A6C7-0CC991557E69}" type="pres">
      <dgm:prSet presAssocID="{2F8962F6-7F9C-4576-B1B5-3783850B1F7D}" presName="level" presStyleLbl="node1" presStyleIdx="0" presStyleCnt="3">
        <dgm:presLayoutVars>
          <dgm:chMax val="1"/>
          <dgm:bulletEnabled val="1"/>
        </dgm:presLayoutVars>
      </dgm:prSet>
      <dgm:spPr/>
    </dgm:pt>
    <dgm:pt modelId="{802209AA-BAC9-44DC-9307-E8D277BCDAD7}" type="pres">
      <dgm:prSet presAssocID="{2F8962F6-7F9C-4576-B1B5-3783850B1F7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E7F616A-8109-4D41-93FF-16A83CE4B152}" type="pres">
      <dgm:prSet presAssocID="{6D78ADCB-AFAD-4B31-84CD-B7A4D81D8B82}" presName="Name8" presStyleCnt="0"/>
      <dgm:spPr/>
    </dgm:pt>
    <dgm:pt modelId="{6BAE538E-447B-4EE5-BC4E-2384A7AEEE72}" type="pres">
      <dgm:prSet presAssocID="{6D78ADCB-AFAD-4B31-84CD-B7A4D81D8B82}" presName="level" presStyleLbl="node1" presStyleIdx="1" presStyleCnt="3">
        <dgm:presLayoutVars>
          <dgm:chMax val="1"/>
          <dgm:bulletEnabled val="1"/>
        </dgm:presLayoutVars>
      </dgm:prSet>
      <dgm:spPr/>
    </dgm:pt>
    <dgm:pt modelId="{87D5E79F-2980-4E56-B09F-36B92A122445}" type="pres">
      <dgm:prSet presAssocID="{6D78ADCB-AFAD-4B31-84CD-B7A4D81D8B8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9716431-2267-48C2-9223-6C92C0F94E19}" type="pres">
      <dgm:prSet presAssocID="{83D9F502-9C75-4F29-A8EF-29542C6940BB}" presName="Name8" presStyleCnt="0"/>
      <dgm:spPr/>
    </dgm:pt>
    <dgm:pt modelId="{5BE53C69-6A24-4C7B-AC1E-4D369F10B351}" type="pres">
      <dgm:prSet presAssocID="{83D9F502-9C75-4F29-A8EF-29542C6940BB}" presName="level" presStyleLbl="node1" presStyleIdx="2" presStyleCnt="3">
        <dgm:presLayoutVars>
          <dgm:chMax val="1"/>
          <dgm:bulletEnabled val="1"/>
        </dgm:presLayoutVars>
      </dgm:prSet>
      <dgm:spPr/>
    </dgm:pt>
    <dgm:pt modelId="{1EA7ACC0-41AF-48C1-BB33-81E99B7662CC}" type="pres">
      <dgm:prSet presAssocID="{83D9F502-9C75-4F29-A8EF-29542C6940BB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66F290F-5E0B-47DE-8BE6-D694E9182A70}" srcId="{C46AB470-61C7-4DE7-8718-3537334CD91A}" destId="{83D9F502-9C75-4F29-A8EF-29542C6940BB}" srcOrd="2" destOrd="0" parTransId="{A8047585-8D41-4288-A17D-CAE558534D0B}" sibTransId="{4F9C8DA7-6BD7-45E9-B123-DDD91A24DF74}"/>
    <dgm:cxn modelId="{24290D64-C491-47B1-A00D-E3D38E98961D}" type="presOf" srcId="{2F8962F6-7F9C-4576-B1B5-3783850B1F7D}" destId="{802209AA-BAC9-44DC-9307-E8D277BCDAD7}" srcOrd="1" destOrd="0" presId="urn:microsoft.com/office/officeart/2005/8/layout/pyramid1"/>
    <dgm:cxn modelId="{2D7CEF76-D603-4B6E-8BC5-D5A2850AAB41}" type="presOf" srcId="{83D9F502-9C75-4F29-A8EF-29542C6940BB}" destId="{1EA7ACC0-41AF-48C1-BB33-81E99B7662CC}" srcOrd="1" destOrd="0" presId="urn:microsoft.com/office/officeart/2005/8/layout/pyramid1"/>
    <dgm:cxn modelId="{0D7022A0-38EB-4D2B-AB77-0A54ADFB4E79}" type="presOf" srcId="{6D78ADCB-AFAD-4B31-84CD-B7A4D81D8B82}" destId="{87D5E79F-2980-4E56-B09F-36B92A122445}" srcOrd="1" destOrd="0" presId="urn:microsoft.com/office/officeart/2005/8/layout/pyramid1"/>
    <dgm:cxn modelId="{A1599AB6-1014-43B9-8CD3-9BFD850230CB}" type="presOf" srcId="{2F8962F6-7F9C-4576-B1B5-3783850B1F7D}" destId="{DDAD6F59-F8E6-4758-A6C7-0CC991557E69}" srcOrd="0" destOrd="0" presId="urn:microsoft.com/office/officeart/2005/8/layout/pyramid1"/>
    <dgm:cxn modelId="{5AC527C1-E70A-403C-A368-5F4C70C3A8FC}" srcId="{C46AB470-61C7-4DE7-8718-3537334CD91A}" destId="{6D78ADCB-AFAD-4B31-84CD-B7A4D81D8B82}" srcOrd="1" destOrd="0" parTransId="{5F6C387B-0FE4-4CE6-9B3D-92406D1A9AB1}" sibTransId="{CA48C783-C473-48EF-A008-1D31AB1A8991}"/>
    <dgm:cxn modelId="{D59864DA-10DC-4CB3-BED8-9EA053CDE59E}" type="presOf" srcId="{83D9F502-9C75-4F29-A8EF-29542C6940BB}" destId="{5BE53C69-6A24-4C7B-AC1E-4D369F10B351}" srcOrd="0" destOrd="0" presId="urn:microsoft.com/office/officeart/2005/8/layout/pyramid1"/>
    <dgm:cxn modelId="{3D8238E6-A723-4784-81E5-F9E985D85652}" type="presOf" srcId="{6D78ADCB-AFAD-4B31-84CD-B7A4D81D8B82}" destId="{6BAE538E-447B-4EE5-BC4E-2384A7AEEE72}" srcOrd="0" destOrd="0" presId="urn:microsoft.com/office/officeart/2005/8/layout/pyramid1"/>
    <dgm:cxn modelId="{1E1EE8F3-3709-416C-841F-3B8AFFFA2A0C}" srcId="{C46AB470-61C7-4DE7-8718-3537334CD91A}" destId="{2F8962F6-7F9C-4576-B1B5-3783850B1F7D}" srcOrd="0" destOrd="0" parTransId="{852A83E2-ACD9-45DC-B400-A4F425DA7AD4}" sibTransId="{0C0F9DE1-8A89-41EC-81E6-F39283AD6D3E}"/>
    <dgm:cxn modelId="{E85411FE-047E-40F1-89F0-1ABEB8E01D76}" type="presOf" srcId="{C46AB470-61C7-4DE7-8718-3537334CD91A}" destId="{EEC5E84D-3166-4934-A1BB-084C1374B0B3}" srcOrd="0" destOrd="0" presId="urn:microsoft.com/office/officeart/2005/8/layout/pyramid1"/>
    <dgm:cxn modelId="{1CBFAA84-273D-4324-A315-48605DDB9516}" type="presParOf" srcId="{EEC5E84D-3166-4934-A1BB-084C1374B0B3}" destId="{7D8EA626-0658-445E-9B43-52FF405A8D90}" srcOrd="0" destOrd="0" presId="urn:microsoft.com/office/officeart/2005/8/layout/pyramid1"/>
    <dgm:cxn modelId="{4FF8EC34-466F-4ECE-A121-727C40D9ABFA}" type="presParOf" srcId="{7D8EA626-0658-445E-9B43-52FF405A8D90}" destId="{DDAD6F59-F8E6-4758-A6C7-0CC991557E69}" srcOrd="0" destOrd="0" presId="urn:microsoft.com/office/officeart/2005/8/layout/pyramid1"/>
    <dgm:cxn modelId="{8EA1B155-E62A-4E66-892F-A59B854B31EB}" type="presParOf" srcId="{7D8EA626-0658-445E-9B43-52FF405A8D90}" destId="{802209AA-BAC9-44DC-9307-E8D277BCDAD7}" srcOrd="1" destOrd="0" presId="urn:microsoft.com/office/officeart/2005/8/layout/pyramid1"/>
    <dgm:cxn modelId="{76026BAF-A8AE-47B0-8309-D5F497661CF3}" type="presParOf" srcId="{EEC5E84D-3166-4934-A1BB-084C1374B0B3}" destId="{7E7F616A-8109-4D41-93FF-16A83CE4B152}" srcOrd="1" destOrd="0" presId="urn:microsoft.com/office/officeart/2005/8/layout/pyramid1"/>
    <dgm:cxn modelId="{DD7645EE-1DCE-49D4-8C0B-F40C8B48795C}" type="presParOf" srcId="{7E7F616A-8109-4D41-93FF-16A83CE4B152}" destId="{6BAE538E-447B-4EE5-BC4E-2384A7AEEE72}" srcOrd="0" destOrd="0" presId="urn:microsoft.com/office/officeart/2005/8/layout/pyramid1"/>
    <dgm:cxn modelId="{F3EEE1B2-499A-4FBE-AB66-248DE6D73B3C}" type="presParOf" srcId="{7E7F616A-8109-4D41-93FF-16A83CE4B152}" destId="{87D5E79F-2980-4E56-B09F-36B92A122445}" srcOrd="1" destOrd="0" presId="urn:microsoft.com/office/officeart/2005/8/layout/pyramid1"/>
    <dgm:cxn modelId="{0FD9281D-E794-4083-8FB3-1C1AC4BA9655}" type="presParOf" srcId="{EEC5E84D-3166-4934-A1BB-084C1374B0B3}" destId="{29716431-2267-48C2-9223-6C92C0F94E19}" srcOrd="2" destOrd="0" presId="urn:microsoft.com/office/officeart/2005/8/layout/pyramid1"/>
    <dgm:cxn modelId="{3D549EB9-EA04-4EE7-8570-5C8503D103D4}" type="presParOf" srcId="{29716431-2267-48C2-9223-6C92C0F94E19}" destId="{5BE53C69-6A24-4C7B-AC1E-4D369F10B351}" srcOrd="0" destOrd="0" presId="urn:microsoft.com/office/officeart/2005/8/layout/pyramid1"/>
    <dgm:cxn modelId="{3C2F952E-281D-4DA1-8DA6-D932DF9814E9}" type="presParOf" srcId="{29716431-2267-48C2-9223-6C92C0F94E19}" destId="{1EA7ACC0-41AF-48C1-BB33-81E99B7662C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AD6F59-F8E6-4758-A6C7-0CC991557E69}">
      <dsp:nvSpPr>
        <dsp:cNvPr id="0" name=""/>
        <dsp:cNvSpPr/>
      </dsp:nvSpPr>
      <dsp:spPr>
        <a:xfrm>
          <a:off x="2751666" y="0"/>
          <a:ext cx="2751666" cy="1693333"/>
        </a:xfrm>
        <a:prstGeom prst="trapezoid">
          <a:avLst>
            <a:gd name="adj" fmla="val 81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Alpha</a:t>
          </a:r>
        </a:p>
      </dsp:txBody>
      <dsp:txXfrm>
        <a:off x="2751666" y="0"/>
        <a:ext cx="2751666" cy="1693333"/>
      </dsp:txXfrm>
    </dsp:sp>
    <dsp:sp modelId="{6BAE538E-447B-4EE5-BC4E-2384A7AEEE72}">
      <dsp:nvSpPr>
        <dsp:cNvPr id="0" name=""/>
        <dsp:cNvSpPr/>
      </dsp:nvSpPr>
      <dsp:spPr>
        <a:xfrm>
          <a:off x="1375833" y="1693333"/>
          <a:ext cx="5503333" cy="1693333"/>
        </a:xfrm>
        <a:prstGeom prst="trapezoid">
          <a:avLst>
            <a:gd name="adj" fmla="val 81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Beta has a noticeably longer label than the others</a:t>
          </a:r>
        </a:p>
      </dsp:txBody>
      <dsp:txXfrm>
        <a:off x="2338916" y="1693333"/>
        <a:ext cx="3577166" cy="1693333"/>
      </dsp:txXfrm>
    </dsp:sp>
    <dsp:sp modelId="{5BE53C69-6A24-4C7B-AC1E-4D369F10B351}">
      <dsp:nvSpPr>
        <dsp:cNvPr id="0" name=""/>
        <dsp:cNvSpPr/>
      </dsp:nvSpPr>
      <dsp:spPr>
        <a:xfrm>
          <a:off x="0" y="3386666"/>
          <a:ext cx="8255000" cy="1693333"/>
        </a:xfrm>
        <a:prstGeom prst="trapezoid">
          <a:avLst>
            <a:gd name="adj" fmla="val 81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Gamma</a:t>
          </a:r>
        </a:p>
      </dsp:txBody>
      <dsp:txXfrm>
        <a:off x="1444624" y="3386666"/>
        <a:ext cx="5365750" cy="1693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90C9-74E6-F92D-1D7B-B08F6A38D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093F7-1B48-0C08-8CDE-7EA3C4068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A404C-EE90-55A0-4058-EFF07624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3EDC3-0C34-E192-097E-43910394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5350-A4DC-5498-2459-112851F9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1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86FC-9622-F303-C548-3046FE59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C4BA-0F47-44EA-D468-7FDEC6D50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65029-4383-FA26-1B17-6094BEB44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3E35B-3C8F-FABA-B9C3-1517AFCB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65AC7-A565-416F-EC1F-DE18FB55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2BB8-FCF7-BB3B-40E2-031A80692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F7295-CF87-190A-B850-791A2C1C4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4058E-F26E-2FAE-14A1-3EC563D6F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9B0C9-BFFE-A111-8C52-78C605EA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5E3F1-ACBC-8025-5260-9DF1F482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81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99F9-F8B9-0F72-A831-8ECBB07AD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6B60E-E6B6-8375-681A-8BE56E7BA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1C759-2899-379C-F267-70518BB13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A52F0-7790-50F2-BA9B-6665405C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2AA6C-A2CD-1E73-5862-8CBD16DA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A8456-2AF4-AA3C-5441-7A3AED90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0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9B1CB-495D-FD86-5C23-375C7E9E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CD9F8-E43F-D663-3D9C-939618C8A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9ABD-0AD4-1021-6D3E-5CF7A13ED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739B6C-FCC5-5313-2649-F73997B6C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55F56-50C1-76A0-A6A0-9FF07A5DF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5BB16-4C0C-AAAF-C4E4-BA4B71C7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11FFDA-DB09-62AE-AB4B-F02EB5EB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A34CAA-94FD-009E-652A-285DC83C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5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51A5-7999-435C-D1A1-EEF0DBC2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1DFFB-AC0A-28E1-C2F1-DCE01341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134B1-42D2-DDCD-3591-CA0E2E115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C92BA-E6F0-AFBF-4E75-1D0510D8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0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7D65A-4C6B-DA3A-9D75-50330FDA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FF3F99-5889-31C9-1B12-030B03F38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B7B24-A4B6-AB9A-D927-FF7D5D67D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B83C-EE69-317B-FC9E-31187E2B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2CA3-A1F0-0B34-A02E-2B1A68E3E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A73C4-8482-BC84-417C-9325B63D5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D9BC4-2747-0429-8164-D15F26B3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A7118-DA0A-32A9-5FC0-24C0B0DB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83690-39FB-8835-5611-EB520139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9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4629-13F5-0805-4DF0-F34A766C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872F3-D063-A3F7-596C-38F7B5A99C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0DFA5-7521-BA6F-E722-14B69B326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AE45B-2EC3-0FF9-1D6E-FAE0EA602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6A65C-A21E-376A-AEFB-546A4EFF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8E381-7656-56ED-F0CF-089C6D32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47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B956C-56EB-004C-E399-393D9EFBA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4254F-70BE-EC80-6D23-79A21E962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626C8-CA22-6EDA-B13A-8E968C1D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08A76-C0D8-73A2-850E-27EC11921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98285-FB0E-7C3B-4EBD-B9EEB2D7B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6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1413B-A659-581F-DF07-4A82E9603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A96B4-216B-8F4E-B4A1-41EA6DCE2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5A0C4-1B40-72D7-AB84-E8D93D15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1B9B8-0B64-2CC8-B05E-B2037AE6B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01C4A-5DCE-2504-4CD8-AD185E9C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0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A521D-ACDD-E04E-9370-BC5CD1BA4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C5BF7-75C9-A1A4-F715-D2D03C40A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1E037-22D3-4B96-C97C-F99BA8BF4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15D4B-7EDA-423E-8AB9-DA13123239E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4FD47-EE5C-B5E3-1B11-9D57B480D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2B3EE-2589-1F05-627F-8DA087C7A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E1233-CD2C-44C6-8294-A7B24800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1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3789DF9-62C4-4A50-BA9D-C2D32F4D8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7818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9928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2026-09-06T08:14:54Z</dcterms:created>
  <dcterms:modified xsi:type="dcterms:W3CDTF">2026-09-06T08:14:54Z</dcterms:modified>
</cp:coreProperties>
</file>