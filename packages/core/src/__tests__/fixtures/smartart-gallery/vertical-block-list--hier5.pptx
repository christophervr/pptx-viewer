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2F9C41-879A-4C2B-A976-BD74BD3B8D2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EDACA5-E4A2-4EB6-AC18-87A027E0E64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AAA00EF3-AA52-4FE7-9AB0-68FA9AEF07E8}" type="parTrans" cxnId="{D03A8945-2AFF-457D-B0E7-5DE1BA6E88AB}">
      <dgm:prSet/>
      <dgm:spPr/>
    </dgm:pt>
    <dgm:pt modelId="{2E08D918-70BF-49A6-B012-1EA05F9017EB}" type="sibTrans" cxnId="{D03A8945-2AFF-457D-B0E7-5DE1BA6E88AB}">
      <dgm:prSet/>
      <dgm:spPr/>
    </dgm:pt>
    <dgm:pt modelId="{929E2E8A-8F92-4C33-B43C-121A50C227A2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9C57C718-E308-476C-8A74-674F620E8A77}" type="parTrans" cxnId="{0FBCD02C-1BC0-4773-9055-89BC2FB5E69B}">
      <dgm:prSet/>
      <dgm:spPr/>
    </dgm:pt>
    <dgm:pt modelId="{C6085252-1F59-47F5-B0FF-D4A419649822}" type="sibTrans" cxnId="{0FBCD02C-1BC0-4773-9055-89BC2FB5E69B}">
      <dgm:prSet/>
      <dgm:spPr/>
    </dgm:pt>
    <dgm:pt modelId="{606BADDF-BAF9-408F-B573-676438751B28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867DEAE-AD90-42F0-B1E1-905D7DDE1A06}" type="parTrans" cxnId="{6428F849-9B10-434A-BA1B-CEB6306C1A82}">
      <dgm:prSet/>
      <dgm:spPr/>
    </dgm:pt>
    <dgm:pt modelId="{9173989D-BA61-4DCB-9974-E00E90426A95}" type="sibTrans" cxnId="{6428F849-9B10-434A-BA1B-CEB6306C1A82}">
      <dgm:prSet/>
      <dgm:spPr/>
    </dgm:pt>
    <dgm:pt modelId="{077658E3-190D-4943-80CA-384BCEC81BCB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065AD735-C026-49DA-B63F-E780A1CB1F87}" type="parTrans" cxnId="{62D0F086-F83C-423A-AED9-323FAD01E3EF}">
      <dgm:prSet/>
      <dgm:spPr/>
    </dgm:pt>
    <dgm:pt modelId="{E7114BEF-B97E-4917-B9FA-26284D763F6F}" type="sibTrans" cxnId="{62D0F086-F83C-423A-AED9-323FAD01E3EF}">
      <dgm:prSet/>
      <dgm:spPr/>
    </dgm:pt>
    <dgm:pt modelId="{B4C41DCC-2945-4390-A2C2-14F225332C5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2C6DE18-A659-444B-A6AA-9A48CA21434A}" type="parTrans" cxnId="{AF656853-73AB-4A16-9A39-AF1752677CA6}">
      <dgm:prSet/>
      <dgm:spPr/>
    </dgm:pt>
    <dgm:pt modelId="{B5534E50-F3D3-4BDC-8E9D-79F2202929FC}" type="sibTrans" cxnId="{AF656853-73AB-4A16-9A39-AF1752677CA6}">
      <dgm:prSet/>
      <dgm:spPr/>
    </dgm:pt>
    <dgm:pt modelId="{63C504F2-3EFE-4235-8DAC-F9B6F12BEE10}" type="pres">
      <dgm:prSet presAssocID="{6B2F9C41-879A-4C2B-A976-BD74BD3B8D25}" presName="Name0" presStyleCnt="0">
        <dgm:presLayoutVars>
          <dgm:dir/>
          <dgm:animLvl val="lvl"/>
          <dgm:resizeHandles val="exact"/>
        </dgm:presLayoutVars>
      </dgm:prSet>
      <dgm:spPr/>
    </dgm:pt>
    <dgm:pt modelId="{B05F5924-CA60-4361-A92F-A044FDAFA291}" type="pres">
      <dgm:prSet presAssocID="{E7EDACA5-E4A2-4EB6-AC18-87A027E0E645}" presName="linNode" presStyleCnt="0"/>
      <dgm:spPr/>
    </dgm:pt>
    <dgm:pt modelId="{B2D50EF3-53B7-4DDE-BD10-19FA1964C1A5}" type="pres">
      <dgm:prSet presAssocID="{E7EDACA5-E4A2-4EB6-AC18-87A027E0E64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425AB27-102F-4094-8695-36DC9D655AA8}" type="pres">
      <dgm:prSet presAssocID="{E7EDACA5-E4A2-4EB6-AC18-87A027E0E645}" presName="descendantText" presStyleLbl="alignAccFollowNode1" presStyleIdx="0" presStyleCnt="2">
        <dgm:presLayoutVars>
          <dgm:bulletEnabled val="1"/>
        </dgm:presLayoutVars>
      </dgm:prSet>
      <dgm:spPr/>
    </dgm:pt>
    <dgm:pt modelId="{4B899993-D7F0-47D7-830A-23550EFAF075}" type="pres">
      <dgm:prSet presAssocID="{2E08D918-70BF-49A6-B012-1EA05F9017EB}" presName="sp" presStyleCnt="0"/>
      <dgm:spPr/>
    </dgm:pt>
    <dgm:pt modelId="{87AE4470-32AC-408C-BFB1-016233E66795}" type="pres">
      <dgm:prSet presAssocID="{606BADDF-BAF9-408F-B573-676438751B28}" presName="linNode" presStyleCnt="0"/>
      <dgm:spPr/>
    </dgm:pt>
    <dgm:pt modelId="{3255C122-8BE7-4266-9A03-7A291D4A875A}" type="pres">
      <dgm:prSet presAssocID="{606BADDF-BAF9-408F-B573-676438751B2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F2072D8-D466-4479-A2D8-C7331BA7D4D6}" type="pres">
      <dgm:prSet presAssocID="{9173989D-BA61-4DCB-9974-E00E90426A95}" presName="sp" presStyleCnt="0"/>
      <dgm:spPr/>
    </dgm:pt>
    <dgm:pt modelId="{DC1E5F60-5A13-4012-92AA-FCFC5483EE83}" type="pres">
      <dgm:prSet presAssocID="{077658E3-190D-4943-80CA-384BCEC81BCB}" presName="linNode" presStyleCnt="0"/>
      <dgm:spPr/>
    </dgm:pt>
    <dgm:pt modelId="{F610892B-88F3-4556-9EDD-F79F94073BD9}" type="pres">
      <dgm:prSet presAssocID="{077658E3-190D-4943-80CA-384BCEC81BC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A35E55D-6F3A-4404-BDD3-8786523BD733}" type="pres">
      <dgm:prSet presAssocID="{077658E3-190D-4943-80CA-384BCEC81BC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FBCD02C-1BC0-4773-9055-89BC2FB5E69B}" srcId="{E7EDACA5-E4A2-4EB6-AC18-87A027E0E645}" destId="{929E2E8A-8F92-4C33-B43C-121A50C227A2}" srcOrd="0" destOrd="0" parTransId="{9C57C718-E308-476C-8A74-674F620E8A77}" sibTransId="{C6085252-1F59-47F5-B0FF-D4A419649822}"/>
    <dgm:cxn modelId="{BA777834-A127-4D90-83C8-E4E6B9EE07EE}" type="presOf" srcId="{606BADDF-BAF9-408F-B573-676438751B28}" destId="{3255C122-8BE7-4266-9A03-7A291D4A875A}" srcOrd="0" destOrd="0" presId="urn:microsoft.com/office/officeart/2005/8/layout/vList5"/>
    <dgm:cxn modelId="{D03A8945-2AFF-457D-B0E7-5DE1BA6E88AB}" srcId="{6B2F9C41-879A-4C2B-A976-BD74BD3B8D25}" destId="{E7EDACA5-E4A2-4EB6-AC18-87A027E0E645}" srcOrd="0" destOrd="0" parTransId="{AAA00EF3-AA52-4FE7-9AB0-68FA9AEF07E8}" sibTransId="{2E08D918-70BF-49A6-B012-1EA05F9017EB}"/>
    <dgm:cxn modelId="{6428F849-9B10-434A-BA1B-CEB6306C1A82}" srcId="{6B2F9C41-879A-4C2B-A976-BD74BD3B8D25}" destId="{606BADDF-BAF9-408F-B573-676438751B28}" srcOrd="1" destOrd="0" parTransId="{3867DEAE-AD90-42F0-B1E1-905D7DDE1A06}" sibTransId="{9173989D-BA61-4DCB-9974-E00E90426A95}"/>
    <dgm:cxn modelId="{AF656853-73AB-4A16-9A39-AF1752677CA6}" srcId="{077658E3-190D-4943-80CA-384BCEC81BCB}" destId="{B4C41DCC-2945-4390-A2C2-14F225332C5D}" srcOrd="0" destOrd="0" parTransId="{22C6DE18-A659-444B-A6AA-9A48CA21434A}" sibTransId="{B5534E50-F3D3-4BDC-8E9D-79F2202929FC}"/>
    <dgm:cxn modelId="{62D0F086-F83C-423A-AED9-323FAD01E3EF}" srcId="{6B2F9C41-879A-4C2B-A976-BD74BD3B8D25}" destId="{077658E3-190D-4943-80CA-384BCEC81BCB}" srcOrd="2" destOrd="0" parTransId="{065AD735-C026-49DA-B63F-E780A1CB1F87}" sibTransId="{E7114BEF-B97E-4917-B9FA-26284D763F6F}"/>
    <dgm:cxn modelId="{160CD591-A15B-4868-B32B-65DF21E91BF6}" type="presOf" srcId="{929E2E8A-8F92-4C33-B43C-121A50C227A2}" destId="{F425AB27-102F-4094-8695-36DC9D655AA8}" srcOrd="0" destOrd="0" presId="urn:microsoft.com/office/officeart/2005/8/layout/vList5"/>
    <dgm:cxn modelId="{5CE73DBD-5422-44A2-8D9A-15B7098AAC84}" type="presOf" srcId="{6B2F9C41-879A-4C2B-A976-BD74BD3B8D25}" destId="{63C504F2-3EFE-4235-8DAC-F9B6F12BEE10}" srcOrd="0" destOrd="0" presId="urn:microsoft.com/office/officeart/2005/8/layout/vList5"/>
    <dgm:cxn modelId="{AE99A9CF-02D8-47F7-B976-5A728448B650}" type="presOf" srcId="{B4C41DCC-2945-4390-A2C2-14F225332C5D}" destId="{0A35E55D-6F3A-4404-BDD3-8786523BD733}" srcOrd="0" destOrd="0" presId="urn:microsoft.com/office/officeart/2005/8/layout/vList5"/>
    <dgm:cxn modelId="{60C452E8-616E-48A4-A3E7-8BE9C016D6E8}" type="presOf" srcId="{E7EDACA5-E4A2-4EB6-AC18-87A027E0E645}" destId="{B2D50EF3-53B7-4DDE-BD10-19FA1964C1A5}" srcOrd="0" destOrd="0" presId="urn:microsoft.com/office/officeart/2005/8/layout/vList5"/>
    <dgm:cxn modelId="{84CC0AEF-5A5C-45EE-9EA5-D1EBC2963BF3}" type="presOf" srcId="{077658E3-190D-4943-80CA-384BCEC81BCB}" destId="{F610892B-88F3-4556-9EDD-F79F94073BD9}" srcOrd="0" destOrd="0" presId="urn:microsoft.com/office/officeart/2005/8/layout/vList5"/>
    <dgm:cxn modelId="{34658F8C-2338-40D5-AF8B-399E331286A0}" type="presParOf" srcId="{63C504F2-3EFE-4235-8DAC-F9B6F12BEE10}" destId="{B05F5924-CA60-4361-A92F-A044FDAFA291}" srcOrd="0" destOrd="0" presId="urn:microsoft.com/office/officeart/2005/8/layout/vList5"/>
    <dgm:cxn modelId="{6FF68549-B163-4680-93AC-7309146EDBCD}" type="presParOf" srcId="{B05F5924-CA60-4361-A92F-A044FDAFA291}" destId="{B2D50EF3-53B7-4DDE-BD10-19FA1964C1A5}" srcOrd="0" destOrd="0" presId="urn:microsoft.com/office/officeart/2005/8/layout/vList5"/>
    <dgm:cxn modelId="{0C706796-04DC-4FF7-98B8-30E3C7B8918B}" type="presParOf" srcId="{B05F5924-CA60-4361-A92F-A044FDAFA291}" destId="{F425AB27-102F-4094-8695-36DC9D655AA8}" srcOrd="1" destOrd="0" presId="urn:microsoft.com/office/officeart/2005/8/layout/vList5"/>
    <dgm:cxn modelId="{B3788907-4851-4561-B3CF-15E930486D1A}" type="presParOf" srcId="{63C504F2-3EFE-4235-8DAC-F9B6F12BEE10}" destId="{4B899993-D7F0-47D7-830A-23550EFAF075}" srcOrd="1" destOrd="0" presId="urn:microsoft.com/office/officeart/2005/8/layout/vList5"/>
    <dgm:cxn modelId="{FC2964A0-FBE9-4FFB-8245-85CD4ADAECE6}" type="presParOf" srcId="{63C504F2-3EFE-4235-8DAC-F9B6F12BEE10}" destId="{87AE4470-32AC-408C-BFB1-016233E66795}" srcOrd="2" destOrd="0" presId="urn:microsoft.com/office/officeart/2005/8/layout/vList5"/>
    <dgm:cxn modelId="{9DFD188D-4AAA-4B91-98CC-B487C1E86DF7}" type="presParOf" srcId="{87AE4470-32AC-408C-BFB1-016233E66795}" destId="{3255C122-8BE7-4266-9A03-7A291D4A875A}" srcOrd="0" destOrd="0" presId="urn:microsoft.com/office/officeart/2005/8/layout/vList5"/>
    <dgm:cxn modelId="{618F2A46-B79F-45F0-96B2-1CD347F703EA}" type="presParOf" srcId="{63C504F2-3EFE-4235-8DAC-F9B6F12BEE10}" destId="{9F2072D8-D466-4479-A2D8-C7331BA7D4D6}" srcOrd="3" destOrd="0" presId="urn:microsoft.com/office/officeart/2005/8/layout/vList5"/>
    <dgm:cxn modelId="{5F39AB80-D217-410B-8019-8E1647EF990B}" type="presParOf" srcId="{63C504F2-3EFE-4235-8DAC-F9B6F12BEE10}" destId="{DC1E5F60-5A13-4012-92AA-FCFC5483EE83}" srcOrd="4" destOrd="0" presId="urn:microsoft.com/office/officeart/2005/8/layout/vList5"/>
    <dgm:cxn modelId="{632E71E1-B095-4B65-83DD-6134E3293C47}" type="presParOf" srcId="{DC1E5F60-5A13-4012-92AA-FCFC5483EE83}" destId="{F610892B-88F3-4556-9EDD-F79F94073BD9}" srcOrd="0" destOrd="0" presId="urn:microsoft.com/office/officeart/2005/8/layout/vList5"/>
    <dgm:cxn modelId="{5E764250-83A1-4D26-95A8-26A41304D309}" type="presParOf" srcId="{DC1E5F60-5A13-4012-92AA-FCFC5483EE83}" destId="{0A35E55D-6F3A-4404-BDD3-8786523BD73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25AB27-102F-4094-8695-36DC9D655AA8}">
      <dsp:nvSpPr>
        <dsp:cNvPr id="0" name=""/>
        <dsp:cNvSpPr/>
      </dsp:nvSpPr>
      <dsp:spPr>
        <a:xfrm rot="5400000">
          <a:off x="4958556" y="-1820564"/>
          <a:ext cx="1309687" cy="52832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Node Two has a longer label</a:t>
          </a:r>
        </a:p>
      </dsp:txBody>
      <dsp:txXfrm rot="-5400000">
        <a:off x="2971800" y="230126"/>
        <a:ext cx="5219266" cy="1181819"/>
      </dsp:txXfrm>
    </dsp:sp>
    <dsp:sp modelId="{B2D50EF3-53B7-4DDE-BD10-19FA1964C1A5}">
      <dsp:nvSpPr>
        <dsp:cNvPr id="0" name=""/>
        <dsp:cNvSpPr/>
      </dsp:nvSpPr>
      <dsp:spPr>
        <a:xfrm>
          <a:off x="0" y="2480"/>
          <a:ext cx="2971800" cy="1637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Node One</a:t>
          </a:r>
        </a:p>
      </dsp:txBody>
      <dsp:txXfrm>
        <a:off x="79917" y="82397"/>
        <a:ext cx="2811966" cy="1477275"/>
      </dsp:txXfrm>
    </dsp:sp>
    <dsp:sp modelId="{3255C122-8BE7-4266-9A03-7A291D4A875A}">
      <dsp:nvSpPr>
        <dsp:cNvPr id="0" name=""/>
        <dsp:cNvSpPr/>
      </dsp:nvSpPr>
      <dsp:spPr>
        <a:xfrm>
          <a:off x="0" y="1721445"/>
          <a:ext cx="2971800" cy="1637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Node Three</a:t>
          </a:r>
        </a:p>
      </dsp:txBody>
      <dsp:txXfrm>
        <a:off x="79917" y="1801362"/>
        <a:ext cx="2811966" cy="1477275"/>
      </dsp:txXfrm>
    </dsp:sp>
    <dsp:sp modelId="{0A35E55D-6F3A-4404-BDD3-8786523BD733}">
      <dsp:nvSpPr>
        <dsp:cNvPr id="0" name=""/>
        <dsp:cNvSpPr/>
      </dsp:nvSpPr>
      <dsp:spPr>
        <a:xfrm rot="5400000">
          <a:off x="4958556" y="1617364"/>
          <a:ext cx="1309687" cy="52832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Node Five</a:t>
          </a:r>
        </a:p>
      </dsp:txBody>
      <dsp:txXfrm rot="-5400000">
        <a:off x="2971800" y="3668054"/>
        <a:ext cx="5219266" cy="1181819"/>
      </dsp:txXfrm>
    </dsp:sp>
    <dsp:sp modelId="{F610892B-88F3-4556-9EDD-F79F94073BD9}">
      <dsp:nvSpPr>
        <dsp:cNvPr id="0" name=""/>
        <dsp:cNvSpPr/>
      </dsp:nvSpPr>
      <dsp:spPr>
        <a:xfrm>
          <a:off x="0" y="3440410"/>
          <a:ext cx="2971800" cy="1637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Node Four</a:t>
          </a:r>
        </a:p>
      </dsp:txBody>
      <dsp:txXfrm>
        <a:off x="79917" y="3520327"/>
        <a:ext cx="2811966" cy="1477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877D9-00B5-C682-E028-42B68DAFF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548E2-7F72-E9D4-0866-64002252C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D68E-6390-3A9A-6FCA-72D4724E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AB3DB-044C-F6F3-4D74-479DA077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B43B3-371F-A53F-73B2-7BC8DEB9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6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9E75-3112-0402-FFBA-CFC6364C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D5A5F-5CA5-D017-0359-923677176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D429B-3974-E09D-2013-C07504A9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F3E12-3FC4-87CA-AED8-514AA7A9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C3F6E-2636-0259-31A5-AD9EB569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7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2B351-F9E1-399C-F7FB-AD28C5E21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61727-9CF8-5353-D456-913208BC1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2ADFF-4E9C-7C64-DD12-15782FC7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A8B26-F6B5-2925-EF42-FE92389E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239C-0A9A-287F-76DE-D6DDA9CB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DB04-3D8E-5A61-54A2-C8C5E006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8598F-EDF2-3161-E158-332B70AAC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D59A9-E032-F550-0242-29B0F225A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7AC9F-8B4D-350F-1A77-BAAB92F3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A254B-7694-F6E2-1D6D-DE242669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2DFBE-692B-B271-4756-1B774BFF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0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57B7-1191-BAB0-F2F9-5AD27D00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F9D7D-90DD-D3D2-35C0-D8F562E47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6F4B4-7DBB-5A22-FC9F-F3B7E2AE7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EDB73-0365-751D-BAF1-13DB6FC37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AB821-168D-C2E8-C396-91C59A4E8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EC2A45-00A3-B1E0-3A91-44726901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0314E6-B4AF-5699-01B0-184D9063A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35C076-B39E-0E1A-49D4-2ABD28E7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0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2A481-E5A8-9457-1800-0643E64D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74043-5F47-D681-526E-1A29ADFC9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F11BE-0AB5-B2BD-FCC3-5DCF1081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ABC5A-46DF-9840-3CDD-1913B8E7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9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D3D16-21D9-9986-5BE1-2E485AEB2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1EBB59-E07E-8049-E85C-A1E08CCF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05027-9701-D63A-AD37-600D6A6A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87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54DC-F82B-135B-8161-8D55C1A6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AF30D-D904-AB20-EF59-C52CA037D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3036E-6E0B-199B-2CD2-32D0F6018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34C2B-E1D9-BE4D-4F08-C6A8767C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88201-892E-1A46-63B9-E2623C1F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54093-502B-7502-B00C-E0B3244F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2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EE05-C515-BE19-3702-E8C19AE2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19508C-24C3-D562-400A-B9840A022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B54E0-1A03-8F6C-A469-0AD73812C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D027-EDD1-8CB2-9094-128899A9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D918B-8F21-D147-E13D-49320E01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EDC7F-0CEB-74DC-6010-0FF07641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9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2E6D0-F6F2-2B80-AD15-7D0CB83A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290B1-86E5-7056-0FB4-3A4FA5A57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9DFFF-8962-0001-BB9C-99CB7E74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0BA4D-69B0-C51E-65F6-821078F29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F442-64AD-A643-E015-21FD65F4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30389-9A5A-E8BB-3E1D-5955D1092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A1D40-E5E9-91BB-BAB5-8F32B3CB0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40AE3-78B5-C883-AFAB-736BC87D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31DC6-53E4-0D1F-287B-83883EB3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4F2D5-B5C7-E309-2A2B-A32918DD0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43836-D95E-34E7-6413-C470F5D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A3953-FCD7-5530-6975-1545CD4F0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1D910-3068-0428-3E03-AEE7C730F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CADB5-F38B-48A7-98A8-99B7337184D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BD6E9-FD9C-385A-AD2D-F5ED83C12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CEFA1-772C-6D75-7E15-A993CCB2FC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24D12-8098-4723-A9D6-6D9747DC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0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5D34067-91EB-3C9B-FA32-678B91643B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83809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517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2026-09-06T08:12:59Z</dcterms:created>
  <dcterms:modified xsi:type="dcterms:W3CDTF">2026-09-06T08:13:00Z</dcterms:modified>
</cp:coreProperties>
</file>