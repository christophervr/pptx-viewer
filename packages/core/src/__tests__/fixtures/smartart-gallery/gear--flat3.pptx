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EEBE24-86D3-4CA3-B75B-FF53EEF5D2ED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E84C3977-B1A8-49D5-86A6-A66946D1345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2A6D011-FC24-4C87-B2DE-FB5462E5E226}" type="parTrans" cxnId="{482B0A62-FF57-4570-AC38-4A8497EECE28}">
      <dgm:prSet/>
      <dgm:spPr/>
    </dgm:pt>
    <dgm:pt modelId="{BABE5766-4A6A-4038-8E3F-4139113F4A45}" type="sibTrans" cxnId="{482B0A62-FF57-4570-AC38-4A8497EECE28}">
      <dgm:prSet/>
      <dgm:spPr/>
    </dgm:pt>
    <dgm:pt modelId="{74CEB199-367D-4C5E-B9AA-8EBA71A90CD5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B657C341-EFD4-4A56-9F73-B63C9094AA4D}" type="parTrans" cxnId="{56927C3A-72FC-47ED-A55F-22071819E360}">
      <dgm:prSet/>
      <dgm:spPr/>
    </dgm:pt>
    <dgm:pt modelId="{F38C6F81-B3A0-405E-8C2B-862A507A294F}" type="sibTrans" cxnId="{56927C3A-72FC-47ED-A55F-22071819E360}">
      <dgm:prSet/>
      <dgm:spPr/>
    </dgm:pt>
    <dgm:pt modelId="{F4078B04-D2AF-4CAE-99B4-EF1DF1CE08E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7909A89-CBC1-4A3D-9FDA-8EBB7E072493}" type="parTrans" cxnId="{A17B3915-F4A0-44D9-9357-22A5B315C40A}">
      <dgm:prSet/>
      <dgm:spPr/>
    </dgm:pt>
    <dgm:pt modelId="{9FD492A0-55E4-455B-93B1-B92488B17809}" type="sibTrans" cxnId="{A17B3915-F4A0-44D9-9357-22A5B315C40A}">
      <dgm:prSet/>
      <dgm:spPr/>
    </dgm:pt>
    <dgm:pt modelId="{AAF66CF3-314D-4E0B-8ADF-91420C556603}" type="pres">
      <dgm:prSet presAssocID="{3CEEBE24-86D3-4CA3-B75B-FF53EEF5D2E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4C40BA7A-960A-4A44-AE40-336813DE361D}" type="pres">
      <dgm:prSet presAssocID="{E84C3977-B1A8-49D5-86A6-A66946D1345A}" presName="gear1" presStyleLbl="node1" presStyleIdx="0" presStyleCnt="3">
        <dgm:presLayoutVars>
          <dgm:chMax val="1"/>
          <dgm:bulletEnabled val="1"/>
        </dgm:presLayoutVars>
      </dgm:prSet>
      <dgm:spPr/>
    </dgm:pt>
    <dgm:pt modelId="{BA68498E-3EBB-42FC-AEC4-2458EA5C1FBD}" type="pres">
      <dgm:prSet presAssocID="{E84C3977-B1A8-49D5-86A6-A66946D1345A}" presName="gear1srcNode" presStyleLbl="node1" presStyleIdx="0" presStyleCnt="3"/>
      <dgm:spPr/>
    </dgm:pt>
    <dgm:pt modelId="{2DA1BDAF-3AFB-4654-AA11-E6488D3AAAD2}" type="pres">
      <dgm:prSet presAssocID="{E84C3977-B1A8-49D5-86A6-A66946D1345A}" presName="gear1dstNode" presStyleLbl="node1" presStyleIdx="0" presStyleCnt="3"/>
      <dgm:spPr/>
    </dgm:pt>
    <dgm:pt modelId="{31C499B5-3BDC-4EB6-A634-C524327BC17F}" type="pres">
      <dgm:prSet presAssocID="{74CEB199-367D-4C5E-B9AA-8EBA71A90CD5}" presName="gear2" presStyleLbl="node1" presStyleIdx="1" presStyleCnt="3">
        <dgm:presLayoutVars>
          <dgm:chMax val="1"/>
          <dgm:bulletEnabled val="1"/>
        </dgm:presLayoutVars>
      </dgm:prSet>
      <dgm:spPr/>
    </dgm:pt>
    <dgm:pt modelId="{127EFABC-6827-466B-ACEB-349336EE726F}" type="pres">
      <dgm:prSet presAssocID="{74CEB199-367D-4C5E-B9AA-8EBA71A90CD5}" presName="gear2srcNode" presStyleLbl="node1" presStyleIdx="1" presStyleCnt="3"/>
      <dgm:spPr/>
    </dgm:pt>
    <dgm:pt modelId="{0F61259D-2B9F-4A65-A5AE-6A378DBB009C}" type="pres">
      <dgm:prSet presAssocID="{74CEB199-367D-4C5E-B9AA-8EBA71A90CD5}" presName="gear2dstNode" presStyleLbl="node1" presStyleIdx="1" presStyleCnt="3"/>
      <dgm:spPr/>
    </dgm:pt>
    <dgm:pt modelId="{D6BE0120-37E0-4847-9918-3CD9EE8873AF}" type="pres">
      <dgm:prSet presAssocID="{F4078B04-D2AF-4CAE-99B4-EF1DF1CE08EF}" presName="gear3" presStyleLbl="node1" presStyleIdx="2" presStyleCnt="3"/>
      <dgm:spPr/>
    </dgm:pt>
    <dgm:pt modelId="{FC96A651-9B36-4BE9-932D-921C04ACF811}" type="pres">
      <dgm:prSet presAssocID="{F4078B04-D2AF-4CAE-99B4-EF1DF1CE08EF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495CCB84-7BFE-4F46-B2E0-64A3B8C57507}" type="pres">
      <dgm:prSet presAssocID="{F4078B04-D2AF-4CAE-99B4-EF1DF1CE08EF}" presName="gear3srcNode" presStyleLbl="node1" presStyleIdx="2" presStyleCnt="3"/>
      <dgm:spPr/>
    </dgm:pt>
    <dgm:pt modelId="{3351F859-886A-4E64-A6B8-15FC08BB6211}" type="pres">
      <dgm:prSet presAssocID="{F4078B04-D2AF-4CAE-99B4-EF1DF1CE08EF}" presName="gear3dstNode" presStyleLbl="node1" presStyleIdx="2" presStyleCnt="3"/>
      <dgm:spPr/>
    </dgm:pt>
    <dgm:pt modelId="{011093E8-CEB7-4C84-8EFF-358077FCE81E}" type="pres">
      <dgm:prSet presAssocID="{BABE5766-4A6A-4038-8E3F-4139113F4A45}" presName="connector1" presStyleLbl="sibTrans2D1" presStyleIdx="0" presStyleCnt="3"/>
      <dgm:spPr/>
    </dgm:pt>
    <dgm:pt modelId="{414EE50C-D5E1-4B3F-8BE9-FB5C051A9E47}" type="pres">
      <dgm:prSet presAssocID="{F38C6F81-B3A0-405E-8C2B-862A507A294F}" presName="connector2" presStyleLbl="sibTrans2D1" presStyleIdx="1" presStyleCnt="3"/>
      <dgm:spPr/>
    </dgm:pt>
    <dgm:pt modelId="{77E232BC-47AD-4802-A3D0-7A3B52CF5AE7}" type="pres">
      <dgm:prSet presAssocID="{9FD492A0-55E4-455B-93B1-B92488B17809}" presName="connector3" presStyleLbl="sibTrans2D1" presStyleIdx="2" presStyleCnt="3"/>
      <dgm:spPr/>
    </dgm:pt>
  </dgm:ptLst>
  <dgm:cxnLst>
    <dgm:cxn modelId="{4AD7ED00-4E8F-4D51-90A5-93E255CFC62C}" type="presOf" srcId="{74CEB199-367D-4C5E-B9AA-8EBA71A90CD5}" destId="{127EFABC-6827-466B-ACEB-349336EE726F}" srcOrd="1" destOrd="0" presId="urn:microsoft.com/office/officeart/2005/8/layout/gear1"/>
    <dgm:cxn modelId="{1771FF08-F0E6-4C60-9CD6-D56FB4CE6CEA}" type="presOf" srcId="{F4078B04-D2AF-4CAE-99B4-EF1DF1CE08EF}" destId="{495CCB84-7BFE-4F46-B2E0-64A3B8C57507}" srcOrd="2" destOrd="0" presId="urn:microsoft.com/office/officeart/2005/8/layout/gear1"/>
    <dgm:cxn modelId="{A17B3915-F4A0-44D9-9357-22A5B315C40A}" srcId="{3CEEBE24-86D3-4CA3-B75B-FF53EEF5D2ED}" destId="{F4078B04-D2AF-4CAE-99B4-EF1DF1CE08EF}" srcOrd="2" destOrd="0" parTransId="{B7909A89-CBC1-4A3D-9FDA-8EBB7E072493}" sibTransId="{9FD492A0-55E4-455B-93B1-B92488B17809}"/>
    <dgm:cxn modelId="{05B75317-491F-4F62-8042-67D1BF885D5A}" type="presOf" srcId="{F4078B04-D2AF-4CAE-99B4-EF1DF1CE08EF}" destId="{FC96A651-9B36-4BE9-932D-921C04ACF811}" srcOrd="1" destOrd="0" presId="urn:microsoft.com/office/officeart/2005/8/layout/gear1"/>
    <dgm:cxn modelId="{B3C87135-F9B6-4123-B022-643786CBFCF2}" type="presOf" srcId="{3CEEBE24-86D3-4CA3-B75B-FF53EEF5D2ED}" destId="{AAF66CF3-314D-4E0B-8ADF-91420C556603}" srcOrd="0" destOrd="0" presId="urn:microsoft.com/office/officeart/2005/8/layout/gear1"/>
    <dgm:cxn modelId="{56927C3A-72FC-47ED-A55F-22071819E360}" srcId="{3CEEBE24-86D3-4CA3-B75B-FF53EEF5D2ED}" destId="{74CEB199-367D-4C5E-B9AA-8EBA71A90CD5}" srcOrd="1" destOrd="0" parTransId="{B657C341-EFD4-4A56-9F73-B63C9094AA4D}" sibTransId="{F38C6F81-B3A0-405E-8C2B-862A507A294F}"/>
    <dgm:cxn modelId="{E667A75C-E211-468B-8BB7-D8B6F5C51702}" type="presOf" srcId="{E84C3977-B1A8-49D5-86A6-A66946D1345A}" destId="{4C40BA7A-960A-4A44-AE40-336813DE361D}" srcOrd="0" destOrd="0" presId="urn:microsoft.com/office/officeart/2005/8/layout/gear1"/>
    <dgm:cxn modelId="{482B0A62-FF57-4570-AC38-4A8497EECE28}" srcId="{3CEEBE24-86D3-4CA3-B75B-FF53EEF5D2ED}" destId="{E84C3977-B1A8-49D5-86A6-A66946D1345A}" srcOrd="0" destOrd="0" parTransId="{42A6D011-FC24-4C87-B2DE-FB5462E5E226}" sibTransId="{BABE5766-4A6A-4038-8E3F-4139113F4A45}"/>
    <dgm:cxn modelId="{3CB90D63-8FA2-4D3E-B85C-9445C3110AC5}" type="presOf" srcId="{F38C6F81-B3A0-405E-8C2B-862A507A294F}" destId="{414EE50C-D5E1-4B3F-8BE9-FB5C051A9E47}" srcOrd="0" destOrd="0" presId="urn:microsoft.com/office/officeart/2005/8/layout/gear1"/>
    <dgm:cxn modelId="{25C80F6D-7F60-4AF3-9365-97E24961B2A7}" type="presOf" srcId="{E84C3977-B1A8-49D5-86A6-A66946D1345A}" destId="{2DA1BDAF-3AFB-4654-AA11-E6488D3AAAD2}" srcOrd="2" destOrd="0" presId="urn:microsoft.com/office/officeart/2005/8/layout/gear1"/>
    <dgm:cxn modelId="{78899A76-99B7-4400-AA73-2E22F045CF61}" type="presOf" srcId="{9FD492A0-55E4-455B-93B1-B92488B17809}" destId="{77E232BC-47AD-4802-A3D0-7A3B52CF5AE7}" srcOrd="0" destOrd="0" presId="urn:microsoft.com/office/officeart/2005/8/layout/gear1"/>
    <dgm:cxn modelId="{A7E8E099-FD48-4250-845D-53BC8158415E}" type="presOf" srcId="{74CEB199-367D-4C5E-B9AA-8EBA71A90CD5}" destId="{31C499B5-3BDC-4EB6-A634-C524327BC17F}" srcOrd="0" destOrd="0" presId="urn:microsoft.com/office/officeart/2005/8/layout/gear1"/>
    <dgm:cxn modelId="{7BC907B7-A095-4302-8267-C3F419B325A0}" type="presOf" srcId="{F4078B04-D2AF-4CAE-99B4-EF1DF1CE08EF}" destId="{D6BE0120-37E0-4847-9918-3CD9EE8873AF}" srcOrd="0" destOrd="0" presId="urn:microsoft.com/office/officeart/2005/8/layout/gear1"/>
    <dgm:cxn modelId="{5DB45DD8-12DF-4258-98C8-E7EF44C72CB4}" type="presOf" srcId="{BABE5766-4A6A-4038-8E3F-4139113F4A45}" destId="{011093E8-CEB7-4C84-8EFF-358077FCE81E}" srcOrd="0" destOrd="0" presId="urn:microsoft.com/office/officeart/2005/8/layout/gear1"/>
    <dgm:cxn modelId="{72502FDB-FE36-44A0-8680-E5A425BC27DD}" type="presOf" srcId="{74CEB199-367D-4C5E-B9AA-8EBA71A90CD5}" destId="{0F61259D-2B9F-4A65-A5AE-6A378DBB009C}" srcOrd="2" destOrd="0" presId="urn:microsoft.com/office/officeart/2005/8/layout/gear1"/>
    <dgm:cxn modelId="{15CB38FD-65B0-49D9-B257-8E3292D72A7A}" type="presOf" srcId="{F4078B04-D2AF-4CAE-99B4-EF1DF1CE08EF}" destId="{3351F859-886A-4E64-A6B8-15FC08BB6211}" srcOrd="3" destOrd="0" presId="urn:microsoft.com/office/officeart/2005/8/layout/gear1"/>
    <dgm:cxn modelId="{4AF543FF-2AD7-4677-92ED-61B3C686A769}" type="presOf" srcId="{E84C3977-B1A8-49D5-86A6-A66946D1345A}" destId="{BA68498E-3EBB-42FC-AEC4-2458EA5C1FBD}" srcOrd="1" destOrd="0" presId="urn:microsoft.com/office/officeart/2005/8/layout/gear1"/>
    <dgm:cxn modelId="{3329E2F9-7888-4AD6-8FCC-0F82113BA22C}" type="presParOf" srcId="{AAF66CF3-314D-4E0B-8ADF-91420C556603}" destId="{4C40BA7A-960A-4A44-AE40-336813DE361D}" srcOrd="0" destOrd="0" presId="urn:microsoft.com/office/officeart/2005/8/layout/gear1"/>
    <dgm:cxn modelId="{554E0811-E5F0-4250-AAAA-ACAF62294AE8}" type="presParOf" srcId="{AAF66CF3-314D-4E0B-8ADF-91420C556603}" destId="{BA68498E-3EBB-42FC-AEC4-2458EA5C1FBD}" srcOrd="1" destOrd="0" presId="urn:microsoft.com/office/officeart/2005/8/layout/gear1"/>
    <dgm:cxn modelId="{E6028203-FBF1-4A4E-80CC-99E1A4AC1C40}" type="presParOf" srcId="{AAF66CF3-314D-4E0B-8ADF-91420C556603}" destId="{2DA1BDAF-3AFB-4654-AA11-E6488D3AAAD2}" srcOrd="2" destOrd="0" presId="urn:microsoft.com/office/officeart/2005/8/layout/gear1"/>
    <dgm:cxn modelId="{3EC7C711-8E3B-4068-A1F9-1FB90D9A08FB}" type="presParOf" srcId="{AAF66CF3-314D-4E0B-8ADF-91420C556603}" destId="{31C499B5-3BDC-4EB6-A634-C524327BC17F}" srcOrd="3" destOrd="0" presId="urn:microsoft.com/office/officeart/2005/8/layout/gear1"/>
    <dgm:cxn modelId="{BAF450D5-659F-4D4E-A213-A2836A7F2D99}" type="presParOf" srcId="{AAF66CF3-314D-4E0B-8ADF-91420C556603}" destId="{127EFABC-6827-466B-ACEB-349336EE726F}" srcOrd="4" destOrd="0" presId="urn:microsoft.com/office/officeart/2005/8/layout/gear1"/>
    <dgm:cxn modelId="{2BBEA5FE-28B7-4C8C-B980-91F9A595D8FF}" type="presParOf" srcId="{AAF66CF3-314D-4E0B-8ADF-91420C556603}" destId="{0F61259D-2B9F-4A65-A5AE-6A378DBB009C}" srcOrd="5" destOrd="0" presId="urn:microsoft.com/office/officeart/2005/8/layout/gear1"/>
    <dgm:cxn modelId="{A355FD3D-8867-4AAE-A6A1-850332AD2723}" type="presParOf" srcId="{AAF66CF3-314D-4E0B-8ADF-91420C556603}" destId="{D6BE0120-37E0-4847-9918-3CD9EE8873AF}" srcOrd="6" destOrd="0" presId="urn:microsoft.com/office/officeart/2005/8/layout/gear1"/>
    <dgm:cxn modelId="{A3E33522-E125-47F8-87DF-66087B7AF820}" type="presParOf" srcId="{AAF66CF3-314D-4E0B-8ADF-91420C556603}" destId="{FC96A651-9B36-4BE9-932D-921C04ACF811}" srcOrd="7" destOrd="0" presId="urn:microsoft.com/office/officeart/2005/8/layout/gear1"/>
    <dgm:cxn modelId="{CBCFCCA1-4B07-4D58-BD46-DBB4DE6B2B20}" type="presParOf" srcId="{AAF66CF3-314D-4E0B-8ADF-91420C556603}" destId="{495CCB84-7BFE-4F46-B2E0-64A3B8C57507}" srcOrd="8" destOrd="0" presId="urn:microsoft.com/office/officeart/2005/8/layout/gear1"/>
    <dgm:cxn modelId="{5C0F79EC-D369-4EC6-950F-725DD7278EAC}" type="presParOf" srcId="{AAF66CF3-314D-4E0B-8ADF-91420C556603}" destId="{3351F859-886A-4E64-A6B8-15FC08BB6211}" srcOrd="9" destOrd="0" presId="urn:microsoft.com/office/officeart/2005/8/layout/gear1"/>
    <dgm:cxn modelId="{670FD8E3-E127-4336-BE20-4EBDC505EF1A}" type="presParOf" srcId="{AAF66CF3-314D-4E0B-8ADF-91420C556603}" destId="{011093E8-CEB7-4C84-8EFF-358077FCE81E}" srcOrd="10" destOrd="0" presId="urn:microsoft.com/office/officeart/2005/8/layout/gear1"/>
    <dgm:cxn modelId="{D3C57395-433D-4088-ABE6-71195FA2804D}" type="presParOf" srcId="{AAF66CF3-314D-4E0B-8ADF-91420C556603}" destId="{414EE50C-D5E1-4B3F-8BE9-FB5C051A9E47}" srcOrd="11" destOrd="0" presId="urn:microsoft.com/office/officeart/2005/8/layout/gear1"/>
    <dgm:cxn modelId="{7F9AD668-352B-480E-8EAB-E966CD738BBD}" type="presParOf" srcId="{AAF66CF3-314D-4E0B-8ADF-91420C556603}" destId="{77E232BC-47AD-4802-A3D0-7A3B52CF5AE7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0BA7A-960A-4A44-AE40-336813DE361D}">
      <dsp:nvSpPr>
        <dsp:cNvPr id="0" name=""/>
        <dsp:cNvSpPr/>
      </dsp:nvSpPr>
      <dsp:spPr>
        <a:xfrm>
          <a:off x="3873500" y="2286000"/>
          <a:ext cx="2794000" cy="279400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Alpha</a:t>
          </a:r>
        </a:p>
      </dsp:txBody>
      <dsp:txXfrm>
        <a:off x="4435218" y="2940481"/>
        <a:ext cx="1670564" cy="1436174"/>
      </dsp:txXfrm>
    </dsp:sp>
    <dsp:sp modelId="{31C499B5-3BDC-4EB6-A634-C524327BC17F}">
      <dsp:nvSpPr>
        <dsp:cNvPr id="0" name=""/>
        <dsp:cNvSpPr/>
      </dsp:nvSpPr>
      <dsp:spPr>
        <a:xfrm>
          <a:off x="2247900" y="1625600"/>
          <a:ext cx="2032000" cy="203200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Beta has a noticeably longer label than the others</a:t>
          </a:r>
        </a:p>
      </dsp:txBody>
      <dsp:txXfrm>
        <a:off x="2759462" y="2140254"/>
        <a:ext cx="1008876" cy="1002692"/>
      </dsp:txXfrm>
    </dsp:sp>
    <dsp:sp modelId="{D6BE0120-37E0-4847-9918-3CD9EE8873AF}">
      <dsp:nvSpPr>
        <dsp:cNvPr id="0" name=""/>
        <dsp:cNvSpPr/>
      </dsp:nvSpPr>
      <dsp:spPr>
        <a:xfrm rot="20700000">
          <a:off x="3386027" y="223727"/>
          <a:ext cx="1990945" cy="1990945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Gamma</a:t>
          </a:r>
        </a:p>
      </dsp:txBody>
      <dsp:txXfrm rot="-20700000">
        <a:off x="3822700" y="660399"/>
        <a:ext cx="1117600" cy="1117600"/>
      </dsp:txXfrm>
    </dsp:sp>
    <dsp:sp modelId="{011093E8-CEB7-4C84-8EFF-358077FCE81E}">
      <dsp:nvSpPr>
        <dsp:cNvPr id="0" name=""/>
        <dsp:cNvSpPr/>
      </dsp:nvSpPr>
      <dsp:spPr>
        <a:xfrm>
          <a:off x="3668505" y="1858768"/>
          <a:ext cx="3576320" cy="3576320"/>
        </a:xfrm>
        <a:prstGeom prst="circularArrow">
          <a:avLst>
            <a:gd name="adj1" fmla="val 4688"/>
            <a:gd name="adj2" fmla="val 299029"/>
            <a:gd name="adj3" fmla="val 2533910"/>
            <a:gd name="adj4" fmla="val 15823567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EE50C-D5E1-4B3F-8BE9-FB5C051A9E47}">
      <dsp:nvSpPr>
        <dsp:cNvPr id="0" name=""/>
        <dsp:cNvSpPr/>
      </dsp:nvSpPr>
      <dsp:spPr>
        <a:xfrm>
          <a:off x="1888036" y="1172194"/>
          <a:ext cx="2598420" cy="259842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232BC-47AD-4802-A3D0-7A3B52CF5AE7}">
      <dsp:nvSpPr>
        <dsp:cNvPr id="0" name=""/>
        <dsp:cNvSpPr/>
      </dsp:nvSpPr>
      <dsp:spPr>
        <a:xfrm>
          <a:off x="2925501" y="-216165"/>
          <a:ext cx="2801620" cy="280162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2726-4F75-07FD-204A-FFEC751EA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55830-1F76-5A43-310F-C4447439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D80C7-12BD-B95A-21EC-3D91C9EF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2DBAB-F658-683E-3377-245A4D2A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DBBF-5A61-5A1D-DB0F-A9FF712F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F7BB-A1DB-1B5D-FF83-7493A1F9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A7138-C5F9-1274-0054-674E61C90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56E11-B136-7856-8ED2-7B3787D0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97DDF-F70B-2649-4C25-EAA93423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71EED-249A-18C1-F64C-36E85A38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1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651F-1225-2907-7C25-8574482ED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F0CCA-3BDD-EF4E-52CA-20CFACD45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F485E-4B86-36DB-A9EE-A79A782B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AD492-72EA-5867-AF6A-C16D03D7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B4835-37D7-8765-D8CA-2364141D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2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D0CE-01F1-01C5-8474-06BDD79C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25FD5-A0ED-06E8-7EC4-D7DB6CB2D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A9A43-5065-FE00-DC66-CC9F95F7C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84371-CD57-2019-BB68-45D01E39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05BC7-6FC2-8509-919A-261D9C54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18D63-D0DC-4703-0588-618581DE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5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512A-246A-60BD-42EC-0EE907ED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618F9-DACE-32D8-4607-1EC761FC0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E00F2-3B0D-4887-CD32-1EBCFA9C4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A9012-5DF7-ADDD-10ED-FFE0BD6B4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22FE2-B788-5CD1-BDFB-1C1114E5F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FA73B1-D841-4A18-1116-47DB662C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DBCB3-39C1-6CCA-199A-86FD5F18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68ED8-1153-4BB9-FF2D-305D9F1D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7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3518-E846-AB54-347E-A103B879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A7FB0-C32C-9F32-6A18-84FFA835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F0073-0F07-55E6-5B63-C62930CD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FDC40-80EB-38F7-855D-193B8E06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7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BBE08-013F-1B96-2358-DF6D0567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BDFD0-2311-9B0A-BBD7-58F087CB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7556C-21CE-D852-FF1D-B279E931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5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4B67-5998-EFA7-23D7-8A8744EF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6A43-1C8B-F582-600D-2FD85EFD1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ECEE3-B6C5-D5E3-53B4-83057B4C1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4F379-CC74-DBAF-4997-0D0F673E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BA5A8-DD53-DD38-963B-ABD515AF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F3819-F2B9-B84D-42DE-7DF380E7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3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E910-D14B-949D-849B-D314033B3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F41BDA-DC67-347A-B026-CDCC8D71C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C9BAE-5739-F6F0-7420-A552481A2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CD2FD-F5E7-233D-D815-30626424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CA664-FC5C-93F8-BDF8-0F386D1A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34F6-BB09-9D1E-B73C-67FFDBB9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B73F-CF28-56C1-2393-C90F94C4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C10D8-6336-65B6-2415-882EA9348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E393B-8FE8-BF88-A387-0098DFDF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999BB-B818-E3DB-5E2B-218CD18F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4123C-3572-3531-3ACD-3CD01B07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1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28334-83CC-08F3-D1CF-E6174F1B9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03920-5A34-B426-FBD1-FDC4E8F7C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49618-771F-5A17-8F3D-D94ACE0F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FEF72-7F34-2296-6177-4B3F485A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D11ED-3792-8B11-8124-6A796FE7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1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5D850-BA1E-5B9A-CFBA-01DA1B0C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54DA3-05AE-515E-F6E0-CAAE25BB1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0AA7E-395E-EA5A-76F9-4540DB3F9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EE5C3-0AEA-4EE5-9067-AF751C9644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2FE5-22F4-87B0-51FA-1BBFE62F7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8CBC7-02F3-1C01-FD0B-E9AC6FF68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D24C7-821D-4ACF-A19F-BDAE75BA4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4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A269EF-B1C3-ACEF-31EA-97CDF94B8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836781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5237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2026-09-06T08:13:56Z</dcterms:created>
  <dcterms:modified xsi:type="dcterms:W3CDTF">2026-09-06T08:13:56Z</dcterms:modified>
</cp:coreProperties>
</file>