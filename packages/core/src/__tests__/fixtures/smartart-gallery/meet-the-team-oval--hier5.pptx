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734024-F23B-44DA-8B2D-0FB205CD92F5}" type="doc">
      <dgm:prSet loTypeId="urn:microsoft.com/office/officeart/2024/layout/MeetTheTeamOval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DC2351-CAAB-4EE6-9864-EDE92CA60E30}">
      <dgm:prSet phldrT="Nam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9812CD35-491E-44AE-BDD1-38D9F196E707}" type="parTrans" cxnId="{388A5F93-9D32-4A99-BB52-107544AFAD42}">
      <dgm:prSet/>
      <dgm:spPr/>
    </dgm:pt>
    <dgm:pt modelId="{473F9BD5-0042-49A7-9C88-452A452D99DF}" type="sibTrans" cxnId="{388A5F93-9D32-4A99-BB52-107544AFAD42}">
      <dgm:prSet/>
      <dgm:spPr/>
    </dgm:pt>
    <dgm:pt modelId="{226AF058-D7CA-40D3-B002-D13FD194031C}">
      <dgm:prSet phldrT="Role" phldr="1"/>
      <dgm:spPr/>
      <dgm:t>
        <a:bodyPr/>
        <a:lstStyle/>
        <a:p>
          <a:endParaRPr lang="en-US"/>
        </a:p>
      </dgm:t>
    </dgm:pt>
    <dgm:pt modelId="{972E8907-9F72-4022-B576-088EAA7E26A6}" type="parTrans" cxnId="{23865AF3-3063-4ADA-96C9-6C61B25F3C64}">
      <dgm:prSet/>
      <dgm:spPr/>
    </dgm:pt>
    <dgm:pt modelId="{CC7FC666-5985-4BE1-987C-69FC45D53ACF}" type="sibTrans" cxnId="{23865AF3-3063-4ADA-96C9-6C61B25F3C64}">
      <dgm:prSet/>
      <dgm:spPr/>
    </dgm:pt>
    <dgm:pt modelId="{6AA698AD-49B3-46D6-AAB6-7F412B0D44E4}">
      <dgm:prSet phldrT="Nam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CAAD1447-6AF3-4D29-851E-BC7655FDD495}" type="parTrans" cxnId="{61279F21-2E4E-4040-BE01-10A959916D7E}">
      <dgm:prSet/>
      <dgm:spPr/>
    </dgm:pt>
    <dgm:pt modelId="{DD3FBAD9-A985-40B5-945E-A33978EC6E14}" type="sibTrans" cxnId="{61279F21-2E4E-4040-BE01-10A959916D7E}">
      <dgm:prSet/>
      <dgm:spPr/>
    </dgm:pt>
    <dgm:pt modelId="{5EA83F03-5BF9-45A1-9C04-BBCB3DB0060E}">
      <dgm:prSet phldrT="Role" phldr="1"/>
      <dgm:spPr/>
      <dgm:t>
        <a:bodyPr/>
        <a:lstStyle/>
        <a:p>
          <a:endParaRPr lang="en-US"/>
        </a:p>
      </dgm:t>
    </dgm:pt>
    <dgm:pt modelId="{B05822E9-8F02-427E-89B7-0C1C68B1D4BE}" type="parTrans" cxnId="{FEEEBC67-D381-48F2-98EB-55FB83A93521}">
      <dgm:prSet/>
      <dgm:spPr/>
    </dgm:pt>
    <dgm:pt modelId="{4C6ABF1B-A54F-4DDD-9FE8-54326038A875}" type="sibTrans" cxnId="{FEEEBC67-D381-48F2-98EB-55FB83A93521}">
      <dgm:prSet/>
      <dgm:spPr/>
    </dgm:pt>
    <dgm:pt modelId="{5D55AA72-AEFD-4693-BB73-244B16F916E4}">
      <dgm:prSet phldrT="Name"/>
      <dgm:spPr/>
      <dgm:t>
        <a:bodyPr/>
        <a:lstStyle/>
        <a:p>
          <a:r>
            <a:rPr lang="en-US"/>
            <a:t>Node Three</a:t>
          </a:r>
        </a:p>
      </dgm:t>
    </dgm:pt>
    <dgm:pt modelId="{E356E5D2-EBEB-427A-A28C-200B0EF96F1F}" type="parTrans" cxnId="{07A8F6E8-5F1B-43F0-9089-A877A1CA6583}">
      <dgm:prSet/>
      <dgm:spPr/>
    </dgm:pt>
    <dgm:pt modelId="{AC9A247B-2402-4BC1-B5EA-F9CDF1210F34}" type="sibTrans" cxnId="{07A8F6E8-5F1B-43F0-9089-A877A1CA6583}">
      <dgm:prSet/>
      <dgm:spPr/>
    </dgm:pt>
    <dgm:pt modelId="{45ACE4B0-EFB7-4328-ABB9-164F983CECC6}">
      <dgm:prSet phldrT="Role" phldr="1"/>
      <dgm:spPr/>
      <dgm:t>
        <a:bodyPr/>
        <a:lstStyle/>
        <a:p>
          <a:endParaRPr lang="en-US"/>
        </a:p>
      </dgm:t>
    </dgm:pt>
    <dgm:pt modelId="{5E974AA7-2127-4766-A86D-5E1178B90FC7}" type="parTrans" cxnId="{015753ED-B028-4D1C-81FF-307DBB4E148F}">
      <dgm:prSet/>
      <dgm:spPr/>
    </dgm:pt>
    <dgm:pt modelId="{B6A21023-531E-4F55-A920-B8D8E24B2FF8}" type="sibTrans" cxnId="{015753ED-B028-4D1C-81FF-307DBB4E148F}">
      <dgm:prSet/>
      <dgm:spPr/>
    </dgm:pt>
    <dgm:pt modelId="{5EC4DFE1-0EF7-4273-BA00-BA3AB246D68B}">
      <dgm:prSet phldrT="Nam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96E0827B-BB23-4381-A182-1CE503EC5BF9}" type="parTrans" cxnId="{284F629F-D623-4950-BACC-0FE4C856EB00}">
      <dgm:prSet/>
      <dgm:spPr/>
    </dgm:pt>
    <dgm:pt modelId="{29D90E75-85A2-4DC0-A6A5-A70E750A449D}" type="sibTrans" cxnId="{284F629F-D623-4950-BACC-0FE4C856EB00}">
      <dgm:prSet/>
      <dgm:spPr/>
    </dgm:pt>
    <dgm:pt modelId="{63895F51-7363-476D-9EF7-6BEB6B251402}">
      <dgm:prSet phldrT="Role" phldr="1"/>
      <dgm:spPr/>
      <dgm:t>
        <a:bodyPr/>
        <a:lstStyle/>
        <a:p>
          <a:endParaRPr lang="en-US"/>
        </a:p>
      </dgm:t>
    </dgm:pt>
    <dgm:pt modelId="{8504FED3-E20A-4585-BD87-937AF6774B62}" type="parTrans" cxnId="{9C72E9D1-9A32-430B-A792-BEFE72ADCD2D}">
      <dgm:prSet/>
      <dgm:spPr/>
    </dgm:pt>
    <dgm:pt modelId="{D374E09D-4769-46FC-89E0-FDF49E9121AE}" type="sibTrans" cxnId="{9C72E9D1-9A32-430B-A792-BEFE72ADCD2D}">
      <dgm:prSet/>
      <dgm:spPr/>
    </dgm:pt>
    <dgm:pt modelId="{14FF737E-C7F2-45E1-A7D3-B3325BC4D65D}">
      <dgm:prSet phldrT="Nam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3F90ED5A-D00F-44A4-96A9-DEA7B963823C}" type="parTrans" cxnId="{CFD3DFE9-FE97-44D7-88B7-641F7C41C47C}">
      <dgm:prSet/>
      <dgm:spPr/>
    </dgm:pt>
    <dgm:pt modelId="{7D1C7BC7-77F7-4F1C-889A-5F2C5EC432A8}" type="sibTrans" cxnId="{CFD3DFE9-FE97-44D7-88B7-641F7C41C47C}">
      <dgm:prSet/>
      <dgm:spPr/>
    </dgm:pt>
    <dgm:pt modelId="{A942CB70-AF91-4E74-928F-544AFCF76661}">
      <dgm:prSet phldrT="Role" phldr="1"/>
      <dgm:spPr/>
      <dgm:t>
        <a:bodyPr/>
        <a:lstStyle/>
        <a:p>
          <a:endParaRPr lang="en-US"/>
        </a:p>
      </dgm:t>
    </dgm:pt>
    <dgm:pt modelId="{075FD250-ADF4-4CE0-8575-F8A1BA944323}" type="parTrans" cxnId="{D0F3E8E9-B010-49D3-BB7E-AC2A10951895}">
      <dgm:prSet/>
      <dgm:spPr/>
    </dgm:pt>
    <dgm:pt modelId="{75584208-E8D3-4FA7-B9BD-A630EAD2DDDD}" type="sibTrans" cxnId="{D0F3E8E9-B010-49D3-BB7E-AC2A10951895}">
      <dgm:prSet/>
      <dgm:spPr/>
    </dgm:pt>
    <dgm:pt modelId="{C4F55368-6EFA-4546-B55F-F67AB2A48B47}" type="pres">
      <dgm:prSet presAssocID="{71734024-F23B-44DA-8B2D-0FB205CD92F5}" presName="root" presStyleCnt="0">
        <dgm:presLayoutVars>
          <dgm:dir/>
          <dgm:resizeHandles val="exact"/>
        </dgm:presLayoutVars>
      </dgm:prSet>
      <dgm:spPr/>
    </dgm:pt>
    <dgm:pt modelId="{3F1272D6-8805-43E2-B21F-951981392664}" type="pres">
      <dgm:prSet presAssocID="{36DC2351-CAAB-4EE6-9864-EDE92CA60E30}" presName="compNode" presStyleCnt="0"/>
      <dgm:spPr/>
    </dgm:pt>
    <dgm:pt modelId="{64562A87-0300-4013-A812-284644F58F74}" type="pres">
      <dgm:prSet presAssocID="{36DC2351-CAAB-4EE6-9864-EDE92CA60E30}" presName="photoShape" presStyleLbl="fgImgPlace1" presStyleIdx="0" presStyleCnt="4"/>
      <dgm:spPr/>
    </dgm:pt>
    <dgm:pt modelId="{CE8CE3D2-5BA1-42CD-A8E7-FB5858FFC5E4}" type="pres">
      <dgm:prSet presAssocID="{36DC2351-CAAB-4EE6-9864-EDE92CA60E30}" presName="spacer" presStyleCnt="0"/>
      <dgm:spPr/>
    </dgm:pt>
    <dgm:pt modelId="{F4EFC974-EE17-41AD-9C4A-C942D3A618F3}" type="pres">
      <dgm:prSet presAssocID="{36DC2351-CAAB-4EE6-9864-EDE92CA60E30}" presName="nameText" presStyleLbl="revTx" presStyleIdx="0" presStyleCnt="8">
        <dgm:presLayoutVars>
          <dgm:chMax val="1"/>
          <dgm:chPref val="1"/>
        </dgm:presLayoutVars>
      </dgm:prSet>
      <dgm:spPr/>
    </dgm:pt>
    <dgm:pt modelId="{44115CAE-EF94-48CF-A142-16CB6D9A8958}" type="pres">
      <dgm:prSet presAssocID="{36DC2351-CAAB-4EE6-9864-EDE92CA60E30}" presName="roleText" presStyleLbl="revTx" presStyleIdx="1" presStyleCnt="8">
        <dgm:presLayoutVars>
          <dgm:chMax val="0"/>
        </dgm:presLayoutVars>
      </dgm:prSet>
      <dgm:spPr/>
    </dgm:pt>
    <dgm:pt modelId="{30D742B3-F2C9-49C4-A411-962943432DA3}" type="pres">
      <dgm:prSet presAssocID="{473F9BD5-0042-49A7-9C88-452A452D99DF}" presName="sibTrans" presStyleCnt="0"/>
      <dgm:spPr/>
    </dgm:pt>
    <dgm:pt modelId="{F18CECE9-0671-43B0-97B0-1D2ABBA08D43}" type="pres">
      <dgm:prSet presAssocID="{6AA698AD-49B3-46D6-AAB6-7F412B0D44E4}" presName="compNode" presStyleCnt="0"/>
      <dgm:spPr/>
    </dgm:pt>
    <dgm:pt modelId="{78C81D65-B98A-424D-A12D-24B8929596C7}" type="pres">
      <dgm:prSet presAssocID="{6AA698AD-49B3-46D6-AAB6-7F412B0D44E4}" presName="photoShape" presStyleLbl="fgImgPlace1" presStyleIdx="1" presStyleCnt="4"/>
      <dgm:spPr/>
    </dgm:pt>
    <dgm:pt modelId="{79645485-E0B4-42C6-9862-A08D66A92B3F}" type="pres">
      <dgm:prSet presAssocID="{6AA698AD-49B3-46D6-AAB6-7F412B0D44E4}" presName="spacer" presStyleCnt="0"/>
      <dgm:spPr/>
    </dgm:pt>
    <dgm:pt modelId="{FDF4BE8E-DFF7-4CD2-BE2D-8F2BF153048F}" type="pres">
      <dgm:prSet presAssocID="{6AA698AD-49B3-46D6-AAB6-7F412B0D44E4}" presName="nameText" presStyleLbl="revTx" presStyleIdx="2" presStyleCnt="8">
        <dgm:presLayoutVars>
          <dgm:chMax val="1"/>
          <dgm:chPref val="1"/>
        </dgm:presLayoutVars>
      </dgm:prSet>
      <dgm:spPr/>
    </dgm:pt>
    <dgm:pt modelId="{4AAF1C4C-63DE-4A13-A03A-6A449D4399A0}" type="pres">
      <dgm:prSet presAssocID="{6AA698AD-49B3-46D6-AAB6-7F412B0D44E4}" presName="roleText" presStyleLbl="revTx" presStyleIdx="3" presStyleCnt="8">
        <dgm:presLayoutVars>
          <dgm:chMax val="0"/>
        </dgm:presLayoutVars>
      </dgm:prSet>
      <dgm:spPr/>
    </dgm:pt>
    <dgm:pt modelId="{5C09AFF6-C611-43A5-93BA-F4301D63F3B3}" type="pres">
      <dgm:prSet presAssocID="{DD3FBAD9-A985-40B5-945E-A33978EC6E14}" presName="sibTrans" presStyleCnt="0"/>
      <dgm:spPr/>
    </dgm:pt>
    <dgm:pt modelId="{6239B022-1D59-4151-A650-168CA107CA9E}" type="pres">
      <dgm:prSet presAssocID="{5EC4DFE1-0EF7-4273-BA00-BA3AB246D68B}" presName="compNode" presStyleCnt="0"/>
      <dgm:spPr/>
    </dgm:pt>
    <dgm:pt modelId="{EDF65955-46C8-4F7F-B4D5-F65600CDBFAF}" type="pres">
      <dgm:prSet presAssocID="{5EC4DFE1-0EF7-4273-BA00-BA3AB246D68B}" presName="photoShape" presStyleLbl="fgImgPlace1" presStyleIdx="2" presStyleCnt="4"/>
      <dgm:spPr/>
    </dgm:pt>
    <dgm:pt modelId="{A959100F-266E-4560-A9B6-E1720BDC5FB5}" type="pres">
      <dgm:prSet presAssocID="{5EC4DFE1-0EF7-4273-BA00-BA3AB246D68B}" presName="spacer" presStyleCnt="0"/>
      <dgm:spPr/>
    </dgm:pt>
    <dgm:pt modelId="{ED9F29FF-5B9E-4ECF-84B2-7923F92F1117}" type="pres">
      <dgm:prSet presAssocID="{5EC4DFE1-0EF7-4273-BA00-BA3AB246D68B}" presName="nameText" presStyleLbl="revTx" presStyleIdx="4" presStyleCnt="8">
        <dgm:presLayoutVars>
          <dgm:chMax val="1"/>
          <dgm:chPref val="1"/>
        </dgm:presLayoutVars>
      </dgm:prSet>
      <dgm:spPr/>
    </dgm:pt>
    <dgm:pt modelId="{FC3001FC-07B2-434F-B21D-695117E2A8C6}" type="pres">
      <dgm:prSet presAssocID="{5EC4DFE1-0EF7-4273-BA00-BA3AB246D68B}" presName="roleText" presStyleLbl="revTx" presStyleIdx="5" presStyleCnt="8">
        <dgm:presLayoutVars>
          <dgm:chMax val="0"/>
        </dgm:presLayoutVars>
      </dgm:prSet>
      <dgm:spPr/>
    </dgm:pt>
    <dgm:pt modelId="{F1CC4EEE-B1CE-49DE-BB4C-4011E338FC9C}" type="pres">
      <dgm:prSet presAssocID="{29D90E75-85A2-4DC0-A6A5-A70E750A449D}" presName="sibTrans" presStyleCnt="0"/>
      <dgm:spPr/>
    </dgm:pt>
    <dgm:pt modelId="{EA1BA96A-D1F2-40B9-AB19-89A815BE07A2}" type="pres">
      <dgm:prSet presAssocID="{14FF737E-C7F2-45E1-A7D3-B3325BC4D65D}" presName="compNode" presStyleCnt="0"/>
      <dgm:spPr/>
    </dgm:pt>
    <dgm:pt modelId="{E6479698-637D-4D3D-8345-54C74751EA60}" type="pres">
      <dgm:prSet presAssocID="{14FF737E-C7F2-45E1-A7D3-B3325BC4D65D}" presName="photoShape" presStyleLbl="fgImgPlace1" presStyleIdx="3" presStyleCnt="4"/>
      <dgm:spPr/>
    </dgm:pt>
    <dgm:pt modelId="{1027D33E-37B2-4BD3-83F9-97C82D947F64}" type="pres">
      <dgm:prSet presAssocID="{14FF737E-C7F2-45E1-A7D3-B3325BC4D65D}" presName="spacer" presStyleCnt="0"/>
      <dgm:spPr/>
    </dgm:pt>
    <dgm:pt modelId="{69D1901A-2682-476A-B35D-CEF60BB46511}" type="pres">
      <dgm:prSet presAssocID="{14FF737E-C7F2-45E1-A7D3-B3325BC4D65D}" presName="nameText" presStyleLbl="revTx" presStyleIdx="6" presStyleCnt="8">
        <dgm:presLayoutVars>
          <dgm:chMax val="1"/>
          <dgm:chPref val="1"/>
        </dgm:presLayoutVars>
      </dgm:prSet>
      <dgm:spPr/>
    </dgm:pt>
    <dgm:pt modelId="{13B095F8-8D8D-4F17-BE59-33C8051014F4}" type="pres">
      <dgm:prSet presAssocID="{14FF737E-C7F2-45E1-A7D3-B3325BC4D65D}" presName="roleText" presStyleLbl="revTx" presStyleIdx="7" presStyleCnt="8">
        <dgm:presLayoutVars>
          <dgm:chMax val="0"/>
        </dgm:presLayoutVars>
      </dgm:prSet>
      <dgm:spPr/>
    </dgm:pt>
  </dgm:ptLst>
  <dgm:cxnLst>
    <dgm:cxn modelId="{E5546201-F233-4D22-8BD3-4540F6667A06}" type="presOf" srcId="{71734024-F23B-44DA-8B2D-0FB205CD92F5}" destId="{C4F55368-6EFA-4546-B55F-F67AB2A48B47}" srcOrd="0" destOrd="0" presId="urn:microsoft.com/office/officeart/2024/layout/MeetTheTeamOval"/>
    <dgm:cxn modelId="{DFF6EC0E-AC67-4E3A-8027-03550935C56F}" type="presOf" srcId="{36DC2351-CAAB-4EE6-9864-EDE92CA60E30}" destId="{F4EFC974-EE17-41AD-9C4A-C942D3A618F3}" srcOrd="0" destOrd="0" presId="urn:microsoft.com/office/officeart/2024/layout/MeetTheTeamOval"/>
    <dgm:cxn modelId="{1B024811-5C1D-4B9E-BA4B-F15B223CD984}" type="presOf" srcId="{45ACE4B0-EFB7-4328-ABB9-164F983CECC6}" destId="{4AAF1C4C-63DE-4A13-A03A-6A449D4399A0}" srcOrd="0" destOrd="2" presId="urn:microsoft.com/office/officeart/2024/layout/MeetTheTeamOval"/>
    <dgm:cxn modelId="{61279F21-2E4E-4040-BE01-10A959916D7E}" srcId="{71734024-F23B-44DA-8B2D-0FB205CD92F5}" destId="{6AA698AD-49B3-46D6-AAB6-7F412B0D44E4}" srcOrd="1" destOrd="0" parTransId="{CAAD1447-6AF3-4D29-851E-BC7655FDD495}" sibTransId="{DD3FBAD9-A985-40B5-945E-A33978EC6E14}"/>
    <dgm:cxn modelId="{B22DE62D-556B-450F-B4A8-D2F616F53B5B}" type="presOf" srcId="{14FF737E-C7F2-45E1-A7D3-B3325BC4D65D}" destId="{69D1901A-2682-476A-B35D-CEF60BB46511}" srcOrd="0" destOrd="0" presId="urn:microsoft.com/office/officeart/2024/layout/MeetTheTeamOval"/>
    <dgm:cxn modelId="{8E627D5B-073A-4E9A-99B2-DD6A34DCA924}" type="presOf" srcId="{6AA698AD-49B3-46D6-AAB6-7F412B0D44E4}" destId="{FDF4BE8E-DFF7-4CD2-BE2D-8F2BF153048F}" srcOrd="0" destOrd="0" presId="urn:microsoft.com/office/officeart/2024/layout/MeetTheTeamOval"/>
    <dgm:cxn modelId="{E6C8485D-C451-4AA2-A0CD-59E6CAE12E17}" type="presOf" srcId="{A942CB70-AF91-4E74-928F-544AFCF76661}" destId="{13B095F8-8D8D-4F17-BE59-33C8051014F4}" srcOrd="0" destOrd="0" presId="urn:microsoft.com/office/officeart/2024/layout/MeetTheTeamOval"/>
    <dgm:cxn modelId="{FEEEBC67-D381-48F2-98EB-55FB83A93521}" srcId="{6AA698AD-49B3-46D6-AAB6-7F412B0D44E4}" destId="{5EA83F03-5BF9-45A1-9C04-BBCB3DB0060E}" srcOrd="0" destOrd="0" parTransId="{B05822E9-8F02-427E-89B7-0C1C68B1D4BE}" sibTransId="{4C6ABF1B-A54F-4DDD-9FE8-54326038A875}"/>
    <dgm:cxn modelId="{8CD0CA67-C290-4726-B824-8F7AD989AD6A}" type="presOf" srcId="{5EC4DFE1-0EF7-4273-BA00-BA3AB246D68B}" destId="{ED9F29FF-5B9E-4ECF-84B2-7923F92F1117}" srcOrd="0" destOrd="0" presId="urn:microsoft.com/office/officeart/2024/layout/MeetTheTeamOval"/>
    <dgm:cxn modelId="{96F1A156-E530-4807-B806-DD77BFEC1393}" type="presOf" srcId="{226AF058-D7CA-40D3-B002-D13FD194031C}" destId="{44115CAE-EF94-48CF-A142-16CB6D9A8958}" srcOrd="0" destOrd="0" presId="urn:microsoft.com/office/officeart/2024/layout/MeetTheTeamOval"/>
    <dgm:cxn modelId="{388A5F93-9D32-4A99-BB52-107544AFAD42}" srcId="{71734024-F23B-44DA-8B2D-0FB205CD92F5}" destId="{36DC2351-CAAB-4EE6-9864-EDE92CA60E30}" srcOrd="0" destOrd="0" parTransId="{9812CD35-491E-44AE-BDD1-38D9F196E707}" sibTransId="{473F9BD5-0042-49A7-9C88-452A452D99DF}"/>
    <dgm:cxn modelId="{284F629F-D623-4950-BACC-0FE4C856EB00}" srcId="{71734024-F23B-44DA-8B2D-0FB205CD92F5}" destId="{5EC4DFE1-0EF7-4273-BA00-BA3AB246D68B}" srcOrd="2" destOrd="0" parTransId="{96E0827B-BB23-4381-A182-1CE503EC5BF9}" sibTransId="{29D90E75-85A2-4DC0-A6A5-A70E750A449D}"/>
    <dgm:cxn modelId="{365EDACC-0E01-41D1-AF15-00B80FD279B3}" type="presOf" srcId="{5D55AA72-AEFD-4693-BB73-244B16F916E4}" destId="{4AAF1C4C-63DE-4A13-A03A-6A449D4399A0}" srcOrd="0" destOrd="1" presId="urn:microsoft.com/office/officeart/2024/layout/MeetTheTeamOval"/>
    <dgm:cxn modelId="{9C72E9D1-9A32-430B-A792-BEFE72ADCD2D}" srcId="{5EC4DFE1-0EF7-4273-BA00-BA3AB246D68B}" destId="{63895F51-7363-476D-9EF7-6BEB6B251402}" srcOrd="0" destOrd="0" parTransId="{8504FED3-E20A-4585-BD87-937AF6774B62}" sibTransId="{D374E09D-4769-46FC-89E0-FDF49E9121AE}"/>
    <dgm:cxn modelId="{49AF60DF-46E3-40F0-92C7-47CC381ED456}" type="presOf" srcId="{63895F51-7363-476D-9EF7-6BEB6B251402}" destId="{FC3001FC-07B2-434F-B21D-695117E2A8C6}" srcOrd="0" destOrd="0" presId="urn:microsoft.com/office/officeart/2024/layout/MeetTheTeamOval"/>
    <dgm:cxn modelId="{07A8F6E8-5F1B-43F0-9089-A877A1CA6583}" srcId="{6AA698AD-49B3-46D6-AAB6-7F412B0D44E4}" destId="{5D55AA72-AEFD-4693-BB73-244B16F916E4}" srcOrd="1" destOrd="0" parTransId="{E356E5D2-EBEB-427A-A28C-200B0EF96F1F}" sibTransId="{AC9A247B-2402-4BC1-B5EA-F9CDF1210F34}"/>
    <dgm:cxn modelId="{CFD3DFE9-FE97-44D7-88B7-641F7C41C47C}" srcId="{71734024-F23B-44DA-8B2D-0FB205CD92F5}" destId="{14FF737E-C7F2-45E1-A7D3-B3325BC4D65D}" srcOrd="3" destOrd="0" parTransId="{3F90ED5A-D00F-44A4-96A9-DEA7B963823C}" sibTransId="{7D1C7BC7-77F7-4F1C-889A-5F2C5EC432A8}"/>
    <dgm:cxn modelId="{D0F3E8E9-B010-49D3-BB7E-AC2A10951895}" srcId="{14FF737E-C7F2-45E1-A7D3-B3325BC4D65D}" destId="{A942CB70-AF91-4E74-928F-544AFCF76661}" srcOrd="0" destOrd="0" parTransId="{075FD250-ADF4-4CE0-8575-F8A1BA944323}" sibTransId="{75584208-E8D3-4FA7-B9BD-A630EAD2DDDD}"/>
    <dgm:cxn modelId="{F6ED89EC-DE42-495D-97E9-2221518A0475}" type="presOf" srcId="{5EA83F03-5BF9-45A1-9C04-BBCB3DB0060E}" destId="{4AAF1C4C-63DE-4A13-A03A-6A449D4399A0}" srcOrd="0" destOrd="0" presId="urn:microsoft.com/office/officeart/2024/layout/MeetTheTeamOval"/>
    <dgm:cxn modelId="{015753ED-B028-4D1C-81FF-307DBB4E148F}" srcId="{6AA698AD-49B3-46D6-AAB6-7F412B0D44E4}" destId="{45ACE4B0-EFB7-4328-ABB9-164F983CECC6}" srcOrd="2" destOrd="0" parTransId="{5E974AA7-2127-4766-A86D-5E1178B90FC7}" sibTransId="{B6A21023-531E-4F55-A920-B8D8E24B2FF8}"/>
    <dgm:cxn modelId="{23865AF3-3063-4ADA-96C9-6C61B25F3C64}" srcId="{36DC2351-CAAB-4EE6-9864-EDE92CA60E30}" destId="{226AF058-D7CA-40D3-B002-D13FD194031C}" srcOrd="0" destOrd="0" parTransId="{972E8907-9F72-4022-B576-088EAA7E26A6}" sibTransId="{CC7FC666-5985-4BE1-987C-69FC45D53ACF}"/>
    <dgm:cxn modelId="{788C691A-5E48-47E5-A274-EF5639726FED}" type="presParOf" srcId="{C4F55368-6EFA-4546-B55F-F67AB2A48B47}" destId="{3F1272D6-8805-43E2-B21F-951981392664}" srcOrd="0" destOrd="0" presId="urn:microsoft.com/office/officeart/2024/layout/MeetTheTeamOval"/>
    <dgm:cxn modelId="{FDF36695-3CBD-4486-B690-5E96D57685F6}" type="presParOf" srcId="{3F1272D6-8805-43E2-B21F-951981392664}" destId="{64562A87-0300-4013-A812-284644F58F74}" srcOrd="0" destOrd="0" presId="urn:microsoft.com/office/officeart/2024/layout/MeetTheTeamOval"/>
    <dgm:cxn modelId="{A9537B69-DD89-4667-8CAE-ADD22B2480F2}" type="presParOf" srcId="{3F1272D6-8805-43E2-B21F-951981392664}" destId="{CE8CE3D2-5BA1-42CD-A8E7-FB5858FFC5E4}" srcOrd="1" destOrd="0" presId="urn:microsoft.com/office/officeart/2024/layout/MeetTheTeamOval"/>
    <dgm:cxn modelId="{FDFD34A4-36B7-4BC0-9B37-E0424FB1DB28}" type="presParOf" srcId="{3F1272D6-8805-43E2-B21F-951981392664}" destId="{F4EFC974-EE17-41AD-9C4A-C942D3A618F3}" srcOrd="2" destOrd="0" presId="urn:microsoft.com/office/officeart/2024/layout/MeetTheTeamOval"/>
    <dgm:cxn modelId="{0A246C4D-5E72-4CFF-B1ED-8B494518EEB8}" type="presParOf" srcId="{3F1272D6-8805-43E2-B21F-951981392664}" destId="{44115CAE-EF94-48CF-A142-16CB6D9A8958}" srcOrd="3" destOrd="0" presId="urn:microsoft.com/office/officeart/2024/layout/MeetTheTeamOval"/>
    <dgm:cxn modelId="{03FD20F0-5682-4442-894B-6789FC164EB5}" type="presParOf" srcId="{C4F55368-6EFA-4546-B55F-F67AB2A48B47}" destId="{30D742B3-F2C9-49C4-A411-962943432DA3}" srcOrd="1" destOrd="0" presId="urn:microsoft.com/office/officeart/2024/layout/MeetTheTeamOval"/>
    <dgm:cxn modelId="{7131BE88-387F-4469-B19E-DC00D22714BC}" type="presParOf" srcId="{C4F55368-6EFA-4546-B55F-F67AB2A48B47}" destId="{F18CECE9-0671-43B0-97B0-1D2ABBA08D43}" srcOrd="2" destOrd="0" presId="urn:microsoft.com/office/officeart/2024/layout/MeetTheTeamOval"/>
    <dgm:cxn modelId="{FFC3C8D9-FC11-4E5A-903D-CCB4DFD3313D}" type="presParOf" srcId="{F18CECE9-0671-43B0-97B0-1D2ABBA08D43}" destId="{78C81D65-B98A-424D-A12D-24B8929596C7}" srcOrd="0" destOrd="0" presId="urn:microsoft.com/office/officeart/2024/layout/MeetTheTeamOval"/>
    <dgm:cxn modelId="{A272B6B8-5075-400B-B2D9-A450A1C44FAE}" type="presParOf" srcId="{F18CECE9-0671-43B0-97B0-1D2ABBA08D43}" destId="{79645485-E0B4-42C6-9862-A08D66A92B3F}" srcOrd="1" destOrd="0" presId="urn:microsoft.com/office/officeart/2024/layout/MeetTheTeamOval"/>
    <dgm:cxn modelId="{E55148DB-71FF-435E-BD85-49DEBB5CE1FC}" type="presParOf" srcId="{F18CECE9-0671-43B0-97B0-1D2ABBA08D43}" destId="{FDF4BE8E-DFF7-4CD2-BE2D-8F2BF153048F}" srcOrd="2" destOrd="0" presId="urn:microsoft.com/office/officeart/2024/layout/MeetTheTeamOval"/>
    <dgm:cxn modelId="{1EDAB9F0-6627-4B10-8F33-63FC9BCEAF85}" type="presParOf" srcId="{F18CECE9-0671-43B0-97B0-1D2ABBA08D43}" destId="{4AAF1C4C-63DE-4A13-A03A-6A449D4399A0}" srcOrd="3" destOrd="0" presId="urn:microsoft.com/office/officeart/2024/layout/MeetTheTeamOval"/>
    <dgm:cxn modelId="{F518EEE1-9AAA-4D74-80B4-F2F100E4892D}" type="presParOf" srcId="{C4F55368-6EFA-4546-B55F-F67AB2A48B47}" destId="{5C09AFF6-C611-43A5-93BA-F4301D63F3B3}" srcOrd="3" destOrd="0" presId="urn:microsoft.com/office/officeart/2024/layout/MeetTheTeamOval"/>
    <dgm:cxn modelId="{6A816373-8777-4B79-B2A7-FF6E617D93F9}" type="presParOf" srcId="{C4F55368-6EFA-4546-B55F-F67AB2A48B47}" destId="{6239B022-1D59-4151-A650-168CA107CA9E}" srcOrd="4" destOrd="0" presId="urn:microsoft.com/office/officeart/2024/layout/MeetTheTeamOval"/>
    <dgm:cxn modelId="{6215A471-C851-46F8-9919-694508B7DE0D}" type="presParOf" srcId="{6239B022-1D59-4151-A650-168CA107CA9E}" destId="{EDF65955-46C8-4F7F-B4D5-F65600CDBFAF}" srcOrd="0" destOrd="0" presId="urn:microsoft.com/office/officeart/2024/layout/MeetTheTeamOval"/>
    <dgm:cxn modelId="{DA7ECCB1-2ECC-4676-9F35-8239F8D4EA29}" type="presParOf" srcId="{6239B022-1D59-4151-A650-168CA107CA9E}" destId="{A959100F-266E-4560-A9B6-E1720BDC5FB5}" srcOrd="1" destOrd="0" presId="urn:microsoft.com/office/officeart/2024/layout/MeetTheTeamOval"/>
    <dgm:cxn modelId="{42C411AA-58E4-497C-A631-BB051A92AC98}" type="presParOf" srcId="{6239B022-1D59-4151-A650-168CA107CA9E}" destId="{ED9F29FF-5B9E-4ECF-84B2-7923F92F1117}" srcOrd="2" destOrd="0" presId="urn:microsoft.com/office/officeart/2024/layout/MeetTheTeamOval"/>
    <dgm:cxn modelId="{8E726120-B251-4FF7-B36A-8FD822CBB50F}" type="presParOf" srcId="{6239B022-1D59-4151-A650-168CA107CA9E}" destId="{FC3001FC-07B2-434F-B21D-695117E2A8C6}" srcOrd="3" destOrd="0" presId="urn:microsoft.com/office/officeart/2024/layout/MeetTheTeamOval"/>
    <dgm:cxn modelId="{55731207-C3A1-4B09-B420-27486659C3E6}" type="presParOf" srcId="{C4F55368-6EFA-4546-B55F-F67AB2A48B47}" destId="{F1CC4EEE-B1CE-49DE-BB4C-4011E338FC9C}" srcOrd="5" destOrd="0" presId="urn:microsoft.com/office/officeart/2024/layout/MeetTheTeamOval"/>
    <dgm:cxn modelId="{60C9CCD3-F75F-4F0B-8CD1-DD6211C5DE68}" type="presParOf" srcId="{C4F55368-6EFA-4546-B55F-F67AB2A48B47}" destId="{EA1BA96A-D1F2-40B9-AB19-89A815BE07A2}" srcOrd="6" destOrd="0" presId="urn:microsoft.com/office/officeart/2024/layout/MeetTheTeamOval"/>
    <dgm:cxn modelId="{00783DFE-5017-4DA2-AAC4-92A8CA095E73}" type="presParOf" srcId="{EA1BA96A-D1F2-40B9-AB19-89A815BE07A2}" destId="{E6479698-637D-4D3D-8345-54C74751EA60}" srcOrd="0" destOrd="0" presId="urn:microsoft.com/office/officeart/2024/layout/MeetTheTeamOval"/>
    <dgm:cxn modelId="{889307EC-8DF4-4E06-A3C7-D34A1E4B1B21}" type="presParOf" srcId="{EA1BA96A-D1F2-40B9-AB19-89A815BE07A2}" destId="{1027D33E-37B2-4BD3-83F9-97C82D947F64}" srcOrd="1" destOrd="0" presId="urn:microsoft.com/office/officeart/2024/layout/MeetTheTeamOval"/>
    <dgm:cxn modelId="{B2E7B079-685D-4AB0-AA06-2BEB4A6EF74A}" type="presParOf" srcId="{EA1BA96A-D1F2-40B9-AB19-89A815BE07A2}" destId="{69D1901A-2682-476A-B35D-CEF60BB46511}" srcOrd="2" destOrd="0" presId="urn:microsoft.com/office/officeart/2024/layout/MeetTheTeamOval"/>
    <dgm:cxn modelId="{B62C285F-F12A-44A6-8A81-D4654EA49446}" type="presParOf" srcId="{EA1BA96A-D1F2-40B9-AB19-89A815BE07A2}" destId="{13B095F8-8D8D-4F17-BE59-33C8051014F4}" srcOrd="3" destOrd="0" presId="urn:microsoft.com/office/officeart/2024/layout/MeetTheTeamOv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562A87-0300-4013-A812-284644F58F74}">
      <dsp:nvSpPr>
        <dsp:cNvPr id="0" name=""/>
        <dsp:cNvSpPr/>
      </dsp:nvSpPr>
      <dsp:spPr>
        <a:xfrm>
          <a:off x="140076" y="885834"/>
          <a:ext cx="1741495" cy="2612242"/>
        </a:xfrm>
        <a:prstGeom prst="roundRect">
          <a:avLst>
            <a:gd name="adj" fmla="val 5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EFC974-EE17-41AD-9C4A-C942D3A618F3}">
      <dsp:nvSpPr>
        <dsp:cNvPr id="0" name=""/>
        <dsp:cNvSpPr/>
      </dsp:nvSpPr>
      <dsp:spPr>
        <a:xfrm>
          <a:off x="60007" y="3600165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One</a:t>
          </a:r>
        </a:p>
      </dsp:txBody>
      <dsp:txXfrm>
        <a:off x="60007" y="3600165"/>
        <a:ext cx="1901632" cy="324000"/>
      </dsp:txXfrm>
    </dsp:sp>
    <dsp:sp modelId="{44115CAE-EF94-48CF-A142-16CB6D9A8958}">
      <dsp:nvSpPr>
        <dsp:cNvPr id="0" name=""/>
        <dsp:cNvSpPr/>
      </dsp:nvSpPr>
      <dsp:spPr>
        <a:xfrm>
          <a:off x="60007" y="3924165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007" y="3924165"/>
        <a:ext cx="1901632" cy="270000"/>
      </dsp:txXfrm>
    </dsp:sp>
    <dsp:sp modelId="{78C81D65-B98A-424D-A12D-24B8929596C7}">
      <dsp:nvSpPr>
        <dsp:cNvPr id="0" name=""/>
        <dsp:cNvSpPr/>
      </dsp:nvSpPr>
      <dsp:spPr>
        <a:xfrm>
          <a:off x="2217860" y="885834"/>
          <a:ext cx="1741495" cy="2612242"/>
        </a:xfrm>
        <a:prstGeom prst="roundRect">
          <a:avLst>
            <a:gd name="adj" fmla="val 5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F4BE8E-DFF7-4CD2-BE2D-8F2BF153048F}">
      <dsp:nvSpPr>
        <dsp:cNvPr id="0" name=""/>
        <dsp:cNvSpPr/>
      </dsp:nvSpPr>
      <dsp:spPr>
        <a:xfrm>
          <a:off x="2137791" y="3600165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Two has a longer label</a:t>
          </a:r>
        </a:p>
      </dsp:txBody>
      <dsp:txXfrm>
        <a:off x="2137791" y="3600165"/>
        <a:ext cx="1901632" cy="324000"/>
      </dsp:txXfrm>
    </dsp:sp>
    <dsp:sp modelId="{4AAF1C4C-63DE-4A13-A03A-6A449D4399A0}">
      <dsp:nvSpPr>
        <dsp:cNvPr id="0" name=""/>
        <dsp:cNvSpPr/>
      </dsp:nvSpPr>
      <dsp:spPr>
        <a:xfrm>
          <a:off x="2137791" y="3924165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Node Three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37791" y="3924165"/>
        <a:ext cx="1901632" cy="270000"/>
      </dsp:txXfrm>
    </dsp:sp>
    <dsp:sp modelId="{EDF65955-46C8-4F7F-B4D5-F65600CDBFAF}">
      <dsp:nvSpPr>
        <dsp:cNvPr id="0" name=""/>
        <dsp:cNvSpPr/>
      </dsp:nvSpPr>
      <dsp:spPr>
        <a:xfrm>
          <a:off x="4295644" y="885834"/>
          <a:ext cx="1741495" cy="2612242"/>
        </a:xfrm>
        <a:prstGeom prst="roundRect">
          <a:avLst>
            <a:gd name="adj" fmla="val 5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F29FF-5B9E-4ECF-84B2-7923F92F1117}">
      <dsp:nvSpPr>
        <dsp:cNvPr id="0" name=""/>
        <dsp:cNvSpPr/>
      </dsp:nvSpPr>
      <dsp:spPr>
        <a:xfrm>
          <a:off x="4215575" y="3600165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Four</a:t>
          </a:r>
        </a:p>
      </dsp:txBody>
      <dsp:txXfrm>
        <a:off x="4215575" y="3600165"/>
        <a:ext cx="1901632" cy="324000"/>
      </dsp:txXfrm>
    </dsp:sp>
    <dsp:sp modelId="{FC3001FC-07B2-434F-B21D-695117E2A8C6}">
      <dsp:nvSpPr>
        <dsp:cNvPr id="0" name=""/>
        <dsp:cNvSpPr/>
      </dsp:nvSpPr>
      <dsp:spPr>
        <a:xfrm>
          <a:off x="4215575" y="3924165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15575" y="3924165"/>
        <a:ext cx="1901632" cy="270000"/>
      </dsp:txXfrm>
    </dsp:sp>
    <dsp:sp modelId="{E6479698-637D-4D3D-8345-54C74751EA60}">
      <dsp:nvSpPr>
        <dsp:cNvPr id="0" name=""/>
        <dsp:cNvSpPr/>
      </dsp:nvSpPr>
      <dsp:spPr>
        <a:xfrm>
          <a:off x="6373428" y="885834"/>
          <a:ext cx="1741495" cy="2612242"/>
        </a:xfrm>
        <a:prstGeom prst="roundRect">
          <a:avLst>
            <a:gd name="adj" fmla="val 5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D1901A-2682-476A-B35D-CEF60BB46511}">
      <dsp:nvSpPr>
        <dsp:cNvPr id="0" name=""/>
        <dsp:cNvSpPr/>
      </dsp:nvSpPr>
      <dsp:spPr>
        <a:xfrm>
          <a:off x="6293359" y="3600165"/>
          <a:ext cx="1901632" cy="324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100" kern="1200"/>
            <a:t>Node Five</a:t>
          </a:r>
        </a:p>
      </dsp:txBody>
      <dsp:txXfrm>
        <a:off x="6293359" y="3600165"/>
        <a:ext cx="1901632" cy="324000"/>
      </dsp:txXfrm>
    </dsp:sp>
    <dsp:sp modelId="{13B095F8-8D8D-4F17-BE59-33C8051014F4}">
      <dsp:nvSpPr>
        <dsp:cNvPr id="0" name=""/>
        <dsp:cNvSpPr/>
      </dsp:nvSpPr>
      <dsp:spPr>
        <a:xfrm>
          <a:off x="6293359" y="3924165"/>
          <a:ext cx="1901632" cy="27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293359" y="3924165"/>
        <a:ext cx="1901632" cy="27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Oval">
  <dgm:title val=""/>
  <dgm:desc val=""/>
  <dgm:catLst>
    <dgm:cat type="meettheteam" pri="103"/>
    <dgm:cat type="pictureconvert" pri="34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038"/>
          <dgm:constr type="sp" refType="w" refFor="ch" refForName="compNode" op="equ" fact="0.03"/>
          <dgm:constr type="primFontSz" for="des" forName="nameText" op="equ" val="18"/>
          <dgm:constr type="primFontSz" for="des" forName="roleText" op="equ" val="14"/>
          <dgm:constr type="h" for="des" forName="compNode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photoShape" refType="w" fact="0.87"/>
          <dgm:constr type="h" for="ch" forName="photoShape" refType="w" refFor="ch" refForName="photoShape" fact="1.5"/>
          <dgm:constr type="t" for="ch" forName="photoShape"/>
          <dgm:constr type="ctrX" for="ch" forName="photoShape" refType="w" fact="0.5"/>
          <dgm:constr type="h" for="ch" forName="spacer" refType="w" fact="0.051"/>
          <dgm:constr type="w" for="ch" forName="spacer" refType="w"/>
          <dgm:constr type="l" for="ch" forName="spacer"/>
          <dgm:constr type="t" for="ch" forName="spacer" refType="b" refFor="ch" refForName="photoShape"/>
          <dgm:constr type="h" for="ch" forName="nameText" val="9"/>
          <dgm:constr type="w" for="ch" forName="nameText" refType="w" fact="0.95"/>
          <dgm:constr type="ctrX" for="ch" forName="nameText" refType="w" fact="0.5"/>
          <dgm:constr type="t" for="ch" forName="nameText" refType="b" refFor="ch" refForName="spacer"/>
          <dgm:constr type="h" for="ch" forName="roleText" val="7.5"/>
          <dgm:constr type="w" for="ch" forName="roleText" refType="w" fact="0.95"/>
          <dgm:constr type="ctrX" for="ch" forName="roleText" refType="w" fact="0.5"/>
          <dgm:constr type="t" for="ch" forName="roleText" refType="b" refFor="ch" refForName="nameText"/>
        </dgm:constrLst>
        <dgm:ruleLst>
          <dgm:rule type="h" val="INF" fact="NaN" max="NaN"/>
        </dgm:ruleLst>
        <dgm:layoutNode name="photoShape" styleLbl="fgImgPlace1">
          <dgm:alg type="sp"/>
          <dgm:shape xmlns:r="http://schemas.openxmlformats.org/officeDocument/2006/relationships" type="roundRect" r:blip="" blipPhldr="1">
            <dgm:adjLst>
              <dgm:adj idx="1" val="0.5"/>
            </dgm:adjLst>
          </dgm:shape>
          <dgm:presOf/>
          <dgm:constrLst/>
          <dgm:ruleLst/>
        </dgm:layoutNode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nameText" styleLbl="revTx">
          <dgm:varLst>
            <dgm:chMax val="1"/>
            <dgm:chPref val="1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">
          <dgm:varLst>
            <dgm:chMax val="0"/>
          </dgm:varLst>
          <dgm:alg type="tx">
            <dgm:param type="txAnchorVert" val="t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B0594-6BE8-9EA3-F4C5-6BE6C9461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080BA-75B1-7887-7B04-F8FE7396C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37BB8-1BAE-2A2B-5090-E8F1A800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B5860-57B0-4726-0B75-0CB56774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E3502-73BB-2E31-C2B2-01977108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7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C8CF8-D315-A31A-90F8-8D3B61E35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8DB7-5B21-A352-011E-7A5B561A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9FAF9-BA76-333F-07A8-783B6C751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92EA2-876E-849E-6860-23F62C4F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3ED0-11D4-B29A-22B1-20DF9C59C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27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4977C-0E2A-F015-8301-8710A1E8F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95EAD-18E5-607C-A017-CF5198470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6DFE3-A7C9-CF29-7CAB-D7F5E8ED2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09DB1-374A-9260-F8E0-C85B89DE0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58F16-97C0-5B3E-5AFA-495234F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8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C831-DA36-8FA4-BAD5-9FE8AA7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48822-30DF-A7F3-5308-3B00BD986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DB71F-FD66-DA27-1105-CB73A920F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1EDC5-599B-7B95-9ED7-1FEE8AC1C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CF91E-7AFF-0653-E7EF-B32B9A8C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896B7-E93D-A415-CBC3-63862EFD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40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93EDD-FB74-00A1-3583-19E5B1772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57BD31-FC48-3113-6EB5-FA091B315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254A8-5A16-43D2-F843-2644D796D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B76664-7127-BBEE-97C3-4E9DAFE37C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43000-4124-33B6-36AC-3074FD7B0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E2CC18-8BB5-B5D2-8005-B027DFA8C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395DA-426F-E790-294C-674CA8CC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15F9A8-5D44-20F3-CCC2-AB3A2A3F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4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25E8-5B8A-A633-6DD2-4055EFE6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0972BA-A41F-512A-72D2-916B477AC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F574B-968E-6E06-0375-BDCFFFD2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FCC77-67AA-0604-943A-E8B31D5E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95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5C83DD-71A8-F424-599F-267CB81C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2BAE0-82A7-ADD3-8EF3-27E7F85C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A821F-34CE-9AD1-35E5-F8B2EE35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6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B62D-0F2A-6ECA-663D-B83CBDC0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CD01-B1DF-E23A-BC27-E88E83D9A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938873-934A-323B-D170-8303909A6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BADD4-796F-0D34-E88B-EE1D7A96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745CC4-9B68-5383-EA9C-A4907FC3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E745-DF8C-C368-968D-EC198E396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03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60C3-815F-82DF-8024-860D7076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971134-A6CE-36CF-8B17-389DFC0A0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87528-D05A-324D-C83B-A715FF0F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98892-1C83-993F-EEC8-5665C432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6076A-A9A8-AC67-3A5D-86F4F675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D35A8-DBFC-4350-EC0A-4D85A724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49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5CD9-4632-022C-9FF5-E184C1B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DE4AE-6FD6-E5BD-4159-AE6A93814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DFBC6-1769-FE15-AF77-99650BDE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B2FE-D403-C79F-7B41-4F64AB46D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30DAA-409D-7C3F-2BA9-963410E9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5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DFA2F-CAF3-D1A5-FE7F-2F7314151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958BB-966C-E85F-7917-3C9A19EA8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2CD2C-25D5-51EA-BC4F-58A51D8C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AA110-E035-8932-B715-1E42261B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AFB73-D4F1-12CB-0F77-35D6ED709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2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CE31A5-DA50-6D37-286C-177A55F1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E6431-25CC-ED13-BD68-3154BDA5E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A3FCA-6405-0869-D7A9-8D376F7AE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87F66-6E45-4713-ABDB-B25F99D71AA9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F5A2C-4D41-9A06-A176-827A1E48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48751-11A4-6114-E46E-78B65826D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F5F16-AF70-4EF9-B492-6AA7728B7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6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1FBBD94-4DA3-E6B6-FB60-459C321EB3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608803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5177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2026-09-06T08:15:17Z</dcterms:created>
  <dcterms:modified xsi:type="dcterms:W3CDTF">2026-09-06T08:15:18Z</dcterms:modified>
</cp:coreProperties>
</file>