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88A8F0-3A15-4716-ABC0-A2B6FA8DF3E8}" type="doc">
      <dgm:prSet loTypeId="urn:microsoft.com/office/officeart/2024/layout/NumberedTitleCardList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EB71C8-2EBF-4679-829C-C263DBCBF150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F523B29-4A45-4D86-90A0-5FFA89844710}" type="parTrans" cxnId="{61652055-AB39-4DDB-A4DE-19E23305BFA2}">
      <dgm:prSet/>
      <dgm:spPr/>
    </dgm:pt>
    <dgm:pt modelId="{38A84141-A258-45A6-8ECA-290008A2FB48}" type="sibTrans" cxnId="{61652055-AB39-4DDB-A4DE-19E23305BFA2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D2B53C57-3BD1-41E4-8B6A-CE1C098403E9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761A460-AAA2-440B-841A-C0BE23B3DD80}" type="parTrans" cxnId="{7052509E-F32D-4E67-AAEA-0BAA07ECEA6E}">
      <dgm:prSet/>
      <dgm:spPr/>
    </dgm:pt>
    <dgm:pt modelId="{1053FEAD-F911-4811-A272-8D846318F134}" type="sibTrans" cxnId="{7052509E-F32D-4E67-AAEA-0BAA07ECEA6E}">
      <dgm:prSet phldrT="02" phldr="0"/>
      <dgm:spPr/>
    </dgm:pt>
    <dgm:pt modelId="{F890AE0A-B507-4155-AA5F-25F42A189B5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A7F1E18C-DFA4-4254-A528-D104998559F2}" type="parTrans" cxnId="{607F343E-E418-49DA-AD81-DC8C14D304E0}">
      <dgm:prSet/>
      <dgm:spPr/>
    </dgm:pt>
    <dgm:pt modelId="{7C3B53FB-3BAD-4714-B371-3A9A5DC406D4}" type="sibTrans" cxnId="{607F343E-E418-49DA-AD81-DC8C14D304E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CE3DEFE5-4AC9-40EC-8B2D-F835F5B3E67C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822A3BBC-2BCC-4E21-858E-D7733A51CA3A}" type="parTrans" cxnId="{176B3A4F-00E5-4F74-B7D7-F0F647AA529B}">
      <dgm:prSet/>
      <dgm:spPr/>
    </dgm:pt>
    <dgm:pt modelId="{E88C49EB-F873-4ADB-996D-FDF1B94165DE}" type="sibTrans" cxnId="{176B3A4F-00E5-4F74-B7D7-F0F647AA529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369C6856-5BA7-45D5-98BB-BC918C251CBF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BB65F3C3-1D67-4B97-95F9-B189DC74B447}" type="parTrans" cxnId="{93008306-CA51-44F9-942E-64E6BB102ED5}">
      <dgm:prSet/>
      <dgm:spPr/>
    </dgm:pt>
    <dgm:pt modelId="{2A8ACBF6-C539-4BC7-8CF4-A8FCA195A02D}" type="sibTrans" cxnId="{93008306-CA51-44F9-942E-64E6BB102ED5}">
      <dgm:prSet phldrT="04" phldr="0"/>
      <dgm:spPr/>
    </dgm:pt>
    <dgm:pt modelId="{ED285702-49B1-4DA3-8561-8173F9AADB9E}" type="pres">
      <dgm:prSet presAssocID="{3288A8F0-3A15-4716-ABC0-A2B6FA8DF3E8}" presName="Name0" presStyleCnt="0">
        <dgm:presLayoutVars>
          <dgm:dir/>
          <dgm:animLvl val="lvl"/>
          <dgm:resizeHandles val="exact"/>
        </dgm:presLayoutVars>
      </dgm:prSet>
      <dgm:spPr/>
    </dgm:pt>
    <dgm:pt modelId="{529BDC19-3BBB-4877-B806-37ACDC63386C}" type="pres">
      <dgm:prSet presAssocID="{D6EB71C8-2EBF-4679-829C-C263DBCBF150}" presName="compositeNode" presStyleCnt="0">
        <dgm:presLayoutVars>
          <dgm:bulletEnabled val="1"/>
        </dgm:presLayoutVars>
      </dgm:prSet>
      <dgm:spPr/>
    </dgm:pt>
    <dgm:pt modelId="{4F6655C8-AEA3-48B2-95B1-CBB51A855362}" type="pres">
      <dgm:prSet presAssocID="{D6EB71C8-2EBF-4679-829C-C263DBCBF150}" presName="bgRect" presStyleLbl="fgAcc1" presStyleIdx="0" presStyleCnt="3"/>
      <dgm:spPr/>
    </dgm:pt>
    <dgm:pt modelId="{4EFB7B51-3162-458E-B955-5211947DC9F1}" type="pres">
      <dgm:prSet presAssocID="{38A84141-A258-45A6-8ECA-290008A2FB48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F8DF5F65-7EF7-4F2D-9602-8F14A6B0F3B2}" type="pres">
      <dgm:prSet presAssocID="{D6EB71C8-2EBF-4679-829C-C263DBCBF150}" presName="nodeRect" presStyleLbl="parChTrans1D1" presStyleIdx="0" presStyleCnt="0">
        <dgm:presLayoutVars>
          <dgm:bulletEnabled val="1"/>
        </dgm:presLayoutVars>
      </dgm:prSet>
      <dgm:spPr/>
    </dgm:pt>
    <dgm:pt modelId="{A08932FD-1D46-47F6-9ECD-D527AE5ECDD4}" type="pres">
      <dgm:prSet presAssocID="{38A84141-A258-45A6-8ECA-290008A2FB48}" presName="sibTrans" presStyleCnt="0"/>
      <dgm:spPr/>
    </dgm:pt>
    <dgm:pt modelId="{1BE79F52-B644-412A-94A9-B56234478333}" type="pres">
      <dgm:prSet presAssocID="{F890AE0A-B507-4155-AA5F-25F42A189B59}" presName="compositeNode" presStyleCnt="0">
        <dgm:presLayoutVars>
          <dgm:bulletEnabled val="1"/>
        </dgm:presLayoutVars>
      </dgm:prSet>
      <dgm:spPr/>
    </dgm:pt>
    <dgm:pt modelId="{CA3024E5-57CB-4A4F-A23E-D34F6994C877}" type="pres">
      <dgm:prSet presAssocID="{F890AE0A-B507-4155-AA5F-25F42A189B59}" presName="bgRect" presStyleLbl="fgAcc1" presStyleIdx="1" presStyleCnt="3"/>
      <dgm:spPr/>
    </dgm:pt>
    <dgm:pt modelId="{86A78A72-FB1A-48A7-8931-345B010436E1}" type="pres">
      <dgm:prSet presAssocID="{7C3B53FB-3BAD-4714-B371-3A9A5DC406D4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60B2B667-3297-45D5-8C0B-D8E884E7098D}" type="pres">
      <dgm:prSet presAssocID="{F890AE0A-B507-4155-AA5F-25F42A189B59}" presName="nodeRect" presStyleLbl="parChTrans1D1" presStyleIdx="0" presStyleCnt="0">
        <dgm:presLayoutVars>
          <dgm:bulletEnabled val="1"/>
        </dgm:presLayoutVars>
      </dgm:prSet>
      <dgm:spPr/>
    </dgm:pt>
    <dgm:pt modelId="{12CB895C-B04F-4925-8547-FA8B8670FCF5}" type="pres">
      <dgm:prSet presAssocID="{7C3B53FB-3BAD-4714-B371-3A9A5DC406D4}" presName="sibTrans" presStyleCnt="0"/>
      <dgm:spPr/>
    </dgm:pt>
    <dgm:pt modelId="{C8F5B9AF-F376-4167-B5EB-031007A6A2F7}" type="pres">
      <dgm:prSet presAssocID="{CE3DEFE5-4AC9-40EC-8B2D-F835F5B3E67C}" presName="compositeNode" presStyleCnt="0">
        <dgm:presLayoutVars>
          <dgm:bulletEnabled val="1"/>
        </dgm:presLayoutVars>
      </dgm:prSet>
      <dgm:spPr/>
    </dgm:pt>
    <dgm:pt modelId="{1ED16F27-E418-4797-B02A-79C5D76AFBF1}" type="pres">
      <dgm:prSet presAssocID="{CE3DEFE5-4AC9-40EC-8B2D-F835F5B3E67C}" presName="bgRect" presStyleLbl="fgAcc1" presStyleIdx="2" presStyleCnt="3"/>
      <dgm:spPr/>
    </dgm:pt>
    <dgm:pt modelId="{AE37FC3C-73B2-46ED-8E82-4BE9203693F7}" type="pres">
      <dgm:prSet presAssocID="{E88C49EB-F873-4ADB-996D-FDF1B94165DE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BDC0AA73-CD6F-46AA-BDED-26104E4D97AE}" type="pres">
      <dgm:prSet presAssocID="{CE3DEFE5-4AC9-40EC-8B2D-F835F5B3E67C}" presName="nodeRect" presStyleLbl="parChTrans1D1" presStyleIdx="0" presStyleCnt="0">
        <dgm:presLayoutVars>
          <dgm:bulletEnabled val="1"/>
        </dgm:presLayoutVars>
      </dgm:prSet>
      <dgm:spPr/>
    </dgm:pt>
  </dgm:ptLst>
  <dgm:cxnLst>
    <dgm:cxn modelId="{B5C1B602-5835-4E99-BC32-8D4253C16332}" type="presOf" srcId="{D6EB71C8-2EBF-4679-829C-C263DBCBF150}" destId="{F8DF5F65-7EF7-4F2D-9602-8F14A6B0F3B2}" srcOrd="1" destOrd="0" presId="urn:microsoft.com/office/officeart/2024/layout/NumberedTitleCardList"/>
    <dgm:cxn modelId="{93008306-CA51-44F9-942E-64E6BB102ED5}" srcId="{CE3DEFE5-4AC9-40EC-8B2D-F835F5B3E67C}" destId="{369C6856-5BA7-45D5-98BB-BC918C251CBF}" srcOrd="0" destOrd="0" parTransId="{BB65F3C3-1D67-4B97-95F9-B189DC74B447}" sibTransId="{2A8ACBF6-C539-4BC7-8CF4-A8FCA195A02D}"/>
    <dgm:cxn modelId="{B1169126-9225-41BA-88CC-E2A768B73046}" type="presOf" srcId="{F890AE0A-B507-4155-AA5F-25F42A189B59}" destId="{CA3024E5-57CB-4A4F-A23E-D34F6994C877}" srcOrd="0" destOrd="0" presId="urn:microsoft.com/office/officeart/2024/layout/NumberedTitleCardList"/>
    <dgm:cxn modelId="{B1BE6034-BC36-4AB1-82B8-B18F5A3BA4E8}" type="presOf" srcId="{F890AE0A-B507-4155-AA5F-25F42A189B59}" destId="{60B2B667-3297-45D5-8C0B-D8E884E7098D}" srcOrd="1" destOrd="0" presId="urn:microsoft.com/office/officeart/2024/layout/NumberedTitleCardList"/>
    <dgm:cxn modelId="{60F7243B-F5A6-4EBB-B7D0-58ADF70C0461}" type="presOf" srcId="{D2B53C57-3BD1-41E4-8B6A-CE1C098403E9}" destId="{F8DF5F65-7EF7-4F2D-9602-8F14A6B0F3B2}" srcOrd="0" destOrd="1" presId="urn:microsoft.com/office/officeart/2024/layout/NumberedTitleCardList"/>
    <dgm:cxn modelId="{607F343E-E418-49DA-AD81-DC8C14D304E0}" srcId="{3288A8F0-3A15-4716-ABC0-A2B6FA8DF3E8}" destId="{F890AE0A-B507-4155-AA5F-25F42A189B59}" srcOrd="1" destOrd="0" parTransId="{A7F1E18C-DFA4-4254-A528-D104998559F2}" sibTransId="{7C3B53FB-3BAD-4714-B371-3A9A5DC406D4}"/>
    <dgm:cxn modelId="{6DA52265-2149-47D6-8DFA-E1BF6B243212}" type="presOf" srcId="{369C6856-5BA7-45D5-98BB-BC918C251CBF}" destId="{BDC0AA73-CD6F-46AA-BDED-26104E4D97AE}" srcOrd="0" destOrd="1" presId="urn:microsoft.com/office/officeart/2024/layout/NumberedTitleCardList"/>
    <dgm:cxn modelId="{176B3A4F-00E5-4F74-B7D7-F0F647AA529B}" srcId="{3288A8F0-3A15-4716-ABC0-A2B6FA8DF3E8}" destId="{CE3DEFE5-4AC9-40EC-8B2D-F835F5B3E67C}" srcOrd="2" destOrd="0" parTransId="{822A3BBC-2BCC-4E21-858E-D7733A51CA3A}" sibTransId="{E88C49EB-F873-4ADB-996D-FDF1B94165DE}"/>
    <dgm:cxn modelId="{61652055-AB39-4DDB-A4DE-19E23305BFA2}" srcId="{3288A8F0-3A15-4716-ABC0-A2B6FA8DF3E8}" destId="{D6EB71C8-2EBF-4679-829C-C263DBCBF150}" srcOrd="0" destOrd="0" parTransId="{8F523B29-4A45-4D86-90A0-5FFA89844710}" sibTransId="{38A84141-A258-45A6-8ECA-290008A2FB48}"/>
    <dgm:cxn modelId="{BA2D5076-89E9-4143-B48A-B8B2E535B56E}" type="presOf" srcId="{CE3DEFE5-4AC9-40EC-8B2D-F835F5B3E67C}" destId="{1ED16F27-E418-4797-B02A-79C5D76AFBF1}" srcOrd="0" destOrd="0" presId="urn:microsoft.com/office/officeart/2024/layout/NumberedTitleCardList"/>
    <dgm:cxn modelId="{7751738C-1D47-44D9-8745-27847E84E28D}" type="presOf" srcId="{38A84141-A258-45A6-8ECA-290008A2FB48}" destId="{4EFB7B51-3162-458E-B955-5211947DC9F1}" srcOrd="0" destOrd="0" presId="urn:microsoft.com/office/officeart/2024/layout/NumberedTitleCardList"/>
    <dgm:cxn modelId="{ABD4AF8C-FF0E-4425-89B3-994048A1FEB8}" type="presOf" srcId="{3288A8F0-3A15-4716-ABC0-A2B6FA8DF3E8}" destId="{ED285702-49B1-4DA3-8561-8173F9AADB9E}" srcOrd="0" destOrd="0" presId="urn:microsoft.com/office/officeart/2024/layout/NumberedTitleCardList"/>
    <dgm:cxn modelId="{59947199-9486-49C6-A304-29977A2056DB}" type="presOf" srcId="{CE3DEFE5-4AC9-40EC-8B2D-F835F5B3E67C}" destId="{BDC0AA73-CD6F-46AA-BDED-26104E4D97AE}" srcOrd="1" destOrd="0" presId="urn:microsoft.com/office/officeart/2024/layout/NumberedTitleCardList"/>
    <dgm:cxn modelId="{7052509E-F32D-4E67-AAEA-0BAA07ECEA6E}" srcId="{D6EB71C8-2EBF-4679-829C-C263DBCBF150}" destId="{D2B53C57-3BD1-41E4-8B6A-CE1C098403E9}" srcOrd="0" destOrd="0" parTransId="{F761A460-AAA2-440B-841A-C0BE23B3DD80}" sibTransId="{1053FEAD-F911-4811-A272-8D846318F134}"/>
    <dgm:cxn modelId="{114B13C0-DDAA-49D4-AB9E-E0FDFC8E0309}" type="presOf" srcId="{7C3B53FB-3BAD-4714-B371-3A9A5DC406D4}" destId="{86A78A72-FB1A-48A7-8931-345B010436E1}" srcOrd="0" destOrd="0" presId="urn:microsoft.com/office/officeart/2024/layout/NumberedTitleCardList"/>
    <dgm:cxn modelId="{13B0E7EA-8D19-44FC-B938-C8D99C2F8ED6}" type="presOf" srcId="{E88C49EB-F873-4ADB-996D-FDF1B94165DE}" destId="{AE37FC3C-73B2-46ED-8E82-4BE9203693F7}" srcOrd="0" destOrd="0" presId="urn:microsoft.com/office/officeart/2024/layout/NumberedTitleCardList"/>
    <dgm:cxn modelId="{870494F0-7ABD-4D06-BA72-F638F4797BFF}" type="presOf" srcId="{D6EB71C8-2EBF-4679-829C-C263DBCBF150}" destId="{4F6655C8-AEA3-48B2-95B1-CBB51A855362}" srcOrd="0" destOrd="0" presId="urn:microsoft.com/office/officeart/2024/layout/NumberedTitleCardList"/>
    <dgm:cxn modelId="{1212DB1D-7319-457E-A003-BDBE6C5FF391}" type="presParOf" srcId="{ED285702-49B1-4DA3-8561-8173F9AADB9E}" destId="{529BDC19-3BBB-4877-B806-37ACDC63386C}" srcOrd="0" destOrd="0" presId="urn:microsoft.com/office/officeart/2024/layout/NumberedTitleCardList"/>
    <dgm:cxn modelId="{5A60284C-A2B3-43A1-8C53-25ADB667D25A}" type="presParOf" srcId="{529BDC19-3BBB-4877-B806-37ACDC63386C}" destId="{4F6655C8-AEA3-48B2-95B1-CBB51A855362}" srcOrd="0" destOrd="0" presId="urn:microsoft.com/office/officeart/2024/layout/NumberedTitleCardList"/>
    <dgm:cxn modelId="{865D513A-6AF9-45E1-8DFF-345CBD737F5F}" type="presParOf" srcId="{529BDC19-3BBB-4877-B806-37ACDC63386C}" destId="{4EFB7B51-3162-458E-B955-5211947DC9F1}" srcOrd="1" destOrd="0" presId="urn:microsoft.com/office/officeart/2024/layout/NumberedTitleCardList"/>
    <dgm:cxn modelId="{093E5319-F6DA-4B17-B156-BFE39A13D360}" type="presParOf" srcId="{529BDC19-3BBB-4877-B806-37ACDC63386C}" destId="{F8DF5F65-7EF7-4F2D-9602-8F14A6B0F3B2}" srcOrd="2" destOrd="0" presId="urn:microsoft.com/office/officeart/2024/layout/NumberedTitleCardList"/>
    <dgm:cxn modelId="{101CB033-8E8F-409A-8C7E-5AF2D24BFC65}" type="presParOf" srcId="{ED285702-49B1-4DA3-8561-8173F9AADB9E}" destId="{A08932FD-1D46-47F6-9ECD-D527AE5ECDD4}" srcOrd="1" destOrd="0" presId="urn:microsoft.com/office/officeart/2024/layout/NumberedTitleCardList"/>
    <dgm:cxn modelId="{D588E92B-68F5-4B8C-B47B-27177E975CDF}" type="presParOf" srcId="{ED285702-49B1-4DA3-8561-8173F9AADB9E}" destId="{1BE79F52-B644-412A-94A9-B56234478333}" srcOrd="2" destOrd="0" presId="urn:microsoft.com/office/officeart/2024/layout/NumberedTitleCardList"/>
    <dgm:cxn modelId="{2D193D96-E637-4598-B75D-8F1395072193}" type="presParOf" srcId="{1BE79F52-B644-412A-94A9-B56234478333}" destId="{CA3024E5-57CB-4A4F-A23E-D34F6994C877}" srcOrd="0" destOrd="0" presId="urn:microsoft.com/office/officeart/2024/layout/NumberedTitleCardList"/>
    <dgm:cxn modelId="{B5527FFB-0654-427E-B5E3-9A3745A02095}" type="presParOf" srcId="{1BE79F52-B644-412A-94A9-B56234478333}" destId="{86A78A72-FB1A-48A7-8931-345B010436E1}" srcOrd="1" destOrd="0" presId="urn:microsoft.com/office/officeart/2024/layout/NumberedTitleCardList"/>
    <dgm:cxn modelId="{7BC71C37-0611-4BC4-BB8D-DEB28706F83F}" type="presParOf" srcId="{1BE79F52-B644-412A-94A9-B56234478333}" destId="{60B2B667-3297-45D5-8C0B-D8E884E7098D}" srcOrd="2" destOrd="0" presId="urn:microsoft.com/office/officeart/2024/layout/NumberedTitleCardList"/>
    <dgm:cxn modelId="{994813DF-3D7B-4101-A0C5-206699D49A6C}" type="presParOf" srcId="{ED285702-49B1-4DA3-8561-8173F9AADB9E}" destId="{12CB895C-B04F-4925-8547-FA8B8670FCF5}" srcOrd="3" destOrd="0" presId="urn:microsoft.com/office/officeart/2024/layout/NumberedTitleCardList"/>
    <dgm:cxn modelId="{23EACBAD-65E0-4E49-8CF7-78239B23338F}" type="presParOf" srcId="{ED285702-49B1-4DA3-8561-8173F9AADB9E}" destId="{C8F5B9AF-F376-4167-B5EB-031007A6A2F7}" srcOrd="4" destOrd="0" presId="urn:microsoft.com/office/officeart/2024/layout/NumberedTitleCardList"/>
    <dgm:cxn modelId="{184EE22A-F6E7-4AC9-9EDA-591E5A9897F0}" type="presParOf" srcId="{C8F5B9AF-F376-4167-B5EB-031007A6A2F7}" destId="{1ED16F27-E418-4797-B02A-79C5D76AFBF1}" srcOrd="0" destOrd="0" presId="urn:microsoft.com/office/officeart/2024/layout/NumberedTitleCardList"/>
    <dgm:cxn modelId="{93ECCBB7-32DE-4112-82F9-FBCB6EFF588B}" type="presParOf" srcId="{C8F5B9AF-F376-4167-B5EB-031007A6A2F7}" destId="{AE37FC3C-73B2-46ED-8E82-4BE9203693F7}" srcOrd="1" destOrd="0" presId="urn:microsoft.com/office/officeart/2024/layout/NumberedTitleCardList"/>
    <dgm:cxn modelId="{4FBE0351-6D3C-4AD0-B503-1106C30FBAD4}" type="presParOf" srcId="{C8F5B9AF-F376-4167-B5EB-031007A6A2F7}" destId="{BDC0AA73-CD6F-46AA-BDED-26104E4D97AE}" srcOrd="2" destOrd="0" presId="urn:microsoft.com/office/officeart/2024/layout/NumberedTitleCar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6655C8-AEA3-48B2-95B1-CBB51A855362}">
      <dsp:nvSpPr>
        <dsp:cNvPr id="0" name=""/>
        <dsp:cNvSpPr/>
      </dsp:nvSpPr>
      <dsp:spPr>
        <a:xfrm>
          <a:off x="644" y="972839"/>
          <a:ext cx="2611933" cy="31343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43" tIns="0" rIns="4607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Node One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Node Two has a longer label</a:t>
          </a:r>
        </a:p>
      </dsp:txBody>
      <dsp:txXfrm>
        <a:off x="644" y="2226567"/>
        <a:ext cx="2611933" cy="1880592"/>
      </dsp:txXfrm>
    </dsp:sp>
    <dsp:sp modelId="{4EFB7B51-3162-458E-B955-5211947DC9F1}">
      <dsp:nvSpPr>
        <dsp:cNvPr id="0" name=""/>
        <dsp:cNvSpPr/>
      </dsp:nvSpPr>
      <dsp:spPr>
        <a:xfrm>
          <a:off x="644" y="972839"/>
          <a:ext cx="2611933" cy="12537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43" tIns="165100" rIns="4607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01</a:t>
          </a:r>
        </a:p>
      </dsp:txBody>
      <dsp:txXfrm>
        <a:off x="644" y="972839"/>
        <a:ext cx="2611933" cy="1253728"/>
      </dsp:txXfrm>
    </dsp:sp>
    <dsp:sp modelId="{CA3024E5-57CB-4A4F-A23E-D34F6994C877}">
      <dsp:nvSpPr>
        <dsp:cNvPr id="0" name=""/>
        <dsp:cNvSpPr/>
      </dsp:nvSpPr>
      <dsp:spPr>
        <a:xfrm>
          <a:off x="2821533" y="972839"/>
          <a:ext cx="2611933" cy="31343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43" tIns="0" rIns="4607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Node Three</a:t>
          </a:r>
        </a:p>
      </dsp:txBody>
      <dsp:txXfrm>
        <a:off x="2821533" y="2226567"/>
        <a:ext cx="2611933" cy="1880592"/>
      </dsp:txXfrm>
    </dsp:sp>
    <dsp:sp modelId="{86A78A72-FB1A-48A7-8931-345B010436E1}">
      <dsp:nvSpPr>
        <dsp:cNvPr id="0" name=""/>
        <dsp:cNvSpPr/>
      </dsp:nvSpPr>
      <dsp:spPr>
        <a:xfrm>
          <a:off x="2821533" y="972839"/>
          <a:ext cx="2611933" cy="12537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43" tIns="165100" rIns="4607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02</a:t>
          </a:r>
        </a:p>
      </dsp:txBody>
      <dsp:txXfrm>
        <a:off x="2821533" y="972839"/>
        <a:ext cx="2611933" cy="1253728"/>
      </dsp:txXfrm>
    </dsp:sp>
    <dsp:sp modelId="{1ED16F27-E418-4797-B02A-79C5D76AFBF1}">
      <dsp:nvSpPr>
        <dsp:cNvPr id="0" name=""/>
        <dsp:cNvSpPr/>
      </dsp:nvSpPr>
      <dsp:spPr>
        <a:xfrm>
          <a:off x="5642421" y="972839"/>
          <a:ext cx="2611933" cy="31343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43" tIns="0" rIns="4607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Node Four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Node Five</a:t>
          </a:r>
        </a:p>
      </dsp:txBody>
      <dsp:txXfrm>
        <a:off x="5642421" y="2226567"/>
        <a:ext cx="2611933" cy="1880592"/>
      </dsp:txXfrm>
    </dsp:sp>
    <dsp:sp modelId="{AE37FC3C-73B2-46ED-8E82-4BE9203693F7}">
      <dsp:nvSpPr>
        <dsp:cNvPr id="0" name=""/>
        <dsp:cNvSpPr/>
      </dsp:nvSpPr>
      <dsp:spPr>
        <a:xfrm>
          <a:off x="5642421" y="972839"/>
          <a:ext cx="2611933" cy="12537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43" tIns="165100" rIns="4607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03</a:t>
          </a:r>
        </a:p>
      </dsp:txBody>
      <dsp:txXfrm>
        <a:off x="5642421" y="972839"/>
        <a:ext cx="2611933" cy="1253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NumberedTitleCardList">
  <dgm:title val=""/>
  <dgm:desc val=""/>
  <dgm:catLst>
    <dgm:cat type="textcard" pri="201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2C76C2EF-C203-46F0-8133-DA15FD003E6C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0889EC89-FC38-4F23-BA55-7C1CEAB09A22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A94BF04B-4D25-44A9-BDDA-D19F0087E354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bgShp">
            <dgm:varLst>
              <dgm:chMax val="0"/>
              <dgm:bulletEnabled/>
            </dgm:varLst>
            <dgm:presOf axis="self" ptType="sibTrans"/>
            <dgm:choose name="numAlignDir">
              <dgm:if name="numAlignNorm" func="var" arg="dir" op="equ" val="norm">
                <dgm:alg type="tx">
                  <dgm:param type="parTxLTRAlign" val="l"/>
                  <dgm:param type="parTxRTLAlign" val="l"/>
                </dgm:alg>
              </dgm:if>
              <dgm:else name="numAlignRev">
                <dgm:alg type="tx">
                  <dgm:param type="parTxLTRAlign" val="r"/>
                  <dgm:param type="parTxRTLAlign" val="r"/>
                </dgm:alg>
              </dgm:else>
            </dgm:choose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1"/>
              <dgm:constr type="rMarg" refType="w" fact="0.05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parChTrans1D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1"/>
            <dgm:constr type="rMarg" refType="w" fact="0.0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09C0C-64CD-26BC-158B-F4A748E3E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C4245-1678-EB11-EBB6-70BAD3F47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521FF-23F8-34FD-7677-0214B7C0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325-E9A3-40CF-9382-0E938DC770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6179A-7D42-86D9-2CBB-F2305E71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8A8E3-D512-D725-BFEC-73B2543AA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FC78-EAB4-4F1D-8AD3-DEC1E6578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56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6DB8-78B9-A1BE-AE2D-52694B2F8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7A3C1-69CD-BD57-7AC3-A7D718888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7D8EB-F64C-807B-3DEF-A77D4D02B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325-E9A3-40CF-9382-0E938DC770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A4900-4832-EE1C-BC6E-4EE0B537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15082-E422-0576-6353-565454BF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FC78-EAB4-4F1D-8AD3-DEC1E6578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80E81-940E-48CD-F4CD-ABB61A5D6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6E34B-FB56-4DC2-2D2A-EE302A196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60DF4-6E92-2B77-81B7-5692F8A6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325-E9A3-40CF-9382-0E938DC770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91122-5FE9-B3FD-ACBD-35A6084F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CECD3-9102-A0FC-F335-0F8D015A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FC78-EAB4-4F1D-8AD3-DEC1E6578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2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6BBD-125A-3ADC-DC0B-044E4E3B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30D39-B002-4BE3-A9C4-8DD6E8D1D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C01C1-C665-C6FE-56BC-3A600D0C4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2B59F-A706-935F-4CC0-24317A693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325-E9A3-40CF-9382-0E938DC770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3092B-BA60-6A58-7D25-CD5FC8C8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1700D-CA5A-5A7B-3697-008CD649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FC78-EAB4-4F1D-8AD3-DEC1E6578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5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6D654-C7CC-C27D-EC05-5A6724315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E7677-BA71-735C-C136-1D33D6343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BA2CE-AEF9-0103-9400-9E254EBC1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92754E-9AEA-FEE2-CE56-D90CFEB0E5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E93AEB-49AC-972E-69E3-56E119F1B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8BD869-B1B9-F306-55B4-0C4F5845B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325-E9A3-40CF-9382-0E938DC770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4ECFA-5DEC-B59E-4A0D-B00FDE26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D2C438-35CA-09DE-1C0E-7E0F542F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FC78-EAB4-4F1D-8AD3-DEC1E6578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8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302D-208F-C150-C2B0-2A92F3EBD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307B1-7904-A5F7-D555-58E40BC3D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325-E9A3-40CF-9382-0E938DC770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CD38F-BB48-4635-D3F1-527B0EB28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EF00E-E693-49A9-AAD3-CCA4B134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FC78-EAB4-4F1D-8AD3-DEC1E6578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43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F662D-4B82-9A47-CD4E-35AACA59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325-E9A3-40CF-9382-0E938DC770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8FD3CF-CA40-2BBF-2DDC-3222EF47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A9E58-7EEF-846F-5940-CEEE2368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FC78-EAB4-4F1D-8AD3-DEC1E6578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0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A9A68-2B0E-414E-4806-003694A45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84446-7AC6-759B-8D9F-28C9B32C9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12A92-F177-554F-3855-56954016B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6B395-4A9A-4967-E5F1-1A1BAF768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325-E9A3-40CF-9382-0E938DC770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4DB85-E1BF-C154-4518-15C3FDD44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5260E-030B-8B45-F3F9-342187CE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FC78-EAB4-4F1D-8AD3-DEC1E6578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0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CD4F-FF47-AEC2-62F6-FE5446D4D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52715-8FB6-FEAE-84AE-CEE4F64DF8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59587-FEF6-9F26-8BD1-C8E71C439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80E04-FE1B-E91B-43F3-BA8F360BE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325-E9A3-40CF-9382-0E938DC770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5BE30-158C-998E-A77A-33982678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5BA15-3FB9-FB65-FE4B-C5A7697BF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FC78-EAB4-4F1D-8AD3-DEC1E6578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80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38B6-CE70-46FE-FD61-705C47947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3DC479-7FE4-E4F0-0C1D-47C96673E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482FB-664D-A3A4-2AAB-5C1F74433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325-E9A3-40CF-9382-0E938DC770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48232-EDD4-3475-4878-6C993971F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BB36B-05C2-E013-AC92-1A0DE0DB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FC78-EAB4-4F1D-8AD3-DEC1E6578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83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F96133-E756-D1DF-4674-54C2507D84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AD49C-D75F-B80E-E8B6-64D27D5BE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8ABCD-4B8C-154F-0AEC-E6CC345BB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325-E9A3-40CF-9382-0E938DC770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A0EB2-0CA0-4DA6-A618-A5C058CE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74F3C-3C06-101E-7295-4278089D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FC78-EAB4-4F1D-8AD3-DEC1E6578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34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ED2947-6740-AB96-A0EA-25747C3E0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4E3A-15C3-3FFF-51BA-3EBF8616D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24659-02F8-7E99-AA45-D13139627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8C325-E9A3-40CF-9382-0E938DC7705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7A981-FB59-6D3E-C417-D10A5D356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240A8-FDEA-7848-0F45-79DE55E6D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0FC78-EAB4-4F1D-8AD3-DEC1E6578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3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0091436-6255-C2B6-A864-56A2FDED8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934928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5738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2026-09-06T08:15:24Z</dcterms:created>
  <dcterms:modified xsi:type="dcterms:W3CDTF">2026-09-06T08:15:25Z</dcterms:modified>
</cp:coreProperties>
</file>