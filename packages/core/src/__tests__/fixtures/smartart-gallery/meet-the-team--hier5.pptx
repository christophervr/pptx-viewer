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FFCE0-D9FD-490C-9612-862A83ECE204}" type="doc">
      <dgm:prSet loTypeId="urn:microsoft.com/office/officeart/2024/layout/MeetTheTeam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3942DC-C8AF-4CB0-8051-8AB6C62B4756}">
      <dgm:prSet phldrT="Nam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285CEFC9-2378-42B3-A770-FDCF8B814BDF}" type="parTrans" cxnId="{49882612-764C-4B08-8E02-B2E398365DC6}">
      <dgm:prSet/>
      <dgm:spPr/>
    </dgm:pt>
    <dgm:pt modelId="{8E93AD99-79D0-454C-81DD-A9C321B0B4B7}" type="sibTrans" cxnId="{49882612-764C-4B08-8E02-B2E398365DC6}">
      <dgm:prSet/>
      <dgm:spPr/>
    </dgm:pt>
    <dgm:pt modelId="{E31D4F3E-2068-45CE-A5E3-33BE49787012}">
      <dgm:prSet phldrT="Role" phldr="1"/>
      <dgm:spPr/>
      <dgm:t>
        <a:bodyPr/>
        <a:lstStyle/>
        <a:p>
          <a:endParaRPr lang="en-US"/>
        </a:p>
      </dgm:t>
    </dgm:pt>
    <dgm:pt modelId="{B4F573C6-6A22-4003-8150-9C52F7BDEDFD}" type="parTrans" cxnId="{9375690C-183B-4D33-BF47-1C1832A18B43}">
      <dgm:prSet/>
      <dgm:spPr/>
    </dgm:pt>
    <dgm:pt modelId="{304CC845-D25D-4025-9ADE-086305731B16}" type="sibTrans" cxnId="{9375690C-183B-4D33-BF47-1C1832A18B43}">
      <dgm:prSet/>
      <dgm:spPr/>
    </dgm:pt>
    <dgm:pt modelId="{D83D0A34-0DF1-4BA0-A15F-E2D67CF46361}">
      <dgm:prSet phldrT="Nam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0E98EFE0-C751-4F79-B683-46D021612656}" type="parTrans" cxnId="{88211677-1C0E-4392-A48F-D68B6E76235B}">
      <dgm:prSet/>
      <dgm:spPr/>
    </dgm:pt>
    <dgm:pt modelId="{BC96EE41-671A-4C6A-A1BC-900026828D3B}" type="sibTrans" cxnId="{88211677-1C0E-4392-A48F-D68B6E76235B}">
      <dgm:prSet/>
      <dgm:spPr/>
    </dgm:pt>
    <dgm:pt modelId="{45BC80F0-B201-475C-80BC-8E65BF70A378}">
      <dgm:prSet phldrT="Role" phldr="1"/>
      <dgm:spPr/>
      <dgm:t>
        <a:bodyPr/>
        <a:lstStyle/>
        <a:p>
          <a:endParaRPr lang="en-US"/>
        </a:p>
      </dgm:t>
    </dgm:pt>
    <dgm:pt modelId="{6EA2216D-A353-4391-BB0F-767F0B146661}" type="parTrans" cxnId="{67D2987B-4841-40F4-B9EE-E924957BBF9C}">
      <dgm:prSet/>
      <dgm:spPr/>
    </dgm:pt>
    <dgm:pt modelId="{170A6222-4BB7-4F9A-8192-430EEB5A9EFF}" type="sibTrans" cxnId="{67D2987B-4841-40F4-B9EE-E924957BBF9C}">
      <dgm:prSet/>
      <dgm:spPr/>
    </dgm:pt>
    <dgm:pt modelId="{2EF33BDD-DBF7-4F27-8158-921981F53D3C}">
      <dgm:prSet phldrT="Name"/>
      <dgm:spPr/>
      <dgm:t>
        <a:bodyPr/>
        <a:lstStyle/>
        <a:p>
          <a:r>
            <a:rPr lang="en-US"/>
            <a:t>Node Three</a:t>
          </a:r>
        </a:p>
      </dgm:t>
    </dgm:pt>
    <dgm:pt modelId="{0D4EBB9D-79D5-4EEE-8A6A-12C6ACAD2A10}" type="parTrans" cxnId="{8A2117CD-A5E9-45BA-AFAC-745BD18F2DE6}">
      <dgm:prSet/>
      <dgm:spPr/>
    </dgm:pt>
    <dgm:pt modelId="{443C3561-1867-4816-8798-8624F0B2222A}" type="sibTrans" cxnId="{8A2117CD-A5E9-45BA-AFAC-745BD18F2DE6}">
      <dgm:prSet/>
      <dgm:spPr/>
    </dgm:pt>
    <dgm:pt modelId="{1B33FEA7-2767-4B13-A1F7-6F550ED02E23}">
      <dgm:prSet phldrT="Role" phldr="1"/>
      <dgm:spPr/>
      <dgm:t>
        <a:bodyPr/>
        <a:lstStyle/>
        <a:p>
          <a:endParaRPr lang="en-US"/>
        </a:p>
      </dgm:t>
    </dgm:pt>
    <dgm:pt modelId="{27A1A4EA-5BA4-4264-91F5-8B8E5801471F}" type="parTrans" cxnId="{B42BDAA6-AF82-404D-8E85-77C31CF3B503}">
      <dgm:prSet/>
      <dgm:spPr/>
    </dgm:pt>
    <dgm:pt modelId="{67454190-6A35-44BD-9965-F00C9DDEFDFB}" type="sibTrans" cxnId="{B42BDAA6-AF82-404D-8E85-77C31CF3B503}">
      <dgm:prSet/>
      <dgm:spPr/>
    </dgm:pt>
    <dgm:pt modelId="{1B0F4727-E18D-43A7-9505-A8ABD7229052}">
      <dgm:prSet phldrT="Nam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1A1EC45A-DBFE-4573-B861-D6BE6ED65DA1}" type="parTrans" cxnId="{A0C887AA-E520-4C4A-92F7-55A3B4B1849F}">
      <dgm:prSet/>
      <dgm:spPr/>
    </dgm:pt>
    <dgm:pt modelId="{8D89AC37-A5D8-4461-B870-408E4532C510}" type="sibTrans" cxnId="{A0C887AA-E520-4C4A-92F7-55A3B4B1849F}">
      <dgm:prSet/>
      <dgm:spPr/>
    </dgm:pt>
    <dgm:pt modelId="{92724896-057D-4AB8-854F-096C6446D3C9}">
      <dgm:prSet phldrT="Role" phldr="1"/>
      <dgm:spPr/>
      <dgm:t>
        <a:bodyPr/>
        <a:lstStyle/>
        <a:p>
          <a:endParaRPr lang="en-US"/>
        </a:p>
      </dgm:t>
    </dgm:pt>
    <dgm:pt modelId="{ABCB779B-B752-4538-B6F9-FFE775965AB7}" type="parTrans" cxnId="{3048E153-B027-44AC-B75C-7E6C49758F6E}">
      <dgm:prSet/>
      <dgm:spPr/>
    </dgm:pt>
    <dgm:pt modelId="{069811D6-D6BF-404F-B51C-1CFD043F9014}" type="sibTrans" cxnId="{3048E153-B027-44AC-B75C-7E6C49758F6E}">
      <dgm:prSet/>
      <dgm:spPr/>
    </dgm:pt>
    <dgm:pt modelId="{1BD39964-FFFB-4007-971F-72DABCFB0FE9}">
      <dgm:prSet phldrT="Nam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D014FACB-4D65-4C9D-AD97-6C6079B84DC7}" type="parTrans" cxnId="{F8AA6034-08F1-438A-9141-3BEFEF83F31B}">
      <dgm:prSet/>
      <dgm:spPr/>
    </dgm:pt>
    <dgm:pt modelId="{E497145F-7BC0-45B6-98C7-FD7FB4C69ADE}" type="sibTrans" cxnId="{F8AA6034-08F1-438A-9141-3BEFEF83F31B}">
      <dgm:prSet/>
      <dgm:spPr/>
    </dgm:pt>
    <dgm:pt modelId="{169CDF77-3890-4B3C-B1AB-21D57BEBF911}">
      <dgm:prSet phldrT="Role" phldr="1"/>
      <dgm:spPr/>
      <dgm:t>
        <a:bodyPr/>
        <a:lstStyle/>
        <a:p>
          <a:endParaRPr lang="en-US"/>
        </a:p>
      </dgm:t>
    </dgm:pt>
    <dgm:pt modelId="{D26CCE2F-11F4-4E02-876A-8B7A03EF1199}" type="parTrans" cxnId="{A587D28D-B66A-432C-9AC4-3574DF44D885}">
      <dgm:prSet/>
      <dgm:spPr/>
    </dgm:pt>
    <dgm:pt modelId="{E19715C8-2F8A-433E-B3C2-D6E64AA8F76C}" type="sibTrans" cxnId="{A587D28D-B66A-432C-9AC4-3574DF44D885}">
      <dgm:prSet/>
      <dgm:spPr/>
    </dgm:pt>
    <dgm:pt modelId="{5E336DE7-8759-4AE4-9430-2613FE4E1020}" type="pres">
      <dgm:prSet presAssocID="{E9AFFCE0-D9FD-490C-9612-862A83ECE204}" presName="root" presStyleCnt="0">
        <dgm:presLayoutVars>
          <dgm:dir/>
          <dgm:resizeHandles val="exact"/>
        </dgm:presLayoutVars>
      </dgm:prSet>
      <dgm:spPr/>
    </dgm:pt>
    <dgm:pt modelId="{28BADD7F-A6E3-4872-834A-428A79B36D03}" type="pres">
      <dgm:prSet presAssocID="{8F3942DC-C8AF-4CB0-8051-8AB6C62B4756}" presName="compNode" presStyleCnt="0"/>
      <dgm:spPr/>
    </dgm:pt>
    <dgm:pt modelId="{C4666788-DBB0-497F-B85D-06145947E65E}" type="pres">
      <dgm:prSet presAssocID="{8F3942DC-C8AF-4CB0-8051-8AB6C62B4756}" presName="photoCircle" presStyleLbl="fgImgPlace1" presStyleIdx="0" presStyleCnt="4"/>
      <dgm:spPr/>
    </dgm:pt>
    <dgm:pt modelId="{DDE6E815-6F6F-4A4B-A3E3-21FB7A203DF2}" type="pres">
      <dgm:prSet presAssocID="{8F3942DC-C8AF-4CB0-8051-8AB6C62B4756}" presName="spacer" presStyleCnt="0"/>
      <dgm:spPr/>
    </dgm:pt>
    <dgm:pt modelId="{354A9BCA-3C86-4925-9EEE-F7AB97C69B3C}" type="pres">
      <dgm:prSet presAssocID="{8F3942DC-C8AF-4CB0-8051-8AB6C62B4756}" presName="nameText" presStyleLbl="revTx" presStyleIdx="0" presStyleCnt="8">
        <dgm:presLayoutVars>
          <dgm:chMax val="1"/>
          <dgm:chPref val="1"/>
        </dgm:presLayoutVars>
      </dgm:prSet>
      <dgm:spPr/>
    </dgm:pt>
    <dgm:pt modelId="{4DF5C212-5EFD-4467-A1EF-E57A4C16DB25}" type="pres">
      <dgm:prSet presAssocID="{8F3942DC-C8AF-4CB0-8051-8AB6C62B4756}" presName="roleText" presStyleLbl="revTx" presStyleIdx="1" presStyleCnt="8">
        <dgm:presLayoutVars>
          <dgm:chMax val="0"/>
        </dgm:presLayoutVars>
      </dgm:prSet>
      <dgm:spPr/>
    </dgm:pt>
    <dgm:pt modelId="{7807E1A2-669E-46A9-9378-991D181EB907}" type="pres">
      <dgm:prSet presAssocID="{8E93AD99-79D0-454C-81DD-A9C321B0B4B7}" presName="sibTrans" presStyleCnt="0"/>
      <dgm:spPr/>
    </dgm:pt>
    <dgm:pt modelId="{B7ED3F87-4C0A-4DB3-A036-64E63A0BAD82}" type="pres">
      <dgm:prSet presAssocID="{D83D0A34-0DF1-4BA0-A15F-E2D67CF46361}" presName="compNode" presStyleCnt="0"/>
      <dgm:spPr/>
    </dgm:pt>
    <dgm:pt modelId="{6BD35256-EB92-445A-A593-6155534B1683}" type="pres">
      <dgm:prSet presAssocID="{D83D0A34-0DF1-4BA0-A15F-E2D67CF46361}" presName="photoCircle" presStyleLbl="fgImgPlace1" presStyleIdx="1" presStyleCnt="4"/>
      <dgm:spPr/>
    </dgm:pt>
    <dgm:pt modelId="{75F45E20-2A40-4438-A6F4-41C1F111A7B3}" type="pres">
      <dgm:prSet presAssocID="{D83D0A34-0DF1-4BA0-A15F-E2D67CF46361}" presName="spacer" presStyleCnt="0"/>
      <dgm:spPr/>
    </dgm:pt>
    <dgm:pt modelId="{DD8D8DF4-9568-43B4-98EC-19B92DF156BA}" type="pres">
      <dgm:prSet presAssocID="{D83D0A34-0DF1-4BA0-A15F-E2D67CF46361}" presName="nameText" presStyleLbl="revTx" presStyleIdx="2" presStyleCnt="8">
        <dgm:presLayoutVars>
          <dgm:chMax val="1"/>
          <dgm:chPref val="1"/>
        </dgm:presLayoutVars>
      </dgm:prSet>
      <dgm:spPr/>
    </dgm:pt>
    <dgm:pt modelId="{CFC60616-48E5-41C9-B4F9-C129D5A9E2EA}" type="pres">
      <dgm:prSet presAssocID="{D83D0A34-0DF1-4BA0-A15F-E2D67CF46361}" presName="roleText" presStyleLbl="revTx" presStyleIdx="3" presStyleCnt="8">
        <dgm:presLayoutVars>
          <dgm:chMax val="0"/>
        </dgm:presLayoutVars>
      </dgm:prSet>
      <dgm:spPr/>
    </dgm:pt>
    <dgm:pt modelId="{BA837C06-F517-4CAA-941F-DE111EE0F2E0}" type="pres">
      <dgm:prSet presAssocID="{BC96EE41-671A-4C6A-A1BC-900026828D3B}" presName="sibTrans" presStyleCnt="0"/>
      <dgm:spPr/>
    </dgm:pt>
    <dgm:pt modelId="{67E83908-5E3A-4E99-9C57-666D70E301A3}" type="pres">
      <dgm:prSet presAssocID="{1B0F4727-E18D-43A7-9505-A8ABD7229052}" presName="compNode" presStyleCnt="0"/>
      <dgm:spPr/>
    </dgm:pt>
    <dgm:pt modelId="{51ACAE1E-67DD-457D-B26B-3D66590B2FE8}" type="pres">
      <dgm:prSet presAssocID="{1B0F4727-E18D-43A7-9505-A8ABD7229052}" presName="photoCircle" presStyleLbl="fgImgPlace1" presStyleIdx="2" presStyleCnt="4"/>
      <dgm:spPr/>
    </dgm:pt>
    <dgm:pt modelId="{A4BF0BA9-E9F0-4D07-86C4-4893B9472EBE}" type="pres">
      <dgm:prSet presAssocID="{1B0F4727-E18D-43A7-9505-A8ABD7229052}" presName="spacer" presStyleCnt="0"/>
      <dgm:spPr/>
    </dgm:pt>
    <dgm:pt modelId="{D36172F0-BBDE-4B1D-8FC3-91C4C574B8CA}" type="pres">
      <dgm:prSet presAssocID="{1B0F4727-E18D-43A7-9505-A8ABD7229052}" presName="nameText" presStyleLbl="revTx" presStyleIdx="4" presStyleCnt="8">
        <dgm:presLayoutVars>
          <dgm:chMax val="1"/>
          <dgm:chPref val="1"/>
        </dgm:presLayoutVars>
      </dgm:prSet>
      <dgm:spPr/>
    </dgm:pt>
    <dgm:pt modelId="{F692E080-A308-47DD-ADB9-8108D32B6CD2}" type="pres">
      <dgm:prSet presAssocID="{1B0F4727-E18D-43A7-9505-A8ABD7229052}" presName="roleText" presStyleLbl="revTx" presStyleIdx="5" presStyleCnt="8">
        <dgm:presLayoutVars>
          <dgm:chMax val="0"/>
        </dgm:presLayoutVars>
      </dgm:prSet>
      <dgm:spPr/>
    </dgm:pt>
    <dgm:pt modelId="{53B0559F-D846-457D-B40F-E70F189BE432}" type="pres">
      <dgm:prSet presAssocID="{8D89AC37-A5D8-4461-B870-408E4532C510}" presName="sibTrans" presStyleCnt="0"/>
      <dgm:spPr/>
    </dgm:pt>
    <dgm:pt modelId="{78CF9AB1-232F-43D1-B4C8-7A6824E8FE4A}" type="pres">
      <dgm:prSet presAssocID="{1BD39964-FFFB-4007-971F-72DABCFB0FE9}" presName="compNode" presStyleCnt="0"/>
      <dgm:spPr/>
    </dgm:pt>
    <dgm:pt modelId="{73BD206D-3D2A-4616-AEA4-B5F87E74686C}" type="pres">
      <dgm:prSet presAssocID="{1BD39964-FFFB-4007-971F-72DABCFB0FE9}" presName="photoCircle" presStyleLbl="fgImgPlace1" presStyleIdx="3" presStyleCnt="4"/>
      <dgm:spPr/>
    </dgm:pt>
    <dgm:pt modelId="{4B9F718F-0475-4E48-81B4-A249137D8F47}" type="pres">
      <dgm:prSet presAssocID="{1BD39964-FFFB-4007-971F-72DABCFB0FE9}" presName="spacer" presStyleCnt="0"/>
      <dgm:spPr/>
    </dgm:pt>
    <dgm:pt modelId="{66B9EC40-7C5B-4095-996D-A5F4DF01D387}" type="pres">
      <dgm:prSet presAssocID="{1BD39964-FFFB-4007-971F-72DABCFB0FE9}" presName="nameText" presStyleLbl="revTx" presStyleIdx="6" presStyleCnt="8">
        <dgm:presLayoutVars>
          <dgm:chMax val="1"/>
          <dgm:chPref val="1"/>
        </dgm:presLayoutVars>
      </dgm:prSet>
      <dgm:spPr/>
    </dgm:pt>
    <dgm:pt modelId="{23897A95-D197-413E-87DC-A2A4226C4333}" type="pres">
      <dgm:prSet presAssocID="{1BD39964-FFFB-4007-971F-72DABCFB0FE9}" presName="roleText" presStyleLbl="revTx" presStyleIdx="7" presStyleCnt="8">
        <dgm:presLayoutVars>
          <dgm:chMax val="0"/>
        </dgm:presLayoutVars>
      </dgm:prSet>
      <dgm:spPr/>
    </dgm:pt>
  </dgm:ptLst>
  <dgm:cxnLst>
    <dgm:cxn modelId="{EBBFDC01-6A93-40F7-8E9F-D636D56A8794}" type="presOf" srcId="{1B33FEA7-2767-4B13-A1F7-6F550ED02E23}" destId="{CFC60616-48E5-41C9-B4F9-C129D5A9E2EA}" srcOrd="0" destOrd="2" presId="urn:microsoft.com/office/officeart/2024/layout/MeetTheTeam"/>
    <dgm:cxn modelId="{9375690C-183B-4D33-BF47-1C1832A18B43}" srcId="{8F3942DC-C8AF-4CB0-8051-8AB6C62B4756}" destId="{E31D4F3E-2068-45CE-A5E3-33BE49787012}" srcOrd="0" destOrd="0" parTransId="{B4F573C6-6A22-4003-8150-9C52F7BDEDFD}" sibTransId="{304CC845-D25D-4025-9ADE-086305731B16}"/>
    <dgm:cxn modelId="{49882612-764C-4B08-8E02-B2E398365DC6}" srcId="{E9AFFCE0-D9FD-490C-9612-862A83ECE204}" destId="{8F3942DC-C8AF-4CB0-8051-8AB6C62B4756}" srcOrd="0" destOrd="0" parTransId="{285CEFC9-2378-42B3-A770-FDCF8B814BDF}" sibTransId="{8E93AD99-79D0-454C-81DD-A9C321B0B4B7}"/>
    <dgm:cxn modelId="{F8AA6034-08F1-438A-9141-3BEFEF83F31B}" srcId="{E9AFFCE0-D9FD-490C-9612-862A83ECE204}" destId="{1BD39964-FFFB-4007-971F-72DABCFB0FE9}" srcOrd="3" destOrd="0" parTransId="{D014FACB-4D65-4C9D-AD97-6C6079B84DC7}" sibTransId="{E497145F-7BC0-45B6-98C7-FD7FB4C69ADE}"/>
    <dgm:cxn modelId="{9C908C36-F45F-4620-9841-18023BC57221}" type="presOf" srcId="{8F3942DC-C8AF-4CB0-8051-8AB6C62B4756}" destId="{354A9BCA-3C86-4925-9EEE-F7AB97C69B3C}" srcOrd="0" destOrd="0" presId="urn:microsoft.com/office/officeart/2024/layout/MeetTheTeam"/>
    <dgm:cxn modelId="{145CD45F-78C2-47E1-A4E6-842584D04CC2}" type="presOf" srcId="{92724896-057D-4AB8-854F-096C6446D3C9}" destId="{F692E080-A308-47DD-ADB9-8108D32B6CD2}" srcOrd="0" destOrd="0" presId="urn:microsoft.com/office/officeart/2024/layout/MeetTheTeam"/>
    <dgm:cxn modelId="{143A7F64-6B93-4D62-A73C-A0668C52115B}" type="presOf" srcId="{1B0F4727-E18D-43A7-9505-A8ABD7229052}" destId="{D36172F0-BBDE-4B1D-8FC3-91C4C574B8CA}" srcOrd="0" destOrd="0" presId="urn:microsoft.com/office/officeart/2024/layout/MeetTheTeam"/>
    <dgm:cxn modelId="{D3000E47-AB34-4DFD-AD01-E9B21694475A}" type="presOf" srcId="{45BC80F0-B201-475C-80BC-8E65BF70A378}" destId="{CFC60616-48E5-41C9-B4F9-C129D5A9E2EA}" srcOrd="0" destOrd="0" presId="urn:microsoft.com/office/officeart/2024/layout/MeetTheTeam"/>
    <dgm:cxn modelId="{831DFC68-2D3C-44B3-A005-2311F89AE270}" type="presOf" srcId="{2EF33BDD-DBF7-4F27-8158-921981F53D3C}" destId="{CFC60616-48E5-41C9-B4F9-C129D5A9E2EA}" srcOrd="0" destOrd="1" presId="urn:microsoft.com/office/officeart/2024/layout/MeetTheTeam"/>
    <dgm:cxn modelId="{3048E153-B027-44AC-B75C-7E6C49758F6E}" srcId="{1B0F4727-E18D-43A7-9505-A8ABD7229052}" destId="{92724896-057D-4AB8-854F-096C6446D3C9}" srcOrd="0" destOrd="0" parTransId="{ABCB779B-B752-4538-B6F9-FFE775965AB7}" sibTransId="{069811D6-D6BF-404F-B51C-1CFD043F9014}"/>
    <dgm:cxn modelId="{88211677-1C0E-4392-A48F-D68B6E76235B}" srcId="{E9AFFCE0-D9FD-490C-9612-862A83ECE204}" destId="{D83D0A34-0DF1-4BA0-A15F-E2D67CF46361}" srcOrd="1" destOrd="0" parTransId="{0E98EFE0-C751-4F79-B683-46D021612656}" sibTransId="{BC96EE41-671A-4C6A-A1BC-900026828D3B}"/>
    <dgm:cxn modelId="{0F972358-0AC9-43A9-BBE8-8F4B238F2690}" type="presOf" srcId="{1BD39964-FFFB-4007-971F-72DABCFB0FE9}" destId="{66B9EC40-7C5B-4095-996D-A5F4DF01D387}" srcOrd="0" destOrd="0" presId="urn:microsoft.com/office/officeart/2024/layout/MeetTheTeam"/>
    <dgm:cxn modelId="{67D2987B-4841-40F4-B9EE-E924957BBF9C}" srcId="{D83D0A34-0DF1-4BA0-A15F-E2D67CF46361}" destId="{45BC80F0-B201-475C-80BC-8E65BF70A378}" srcOrd="0" destOrd="0" parTransId="{6EA2216D-A353-4391-BB0F-767F0B146661}" sibTransId="{170A6222-4BB7-4F9A-8192-430EEB5A9EFF}"/>
    <dgm:cxn modelId="{A587D28D-B66A-432C-9AC4-3574DF44D885}" srcId="{1BD39964-FFFB-4007-971F-72DABCFB0FE9}" destId="{169CDF77-3890-4B3C-B1AB-21D57BEBF911}" srcOrd="0" destOrd="0" parTransId="{D26CCE2F-11F4-4E02-876A-8B7A03EF1199}" sibTransId="{E19715C8-2F8A-433E-B3C2-D6E64AA8F76C}"/>
    <dgm:cxn modelId="{B42BDAA6-AF82-404D-8E85-77C31CF3B503}" srcId="{D83D0A34-0DF1-4BA0-A15F-E2D67CF46361}" destId="{1B33FEA7-2767-4B13-A1F7-6F550ED02E23}" srcOrd="2" destOrd="0" parTransId="{27A1A4EA-5BA4-4264-91F5-8B8E5801471F}" sibTransId="{67454190-6A35-44BD-9965-F00C9DDEFDFB}"/>
    <dgm:cxn modelId="{04A1F0A6-C36F-4D70-A680-9C47D29B1C2F}" type="presOf" srcId="{D83D0A34-0DF1-4BA0-A15F-E2D67CF46361}" destId="{DD8D8DF4-9568-43B4-98EC-19B92DF156BA}" srcOrd="0" destOrd="0" presId="urn:microsoft.com/office/officeart/2024/layout/MeetTheTeam"/>
    <dgm:cxn modelId="{A0C887AA-E520-4C4A-92F7-55A3B4B1849F}" srcId="{E9AFFCE0-D9FD-490C-9612-862A83ECE204}" destId="{1B0F4727-E18D-43A7-9505-A8ABD7229052}" srcOrd="2" destOrd="0" parTransId="{1A1EC45A-DBFE-4573-B861-D6BE6ED65DA1}" sibTransId="{8D89AC37-A5D8-4461-B870-408E4532C510}"/>
    <dgm:cxn modelId="{7A8797AD-17C3-4932-9FFF-960F28D2D044}" type="presOf" srcId="{E9AFFCE0-D9FD-490C-9612-862A83ECE204}" destId="{5E336DE7-8759-4AE4-9430-2613FE4E1020}" srcOrd="0" destOrd="0" presId="urn:microsoft.com/office/officeart/2024/layout/MeetTheTeam"/>
    <dgm:cxn modelId="{91E774AE-6EFE-4742-BD1B-A4D64D057102}" type="presOf" srcId="{169CDF77-3890-4B3C-B1AB-21D57BEBF911}" destId="{23897A95-D197-413E-87DC-A2A4226C4333}" srcOrd="0" destOrd="0" presId="urn:microsoft.com/office/officeart/2024/layout/MeetTheTeam"/>
    <dgm:cxn modelId="{8A2117CD-A5E9-45BA-AFAC-745BD18F2DE6}" srcId="{D83D0A34-0DF1-4BA0-A15F-E2D67CF46361}" destId="{2EF33BDD-DBF7-4F27-8158-921981F53D3C}" srcOrd="1" destOrd="0" parTransId="{0D4EBB9D-79D5-4EEE-8A6A-12C6ACAD2A10}" sibTransId="{443C3561-1867-4816-8798-8624F0B2222A}"/>
    <dgm:cxn modelId="{A74B34FD-0AA4-4056-B487-9304F1C91664}" type="presOf" srcId="{E31D4F3E-2068-45CE-A5E3-33BE49787012}" destId="{4DF5C212-5EFD-4467-A1EF-E57A4C16DB25}" srcOrd="0" destOrd="0" presId="urn:microsoft.com/office/officeart/2024/layout/MeetTheTeam"/>
    <dgm:cxn modelId="{392B5180-E0F4-485E-9328-C4B3BAD1B8E3}" type="presParOf" srcId="{5E336DE7-8759-4AE4-9430-2613FE4E1020}" destId="{28BADD7F-A6E3-4872-834A-428A79B36D03}" srcOrd="0" destOrd="0" presId="urn:microsoft.com/office/officeart/2024/layout/MeetTheTeam"/>
    <dgm:cxn modelId="{D114A7F3-7C56-460A-8C41-0A0E52DAC9FD}" type="presParOf" srcId="{28BADD7F-A6E3-4872-834A-428A79B36D03}" destId="{C4666788-DBB0-497F-B85D-06145947E65E}" srcOrd="0" destOrd="0" presId="urn:microsoft.com/office/officeart/2024/layout/MeetTheTeam"/>
    <dgm:cxn modelId="{62081809-C101-4ACA-8E9F-1A26FA980612}" type="presParOf" srcId="{28BADD7F-A6E3-4872-834A-428A79B36D03}" destId="{DDE6E815-6F6F-4A4B-A3E3-21FB7A203DF2}" srcOrd="1" destOrd="0" presId="urn:microsoft.com/office/officeart/2024/layout/MeetTheTeam"/>
    <dgm:cxn modelId="{D2184D30-76B2-4A1E-B582-B47F6DC8E585}" type="presParOf" srcId="{28BADD7F-A6E3-4872-834A-428A79B36D03}" destId="{354A9BCA-3C86-4925-9EEE-F7AB97C69B3C}" srcOrd="2" destOrd="0" presId="urn:microsoft.com/office/officeart/2024/layout/MeetTheTeam"/>
    <dgm:cxn modelId="{E0F792AE-810C-4B8D-842C-D9D7A63BA904}" type="presParOf" srcId="{28BADD7F-A6E3-4872-834A-428A79B36D03}" destId="{4DF5C212-5EFD-4467-A1EF-E57A4C16DB25}" srcOrd="3" destOrd="0" presId="urn:microsoft.com/office/officeart/2024/layout/MeetTheTeam"/>
    <dgm:cxn modelId="{30D5FDF4-1008-45A0-AE0B-12E12B63E150}" type="presParOf" srcId="{5E336DE7-8759-4AE4-9430-2613FE4E1020}" destId="{7807E1A2-669E-46A9-9378-991D181EB907}" srcOrd="1" destOrd="0" presId="urn:microsoft.com/office/officeart/2024/layout/MeetTheTeam"/>
    <dgm:cxn modelId="{11C79C9F-6757-4FC3-9D08-5B9F0FC0690E}" type="presParOf" srcId="{5E336DE7-8759-4AE4-9430-2613FE4E1020}" destId="{B7ED3F87-4C0A-4DB3-A036-64E63A0BAD82}" srcOrd="2" destOrd="0" presId="urn:microsoft.com/office/officeart/2024/layout/MeetTheTeam"/>
    <dgm:cxn modelId="{BC34198D-722E-47D1-9C12-F76BBA6E9CD4}" type="presParOf" srcId="{B7ED3F87-4C0A-4DB3-A036-64E63A0BAD82}" destId="{6BD35256-EB92-445A-A593-6155534B1683}" srcOrd="0" destOrd="0" presId="urn:microsoft.com/office/officeart/2024/layout/MeetTheTeam"/>
    <dgm:cxn modelId="{45D0B46A-C5B1-441F-B1DC-983302A190F1}" type="presParOf" srcId="{B7ED3F87-4C0A-4DB3-A036-64E63A0BAD82}" destId="{75F45E20-2A40-4438-A6F4-41C1F111A7B3}" srcOrd="1" destOrd="0" presId="urn:microsoft.com/office/officeart/2024/layout/MeetTheTeam"/>
    <dgm:cxn modelId="{A9F8B1C5-D87E-434C-A87C-3D95B823962D}" type="presParOf" srcId="{B7ED3F87-4C0A-4DB3-A036-64E63A0BAD82}" destId="{DD8D8DF4-9568-43B4-98EC-19B92DF156BA}" srcOrd="2" destOrd="0" presId="urn:microsoft.com/office/officeart/2024/layout/MeetTheTeam"/>
    <dgm:cxn modelId="{AC0393BD-619C-4F5B-86D7-B95C6D8D71F5}" type="presParOf" srcId="{B7ED3F87-4C0A-4DB3-A036-64E63A0BAD82}" destId="{CFC60616-48E5-41C9-B4F9-C129D5A9E2EA}" srcOrd="3" destOrd="0" presId="urn:microsoft.com/office/officeart/2024/layout/MeetTheTeam"/>
    <dgm:cxn modelId="{AADBBA73-0795-4644-8099-9486AC85A833}" type="presParOf" srcId="{5E336DE7-8759-4AE4-9430-2613FE4E1020}" destId="{BA837C06-F517-4CAA-941F-DE111EE0F2E0}" srcOrd="3" destOrd="0" presId="urn:microsoft.com/office/officeart/2024/layout/MeetTheTeam"/>
    <dgm:cxn modelId="{8D59095B-EBF4-4C1D-A85B-9D986EEB9966}" type="presParOf" srcId="{5E336DE7-8759-4AE4-9430-2613FE4E1020}" destId="{67E83908-5E3A-4E99-9C57-666D70E301A3}" srcOrd="4" destOrd="0" presId="urn:microsoft.com/office/officeart/2024/layout/MeetTheTeam"/>
    <dgm:cxn modelId="{FD889D78-9336-4F6E-BE67-DC7A00C150B0}" type="presParOf" srcId="{67E83908-5E3A-4E99-9C57-666D70E301A3}" destId="{51ACAE1E-67DD-457D-B26B-3D66590B2FE8}" srcOrd="0" destOrd="0" presId="urn:microsoft.com/office/officeart/2024/layout/MeetTheTeam"/>
    <dgm:cxn modelId="{E7BE32A9-2E63-48F6-8FE9-1C605B434D59}" type="presParOf" srcId="{67E83908-5E3A-4E99-9C57-666D70E301A3}" destId="{A4BF0BA9-E9F0-4D07-86C4-4893B9472EBE}" srcOrd="1" destOrd="0" presId="urn:microsoft.com/office/officeart/2024/layout/MeetTheTeam"/>
    <dgm:cxn modelId="{7C3BCADB-9528-4AA7-AF85-D85FC9059DDD}" type="presParOf" srcId="{67E83908-5E3A-4E99-9C57-666D70E301A3}" destId="{D36172F0-BBDE-4B1D-8FC3-91C4C574B8CA}" srcOrd="2" destOrd="0" presId="urn:microsoft.com/office/officeart/2024/layout/MeetTheTeam"/>
    <dgm:cxn modelId="{E9D19630-2BA4-4239-B742-54445845F1B9}" type="presParOf" srcId="{67E83908-5E3A-4E99-9C57-666D70E301A3}" destId="{F692E080-A308-47DD-ADB9-8108D32B6CD2}" srcOrd="3" destOrd="0" presId="urn:microsoft.com/office/officeart/2024/layout/MeetTheTeam"/>
    <dgm:cxn modelId="{84EEE494-37EF-42B0-BE7B-6E65388D10C1}" type="presParOf" srcId="{5E336DE7-8759-4AE4-9430-2613FE4E1020}" destId="{53B0559F-D846-457D-B40F-E70F189BE432}" srcOrd="5" destOrd="0" presId="urn:microsoft.com/office/officeart/2024/layout/MeetTheTeam"/>
    <dgm:cxn modelId="{DF46C2CD-EF8E-4A00-84E5-70F534DAF845}" type="presParOf" srcId="{5E336DE7-8759-4AE4-9430-2613FE4E1020}" destId="{78CF9AB1-232F-43D1-B4C8-7A6824E8FE4A}" srcOrd="6" destOrd="0" presId="urn:microsoft.com/office/officeart/2024/layout/MeetTheTeam"/>
    <dgm:cxn modelId="{58244F40-8FAC-4AD2-A669-E93A4B72ED67}" type="presParOf" srcId="{78CF9AB1-232F-43D1-B4C8-7A6824E8FE4A}" destId="{73BD206D-3D2A-4616-AEA4-B5F87E74686C}" srcOrd="0" destOrd="0" presId="urn:microsoft.com/office/officeart/2024/layout/MeetTheTeam"/>
    <dgm:cxn modelId="{A1FE7EE5-F7BE-465B-B223-DAD108644448}" type="presParOf" srcId="{78CF9AB1-232F-43D1-B4C8-7A6824E8FE4A}" destId="{4B9F718F-0475-4E48-81B4-A249137D8F47}" srcOrd="1" destOrd="0" presId="urn:microsoft.com/office/officeart/2024/layout/MeetTheTeam"/>
    <dgm:cxn modelId="{612F20CB-80FB-4706-A225-CE4EF7C5CDBD}" type="presParOf" srcId="{78CF9AB1-232F-43D1-B4C8-7A6824E8FE4A}" destId="{66B9EC40-7C5B-4095-996D-A5F4DF01D387}" srcOrd="2" destOrd="0" presId="urn:microsoft.com/office/officeart/2024/layout/MeetTheTeam"/>
    <dgm:cxn modelId="{63E8FC90-91D6-4180-8FCB-111B4F7D557B}" type="presParOf" srcId="{78CF9AB1-232F-43D1-B4C8-7A6824E8FE4A}" destId="{23897A95-D197-413E-87DC-A2A4226C4333}" srcOrd="3" destOrd="0" presId="urn:microsoft.com/office/officeart/2024/layout/MeetTheTeam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66788-DBB0-497F-B85D-06145947E65E}">
      <dsp:nvSpPr>
        <dsp:cNvPr id="0" name=""/>
        <dsp:cNvSpPr/>
      </dsp:nvSpPr>
      <dsp:spPr>
        <a:xfrm>
          <a:off x="130067" y="1311199"/>
          <a:ext cx="1761512" cy="17615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A9BCA-3C86-4925-9EEE-F7AB97C69B3C}">
      <dsp:nvSpPr>
        <dsp:cNvPr id="0" name=""/>
        <dsp:cNvSpPr/>
      </dsp:nvSpPr>
      <dsp:spPr>
        <a:xfrm>
          <a:off x="60007" y="3174800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One</a:t>
          </a:r>
        </a:p>
      </dsp:txBody>
      <dsp:txXfrm>
        <a:off x="60007" y="3174800"/>
        <a:ext cx="1901632" cy="324000"/>
      </dsp:txXfrm>
    </dsp:sp>
    <dsp:sp modelId="{4DF5C212-5EFD-4467-A1EF-E57A4C16DB25}">
      <dsp:nvSpPr>
        <dsp:cNvPr id="0" name=""/>
        <dsp:cNvSpPr/>
      </dsp:nvSpPr>
      <dsp:spPr>
        <a:xfrm>
          <a:off x="60007" y="3498800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07" y="3498800"/>
        <a:ext cx="1901632" cy="270000"/>
      </dsp:txXfrm>
    </dsp:sp>
    <dsp:sp modelId="{6BD35256-EB92-445A-A593-6155534B1683}">
      <dsp:nvSpPr>
        <dsp:cNvPr id="0" name=""/>
        <dsp:cNvSpPr/>
      </dsp:nvSpPr>
      <dsp:spPr>
        <a:xfrm>
          <a:off x="2207851" y="1311199"/>
          <a:ext cx="1761512" cy="17615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D8DF4-9568-43B4-98EC-19B92DF156BA}">
      <dsp:nvSpPr>
        <dsp:cNvPr id="0" name=""/>
        <dsp:cNvSpPr/>
      </dsp:nvSpPr>
      <dsp:spPr>
        <a:xfrm>
          <a:off x="2137791" y="3174800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Two has a longer label</a:t>
          </a:r>
        </a:p>
      </dsp:txBody>
      <dsp:txXfrm>
        <a:off x="2137791" y="3174800"/>
        <a:ext cx="1901632" cy="324000"/>
      </dsp:txXfrm>
    </dsp:sp>
    <dsp:sp modelId="{CFC60616-48E5-41C9-B4F9-C129D5A9E2EA}">
      <dsp:nvSpPr>
        <dsp:cNvPr id="0" name=""/>
        <dsp:cNvSpPr/>
      </dsp:nvSpPr>
      <dsp:spPr>
        <a:xfrm>
          <a:off x="2137791" y="3498800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Node Three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7791" y="3498800"/>
        <a:ext cx="1901632" cy="270000"/>
      </dsp:txXfrm>
    </dsp:sp>
    <dsp:sp modelId="{51ACAE1E-67DD-457D-B26B-3D66590B2FE8}">
      <dsp:nvSpPr>
        <dsp:cNvPr id="0" name=""/>
        <dsp:cNvSpPr/>
      </dsp:nvSpPr>
      <dsp:spPr>
        <a:xfrm>
          <a:off x="4285635" y="1311199"/>
          <a:ext cx="1761512" cy="17615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172F0-BBDE-4B1D-8FC3-91C4C574B8CA}">
      <dsp:nvSpPr>
        <dsp:cNvPr id="0" name=""/>
        <dsp:cNvSpPr/>
      </dsp:nvSpPr>
      <dsp:spPr>
        <a:xfrm>
          <a:off x="4215575" y="3174800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Four</a:t>
          </a:r>
        </a:p>
      </dsp:txBody>
      <dsp:txXfrm>
        <a:off x="4215575" y="3174800"/>
        <a:ext cx="1901632" cy="324000"/>
      </dsp:txXfrm>
    </dsp:sp>
    <dsp:sp modelId="{F692E080-A308-47DD-ADB9-8108D32B6CD2}">
      <dsp:nvSpPr>
        <dsp:cNvPr id="0" name=""/>
        <dsp:cNvSpPr/>
      </dsp:nvSpPr>
      <dsp:spPr>
        <a:xfrm>
          <a:off x="4215575" y="3498800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15575" y="3498800"/>
        <a:ext cx="1901632" cy="270000"/>
      </dsp:txXfrm>
    </dsp:sp>
    <dsp:sp modelId="{73BD206D-3D2A-4616-AEA4-B5F87E74686C}">
      <dsp:nvSpPr>
        <dsp:cNvPr id="0" name=""/>
        <dsp:cNvSpPr/>
      </dsp:nvSpPr>
      <dsp:spPr>
        <a:xfrm>
          <a:off x="6363419" y="1311199"/>
          <a:ext cx="1761512" cy="176151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9EC40-7C5B-4095-996D-A5F4DF01D387}">
      <dsp:nvSpPr>
        <dsp:cNvPr id="0" name=""/>
        <dsp:cNvSpPr/>
      </dsp:nvSpPr>
      <dsp:spPr>
        <a:xfrm>
          <a:off x="6293359" y="3174800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Five</a:t>
          </a:r>
        </a:p>
      </dsp:txBody>
      <dsp:txXfrm>
        <a:off x="6293359" y="3174800"/>
        <a:ext cx="1901632" cy="324000"/>
      </dsp:txXfrm>
    </dsp:sp>
    <dsp:sp modelId="{23897A95-D197-413E-87DC-A2A4226C4333}">
      <dsp:nvSpPr>
        <dsp:cNvPr id="0" name=""/>
        <dsp:cNvSpPr/>
      </dsp:nvSpPr>
      <dsp:spPr>
        <a:xfrm>
          <a:off x="6293359" y="3498800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93359" y="3498800"/>
        <a:ext cx="1901632" cy="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">
  <dgm:title val=""/>
  <dgm:desc val=""/>
  <dgm:catLst>
    <dgm:cat type="meettheteam" pri="100"/>
    <dgm:cat type="pictureconvert" pri="31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Circle" refType="w" fact="0.88"/>
          <dgm:constr type="h" for="ch" forName="photoCircle" refType="w" refFor="ch" refForName="photoCircle"/>
          <dgm:constr type="t" for="ch" forName="photoCircle"/>
          <dgm:constr type="ctrX" for="ch" forName="photoCircl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Circl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Circle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4F99-4586-D034-64FE-DB50CB467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07139-B9A1-669E-E511-B2B5F13E0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31B79-CDCA-F7C6-98EB-41ADBDD6F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682CE-D704-B86E-7D10-A0015495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F8E9D-F2F2-C518-D5F3-6EB40C2C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6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D29E-9F61-6D64-0A27-F4BC53DA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24E32-A95C-73EC-01F6-6718C755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FE18-4B62-321C-0D1E-2B6A6D06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7F74-7D46-784B-1DC2-5686B73C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50289-446F-2462-2C9B-16D502D2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6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397A-D511-B95E-91EC-365415D3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F6A85-F831-88D0-A0E8-AD9BFA91E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9E8E-AF4E-EDC2-1C67-174BD45C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C1284-BDFC-C947-41C0-B1A1FECD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2FA3-EC17-30A9-2B1E-AF585CF3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2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69E4-0714-C8A9-B3FA-ADD1DE2F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DFBE-F869-E131-4E6A-3D37B8058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8731F-30D5-C589-2394-1AFB2BC43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50E5E-B9EC-036A-982D-0D7FE73A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296FF-0C37-6B0E-0A9F-7D2E880B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D8B0B-7AA1-AA42-B5F0-5F1BC714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3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0FAB-BE6A-DC6A-E354-2C55F6E8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803E6-3298-DC05-8506-F090E12C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2DC4A-4423-8129-869A-FB34487BD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57B9F-5EE3-23E9-7AB4-38883A11B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38B16-56BF-8092-9C5E-576663F2A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351E7-2BAC-02FF-67BA-8707D1CD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58E8E-0747-A7A8-9A34-7E93B7F7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903E3-7C02-7CC3-8580-65D00CE8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7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7621-6B5E-2AFA-0A92-6CCB32B9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CAF70-4971-2B79-0734-4AFF787B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B93BE-B674-8BED-BA08-36C50075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D728D-173C-C1B2-5196-19DAA60E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1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13247-9F83-5A15-F2AB-47630345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6FBA4-8444-9B24-309A-5AD6DDC2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42003-DA9D-0EDE-C1AA-7D504F79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0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7759-B472-0ABB-3A08-2AB65DD8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6687-93DA-CE5B-67D8-4FBE50E3D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1E638-335B-FAC1-4C1F-617606863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9D5A1-0031-F249-D7DF-A4FE9E2A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2540C-1D31-FC4A-4FE1-2B8493420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9201E-66E8-6A13-C57E-9C22C6D5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2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8AC9-01E0-CBB6-4154-4C92C21B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57FF1-7D60-27BA-35B8-34AF1D4FE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BFB5B-F18C-C63F-E598-D3957E6B4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1CF67-7367-2578-77B5-5F450E65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4998F-1229-E114-2537-74CDF144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30EAB-03DD-7CBD-F3C5-486909A3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9951-DCCF-0029-1B3A-99D98460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E4F80-26DB-5259-70FF-DE22F3376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5864-C102-AC0C-C2BB-B93AE966E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22D2A-618A-51A5-815D-1F6E1865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F26A-7B55-5669-BA28-F0F07564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5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F8870-0F85-B5A9-3365-692BA65FE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1FF48-A8EC-763A-7133-19A00CF25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1F3A4-DBF8-9E04-B648-6CB19288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9593-4893-2585-2C9E-A7EBCE01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BF154-6178-89A1-165D-4CA63351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7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9C72B-B345-F71E-E2B2-426EC25F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B1804-9651-83E9-846D-C2ED76CCE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4A168-5E3A-E079-0835-945D2AC68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29534-211B-4B18-93B2-AC1A7A7FD9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2FF4-9771-7546-92A3-3AE751670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D5D32-4EC8-A121-4FEA-842D8BDE1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2D2C1-A36E-4305-A67C-36547652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06289EB-4DCE-F4D6-C75C-CB79CB4E8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23683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78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2026-09-06T08:15:12Z</dcterms:created>
  <dcterms:modified xsi:type="dcterms:W3CDTF">2026-09-06T08:15:14Z</dcterms:modified>
</cp:coreProperties>
</file>