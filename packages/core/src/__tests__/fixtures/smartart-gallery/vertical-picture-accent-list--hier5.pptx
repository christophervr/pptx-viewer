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6941EC-2F62-4AE8-A963-24636ADE804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A4897E3B-10A3-447B-AEF1-2DC1B3259282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BE8969F7-E76B-48A0-A8D9-33D63FE2D5A0}" type="parTrans" cxnId="{4B8D3C81-D5E3-450D-A7A4-B463511F423E}">
      <dgm:prSet/>
      <dgm:spPr/>
    </dgm:pt>
    <dgm:pt modelId="{7505DCBB-51B0-43BF-A314-ECD07B5671E8}" type="sibTrans" cxnId="{4B8D3C81-D5E3-450D-A7A4-B463511F423E}">
      <dgm:prSet/>
      <dgm:spPr/>
    </dgm:pt>
    <dgm:pt modelId="{89F1C73F-67FB-4DB3-B674-1C1F0727CDB6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702B2559-2578-4FCE-B9BD-40AFBE31D5F7}" type="parTrans" cxnId="{8E618099-DC04-4230-8444-E953B4DB4AA3}">
      <dgm:prSet/>
      <dgm:spPr/>
    </dgm:pt>
    <dgm:pt modelId="{00A8CBAB-C20A-4A35-A91F-97354E429C70}" type="sibTrans" cxnId="{8E618099-DC04-4230-8444-E953B4DB4AA3}">
      <dgm:prSet/>
      <dgm:spPr/>
    </dgm:pt>
    <dgm:pt modelId="{F651B3C7-7E49-4A1C-8F62-ADEDA0F01FE7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AF80BD60-8ACB-40E5-9EAD-187A02EC2BC0}" type="parTrans" cxnId="{13ED99F0-9653-4C28-80BA-B0780EB1682B}">
      <dgm:prSet/>
      <dgm:spPr/>
    </dgm:pt>
    <dgm:pt modelId="{DB6D438D-5FAA-4024-8C15-967FA574E358}" type="sibTrans" cxnId="{13ED99F0-9653-4C28-80BA-B0780EB1682B}">
      <dgm:prSet/>
      <dgm:spPr/>
    </dgm:pt>
    <dgm:pt modelId="{69C6E0B7-E0E1-4538-82B8-983AC59889E7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C1508C3C-278D-4808-8E45-2A2967EBC850}" type="parTrans" cxnId="{BBA22A29-060C-4EC7-B3B2-1A2A85FA57D6}">
      <dgm:prSet/>
      <dgm:spPr/>
    </dgm:pt>
    <dgm:pt modelId="{967451A3-97F5-4B65-96E2-41A5A46D0EE0}" type="sibTrans" cxnId="{BBA22A29-060C-4EC7-B3B2-1A2A85FA57D6}">
      <dgm:prSet/>
      <dgm:spPr/>
    </dgm:pt>
    <dgm:pt modelId="{E7D796FB-099B-425F-84C3-8E280EE223D9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8ED4C8E6-CB76-4A20-B5BD-84373F215658}" type="parTrans" cxnId="{292FE000-C3FC-40C5-9C9C-A47B02A313DF}">
      <dgm:prSet/>
      <dgm:spPr/>
    </dgm:pt>
    <dgm:pt modelId="{5CC05EC4-FABC-4657-A520-126ABD840043}" type="sibTrans" cxnId="{292FE000-C3FC-40C5-9C9C-A47B02A313DF}">
      <dgm:prSet/>
      <dgm:spPr/>
    </dgm:pt>
    <dgm:pt modelId="{B31F3F85-4D4E-4FDD-9457-11BDCBBF0BE5}" type="pres">
      <dgm:prSet presAssocID="{F16941EC-2F62-4AE8-A963-24636ADE8044}" presName="linearFlow" presStyleCnt="0">
        <dgm:presLayoutVars>
          <dgm:dir/>
          <dgm:resizeHandles val="exact"/>
        </dgm:presLayoutVars>
      </dgm:prSet>
      <dgm:spPr/>
    </dgm:pt>
    <dgm:pt modelId="{B1C7566E-4E2A-4D1E-9EAF-11EFD444DD20}" type="pres">
      <dgm:prSet presAssocID="{A4897E3B-10A3-447B-AEF1-2DC1B3259282}" presName="composite" presStyleCnt="0"/>
      <dgm:spPr/>
    </dgm:pt>
    <dgm:pt modelId="{D1BA0B09-A5EF-43C9-98A6-B2A18E0E4758}" type="pres">
      <dgm:prSet presAssocID="{A4897E3B-10A3-447B-AEF1-2DC1B3259282}" presName="imgShp" presStyleLbl="fgImgPlace1" presStyleIdx="0" presStyleCnt="3"/>
      <dgm:spPr/>
    </dgm:pt>
    <dgm:pt modelId="{0AF46883-F487-4756-8902-F4E8C57DDAF2}" type="pres">
      <dgm:prSet presAssocID="{A4897E3B-10A3-447B-AEF1-2DC1B3259282}" presName="txShp" presStyleLbl="node1" presStyleIdx="0" presStyleCnt="3">
        <dgm:presLayoutVars>
          <dgm:bulletEnabled val="1"/>
        </dgm:presLayoutVars>
      </dgm:prSet>
      <dgm:spPr/>
    </dgm:pt>
    <dgm:pt modelId="{5BF87777-123D-4EB7-84C9-A1F767A140F3}" type="pres">
      <dgm:prSet presAssocID="{7505DCBB-51B0-43BF-A314-ECD07B5671E8}" presName="spacing" presStyleCnt="0"/>
      <dgm:spPr/>
    </dgm:pt>
    <dgm:pt modelId="{E72DDBFC-8060-4DC1-83FE-E14E5133639C}" type="pres">
      <dgm:prSet presAssocID="{F651B3C7-7E49-4A1C-8F62-ADEDA0F01FE7}" presName="composite" presStyleCnt="0"/>
      <dgm:spPr/>
    </dgm:pt>
    <dgm:pt modelId="{C21A3313-1604-4788-B253-19C397CE56A4}" type="pres">
      <dgm:prSet presAssocID="{F651B3C7-7E49-4A1C-8F62-ADEDA0F01FE7}" presName="imgShp" presStyleLbl="fgImgPlace1" presStyleIdx="1" presStyleCnt="3"/>
      <dgm:spPr/>
    </dgm:pt>
    <dgm:pt modelId="{A8663819-2708-43E8-8627-D3B535B2908C}" type="pres">
      <dgm:prSet presAssocID="{F651B3C7-7E49-4A1C-8F62-ADEDA0F01FE7}" presName="txShp" presStyleLbl="node1" presStyleIdx="1" presStyleCnt="3">
        <dgm:presLayoutVars>
          <dgm:bulletEnabled val="1"/>
        </dgm:presLayoutVars>
      </dgm:prSet>
      <dgm:spPr/>
    </dgm:pt>
    <dgm:pt modelId="{2D3AB7D6-A4CC-44F5-9C3F-BEE74C40D605}" type="pres">
      <dgm:prSet presAssocID="{DB6D438D-5FAA-4024-8C15-967FA574E358}" presName="spacing" presStyleCnt="0"/>
      <dgm:spPr/>
    </dgm:pt>
    <dgm:pt modelId="{33161B40-6471-4AAE-A76B-5AAE86A93677}" type="pres">
      <dgm:prSet presAssocID="{69C6E0B7-E0E1-4538-82B8-983AC59889E7}" presName="composite" presStyleCnt="0"/>
      <dgm:spPr/>
    </dgm:pt>
    <dgm:pt modelId="{7BA59707-3F6F-4E26-8ED8-601AD1CEDAA9}" type="pres">
      <dgm:prSet presAssocID="{69C6E0B7-E0E1-4538-82B8-983AC59889E7}" presName="imgShp" presStyleLbl="fgImgPlace1" presStyleIdx="2" presStyleCnt="3"/>
      <dgm:spPr/>
    </dgm:pt>
    <dgm:pt modelId="{2D30E2B8-20D5-4370-A139-14FA7813AA01}" type="pres">
      <dgm:prSet presAssocID="{69C6E0B7-E0E1-4538-82B8-983AC59889E7}" presName="txShp" presStyleLbl="node1" presStyleIdx="2" presStyleCnt="3">
        <dgm:presLayoutVars>
          <dgm:bulletEnabled val="1"/>
        </dgm:presLayoutVars>
      </dgm:prSet>
      <dgm:spPr/>
    </dgm:pt>
  </dgm:ptLst>
  <dgm:cxnLst>
    <dgm:cxn modelId="{292FE000-C3FC-40C5-9C9C-A47B02A313DF}" srcId="{69C6E0B7-E0E1-4538-82B8-983AC59889E7}" destId="{E7D796FB-099B-425F-84C3-8E280EE223D9}" srcOrd="0" destOrd="0" parTransId="{8ED4C8E6-CB76-4A20-B5BD-84373F215658}" sibTransId="{5CC05EC4-FABC-4657-A520-126ABD840043}"/>
    <dgm:cxn modelId="{7CD4CC0B-11C4-4D20-B68E-92DFCB9F4BFC}" type="presOf" srcId="{69C6E0B7-E0E1-4538-82B8-983AC59889E7}" destId="{2D30E2B8-20D5-4370-A139-14FA7813AA01}" srcOrd="0" destOrd="0" presId="urn:microsoft.com/office/officeart/2005/8/layout/vList3"/>
    <dgm:cxn modelId="{3605DB1A-41DF-4425-8121-C6053016248D}" type="presOf" srcId="{F651B3C7-7E49-4A1C-8F62-ADEDA0F01FE7}" destId="{A8663819-2708-43E8-8627-D3B535B2908C}" srcOrd="0" destOrd="0" presId="urn:microsoft.com/office/officeart/2005/8/layout/vList3"/>
    <dgm:cxn modelId="{BBA22A29-060C-4EC7-B3B2-1A2A85FA57D6}" srcId="{F16941EC-2F62-4AE8-A963-24636ADE8044}" destId="{69C6E0B7-E0E1-4538-82B8-983AC59889E7}" srcOrd="2" destOrd="0" parTransId="{C1508C3C-278D-4808-8E45-2A2967EBC850}" sibTransId="{967451A3-97F5-4B65-96E2-41A5A46D0EE0}"/>
    <dgm:cxn modelId="{0635136E-4DE2-495D-BED5-05555C1B3A51}" type="presOf" srcId="{A4897E3B-10A3-447B-AEF1-2DC1B3259282}" destId="{0AF46883-F487-4756-8902-F4E8C57DDAF2}" srcOrd="0" destOrd="0" presId="urn:microsoft.com/office/officeart/2005/8/layout/vList3"/>
    <dgm:cxn modelId="{052CFC7F-8908-4E5B-A992-79EC7BD098B0}" type="presOf" srcId="{F16941EC-2F62-4AE8-A963-24636ADE8044}" destId="{B31F3F85-4D4E-4FDD-9457-11BDCBBF0BE5}" srcOrd="0" destOrd="0" presId="urn:microsoft.com/office/officeart/2005/8/layout/vList3"/>
    <dgm:cxn modelId="{4B8D3C81-D5E3-450D-A7A4-B463511F423E}" srcId="{F16941EC-2F62-4AE8-A963-24636ADE8044}" destId="{A4897E3B-10A3-447B-AEF1-2DC1B3259282}" srcOrd="0" destOrd="0" parTransId="{BE8969F7-E76B-48A0-A8D9-33D63FE2D5A0}" sibTransId="{7505DCBB-51B0-43BF-A314-ECD07B5671E8}"/>
    <dgm:cxn modelId="{8E618099-DC04-4230-8444-E953B4DB4AA3}" srcId="{A4897E3B-10A3-447B-AEF1-2DC1B3259282}" destId="{89F1C73F-67FB-4DB3-B674-1C1F0727CDB6}" srcOrd="0" destOrd="0" parTransId="{702B2559-2578-4FCE-B9BD-40AFBE31D5F7}" sibTransId="{00A8CBAB-C20A-4A35-A91F-97354E429C70}"/>
    <dgm:cxn modelId="{2BD8A1AC-863E-42F1-B3BB-501E0F0CD71B}" type="presOf" srcId="{E7D796FB-099B-425F-84C3-8E280EE223D9}" destId="{2D30E2B8-20D5-4370-A139-14FA7813AA01}" srcOrd="0" destOrd="1" presId="urn:microsoft.com/office/officeart/2005/8/layout/vList3"/>
    <dgm:cxn modelId="{B846F1AE-9D40-4822-B19E-4ED424CFC7DE}" type="presOf" srcId="{89F1C73F-67FB-4DB3-B674-1C1F0727CDB6}" destId="{0AF46883-F487-4756-8902-F4E8C57DDAF2}" srcOrd="0" destOrd="1" presId="urn:microsoft.com/office/officeart/2005/8/layout/vList3"/>
    <dgm:cxn modelId="{13ED99F0-9653-4C28-80BA-B0780EB1682B}" srcId="{F16941EC-2F62-4AE8-A963-24636ADE8044}" destId="{F651B3C7-7E49-4A1C-8F62-ADEDA0F01FE7}" srcOrd="1" destOrd="0" parTransId="{AF80BD60-8ACB-40E5-9EAD-187A02EC2BC0}" sibTransId="{DB6D438D-5FAA-4024-8C15-967FA574E358}"/>
    <dgm:cxn modelId="{234FDB85-48A2-4CB3-A898-5AEFAA19910A}" type="presParOf" srcId="{B31F3F85-4D4E-4FDD-9457-11BDCBBF0BE5}" destId="{B1C7566E-4E2A-4D1E-9EAF-11EFD444DD20}" srcOrd="0" destOrd="0" presId="urn:microsoft.com/office/officeart/2005/8/layout/vList3"/>
    <dgm:cxn modelId="{36BA9A56-4FB2-408E-B9C7-79C91F73A036}" type="presParOf" srcId="{B1C7566E-4E2A-4D1E-9EAF-11EFD444DD20}" destId="{D1BA0B09-A5EF-43C9-98A6-B2A18E0E4758}" srcOrd="0" destOrd="0" presId="urn:microsoft.com/office/officeart/2005/8/layout/vList3"/>
    <dgm:cxn modelId="{6637DD26-8544-4F22-ADBC-A60D1654F55F}" type="presParOf" srcId="{B1C7566E-4E2A-4D1E-9EAF-11EFD444DD20}" destId="{0AF46883-F487-4756-8902-F4E8C57DDAF2}" srcOrd="1" destOrd="0" presId="urn:microsoft.com/office/officeart/2005/8/layout/vList3"/>
    <dgm:cxn modelId="{FA7D737A-5A7D-4C1B-97A1-C8EF34D222B9}" type="presParOf" srcId="{B31F3F85-4D4E-4FDD-9457-11BDCBBF0BE5}" destId="{5BF87777-123D-4EB7-84C9-A1F767A140F3}" srcOrd="1" destOrd="0" presId="urn:microsoft.com/office/officeart/2005/8/layout/vList3"/>
    <dgm:cxn modelId="{444D0D7B-359E-4862-B839-24E5FD8E542F}" type="presParOf" srcId="{B31F3F85-4D4E-4FDD-9457-11BDCBBF0BE5}" destId="{E72DDBFC-8060-4DC1-83FE-E14E5133639C}" srcOrd="2" destOrd="0" presId="urn:microsoft.com/office/officeart/2005/8/layout/vList3"/>
    <dgm:cxn modelId="{8AC1CD40-4FDD-40E1-ACE9-2C4C461C2C77}" type="presParOf" srcId="{E72DDBFC-8060-4DC1-83FE-E14E5133639C}" destId="{C21A3313-1604-4788-B253-19C397CE56A4}" srcOrd="0" destOrd="0" presId="urn:microsoft.com/office/officeart/2005/8/layout/vList3"/>
    <dgm:cxn modelId="{B89A8100-E07A-4F64-A1F5-D0E9E2BF79D1}" type="presParOf" srcId="{E72DDBFC-8060-4DC1-83FE-E14E5133639C}" destId="{A8663819-2708-43E8-8627-D3B535B2908C}" srcOrd="1" destOrd="0" presId="urn:microsoft.com/office/officeart/2005/8/layout/vList3"/>
    <dgm:cxn modelId="{6FC0156C-E5EA-4971-857F-4EC7066CF112}" type="presParOf" srcId="{B31F3F85-4D4E-4FDD-9457-11BDCBBF0BE5}" destId="{2D3AB7D6-A4CC-44F5-9C3F-BEE74C40D605}" srcOrd="3" destOrd="0" presId="urn:microsoft.com/office/officeart/2005/8/layout/vList3"/>
    <dgm:cxn modelId="{4F7D7AF9-BBC6-4D66-B2F5-DD69ECF862B1}" type="presParOf" srcId="{B31F3F85-4D4E-4FDD-9457-11BDCBBF0BE5}" destId="{33161B40-6471-4AAE-A76B-5AAE86A93677}" srcOrd="4" destOrd="0" presId="urn:microsoft.com/office/officeart/2005/8/layout/vList3"/>
    <dgm:cxn modelId="{55AAFECF-9122-4E12-8013-C7090180E31A}" type="presParOf" srcId="{33161B40-6471-4AAE-A76B-5AAE86A93677}" destId="{7BA59707-3F6F-4E26-8ED8-601AD1CEDAA9}" srcOrd="0" destOrd="0" presId="urn:microsoft.com/office/officeart/2005/8/layout/vList3"/>
    <dgm:cxn modelId="{E33358E1-CC62-4350-B028-479D4B743DF4}" type="presParOf" srcId="{33161B40-6471-4AAE-A76B-5AAE86A93677}" destId="{2D30E2B8-20D5-4370-A139-14FA7813AA0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F46883-F487-4756-8902-F4E8C57DDAF2}">
      <dsp:nvSpPr>
        <dsp:cNvPr id="0" name=""/>
        <dsp:cNvSpPr/>
      </dsp:nvSpPr>
      <dsp:spPr>
        <a:xfrm rot="10800000">
          <a:off x="1735142" y="4610"/>
          <a:ext cx="5489575" cy="140971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1647" tIns="125730" rIns="234696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One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Node Two has a longer label</a:t>
          </a:r>
        </a:p>
      </dsp:txBody>
      <dsp:txXfrm rot="10800000">
        <a:off x="2087571" y="4610"/>
        <a:ext cx="5137146" cy="1409718"/>
      </dsp:txXfrm>
    </dsp:sp>
    <dsp:sp modelId="{D1BA0B09-A5EF-43C9-98A6-B2A18E0E4758}">
      <dsp:nvSpPr>
        <dsp:cNvPr id="0" name=""/>
        <dsp:cNvSpPr/>
      </dsp:nvSpPr>
      <dsp:spPr>
        <a:xfrm>
          <a:off x="1030282" y="4610"/>
          <a:ext cx="1409718" cy="140971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663819-2708-43E8-8627-D3B535B2908C}">
      <dsp:nvSpPr>
        <dsp:cNvPr id="0" name=""/>
        <dsp:cNvSpPr/>
      </dsp:nvSpPr>
      <dsp:spPr>
        <a:xfrm rot="10800000">
          <a:off x="1735142" y="1835140"/>
          <a:ext cx="5489575" cy="140971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1647" tIns="125730" rIns="234696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Three</a:t>
          </a:r>
        </a:p>
      </dsp:txBody>
      <dsp:txXfrm rot="10800000">
        <a:off x="2087571" y="1835140"/>
        <a:ext cx="5137146" cy="1409718"/>
      </dsp:txXfrm>
    </dsp:sp>
    <dsp:sp modelId="{C21A3313-1604-4788-B253-19C397CE56A4}">
      <dsp:nvSpPr>
        <dsp:cNvPr id="0" name=""/>
        <dsp:cNvSpPr/>
      </dsp:nvSpPr>
      <dsp:spPr>
        <a:xfrm>
          <a:off x="1030282" y="1835140"/>
          <a:ext cx="1409718" cy="140971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30E2B8-20D5-4370-A139-14FA7813AA01}">
      <dsp:nvSpPr>
        <dsp:cNvPr id="0" name=""/>
        <dsp:cNvSpPr/>
      </dsp:nvSpPr>
      <dsp:spPr>
        <a:xfrm rot="10800000">
          <a:off x="1735142" y="3665670"/>
          <a:ext cx="5489575" cy="140971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1647" tIns="125730" rIns="234696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Four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Node Five</a:t>
          </a:r>
        </a:p>
      </dsp:txBody>
      <dsp:txXfrm rot="10800000">
        <a:off x="2087571" y="3665670"/>
        <a:ext cx="5137146" cy="1409718"/>
      </dsp:txXfrm>
    </dsp:sp>
    <dsp:sp modelId="{7BA59707-3F6F-4E26-8ED8-601AD1CEDAA9}">
      <dsp:nvSpPr>
        <dsp:cNvPr id="0" name=""/>
        <dsp:cNvSpPr/>
      </dsp:nvSpPr>
      <dsp:spPr>
        <a:xfrm>
          <a:off x="1030282" y="3665670"/>
          <a:ext cx="1409718" cy="140971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20959-8452-4E7E-474C-BF9388BCC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4EFFB5-318D-263A-02E9-575B5A181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692E0-74EA-9F2C-5531-072B4E50C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9D91D-B8FC-45F4-B352-51E58D68E6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ED5AD-2DB0-111A-30E3-A20C5EAAE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E8C63-EB03-4853-2E43-BA4FF4E45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2799-BAAD-4679-84BD-DB6333355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2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C0BE9-E8E4-3590-3323-2C887DF3A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29554-2FC2-7AEF-BAD4-B7BF1FEB3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A360C-B378-5511-F87C-D43D7971A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9D91D-B8FC-45F4-B352-51E58D68E6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CEB95-C1EE-9972-8822-06512D63C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ADD04-4F1D-1DB1-4096-8DC246A45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2799-BAAD-4679-84BD-DB6333355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49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4452E-EBC3-74ED-D9E9-16A2B0C6A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FF505-FD0D-F4E1-7D27-B9CD1DFB7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485F5-D589-8819-15A9-2AC0DDCC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9D91D-B8FC-45F4-B352-51E58D68E6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5F57C-4275-C4DC-409C-F0E0BA79B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041A2-36AC-CBD9-B093-15459A6C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2799-BAAD-4679-84BD-DB6333355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83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23E74-617D-D4B6-CED2-EEFA19D29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41B7F-1E60-A4F7-A0D9-E6296A1805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B96419-49A6-4CDB-DE69-F9B90A1CB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3CBCC-28DA-1061-8A0A-D33556BF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9D91D-B8FC-45F4-B352-51E58D68E6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2A568-B32A-9E0D-8864-0CB16B728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32A4E-2754-E20C-F778-CDE62FB02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2799-BAAD-4679-84BD-DB6333355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37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638B3-0D99-45C3-E21D-C7D67D1E4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36EF0-542E-B715-2E5A-A28735543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42583-EDBD-9049-DEC5-3C741F0E7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3C25C8-C423-782A-9D29-459E1C96C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48796E-1C3C-DEEF-7383-6225B8027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3D3748-EBCE-CDA3-80DD-B83696BF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9D91D-B8FC-45F4-B352-51E58D68E6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B6903B-DB70-6E4C-9F3C-6DDB8C51A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370B1E-58DD-FE0D-C543-51C39516E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2799-BAAD-4679-84BD-DB6333355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91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6028B-416C-D00A-8EA6-9D55B408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785291-6BC4-2A1E-1999-4E032D434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9D91D-B8FC-45F4-B352-51E58D68E6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A72C43-F188-AFDD-F3B5-5DA9C4248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D36F05-7402-E4C4-59B0-C02064D83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2799-BAAD-4679-84BD-DB6333355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29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F2750A-3F7A-25AB-25E4-EF14D2B76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9D91D-B8FC-45F4-B352-51E58D68E6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3F5005-D551-F956-DF07-20041BD39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76DEC-D716-D7BE-835D-E5618378C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2799-BAAD-4679-84BD-DB6333355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65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9ACC0-0A36-9402-9FAA-63F9A02AC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2B880-86F0-3B4A-630E-20695C2B4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C88CE-5DE1-7FF1-3ADC-E7D422DF5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99754-DD0C-E6DC-0C4D-AC773309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9D91D-B8FC-45F4-B352-51E58D68E6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8341E-07EB-A0CE-CF65-9B111FAA3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8BD6E-F215-EBB8-78AE-633173964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2799-BAAD-4679-84BD-DB6333355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99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D40C7-CFE6-3298-E6A9-E77E4E438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9CF26D-307F-382C-84C4-BB46BAE342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8DD14-C571-8DC8-8C5C-F17919D48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861A7-14C7-682D-7AC9-4211CE367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9D91D-B8FC-45F4-B352-51E58D68E6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1E971-EDA6-3712-608C-6479B6EC7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899CB-1810-895E-739A-FDDD278CD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2799-BAAD-4679-84BD-DB6333355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30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613B7-3CCE-B9A3-1E51-E32CC564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5E75E9-2682-216F-2B38-D5844C652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1BC94-4E49-4549-FE45-3FC0303CC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9D91D-B8FC-45F4-B352-51E58D68E6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E75C8-4491-B509-7ED0-C9D332E16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69592-7600-1E73-E3B5-DF46AD38D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2799-BAAD-4679-84BD-DB6333355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52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C287E-6481-6F94-180D-706CF89EFD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43417-D4D7-69CA-7EDB-4C7309129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70F90-7479-39F4-ADF0-5FB88986A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9D91D-B8FC-45F4-B352-51E58D68E6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94C6E-60E2-2AFD-D6FB-928548E2E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5A3F2-FFA7-A09C-887C-7CCDDC3A7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E2799-BAAD-4679-84BD-DB6333355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85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21ED30-999C-9757-DFDB-180F3BCBA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5B379-57FB-3C2C-3AF6-5E8752B89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6A62C-7561-733C-E74D-6E14798C1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B9D91D-B8FC-45F4-B352-51E58D68E62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1A261-08CF-FCB2-FC71-10F5210197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C265B-8334-EC17-6E3B-46DE7E5E0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E2799-BAAD-4679-84BD-DB63333555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87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DA50CB7-F87E-633A-5012-DBD649A35C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504811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7037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2026-09-06T08:12:58Z</dcterms:created>
  <dcterms:modified xsi:type="dcterms:W3CDTF">2026-09-06T08:12:58Z</dcterms:modified>
</cp:coreProperties>
</file>