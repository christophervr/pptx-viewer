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630A5C-B0BA-4C7B-B4B5-35F102CAC1B1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E9CED7-6945-4BBE-A500-74B8C5F5828D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358A6D5-E7CE-49F4-99B5-B052CD732801}" type="parTrans" cxnId="{96E12422-0B79-48D3-B914-1F3F8F10024C}">
      <dgm:prSet/>
      <dgm:spPr/>
    </dgm:pt>
    <dgm:pt modelId="{3AD09FC9-63CF-45AF-A61E-6C05CF81141A}" type="sibTrans" cxnId="{96E12422-0B79-48D3-B914-1F3F8F10024C}">
      <dgm:prSet/>
      <dgm:spPr/>
    </dgm:pt>
    <dgm:pt modelId="{D1951349-ED8F-4C3F-9EC2-4588731C82F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452C883-4F9C-4CA3-ABBE-C908800AF41D}" type="parTrans" cxnId="{68D87BF0-05FF-46EC-9DBC-C22628C16F80}">
      <dgm:prSet/>
      <dgm:spPr/>
    </dgm:pt>
    <dgm:pt modelId="{F98D5687-1A2C-47B9-B708-559074DE854E}" type="sibTrans" cxnId="{68D87BF0-05FF-46EC-9DBC-C22628C16F80}">
      <dgm:prSet/>
      <dgm:spPr/>
    </dgm:pt>
    <dgm:pt modelId="{FCC7F0B2-2ADB-4D9F-812C-013DF76D9F1F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B82A36A-39DA-425E-B428-4FF602C5D738}" type="parTrans" cxnId="{D59A72BD-1934-4D38-AADE-20BD1D2EAA23}">
      <dgm:prSet/>
      <dgm:spPr/>
    </dgm:pt>
    <dgm:pt modelId="{1415B630-4980-478D-BF38-4C1550900182}" type="sibTrans" cxnId="{D59A72BD-1934-4D38-AADE-20BD1D2EAA23}">
      <dgm:prSet/>
      <dgm:spPr/>
    </dgm:pt>
    <dgm:pt modelId="{EE534C2D-06E7-47B8-B2FB-197FA71574D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77DD2E8-F8F2-4B38-8B62-EFFE0DD5F232}" type="parTrans" cxnId="{480D0D50-8BA7-4C14-A605-4B5E46D51B0C}">
      <dgm:prSet/>
      <dgm:spPr/>
    </dgm:pt>
    <dgm:pt modelId="{6AC6099F-21B1-4ECF-A5B3-DC7C35E8FA03}" type="sibTrans" cxnId="{480D0D50-8BA7-4C14-A605-4B5E46D51B0C}">
      <dgm:prSet/>
      <dgm:spPr/>
    </dgm:pt>
    <dgm:pt modelId="{DB440878-06C1-44BA-9162-0800B866662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2F0BC69-37D2-4875-8F5C-4E815868B68E}" type="parTrans" cxnId="{FB652631-0DC0-4F50-8EC6-D101135CF8E5}">
      <dgm:prSet/>
      <dgm:spPr/>
    </dgm:pt>
    <dgm:pt modelId="{2E925126-6804-4739-9919-8D93F9E6F24D}" type="sibTrans" cxnId="{FB652631-0DC0-4F50-8EC6-D101135CF8E5}">
      <dgm:prSet/>
      <dgm:spPr/>
    </dgm:pt>
    <dgm:pt modelId="{A31D2E9B-AB6F-4F77-BEC1-146640D8DC43}" type="pres">
      <dgm:prSet presAssocID="{DC630A5C-B0BA-4C7B-B4B5-35F102CAC1B1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39A1719D-C494-4AB2-9574-3785E5F1CAC7}" type="pres">
      <dgm:prSet presAssocID="{DC630A5C-B0BA-4C7B-B4B5-35F102CAC1B1}" presName="outerBox" presStyleCnt="0"/>
      <dgm:spPr/>
    </dgm:pt>
    <dgm:pt modelId="{0D43B9DD-FC42-4629-8C16-955623EE62FC}" type="pres">
      <dgm:prSet presAssocID="{DC630A5C-B0BA-4C7B-B4B5-35F102CAC1B1}" presName="outerBoxParent" presStyleLbl="node1" presStyleIdx="0" presStyleCnt="1"/>
      <dgm:spPr/>
    </dgm:pt>
    <dgm:pt modelId="{70553B8A-6771-47C9-98A0-079D34FCBA65}" type="pres">
      <dgm:prSet presAssocID="{DC630A5C-B0BA-4C7B-B4B5-35F102CAC1B1}" presName="outerBoxChildren" presStyleCnt="0"/>
      <dgm:spPr/>
    </dgm:pt>
    <dgm:pt modelId="{02835957-7684-4DBC-AB48-171FC2A8E0CB}" type="pres">
      <dgm:prSet presAssocID="{D1951349-ED8F-4C3F-9EC2-4588731C82F4}" presName="oChild" presStyleLbl="fgAcc1" presStyleIdx="0" presStyleCnt="3">
        <dgm:presLayoutVars>
          <dgm:bulletEnabled val="1"/>
        </dgm:presLayoutVars>
      </dgm:prSet>
      <dgm:spPr/>
    </dgm:pt>
    <dgm:pt modelId="{C9BC4E80-21B0-482B-9651-69D198853F12}" type="pres">
      <dgm:prSet presAssocID="{F98D5687-1A2C-47B9-B708-559074DE854E}" presName="outerSibTrans" presStyleCnt="0"/>
      <dgm:spPr/>
    </dgm:pt>
    <dgm:pt modelId="{9F2CE0E3-CD19-4CF3-A9FB-FE3BE61EF2EA}" type="pres">
      <dgm:prSet presAssocID="{FCC7F0B2-2ADB-4D9F-812C-013DF76D9F1F}" presName="oChild" presStyleLbl="fgAcc1" presStyleIdx="1" presStyleCnt="3">
        <dgm:presLayoutVars>
          <dgm:bulletEnabled val="1"/>
        </dgm:presLayoutVars>
      </dgm:prSet>
      <dgm:spPr/>
    </dgm:pt>
    <dgm:pt modelId="{C8692B5D-7316-445F-B6B8-3BD9A926F33D}" type="pres">
      <dgm:prSet presAssocID="{1415B630-4980-478D-BF38-4C1550900182}" presName="outerSibTrans" presStyleCnt="0"/>
      <dgm:spPr/>
    </dgm:pt>
    <dgm:pt modelId="{70E310D2-4A84-4E5F-99E7-6160C8F44761}" type="pres">
      <dgm:prSet presAssocID="{EE534C2D-06E7-47B8-B2FB-197FA71574D7}" presName="oChild" presStyleLbl="fgAcc1" presStyleIdx="2" presStyleCnt="3">
        <dgm:presLayoutVars>
          <dgm:bulletEnabled val="1"/>
        </dgm:presLayoutVars>
      </dgm:prSet>
      <dgm:spPr/>
    </dgm:pt>
  </dgm:ptLst>
  <dgm:cxnLst>
    <dgm:cxn modelId="{8559651A-66B0-4354-82E1-476E90CD0657}" type="presOf" srcId="{DC630A5C-B0BA-4C7B-B4B5-35F102CAC1B1}" destId="{A31D2E9B-AB6F-4F77-BEC1-146640D8DC43}" srcOrd="0" destOrd="0" presId="urn:microsoft.com/office/officeart/2005/8/layout/target2"/>
    <dgm:cxn modelId="{96E12422-0B79-48D3-B914-1F3F8F10024C}" srcId="{DC630A5C-B0BA-4C7B-B4B5-35F102CAC1B1}" destId="{1EE9CED7-6945-4BBE-A500-74B8C5F5828D}" srcOrd="0" destOrd="0" parTransId="{6358A6D5-E7CE-49F4-99B5-B052CD732801}" sibTransId="{3AD09FC9-63CF-45AF-A61E-6C05CF81141A}"/>
    <dgm:cxn modelId="{FB652631-0DC0-4F50-8EC6-D101135CF8E5}" srcId="{EE534C2D-06E7-47B8-B2FB-197FA71574D7}" destId="{DB440878-06C1-44BA-9162-0800B866662C}" srcOrd="0" destOrd="0" parTransId="{62F0BC69-37D2-4875-8F5C-4E815868B68E}" sibTransId="{2E925126-6804-4739-9919-8D93F9E6F24D}"/>
    <dgm:cxn modelId="{241A3B6C-97F2-405B-B578-241C4BC426F0}" type="presOf" srcId="{DB440878-06C1-44BA-9162-0800B866662C}" destId="{70E310D2-4A84-4E5F-99E7-6160C8F44761}" srcOrd="0" destOrd="1" presId="urn:microsoft.com/office/officeart/2005/8/layout/target2"/>
    <dgm:cxn modelId="{FC279B6D-52D9-460B-98E3-277323A0C926}" type="presOf" srcId="{EE534C2D-06E7-47B8-B2FB-197FA71574D7}" destId="{70E310D2-4A84-4E5F-99E7-6160C8F44761}" srcOrd="0" destOrd="0" presId="urn:microsoft.com/office/officeart/2005/8/layout/target2"/>
    <dgm:cxn modelId="{480D0D50-8BA7-4C14-A605-4B5E46D51B0C}" srcId="{1EE9CED7-6945-4BBE-A500-74B8C5F5828D}" destId="{EE534C2D-06E7-47B8-B2FB-197FA71574D7}" srcOrd="2" destOrd="0" parTransId="{477DD2E8-F8F2-4B38-8B62-EFFE0DD5F232}" sibTransId="{6AC6099F-21B1-4ECF-A5B3-DC7C35E8FA03}"/>
    <dgm:cxn modelId="{7F5EBD7B-21AC-4B56-B4C1-BE4066033B7D}" type="presOf" srcId="{FCC7F0B2-2ADB-4D9F-812C-013DF76D9F1F}" destId="{9F2CE0E3-CD19-4CF3-A9FB-FE3BE61EF2EA}" srcOrd="0" destOrd="0" presId="urn:microsoft.com/office/officeart/2005/8/layout/target2"/>
    <dgm:cxn modelId="{D59A72BD-1934-4D38-AADE-20BD1D2EAA23}" srcId="{1EE9CED7-6945-4BBE-A500-74B8C5F5828D}" destId="{FCC7F0B2-2ADB-4D9F-812C-013DF76D9F1F}" srcOrd="1" destOrd="0" parTransId="{3B82A36A-39DA-425E-B428-4FF602C5D738}" sibTransId="{1415B630-4980-478D-BF38-4C1550900182}"/>
    <dgm:cxn modelId="{866A57EC-864B-4BE8-B43C-4C9C7347AF6B}" type="presOf" srcId="{1EE9CED7-6945-4BBE-A500-74B8C5F5828D}" destId="{0D43B9DD-FC42-4629-8C16-955623EE62FC}" srcOrd="0" destOrd="0" presId="urn:microsoft.com/office/officeart/2005/8/layout/target2"/>
    <dgm:cxn modelId="{68D87BF0-05FF-46EC-9DBC-C22628C16F80}" srcId="{1EE9CED7-6945-4BBE-A500-74B8C5F5828D}" destId="{D1951349-ED8F-4C3F-9EC2-4588731C82F4}" srcOrd="0" destOrd="0" parTransId="{D452C883-4F9C-4CA3-ABBE-C908800AF41D}" sibTransId="{F98D5687-1A2C-47B9-B708-559074DE854E}"/>
    <dgm:cxn modelId="{A6DD5FFE-D43F-4D13-8EA3-E6570BD257C8}" type="presOf" srcId="{D1951349-ED8F-4C3F-9EC2-4588731C82F4}" destId="{02835957-7684-4DBC-AB48-171FC2A8E0CB}" srcOrd="0" destOrd="0" presId="urn:microsoft.com/office/officeart/2005/8/layout/target2"/>
    <dgm:cxn modelId="{87FF3D5A-A665-439B-BB99-5E94F33B81C0}" type="presParOf" srcId="{A31D2E9B-AB6F-4F77-BEC1-146640D8DC43}" destId="{39A1719D-C494-4AB2-9574-3785E5F1CAC7}" srcOrd="0" destOrd="0" presId="urn:microsoft.com/office/officeart/2005/8/layout/target2"/>
    <dgm:cxn modelId="{65D9ABFF-FB28-465A-A6A0-CEA5067A9A20}" type="presParOf" srcId="{39A1719D-C494-4AB2-9574-3785E5F1CAC7}" destId="{0D43B9DD-FC42-4629-8C16-955623EE62FC}" srcOrd="0" destOrd="0" presId="urn:microsoft.com/office/officeart/2005/8/layout/target2"/>
    <dgm:cxn modelId="{B6E153DB-1278-4BCA-801D-CE594168B832}" type="presParOf" srcId="{39A1719D-C494-4AB2-9574-3785E5F1CAC7}" destId="{70553B8A-6771-47C9-98A0-079D34FCBA65}" srcOrd="1" destOrd="0" presId="urn:microsoft.com/office/officeart/2005/8/layout/target2"/>
    <dgm:cxn modelId="{C57F51C6-B17D-4136-810F-DDCA957706B4}" type="presParOf" srcId="{70553B8A-6771-47C9-98A0-079D34FCBA65}" destId="{02835957-7684-4DBC-AB48-171FC2A8E0CB}" srcOrd="0" destOrd="0" presId="urn:microsoft.com/office/officeart/2005/8/layout/target2"/>
    <dgm:cxn modelId="{C01A2977-B639-4F14-A001-A474BB6CE3C2}" type="presParOf" srcId="{70553B8A-6771-47C9-98A0-079D34FCBA65}" destId="{C9BC4E80-21B0-482B-9651-69D198853F12}" srcOrd="1" destOrd="0" presId="urn:microsoft.com/office/officeart/2005/8/layout/target2"/>
    <dgm:cxn modelId="{F84338DF-7CF4-480A-83C4-89E1C7711B1D}" type="presParOf" srcId="{70553B8A-6771-47C9-98A0-079D34FCBA65}" destId="{9F2CE0E3-CD19-4CF3-A9FB-FE3BE61EF2EA}" srcOrd="2" destOrd="0" presId="urn:microsoft.com/office/officeart/2005/8/layout/target2"/>
    <dgm:cxn modelId="{CC74BA13-7B64-4789-91C3-7EE57BE73C5E}" type="presParOf" srcId="{70553B8A-6771-47C9-98A0-079D34FCBA65}" destId="{C8692B5D-7316-445F-B6B8-3BD9A926F33D}" srcOrd="3" destOrd="0" presId="urn:microsoft.com/office/officeart/2005/8/layout/target2"/>
    <dgm:cxn modelId="{ADA90739-C638-47F1-8926-793B980C6FD1}" type="presParOf" srcId="{70553B8A-6771-47C9-98A0-079D34FCBA65}" destId="{70E310D2-4A84-4E5F-99E7-6160C8F44761}" srcOrd="4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3B9DD-FC42-4629-8C16-955623EE62FC}">
      <dsp:nvSpPr>
        <dsp:cNvPr id="0" name=""/>
        <dsp:cNvSpPr/>
      </dsp:nvSpPr>
      <dsp:spPr>
        <a:xfrm>
          <a:off x="0" y="0"/>
          <a:ext cx="8255000" cy="5080000"/>
        </a:xfrm>
        <a:prstGeom prst="roundRect">
          <a:avLst>
            <a:gd name="adj" fmla="val 8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3136194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Node One</a:t>
          </a:r>
        </a:p>
      </dsp:txBody>
      <dsp:txXfrm>
        <a:off x="126470" y="126470"/>
        <a:ext cx="8002060" cy="4827060"/>
      </dsp:txXfrm>
    </dsp:sp>
    <dsp:sp modelId="{02835957-7684-4DBC-AB48-171FC2A8E0CB}">
      <dsp:nvSpPr>
        <dsp:cNvPr id="0" name=""/>
        <dsp:cNvSpPr/>
      </dsp:nvSpPr>
      <dsp:spPr>
        <a:xfrm>
          <a:off x="206375" y="2286000"/>
          <a:ext cx="2584725" cy="228600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Two has a longer label</a:t>
          </a:r>
        </a:p>
      </dsp:txBody>
      <dsp:txXfrm>
        <a:off x="276677" y="2356302"/>
        <a:ext cx="2444121" cy="2145396"/>
      </dsp:txXfrm>
    </dsp:sp>
    <dsp:sp modelId="{9F2CE0E3-CD19-4CF3-A9FB-FE3BE61EF2EA}">
      <dsp:nvSpPr>
        <dsp:cNvPr id="0" name=""/>
        <dsp:cNvSpPr/>
      </dsp:nvSpPr>
      <dsp:spPr>
        <a:xfrm>
          <a:off x="2831912" y="2286000"/>
          <a:ext cx="2584725" cy="228600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Three</a:t>
          </a:r>
        </a:p>
      </dsp:txBody>
      <dsp:txXfrm>
        <a:off x="2902214" y="2356302"/>
        <a:ext cx="2444121" cy="2145396"/>
      </dsp:txXfrm>
    </dsp:sp>
    <dsp:sp modelId="{70E310D2-4A84-4E5F-99E7-6160C8F44761}">
      <dsp:nvSpPr>
        <dsp:cNvPr id="0" name=""/>
        <dsp:cNvSpPr/>
      </dsp:nvSpPr>
      <dsp:spPr>
        <a:xfrm>
          <a:off x="5457449" y="2286000"/>
          <a:ext cx="2584725" cy="228600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Four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Node Five</a:t>
          </a:r>
        </a:p>
      </dsp:txBody>
      <dsp:txXfrm>
        <a:off x="5527751" y="2356302"/>
        <a:ext cx="2444121" cy="2145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C1BB-DF55-EBB2-825F-117CFD0E4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EAD6BC-D3D9-E8CE-F04C-B51653770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BF6FC-C74F-A95E-60B5-50C1DF73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C0999-3C3F-CAFC-C316-A22E9F7F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A4E48-9912-E1B8-4417-FA742157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5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725A-F9EF-21E5-2F54-ED1BF5EE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73335-D8A6-B061-ED36-6466DCA61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6077-5F93-E4C9-973C-C27DFD7B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796C6-0097-AD44-EE15-CCB4504A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D4FD4-E288-62B1-2B7E-B20448B0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6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DFD8-6ABE-F552-62EA-ACCAE9D4D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5A6D9-7D78-610B-4125-EEF9769E6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183F9-33F2-C005-91CB-4F05FD7A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69A0D-155E-5CBF-4990-5C4282F9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3FA58-90D7-3479-BDC1-16A675A0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0DF5-CCFD-9659-EA14-B8A0766A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1FD2-D111-F065-CE9B-8E6C21C4B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E3423-86E6-21E3-D700-CAF0EE548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0C412-0BC9-D389-17EB-2E2CB1B5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BC368-8DC3-ADEE-8500-79D2CF08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4B659-0CBA-7375-0DAE-8CC0F8D6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5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B033-2B26-5CAE-8511-89DD5480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6F405-B77D-01E4-DCA2-7FAB079F3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5C572-D673-E5DA-E059-2A77B9479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EF4FF5-5688-5EB7-0DE9-E516E5069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7BC84-F113-6A02-B280-E9DD2457D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78A40A-2F70-861C-067C-D706BD17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A2F5-2A15-C579-7628-CC181C1E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9C45B-471E-0CEB-C5E3-8E62E2C8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FDB2-0BB0-D3B0-F601-97954E5D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50A07-3E7E-AAE5-40E3-2215E6B0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66C6A-5EE1-0343-5A4B-7A4851C1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F39DD-2576-7F8A-8BC5-7C1603AE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39416-78C3-CCAC-7B12-042D49B0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587BA-5A58-7702-C285-0B8E40B2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90389-0932-6912-7E59-9A730AEE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6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BAF4-6E26-F5E8-3DAD-4D3DD14C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C8D8-970A-E0A5-6B89-3DC41E8A0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B8467-5F04-1B25-7208-18F56E187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9996D-4AEB-F21A-69A1-ED7B4ED9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CFA1A-4E9B-C6B9-9A55-129896FB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40BF0-09D3-8758-5A65-7425313D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7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3563-0984-2A3F-3797-BF3F5CEF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76159C-3ED5-3AD4-F81B-6DB36530A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8A8A0-CA2E-B305-1242-24B4D9E77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6EAC1-E4ED-A8B8-F133-E6C7B3FA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A3309-BBFB-CC38-F438-D6D8B103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8B043-672E-8F67-2F80-0C0F2BB8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5E69-C466-24E9-B844-77788F9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5E8EC-2B69-D132-EC44-32E97627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D29A-B441-9F21-1551-8252004E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5AD5-3160-BEF0-66F1-0D418638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7E410-819B-1F09-618F-6F40C1F3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5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FF7D7-7EAD-8F2F-4926-A50214B23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22349-7DE8-9323-7339-5F23DF64F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70FA8-DF75-82DB-0619-99F4643D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140EE-2DD6-20C4-4D13-7BC72906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3B2F9-DA31-3814-FA07-BEF9EC4E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8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4DEFD-34ED-8F30-F5B7-B6EC4D651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185E6-F077-90DA-E76D-4FA657884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C2B30-4660-4F0C-1353-811EC4904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C0876-6F21-4E3A-9313-9786035272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4E26E-7AEC-38A6-B7A7-38E165881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C619A-4434-845A-3CB2-64A3B062B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8C32B-E790-4EC1-A8E1-7E098B497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1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D296541-E7F8-B0AC-FFEA-E654E2B493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281946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9922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2026-09-06T08:14:39Z</dcterms:created>
  <dcterms:modified xsi:type="dcterms:W3CDTF">2026-09-06T08:14:39Z</dcterms:modified>
</cp:coreProperties>
</file>