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2E774-05C5-46C8-9714-444A7C76412E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8FAB52-6294-4862-92A8-27AC11D97C8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F33040A-5A35-40D4-80A8-3CFAEC1D0930}" type="parTrans" cxnId="{C67ABA7B-7013-46D2-9C31-6043A8F05FF4}">
      <dgm:prSet/>
      <dgm:spPr/>
    </dgm:pt>
    <dgm:pt modelId="{01A2B8CC-47A6-4541-A750-F7550EF50E2F}" type="sibTrans" cxnId="{C67ABA7B-7013-46D2-9C31-6043A8F05FF4}">
      <dgm:prSet/>
      <dgm:spPr/>
    </dgm:pt>
    <dgm:pt modelId="{AB58A866-FAD4-44A2-8FCE-43D04BE1AA8F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D425724-DF32-4C3F-BC95-031936E16EAE}" type="parTrans" cxnId="{CC06A70F-6966-4DA4-AE0E-299A8F605891}">
      <dgm:prSet/>
      <dgm:spPr/>
    </dgm:pt>
    <dgm:pt modelId="{414A02BC-4FEA-4FA6-A45C-54764FBAAD82}" type="sibTrans" cxnId="{CC06A70F-6966-4DA4-AE0E-299A8F605891}">
      <dgm:prSet/>
      <dgm:spPr/>
    </dgm:pt>
    <dgm:pt modelId="{14966AB8-6FCF-409C-8C0B-BBE908E8A15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A5FFFE3-CE26-4F05-9E20-22C9627FEF5F}" type="parTrans" cxnId="{82CA0B4B-B714-456B-A1AE-72D92760FD08}">
      <dgm:prSet/>
      <dgm:spPr/>
    </dgm:pt>
    <dgm:pt modelId="{7B74F306-95B7-463F-881C-646E6239E397}" type="sibTrans" cxnId="{82CA0B4B-B714-456B-A1AE-72D92760FD08}">
      <dgm:prSet/>
      <dgm:spPr/>
    </dgm:pt>
    <dgm:pt modelId="{EA8AA38D-052F-497A-9A69-90F1BE79DA7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61B1873-5FA5-4A6E-A4CA-7C6D744C2073}" type="parTrans" cxnId="{003408A2-FCE6-4673-AAEA-256476D4FEA8}">
      <dgm:prSet/>
      <dgm:spPr/>
    </dgm:pt>
    <dgm:pt modelId="{6261EAAF-FD0B-4EA8-B92C-C98D1282EF39}" type="sibTrans" cxnId="{003408A2-FCE6-4673-AAEA-256476D4FEA8}">
      <dgm:prSet/>
      <dgm:spPr/>
    </dgm:pt>
    <dgm:pt modelId="{1ADE2B36-0942-4E53-9322-80B55C6999C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EA0C075-20ED-473D-845A-DF370B86EBFC}" type="parTrans" cxnId="{18B2122E-EF39-42CA-8B63-9DAC2142DC11}">
      <dgm:prSet/>
      <dgm:spPr/>
    </dgm:pt>
    <dgm:pt modelId="{C7CB88FD-4978-4B08-8373-B9D4D6665AC4}" type="sibTrans" cxnId="{18B2122E-EF39-42CA-8B63-9DAC2142DC11}">
      <dgm:prSet/>
      <dgm:spPr/>
    </dgm:pt>
    <dgm:pt modelId="{66B64D84-E4B0-4ED7-BA36-560F38D4A4CC}" type="pres">
      <dgm:prSet presAssocID="{BA32E774-05C5-46C8-9714-444A7C76412E}" presName="Name0" presStyleCnt="0">
        <dgm:presLayoutVars>
          <dgm:chMax val="7"/>
          <dgm:chPref val="7"/>
          <dgm:dir/>
        </dgm:presLayoutVars>
      </dgm:prSet>
      <dgm:spPr/>
    </dgm:pt>
    <dgm:pt modelId="{DE9E8715-E4F0-4E26-BB2B-83952EA85EC6}" type="pres">
      <dgm:prSet presAssocID="{BA32E774-05C5-46C8-9714-444A7C76412E}" presName="Name1" presStyleCnt="0"/>
      <dgm:spPr/>
    </dgm:pt>
    <dgm:pt modelId="{488653C6-EFC4-4ACE-ABF2-E3DFD5683E9B}" type="pres">
      <dgm:prSet presAssocID="{01A2B8CC-47A6-4541-A750-F7550EF50E2F}" presName="picture_1" presStyleCnt="0"/>
      <dgm:spPr/>
    </dgm:pt>
    <dgm:pt modelId="{3BFF9216-8297-4B60-9A98-C4A21D99B159}" type="pres">
      <dgm:prSet presAssocID="{01A2B8CC-47A6-4541-A750-F7550EF50E2F}" presName="pictureRepeatNode" presStyleLbl="alignImgPlace1" presStyleIdx="0" presStyleCnt="3"/>
      <dgm:spPr/>
    </dgm:pt>
    <dgm:pt modelId="{B7C33AD0-9AB7-4E76-9A4E-09EB908F04F8}" type="pres">
      <dgm:prSet presAssocID="{488FAB52-6294-4862-92A8-27AC11D97C82}" presName="text_1" presStyleLbl="node1" presStyleIdx="0" presStyleCnt="0">
        <dgm:presLayoutVars>
          <dgm:bulletEnabled val="1"/>
        </dgm:presLayoutVars>
      </dgm:prSet>
      <dgm:spPr/>
    </dgm:pt>
    <dgm:pt modelId="{DFCD0FB0-9A3E-4434-B88D-32600656B2FF}" type="pres">
      <dgm:prSet presAssocID="{7B74F306-95B7-463F-881C-646E6239E397}" presName="picture_2" presStyleCnt="0"/>
      <dgm:spPr/>
    </dgm:pt>
    <dgm:pt modelId="{56A719A7-3F3C-4697-BE6F-8AE0FEC40684}" type="pres">
      <dgm:prSet presAssocID="{7B74F306-95B7-463F-881C-646E6239E397}" presName="pictureRepeatNode" presStyleLbl="alignImgPlace1" presStyleIdx="1" presStyleCnt="3"/>
      <dgm:spPr/>
    </dgm:pt>
    <dgm:pt modelId="{AFF049C6-EEDE-4407-95A7-1150C37A5959}" type="pres">
      <dgm:prSet presAssocID="{14966AB8-6FCF-409C-8C0B-BBE908E8A152}" presName="line_2" presStyleLbl="parChTrans1D1" presStyleIdx="0" presStyleCnt="2"/>
      <dgm:spPr/>
    </dgm:pt>
    <dgm:pt modelId="{92EC7FBF-25E6-4CED-B96F-77C710A73DC3}" type="pres">
      <dgm:prSet presAssocID="{14966AB8-6FCF-409C-8C0B-BBE908E8A152}" presName="textparent_2" presStyleLbl="node1" presStyleIdx="0" presStyleCnt="0"/>
      <dgm:spPr/>
    </dgm:pt>
    <dgm:pt modelId="{C2E6AAAD-C179-479B-BEE0-85DA0B6EA92D}" type="pres">
      <dgm:prSet presAssocID="{14966AB8-6FCF-409C-8C0B-BBE908E8A152}" presName="text_2" presStyleLbl="revTx" presStyleIdx="0" presStyleCnt="2">
        <dgm:presLayoutVars>
          <dgm:bulletEnabled val="1"/>
        </dgm:presLayoutVars>
      </dgm:prSet>
      <dgm:spPr/>
    </dgm:pt>
    <dgm:pt modelId="{FD3946D7-4760-4601-A2A6-C621894AE2E1}" type="pres">
      <dgm:prSet presAssocID="{6261EAAF-FD0B-4EA8-B92C-C98D1282EF39}" presName="picture_3" presStyleCnt="0"/>
      <dgm:spPr/>
    </dgm:pt>
    <dgm:pt modelId="{6BC3F714-B03F-4318-B19B-EF4BFBF2A361}" type="pres">
      <dgm:prSet presAssocID="{6261EAAF-FD0B-4EA8-B92C-C98D1282EF39}" presName="pictureRepeatNode" presStyleLbl="alignImgPlace1" presStyleIdx="2" presStyleCnt="3"/>
      <dgm:spPr/>
    </dgm:pt>
    <dgm:pt modelId="{24730BA7-0011-4E24-A150-B58CB5404DDC}" type="pres">
      <dgm:prSet presAssocID="{EA8AA38D-052F-497A-9A69-90F1BE79DA7E}" presName="line_3" presStyleLbl="parChTrans1D1" presStyleIdx="1" presStyleCnt="2"/>
      <dgm:spPr/>
    </dgm:pt>
    <dgm:pt modelId="{FA2F1106-CEBD-4330-8EB0-361387074202}" type="pres">
      <dgm:prSet presAssocID="{EA8AA38D-052F-497A-9A69-90F1BE79DA7E}" presName="textparent_3" presStyleLbl="node1" presStyleIdx="0" presStyleCnt="0"/>
      <dgm:spPr/>
    </dgm:pt>
    <dgm:pt modelId="{AC3FA3DC-79BA-44AC-8238-7E7A0B85C42C}" type="pres">
      <dgm:prSet presAssocID="{EA8AA38D-052F-497A-9A69-90F1BE79DA7E}" presName="text_3" presStyleLbl="revTx" presStyleIdx="1" presStyleCnt="2">
        <dgm:presLayoutVars>
          <dgm:bulletEnabled val="1"/>
        </dgm:presLayoutVars>
      </dgm:prSet>
      <dgm:spPr/>
    </dgm:pt>
  </dgm:ptLst>
  <dgm:cxnLst>
    <dgm:cxn modelId="{CC06A70F-6966-4DA4-AE0E-299A8F605891}" srcId="{488FAB52-6294-4862-92A8-27AC11D97C82}" destId="{AB58A866-FAD4-44A2-8FCE-43D04BE1AA8F}" srcOrd="0" destOrd="0" parTransId="{4D425724-DF32-4C3F-BC95-031936E16EAE}" sibTransId="{414A02BC-4FEA-4FA6-A45C-54764FBAAD82}"/>
    <dgm:cxn modelId="{9A2C8619-32BE-41EE-B346-CB54C57BD897}" type="presOf" srcId="{6261EAAF-FD0B-4EA8-B92C-C98D1282EF39}" destId="{6BC3F714-B03F-4318-B19B-EF4BFBF2A361}" srcOrd="0" destOrd="0" presId="urn:microsoft.com/office/officeart/2008/layout/CircularPictureCallout"/>
    <dgm:cxn modelId="{18B2122E-EF39-42CA-8B63-9DAC2142DC11}" srcId="{EA8AA38D-052F-497A-9A69-90F1BE79DA7E}" destId="{1ADE2B36-0942-4E53-9322-80B55C6999C6}" srcOrd="0" destOrd="0" parTransId="{7EA0C075-20ED-473D-845A-DF370B86EBFC}" sibTransId="{C7CB88FD-4978-4B08-8373-B9D4D6665AC4}"/>
    <dgm:cxn modelId="{0EF36142-8C33-4155-9A5E-8A2177EAFBCA}" type="presOf" srcId="{7B74F306-95B7-463F-881C-646E6239E397}" destId="{56A719A7-3F3C-4697-BE6F-8AE0FEC40684}" srcOrd="0" destOrd="0" presId="urn:microsoft.com/office/officeart/2008/layout/CircularPictureCallout"/>
    <dgm:cxn modelId="{33BD1B68-510B-4C0B-97D7-36E136A7FF5E}" type="presOf" srcId="{01A2B8CC-47A6-4541-A750-F7550EF50E2F}" destId="{3BFF9216-8297-4B60-9A98-C4A21D99B159}" srcOrd="0" destOrd="0" presId="urn:microsoft.com/office/officeart/2008/layout/CircularPictureCallout"/>
    <dgm:cxn modelId="{48775049-3F3A-46E8-84A1-D963A6347F58}" type="presOf" srcId="{14966AB8-6FCF-409C-8C0B-BBE908E8A152}" destId="{C2E6AAAD-C179-479B-BEE0-85DA0B6EA92D}" srcOrd="0" destOrd="0" presId="urn:microsoft.com/office/officeart/2008/layout/CircularPictureCallout"/>
    <dgm:cxn modelId="{82CA0B4B-B714-456B-A1AE-72D92760FD08}" srcId="{BA32E774-05C5-46C8-9714-444A7C76412E}" destId="{14966AB8-6FCF-409C-8C0B-BBE908E8A152}" srcOrd="1" destOrd="0" parTransId="{BA5FFFE3-CE26-4F05-9E20-22C9627FEF5F}" sibTransId="{7B74F306-95B7-463F-881C-646E6239E397}"/>
    <dgm:cxn modelId="{A72C714B-BA58-42DE-A4F5-FFF255A37A19}" type="presOf" srcId="{488FAB52-6294-4862-92A8-27AC11D97C82}" destId="{B7C33AD0-9AB7-4E76-9A4E-09EB908F04F8}" srcOrd="0" destOrd="0" presId="urn:microsoft.com/office/officeart/2008/layout/CircularPictureCallout"/>
    <dgm:cxn modelId="{C67ABA7B-7013-46D2-9C31-6043A8F05FF4}" srcId="{BA32E774-05C5-46C8-9714-444A7C76412E}" destId="{488FAB52-6294-4862-92A8-27AC11D97C82}" srcOrd="0" destOrd="0" parTransId="{7F33040A-5A35-40D4-80A8-3CFAEC1D0930}" sibTransId="{01A2B8CC-47A6-4541-A750-F7550EF50E2F}"/>
    <dgm:cxn modelId="{003408A2-FCE6-4673-AAEA-256476D4FEA8}" srcId="{BA32E774-05C5-46C8-9714-444A7C76412E}" destId="{EA8AA38D-052F-497A-9A69-90F1BE79DA7E}" srcOrd="2" destOrd="0" parTransId="{B61B1873-5FA5-4A6E-A4CA-7C6D744C2073}" sibTransId="{6261EAAF-FD0B-4EA8-B92C-C98D1282EF39}"/>
    <dgm:cxn modelId="{89FF8FBB-C5FB-4AB5-A3AC-A751247B7D29}" type="presOf" srcId="{1ADE2B36-0942-4E53-9322-80B55C6999C6}" destId="{AC3FA3DC-79BA-44AC-8238-7E7A0B85C42C}" srcOrd="0" destOrd="1" presId="urn:microsoft.com/office/officeart/2008/layout/CircularPictureCallout"/>
    <dgm:cxn modelId="{5A922EBF-7DD4-471B-80DA-968E9C5FBA7B}" type="presOf" srcId="{AB58A866-FAD4-44A2-8FCE-43D04BE1AA8F}" destId="{B7C33AD0-9AB7-4E76-9A4E-09EB908F04F8}" srcOrd="0" destOrd="1" presId="urn:microsoft.com/office/officeart/2008/layout/CircularPictureCallout"/>
    <dgm:cxn modelId="{A464BEBF-55D0-40C0-B3A2-5A930C904E27}" type="presOf" srcId="{EA8AA38D-052F-497A-9A69-90F1BE79DA7E}" destId="{AC3FA3DC-79BA-44AC-8238-7E7A0B85C42C}" srcOrd="0" destOrd="0" presId="urn:microsoft.com/office/officeart/2008/layout/CircularPictureCallout"/>
    <dgm:cxn modelId="{47A26CF9-1712-4DF1-AC7D-B6942BDF5BD4}" type="presOf" srcId="{BA32E774-05C5-46C8-9714-444A7C76412E}" destId="{66B64D84-E4B0-4ED7-BA36-560F38D4A4CC}" srcOrd="0" destOrd="0" presId="urn:microsoft.com/office/officeart/2008/layout/CircularPictureCallout"/>
    <dgm:cxn modelId="{F1812B0F-76FB-423B-BE57-A8FDA51452C4}" type="presParOf" srcId="{66B64D84-E4B0-4ED7-BA36-560F38D4A4CC}" destId="{DE9E8715-E4F0-4E26-BB2B-83952EA85EC6}" srcOrd="0" destOrd="0" presId="urn:microsoft.com/office/officeart/2008/layout/CircularPictureCallout"/>
    <dgm:cxn modelId="{638C5B35-2EB6-4AB8-8666-D45F69F94767}" type="presParOf" srcId="{DE9E8715-E4F0-4E26-BB2B-83952EA85EC6}" destId="{488653C6-EFC4-4ACE-ABF2-E3DFD5683E9B}" srcOrd="0" destOrd="0" presId="urn:microsoft.com/office/officeart/2008/layout/CircularPictureCallout"/>
    <dgm:cxn modelId="{34986D5E-A34B-486B-9E75-787B328C8312}" type="presParOf" srcId="{488653C6-EFC4-4ACE-ABF2-E3DFD5683E9B}" destId="{3BFF9216-8297-4B60-9A98-C4A21D99B159}" srcOrd="0" destOrd="0" presId="urn:microsoft.com/office/officeart/2008/layout/CircularPictureCallout"/>
    <dgm:cxn modelId="{5FC3D209-148C-4624-A658-3DD20BE4D483}" type="presParOf" srcId="{DE9E8715-E4F0-4E26-BB2B-83952EA85EC6}" destId="{B7C33AD0-9AB7-4E76-9A4E-09EB908F04F8}" srcOrd="1" destOrd="0" presId="urn:microsoft.com/office/officeart/2008/layout/CircularPictureCallout"/>
    <dgm:cxn modelId="{218532CC-C126-4041-B662-5C739BFA7B4B}" type="presParOf" srcId="{DE9E8715-E4F0-4E26-BB2B-83952EA85EC6}" destId="{DFCD0FB0-9A3E-4434-B88D-32600656B2FF}" srcOrd="2" destOrd="0" presId="urn:microsoft.com/office/officeart/2008/layout/CircularPictureCallout"/>
    <dgm:cxn modelId="{5A411F6E-F3CB-41C7-9CF2-B58491A4AD9D}" type="presParOf" srcId="{DFCD0FB0-9A3E-4434-B88D-32600656B2FF}" destId="{56A719A7-3F3C-4697-BE6F-8AE0FEC40684}" srcOrd="0" destOrd="0" presId="urn:microsoft.com/office/officeart/2008/layout/CircularPictureCallout"/>
    <dgm:cxn modelId="{E7A13485-BA07-4AAD-9613-20A123E52B5C}" type="presParOf" srcId="{DE9E8715-E4F0-4E26-BB2B-83952EA85EC6}" destId="{AFF049C6-EEDE-4407-95A7-1150C37A5959}" srcOrd="3" destOrd="0" presId="urn:microsoft.com/office/officeart/2008/layout/CircularPictureCallout"/>
    <dgm:cxn modelId="{60866807-A42F-4271-A299-612E76EEFD00}" type="presParOf" srcId="{DE9E8715-E4F0-4E26-BB2B-83952EA85EC6}" destId="{92EC7FBF-25E6-4CED-B96F-77C710A73DC3}" srcOrd="4" destOrd="0" presId="urn:microsoft.com/office/officeart/2008/layout/CircularPictureCallout"/>
    <dgm:cxn modelId="{59D5C3EF-2FFB-4865-8CC8-88E74D620B91}" type="presParOf" srcId="{92EC7FBF-25E6-4CED-B96F-77C710A73DC3}" destId="{C2E6AAAD-C179-479B-BEE0-85DA0B6EA92D}" srcOrd="0" destOrd="0" presId="urn:microsoft.com/office/officeart/2008/layout/CircularPictureCallout"/>
    <dgm:cxn modelId="{B1E9CBD5-E231-422C-9321-BCA23D96F005}" type="presParOf" srcId="{DE9E8715-E4F0-4E26-BB2B-83952EA85EC6}" destId="{FD3946D7-4760-4601-A2A6-C621894AE2E1}" srcOrd="5" destOrd="0" presId="urn:microsoft.com/office/officeart/2008/layout/CircularPictureCallout"/>
    <dgm:cxn modelId="{E7C95E15-07C8-4449-A0F4-2BA684231C9C}" type="presParOf" srcId="{FD3946D7-4760-4601-A2A6-C621894AE2E1}" destId="{6BC3F714-B03F-4318-B19B-EF4BFBF2A361}" srcOrd="0" destOrd="0" presId="urn:microsoft.com/office/officeart/2008/layout/CircularPictureCallout"/>
    <dgm:cxn modelId="{1E962A49-F86C-48CA-93B8-7C7D41390980}" type="presParOf" srcId="{DE9E8715-E4F0-4E26-BB2B-83952EA85EC6}" destId="{24730BA7-0011-4E24-A150-B58CB5404DDC}" srcOrd="6" destOrd="0" presId="urn:microsoft.com/office/officeart/2008/layout/CircularPictureCallout"/>
    <dgm:cxn modelId="{FE853BC3-FE41-4733-B4E1-06DBB15751C2}" type="presParOf" srcId="{DE9E8715-E4F0-4E26-BB2B-83952EA85EC6}" destId="{FA2F1106-CEBD-4330-8EB0-361387074202}" srcOrd="7" destOrd="0" presId="urn:microsoft.com/office/officeart/2008/layout/CircularPictureCallout"/>
    <dgm:cxn modelId="{A5FB885A-0EF0-4713-A730-F9549B2016A3}" type="presParOf" srcId="{FA2F1106-CEBD-4330-8EB0-361387074202}" destId="{AC3FA3DC-79BA-44AC-8238-7E7A0B85C42C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30BA7-0011-4E24-A150-B58CB5404DDC}">
      <dsp:nvSpPr>
        <dsp:cNvPr id="0" name=""/>
        <dsp:cNvSpPr/>
      </dsp:nvSpPr>
      <dsp:spPr>
        <a:xfrm>
          <a:off x="2063750" y="3829843"/>
          <a:ext cx="3704431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049C6-EEDE-4407-95A7-1150C37A5959}">
      <dsp:nvSpPr>
        <dsp:cNvPr id="0" name=""/>
        <dsp:cNvSpPr/>
      </dsp:nvSpPr>
      <dsp:spPr>
        <a:xfrm>
          <a:off x="2063750" y="1250156"/>
          <a:ext cx="3704431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FF9216-8297-4B60-9A98-C4A21D99B159}">
      <dsp:nvSpPr>
        <dsp:cNvPr id="0" name=""/>
        <dsp:cNvSpPr/>
      </dsp:nvSpPr>
      <dsp:spPr>
        <a:xfrm>
          <a:off x="0" y="476249"/>
          <a:ext cx="4127500" cy="41275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33AD0-9AB7-4E76-9A4E-09EB908F04F8}">
      <dsp:nvSpPr>
        <dsp:cNvPr id="0" name=""/>
        <dsp:cNvSpPr/>
      </dsp:nvSpPr>
      <dsp:spPr>
        <a:xfrm>
          <a:off x="742950" y="2667952"/>
          <a:ext cx="2641600" cy="136207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Two has a longer label</a:t>
          </a:r>
        </a:p>
      </dsp:txBody>
      <dsp:txXfrm>
        <a:off x="742950" y="2667952"/>
        <a:ext cx="2641600" cy="1362075"/>
      </dsp:txXfrm>
    </dsp:sp>
    <dsp:sp modelId="{56A719A7-3F3C-4697-BE6F-8AE0FEC40684}">
      <dsp:nvSpPr>
        <dsp:cNvPr id="0" name=""/>
        <dsp:cNvSpPr/>
      </dsp:nvSpPr>
      <dsp:spPr>
        <a:xfrm>
          <a:off x="4994274" y="476249"/>
          <a:ext cx="1547812" cy="15478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6AAAD-C179-479B-BEE0-85DA0B6EA92D}">
      <dsp:nvSpPr>
        <dsp:cNvPr id="0" name=""/>
        <dsp:cNvSpPr/>
      </dsp:nvSpPr>
      <dsp:spPr>
        <a:xfrm>
          <a:off x="6542087" y="476249"/>
          <a:ext cx="1182980" cy="154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Three</a:t>
          </a:r>
        </a:p>
      </dsp:txBody>
      <dsp:txXfrm>
        <a:off x="6542087" y="476249"/>
        <a:ext cx="1182980" cy="1547812"/>
      </dsp:txXfrm>
    </dsp:sp>
    <dsp:sp modelId="{6BC3F714-B03F-4318-B19B-EF4BFBF2A361}">
      <dsp:nvSpPr>
        <dsp:cNvPr id="0" name=""/>
        <dsp:cNvSpPr/>
      </dsp:nvSpPr>
      <dsp:spPr>
        <a:xfrm>
          <a:off x="4994274" y="3055937"/>
          <a:ext cx="1547812" cy="15478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FA3DC-79BA-44AC-8238-7E7A0B85C42C}">
      <dsp:nvSpPr>
        <dsp:cNvPr id="0" name=""/>
        <dsp:cNvSpPr/>
      </dsp:nvSpPr>
      <dsp:spPr>
        <a:xfrm>
          <a:off x="6542087" y="3055937"/>
          <a:ext cx="1712912" cy="154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Four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Five</a:t>
          </a:r>
        </a:p>
      </dsp:txBody>
      <dsp:txXfrm>
        <a:off x="6542087" y="3055937"/>
        <a:ext cx="1712912" cy="1547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10A7-FD0A-7A7A-9B17-3D248DA85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C1489-EDE5-21F8-F0B8-54E8EC44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D191C-2A67-F7CC-9AAD-6DD09C2E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CA8B7-9424-4563-3C39-251C8141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D701E-50BB-52AF-F6B3-ABA490E3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6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F65A-8ADE-EF8C-9BE2-E52F7A94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236C-2D79-C193-CFE4-49BC16D9B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67E3D-475E-0FD9-99D3-3DB91353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50DAA-F1A7-77F7-D99F-E112CAC7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6A02A-AE29-B02A-6808-5F7D4E2E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7B40F-1577-5C00-8253-85BBFF54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4F6F-BA15-DD22-373B-9B532F70E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922C0-D077-F7E7-ABBE-A97B4B7F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B4D2E-17A9-31EC-37C1-93C44058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3085-C477-5A67-44FF-F5BAAE1B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B1F2-202F-7721-1C4A-1DDD022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EABE7-C25C-B596-C872-AB12819D4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B2996-376C-16E1-1B49-2F8AC97CC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FA26D-75E3-0F3C-C357-6A943B2E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7C74-C194-F5D1-760F-214BCAEA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81FCB-9180-B450-6280-F5C42A8C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8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379E-ADE5-D2C6-F274-D2326B52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22593-12D5-9A9F-4B26-C13518D2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14B7B-C7FE-0C21-BAF6-3A9F1978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E6C23-3785-C07C-F429-5609E1505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942BF-73E2-E2F6-2CED-7C25E1744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37CBF-8647-9FD7-F56F-98AEEA3B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D615E-B6C5-158C-16B7-8D6F6199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BD95B-D69F-C10D-76DA-A05CA0A0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9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5FD0-E4DC-E7D5-4E81-16187444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EACD0-CB52-484E-1FFC-AE016EAB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A1E5E-1B19-7E8A-E86D-222FCB75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FA633-1A0F-FAD4-87E5-19E5B944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8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04499-86EC-442B-1401-A550713F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37A35-37F3-C523-CF73-33B041CF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99EC7-C80D-067D-6B6C-0F63BC49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3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AA8A-B791-544A-55EA-2C850260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A8464-97D5-E30C-1BDA-DB2AC797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28F53-A3FF-6363-D048-30C664A3E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D4193-1CF4-17E1-6D3A-E012A67B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ABE45-B0D8-7370-8682-90533287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71B2-ABFC-7C0A-69C7-CF5255BF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7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D6EF-4075-C477-9275-E93EAD87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C79CBA-79B4-5295-EE6B-4B36A9206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D563B-5FF7-AE5A-60EA-29539D4C1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CEE22-55BA-372E-71E7-ADAA4BA3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12BBF-F9DC-42EF-9440-298F2C28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1B2E6-6E38-C463-21D5-F17B0768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8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EF7D-1648-55BC-A8C1-0D60A2C5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0EB78-4106-CD1D-1C54-21A92ADE5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86326-9E6E-14D4-E78A-4CE104D4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0DA0-9345-422F-3281-0AEB5547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129F2-50BB-FD87-4442-A2B979A6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3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CEDDC-37FB-0838-8E5E-54A78761B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A1A9D-5419-B877-2AA3-AE90C9FBE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3C662-1A11-6D8E-ADBF-704A75C9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40F2-26C9-CA2C-E18F-27A87F71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12840-7D53-FFD3-6E10-5FCCEC14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1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180C4-A191-0C41-8D29-6CC6A30B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BC7-9906-7D42-8698-22313335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AB71-D62F-A1FE-6E1D-45C88F60D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BF0F6-96E2-4C75-9153-8C4E62664D1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E7F0-F140-922B-25A1-E30C310FE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05F41-B643-17AD-FA07-BD5C4F3C0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029D3-66B6-4E70-A23B-13C52F09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7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14CA84-BE68-F062-E956-FB47B05D4F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599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37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2026-09-06T08:14:55Z</dcterms:created>
  <dcterms:modified xsi:type="dcterms:W3CDTF">2026-09-06T08:14:56Z</dcterms:modified>
</cp:coreProperties>
</file>