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B4D31E-E229-4F39-8151-3012E0B1B03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937D65-F2F5-4EB5-B9BE-84B5A4CE8D1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F825729-9F83-4CF5-A1D3-00CE2486BCF2}" type="parTrans" cxnId="{5F58962A-F3EC-4043-95B1-E2D6DC109CCE}">
      <dgm:prSet/>
      <dgm:spPr/>
    </dgm:pt>
    <dgm:pt modelId="{C3F296D3-32F1-4EB2-87BF-5C894AE0E32E}" type="sibTrans" cxnId="{5F58962A-F3EC-4043-95B1-E2D6DC109CCE}">
      <dgm:prSet/>
      <dgm:spPr/>
    </dgm:pt>
    <dgm:pt modelId="{BBA121A2-2356-4012-B70E-4F55E0F7EFC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D178939-A55C-4A63-8D2D-18FFA04C02E7}" type="parTrans" cxnId="{A9DFF5F5-AB11-47BE-AF7F-7A5A8F3D4969}">
      <dgm:prSet/>
      <dgm:spPr/>
    </dgm:pt>
    <dgm:pt modelId="{33029F74-4371-474F-B3F4-B59D6100478F}" type="sibTrans" cxnId="{A9DFF5F5-AB11-47BE-AF7F-7A5A8F3D4969}">
      <dgm:prSet/>
      <dgm:spPr/>
    </dgm:pt>
    <dgm:pt modelId="{D9135BC7-E796-49E0-8971-76911D67A7A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EC5CD7DE-90EC-4071-A423-7E07DFC9BB0E}" type="parTrans" cxnId="{5134910B-2E32-4EA9-A7D1-86E22AB4E850}">
      <dgm:prSet/>
      <dgm:spPr/>
    </dgm:pt>
    <dgm:pt modelId="{ABDCAF1C-E9EF-4B16-8F6F-F20C7A8B68D4}" type="sibTrans" cxnId="{5134910B-2E32-4EA9-A7D1-86E22AB4E850}">
      <dgm:prSet/>
      <dgm:spPr/>
    </dgm:pt>
    <dgm:pt modelId="{C7AE1728-331F-46D7-AA89-CE6E784CB97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D156A1C-3799-4074-A290-314A9A34A77F}" type="parTrans" cxnId="{3989F719-85E2-4187-9063-B1AF361D4AED}">
      <dgm:prSet/>
      <dgm:spPr/>
    </dgm:pt>
    <dgm:pt modelId="{1939BE82-F097-4A2F-8AFF-8AD4B46CA6BF}" type="sibTrans" cxnId="{3989F719-85E2-4187-9063-B1AF361D4AED}">
      <dgm:prSet/>
      <dgm:spPr/>
    </dgm:pt>
    <dgm:pt modelId="{C8AB424F-4E5A-46B3-958D-E0471AB1B05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2EDF5A1-A088-46BC-B715-BBB8E7E52773}" type="parTrans" cxnId="{1A09ABDB-DB6A-42EF-B9B0-620E2A596F59}">
      <dgm:prSet/>
      <dgm:spPr/>
    </dgm:pt>
    <dgm:pt modelId="{5F8D4B77-4B6B-47AF-A95F-2EF5E179672A}" type="sibTrans" cxnId="{1A09ABDB-DB6A-42EF-B9B0-620E2A596F59}">
      <dgm:prSet/>
      <dgm:spPr/>
    </dgm:pt>
    <dgm:pt modelId="{48847230-9B44-496A-8407-40AAB211E05A}" type="pres">
      <dgm:prSet presAssocID="{05B4D31E-E229-4F39-8151-3012E0B1B03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926F08E-7395-40F6-90D9-2E91CD161598}" type="pres">
      <dgm:prSet presAssocID="{84937D65-F2F5-4EB5-B9BE-84B5A4CE8D1B}" presName="horFlow" presStyleCnt="0"/>
      <dgm:spPr/>
    </dgm:pt>
    <dgm:pt modelId="{42E9D3C8-51D8-4A05-B5C2-0D1ADAE6FD85}" type="pres">
      <dgm:prSet presAssocID="{84937D65-F2F5-4EB5-B9BE-84B5A4CE8D1B}" presName="bigChev" presStyleLbl="node1" presStyleIdx="0" presStyleCnt="2"/>
      <dgm:spPr/>
    </dgm:pt>
    <dgm:pt modelId="{1E3AC980-BB83-4A64-8554-89AA998A220A}" type="pres">
      <dgm:prSet presAssocID="{FD156A1C-3799-4074-A290-314A9A34A77F}" presName="parTrans" presStyleCnt="0"/>
      <dgm:spPr/>
    </dgm:pt>
    <dgm:pt modelId="{81B45C50-A742-4D57-8D1B-EAEE9821BFC1}" type="pres">
      <dgm:prSet presAssocID="{C7AE1728-331F-46D7-AA89-CE6E784CB97F}" presName="node" presStyleLbl="alignAccFollowNode1" presStyleIdx="0" presStyleCnt="3">
        <dgm:presLayoutVars>
          <dgm:bulletEnabled val="1"/>
        </dgm:presLayoutVars>
      </dgm:prSet>
      <dgm:spPr/>
    </dgm:pt>
    <dgm:pt modelId="{D31A251E-8696-4822-A8D8-07B8DE0EE24D}" type="pres">
      <dgm:prSet presAssocID="{1939BE82-F097-4A2F-8AFF-8AD4B46CA6BF}" presName="sibTrans" presStyleCnt="0"/>
      <dgm:spPr/>
    </dgm:pt>
    <dgm:pt modelId="{CCAFBB3E-3215-4682-9B49-FFE6C7725241}" type="pres">
      <dgm:prSet presAssocID="{C8AB424F-4E5A-46B3-958D-E0471AB1B05C}" presName="node" presStyleLbl="alignAccFollowNode1" presStyleIdx="1" presStyleCnt="3">
        <dgm:presLayoutVars>
          <dgm:bulletEnabled val="1"/>
        </dgm:presLayoutVars>
      </dgm:prSet>
      <dgm:spPr/>
    </dgm:pt>
    <dgm:pt modelId="{0E970083-7BFB-4765-B9B8-34D808BDD79F}" type="pres">
      <dgm:prSet presAssocID="{84937D65-F2F5-4EB5-B9BE-84B5A4CE8D1B}" presName="vSp" presStyleCnt="0"/>
      <dgm:spPr/>
    </dgm:pt>
    <dgm:pt modelId="{520A409A-A179-48C8-BBEA-DD31C3CE041F}" type="pres">
      <dgm:prSet presAssocID="{BBA121A2-2356-4012-B70E-4F55E0F7EFCD}" presName="horFlow" presStyleCnt="0"/>
      <dgm:spPr/>
    </dgm:pt>
    <dgm:pt modelId="{628B8A2C-88C3-4575-80ED-BE51DBF34E59}" type="pres">
      <dgm:prSet presAssocID="{BBA121A2-2356-4012-B70E-4F55E0F7EFCD}" presName="bigChev" presStyleLbl="node1" presStyleIdx="1" presStyleCnt="2"/>
      <dgm:spPr/>
    </dgm:pt>
    <dgm:pt modelId="{E120AFD6-593C-45B4-9304-11BA2657B07A}" type="pres">
      <dgm:prSet presAssocID="{EC5CD7DE-90EC-4071-A423-7E07DFC9BB0E}" presName="parTrans" presStyleCnt="0"/>
      <dgm:spPr/>
    </dgm:pt>
    <dgm:pt modelId="{D73884A2-479F-4734-94D5-BB634DDEAC5D}" type="pres">
      <dgm:prSet presAssocID="{D9135BC7-E796-49E0-8971-76911D67A7A7}" presName="node" presStyleLbl="alignAccFollowNode1" presStyleIdx="2" presStyleCnt="3">
        <dgm:presLayoutVars>
          <dgm:bulletEnabled val="1"/>
        </dgm:presLayoutVars>
      </dgm:prSet>
      <dgm:spPr/>
    </dgm:pt>
  </dgm:ptLst>
  <dgm:cxnLst>
    <dgm:cxn modelId="{5134910B-2E32-4EA9-A7D1-86E22AB4E850}" srcId="{BBA121A2-2356-4012-B70E-4F55E0F7EFCD}" destId="{D9135BC7-E796-49E0-8971-76911D67A7A7}" srcOrd="0" destOrd="0" parTransId="{EC5CD7DE-90EC-4071-A423-7E07DFC9BB0E}" sibTransId="{ABDCAF1C-E9EF-4B16-8F6F-F20C7A8B68D4}"/>
    <dgm:cxn modelId="{3989F719-85E2-4187-9063-B1AF361D4AED}" srcId="{84937D65-F2F5-4EB5-B9BE-84B5A4CE8D1B}" destId="{C7AE1728-331F-46D7-AA89-CE6E784CB97F}" srcOrd="0" destOrd="0" parTransId="{FD156A1C-3799-4074-A290-314A9A34A77F}" sibTransId="{1939BE82-F097-4A2F-8AFF-8AD4B46CA6BF}"/>
    <dgm:cxn modelId="{F4303D25-B5B6-4F53-8B1D-A4578401E640}" type="presOf" srcId="{D9135BC7-E796-49E0-8971-76911D67A7A7}" destId="{D73884A2-479F-4734-94D5-BB634DDEAC5D}" srcOrd="0" destOrd="0" presId="urn:microsoft.com/office/officeart/2005/8/layout/lProcess3"/>
    <dgm:cxn modelId="{5F58962A-F3EC-4043-95B1-E2D6DC109CCE}" srcId="{05B4D31E-E229-4F39-8151-3012E0B1B03E}" destId="{84937D65-F2F5-4EB5-B9BE-84B5A4CE8D1B}" srcOrd="0" destOrd="0" parTransId="{1F825729-9F83-4CF5-A1D3-00CE2486BCF2}" sibTransId="{C3F296D3-32F1-4EB2-87BF-5C894AE0E32E}"/>
    <dgm:cxn modelId="{94884C7A-0298-472B-B2D0-E018B8A1B386}" type="presOf" srcId="{05B4D31E-E229-4F39-8151-3012E0B1B03E}" destId="{48847230-9B44-496A-8407-40AAB211E05A}" srcOrd="0" destOrd="0" presId="urn:microsoft.com/office/officeart/2005/8/layout/lProcess3"/>
    <dgm:cxn modelId="{9425FB7A-89A2-4987-957E-92E9A128BBE8}" type="presOf" srcId="{BBA121A2-2356-4012-B70E-4F55E0F7EFCD}" destId="{628B8A2C-88C3-4575-80ED-BE51DBF34E59}" srcOrd="0" destOrd="0" presId="urn:microsoft.com/office/officeart/2005/8/layout/lProcess3"/>
    <dgm:cxn modelId="{C27395AC-6AB0-4E15-8591-D1A2C0AC00A3}" type="presOf" srcId="{C7AE1728-331F-46D7-AA89-CE6E784CB97F}" destId="{81B45C50-A742-4D57-8D1B-EAEE9821BFC1}" srcOrd="0" destOrd="0" presId="urn:microsoft.com/office/officeart/2005/8/layout/lProcess3"/>
    <dgm:cxn modelId="{A9D01AC3-AFF0-44FE-86EB-CA26F7D0AD85}" type="presOf" srcId="{84937D65-F2F5-4EB5-B9BE-84B5A4CE8D1B}" destId="{42E9D3C8-51D8-4A05-B5C2-0D1ADAE6FD85}" srcOrd="0" destOrd="0" presId="urn:microsoft.com/office/officeart/2005/8/layout/lProcess3"/>
    <dgm:cxn modelId="{1A09ABDB-DB6A-42EF-B9B0-620E2A596F59}" srcId="{84937D65-F2F5-4EB5-B9BE-84B5A4CE8D1B}" destId="{C8AB424F-4E5A-46B3-958D-E0471AB1B05C}" srcOrd="1" destOrd="0" parTransId="{B2EDF5A1-A088-46BC-B715-BBB8E7E52773}" sibTransId="{5F8D4B77-4B6B-47AF-A95F-2EF5E179672A}"/>
    <dgm:cxn modelId="{A9DFF5F5-AB11-47BE-AF7F-7A5A8F3D4969}" srcId="{05B4D31E-E229-4F39-8151-3012E0B1B03E}" destId="{BBA121A2-2356-4012-B70E-4F55E0F7EFCD}" srcOrd="1" destOrd="0" parTransId="{CD178939-A55C-4A63-8D2D-18FFA04C02E7}" sibTransId="{33029F74-4371-474F-B3F4-B59D6100478F}"/>
    <dgm:cxn modelId="{357EC8F9-8F17-4EA1-88A5-BE7227AF8C37}" type="presOf" srcId="{C8AB424F-4E5A-46B3-958D-E0471AB1B05C}" destId="{CCAFBB3E-3215-4682-9B49-FFE6C7725241}" srcOrd="0" destOrd="0" presId="urn:microsoft.com/office/officeart/2005/8/layout/lProcess3"/>
    <dgm:cxn modelId="{C748F58F-92E2-4067-ACB8-B70D71B61C13}" type="presParOf" srcId="{48847230-9B44-496A-8407-40AAB211E05A}" destId="{5926F08E-7395-40F6-90D9-2E91CD161598}" srcOrd="0" destOrd="0" presId="urn:microsoft.com/office/officeart/2005/8/layout/lProcess3"/>
    <dgm:cxn modelId="{8B086C3F-383A-4EE6-A0DA-8E99122A8168}" type="presParOf" srcId="{5926F08E-7395-40F6-90D9-2E91CD161598}" destId="{42E9D3C8-51D8-4A05-B5C2-0D1ADAE6FD85}" srcOrd="0" destOrd="0" presId="urn:microsoft.com/office/officeart/2005/8/layout/lProcess3"/>
    <dgm:cxn modelId="{6B131105-D729-408B-9ED8-E5405DA66EC5}" type="presParOf" srcId="{5926F08E-7395-40F6-90D9-2E91CD161598}" destId="{1E3AC980-BB83-4A64-8554-89AA998A220A}" srcOrd="1" destOrd="0" presId="urn:microsoft.com/office/officeart/2005/8/layout/lProcess3"/>
    <dgm:cxn modelId="{E4908C45-FAD0-4971-93B1-EFAE744487CF}" type="presParOf" srcId="{5926F08E-7395-40F6-90D9-2E91CD161598}" destId="{81B45C50-A742-4D57-8D1B-EAEE9821BFC1}" srcOrd="2" destOrd="0" presId="urn:microsoft.com/office/officeart/2005/8/layout/lProcess3"/>
    <dgm:cxn modelId="{70CDA740-3B4D-412E-B34F-B131CF58DF87}" type="presParOf" srcId="{5926F08E-7395-40F6-90D9-2E91CD161598}" destId="{D31A251E-8696-4822-A8D8-07B8DE0EE24D}" srcOrd="3" destOrd="0" presId="urn:microsoft.com/office/officeart/2005/8/layout/lProcess3"/>
    <dgm:cxn modelId="{DAA9FE1A-A976-4341-A483-1002E49F49BC}" type="presParOf" srcId="{5926F08E-7395-40F6-90D9-2E91CD161598}" destId="{CCAFBB3E-3215-4682-9B49-FFE6C7725241}" srcOrd="4" destOrd="0" presId="urn:microsoft.com/office/officeart/2005/8/layout/lProcess3"/>
    <dgm:cxn modelId="{2EF1B363-C3C2-458C-A553-AA2E633F5F8C}" type="presParOf" srcId="{48847230-9B44-496A-8407-40AAB211E05A}" destId="{0E970083-7BFB-4765-B9B8-34D808BDD79F}" srcOrd="1" destOrd="0" presId="urn:microsoft.com/office/officeart/2005/8/layout/lProcess3"/>
    <dgm:cxn modelId="{D2520A60-FC0E-4020-80E0-2DD87AF66223}" type="presParOf" srcId="{48847230-9B44-496A-8407-40AAB211E05A}" destId="{520A409A-A179-48C8-BBEA-DD31C3CE041F}" srcOrd="2" destOrd="0" presId="urn:microsoft.com/office/officeart/2005/8/layout/lProcess3"/>
    <dgm:cxn modelId="{C577648A-C7D7-4984-BF1B-E579176E82CF}" type="presParOf" srcId="{520A409A-A179-48C8-BBEA-DD31C3CE041F}" destId="{628B8A2C-88C3-4575-80ED-BE51DBF34E59}" srcOrd="0" destOrd="0" presId="urn:microsoft.com/office/officeart/2005/8/layout/lProcess3"/>
    <dgm:cxn modelId="{21D10C53-63C7-4EDB-925F-C84D7A538C00}" type="presParOf" srcId="{520A409A-A179-48C8-BBEA-DD31C3CE041F}" destId="{E120AFD6-593C-45B4-9304-11BA2657B07A}" srcOrd="1" destOrd="0" presId="urn:microsoft.com/office/officeart/2005/8/layout/lProcess3"/>
    <dgm:cxn modelId="{46150938-05AB-43FB-88CB-F59944517A0D}" type="presParOf" srcId="{520A409A-A179-48C8-BBEA-DD31C3CE041F}" destId="{D73884A2-479F-4734-94D5-BB634DDEAC5D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9D3C8-51D8-4A05-B5C2-0D1ADAE6FD85}">
      <dsp:nvSpPr>
        <dsp:cNvPr id="0" name=""/>
        <dsp:cNvSpPr/>
      </dsp:nvSpPr>
      <dsp:spPr>
        <a:xfrm>
          <a:off x="2212" y="1077059"/>
          <a:ext cx="3418085" cy="13672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One</a:t>
          </a:r>
        </a:p>
      </dsp:txBody>
      <dsp:txXfrm>
        <a:off x="685829" y="1077059"/>
        <a:ext cx="2050851" cy="1367234"/>
      </dsp:txXfrm>
    </dsp:sp>
    <dsp:sp modelId="{81B45C50-A742-4D57-8D1B-EAEE9821BFC1}">
      <dsp:nvSpPr>
        <dsp:cNvPr id="0" name=""/>
        <dsp:cNvSpPr/>
      </dsp:nvSpPr>
      <dsp:spPr>
        <a:xfrm>
          <a:off x="2975946" y="1193274"/>
          <a:ext cx="2837011" cy="113480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24130" rIns="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Node Four</a:t>
          </a:r>
        </a:p>
      </dsp:txBody>
      <dsp:txXfrm>
        <a:off x="3543348" y="1193274"/>
        <a:ext cx="1702207" cy="1134804"/>
      </dsp:txXfrm>
    </dsp:sp>
    <dsp:sp modelId="{CCAFBB3E-3215-4682-9B49-FFE6C7725241}">
      <dsp:nvSpPr>
        <dsp:cNvPr id="0" name=""/>
        <dsp:cNvSpPr/>
      </dsp:nvSpPr>
      <dsp:spPr>
        <a:xfrm>
          <a:off x="5415776" y="1193274"/>
          <a:ext cx="2837011" cy="113480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24130" rIns="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Node Five</a:t>
          </a:r>
        </a:p>
      </dsp:txBody>
      <dsp:txXfrm>
        <a:off x="5983178" y="1193274"/>
        <a:ext cx="1702207" cy="1134804"/>
      </dsp:txXfrm>
    </dsp:sp>
    <dsp:sp modelId="{628B8A2C-88C3-4575-80ED-BE51DBF34E59}">
      <dsp:nvSpPr>
        <dsp:cNvPr id="0" name=""/>
        <dsp:cNvSpPr/>
      </dsp:nvSpPr>
      <dsp:spPr>
        <a:xfrm>
          <a:off x="2212" y="2635706"/>
          <a:ext cx="3418085" cy="13672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19685" rIns="0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Node Two has a longer label</a:t>
          </a:r>
        </a:p>
      </dsp:txBody>
      <dsp:txXfrm>
        <a:off x="685829" y="2635706"/>
        <a:ext cx="2050851" cy="1367234"/>
      </dsp:txXfrm>
    </dsp:sp>
    <dsp:sp modelId="{D73884A2-479F-4734-94D5-BB634DDEAC5D}">
      <dsp:nvSpPr>
        <dsp:cNvPr id="0" name=""/>
        <dsp:cNvSpPr/>
      </dsp:nvSpPr>
      <dsp:spPr>
        <a:xfrm>
          <a:off x="2975946" y="2751921"/>
          <a:ext cx="2837011" cy="113480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24130" rIns="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Node Three</a:t>
          </a:r>
        </a:p>
      </dsp:txBody>
      <dsp:txXfrm>
        <a:off x="3543348" y="2751921"/>
        <a:ext cx="1702207" cy="1134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7586-F9C7-AF3E-7C85-D5B9B1DCE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D3C8F-2B1E-BA6F-AAE9-351B9E7C1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636F-ACF4-2C40-F397-002B6579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F6057-6EEE-5B58-86BF-162AF9E90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06CF-E1D7-A08E-F693-87069C3E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2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EEE2-A22E-E4C9-7C69-449E1E87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6E40D-FF7A-89EF-B448-AC9835323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3C053-16BB-8AEB-CFD3-DF699E95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17A16-C815-3221-5F47-A2A3C09F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C9BD4-D08B-A018-121D-5C28A958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6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6E6D-0861-E563-CA1A-A8F929174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78DEB-A174-0E6D-6AE3-680DC4632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90910-D56B-6EE4-95E8-8FE34144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567FE-7CAA-D189-A47C-1B365C1C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F503D-2433-34C2-92C5-A1DC6EB2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0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A04C-A034-53F1-D03D-AACA81797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9D746-E033-594E-3AE2-99AAAA7FD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905DD-F4F7-500E-C8E9-FDE733782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4DAAE-C302-0C82-55A6-A508CC2D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27A15-2FC6-316A-E109-DC5874C68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013AD-3A91-1EC9-F45A-1B05378B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4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3069-8C22-BA97-B963-1D184204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21DB0-8B17-2408-B287-4CD926EC4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DB752-51CB-ED74-1211-F90118CC5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D33D95-A134-76FA-230C-986AE3166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116B9-2548-9090-A300-3FCDC47290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9B947-4D79-4EF0-D6E5-B30EAD17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180AA-F9B8-E4A0-60D5-FD9172907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B64C6-9E3C-CE80-CCC3-BD87B735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2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0048-1C52-228E-83FE-6A32B793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C9492-9E9E-60B6-4953-C9BD5D78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34EDA-798B-76B3-40D3-FDFAA701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1C33F-6BAD-D3F9-CE37-BC0AE712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63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58B77-4A64-0840-DE33-D8FD6BE7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A4ECE-39F1-1AFF-3A18-E9A096F0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87158-5645-9B75-503B-2B377BF91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8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2163-0755-13E8-916F-E3AC1E90B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5431B-28FC-35EA-D30D-E21C195D2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3E4F0-0501-DF0A-F5F3-944A0800B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9F37C-7FC4-7661-74DA-58CEB03F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E54B9-7D5D-4A6C-A78C-05E5C904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13300-7386-2E11-3097-98DFB23D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D874-5E10-4954-BA05-A454472B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B0CA0-DA0B-B481-ABC2-81075B7A7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FA574-927E-8CD2-BFF8-073F9450A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A6AF4-CC18-587C-E3FF-5D9D3AD6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E4B61-D976-3623-ED73-38BE4BE8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C2525-73F2-B621-61E1-7E854BBE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7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FDD2-7FA6-0AC3-2926-2AD37C11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D78D79-3675-EEAE-23A9-FFCD1AC99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83EA5-EDD9-0504-22D6-757807B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6B7CD-04A4-0063-D357-1D5D6C0E7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D7541-A59C-61C5-BBF6-B0886117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4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9340E-4A93-2989-AB6B-D849F6603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617E8-20CF-8287-2B9E-49940C03B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00E6B-0DB9-D232-5012-9100E35E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41DB0-0DCC-97B2-0B0F-5824566D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23DAD-80C8-FF44-095B-294B1890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0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0A44C1-B0C7-5DB6-E865-8427D74DB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57A7D-8EE4-6878-8387-542880481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181BB-8326-D583-3E00-D927980F1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036F4-A784-4E39-A597-B9528D09C7A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7D97-E658-C686-F1C1-A20E712FD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7298F-7906-42C6-E72A-894244D86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C233D-256F-402D-97C4-CAE9E8B8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DDC5896-ABD5-3985-95B5-5A0ECBD374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50490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1189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2026-09-06T08:13:41Z</dcterms:created>
  <dcterms:modified xsi:type="dcterms:W3CDTF">2026-09-06T08:13:41Z</dcterms:modified>
</cp:coreProperties>
</file>