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0259AA-DC80-4DDE-8E05-7E4D02D9E94E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A0771E-4295-41CE-AF98-A3C9CB768C0C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248BE46-E101-43E7-94A0-EB0962EA928A}" type="parTrans" cxnId="{687447B9-DF0B-4373-BCAD-81A6B77D4753}">
      <dgm:prSet/>
      <dgm:spPr/>
    </dgm:pt>
    <dgm:pt modelId="{BB36C1DF-F9F7-443E-8855-070D431FD095}" type="sibTrans" cxnId="{687447B9-DF0B-4373-BCAD-81A6B77D4753}">
      <dgm:prSet/>
      <dgm:spPr/>
    </dgm:pt>
    <dgm:pt modelId="{D75517AE-1DD2-4A2A-8A62-5C263C34A533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640AE34-3194-45F1-99C5-D1D52584D956}" type="parTrans" cxnId="{50FA6EFB-6114-4139-8F58-7981C461B713}">
      <dgm:prSet/>
      <dgm:spPr/>
    </dgm:pt>
    <dgm:pt modelId="{05FC01B3-9CF1-434C-B981-17FA26B50081}" type="sibTrans" cxnId="{50FA6EFB-6114-4139-8F58-7981C461B713}">
      <dgm:prSet/>
      <dgm:spPr/>
    </dgm:pt>
    <dgm:pt modelId="{3831BA6F-41B7-4309-BE8D-9C13D12C991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670C0DD-8167-44B5-8BDC-74CDD958F903}" type="parTrans" cxnId="{EC980413-9215-469C-A9C1-F6E9F26A9610}">
      <dgm:prSet/>
      <dgm:spPr/>
    </dgm:pt>
    <dgm:pt modelId="{C8ABA90B-F133-4083-8494-5FC9A2026199}" type="sibTrans" cxnId="{EC980413-9215-469C-A9C1-F6E9F26A9610}">
      <dgm:prSet/>
      <dgm:spPr/>
    </dgm:pt>
    <dgm:pt modelId="{E45F7E3D-FAF4-4DEB-B7BF-1B754214E024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44767E4-7EFF-4491-A20D-56E853157218}" type="parTrans" cxnId="{FD66AC4C-A787-4DDD-9546-DE64F6603A3D}">
      <dgm:prSet/>
      <dgm:spPr/>
    </dgm:pt>
    <dgm:pt modelId="{107AFE18-F633-4BDF-AD6D-113069BB55D0}" type="sibTrans" cxnId="{FD66AC4C-A787-4DDD-9546-DE64F6603A3D}">
      <dgm:prSet/>
      <dgm:spPr/>
    </dgm:pt>
    <dgm:pt modelId="{BFC3C57D-DF16-4121-97E9-B222BA340FF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4F71917-E0A3-403B-8CEB-284580A12A36}" type="parTrans" cxnId="{89421289-7673-4BB5-98E3-9E5A08179C13}">
      <dgm:prSet/>
      <dgm:spPr/>
    </dgm:pt>
    <dgm:pt modelId="{363BD930-EE6D-4635-9F7C-FF7C77F17705}" type="sibTrans" cxnId="{89421289-7673-4BB5-98E3-9E5A08179C13}">
      <dgm:prSet/>
      <dgm:spPr/>
    </dgm:pt>
    <dgm:pt modelId="{61B0E188-B4D5-410E-A976-C91AB96F1C10}" type="pres">
      <dgm:prSet presAssocID="{AF0259AA-DC80-4DDE-8E05-7E4D02D9E94E}" presName="Name0" presStyleCnt="0">
        <dgm:presLayoutVars>
          <dgm:dir/>
          <dgm:animLvl val="lvl"/>
          <dgm:resizeHandles val="exact"/>
        </dgm:presLayoutVars>
      </dgm:prSet>
      <dgm:spPr/>
    </dgm:pt>
    <dgm:pt modelId="{EBDD9027-5E21-4D3B-ABF4-E446437857F9}" type="pres">
      <dgm:prSet presAssocID="{52A0771E-4295-41CE-AF98-A3C9CB768C0C}" presName="linNode" presStyleCnt="0"/>
      <dgm:spPr/>
    </dgm:pt>
    <dgm:pt modelId="{A23E0517-5866-432F-8D2A-CD88084D2715}" type="pres">
      <dgm:prSet presAssocID="{52A0771E-4295-41CE-AF98-A3C9CB768C0C}" presName="parTx" presStyleLbl="revTx" presStyleIdx="0" presStyleCnt="3">
        <dgm:presLayoutVars>
          <dgm:chMax val="1"/>
          <dgm:bulletEnabled val="1"/>
        </dgm:presLayoutVars>
      </dgm:prSet>
      <dgm:spPr/>
    </dgm:pt>
    <dgm:pt modelId="{07D3ECF2-A213-4539-B611-71CCDDEE4CEA}" type="pres">
      <dgm:prSet presAssocID="{52A0771E-4295-41CE-AF98-A3C9CB768C0C}" presName="bracket" presStyleLbl="parChTrans1D1" presStyleIdx="0" presStyleCnt="3"/>
      <dgm:spPr/>
    </dgm:pt>
    <dgm:pt modelId="{F551DC94-52A1-490E-B236-7E8783F4BB20}" type="pres">
      <dgm:prSet presAssocID="{52A0771E-4295-41CE-AF98-A3C9CB768C0C}" presName="spH" presStyleCnt="0"/>
      <dgm:spPr/>
    </dgm:pt>
    <dgm:pt modelId="{BA3D85AB-F6AA-4EA8-8FA7-E465D96E71F6}" type="pres">
      <dgm:prSet presAssocID="{52A0771E-4295-41CE-AF98-A3C9CB768C0C}" presName="desTx" presStyleLbl="node1" presStyleIdx="0" presStyleCnt="2">
        <dgm:presLayoutVars>
          <dgm:bulletEnabled val="1"/>
        </dgm:presLayoutVars>
      </dgm:prSet>
      <dgm:spPr/>
    </dgm:pt>
    <dgm:pt modelId="{4B4A1ACF-DD84-4B52-9C5C-7FC066EEC549}" type="pres">
      <dgm:prSet presAssocID="{BB36C1DF-F9F7-443E-8855-070D431FD095}" presName="spV" presStyleCnt="0"/>
      <dgm:spPr/>
    </dgm:pt>
    <dgm:pt modelId="{A15EBA25-81B8-46FF-BFA3-95AAFD3CDFF2}" type="pres">
      <dgm:prSet presAssocID="{3831BA6F-41B7-4309-BE8D-9C13D12C9913}" presName="linNode" presStyleCnt="0"/>
      <dgm:spPr/>
    </dgm:pt>
    <dgm:pt modelId="{47D97711-F544-4694-B6C5-24913C2D8327}" type="pres">
      <dgm:prSet presAssocID="{3831BA6F-41B7-4309-BE8D-9C13D12C9913}" presName="parTx" presStyleLbl="revTx" presStyleIdx="1" presStyleCnt="3">
        <dgm:presLayoutVars>
          <dgm:chMax val="1"/>
          <dgm:bulletEnabled val="1"/>
        </dgm:presLayoutVars>
      </dgm:prSet>
      <dgm:spPr/>
    </dgm:pt>
    <dgm:pt modelId="{004462BC-0C2A-4260-9A2D-61FB135EA48E}" type="pres">
      <dgm:prSet presAssocID="{3831BA6F-41B7-4309-BE8D-9C13D12C9913}" presName="bracket" presStyleLbl="parChTrans1D1" presStyleIdx="1" presStyleCnt="3"/>
      <dgm:spPr/>
    </dgm:pt>
    <dgm:pt modelId="{CD2C08CA-5B83-4BF1-9E64-EE260F800C2B}" type="pres">
      <dgm:prSet presAssocID="{3831BA6F-41B7-4309-BE8D-9C13D12C9913}" presName="spH" presStyleCnt="0"/>
      <dgm:spPr/>
    </dgm:pt>
    <dgm:pt modelId="{F1339DA8-4D81-4186-8B62-5B7DA9AEC515}" type="pres">
      <dgm:prSet presAssocID="{C8ABA90B-F133-4083-8494-5FC9A2026199}" presName="spV" presStyleCnt="0"/>
      <dgm:spPr/>
    </dgm:pt>
    <dgm:pt modelId="{BA1C4A18-B83B-4AB3-9A74-ED2863A22906}" type="pres">
      <dgm:prSet presAssocID="{E45F7E3D-FAF4-4DEB-B7BF-1B754214E024}" presName="linNode" presStyleCnt="0"/>
      <dgm:spPr/>
    </dgm:pt>
    <dgm:pt modelId="{84EBC711-623F-4238-B2DC-5200E9514112}" type="pres">
      <dgm:prSet presAssocID="{E45F7E3D-FAF4-4DEB-B7BF-1B754214E024}" presName="parTx" presStyleLbl="revTx" presStyleIdx="2" presStyleCnt="3">
        <dgm:presLayoutVars>
          <dgm:chMax val="1"/>
          <dgm:bulletEnabled val="1"/>
        </dgm:presLayoutVars>
      </dgm:prSet>
      <dgm:spPr/>
    </dgm:pt>
    <dgm:pt modelId="{594E22AB-4452-4AFA-AD54-9DD7EF2E7354}" type="pres">
      <dgm:prSet presAssocID="{E45F7E3D-FAF4-4DEB-B7BF-1B754214E024}" presName="bracket" presStyleLbl="parChTrans1D1" presStyleIdx="2" presStyleCnt="3"/>
      <dgm:spPr/>
    </dgm:pt>
    <dgm:pt modelId="{1CAB3CBB-2FFE-4F0E-8C57-197A6CD89B01}" type="pres">
      <dgm:prSet presAssocID="{E45F7E3D-FAF4-4DEB-B7BF-1B754214E024}" presName="spH" presStyleCnt="0"/>
      <dgm:spPr/>
    </dgm:pt>
    <dgm:pt modelId="{9108C6C8-C302-45DC-A669-386991A18CBF}" type="pres">
      <dgm:prSet presAssocID="{E45F7E3D-FAF4-4DEB-B7BF-1B754214E024}" presName="desTx" presStyleLbl="node1" presStyleIdx="1" presStyleCnt="2">
        <dgm:presLayoutVars>
          <dgm:bulletEnabled val="1"/>
        </dgm:presLayoutVars>
      </dgm:prSet>
      <dgm:spPr/>
    </dgm:pt>
  </dgm:ptLst>
  <dgm:cxnLst>
    <dgm:cxn modelId="{EC980413-9215-469C-A9C1-F6E9F26A9610}" srcId="{AF0259AA-DC80-4DDE-8E05-7E4D02D9E94E}" destId="{3831BA6F-41B7-4309-BE8D-9C13D12C9913}" srcOrd="1" destOrd="0" parTransId="{1670C0DD-8167-44B5-8BDC-74CDD958F903}" sibTransId="{C8ABA90B-F133-4083-8494-5FC9A2026199}"/>
    <dgm:cxn modelId="{FD66AC4C-A787-4DDD-9546-DE64F6603A3D}" srcId="{AF0259AA-DC80-4DDE-8E05-7E4D02D9E94E}" destId="{E45F7E3D-FAF4-4DEB-B7BF-1B754214E024}" srcOrd="2" destOrd="0" parTransId="{A44767E4-7EFF-4491-A20D-56E853157218}" sibTransId="{107AFE18-F633-4BDF-AD6D-113069BB55D0}"/>
    <dgm:cxn modelId="{41B45083-E1B7-4524-BDF7-79AFF144784B}" type="presOf" srcId="{D75517AE-1DD2-4A2A-8A62-5C263C34A533}" destId="{BA3D85AB-F6AA-4EA8-8FA7-E465D96E71F6}" srcOrd="0" destOrd="0" presId="urn:diagrams.loki3.com/BracketList"/>
    <dgm:cxn modelId="{EA128483-4CA2-4F07-B172-BDFA1DCDAFAE}" type="presOf" srcId="{3831BA6F-41B7-4309-BE8D-9C13D12C9913}" destId="{47D97711-F544-4694-B6C5-24913C2D8327}" srcOrd="0" destOrd="0" presId="urn:diagrams.loki3.com/BracketList"/>
    <dgm:cxn modelId="{89421289-7673-4BB5-98E3-9E5A08179C13}" srcId="{E45F7E3D-FAF4-4DEB-B7BF-1B754214E024}" destId="{BFC3C57D-DF16-4121-97E9-B222BA340FF9}" srcOrd="0" destOrd="0" parTransId="{44F71917-E0A3-403B-8CEB-284580A12A36}" sibTransId="{363BD930-EE6D-4635-9F7C-FF7C77F17705}"/>
    <dgm:cxn modelId="{F58DBB97-F75C-4879-B0EB-8131CC64DBA0}" type="presOf" srcId="{BFC3C57D-DF16-4121-97E9-B222BA340FF9}" destId="{9108C6C8-C302-45DC-A669-386991A18CBF}" srcOrd="0" destOrd="0" presId="urn:diagrams.loki3.com/BracketList"/>
    <dgm:cxn modelId="{687447B9-DF0B-4373-BCAD-81A6B77D4753}" srcId="{AF0259AA-DC80-4DDE-8E05-7E4D02D9E94E}" destId="{52A0771E-4295-41CE-AF98-A3C9CB768C0C}" srcOrd="0" destOrd="0" parTransId="{2248BE46-E101-43E7-94A0-EB0962EA928A}" sibTransId="{BB36C1DF-F9F7-443E-8855-070D431FD095}"/>
    <dgm:cxn modelId="{09CA01BE-BF03-48CC-B002-63B170D50CE0}" type="presOf" srcId="{E45F7E3D-FAF4-4DEB-B7BF-1B754214E024}" destId="{84EBC711-623F-4238-B2DC-5200E9514112}" srcOrd="0" destOrd="0" presId="urn:diagrams.loki3.com/BracketList"/>
    <dgm:cxn modelId="{FA7079CE-DE59-4ED5-9E9E-DBA6FBD8C603}" type="presOf" srcId="{52A0771E-4295-41CE-AF98-A3C9CB768C0C}" destId="{A23E0517-5866-432F-8D2A-CD88084D2715}" srcOrd="0" destOrd="0" presId="urn:diagrams.loki3.com/BracketList"/>
    <dgm:cxn modelId="{D215C1DA-8949-4B96-B513-9ED6B147B003}" type="presOf" srcId="{AF0259AA-DC80-4DDE-8E05-7E4D02D9E94E}" destId="{61B0E188-B4D5-410E-A976-C91AB96F1C10}" srcOrd="0" destOrd="0" presId="urn:diagrams.loki3.com/BracketList"/>
    <dgm:cxn modelId="{50FA6EFB-6114-4139-8F58-7981C461B713}" srcId="{52A0771E-4295-41CE-AF98-A3C9CB768C0C}" destId="{D75517AE-1DD2-4A2A-8A62-5C263C34A533}" srcOrd="0" destOrd="0" parTransId="{8640AE34-3194-45F1-99C5-D1D52584D956}" sibTransId="{05FC01B3-9CF1-434C-B981-17FA26B50081}"/>
    <dgm:cxn modelId="{768F930D-B4C8-479B-AA47-6337F8C1B850}" type="presParOf" srcId="{61B0E188-B4D5-410E-A976-C91AB96F1C10}" destId="{EBDD9027-5E21-4D3B-ABF4-E446437857F9}" srcOrd="0" destOrd="0" presId="urn:diagrams.loki3.com/BracketList"/>
    <dgm:cxn modelId="{F2C589DD-78D5-44D7-B788-F09283934CC8}" type="presParOf" srcId="{EBDD9027-5E21-4D3B-ABF4-E446437857F9}" destId="{A23E0517-5866-432F-8D2A-CD88084D2715}" srcOrd="0" destOrd="0" presId="urn:diagrams.loki3.com/BracketList"/>
    <dgm:cxn modelId="{D804F8DA-BB84-461B-BD91-758309804B4A}" type="presParOf" srcId="{EBDD9027-5E21-4D3B-ABF4-E446437857F9}" destId="{07D3ECF2-A213-4539-B611-71CCDDEE4CEA}" srcOrd="1" destOrd="0" presId="urn:diagrams.loki3.com/BracketList"/>
    <dgm:cxn modelId="{B5ABC1FE-396D-4452-B02E-AA3BD694DC81}" type="presParOf" srcId="{EBDD9027-5E21-4D3B-ABF4-E446437857F9}" destId="{F551DC94-52A1-490E-B236-7E8783F4BB20}" srcOrd="2" destOrd="0" presId="urn:diagrams.loki3.com/BracketList"/>
    <dgm:cxn modelId="{D3CBF5E9-18CB-4891-87DC-8BE93E05C206}" type="presParOf" srcId="{EBDD9027-5E21-4D3B-ABF4-E446437857F9}" destId="{BA3D85AB-F6AA-4EA8-8FA7-E465D96E71F6}" srcOrd="3" destOrd="0" presId="urn:diagrams.loki3.com/BracketList"/>
    <dgm:cxn modelId="{EE7B19A5-2AC9-4999-8A3A-03A8A1458D64}" type="presParOf" srcId="{61B0E188-B4D5-410E-A976-C91AB96F1C10}" destId="{4B4A1ACF-DD84-4B52-9C5C-7FC066EEC549}" srcOrd="1" destOrd="0" presId="urn:diagrams.loki3.com/BracketList"/>
    <dgm:cxn modelId="{6FDE360B-F411-4239-AF9A-9C8FBEEE2AD1}" type="presParOf" srcId="{61B0E188-B4D5-410E-A976-C91AB96F1C10}" destId="{A15EBA25-81B8-46FF-BFA3-95AAFD3CDFF2}" srcOrd="2" destOrd="0" presId="urn:diagrams.loki3.com/BracketList"/>
    <dgm:cxn modelId="{E47679A1-2B6C-4CF2-91E5-77A1F79E97B0}" type="presParOf" srcId="{A15EBA25-81B8-46FF-BFA3-95AAFD3CDFF2}" destId="{47D97711-F544-4694-B6C5-24913C2D8327}" srcOrd="0" destOrd="0" presId="urn:diagrams.loki3.com/BracketList"/>
    <dgm:cxn modelId="{197D5CBE-3750-44A4-9FD1-4C5C070DAF23}" type="presParOf" srcId="{A15EBA25-81B8-46FF-BFA3-95AAFD3CDFF2}" destId="{004462BC-0C2A-4260-9A2D-61FB135EA48E}" srcOrd="1" destOrd="0" presId="urn:diagrams.loki3.com/BracketList"/>
    <dgm:cxn modelId="{6FB15BFC-AF65-48DD-BF9E-C38E3F5D4A28}" type="presParOf" srcId="{A15EBA25-81B8-46FF-BFA3-95AAFD3CDFF2}" destId="{CD2C08CA-5B83-4BF1-9E64-EE260F800C2B}" srcOrd="2" destOrd="0" presId="urn:diagrams.loki3.com/BracketList"/>
    <dgm:cxn modelId="{1D3AE5CD-0544-4047-8396-7F747D40C5AB}" type="presParOf" srcId="{61B0E188-B4D5-410E-A976-C91AB96F1C10}" destId="{F1339DA8-4D81-4186-8B62-5B7DA9AEC515}" srcOrd="3" destOrd="0" presId="urn:diagrams.loki3.com/BracketList"/>
    <dgm:cxn modelId="{3D3A1EAB-E5B4-4BE8-999D-C6E727A07F22}" type="presParOf" srcId="{61B0E188-B4D5-410E-A976-C91AB96F1C10}" destId="{BA1C4A18-B83B-4AB3-9A74-ED2863A22906}" srcOrd="4" destOrd="0" presId="urn:diagrams.loki3.com/BracketList"/>
    <dgm:cxn modelId="{D1AD0FD2-EDC7-4680-9BA8-9048CAE8B8B1}" type="presParOf" srcId="{BA1C4A18-B83B-4AB3-9A74-ED2863A22906}" destId="{84EBC711-623F-4238-B2DC-5200E9514112}" srcOrd="0" destOrd="0" presId="urn:diagrams.loki3.com/BracketList"/>
    <dgm:cxn modelId="{96A39BC8-469D-498C-8570-72044EA0F387}" type="presParOf" srcId="{BA1C4A18-B83B-4AB3-9A74-ED2863A22906}" destId="{594E22AB-4452-4AFA-AD54-9DD7EF2E7354}" srcOrd="1" destOrd="0" presId="urn:diagrams.loki3.com/BracketList"/>
    <dgm:cxn modelId="{37147217-BDB3-474C-B0CC-8E2571A54B4E}" type="presParOf" srcId="{BA1C4A18-B83B-4AB3-9A74-ED2863A22906}" destId="{1CAB3CBB-2FFE-4F0E-8C57-197A6CD89B01}" srcOrd="2" destOrd="0" presId="urn:diagrams.loki3.com/BracketList"/>
    <dgm:cxn modelId="{3C796DB0-D1EF-4CBC-AB19-2C3F4288293B}" type="presParOf" srcId="{BA1C4A18-B83B-4AB3-9A74-ED2863A22906}" destId="{9108C6C8-C302-45DC-A669-386991A18CBF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E0517-5866-432F-8D2A-CD88084D2715}">
      <dsp:nvSpPr>
        <dsp:cNvPr id="0" name=""/>
        <dsp:cNvSpPr/>
      </dsp:nvSpPr>
      <dsp:spPr>
        <a:xfrm>
          <a:off x="0" y="122656"/>
          <a:ext cx="2063750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114300" rIns="320040" bIns="114300" numCol="1" spcCol="1270" anchor="ctr" anchorCtr="0">
          <a:noAutofit/>
        </a:bodyPr>
        <a:lstStyle/>
        <a:p>
          <a:pPr marL="0" lvl="0" indent="0" algn="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One</a:t>
          </a:r>
        </a:p>
      </dsp:txBody>
      <dsp:txXfrm>
        <a:off x="0" y="122656"/>
        <a:ext cx="2063750" cy="1503562"/>
      </dsp:txXfrm>
    </dsp:sp>
    <dsp:sp modelId="{07D3ECF2-A213-4539-B611-71CCDDEE4CEA}">
      <dsp:nvSpPr>
        <dsp:cNvPr id="0" name=""/>
        <dsp:cNvSpPr/>
      </dsp:nvSpPr>
      <dsp:spPr>
        <a:xfrm>
          <a:off x="2063749" y="52176"/>
          <a:ext cx="412750" cy="1644521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3D85AB-F6AA-4EA8-8FA7-E465D96E71F6}">
      <dsp:nvSpPr>
        <dsp:cNvPr id="0" name=""/>
        <dsp:cNvSpPr/>
      </dsp:nvSpPr>
      <dsp:spPr>
        <a:xfrm>
          <a:off x="2641599" y="52176"/>
          <a:ext cx="5613400" cy="16445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500" kern="1200"/>
            <a:t>Node Two has a longer label</a:t>
          </a:r>
        </a:p>
      </dsp:txBody>
      <dsp:txXfrm>
        <a:off x="2641599" y="52176"/>
        <a:ext cx="5613400" cy="1644521"/>
      </dsp:txXfrm>
    </dsp:sp>
    <dsp:sp modelId="{47D97711-F544-4694-B6C5-24913C2D8327}">
      <dsp:nvSpPr>
        <dsp:cNvPr id="0" name=""/>
        <dsp:cNvSpPr/>
      </dsp:nvSpPr>
      <dsp:spPr>
        <a:xfrm>
          <a:off x="0" y="1858698"/>
          <a:ext cx="2063750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114300" rIns="320040" bIns="114300" numCol="1" spcCol="1270" anchor="ctr" anchorCtr="0">
          <a:noAutofit/>
        </a:bodyPr>
        <a:lstStyle/>
        <a:p>
          <a:pPr marL="0" lvl="0" indent="0" algn="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Three</a:t>
          </a:r>
        </a:p>
      </dsp:txBody>
      <dsp:txXfrm>
        <a:off x="0" y="1858698"/>
        <a:ext cx="2063750" cy="1503562"/>
      </dsp:txXfrm>
    </dsp:sp>
    <dsp:sp modelId="{004462BC-0C2A-4260-9A2D-61FB135EA48E}">
      <dsp:nvSpPr>
        <dsp:cNvPr id="0" name=""/>
        <dsp:cNvSpPr/>
      </dsp:nvSpPr>
      <dsp:spPr>
        <a:xfrm>
          <a:off x="2063749" y="1858698"/>
          <a:ext cx="412750" cy="1503562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EBC711-623F-4238-B2DC-5200E9514112}">
      <dsp:nvSpPr>
        <dsp:cNvPr id="0" name=""/>
        <dsp:cNvSpPr/>
      </dsp:nvSpPr>
      <dsp:spPr>
        <a:xfrm>
          <a:off x="0" y="3524260"/>
          <a:ext cx="2063750" cy="1503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0" tIns="114300" rIns="320040" bIns="114300" numCol="1" spcCol="1270" anchor="ctr" anchorCtr="0">
          <a:noAutofit/>
        </a:bodyPr>
        <a:lstStyle/>
        <a:p>
          <a:pPr marL="0" lvl="0" indent="0" algn="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Four</a:t>
          </a:r>
        </a:p>
      </dsp:txBody>
      <dsp:txXfrm>
        <a:off x="0" y="3524260"/>
        <a:ext cx="2063750" cy="1503562"/>
      </dsp:txXfrm>
    </dsp:sp>
    <dsp:sp modelId="{594E22AB-4452-4AFA-AD54-9DD7EF2E7354}">
      <dsp:nvSpPr>
        <dsp:cNvPr id="0" name=""/>
        <dsp:cNvSpPr/>
      </dsp:nvSpPr>
      <dsp:spPr>
        <a:xfrm>
          <a:off x="2063749" y="3524260"/>
          <a:ext cx="412750" cy="1503562"/>
        </a:xfrm>
        <a:prstGeom prst="leftBrace">
          <a:avLst>
            <a:gd name="adj1" fmla="val 35000"/>
            <a:gd name="adj2" fmla="val 5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08C6C8-C302-45DC-A669-386991A18CBF}">
      <dsp:nvSpPr>
        <dsp:cNvPr id="0" name=""/>
        <dsp:cNvSpPr/>
      </dsp:nvSpPr>
      <dsp:spPr>
        <a:xfrm>
          <a:off x="2641599" y="3524260"/>
          <a:ext cx="5613400" cy="15035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500" kern="1200"/>
            <a:t>Node Five</a:t>
          </a:r>
        </a:p>
      </dsp:txBody>
      <dsp:txXfrm>
        <a:off x="2641599" y="3524260"/>
        <a:ext cx="5613400" cy="1503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450F-92CF-FE9A-DE57-7A4D74AA8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21508-C22B-1652-4CC1-9D81FD7C2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CB467-79B2-30BE-96FF-B75A28DE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7C60C-0B2E-CE9C-6CE9-12041333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263E5-ED0A-C60B-1DAE-969462FA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6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ACB8-0303-D868-986B-738FE8D50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8CDC-D96D-819E-F47D-07E2EBE76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A7EDA-8550-6430-9560-30123BB1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B2F4D-2361-49E7-CB18-676F692C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7B734-CFB1-F282-34BF-27DFCD10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75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FD06-6F8D-D787-FA69-5C35373C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EDD3-CD53-495F-30A5-3E0472C36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76EF2-C85D-38AA-E46B-7B0DDC52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E2598-9B03-CF68-03AD-3CEAFA13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205A-7457-F581-35BD-2455AE38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1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CB43-173E-9E5C-9535-559A9F21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657AB-0E83-8360-1EE2-905A2FF9A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44F28-3F9F-B8AD-5DFC-2DC455031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5F136-63FA-AB39-D6E5-A31831411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6E780-976D-C85D-2EC7-6F1DC019D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AC01D-9916-9A38-A52D-52F04A11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7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5FCA-DAA1-23EE-45C9-3DD73C23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975F6-8ABF-C3A1-77E1-E951AC85D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E667A-BEBF-9657-9D11-BD41D505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B9D07-3DEA-9989-2EE6-77004A81E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9A8B6-CA8A-677B-8726-AEFE54474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891A4-FD04-0D7F-B6E6-13AAB9E7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E391F-7EB2-5DF1-EC95-F5B9EE70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F2856-F930-5275-EC00-5BEFD52C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73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7117-45FB-3DA9-94C6-31473739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F19F8-9E88-3F74-628B-0486C485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069A8-6AA7-CED9-5580-FB33A19F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88E95-4536-F426-8BAD-8BF6A17E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0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63581-60AD-38DC-A638-4CE5CBF1C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8075D2-A675-B7E6-596B-A941D923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09D01-E53F-5D71-16E2-B8B11B7F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83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DE55-0438-823D-4826-A1206131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9579A-31C0-1DC4-7A72-A1790B8AB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2C8C4-25E1-4CC8-0A18-D4619E9D4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67F85-A498-5DEE-21B4-85046C59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F9B73-A210-20E5-BFCA-C5E89EF6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A4FFD-BBA3-ADD9-5DDA-B4BBB4FB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4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4D4E-235C-7373-1A90-4DD5B41D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862A9-47EE-CAB3-B940-631F88716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517C6-B367-18AB-80D1-081B09FE3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C5477-AFF7-ABBE-6A8B-9BB4E24B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34E9C-BD94-2B88-009F-908ED83F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9F86B-03D0-B8A7-337B-73AF61385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00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96AA-FA80-BC52-AAE3-331595ED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170A3-E061-1AEE-4DF0-4D0063269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EADA1-5B2B-4486-1701-29718C74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52E06-779F-190C-A3FC-1DF99916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B1394-8EED-9367-7CE7-A8EC0D40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3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306E2-2440-51D0-C4D6-300D4CC3C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A1A51-2764-5536-6982-9297D60EE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53AE2-F114-0BFA-D5BC-7149F67D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55488-5942-1985-C7F4-8B647975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8D18-E905-80EF-0D7D-573C799B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1EEC50-C0A3-6FA1-BCB0-33270E45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6F42B-AFC4-2877-E9D4-39101B97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80DA8-82A5-4088-A76E-F6D6DFEC3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2EE9C-61D7-404C-99FC-4515E8B929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6B256-EAAA-CD8E-7CE0-4986C635D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522C0-6E00-EEAB-F5F3-839F0D7DD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3308E-A9B8-408E-BB1D-01A8398E5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3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1916AB5-72EC-E7EF-EB44-5F11A64A2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919580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7473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2026-09-06T08:12:38Z</dcterms:created>
  <dcterms:modified xsi:type="dcterms:W3CDTF">2026-09-06T08:12:39Z</dcterms:modified>
</cp:coreProperties>
</file>