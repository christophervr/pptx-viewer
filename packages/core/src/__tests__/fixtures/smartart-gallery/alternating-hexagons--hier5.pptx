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57DCB1-10BA-46E2-9805-DD2A3605B1B4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4B9774-EADF-4512-AEB3-32C2012FB90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FA63EEC-6358-4ECE-80EE-C8218E50EB80}" type="parTrans" cxnId="{02F8F75C-5D74-40A3-82D0-94A9D9E27589}">
      <dgm:prSet/>
      <dgm:spPr/>
    </dgm:pt>
    <dgm:pt modelId="{C5BCBC85-3401-4685-8685-9D50B3FF718D}" type="sibTrans" cxnId="{02F8F75C-5D74-40A3-82D0-94A9D9E27589}">
      <dgm:prSet/>
      <dgm:spPr/>
      <dgm:t>
        <a:bodyPr/>
        <a:lstStyle/>
        <a:p>
          <a:endParaRPr lang="en-US"/>
        </a:p>
      </dgm:t>
    </dgm:pt>
    <dgm:pt modelId="{D40EC205-F379-491E-85FF-D53478D7D35C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4B6E5E8-26A1-4A1C-93BB-0617274BA3BE}" type="parTrans" cxnId="{88445CC9-4F04-4F65-9B78-AEF4A8CDE5BD}">
      <dgm:prSet/>
      <dgm:spPr/>
    </dgm:pt>
    <dgm:pt modelId="{D912EA9C-1FFC-4465-9238-7D3D92E646E3}" type="sibTrans" cxnId="{88445CC9-4F04-4F65-9B78-AEF4A8CDE5BD}">
      <dgm:prSet/>
      <dgm:spPr/>
      <dgm:t>
        <a:bodyPr/>
        <a:lstStyle/>
        <a:p>
          <a:endParaRPr lang="en-US"/>
        </a:p>
      </dgm:t>
    </dgm:pt>
    <dgm:pt modelId="{DC309C8A-E0DC-4314-9B2E-E47EE140650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A282583-4475-4D22-AE92-D0BF0F083261}" type="parTrans" cxnId="{793A0C8F-AD34-49A0-949C-CF9CC194C93A}">
      <dgm:prSet/>
      <dgm:spPr/>
    </dgm:pt>
    <dgm:pt modelId="{58C1D4BF-FADF-4367-A0E4-361C0FEAE1E4}" type="sibTrans" cxnId="{793A0C8F-AD34-49A0-949C-CF9CC194C93A}">
      <dgm:prSet/>
      <dgm:spPr/>
      <dgm:t>
        <a:bodyPr/>
        <a:lstStyle/>
        <a:p>
          <a:endParaRPr lang="en-US"/>
        </a:p>
      </dgm:t>
    </dgm:pt>
    <dgm:pt modelId="{4FF7110A-35E1-41C8-A2C7-0AE02136A0F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3A93181-E63C-4350-9D9F-882ABEA9BF2C}" type="parTrans" cxnId="{67B46F45-79D4-401E-A5B8-ED7112D36E55}">
      <dgm:prSet/>
      <dgm:spPr/>
    </dgm:pt>
    <dgm:pt modelId="{7D45DCB6-8865-4E16-94FE-B4D83AA69457}" type="sibTrans" cxnId="{67B46F45-79D4-401E-A5B8-ED7112D36E55}">
      <dgm:prSet/>
      <dgm:spPr/>
      <dgm:t>
        <a:bodyPr/>
        <a:lstStyle/>
        <a:p>
          <a:endParaRPr lang="en-US"/>
        </a:p>
      </dgm:t>
    </dgm:pt>
    <dgm:pt modelId="{CC43E0B5-35A4-4240-BB30-23307F594AE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D35C555-EA9B-40F2-9185-369657919FD0}" type="parTrans" cxnId="{906F534C-39D0-41A3-90D0-EF8C6B504E4F}">
      <dgm:prSet/>
      <dgm:spPr/>
    </dgm:pt>
    <dgm:pt modelId="{A21F06A3-3B0B-4FA8-88BB-E281A00DB32D}" type="sibTrans" cxnId="{906F534C-39D0-41A3-90D0-EF8C6B504E4F}">
      <dgm:prSet/>
      <dgm:spPr/>
      <dgm:t>
        <a:bodyPr/>
        <a:lstStyle/>
        <a:p>
          <a:endParaRPr lang="en-US"/>
        </a:p>
      </dgm:t>
    </dgm:pt>
    <dgm:pt modelId="{CDF62C24-7D93-4904-AFFD-FF821AD197E2}" type="pres">
      <dgm:prSet presAssocID="{7757DCB1-10BA-46E2-9805-DD2A3605B1B4}" presName="Name0" presStyleCnt="0">
        <dgm:presLayoutVars>
          <dgm:chMax/>
          <dgm:chPref/>
          <dgm:dir/>
          <dgm:animLvl val="lvl"/>
        </dgm:presLayoutVars>
      </dgm:prSet>
      <dgm:spPr/>
    </dgm:pt>
    <dgm:pt modelId="{13D48E2A-E90F-41FD-9892-2F2C2103E38A}" type="pres">
      <dgm:prSet presAssocID="{CC4B9774-EADF-4512-AEB3-32C2012FB905}" presName="composite" presStyleCnt="0"/>
      <dgm:spPr/>
    </dgm:pt>
    <dgm:pt modelId="{B80EA142-D587-4554-89B0-888BD3B0E33E}" type="pres">
      <dgm:prSet presAssocID="{CC4B9774-EADF-4512-AEB3-32C2012FB905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65CF73D0-71DF-47FD-962B-397F7C1ABFA7}" type="pres">
      <dgm:prSet presAssocID="{CC4B9774-EADF-4512-AEB3-32C2012FB905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717D357-BB1D-47C6-9392-2F374611049F}" type="pres">
      <dgm:prSet presAssocID="{CC4B9774-EADF-4512-AEB3-32C2012FB905}" presName="BalanceSpacing" presStyleCnt="0"/>
      <dgm:spPr/>
    </dgm:pt>
    <dgm:pt modelId="{8F964C9A-3212-4437-878D-3DFAE3200F5B}" type="pres">
      <dgm:prSet presAssocID="{CC4B9774-EADF-4512-AEB3-32C2012FB905}" presName="BalanceSpacing1" presStyleCnt="0"/>
      <dgm:spPr/>
    </dgm:pt>
    <dgm:pt modelId="{BB028CAB-BD8C-4558-9F2D-5CE191C7EBA2}" type="pres">
      <dgm:prSet presAssocID="{C5BCBC85-3401-4685-8685-9D50B3FF718D}" presName="Accent1Text" presStyleLbl="node1" presStyleIdx="1" presStyleCnt="6"/>
      <dgm:spPr/>
    </dgm:pt>
    <dgm:pt modelId="{29046E18-DA4D-4DF0-8D39-3FB459B6A7B7}" type="pres">
      <dgm:prSet presAssocID="{C5BCBC85-3401-4685-8685-9D50B3FF718D}" presName="spaceBetweenRectangles" presStyleCnt="0"/>
      <dgm:spPr/>
    </dgm:pt>
    <dgm:pt modelId="{ABAE8187-2748-4769-96E2-3397484521A3}" type="pres">
      <dgm:prSet presAssocID="{DC309C8A-E0DC-4314-9B2E-E47EE1406501}" presName="composite" presStyleCnt="0"/>
      <dgm:spPr/>
    </dgm:pt>
    <dgm:pt modelId="{E1D7FDBC-7213-45E3-A6A0-C7A84EB1A4D6}" type="pres">
      <dgm:prSet presAssocID="{DC309C8A-E0DC-4314-9B2E-E47EE1406501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4EB6AC9D-E455-401A-BF1E-9EC9D82AA1AA}" type="pres">
      <dgm:prSet presAssocID="{DC309C8A-E0DC-4314-9B2E-E47EE1406501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8263673D-823B-4076-9472-6712E0B9A244}" type="pres">
      <dgm:prSet presAssocID="{DC309C8A-E0DC-4314-9B2E-E47EE1406501}" presName="BalanceSpacing" presStyleCnt="0"/>
      <dgm:spPr/>
    </dgm:pt>
    <dgm:pt modelId="{8A8736B2-FE88-4D81-8E5E-F8AF6D7950FE}" type="pres">
      <dgm:prSet presAssocID="{DC309C8A-E0DC-4314-9B2E-E47EE1406501}" presName="BalanceSpacing1" presStyleCnt="0"/>
      <dgm:spPr/>
    </dgm:pt>
    <dgm:pt modelId="{70CD5EEB-A600-4552-B20B-37C4359A2807}" type="pres">
      <dgm:prSet presAssocID="{58C1D4BF-FADF-4367-A0E4-361C0FEAE1E4}" presName="Accent1Text" presStyleLbl="node1" presStyleIdx="3" presStyleCnt="6"/>
      <dgm:spPr/>
    </dgm:pt>
    <dgm:pt modelId="{FABC40BB-D198-4BA8-9F53-D30A14B076A8}" type="pres">
      <dgm:prSet presAssocID="{58C1D4BF-FADF-4367-A0E4-361C0FEAE1E4}" presName="spaceBetweenRectangles" presStyleCnt="0"/>
      <dgm:spPr/>
    </dgm:pt>
    <dgm:pt modelId="{4C22E08B-36B4-49A8-9FC3-33E39ADC79A1}" type="pres">
      <dgm:prSet presAssocID="{4FF7110A-35E1-41C8-A2C7-0AE02136A0F5}" presName="composite" presStyleCnt="0"/>
      <dgm:spPr/>
    </dgm:pt>
    <dgm:pt modelId="{57F138DA-9064-42F2-B2A0-D1D8FEE29F0A}" type="pres">
      <dgm:prSet presAssocID="{4FF7110A-35E1-41C8-A2C7-0AE02136A0F5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0F107CE0-2B02-43B8-A422-ACD1353541AC}" type="pres">
      <dgm:prSet presAssocID="{4FF7110A-35E1-41C8-A2C7-0AE02136A0F5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DACD705D-B7AA-4E38-9CFC-30A9438F4C1C}" type="pres">
      <dgm:prSet presAssocID="{4FF7110A-35E1-41C8-A2C7-0AE02136A0F5}" presName="BalanceSpacing" presStyleCnt="0"/>
      <dgm:spPr/>
    </dgm:pt>
    <dgm:pt modelId="{A1DCDE33-330B-4192-9430-D31ADAC1C57D}" type="pres">
      <dgm:prSet presAssocID="{4FF7110A-35E1-41C8-A2C7-0AE02136A0F5}" presName="BalanceSpacing1" presStyleCnt="0"/>
      <dgm:spPr/>
    </dgm:pt>
    <dgm:pt modelId="{491D7302-D2A0-492A-90E9-62C698863E8E}" type="pres">
      <dgm:prSet presAssocID="{7D45DCB6-8865-4E16-94FE-B4D83AA69457}" presName="Accent1Text" presStyleLbl="node1" presStyleIdx="5" presStyleCnt="6"/>
      <dgm:spPr/>
    </dgm:pt>
  </dgm:ptLst>
  <dgm:cxnLst>
    <dgm:cxn modelId="{02F8F75C-5D74-40A3-82D0-94A9D9E27589}" srcId="{7757DCB1-10BA-46E2-9805-DD2A3605B1B4}" destId="{CC4B9774-EADF-4512-AEB3-32C2012FB905}" srcOrd="0" destOrd="0" parTransId="{2FA63EEC-6358-4ECE-80EE-C8218E50EB80}" sibTransId="{C5BCBC85-3401-4685-8685-9D50B3FF718D}"/>
    <dgm:cxn modelId="{67B46F45-79D4-401E-A5B8-ED7112D36E55}" srcId="{7757DCB1-10BA-46E2-9805-DD2A3605B1B4}" destId="{4FF7110A-35E1-41C8-A2C7-0AE02136A0F5}" srcOrd="2" destOrd="0" parTransId="{93A93181-E63C-4350-9D9F-882ABEA9BF2C}" sibTransId="{7D45DCB6-8865-4E16-94FE-B4D83AA69457}"/>
    <dgm:cxn modelId="{906F534C-39D0-41A3-90D0-EF8C6B504E4F}" srcId="{4FF7110A-35E1-41C8-A2C7-0AE02136A0F5}" destId="{CC43E0B5-35A4-4240-BB30-23307F594AE2}" srcOrd="0" destOrd="0" parTransId="{AD35C555-EA9B-40F2-9185-369657919FD0}" sibTransId="{A21F06A3-3B0B-4FA8-88BB-E281A00DB32D}"/>
    <dgm:cxn modelId="{B5B3986D-AD29-4329-94A8-DC7547AFECE9}" type="presOf" srcId="{C5BCBC85-3401-4685-8685-9D50B3FF718D}" destId="{BB028CAB-BD8C-4558-9F2D-5CE191C7EBA2}" srcOrd="0" destOrd="0" presId="urn:microsoft.com/office/officeart/2008/layout/AlternatingHexagons"/>
    <dgm:cxn modelId="{793A0C8F-AD34-49A0-949C-CF9CC194C93A}" srcId="{7757DCB1-10BA-46E2-9805-DD2A3605B1B4}" destId="{DC309C8A-E0DC-4314-9B2E-E47EE1406501}" srcOrd="1" destOrd="0" parTransId="{AA282583-4475-4D22-AE92-D0BF0F083261}" sibTransId="{58C1D4BF-FADF-4367-A0E4-361C0FEAE1E4}"/>
    <dgm:cxn modelId="{04857693-D1FC-4ECA-B9AB-A36276C3AE67}" type="presOf" srcId="{58C1D4BF-FADF-4367-A0E4-361C0FEAE1E4}" destId="{70CD5EEB-A600-4552-B20B-37C4359A2807}" srcOrd="0" destOrd="0" presId="urn:microsoft.com/office/officeart/2008/layout/AlternatingHexagons"/>
    <dgm:cxn modelId="{278571B9-D847-49A4-B465-56A5379B9EAE}" type="presOf" srcId="{DC309C8A-E0DC-4314-9B2E-E47EE1406501}" destId="{E1D7FDBC-7213-45E3-A6A0-C7A84EB1A4D6}" srcOrd="0" destOrd="0" presId="urn:microsoft.com/office/officeart/2008/layout/AlternatingHexagons"/>
    <dgm:cxn modelId="{DA3AE6C5-B2F6-4E5A-B23C-311366991153}" type="presOf" srcId="{D40EC205-F379-491E-85FF-D53478D7D35C}" destId="{65CF73D0-71DF-47FD-962B-397F7C1ABFA7}" srcOrd="0" destOrd="0" presId="urn:microsoft.com/office/officeart/2008/layout/AlternatingHexagons"/>
    <dgm:cxn modelId="{88445CC9-4F04-4F65-9B78-AEF4A8CDE5BD}" srcId="{CC4B9774-EADF-4512-AEB3-32C2012FB905}" destId="{D40EC205-F379-491E-85FF-D53478D7D35C}" srcOrd="0" destOrd="0" parTransId="{C4B6E5E8-26A1-4A1C-93BB-0617274BA3BE}" sibTransId="{D912EA9C-1FFC-4465-9238-7D3D92E646E3}"/>
    <dgm:cxn modelId="{AF6DE6E4-9891-495A-8B46-90999724394E}" type="presOf" srcId="{7757DCB1-10BA-46E2-9805-DD2A3605B1B4}" destId="{CDF62C24-7D93-4904-AFFD-FF821AD197E2}" srcOrd="0" destOrd="0" presId="urn:microsoft.com/office/officeart/2008/layout/AlternatingHexagons"/>
    <dgm:cxn modelId="{7E18B0E7-3EDA-4B06-AA5D-9A0F9E68C8F0}" type="presOf" srcId="{CC4B9774-EADF-4512-AEB3-32C2012FB905}" destId="{B80EA142-D587-4554-89B0-888BD3B0E33E}" srcOrd="0" destOrd="0" presId="urn:microsoft.com/office/officeart/2008/layout/AlternatingHexagons"/>
    <dgm:cxn modelId="{B280F5F6-BFB2-4114-AF4B-EAB0E636A028}" type="presOf" srcId="{4FF7110A-35E1-41C8-A2C7-0AE02136A0F5}" destId="{57F138DA-9064-42F2-B2A0-D1D8FEE29F0A}" srcOrd="0" destOrd="0" presId="urn:microsoft.com/office/officeart/2008/layout/AlternatingHexagons"/>
    <dgm:cxn modelId="{694568F7-CCBE-4436-B57B-4C2196B9F0E3}" type="presOf" srcId="{CC43E0B5-35A4-4240-BB30-23307F594AE2}" destId="{0F107CE0-2B02-43B8-A422-ACD1353541AC}" srcOrd="0" destOrd="0" presId="urn:microsoft.com/office/officeart/2008/layout/AlternatingHexagons"/>
    <dgm:cxn modelId="{ED34DFFC-206D-461D-8171-37CF87DBE3D5}" type="presOf" srcId="{7D45DCB6-8865-4E16-94FE-B4D83AA69457}" destId="{491D7302-D2A0-492A-90E9-62C698863E8E}" srcOrd="0" destOrd="0" presId="urn:microsoft.com/office/officeart/2008/layout/AlternatingHexagons"/>
    <dgm:cxn modelId="{C53AF215-3B8F-4EA2-8C78-52D453027468}" type="presParOf" srcId="{CDF62C24-7D93-4904-AFFD-FF821AD197E2}" destId="{13D48E2A-E90F-41FD-9892-2F2C2103E38A}" srcOrd="0" destOrd="0" presId="urn:microsoft.com/office/officeart/2008/layout/AlternatingHexagons"/>
    <dgm:cxn modelId="{F3A752E6-8E3F-4707-A08F-B179493576E9}" type="presParOf" srcId="{13D48E2A-E90F-41FD-9892-2F2C2103E38A}" destId="{B80EA142-D587-4554-89B0-888BD3B0E33E}" srcOrd="0" destOrd="0" presId="urn:microsoft.com/office/officeart/2008/layout/AlternatingHexagons"/>
    <dgm:cxn modelId="{2767548C-EB77-46BA-BEF9-93FEFC8FF4CF}" type="presParOf" srcId="{13D48E2A-E90F-41FD-9892-2F2C2103E38A}" destId="{65CF73D0-71DF-47FD-962B-397F7C1ABFA7}" srcOrd="1" destOrd="0" presId="urn:microsoft.com/office/officeart/2008/layout/AlternatingHexagons"/>
    <dgm:cxn modelId="{B2169F36-0EEC-4D6F-BE25-46E5F57180B1}" type="presParOf" srcId="{13D48E2A-E90F-41FD-9892-2F2C2103E38A}" destId="{8717D357-BB1D-47C6-9392-2F374611049F}" srcOrd="2" destOrd="0" presId="urn:microsoft.com/office/officeart/2008/layout/AlternatingHexagons"/>
    <dgm:cxn modelId="{F65FF7DC-0D0A-4756-A742-391D0CCFF6A6}" type="presParOf" srcId="{13D48E2A-E90F-41FD-9892-2F2C2103E38A}" destId="{8F964C9A-3212-4437-878D-3DFAE3200F5B}" srcOrd="3" destOrd="0" presId="urn:microsoft.com/office/officeart/2008/layout/AlternatingHexagons"/>
    <dgm:cxn modelId="{8E29923F-A5D2-4BB4-909C-B27944D40CCA}" type="presParOf" srcId="{13D48E2A-E90F-41FD-9892-2F2C2103E38A}" destId="{BB028CAB-BD8C-4558-9F2D-5CE191C7EBA2}" srcOrd="4" destOrd="0" presId="urn:microsoft.com/office/officeart/2008/layout/AlternatingHexagons"/>
    <dgm:cxn modelId="{3E63C2E1-80A2-4307-A4F5-E9540F1C6635}" type="presParOf" srcId="{CDF62C24-7D93-4904-AFFD-FF821AD197E2}" destId="{29046E18-DA4D-4DF0-8D39-3FB459B6A7B7}" srcOrd="1" destOrd="0" presId="urn:microsoft.com/office/officeart/2008/layout/AlternatingHexagons"/>
    <dgm:cxn modelId="{16B0CE92-6A10-4A3B-824A-FEE852DEE7F1}" type="presParOf" srcId="{CDF62C24-7D93-4904-AFFD-FF821AD197E2}" destId="{ABAE8187-2748-4769-96E2-3397484521A3}" srcOrd="2" destOrd="0" presId="urn:microsoft.com/office/officeart/2008/layout/AlternatingHexagons"/>
    <dgm:cxn modelId="{DE3FAD2E-3909-4B19-B927-F6D90D298B16}" type="presParOf" srcId="{ABAE8187-2748-4769-96E2-3397484521A3}" destId="{E1D7FDBC-7213-45E3-A6A0-C7A84EB1A4D6}" srcOrd="0" destOrd="0" presId="urn:microsoft.com/office/officeart/2008/layout/AlternatingHexagons"/>
    <dgm:cxn modelId="{0E7FA5D1-26A1-4DC4-A0AA-9772A71DA1F5}" type="presParOf" srcId="{ABAE8187-2748-4769-96E2-3397484521A3}" destId="{4EB6AC9D-E455-401A-BF1E-9EC9D82AA1AA}" srcOrd="1" destOrd="0" presId="urn:microsoft.com/office/officeart/2008/layout/AlternatingHexagons"/>
    <dgm:cxn modelId="{90C76224-C6B7-46DC-8CB1-C0D94CB3B235}" type="presParOf" srcId="{ABAE8187-2748-4769-96E2-3397484521A3}" destId="{8263673D-823B-4076-9472-6712E0B9A244}" srcOrd="2" destOrd="0" presId="urn:microsoft.com/office/officeart/2008/layout/AlternatingHexagons"/>
    <dgm:cxn modelId="{10348C15-5C3A-485E-BFFB-14A61CEC3C61}" type="presParOf" srcId="{ABAE8187-2748-4769-96E2-3397484521A3}" destId="{8A8736B2-FE88-4D81-8E5E-F8AF6D7950FE}" srcOrd="3" destOrd="0" presId="urn:microsoft.com/office/officeart/2008/layout/AlternatingHexagons"/>
    <dgm:cxn modelId="{CCFFCAA7-45BB-4318-82F4-66A46F8BC39A}" type="presParOf" srcId="{ABAE8187-2748-4769-96E2-3397484521A3}" destId="{70CD5EEB-A600-4552-B20B-37C4359A2807}" srcOrd="4" destOrd="0" presId="urn:microsoft.com/office/officeart/2008/layout/AlternatingHexagons"/>
    <dgm:cxn modelId="{D101CCA5-5E4D-4B3E-A36F-601410A65773}" type="presParOf" srcId="{CDF62C24-7D93-4904-AFFD-FF821AD197E2}" destId="{FABC40BB-D198-4BA8-9F53-D30A14B076A8}" srcOrd="3" destOrd="0" presId="urn:microsoft.com/office/officeart/2008/layout/AlternatingHexagons"/>
    <dgm:cxn modelId="{7940A1A1-B3A5-46EF-84FE-E30E4EE3172C}" type="presParOf" srcId="{CDF62C24-7D93-4904-AFFD-FF821AD197E2}" destId="{4C22E08B-36B4-49A8-9FC3-33E39ADC79A1}" srcOrd="4" destOrd="0" presId="urn:microsoft.com/office/officeart/2008/layout/AlternatingHexagons"/>
    <dgm:cxn modelId="{472B7F06-89EE-4039-930C-0803FD1AC96A}" type="presParOf" srcId="{4C22E08B-36B4-49A8-9FC3-33E39ADC79A1}" destId="{57F138DA-9064-42F2-B2A0-D1D8FEE29F0A}" srcOrd="0" destOrd="0" presId="urn:microsoft.com/office/officeart/2008/layout/AlternatingHexagons"/>
    <dgm:cxn modelId="{588060F2-AB1E-44FE-9359-4FCC5858E9CF}" type="presParOf" srcId="{4C22E08B-36B4-49A8-9FC3-33E39ADC79A1}" destId="{0F107CE0-2B02-43B8-A422-ACD1353541AC}" srcOrd="1" destOrd="0" presId="urn:microsoft.com/office/officeart/2008/layout/AlternatingHexagons"/>
    <dgm:cxn modelId="{3A1F874B-B250-415C-ABE2-FEE6A88320A7}" type="presParOf" srcId="{4C22E08B-36B4-49A8-9FC3-33E39ADC79A1}" destId="{DACD705D-B7AA-4E38-9CFC-30A9438F4C1C}" srcOrd="2" destOrd="0" presId="urn:microsoft.com/office/officeart/2008/layout/AlternatingHexagons"/>
    <dgm:cxn modelId="{C9A54EF2-7106-4D4A-9780-16B729ED2FE0}" type="presParOf" srcId="{4C22E08B-36B4-49A8-9FC3-33E39ADC79A1}" destId="{A1DCDE33-330B-4192-9430-D31ADAC1C57D}" srcOrd="3" destOrd="0" presId="urn:microsoft.com/office/officeart/2008/layout/AlternatingHexagons"/>
    <dgm:cxn modelId="{75404BC3-CD79-4CEC-B580-BD390B7E49A8}" type="presParOf" srcId="{4C22E08B-36B4-49A8-9FC3-33E39ADC79A1}" destId="{491D7302-D2A0-492A-90E9-62C698863E8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0EA142-D587-4554-89B0-888BD3B0E33E}">
      <dsp:nvSpPr>
        <dsp:cNvPr id="0" name=""/>
        <dsp:cNvSpPr/>
      </dsp:nvSpPr>
      <dsp:spPr>
        <a:xfrm rot="5400000">
          <a:off x="3605704" y="125143"/>
          <a:ext cx="1881022" cy="163648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One</a:t>
          </a:r>
        </a:p>
      </dsp:txBody>
      <dsp:txXfrm rot="-5400000">
        <a:off x="3982990" y="296003"/>
        <a:ext cx="1126449" cy="1294770"/>
      </dsp:txXfrm>
    </dsp:sp>
    <dsp:sp modelId="{65CF73D0-71DF-47FD-962B-397F7C1ABFA7}">
      <dsp:nvSpPr>
        <dsp:cNvPr id="0" name=""/>
        <dsp:cNvSpPr/>
      </dsp:nvSpPr>
      <dsp:spPr>
        <a:xfrm>
          <a:off x="5414119" y="379081"/>
          <a:ext cx="2099220" cy="1128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Two has a longer label</a:t>
          </a:r>
        </a:p>
      </dsp:txBody>
      <dsp:txXfrm>
        <a:off x="5414119" y="379081"/>
        <a:ext cx="2099220" cy="1128613"/>
      </dsp:txXfrm>
    </dsp:sp>
    <dsp:sp modelId="{BB028CAB-BD8C-4558-9F2D-5CE191C7EBA2}">
      <dsp:nvSpPr>
        <dsp:cNvPr id="0" name=""/>
        <dsp:cNvSpPr/>
      </dsp:nvSpPr>
      <dsp:spPr>
        <a:xfrm rot="5400000">
          <a:off x="1838296" y="125143"/>
          <a:ext cx="1881022" cy="163648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215582" y="296003"/>
        <a:ext cx="1126449" cy="1294770"/>
      </dsp:txXfrm>
    </dsp:sp>
    <dsp:sp modelId="{E1D7FDBC-7213-45E3-A6A0-C7A84EB1A4D6}">
      <dsp:nvSpPr>
        <dsp:cNvPr id="0" name=""/>
        <dsp:cNvSpPr/>
      </dsp:nvSpPr>
      <dsp:spPr>
        <a:xfrm rot="5400000">
          <a:off x="2718614" y="1721755"/>
          <a:ext cx="1881022" cy="163648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Three</a:t>
          </a:r>
        </a:p>
      </dsp:txBody>
      <dsp:txXfrm rot="-5400000">
        <a:off x="3095900" y="1892615"/>
        <a:ext cx="1126449" cy="1294770"/>
      </dsp:txXfrm>
    </dsp:sp>
    <dsp:sp modelId="{4EB6AC9D-E455-401A-BF1E-9EC9D82AA1AA}">
      <dsp:nvSpPr>
        <dsp:cNvPr id="0" name=""/>
        <dsp:cNvSpPr/>
      </dsp:nvSpPr>
      <dsp:spPr>
        <a:xfrm>
          <a:off x="741660" y="1975693"/>
          <a:ext cx="2031503" cy="1128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D5EEB-A600-4552-B20B-37C4359A2807}">
      <dsp:nvSpPr>
        <dsp:cNvPr id="0" name=""/>
        <dsp:cNvSpPr/>
      </dsp:nvSpPr>
      <dsp:spPr>
        <a:xfrm rot="5400000">
          <a:off x="4486022" y="1721755"/>
          <a:ext cx="1881022" cy="163648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863308" y="1892615"/>
        <a:ext cx="1126449" cy="1294770"/>
      </dsp:txXfrm>
    </dsp:sp>
    <dsp:sp modelId="{57F138DA-9064-42F2-B2A0-D1D8FEE29F0A}">
      <dsp:nvSpPr>
        <dsp:cNvPr id="0" name=""/>
        <dsp:cNvSpPr/>
      </dsp:nvSpPr>
      <dsp:spPr>
        <a:xfrm rot="5400000">
          <a:off x="3605704" y="3318366"/>
          <a:ext cx="1881022" cy="163648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Four</a:t>
          </a:r>
        </a:p>
      </dsp:txBody>
      <dsp:txXfrm rot="-5400000">
        <a:off x="3982990" y="3489226"/>
        <a:ext cx="1126449" cy="1294770"/>
      </dsp:txXfrm>
    </dsp:sp>
    <dsp:sp modelId="{0F107CE0-2B02-43B8-A422-ACD1353541AC}">
      <dsp:nvSpPr>
        <dsp:cNvPr id="0" name=""/>
        <dsp:cNvSpPr/>
      </dsp:nvSpPr>
      <dsp:spPr>
        <a:xfrm>
          <a:off x="5414119" y="3572304"/>
          <a:ext cx="2099220" cy="1128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Five</a:t>
          </a:r>
        </a:p>
      </dsp:txBody>
      <dsp:txXfrm>
        <a:off x="5414119" y="3572304"/>
        <a:ext cx="2099220" cy="1128613"/>
      </dsp:txXfrm>
    </dsp:sp>
    <dsp:sp modelId="{491D7302-D2A0-492A-90E9-62C698863E8E}">
      <dsp:nvSpPr>
        <dsp:cNvPr id="0" name=""/>
        <dsp:cNvSpPr/>
      </dsp:nvSpPr>
      <dsp:spPr>
        <a:xfrm rot="5400000">
          <a:off x="1838296" y="3318366"/>
          <a:ext cx="1881022" cy="1636489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215582" y="3489226"/>
        <a:ext cx="1126449" cy="1294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4E20-0F3F-FE44-065B-D845E36C1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BF30D-71DC-4987-CEEB-FC5FD71B2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8FCC-5C1B-8267-14C6-916C5AFE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3C251-1410-5746-0936-AB36C777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2EDB2-428F-D3B8-5914-8400A7E7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5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BF5F-1FBC-0544-D02D-C93FDA40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713C9-3952-7E1E-13AC-D2CE56335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252B0-6D60-6688-1764-4201877C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2B8DF-1E77-6519-10E6-6B83404A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ECCE0-C675-FB97-1822-30CCB72F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3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E4963-6D05-AF2E-49CC-8E5A9E55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3D631-76AD-B09A-66EC-2EC87921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5EBB2-650A-308D-B827-F2F373BD9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3B2B5-3CA8-AE67-55C0-86E71340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AF800-C385-6ADA-391A-3BFAB80F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3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8E54-3118-99F8-6696-D3755F18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20709-E3F2-1A2E-CB1D-E5CA0A5C7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81636-3E90-65C5-A5A1-2FDAF779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45E04-5FB9-6B26-684A-D8C92021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20E42-A839-5E08-404E-9C478C64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BC957-82AA-ADE2-EFC9-7E2B907A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4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76C8E-8D69-E9BF-90B1-E32B93286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AE518-5E2E-9F8E-3C77-155D9F064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6FD68-31F3-DFCC-5AD0-B2B987B5B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8802E-6254-25F9-5E0B-E070763B8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B9E46-132B-E7E1-5A70-2963CA45F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63CDB-F4B8-CC02-D34A-0ABDF53E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AC727-2E02-132A-3F84-A1CEA987F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D685D-C016-8186-8C34-4BF5BA93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3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3FCB-93ED-10F3-7DE3-9478F340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138CE2-EA7A-6F34-D85C-1579FD0F7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0B733-F360-B574-94E9-6F1947E8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62C6A-AC08-2C17-7038-63CB25CD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9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7C88E2-963C-847D-C9E4-F97BB09D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0A4C7-9822-70D8-8571-E1123934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0A7CC-175F-1E43-F9E3-EFDA1A17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95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6436-488D-4BD5-6895-BBADC729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7761-2C91-283F-B1CF-DD0D8DD34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A379E-44A4-C84F-188D-6B13846D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C3327-0A08-D845-FC29-FA796A66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29D61-3550-C64A-70DF-1DE8B7A0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B51D9-93F1-55D5-C178-734B33CB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0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9079-3B9D-EBD0-AC52-ED068A090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D0982-B6DE-E6A2-7264-3A0D603A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DABF4-CF90-552C-F159-F990B0092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8ADA0-18D3-A408-8B9C-C6752AC31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D222F-0938-3E37-FEB0-CBC91AAA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49A5A-4B3C-3720-95FD-FF3B3E9B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3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6885-0750-8FF7-CED2-CBE8A0EA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93AE7-5D46-1D22-CD0B-86054B99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14261-C1C8-A315-9A03-5D1AFBFD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C34DE-1AE8-6F43-4EB3-BE24E63B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CB946-03D2-8EDD-0754-48F70ADA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290D2-FE88-0EE0-3F82-E45D850A36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B01D4-CE55-50D8-14F6-22F90DE56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2552-A046-EDEF-B1D8-835BAC2B0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3CD8C-2E33-5F20-BCFC-3C8B2EB9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C950-C870-BF0F-10CB-B383D038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4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1F7A3-89ED-B750-3DAF-4A3419CD0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347D5-D837-E147-18EE-B61600B92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9A36-670B-0B1E-9D37-1DB79E215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BA481-A494-4737-9E5A-7A01AF26662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E418E-D58B-A146-8E59-2C63E4EBA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EA4B3-B89C-2D22-393B-6E6DE648A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CDC43-B35B-418E-A6F3-4385AAB8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B8FDCB-7991-1278-A668-151BC8B60E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415323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119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2026-09-06T08:12:33Z</dcterms:created>
  <dcterms:modified xsi:type="dcterms:W3CDTF">2026-09-06T08:12:34Z</dcterms:modified>
</cp:coreProperties>
</file>