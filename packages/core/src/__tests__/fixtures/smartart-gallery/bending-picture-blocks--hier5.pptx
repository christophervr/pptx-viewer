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E5115B-C50A-4EE5-846F-6277D0F0301C}" type="doc">
      <dgm:prSet loTypeId="urn:microsoft.com/office/officeart/2008/layout/BendingPictureBlock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22A418-A2FC-4227-8ACC-44952F85840F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EC3D6A7-D4F1-4086-9811-3EFEE0462258}" type="parTrans" cxnId="{3C05E5D7-D74C-4558-A66D-BC7C3CD9DC4A}">
      <dgm:prSet/>
      <dgm:spPr/>
    </dgm:pt>
    <dgm:pt modelId="{59D097D1-80D6-4A59-ABF1-BC74D81FAD4F}" type="sibTrans" cxnId="{3C05E5D7-D74C-4558-A66D-BC7C3CD9DC4A}">
      <dgm:prSet/>
      <dgm:spPr/>
    </dgm:pt>
    <dgm:pt modelId="{2DD7EF51-F776-4318-90B8-DF307B7DB65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035A6836-A124-4601-ADE7-D0221FDF3946}" type="parTrans" cxnId="{28A92438-146F-46B4-A1D1-6DF8109DA854}">
      <dgm:prSet/>
      <dgm:spPr/>
    </dgm:pt>
    <dgm:pt modelId="{7E8D0D23-D802-4533-83C3-5D8E4385055F}" type="sibTrans" cxnId="{28A92438-146F-46B4-A1D1-6DF8109DA854}">
      <dgm:prSet/>
      <dgm:spPr/>
    </dgm:pt>
    <dgm:pt modelId="{A7B03896-AE6D-4E4A-B577-111CBE7AFC0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F464AE2C-DF73-4B95-951D-AE04403E51EF}" type="parTrans" cxnId="{67F67824-39A5-483F-9561-E4B1A8056693}">
      <dgm:prSet/>
      <dgm:spPr/>
    </dgm:pt>
    <dgm:pt modelId="{EC533473-24C8-4A42-A541-8B0E376060F8}" type="sibTrans" cxnId="{67F67824-39A5-483F-9561-E4B1A8056693}">
      <dgm:prSet/>
      <dgm:spPr/>
    </dgm:pt>
    <dgm:pt modelId="{36435EB7-9875-4B7D-87DA-37C2BD85CC4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26F6074-5E51-4061-923C-FEDC0AC9D08E}" type="parTrans" cxnId="{01637167-F459-4653-9BB2-07111FD83D5A}">
      <dgm:prSet/>
      <dgm:spPr/>
    </dgm:pt>
    <dgm:pt modelId="{FDB213D6-2F95-4E18-8051-0EF6D97AD1F8}" type="sibTrans" cxnId="{01637167-F459-4653-9BB2-07111FD83D5A}">
      <dgm:prSet/>
      <dgm:spPr/>
    </dgm:pt>
    <dgm:pt modelId="{5022BD12-3C83-4B03-B58B-145C9DBD0DBB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F6549A98-BE68-4368-86CE-FB57D22C2C7A}" type="parTrans" cxnId="{879E82A5-9145-44DA-B209-C46DBB2AA916}">
      <dgm:prSet/>
      <dgm:spPr/>
    </dgm:pt>
    <dgm:pt modelId="{57A8F24F-B282-4FE8-BCDC-5DAB7AFE7391}" type="sibTrans" cxnId="{879E82A5-9145-44DA-B209-C46DBB2AA916}">
      <dgm:prSet/>
      <dgm:spPr/>
    </dgm:pt>
    <dgm:pt modelId="{0FC1728D-03E1-4ED0-9BF8-39FA5629332A}" type="pres">
      <dgm:prSet presAssocID="{C9E5115B-C50A-4EE5-846F-6277D0F0301C}" presName="Name0" presStyleCnt="0">
        <dgm:presLayoutVars>
          <dgm:dir/>
          <dgm:resizeHandles/>
        </dgm:presLayoutVars>
      </dgm:prSet>
      <dgm:spPr/>
    </dgm:pt>
    <dgm:pt modelId="{F96FBE6A-E234-458C-A82E-54A2C5DBAA8E}" type="pres">
      <dgm:prSet presAssocID="{0222A418-A2FC-4227-8ACC-44952F85840F}" presName="composite" presStyleCnt="0"/>
      <dgm:spPr/>
    </dgm:pt>
    <dgm:pt modelId="{6101FBCA-74D7-442E-8ED9-1B4783E2EF01}" type="pres">
      <dgm:prSet presAssocID="{0222A418-A2FC-4227-8ACC-44952F85840F}" presName="rect1" presStyleLbl="bgImgPlace1" presStyleIdx="0" presStyleCnt="3"/>
      <dgm:spPr/>
    </dgm:pt>
    <dgm:pt modelId="{4E870F7E-9549-4CF6-A624-C2F74BCBB0F2}" type="pres">
      <dgm:prSet presAssocID="{0222A418-A2FC-4227-8ACC-44952F85840F}" presName="rect2" presStyleLbl="node1" presStyleIdx="0" presStyleCnt="3">
        <dgm:presLayoutVars>
          <dgm:bulletEnabled val="1"/>
        </dgm:presLayoutVars>
      </dgm:prSet>
      <dgm:spPr/>
    </dgm:pt>
    <dgm:pt modelId="{4EB70EA9-ED53-436A-8924-36AE1427974E}" type="pres">
      <dgm:prSet presAssocID="{59D097D1-80D6-4A59-ABF1-BC74D81FAD4F}" presName="sibTrans" presStyleCnt="0"/>
      <dgm:spPr/>
    </dgm:pt>
    <dgm:pt modelId="{56602A16-8DCD-463F-BF25-0793D6FBC912}" type="pres">
      <dgm:prSet presAssocID="{A7B03896-AE6D-4E4A-B577-111CBE7AFC05}" presName="composite" presStyleCnt="0"/>
      <dgm:spPr/>
    </dgm:pt>
    <dgm:pt modelId="{A702E616-DE29-4844-8EF7-5A3AA5F47239}" type="pres">
      <dgm:prSet presAssocID="{A7B03896-AE6D-4E4A-B577-111CBE7AFC05}" presName="rect1" presStyleLbl="bgImgPlace1" presStyleIdx="1" presStyleCnt="3"/>
      <dgm:spPr/>
    </dgm:pt>
    <dgm:pt modelId="{16362285-8C22-4729-AC9E-686CBCA5DEE3}" type="pres">
      <dgm:prSet presAssocID="{A7B03896-AE6D-4E4A-B577-111CBE7AFC05}" presName="rect2" presStyleLbl="node1" presStyleIdx="1" presStyleCnt="3">
        <dgm:presLayoutVars>
          <dgm:bulletEnabled val="1"/>
        </dgm:presLayoutVars>
      </dgm:prSet>
      <dgm:spPr/>
    </dgm:pt>
    <dgm:pt modelId="{FB97ACB6-A62F-4F5A-8C28-84012F32790E}" type="pres">
      <dgm:prSet presAssocID="{EC533473-24C8-4A42-A541-8B0E376060F8}" presName="sibTrans" presStyleCnt="0"/>
      <dgm:spPr/>
    </dgm:pt>
    <dgm:pt modelId="{E421CF0C-B56B-4543-92EB-1E561581916F}" type="pres">
      <dgm:prSet presAssocID="{36435EB7-9875-4B7D-87DA-37C2BD85CC43}" presName="composite" presStyleCnt="0"/>
      <dgm:spPr/>
    </dgm:pt>
    <dgm:pt modelId="{DAFE49F2-F3AA-4B0E-BCBC-E2C541E46008}" type="pres">
      <dgm:prSet presAssocID="{36435EB7-9875-4B7D-87DA-37C2BD85CC43}" presName="rect1" presStyleLbl="bgImgPlace1" presStyleIdx="2" presStyleCnt="3"/>
      <dgm:spPr/>
    </dgm:pt>
    <dgm:pt modelId="{263A94AE-71CE-42FC-8FCD-327D8908E104}" type="pres">
      <dgm:prSet presAssocID="{36435EB7-9875-4B7D-87DA-37C2BD85CC43}" presName="rect2" presStyleLbl="node1" presStyleIdx="2" presStyleCnt="3">
        <dgm:presLayoutVars>
          <dgm:bulletEnabled val="1"/>
        </dgm:presLayoutVars>
      </dgm:prSet>
      <dgm:spPr/>
    </dgm:pt>
  </dgm:ptLst>
  <dgm:cxnLst>
    <dgm:cxn modelId="{67F67824-39A5-483F-9561-E4B1A8056693}" srcId="{C9E5115B-C50A-4EE5-846F-6277D0F0301C}" destId="{A7B03896-AE6D-4E4A-B577-111CBE7AFC05}" srcOrd="1" destOrd="0" parTransId="{F464AE2C-DF73-4B95-951D-AE04403E51EF}" sibTransId="{EC533473-24C8-4A42-A541-8B0E376060F8}"/>
    <dgm:cxn modelId="{A1DE3329-0D5B-4E39-A7D0-B0721AAEE425}" type="presOf" srcId="{2DD7EF51-F776-4318-90B8-DF307B7DB658}" destId="{4E870F7E-9549-4CF6-A624-C2F74BCBB0F2}" srcOrd="0" destOrd="1" presId="urn:microsoft.com/office/officeart/2008/layout/BendingPictureBlocks"/>
    <dgm:cxn modelId="{1E26F536-BFDE-4483-91BD-AC72CAD4A5DC}" type="presOf" srcId="{36435EB7-9875-4B7D-87DA-37C2BD85CC43}" destId="{263A94AE-71CE-42FC-8FCD-327D8908E104}" srcOrd="0" destOrd="0" presId="urn:microsoft.com/office/officeart/2008/layout/BendingPictureBlocks"/>
    <dgm:cxn modelId="{28A92438-146F-46B4-A1D1-6DF8109DA854}" srcId="{0222A418-A2FC-4227-8ACC-44952F85840F}" destId="{2DD7EF51-F776-4318-90B8-DF307B7DB658}" srcOrd="0" destOrd="0" parTransId="{035A6836-A124-4601-ADE7-D0221FDF3946}" sibTransId="{7E8D0D23-D802-4533-83C3-5D8E4385055F}"/>
    <dgm:cxn modelId="{A8885B3D-6754-4039-AD34-9094F75E5E85}" type="presOf" srcId="{5022BD12-3C83-4B03-B58B-145C9DBD0DBB}" destId="{263A94AE-71CE-42FC-8FCD-327D8908E104}" srcOrd="0" destOrd="1" presId="urn:microsoft.com/office/officeart/2008/layout/BendingPictureBlocks"/>
    <dgm:cxn modelId="{B9A42E60-A29A-4111-9FF2-D518F46099AC}" type="presOf" srcId="{A7B03896-AE6D-4E4A-B577-111CBE7AFC05}" destId="{16362285-8C22-4729-AC9E-686CBCA5DEE3}" srcOrd="0" destOrd="0" presId="urn:microsoft.com/office/officeart/2008/layout/BendingPictureBlocks"/>
    <dgm:cxn modelId="{01637167-F459-4653-9BB2-07111FD83D5A}" srcId="{C9E5115B-C50A-4EE5-846F-6277D0F0301C}" destId="{36435EB7-9875-4B7D-87DA-37C2BD85CC43}" srcOrd="2" destOrd="0" parTransId="{F26F6074-5E51-4061-923C-FEDC0AC9D08E}" sibTransId="{FDB213D6-2F95-4E18-8051-0EF6D97AD1F8}"/>
    <dgm:cxn modelId="{879E82A5-9145-44DA-B209-C46DBB2AA916}" srcId="{36435EB7-9875-4B7D-87DA-37C2BD85CC43}" destId="{5022BD12-3C83-4B03-B58B-145C9DBD0DBB}" srcOrd="0" destOrd="0" parTransId="{F6549A98-BE68-4368-86CE-FB57D22C2C7A}" sibTransId="{57A8F24F-B282-4FE8-BCDC-5DAB7AFE7391}"/>
    <dgm:cxn modelId="{0F7655CE-B46C-47DC-953F-375D2629A8F4}" type="presOf" srcId="{0222A418-A2FC-4227-8ACC-44952F85840F}" destId="{4E870F7E-9549-4CF6-A624-C2F74BCBB0F2}" srcOrd="0" destOrd="0" presId="urn:microsoft.com/office/officeart/2008/layout/BendingPictureBlocks"/>
    <dgm:cxn modelId="{3C05E5D7-D74C-4558-A66D-BC7C3CD9DC4A}" srcId="{C9E5115B-C50A-4EE5-846F-6277D0F0301C}" destId="{0222A418-A2FC-4227-8ACC-44952F85840F}" srcOrd="0" destOrd="0" parTransId="{8EC3D6A7-D4F1-4086-9811-3EFEE0462258}" sibTransId="{59D097D1-80D6-4A59-ABF1-BC74D81FAD4F}"/>
    <dgm:cxn modelId="{BA0BB4DD-0604-4A84-9546-C07891A7A1D6}" type="presOf" srcId="{C9E5115B-C50A-4EE5-846F-6277D0F0301C}" destId="{0FC1728D-03E1-4ED0-9BF8-39FA5629332A}" srcOrd="0" destOrd="0" presId="urn:microsoft.com/office/officeart/2008/layout/BendingPictureBlocks"/>
    <dgm:cxn modelId="{7A472AE1-A47D-430F-8762-8A9BECE38C4C}" type="presParOf" srcId="{0FC1728D-03E1-4ED0-9BF8-39FA5629332A}" destId="{F96FBE6A-E234-458C-A82E-54A2C5DBAA8E}" srcOrd="0" destOrd="0" presId="urn:microsoft.com/office/officeart/2008/layout/BendingPictureBlocks"/>
    <dgm:cxn modelId="{0298B12C-DF2E-408B-A85B-266F9D02A65A}" type="presParOf" srcId="{F96FBE6A-E234-458C-A82E-54A2C5DBAA8E}" destId="{6101FBCA-74D7-442E-8ED9-1B4783E2EF01}" srcOrd="0" destOrd="0" presId="urn:microsoft.com/office/officeart/2008/layout/BendingPictureBlocks"/>
    <dgm:cxn modelId="{85CCC2DA-4CCE-45E8-BD5D-368AA090EF64}" type="presParOf" srcId="{F96FBE6A-E234-458C-A82E-54A2C5DBAA8E}" destId="{4E870F7E-9549-4CF6-A624-C2F74BCBB0F2}" srcOrd="1" destOrd="0" presId="urn:microsoft.com/office/officeart/2008/layout/BendingPictureBlocks"/>
    <dgm:cxn modelId="{07E8C46E-B882-4690-9DD3-D6DB5F546449}" type="presParOf" srcId="{0FC1728D-03E1-4ED0-9BF8-39FA5629332A}" destId="{4EB70EA9-ED53-436A-8924-36AE1427974E}" srcOrd="1" destOrd="0" presId="urn:microsoft.com/office/officeart/2008/layout/BendingPictureBlocks"/>
    <dgm:cxn modelId="{6AFE9DC5-F0EE-4173-AE99-2999AEB43B22}" type="presParOf" srcId="{0FC1728D-03E1-4ED0-9BF8-39FA5629332A}" destId="{56602A16-8DCD-463F-BF25-0793D6FBC912}" srcOrd="2" destOrd="0" presId="urn:microsoft.com/office/officeart/2008/layout/BendingPictureBlocks"/>
    <dgm:cxn modelId="{A17C5218-B79D-4ECC-87C0-8112B23C9B9D}" type="presParOf" srcId="{56602A16-8DCD-463F-BF25-0793D6FBC912}" destId="{A702E616-DE29-4844-8EF7-5A3AA5F47239}" srcOrd="0" destOrd="0" presId="urn:microsoft.com/office/officeart/2008/layout/BendingPictureBlocks"/>
    <dgm:cxn modelId="{9D00C005-5C5A-4EF2-9BE6-AF543318158B}" type="presParOf" srcId="{56602A16-8DCD-463F-BF25-0793D6FBC912}" destId="{16362285-8C22-4729-AC9E-686CBCA5DEE3}" srcOrd="1" destOrd="0" presId="urn:microsoft.com/office/officeart/2008/layout/BendingPictureBlocks"/>
    <dgm:cxn modelId="{50B93D47-7D7F-4C6F-A2CA-6E043E1CEE74}" type="presParOf" srcId="{0FC1728D-03E1-4ED0-9BF8-39FA5629332A}" destId="{FB97ACB6-A62F-4F5A-8C28-84012F32790E}" srcOrd="3" destOrd="0" presId="urn:microsoft.com/office/officeart/2008/layout/BendingPictureBlocks"/>
    <dgm:cxn modelId="{A2AC0A36-E4BB-4392-B54D-D1FF498AB369}" type="presParOf" srcId="{0FC1728D-03E1-4ED0-9BF8-39FA5629332A}" destId="{E421CF0C-B56B-4543-92EB-1E561581916F}" srcOrd="4" destOrd="0" presId="urn:microsoft.com/office/officeart/2008/layout/BendingPictureBlocks"/>
    <dgm:cxn modelId="{5238BC8F-EE59-4F39-B04D-0D4B37002877}" type="presParOf" srcId="{E421CF0C-B56B-4543-92EB-1E561581916F}" destId="{DAFE49F2-F3AA-4B0E-BCBC-E2C541E46008}" srcOrd="0" destOrd="0" presId="urn:microsoft.com/office/officeart/2008/layout/BendingPictureBlocks"/>
    <dgm:cxn modelId="{6D0815F0-F4FE-49D1-BBEE-84FA031DF984}" type="presParOf" srcId="{E421CF0C-B56B-4543-92EB-1E561581916F}" destId="{263A94AE-71CE-42FC-8FCD-327D8908E104}" srcOrd="1" destOrd="0" presId="urn:microsoft.com/office/officeart/2008/layout/Bend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1FBCA-74D7-442E-8ED9-1B4783E2EF01}">
      <dsp:nvSpPr>
        <dsp:cNvPr id="0" name=""/>
        <dsp:cNvSpPr/>
      </dsp:nvSpPr>
      <dsp:spPr>
        <a:xfrm>
          <a:off x="1560213" y="247755"/>
          <a:ext cx="2360020" cy="198494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870F7E-9549-4CF6-A624-C2F74BCBB0F2}">
      <dsp:nvSpPr>
        <dsp:cNvPr id="0" name=""/>
        <dsp:cNvSpPr/>
      </dsp:nvSpPr>
      <dsp:spPr>
        <a:xfrm>
          <a:off x="681021" y="1082190"/>
          <a:ext cx="1279046" cy="12790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One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Node Two has a longer label</a:t>
          </a:r>
        </a:p>
      </dsp:txBody>
      <dsp:txXfrm>
        <a:off x="681021" y="1082190"/>
        <a:ext cx="1279046" cy="1279046"/>
      </dsp:txXfrm>
    </dsp:sp>
    <dsp:sp modelId="{A702E616-DE29-4844-8EF7-5A3AA5F47239}">
      <dsp:nvSpPr>
        <dsp:cNvPr id="0" name=""/>
        <dsp:cNvSpPr/>
      </dsp:nvSpPr>
      <dsp:spPr>
        <a:xfrm>
          <a:off x="5213957" y="247755"/>
          <a:ext cx="2360020" cy="198494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62285-8C22-4729-AC9E-686CBCA5DEE3}">
      <dsp:nvSpPr>
        <dsp:cNvPr id="0" name=""/>
        <dsp:cNvSpPr/>
      </dsp:nvSpPr>
      <dsp:spPr>
        <a:xfrm>
          <a:off x="4334765" y="1082190"/>
          <a:ext cx="1279046" cy="12790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Three</a:t>
          </a:r>
        </a:p>
      </dsp:txBody>
      <dsp:txXfrm>
        <a:off x="4334765" y="1082190"/>
        <a:ext cx="1279046" cy="1279046"/>
      </dsp:txXfrm>
    </dsp:sp>
    <dsp:sp modelId="{DAFE49F2-F3AA-4B0E-BCBC-E2C541E46008}">
      <dsp:nvSpPr>
        <dsp:cNvPr id="0" name=""/>
        <dsp:cNvSpPr/>
      </dsp:nvSpPr>
      <dsp:spPr>
        <a:xfrm>
          <a:off x="3387085" y="2718762"/>
          <a:ext cx="2360020" cy="198494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3A94AE-71CE-42FC-8FCD-327D8908E104}">
      <dsp:nvSpPr>
        <dsp:cNvPr id="0" name=""/>
        <dsp:cNvSpPr/>
      </dsp:nvSpPr>
      <dsp:spPr>
        <a:xfrm>
          <a:off x="2507893" y="3553198"/>
          <a:ext cx="1279046" cy="12790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Four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Node Five</a:t>
          </a:r>
        </a:p>
      </dsp:txBody>
      <dsp:txXfrm>
        <a:off x="2507893" y="3553198"/>
        <a:ext cx="1279046" cy="12790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Blocks">
  <dgm:title val=""/>
  <dgm:desc val=""/>
  <dgm:catLst>
    <dgm:cat type="picture" pri="8000"/>
    <dgm:cat type="pictureconvert" pri="8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61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908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3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.63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B29B-3C4C-1746-9DDD-7F173B05F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EA9E7-9F0F-4579-3D37-12E65D305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CD008-7BB6-1C21-8CD8-C2B0FA4C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F83F1-E51D-B1EB-FEE9-A31CE7F6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205E-1004-2819-2648-0D09E44E7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37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93A9-C756-C3AC-7B1F-B9D1637E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86348-9870-F5B8-14A5-D93AB471F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D2082-047F-D2E2-2911-83A11409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17BF9-3DF2-6177-42F1-482AFA930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B6A97-41E2-AACA-BACE-74D43246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08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955C9-4BFB-D8BA-C4AF-780B4994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1DC65-0A66-1507-9C28-5661EE583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0C442-47F9-1B8E-E6D6-3F574404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3E5B9-24C7-162F-C5EF-AD969304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AC9D4-FD84-9921-92A6-35F8F725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2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2D78-E88A-1FED-2459-48BF9E52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08D95-4F39-AC50-C826-E93BE462D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9DFD5-A1B6-F9C3-6547-ED0242E3C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7D381-5E69-FF58-BF1B-8356F8694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B4C48-69AA-C912-C47F-EE49CCDF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CA055-F8C6-F041-276A-8EC75584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1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12F8C-50FD-ED06-7BE6-D17E5E44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DBA07-9517-1C01-941E-BB5626D7F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E5E3D-22A7-8923-8D21-94BE1736A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C2E53-964C-4AD1-006F-7E093F1EB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99B5B-E6D7-6E07-CF55-58B8E3C7B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A2A4F3-6EF7-949E-CFC9-1DCBF0D3D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503BC-EC95-182E-F525-2A68561E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16814-484B-15D3-5346-1933C2A6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26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BAD76-5C41-D660-714F-D7551D328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97A727-F564-C7F6-E99E-DE2CB624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29A76-AE5A-BACB-0D3D-8EDCE2209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045C1-F335-B018-2176-96A2BD3E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52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9B8451-2120-60A8-6A46-9F39A82D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5F87C-E92C-0765-D2FC-2D5CB52D8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DF017-A5E7-EB96-8416-9D3EDCEE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1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F9129-EBEB-2B92-725B-4B723F03C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739B0-C58E-3777-208E-45F017791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5D3D4-F9D0-4C48-7136-A273817DC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044AB-806E-A195-FFC6-EF6E5876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F0D71-02A0-930F-D25E-35278785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A3110-A24A-1925-0794-38ABA900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7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A8F7-A757-A256-740E-E8D205CF6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7279E8-7841-3D0E-C3C1-EA746740C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FB174-8DBD-B789-DE8F-5C7471841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7C3D9-3DF0-C319-C540-CCA53D70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4BE53-EBD0-C505-5A7C-321E101C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4A73F-3E51-43C6-9E0C-B9FA7B9B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6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9DB0-B50B-8449-6B80-4C5FF79B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A8352-5B81-9611-D5B6-15838A225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DB80-9F55-B07C-A1BF-1FDD22DCF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A528-091B-AA32-00C6-8B790559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289D4-CA11-9301-79CF-C235FADB4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7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01FA8-6614-F312-7CAB-EA7D6E9F8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FB8C8-728D-1B0B-5101-320A8E177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6BECA-CE54-CCD7-A4A0-3631205C0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35EC5-CDB5-D6F0-D7A4-F72F88286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1C892-AEB2-E6C0-B4C0-CCE5AABF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8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D76DD-36D3-B741-44BD-7A8AD249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1EE59-F4BD-E1BD-5A75-B028543E4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2A81B-9962-126D-C3CB-7EF7B1034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9DD25-7C77-49A4-9048-A4904B5798C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77FB0-A36D-62DB-0A6D-72A44E355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8CDBA-A5D8-AE01-0A2A-4BC194EE4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A3110-1802-4C31-A1A2-0074CC75A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6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BC1A9A6-8F09-0FB3-4323-3C329B88BD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921203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209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2026-09-06T08:15:00Z</dcterms:created>
  <dcterms:modified xsi:type="dcterms:W3CDTF">2026-09-06T08:15:00Z</dcterms:modified>
</cp:coreProperties>
</file>