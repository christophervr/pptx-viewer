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05C6E8-A267-49C3-B3D2-83D04121B210}" type="doc">
      <dgm:prSet loTypeId="urn:microsoft.com/office/officeart/2005/8/layout/hierarchy5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81E1D7-5361-4A67-87E2-939AED04BF47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9219F79D-A691-495D-A9E2-1770CB263030}" type="parTrans" cxnId="{7F6020A7-6923-45A3-B0A1-9CA1059B5270}">
      <dgm:prSet/>
      <dgm:spPr/>
    </dgm:pt>
    <dgm:pt modelId="{E8B913BB-B3F6-43FA-9CEF-68458B78988D}" type="sibTrans" cxnId="{7F6020A7-6923-45A3-B0A1-9CA1059B5270}">
      <dgm:prSet/>
      <dgm:spPr/>
    </dgm:pt>
    <dgm:pt modelId="{28FAF64E-54AC-4C5C-ACAA-40813094B0DE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7BC8475E-CF93-4937-997D-6C5241A73EC8}" type="parTrans" cxnId="{1E04C41C-DBD6-4934-969D-D550793A093F}">
      <dgm:prSet/>
      <dgm:spPr/>
      <dgm:t>
        <a:bodyPr/>
        <a:lstStyle/>
        <a:p>
          <a:endParaRPr lang="en-US"/>
        </a:p>
      </dgm:t>
    </dgm:pt>
    <dgm:pt modelId="{F9EA9C5E-AEE3-471D-A3FA-12C578B13373}" type="sibTrans" cxnId="{1E04C41C-DBD6-4934-969D-D550793A093F}">
      <dgm:prSet/>
      <dgm:spPr/>
    </dgm:pt>
    <dgm:pt modelId="{2A301E9C-C3CF-422B-AD5D-11A896A577A8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D613FC09-395C-4002-A8BB-06600C31DDCF}" type="parTrans" cxnId="{DF124EE3-E72F-449D-91F4-9DE1690BF18C}">
      <dgm:prSet/>
      <dgm:spPr/>
      <dgm:t>
        <a:bodyPr/>
        <a:lstStyle/>
        <a:p>
          <a:endParaRPr lang="en-US"/>
        </a:p>
      </dgm:t>
    </dgm:pt>
    <dgm:pt modelId="{6B267E3D-104F-44DB-9FEB-5E5A85A3893C}" type="sibTrans" cxnId="{DF124EE3-E72F-449D-91F4-9DE1690BF18C}">
      <dgm:prSet/>
      <dgm:spPr/>
    </dgm:pt>
    <dgm:pt modelId="{799F7D01-95B6-4C17-85B1-1E76C703810F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E01012EC-E18F-40DD-BEEF-842EDE040C76}" type="parTrans" cxnId="{CFF553FE-4E5A-44B6-ADB4-9E965E9EC186}">
      <dgm:prSet/>
      <dgm:spPr/>
      <dgm:t>
        <a:bodyPr/>
        <a:lstStyle/>
        <a:p>
          <a:endParaRPr lang="en-US"/>
        </a:p>
      </dgm:t>
    </dgm:pt>
    <dgm:pt modelId="{905A807C-C197-43D5-B7C8-48FB7D6FE113}" type="sibTrans" cxnId="{CFF553FE-4E5A-44B6-ADB4-9E965E9EC186}">
      <dgm:prSet/>
      <dgm:spPr/>
    </dgm:pt>
    <dgm:pt modelId="{77F79055-F1BC-4A26-9428-E01D1E08E606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34359F49-188B-4297-BC25-171700B6E26E}" type="parTrans" cxnId="{959C9910-912B-49D4-B206-F1D9662B6DE6}">
      <dgm:prSet/>
      <dgm:spPr/>
      <dgm:t>
        <a:bodyPr/>
        <a:lstStyle/>
        <a:p>
          <a:endParaRPr lang="en-US"/>
        </a:p>
      </dgm:t>
    </dgm:pt>
    <dgm:pt modelId="{DD97EEC9-5771-480A-9071-E2D99BCAE06D}" type="sibTrans" cxnId="{959C9910-912B-49D4-B206-F1D9662B6DE6}">
      <dgm:prSet/>
      <dgm:spPr/>
    </dgm:pt>
    <dgm:pt modelId="{7D3479DD-5188-4A72-B125-2D7CEA6E6DE7}" type="pres">
      <dgm:prSet presAssocID="{AF05C6E8-A267-49C3-B3D2-83D04121B210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C1E1E5A-6912-414F-8348-8756FE99EA5C}" type="pres">
      <dgm:prSet presAssocID="{AF05C6E8-A267-49C3-B3D2-83D04121B210}" presName="hierFlow" presStyleCnt="0"/>
      <dgm:spPr/>
    </dgm:pt>
    <dgm:pt modelId="{B5C72E3F-C246-4361-91AF-2A92AD500824}" type="pres">
      <dgm:prSet presAssocID="{AF05C6E8-A267-49C3-B3D2-83D04121B210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51A228B0-F2F3-4713-BE9E-C63A62518EC2}" type="pres">
      <dgm:prSet presAssocID="{7D81E1D7-5361-4A67-87E2-939AED04BF47}" presName="Name17" presStyleCnt="0"/>
      <dgm:spPr/>
    </dgm:pt>
    <dgm:pt modelId="{FF9EAD03-9D61-44F2-8CD3-2D5FDF5922D6}" type="pres">
      <dgm:prSet presAssocID="{7D81E1D7-5361-4A67-87E2-939AED04BF47}" presName="level1Shape" presStyleLbl="node0" presStyleIdx="0" presStyleCnt="1">
        <dgm:presLayoutVars>
          <dgm:chPref val="3"/>
        </dgm:presLayoutVars>
      </dgm:prSet>
      <dgm:spPr/>
    </dgm:pt>
    <dgm:pt modelId="{CF5E01EB-8ECC-4190-A46D-0293D8D5DBA1}" type="pres">
      <dgm:prSet presAssocID="{7D81E1D7-5361-4A67-87E2-939AED04BF47}" presName="hierChild2" presStyleCnt="0"/>
      <dgm:spPr/>
    </dgm:pt>
    <dgm:pt modelId="{074B4D67-8241-40F8-8911-AAD1D4BFB17D}" type="pres">
      <dgm:prSet presAssocID="{7BC8475E-CF93-4937-997D-6C5241A73EC8}" presName="Name25" presStyleLbl="parChTrans1D2" presStyleIdx="0" presStyleCnt="2"/>
      <dgm:spPr/>
    </dgm:pt>
    <dgm:pt modelId="{2390702B-B6A5-4001-BADF-941E25E44D08}" type="pres">
      <dgm:prSet presAssocID="{7BC8475E-CF93-4937-997D-6C5241A73EC8}" presName="connTx" presStyleLbl="parChTrans1D2" presStyleIdx="0" presStyleCnt="2"/>
      <dgm:spPr/>
    </dgm:pt>
    <dgm:pt modelId="{537673BF-9220-4CB8-844F-2574E4D6052C}" type="pres">
      <dgm:prSet presAssocID="{28FAF64E-54AC-4C5C-ACAA-40813094B0DE}" presName="Name30" presStyleCnt="0"/>
      <dgm:spPr/>
    </dgm:pt>
    <dgm:pt modelId="{4B5A61B6-56EC-492C-B884-20A878EC32EA}" type="pres">
      <dgm:prSet presAssocID="{28FAF64E-54AC-4C5C-ACAA-40813094B0DE}" presName="level2Shape" presStyleLbl="node2" presStyleIdx="0" presStyleCnt="2"/>
      <dgm:spPr/>
    </dgm:pt>
    <dgm:pt modelId="{3F70E2EC-D57E-4CC6-879C-8893DA869AAD}" type="pres">
      <dgm:prSet presAssocID="{28FAF64E-54AC-4C5C-ACAA-40813094B0DE}" presName="hierChild3" presStyleCnt="0"/>
      <dgm:spPr/>
    </dgm:pt>
    <dgm:pt modelId="{40392380-26C6-4D0E-A647-AA42A3770995}" type="pres">
      <dgm:prSet presAssocID="{34359F49-188B-4297-BC25-171700B6E26E}" presName="Name25" presStyleLbl="parChTrans1D3" presStyleIdx="0" presStyleCnt="2"/>
      <dgm:spPr/>
    </dgm:pt>
    <dgm:pt modelId="{69EF8A29-55BF-4CDD-BD32-26996588B83B}" type="pres">
      <dgm:prSet presAssocID="{34359F49-188B-4297-BC25-171700B6E26E}" presName="connTx" presStyleLbl="parChTrans1D3" presStyleIdx="0" presStyleCnt="2"/>
      <dgm:spPr/>
    </dgm:pt>
    <dgm:pt modelId="{F79CE7C7-727A-4390-8227-8E6F671ACC63}" type="pres">
      <dgm:prSet presAssocID="{77F79055-F1BC-4A26-9428-E01D1E08E606}" presName="Name30" presStyleCnt="0"/>
      <dgm:spPr/>
    </dgm:pt>
    <dgm:pt modelId="{A0ABE674-E6F3-4CF0-BE8A-DEEEC48E7429}" type="pres">
      <dgm:prSet presAssocID="{77F79055-F1BC-4A26-9428-E01D1E08E606}" presName="level2Shape" presStyleLbl="node3" presStyleIdx="0" presStyleCnt="2"/>
      <dgm:spPr/>
    </dgm:pt>
    <dgm:pt modelId="{80F04890-A8B9-4C05-B3BE-A31A2CAF9E58}" type="pres">
      <dgm:prSet presAssocID="{77F79055-F1BC-4A26-9428-E01D1E08E606}" presName="hierChild3" presStyleCnt="0"/>
      <dgm:spPr/>
    </dgm:pt>
    <dgm:pt modelId="{3FC89453-A90E-4D88-AA48-FB7D99ABDA8C}" type="pres">
      <dgm:prSet presAssocID="{D613FC09-395C-4002-A8BB-06600C31DDCF}" presName="Name25" presStyleLbl="parChTrans1D2" presStyleIdx="1" presStyleCnt="2"/>
      <dgm:spPr/>
    </dgm:pt>
    <dgm:pt modelId="{F412F37E-0633-4CBE-AED3-B0528AF7DDF4}" type="pres">
      <dgm:prSet presAssocID="{D613FC09-395C-4002-A8BB-06600C31DDCF}" presName="connTx" presStyleLbl="parChTrans1D2" presStyleIdx="1" presStyleCnt="2"/>
      <dgm:spPr/>
    </dgm:pt>
    <dgm:pt modelId="{8F26A6F3-0421-4F40-8000-9AAB545D9611}" type="pres">
      <dgm:prSet presAssocID="{2A301E9C-C3CF-422B-AD5D-11A896A577A8}" presName="Name30" presStyleCnt="0"/>
      <dgm:spPr/>
    </dgm:pt>
    <dgm:pt modelId="{8205856A-7010-422B-B8BC-471C4E0DCEB7}" type="pres">
      <dgm:prSet presAssocID="{2A301E9C-C3CF-422B-AD5D-11A896A577A8}" presName="level2Shape" presStyleLbl="node2" presStyleIdx="1" presStyleCnt="2"/>
      <dgm:spPr/>
    </dgm:pt>
    <dgm:pt modelId="{C7B1990B-4E4A-49D7-890A-83582D768180}" type="pres">
      <dgm:prSet presAssocID="{2A301E9C-C3CF-422B-AD5D-11A896A577A8}" presName="hierChild3" presStyleCnt="0"/>
      <dgm:spPr/>
    </dgm:pt>
    <dgm:pt modelId="{32F7B852-4039-4238-BC8E-793884298ACE}" type="pres">
      <dgm:prSet presAssocID="{E01012EC-E18F-40DD-BEEF-842EDE040C76}" presName="Name25" presStyleLbl="parChTrans1D3" presStyleIdx="1" presStyleCnt="2"/>
      <dgm:spPr/>
    </dgm:pt>
    <dgm:pt modelId="{D48B79E4-8568-4AAB-AB52-77BEBB76C6E2}" type="pres">
      <dgm:prSet presAssocID="{E01012EC-E18F-40DD-BEEF-842EDE040C76}" presName="connTx" presStyleLbl="parChTrans1D3" presStyleIdx="1" presStyleCnt="2"/>
      <dgm:spPr/>
    </dgm:pt>
    <dgm:pt modelId="{A7D700DA-0272-4CD2-AFF6-C1D582D3B216}" type="pres">
      <dgm:prSet presAssocID="{799F7D01-95B6-4C17-85B1-1E76C703810F}" presName="Name30" presStyleCnt="0"/>
      <dgm:spPr/>
    </dgm:pt>
    <dgm:pt modelId="{34AED198-FCBC-407E-9EA9-6B85A0C148EC}" type="pres">
      <dgm:prSet presAssocID="{799F7D01-95B6-4C17-85B1-1E76C703810F}" presName="level2Shape" presStyleLbl="node3" presStyleIdx="1" presStyleCnt="2"/>
      <dgm:spPr/>
    </dgm:pt>
    <dgm:pt modelId="{2F35E5E2-C0E0-4EE1-B5F4-DD09EAC30B1E}" type="pres">
      <dgm:prSet presAssocID="{799F7D01-95B6-4C17-85B1-1E76C703810F}" presName="hierChild3" presStyleCnt="0"/>
      <dgm:spPr/>
    </dgm:pt>
    <dgm:pt modelId="{76294523-A892-4C30-90FA-FCED95FFE5E4}" type="pres">
      <dgm:prSet presAssocID="{AF05C6E8-A267-49C3-B3D2-83D04121B210}" presName="bgShapesFlow" presStyleCnt="0"/>
      <dgm:spPr/>
    </dgm:pt>
  </dgm:ptLst>
  <dgm:cxnLst>
    <dgm:cxn modelId="{6B8FFE0E-E100-45C0-9E1C-E51841BEC0ED}" type="presOf" srcId="{7BC8475E-CF93-4937-997D-6C5241A73EC8}" destId="{2390702B-B6A5-4001-BADF-941E25E44D08}" srcOrd="1" destOrd="0" presId="urn:microsoft.com/office/officeart/2005/8/layout/hierarchy5"/>
    <dgm:cxn modelId="{959C9910-912B-49D4-B206-F1D9662B6DE6}" srcId="{28FAF64E-54AC-4C5C-ACAA-40813094B0DE}" destId="{77F79055-F1BC-4A26-9428-E01D1E08E606}" srcOrd="0" destOrd="0" parTransId="{34359F49-188B-4297-BC25-171700B6E26E}" sibTransId="{DD97EEC9-5771-480A-9071-E2D99BCAE06D}"/>
    <dgm:cxn modelId="{1633F71B-5D70-4984-B5C9-0C4CA86C7ACD}" type="presOf" srcId="{D613FC09-395C-4002-A8BB-06600C31DDCF}" destId="{F412F37E-0633-4CBE-AED3-B0528AF7DDF4}" srcOrd="1" destOrd="0" presId="urn:microsoft.com/office/officeart/2005/8/layout/hierarchy5"/>
    <dgm:cxn modelId="{1E04C41C-DBD6-4934-969D-D550793A093F}" srcId="{7D81E1D7-5361-4A67-87E2-939AED04BF47}" destId="{28FAF64E-54AC-4C5C-ACAA-40813094B0DE}" srcOrd="0" destOrd="0" parTransId="{7BC8475E-CF93-4937-997D-6C5241A73EC8}" sibTransId="{F9EA9C5E-AEE3-471D-A3FA-12C578B13373}"/>
    <dgm:cxn modelId="{CCB6A031-8EBD-4C87-AB5D-CCD2373A7910}" type="presOf" srcId="{2A301E9C-C3CF-422B-AD5D-11A896A577A8}" destId="{8205856A-7010-422B-B8BC-471C4E0DCEB7}" srcOrd="0" destOrd="0" presId="urn:microsoft.com/office/officeart/2005/8/layout/hierarchy5"/>
    <dgm:cxn modelId="{6ACFFC38-B446-410D-A449-545EE9417786}" type="presOf" srcId="{799F7D01-95B6-4C17-85B1-1E76C703810F}" destId="{34AED198-FCBC-407E-9EA9-6B85A0C148EC}" srcOrd="0" destOrd="0" presId="urn:microsoft.com/office/officeart/2005/8/layout/hierarchy5"/>
    <dgm:cxn modelId="{9EF24043-8D98-4068-9BCB-D19FFA84EEC5}" type="presOf" srcId="{7D81E1D7-5361-4A67-87E2-939AED04BF47}" destId="{FF9EAD03-9D61-44F2-8CD3-2D5FDF5922D6}" srcOrd="0" destOrd="0" presId="urn:microsoft.com/office/officeart/2005/8/layout/hierarchy5"/>
    <dgm:cxn modelId="{5082D845-B774-45CC-926B-B2C71C1B1A48}" type="presOf" srcId="{28FAF64E-54AC-4C5C-ACAA-40813094B0DE}" destId="{4B5A61B6-56EC-492C-B884-20A878EC32EA}" srcOrd="0" destOrd="0" presId="urn:microsoft.com/office/officeart/2005/8/layout/hierarchy5"/>
    <dgm:cxn modelId="{2125AF5A-89C2-4054-BF83-8E8C6BF009E0}" type="presOf" srcId="{AF05C6E8-A267-49C3-B3D2-83D04121B210}" destId="{7D3479DD-5188-4A72-B125-2D7CEA6E6DE7}" srcOrd="0" destOrd="0" presId="urn:microsoft.com/office/officeart/2005/8/layout/hierarchy5"/>
    <dgm:cxn modelId="{9B28048E-05E6-4E09-9D06-91A71BD06081}" type="presOf" srcId="{D613FC09-395C-4002-A8BB-06600C31DDCF}" destId="{3FC89453-A90E-4D88-AA48-FB7D99ABDA8C}" srcOrd="0" destOrd="0" presId="urn:microsoft.com/office/officeart/2005/8/layout/hierarchy5"/>
    <dgm:cxn modelId="{2A0C638E-9EAD-4CC4-A09F-E7FD6238576F}" type="presOf" srcId="{34359F49-188B-4297-BC25-171700B6E26E}" destId="{40392380-26C6-4D0E-A647-AA42A3770995}" srcOrd="0" destOrd="0" presId="urn:microsoft.com/office/officeart/2005/8/layout/hierarchy5"/>
    <dgm:cxn modelId="{7F6020A7-6923-45A3-B0A1-9CA1059B5270}" srcId="{AF05C6E8-A267-49C3-B3D2-83D04121B210}" destId="{7D81E1D7-5361-4A67-87E2-939AED04BF47}" srcOrd="0" destOrd="0" parTransId="{9219F79D-A691-495D-A9E2-1770CB263030}" sibTransId="{E8B913BB-B3F6-43FA-9CEF-68458B78988D}"/>
    <dgm:cxn modelId="{0D2D39B7-A327-4BEE-9AF1-71C34AC06614}" type="presOf" srcId="{7BC8475E-CF93-4937-997D-6C5241A73EC8}" destId="{074B4D67-8241-40F8-8911-AAD1D4BFB17D}" srcOrd="0" destOrd="0" presId="urn:microsoft.com/office/officeart/2005/8/layout/hierarchy5"/>
    <dgm:cxn modelId="{03D71ACB-EB25-4039-97D3-B5581168BCFB}" type="presOf" srcId="{E01012EC-E18F-40DD-BEEF-842EDE040C76}" destId="{32F7B852-4039-4238-BC8E-793884298ACE}" srcOrd="0" destOrd="0" presId="urn:microsoft.com/office/officeart/2005/8/layout/hierarchy5"/>
    <dgm:cxn modelId="{B5046AE3-D39E-41EA-A3AC-716A2F418A1C}" type="presOf" srcId="{77F79055-F1BC-4A26-9428-E01D1E08E606}" destId="{A0ABE674-E6F3-4CF0-BE8A-DEEEC48E7429}" srcOrd="0" destOrd="0" presId="urn:microsoft.com/office/officeart/2005/8/layout/hierarchy5"/>
    <dgm:cxn modelId="{DF124EE3-E72F-449D-91F4-9DE1690BF18C}" srcId="{7D81E1D7-5361-4A67-87E2-939AED04BF47}" destId="{2A301E9C-C3CF-422B-AD5D-11A896A577A8}" srcOrd="1" destOrd="0" parTransId="{D613FC09-395C-4002-A8BB-06600C31DDCF}" sibTransId="{6B267E3D-104F-44DB-9FEB-5E5A85A3893C}"/>
    <dgm:cxn modelId="{1291F8E9-4DA7-4894-94B2-C86ADE745BD7}" type="presOf" srcId="{34359F49-188B-4297-BC25-171700B6E26E}" destId="{69EF8A29-55BF-4CDD-BD32-26996588B83B}" srcOrd="1" destOrd="0" presId="urn:microsoft.com/office/officeart/2005/8/layout/hierarchy5"/>
    <dgm:cxn modelId="{F26682EA-8EFC-4A1A-AAF2-D357E23E348F}" type="presOf" srcId="{E01012EC-E18F-40DD-BEEF-842EDE040C76}" destId="{D48B79E4-8568-4AAB-AB52-77BEBB76C6E2}" srcOrd="1" destOrd="0" presId="urn:microsoft.com/office/officeart/2005/8/layout/hierarchy5"/>
    <dgm:cxn modelId="{CFF553FE-4E5A-44B6-ADB4-9E965E9EC186}" srcId="{2A301E9C-C3CF-422B-AD5D-11A896A577A8}" destId="{799F7D01-95B6-4C17-85B1-1E76C703810F}" srcOrd="0" destOrd="0" parTransId="{E01012EC-E18F-40DD-BEEF-842EDE040C76}" sibTransId="{905A807C-C197-43D5-B7C8-48FB7D6FE113}"/>
    <dgm:cxn modelId="{65CD325B-C6A9-4C24-AC4C-2212948083C0}" type="presParOf" srcId="{7D3479DD-5188-4A72-B125-2D7CEA6E6DE7}" destId="{CC1E1E5A-6912-414F-8348-8756FE99EA5C}" srcOrd="0" destOrd="0" presId="urn:microsoft.com/office/officeart/2005/8/layout/hierarchy5"/>
    <dgm:cxn modelId="{282B17C6-03D7-454D-A917-B8380D178675}" type="presParOf" srcId="{CC1E1E5A-6912-414F-8348-8756FE99EA5C}" destId="{B5C72E3F-C246-4361-91AF-2A92AD500824}" srcOrd="0" destOrd="0" presId="urn:microsoft.com/office/officeart/2005/8/layout/hierarchy5"/>
    <dgm:cxn modelId="{11392134-6532-4862-B118-962BB4120BD3}" type="presParOf" srcId="{B5C72E3F-C246-4361-91AF-2A92AD500824}" destId="{51A228B0-F2F3-4713-BE9E-C63A62518EC2}" srcOrd="0" destOrd="0" presId="urn:microsoft.com/office/officeart/2005/8/layout/hierarchy5"/>
    <dgm:cxn modelId="{179D8FD2-FB78-417A-9D81-335A5BF7CB84}" type="presParOf" srcId="{51A228B0-F2F3-4713-BE9E-C63A62518EC2}" destId="{FF9EAD03-9D61-44F2-8CD3-2D5FDF5922D6}" srcOrd="0" destOrd="0" presId="urn:microsoft.com/office/officeart/2005/8/layout/hierarchy5"/>
    <dgm:cxn modelId="{D9529B74-201E-4B18-9F74-7204703FCFBA}" type="presParOf" srcId="{51A228B0-F2F3-4713-BE9E-C63A62518EC2}" destId="{CF5E01EB-8ECC-4190-A46D-0293D8D5DBA1}" srcOrd="1" destOrd="0" presId="urn:microsoft.com/office/officeart/2005/8/layout/hierarchy5"/>
    <dgm:cxn modelId="{5A0C98EB-00BE-4C67-B5FA-81DA4290237A}" type="presParOf" srcId="{CF5E01EB-8ECC-4190-A46D-0293D8D5DBA1}" destId="{074B4D67-8241-40F8-8911-AAD1D4BFB17D}" srcOrd="0" destOrd="0" presId="urn:microsoft.com/office/officeart/2005/8/layout/hierarchy5"/>
    <dgm:cxn modelId="{894A29FF-FEDF-42E2-88E1-95860C89F032}" type="presParOf" srcId="{074B4D67-8241-40F8-8911-AAD1D4BFB17D}" destId="{2390702B-B6A5-4001-BADF-941E25E44D08}" srcOrd="0" destOrd="0" presId="urn:microsoft.com/office/officeart/2005/8/layout/hierarchy5"/>
    <dgm:cxn modelId="{90067956-5AF9-440E-8AC2-BC52A53E4A2B}" type="presParOf" srcId="{CF5E01EB-8ECC-4190-A46D-0293D8D5DBA1}" destId="{537673BF-9220-4CB8-844F-2574E4D6052C}" srcOrd="1" destOrd="0" presId="urn:microsoft.com/office/officeart/2005/8/layout/hierarchy5"/>
    <dgm:cxn modelId="{634BB2DE-76BE-4C30-BA9F-3F5904323204}" type="presParOf" srcId="{537673BF-9220-4CB8-844F-2574E4D6052C}" destId="{4B5A61B6-56EC-492C-B884-20A878EC32EA}" srcOrd="0" destOrd="0" presId="urn:microsoft.com/office/officeart/2005/8/layout/hierarchy5"/>
    <dgm:cxn modelId="{21BFB266-C0AB-40ED-B237-33AE4BC9073E}" type="presParOf" srcId="{537673BF-9220-4CB8-844F-2574E4D6052C}" destId="{3F70E2EC-D57E-4CC6-879C-8893DA869AAD}" srcOrd="1" destOrd="0" presId="urn:microsoft.com/office/officeart/2005/8/layout/hierarchy5"/>
    <dgm:cxn modelId="{954A3FB5-258B-4C1D-AFB9-88F4E02FF994}" type="presParOf" srcId="{3F70E2EC-D57E-4CC6-879C-8893DA869AAD}" destId="{40392380-26C6-4D0E-A647-AA42A3770995}" srcOrd="0" destOrd="0" presId="urn:microsoft.com/office/officeart/2005/8/layout/hierarchy5"/>
    <dgm:cxn modelId="{38619223-5C6A-4565-9EB7-6E2B85EB9DDE}" type="presParOf" srcId="{40392380-26C6-4D0E-A647-AA42A3770995}" destId="{69EF8A29-55BF-4CDD-BD32-26996588B83B}" srcOrd="0" destOrd="0" presId="urn:microsoft.com/office/officeart/2005/8/layout/hierarchy5"/>
    <dgm:cxn modelId="{2544D43D-5634-452E-B170-CFF22AC3151C}" type="presParOf" srcId="{3F70E2EC-D57E-4CC6-879C-8893DA869AAD}" destId="{F79CE7C7-727A-4390-8227-8E6F671ACC63}" srcOrd="1" destOrd="0" presId="urn:microsoft.com/office/officeart/2005/8/layout/hierarchy5"/>
    <dgm:cxn modelId="{ECFF981F-8943-4924-AAD1-3846F7E4B411}" type="presParOf" srcId="{F79CE7C7-727A-4390-8227-8E6F671ACC63}" destId="{A0ABE674-E6F3-4CF0-BE8A-DEEEC48E7429}" srcOrd="0" destOrd="0" presId="urn:microsoft.com/office/officeart/2005/8/layout/hierarchy5"/>
    <dgm:cxn modelId="{860A1EAD-F29A-475F-BD3B-B6F9680BAC2B}" type="presParOf" srcId="{F79CE7C7-727A-4390-8227-8E6F671ACC63}" destId="{80F04890-A8B9-4C05-B3BE-A31A2CAF9E58}" srcOrd="1" destOrd="0" presId="urn:microsoft.com/office/officeart/2005/8/layout/hierarchy5"/>
    <dgm:cxn modelId="{785777EC-5362-4E78-A26D-467B1C438487}" type="presParOf" srcId="{CF5E01EB-8ECC-4190-A46D-0293D8D5DBA1}" destId="{3FC89453-A90E-4D88-AA48-FB7D99ABDA8C}" srcOrd="2" destOrd="0" presId="urn:microsoft.com/office/officeart/2005/8/layout/hierarchy5"/>
    <dgm:cxn modelId="{3E23CE06-A8D1-4A7B-97FD-2FE90170A42F}" type="presParOf" srcId="{3FC89453-A90E-4D88-AA48-FB7D99ABDA8C}" destId="{F412F37E-0633-4CBE-AED3-B0528AF7DDF4}" srcOrd="0" destOrd="0" presId="urn:microsoft.com/office/officeart/2005/8/layout/hierarchy5"/>
    <dgm:cxn modelId="{48FDEF94-ACEB-4DB9-955A-22EC5400B73D}" type="presParOf" srcId="{CF5E01EB-8ECC-4190-A46D-0293D8D5DBA1}" destId="{8F26A6F3-0421-4F40-8000-9AAB545D9611}" srcOrd="3" destOrd="0" presId="urn:microsoft.com/office/officeart/2005/8/layout/hierarchy5"/>
    <dgm:cxn modelId="{EAE9420E-BAA1-4607-8701-89A7B950F6BF}" type="presParOf" srcId="{8F26A6F3-0421-4F40-8000-9AAB545D9611}" destId="{8205856A-7010-422B-B8BC-471C4E0DCEB7}" srcOrd="0" destOrd="0" presId="urn:microsoft.com/office/officeart/2005/8/layout/hierarchy5"/>
    <dgm:cxn modelId="{A4B428DA-5BAE-4A7C-8B74-71A616E5ABDB}" type="presParOf" srcId="{8F26A6F3-0421-4F40-8000-9AAB545D9611}" destId="{C7B1990B-4E4A-49D7-890A-83582D768180}" srcOrd="1" destOrd="0" presId="urn:microsoft.com/office/officeart/2005/8/layout/hierarchy5"/>
    <dgm:cxn modelId="{17F847FB-768D-482E-B977-5522B4FD9672}" type="presParOf" srcId="{C7B1990B-4E4A-49D7-890A-83582D768180}" destId="{32F7B852-4039-4238-BC8E-793884298ACE}" srcOrd="0" destOrd="0" presId="urn:microsoft.com/office/officeart/2005/8/layout/hierarchy5"/>
    <dgm:cxn modelId="{C989D268-5181-448F-81B6-F47E3CB4FDA8}" type="presParOf" srcId="{32F7B852-4039-4238-BC8E-793884298ACE}" destId="{D48B79E4-8568-4AAB-AB52-77BEBB76C6E2}" srcOrd="0" destOrd="0" presId="urn:microsoft.com/office/officeart/2005/8/layout/hierarchy5"/>
    <dgm:cxn modelId="{D1C44A28-5F24-4B1A-9F62-704BB6A78500}" type="presParOf" srcId="{C7B1990B-4E4A-49D7-890A-83582D768180}" destId="{A7D700DA-0272-4CD2-AFF6-C1D582D3B216}" srcOrd="1" destOrd="0" presId="urn:microsoft.com/office/officeart/2005/8/layout/hierarchy5"/>
    <dgm:cxn modelId="{58C9C92E-4DC2-4B03-B821-A9F59CF6BBF9}" type="presParOf" srcId="{A7D700DA-0272-4CD2-AFF6-C1D582D3B216}" destId="{34AED198-FCBC-407E-9EA9-6B85A0C148EC}" srcOrd="0" destOrd="0" presId="urn:microsoft.com/office/officeart/2005/8/layout/hierarchy5"/>
    <dgm:cxn modelId="{1A5E86D5-CF45-4694-A7E3-33A0AABB5660}" type="presParOf" srcId="{A7D700DA-0272-4CD2-AFF6-C1D582D3B216}" destId="{2F35E5E2-C0E0-4EE1-B5F4-DD09EAC30B1E}" srcOrd="1" destOrd="0" presId="urn:microsoft.com/office/officeart/2005/8/layout/hierarchy5"/>
    <dgm:cxn modelId="{C8792F82-DBE0-43AB-966F-1E00FDC28EAB}" type="presParOf" srcId="{7D3479DD-5188-4A72-B125-2D7CEA6E6DE7}" destId="{76294523-A892-4C30-90FA-FCED95FFE5E4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EAD03-9D61-44F2-8CD3-2D5FDF5922D6}">
      <dsp:nvSpPr>
        <dsp:cNvPr id="0" name=""/>
        <dsp:cNvSpPr/>
      </dsp:nvSpPr>
      <dsp:spPr>
        <a:xfrm>
          <a:off x="3720" y="1997397"/>
          <a:ext cx="2170410" cy="10852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One</a:t>
          </a:r>
        </a:p>
      </dsp:txBody>
      <dsp:txXfrm>
        <a:off x="35505" y="2029182"/>
        <a:ext cx="2106840" cy="1021635"/>
      </dsp:txXfrm>
    </dsp:sp>
    <dsp:sp modelId="{074B4D67-8241-40F8-8911-AAD1D4BFB17D}">
      <dsp:nvSpPr>
        <dsp:cNvPr id="0" name=""/>
        <dsp:cNvSpPr/>
      </dsp:nvSpPr>
      <dsp:spPr>
        <a:xfrm rot="19457599">
          <a:off x="2073639" y="2208777"/>
          <a:ext cx="1069147" cy="38452"/>
        </a:xfrm>
        <a:custGeom>
          <a:avLst/>
          <a:gdLst/>
          <a:ahLst/>
          <a:cxnLst/>
          <a:rect l="0" t="0" r="0" b="0"/>
          <a:pathLst>
            <a:path>
              <a:moveTo>
                <a:pt x="0" y="19226"/>
              </a:moveTo>
              <a:lnTo>
                <a:pt x="1069147" y="1922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81484" y="2201274"/>
        <a:ext cx="53457" cy="53457"/>
      </dsp:txXfrm>
    </dsp:sp>
    <dsp:sp modelId="{4B5A61B6-56EC-492C-B884-20A878EC32EA}">
      <dsp:nvSpPr>
        <dsp:cNvPr id="0" name=""/>
        <dsp:cNvSpPr/>
      </dsp:nvSpPr>
      <dsp:spPr>
        <a:xfrm>
          <a:off x="3042294" y="1373404"/>
          <a:ext cx="2170410" cy="10852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Two has a longer label</a:t>
          </a:r>
        </a:p>
      </dsp:txBody>
      <dsp:txXfrm>
        <a:off x="3074079" y="1405189"/>
        <a:ext cx="2106840" cy="1021635"/>
      </dsp:txXfrm>
    </dsp:sp>
    <dsp:sp modelId="{40392380-26C6-4D0E-A647-AA42A3770995}">
      <dsp:nvSpPr>
        <dsp:cNvPr id="0" name=""/>
        <dsp:cNvSpPr/>
      </dsp:nvSpPr>
      <dsp:spPr>
        <a:xfrm>
          <a:off x="5212705" y="1896781"/>
          <a:ext cx="868164" cy="38452"/>
        </a:xfrm>
        <a:custGeom>
          <a:avLst/>
          <a:gdLst/>
          <a:ahLst/>
          <a:cxnLst/>
          <a:rect l="0" t="0" r="0" b="0"/>
          <a:pathLst>
            <a:path>
              <a:moveTo>
                <a:pt x="0" y="19226"/>
              </a:moveTo>
              <a:lnTo>
                <a:pt x="868164" y="1922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25083" y="1894302"/>
        <a:ext cx="43408" cy="43408"/>
      </dsp:txXfrm>
    </dsp:sp>
    <dsp:sp modelId="{A0ABE674-E6F3-4CF0-BE8A-DEEEC48E7429}">
      <dsp:nvSpPr>
        <dsp:cNvPr id="0" name=""/>
        <dsp:cNvSpPr/>
      </dsp:nvSpPr>
      <dsp:spPr>
        <a:xfrm>
          <a:off x="6080869" y="1373404"/>
          <a:ext cx="2170410" cy="10852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Five</a:t>
          </a:r>
        </a:p>
      </dsp:txBody>
      <dsp:txXfrm>
        <a:off x="6112654" y="1405189"/>
        <a:ext cx="2106840" cy="1021635"/>
      </dsp:txXfrm>
    </dsp:sp>
    <dsp:sp modelId="{3FC89453-A90E-4D88-AA48-FB7D99ABDA8C}">
      <dsp:nvSpPr>
        <dsp:cNvPr id="0" name=""/>
        <dsp:cNvSpPr/>
      </dsp:nvSpPr>
      <dsp:spPr>
        <a:xfrm rot="2142401">
          <a:off x="2073639" y="2832770"/>
          <a:ext cx="1069147" cy="38452"/>
        </a:xfrm>
        <a:custGeom>
          <a:avLst/>
          <a:gdLst/>
          <a:ahLst/>
          <a:cxnLst/>
          <a:rect l="0" t="0" r="0" b="0"/>
          <a:pathLst>
            <a:path>
              <a:moveTo>
                <a:pt x="0" y="19226"/>
              </a:moveTo>
              <a:lnTo>
                <a:pt x="1069147" y="1922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81484" y="2825267"/>
        <a:ext cx="53457" cy="53457"/>
      </dsp:txXfrm>
    </dsp:sp>
    <dsp:sp modelId="{8205856A-7010-422B-B8BC-471C4E0DCEB7}">
      <dsp:nvSpPr>
        <dsp:cNvPr id="0" name=""/>
        <dsp:cNvSpPr/>
      </dsp:nvSpPr>
      <dsp:spPr>
        <a:xfrm>
          <a:off x="3042294" y="2621390"/>
          <a:ext cx="2170410" cy="10852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Three</a:t>
          </a:r>
        </a:p>
      </dsp:txBody>
      <dsp:txXfrm>
        <a:off x="3074079" y="2653175"/>
        <a:ext cx="2106840" cy="1021635"/>
      </dsp:txXfrm>
    </dsp:sp>
    <dsp:sp modelId="{32F7B852-4039-4238-BC8E-793884298ACE}">
      <dsp:nvSpPr>
        <dsp:cNvPr id="0" name=""/>
        <dsp:cNvSpPr/>
      </dsp:nvSpPr>
      <dsp:spPr>
        <a:xfrm>
          <a:off x="5212705" y="3144766"/>
          <a:ext cx="868164" cy="38452"/>
        </a:xfrm>
        <a:custGeom>
          <a:avLst/>
          <a:gdLst/>
          <a:ahLst/>
          <a:cxnLst/>
          <a:rect l="0" t="0" r="0" b="0"/>
          <a:pathLst>
            <a:path>
              <a:moveTo>
                <a:pt x="0" y="19226"/>
              </a:moveTo>
              <a:lnTo>
                <a:pt x="868164" y="1922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25083" y="3142288"/>
        <a:ext cx="43408" cy="43408"/>
      </dsp:txXfrm>
    </dsp:sp>
    <dsp:sp modelId="{34AED198-FCBC-407E-9EA9-6B85A0C148EC}">
      <dsp:nvSpPr>
        <dsp:cNvPr id="0" name=""/>
        <dsp:cNvSpPr/>
      </dsp:nvSpPr>
      <dsp:spPr>
        <a:xfrm>
          <a:off x="6080869" y="2621390"/>
          <a:ext cx="2170410" cy="10852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Four</a:t>
          </a:r>
        </a:p>
      </dsp:txBody>
      <dsp:txXfrm>
        <a:off x="6112654" y="2653175"/>
        <a:ext cx="2106840" cy="10216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F2E50-E0EF-3A2A-9E52-FAC90B0BF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0AA46-79D3-BDF0-CA19-42F8A970A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D76D1-7E80-6A02-61A3-43368DA4D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6F11-219C-4935-8320-B3FDB17407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FC875-E5E5-5A80-FA23-D8E2E78B6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98217-4A61-3639-626F-B1A3D6FE3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3504-839E-4D23-B31A-807B1DA2C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17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5B9CB-B51D-6C74-D44A-219B20C45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86697-461A-1BA7-6E69-430A1C7F1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21FBB-E903-49EA-C73B-F804F796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6F11-219C-4935-8320-B3FDB17407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4CA5D-B86C-3736-E44F-726ABACF0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F3E33-C412-DEF3-8C1C-0CA583150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3504-839E-4D23-B31A-807B1DA2C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3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3FDFD-FA27-E32D-FDB4-535A6026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8F4DF-8EF4-018E-280A-0178F194D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7B7C5-3857-8324-92FD-BEB2DC349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6F11-219C-4935-8320-B3FDB17407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899AF-0B74-C28C-DEB0-AF6110B2E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FC397-2455-E69B-A11E-B5F18A989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3504-839E-4D23-B31A-807B1DA2C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30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556CE-93EA-C740-3D05-1DF74D9F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2C8ED-F0F6-7D05-830C-B25DA64C1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47FF1-3CE1-5BAE-3923-5C246D69C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2924A-4900-4C9F-7567-3472714D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6F11-219C-4935-8320-B3FDB17407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CA218-632D-827C-8E58-9F25A4B63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1DC88-265C-5741-EFE2-B32B1A8F4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3504-839E-4D23-B31A-807B1DA2C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66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81D6-AED6-5247-8EE6-246565597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FFAB7-A060-1612-E9B6-E1E0453C6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23700-5357-1450-DA3A-35C3B2085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1C20CA-6F89-9A59-F772-0D5A6157A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C2FDE-6AA2-3297-D52A-0CEB903B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015CB-B9CA-9FBB-A1CA-4C207454B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6F11-219C-4935-8320-B3FDB17407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B7C60-D468-6289-D005-701A34AC0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9466E3-3CFC-DF91-4C39-BB4E54F2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3504-839E-4D23-B31A-807B1DA2C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0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BC3B-7ADA-468C-E34F-4631F781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441147-F4A7-D21D-4D96-0D55A7891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6F11-219C-4935-8320-B3FDB17407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CF1B40-3631-345D-0DC0-2242E74FA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46904-BAEB-7D8D-83F6-5FDF25CE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3504-839E-4D23-B31A-807B1DA2C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08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D8F45E-32D1-B37E-7D70-67AC61D77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6F11-219C-4935-8320-B3FDB17407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6BEEDC-DF3D-5724-A300-F2C6EAB01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933E0-E00A-AEC5-0FC7-98DB6F8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3504-839E-4D23-B31A-807B1DA2C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9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545D-303C-0911-1355-07AC65938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CC7C2-44CB-D0DB-FD5A-C5F39F9A6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D1123-121A-7AF4-C31C-E68191B8C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17D9B-EEA1-B50C-6169-0A584BEA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6F11-219C-4935-8320-B3FDB17407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8D19E-711D-7E2A-90CA-3BC563FD9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6CFA6-DD53-E9D0-73E0-6286C0BC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3504-839E-4D23-B31A-807B1DA2C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20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00C0B-6C23-A4EE-DDEB-45BF8B866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BF425A-02D7-4D42-9007-7194FE1EA5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C9416-872B-8BEE-83CD-5217B516D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AF9C9-1EE4-19F1-5913-190202A21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6F11-219C-4935-8320-B3FDB17407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B12BE-A0CF-4499-A9AE-160FA48D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159FC-3280-D102-6227-549168778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3504-839E-4D23-B31A-807B1DA2C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49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2507-5BCF-BE00-C742-B933E39EB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91FED-A139-71D1-55E9-59F0057A7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8AEA4-4720-D9C3-A38C-07CC3D869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6F11-219C-4935-8320-B3FDB17407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4DE20-E614-9312-F9D9-BC934D9B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6B1BC-ACC1-E5E2-17BA-2488D0D0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3504-839E-4D23-B31A-807B1DA2C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462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EBFCDD-4EFD-CDBE-56DF-FCDF7F58C0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0F3CAF-85F7-427D-7482-E1D258A8E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4698E-C8C6-99F1-56D3-A8347D90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56F11-219C-4935-8320-B3FDB17407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42258-C046-D66F-3A98-12700CC34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886C0-972E-334B-5329-F71B5ED86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3504-839E-4D23-B31A-807B1DA2C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07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940956-A6E6-7E7B-B020-AE3563A16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3F18C-2E0F-23A4-4CC6-8092607E4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07970-4EFB-5D8F-B7F5-E9D965AA94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56F11-219C-4935-8320-B3FDB174072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2D070-BB80-7B19-7DE3-40C548315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08CA-9742-3E3B-D490-163B1F7AA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A3504-839E-4D23-B31A-807B1DA2C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1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0626E41-51E7-5ADA-B1A5-75492BE173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012245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807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2026-09-06T08:14:31Z</dcterms:created>
  <dcterms:modified xsi:type="dcterms:W3CDTF">2026-09-06T08:14:31Z</dcterms:modified>
</cp:coreProperties>
</file>