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2942E3-C57B-41C3-A3E1-A4FEA6C2EE2A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89DFFFBA-2442-46DB-9AFF-01A76BCACC42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B873760C-0027-4939-9EEA-FF43FB014078}" type="parTrans" cxnId="{E8D96B12-63A6-417F-A7D8-9A7CEBC7F575}">
      <dgm:prSet/>
      <dgm:spPr/>
    </dgm:pt>
    <dgm:pt modelId="{0E765273-3F22-4A85-8826-5BFFF19614C9}" type="sibTrans" cxnId="{E8D96B12-63A6-417F-A7D8-9A7CEBC7F575}">
      <dgm:prSet/>
      <dgm:spPr/>
    </dgm:pt>
    <dgm:pt modelId="{5CF102D3-9BEC-4E1B-A040-5ECF9EF55349}">
      <dgm:prSet phldrT="[Text]"/>
      <dgm:spPr/>
      <dgm:t>
        <a:bodyPr/>
        <a:lstStyle/>
        <a:p>
          <a:r>
            <a:rPr lang="en-US"/>
            <a:t>Beta has a noticeably longer label than the others</a:t>
          </a:r>
        </a:p>
      </dgm:t>
    </dgm:pt>
    <dgm:pt modelId="{E69623E8-D6A8-432D-BF7B-7759BB9E29AB}" type="parTrans" cxnId="{23996C45-8AF3-4AD7-AD4B-C4B15DC9BBAE}">
      <dgm:prSet/>
      <dgm:spPr/>
    </dgm:pt>
    <dgm:pt modelId="{F78DC358-2C8C-4F56-9EA5-0E2361CE1E68}" type="sibTrans" cxnId="{23996C45-8AF3-4AD7-AD4B-C4B15DC9BBAE}">
      <dgm:prSet/>
      <dgm:spPr/>
    </dgm:pt>
    <dgm:pt modelId="{6E836703-5021-41AD-AC13-35D732EC1F0E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29AEDB04-60D2-4E2C-BBAE-53E58B2D271B}" type="parTrans" cxnId="{492D2CAA-807B-4AF5-8655-7D6BAC080A09}">
      <dgm:prSet/>
      <dgm:spPr/>
    </dgm:pt>
    <dgm:pt modelId="{03DDD416-F05C-4858-BF33-BF4B1BA1E6E0}" type="sibTrans" cxnId="{492D2CAA-807B-4AF5-8655-7D6BAC080A09}">
      <dgm:prSet/>
      <dgm:spPr/>
    </dgm:pt>
    <dgm:pt modelId="{84D80A4A-755B-4F24-86D7-FD2879B991BB}" type="pres">
      <dgm:prSet presAssocID="{942942E3-C57B-41C3-A3E1-A4FEA6C2EE2A}" presName="Name0" presStyleCnt="0">
        <dgm:presLayoutVars>
          <dgm:dir/>
          <dgm:animLvl val="lvl"/>
          <dgm:resizeHandles val="exact"/>
        </dgm:presLayoutVars>
      </dgm:prSet>
      <dgm:spPr/>
    </dgm:pt>
    <dgm:pt modelId="{09ED6035-F151-4AA2-BF52-B89571CCEA50}" type="pres">
      <dgm:prSet presAssocID="{89DFFFBA-2442-46DB-9AFF-01A76BCACC42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054555A3-1727-4BB3-BB94-254160CB07D9}" type="pres">
      <dgm:prSet presAssocID="{0E765273-3F22-4A85-8826-5BFFF19614C9}" presName="parTxOnlySpace" presStyleCnt="0"/>
      <dgm:spPr/>
    </dgm:pt>
    <dgm:pt modelId="{74E599F5-F4C6-4B61-A137-E8DF3D079EAF}" type="pres">
      <dgm:prSet presAssocID="{5CF102D3-9BEC-4E1B-A040-5ECF9EF5534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DA2A34E2-93EC-476F-AC32-8E522C2F5C8F}" type="pres">
      <dgm:prSet presAssocID="{F78DC358-2C8C-4F56-9EA5-0E2361CE1E68}" presName="parTxOnlySpace" presStyleCnt="0"/>
      <dgm:spPr/>
    </dgm:pt>
    <dgm:pt modelId="{1E832EE1-92B0-41D3-9A60-F9A555052FC0}" type="pres">
      <dgm:prSet presAssocID="{6E836703-5021-41AD-AC13-35D732EC1F0E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E8D96B12-63A6-417F-A7D8-9A7CEBC7F575}" srcId="{942942E3-C57B-41C3-A3E1-A4FEA6C2EE2A}" destId="{89DFFFBA-2442-46DB-9AFF-01A76BCACC42}" srcOrd="0" destOrd="0" parTransId="{B873760C-0027-4939-9EEA-FF43FB014078}" sibTransId="{0E765273-3F22-4A85-8826-5BFFF19614C9}"/>
    <dgm:cxn modelId="{4F11D01B-84E8-4FCB-94D2-97D1B3B0F644}" type="presOf" srcId="{6E836703-5021-41AD-AC13-35D732EC1F0E}" destId="{1E832EE1-92B0-41D3-9A60-F9A555052FC0}" srcOrd="0" destOrd="0" presId="urn:microsoft.com/office/officeart/2005/8/layout/chevron1"/>
    <dgm:cxn modelId="{23996C45-8AF3-4AD7-AD4B-C4B15DC9BBAE}" srcId="{942942E3-C57B-41C3-A3E1-A4FEA6C2EE2A}" destId="{5CF102D3-9BEC-4E1B-A040-5ECF9EF55349}" srcOrd="1" destOrd="0" parTransId="{E69623E8-D6A8-432D-BF7B-7759BB9E29AB}" sibTransId="{F78DC358-2C8C-4F56-9EA5-0E2361CE1E68}"/>
    <dgm:cxn modelId="{CDFDCF68-3633-4981-AE29-386C32CB3CD6}" type="presOf" srcId="{5CF102D3-9BEC-4E1B-A040-5ECF9EF55349}" destId="{74E599F5-F4C6-4B61-A137-E8DF3D079EAF}" srcOrd="0" destOrd="0" presId="urn:microsoft.com/office/officeart/2005/8/layout/chevron1"/>
    <dgm:cxn modelId="{460FF249-961F-418A-A53D-F24C2D6D8E33}" type="presOf" srcId="{89DFFFBA-2442-46DB-9AFF-01A76BCACC42}" destId="{09ED6035-F151-4AA2-BF52-B89571CCEA50}" srcOrd="0" destOrd="0" presId="urn:microsoft.com/office/officeart/2005/8/layout/chevron1"/>
    <dgm:cxn modelId="{446767A1-9115-4320-82A0-5C74CDB8EC8E}" type="presOf" srcId="{942942E3-C57B-41C3-A3E1-A4FEA6C2EE2A}" destId="{84D80A4A-755B-4F24-86D7-FD2879B991BB}" srcOrd="0" destOrd="0" presId="urn:microsoft.com/office/officeart/2005/8/layout/chevron1"/>
    <dgm:cxn modelId="{492D2CAA-807B-4AF5-8655-7D6BAC080A09}" srcId="{942942E3-C57B-41C3-A3E1-A4FEA6C2EE2A}" destId="{6E836703-5021-41AD-AC13-35D732EC1F0E}" srcOrd="2" destOrd="0" parTransId="{29AEDB04-60D2-4E2C-BBAE-53E58B2D271B}" sibTransId="{03DDD416-F05C-4858-BF33-BF4B1BA1E6E0}"/>
    <dgm:cxn modelId="{A59FF513-98F3-46C6-B350-9CD37E867F7F}" type="presParOf" srcId="{84D80A4A-755B-4F24-86D7-FD2879B991BB}" destId="{09ED6035-F151-4AA2-BF52-B89571CCEA50}" srcOrd="0" destOrd="0" presId="urn:microsoft.com/office/officeart/2005/8/layout/chevron1"/>
    <dgm:cxn modelId="{947C99DA-2597-42C1-B41B-3FE71319435D}" type="presParOf" srcId="{84D80A4A-755B-4F24-86D7-FD2879B991BB}" destId="{054555A3-1727-4BB3-BB94-254160CB07D9}" srcOrd="1" destOrd="0" presId="urn:microsoft.com/office/officeart/2005/8/layout/chevron1"/>
    <dgm:cxn modelId="{FA30CC3D-122E-4B6F-B509-D99C47469895}" type="presParOf" srcId="{84D80A4A-755B-4F24-86D7-FD2879B991BB}" destId="{74E599F5-F4C6-4B61-A137-E8DF3D079EAF}" srcOrd="2" destOrd="0" presId="urn:microsoft.com/office/officeart/2005/8/layout/chevron1"/>
    <dgm:cxn modelId="{1400C1B7-CD31-43F2-9397-4145A4710B0B}" type="presParOf" srcId="{84D80A4A-755B-4F24-86D7-FD2879B991BB}" destId="{DA2A34E2-93EC-476F-AC32-8E522C2F5C8F}" srcOrd="3" destOrd="0" presId="urn:microsoft.com/office/officeart/2005/8/layout/chevron1"/>
    <dgm:cxn modelId="{10F33334-8C88-4E8C-92F5-E3E5DA4398D0}" type="presParOf" srcId="{84D80A4A-755B-4F24-86D7-FD2879B991BB}" destId="{1E832EE1-92B0-41D3-9A60-F9A555052FC0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ED6035-F151-4AA2-BF52-B89571CCEA50}">
      <dsp:nvSpPr>
        <dsp:cNvPr id="0" name=""/>
        <dsp:cNvSpPr/>
      </dsp:nvSpPr>
      <dsp:spPr>
        <a:xfrm>
          <a:off x="2418" y="1950702"/>
          <a:ext cx="2946486" cy="117859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Alpha</a:t>
          </a:r>
        </a:p>
      </dsp:txBody>
      <dsp:txXfrm>
        <a:off x="591715" y="1950702"/>
        <a:ext cx="1767892" cy="1178594"/>
      </dsp:txXfrm>
    </dsp:sp>
    <dsp:sp modelId="{74E599F5-F4C6-4B61-A137-E8DF3D079EAF}">
      <dsp:nvSpPr>
        <dsp:cNvPr id="0" name=""/>
        <dsp:cNvSpPr/>
      </dsp:nvSpPr>
      <dsp:spPr>
        <a:xfrm>
          <a:off x="2654256" y="1950702"/>
          <a:ext cx="2946486" cy="117859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Beta has a noticeably longer label than the others</a:t>
          </a:r>
        </a:p>
      </dsp:txBody>
      <dsp:txXfrm>
        <a:off x="3243553" y="1950702"/>
        <a:ext cx="1767892" cy="1178594"/>
      </dsp:txXfrm>
    </dsp:sp>
    <dsp:sp modelId="{1E832EE1-92B0-41D3-9A60-F9A555052FC0}">
      <dsp:nvSpPr>
        <dsp:cNvPr id="0" name=""/>
        <dsp:cNvSpPr/>
      </dsp:nvSpPr>
      <dsp:spPr>
        <a:xfrm>
          <a:off x="5306094" y="1950702"/>
          <a:ext cx="2946486" cy="117859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Gamma</a:t>
          </a:r>
        </a:p>
      </dsp:txBody>
      <dsp:txXfrm>
        <a:off x="5895391" y="1950702"/>
        <a:ext cx="1767892" cy="11785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8C779-8DA7-33B2-D628-2F48F49F1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43D30C-47BD-4C8B-13B9-45637C9FA7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07782-B520-FCE5-4BBB-88A59F1FD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D534-9032-44A1-816C-64C82B57DF6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F0325-856C-6CA6-2990-38FA2B2FA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27CFE-AC62-895C-2409-5740E8B2E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A955A-C895-4E64-9D31-660D30E48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605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9F7F4-2EE4-5B3D-0D76-46A46A314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7FF17-1772-86F4-E44B-BB308841B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D688C-6AC2-EB7B-87FB-317A52EE4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D534-9032-44A1-816C-64C82B57DF6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ACE4A-1DD3-13D2-8848-900A1D682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6D74C-5FFC-B824-40CB-7962DFBB6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A955A-C895-4E64-9D31-660D30E48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355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99A5C-2270-374E-90D4-5BF03D819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ABFEA-0971-A4D0-7EAA-694B001B7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0F104-18A6-38E8-9CF4-C133D2EDB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D534-9032-44A1-816C-64C82B57DF6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D8FA1-EBF1-628C-2B65-6EFBF982B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94C3B-A8FB-15FC-33EC-B077F1E91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A955A-C895-4E64-9D31-660D30E48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683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08474-6B61-04E9-197E-149B03195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74C1F-E08D-FF2A-8351-9185A7B2B7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D7B026-C662-970A-3E69-AF5861679B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B5F6AB-8E54-699D-F80D-EE754D310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D534-9032-44A1-816C-64C82B57DF6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E6C2B3-D716-AC4B-BDC9-96CD31E42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59B5E1-881A-1BFB-BEAE-433D9DD51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A955A-C895-4E64-9D31-660D30E48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275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9C207-5608-D85F-DC3B-D43C18244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BBF01A-6984-FADE-E342-38718C7C8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273EA1-536B-CE84-EE20-12905F778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FD0E2E-DD3C-A9AB-87E8-61B5E3006A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8D48D4-313A-DA8A-B83E-7CC43EDA30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86DEB0-7EC2-2F85-8D13-37D7A4855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D534-9032-44A1-816C-64C82B57DF6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88CEA9-A328-7BFB-F5DE-A3A1184F2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D5BDAE-9253-E7BF-4970-5CDAB953D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A955A-C895-4E64-9D31-660D30E48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76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85B4E-E2DF-EAEC-0140-E814811B3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31DCD-DEA3-4506-2AD9-A096B0D03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D534-9032-44A1-816C-64C82B57DF6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BEA12E-7937-3795-6F39-A47B3B64F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0FA33C-B9A8-01BC-D044-1C233CC54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A955A-C895-4E64-9D31-660D30E48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569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00007B-5A99-513C-8520-0CFB92A05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D534-9032-44A1-816C-64C82B57DF6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47EE4F-9338-8DAF-7CFA-F26A37BA0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D51AD-9C3D-7195-043D-93686A299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A955A-C895-4E64-9D31-660D30E48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717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C3006-E7A5-37A3-04D7-28CB5060A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08F22-5E38-680B-C4AB-A6826A343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8EA0D2-B287-F89A-4CF1-361BE3A2F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19F02-2DEE-E3DF-E2EF-FD0D25E89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D534-9032-44A1-816C-64C82B57DF6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1FB7A3-1A0E-06A4-7F32-EEF8DA5BD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697E7-349B-18D1-0563-63D70938C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A955A-C895-4E64-9D31-660D30E48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126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9286C-2733-9102-64D3-3C13B9551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49407F-07E3-EAFA-30D0-E30320E82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852E6B-798B-F68F-E0F9-518B969C0C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9C001-0688-B8E8-4E18-E2797FE61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D534-9032-44A1-816C-64C82B57DF6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9E9A4A-F9C7-B781-0B35-2A53EB501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0BBD7D-C950-5929-472F-8EDF27F52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A955A-C895-4E64-9D31-660D30E48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8E417-35BA-91FF-B5C4-A2281C0E3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7DD32E-7EA5-ABEB-F14D-16B29B996F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CE4A9-C8BD-B162-F0DB-AE72FBA09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D534-9032-44A1-816C-64C82B57DF6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CF2D3-103A-CD19-68D1-2F1168F14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B0570-9FA0-BF48-E579-98059DB97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A955A-C895-4E64-9D31-660D30E48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872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89B718-99F1-296D-58CE-440C52A903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9A7BF4-0D0D-341F-FE18-9406F92DDD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37387-3C2A-CBA4-AA4C-F675B7F5B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D534-9032-44A1-816C-64C82B57DF6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7F7E0-3828-1A62-210E-5385BF0D4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0F731-9E43-5BB8-4DFF-762F7091D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A955A-C895-4E64-9D31-660D30E48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676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823E1F-6DE9-EFF8-3AEB-9C4AA37ED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9BD60-AC0B-BED7-4B19-0004FF4BF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51022-CDA5-2620-8297-4D626B582A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71D534-9032-44A1-816C-64C82B57DF6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D98D4-2F63-AB8F-CD7F-E7E1ABFAC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08EF7-E9DE-63E6-B09F-548DACEE61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DA955A-C895-4E64-9D31-660D30E48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996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DBF8880-C2B1-30AD-8EA2-22B1317B64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6184085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15660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2026-09-06T08:13:38Z</dcterms:created>
  <dcterms:modified xsi:type="dcterms:W3CDTF">2026-09-06T08:13:38Z</dcterms:modified>
</cp:coreProperties>
</file>