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99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6EB016A-B90A-4E05-A3C4-E08D0FB1B170}" type="doc">
      <dgm:prSet loTypeId="urn:microsoft.com/office/officeart/2005/8/layout/target1" loCatId="relationship" qsTypeId="urn:microsoft.com/office/officeart/2005/8/quickstyle/simple1" qsCatId="simple" csTypeId="urn:microsoft.com/office/officeart/2005/8/colors/accent1_2" csCatId="accent1" phldr="1"/>
      <dgm:spPr/>
    </dgm:pt>
    <dgm:pt modelId="{50970F75-3CFB-4CB3-833E-055E67F41D49}">
      <dgm:prSet phldrT="[Text]"/>
      <dgm:spPr/>
      <dgm:t>
        <a:bodyPr/>
        <a:lstStyle/>
        <a:p>
          <a:r>
            <a:rPr lang="en-US"/>
            <a:t>Alpha</a:t>
          </a:r>
        </a:p>
      </dgm:t>
    </dgm:pt>
    <dgm:pt modelId="{8F619887-D85F-4C69-8EA0-8A9412D2FDD7}" type="parTrans" cxnId="{C0E5EABF-EEA8-4F00-AB78-4220448CC903}">
      <dgm:prSet/>
      <dgm:spPr/>
    </dgm:pt>
    <dgm:pt modelId="{8F539756-35DE-48E4-90A2-BCD40B824487}" type="sibTrans" cxnId="{C0E5EABF-EEA8-4F00-AB78-4220448CC903}">
      <dgm:prSet/>
      <dgm:spPr/>
    </dgm:pt>
    <dgm:pt modelId="{D1B93EC5-CF83-47F7-B315-18CE1B1D644C}">
      <dgm:prSet phldrT="[Text]"/>
      <dgm:spPr/>
      <dgm:t>
        <a:bodyPr/>
        <a:lstStyle/>
        <a:p>
          <a:r>
            <a:rPr lang="en-US"/>
            <a:t>Beta has a noticeably longer label than the others</a:t>
          </a:r>
        </a:p>
      </dgm:t>
    </dgm:pt>
    <dgm:pt modelId="{1B059A67-16F1-416C-BE7A-EFC9EBCF2193}" type="parTrans" cxnId="{6E21AB3B-735D-4FDB-BC35-E4A9BCD112A5}">
      <dgm:prSet/>
      <dgm:spPr/>
    </dgm:pt>
    <dgm:pt modelId="{1BB00B58-0982-4A72-AC37-CB2270C6535F}" type="sibTrans" cxnId="{6E21AB3B-735D-4FDB-BC35-E4A9BCD112A5}">
      <dgm:prSet/>
      <dgm:spPr/>
    </dgm:pt>
    <dgm:pt modelId="{4A0A4D18-70AE-4C69-AFA5-00D91C3EEAC3}">
      <dgm:prSet phldrT="[Text]"/>
      <dgm:spPr/>
      <dgm:t>
        <a:bodyPr/>
        <a:lstStyle/>
        <a:p>
          <a:r>
            <a:rPr lang="en-US"/>
            <a:t>Gamma</a:t>
          </a:r>
        </a:p>
      </dgm:t>
    </dgm:pt>
    <dgm:pt modelId="{42B0481B-ADB4-40FD-A4F8-DB72D1161105}" type="parTrans" cxnId="{0CAAF466-7578-44F7-8BD2-92284B913527}">
      <dgm:prSet/>
      <dgm:spPr/>
    </dgm:pt>
    <dgm:pt modelId="{FE510BA7-8142-48D4-A599-7C2F56420829}" type="sibTrans" cxnId="{0CAAF466-7578-44F7-8BD2-92284B913527}">
      <dgm:prSet/>
      <dgm:spPr/>
    </dgm:pt>
    <dgm:pt modelId="{89376936-ECFF-4B7D-BABC-3C7759F2FCAE}" type="pres">
      <dgm:prSet presAssocID="{26EB016A-B90A-4E05-A3C4-E08D0FB1B170}" presName="composite" presStyleCnt="0">
        <dgm:presLayoutVars>
          <dgm:chMax val="5"/>
          <dgm:dir/>
          <dgm:resizeHandles val="exact"/>
        </dgm:presLayoutVars>
      </dgm:prSet>
      <dgm:spPr/>
    </dgm:pt>
    <dgm:pt modelId="{00242411-8098-470D-A171-8E303056E00C}" type="pres">
      <dgm:prSet presAssocID="{50970F75-3CFB-4CB3-833E-055E67F41D49}" presName="circle1" presStyleLbl="lnNode1" presStyleIdx="0" presStyleCnt="3"/>
      <dgm:spPr/>
    </dgm:pt>
    <dgm:pt modelId="{C889C0A6-DE62-45F0-9751-B76C9849BB1E}" type="pres">
      <dgm:prSet presAssocID="{50970F75-3CFB-4CB3-833E-055E67F41D49}" presName="text1" presStyleLbl="revTx" presStyleIdx="0" presStyleCnt="3">
        <dgm:presLayoutVars>
          <dgm:bulletEnabled val="1"/>
        </dgm:presLayoutVars>
      </dgm:prSet>
      <dgm:spPr/>
    </dgm:pt>
    <dgm:pt modelId="{AC42F52D-48F9-49F6-A694-42891EA2FEF2}" type="pres">
      <dgm:prSet presAssocID="{50970F75-3CFB-4CB3-833E-055E67F41D49}" presName="line1" presStyleLbl="callout" presStyleIdx="0" presStyleCnt="6"/>
      <dgm:spPr/>
    </dgm:pt>
    <dgm:pt modelId="{2DC13515-C443-4B36-9B20-8B4F101DBA28}" type="pres">
      <dgm:prSet presAssocID="{50970F75-3CFB-4CB3-833E-055E67F41D49}" presName="d1" presStyleLbl="callout" presStyleIdx="1" presStyleCnt="6"/>
      <dgm:spPr/>
    </dgm:pt>
    <dgm:pt modelId="{8E7FE454-CD3E-4357-9E8A-DF5C45BA6C61}" type="pres">
      <dgm:prSet presAssocID="{D1B93EC5-CF83-47F7-B315-18CE1B1D644C}" presName="circle2" presStyleLbl="lnNode1" presStyleIdx="1" presStyleCnt="3"/>
      <dgm:spPr/>
    </dgm:pt>
    <dgm:pt modelId="{AABB23EB-47A5-40B3-9E90-E855AAD83EB6}" type="pres">
      <dgm:prSet presAssocID="{D1B93EC5-CF83-47F7-B315-18CE1B1D644C}" presName="text2" presStyleLbl="revTx" presStyleIdx="1" presStyleCnt="3">
        <dgm:presLayoutVars>
          <dgm:bulletEnabled val="1"/>
        </dgm:presLayoutVars>
      </dgm:prSet>
      <dgm:spPr/>
    </dgm:pt>
    <dgm:pt modelId="{C72BD655-2D85-4070-B186-BB757B672416}" type="pres">
      <dgm:prSet presAssocID="{D1B93EC5-CF83-47F7-B315-18CE1B1D644C}" presName="line2" presStyleLbl="callout" presStyleIdx="2" presStyleCnt="6"/>
      <dgm:spPr/>
    </dgm:pt>
    <dgm:pt modelId="{3C6609EA-1D46-452B-8CB1-DEE489E14BC0}" type="pres">
      <dgm:prSet presAssocID="{D1B93EC5-CF83-47F7-B315-18CE1B1D644C}" presName="d2" presStyleLbl="callout" presStyleIdx="3" presStyleCnt="6"/>
      <dgm:spPr/>
    </dgm:pt>
    <dgm:pt modelId="{FDC9885D-5D64-452A-92D2-408FAF97AC1E}" type="pres">
      <dgm:prSet presAssocID="{4A0A4D18-70AE-4C69-AFA5-00D91C3EEAC3}" presName="circle3" presStyleLbl="lnNode1" presStyleIdx="2" presStyleCnt="3"/>
      <dgm:spPr/>
    </dgm:pt>
    <dgm:pt modelId="{01658576-5289-490B-9143-70A36B0ECE26}" type="pres">
      <dgm:prSet presAssocID="{4A0A4D18-70AE-4C69-AFA5-00D91C3EEAC3}" presName="text3" presStyleLbl="revTx" presStyleIdx="2" presStyleCnt="3">
        <dgm:presLayoutVars>
          <dgm:bulletEnabled val="1"/>
        </dgm:presLayoutVars>
      </dgm:prSet>
      <dgm:spPr/>
    </dgm:pt>
    <dgm:pt modelId="{53DD4708-A718-4114-9008-D83AA0DC7F08}" type="pres">
      <dgm:prSet presAssocID="{4A0A4D18-70AE-4C69-AFA5-00D91C3EEAC3}" presName="line3" presStyleLbl="callout" presStyleIdx="4" presStyleCnt="6"/>
      <dgm:spPr/>
    </dgm:pt>
    <dgm:pt modelId="{2E752BC9-1899-4549-B938-1E89AC523E3E}" type="pres">
      <dgm:prSet presAssocID="{4A0A4D18-70AE-4C69-AFA5-00D91C3EEAC3}" presName="d3" presStyleLbl="callout" presStyleIdx="5" presStyleCnt="6"/>
      <dgm:spPr/>
    </dgm:pt>
  </dgm:ptLst>
  <dgm:cxnLst>
    <dgm:cxn modelId="{21F43F06-8205-48C3-BA8B-89398922B9A3}" type="presOf" srcId="{D1B93EC5-CF83-47F7-B315-18CE1B1D644C}" destId="{AABB23EB-47A5-40B3-9E90-E855AAD83EB6}" srcOrd="0" destOrd="0" presId="urn:microsoft.com/office/officeart/2005/8/layout/target1"/>
    <dgm:cxn modelId="{6E21AB3B-735D-4FDB-BC35-E4A9BCD112A5}" srcId="{26EB016A-B90A-4E05-A3C4-E08D0FB1B170}" destId="{D1B93EC5-CF83-47F7-B315-18CE1B1D644C}" srcOrd="1" destOrd="0" parTransId="{1B059A67-16F1-416C-BE7A-EFC9EBCF2193}" sibTransId="{1BB00B58-0982-4A72-AC37-CB2270C6535F}"/>
    <dgm:cxn modelId="{B0E59662-3A91-4DAA-ABB1-A96D6E6E6FE5}" type="presOf" srcId="{50970F75-3CFB-4CB3-833E-055E67F41D49}" destId="{C889C0A6-DE62-45F0-9751-B76C9849BB1E}" srcOrd="0" destOrd="0" presId="urn:microsoft.com/office/officeart/2005/8/layout/target1"/>
    <dgm:cxn modelId="{0CAAF466-7578-44F7-8BD2-92284B913527}" srcId="{26EB016A-B90A-4E05-A3C4-E08D0FB1B170}" destId="{4A0A4D18-70AE-4C69-AFA5-00D91C3EEAC3}" srcOrd="2" destOrd="0" parTransId="{42B0481B-ADB4-40FD-A4F8-DB72D1161105}" sibTransId="{FE510BA7-8142-48D4-A599-7C2F56420829}"/>
    <dgm:cxn modelId="{3F33BA57-F12A-4DA6-A60D-CE5D47B409A6}" type="presOf" srcId="{4A0A4D18-70AE-4C69-AFA5-00D91C3EEAC3}" destId="{01658576-5289-490B-9143-70A36B0ECE26}" srcOrd="0" destOrd="0" presId="urn:microsoft.com/office/officeart/2005/8/layout/target1"/>
    <dgm:cxn modelId="{C0E5EABF-EEA8-4F00-AB78-4220448CC903}" srcId="{26EB016A-B90A-4E05-A3C4-E08D0FB1B170}" destId="{50970F75-3CFB-4CB3-833E-055E67F41D49}" srcOrd="0" destOrd="0" parTransId="{8F619887-D85F-4C69-8EA0-8A9412D2FDD7}" sibTransId="{8F539756-35DE-48E4-90A2-BCD40B824487}"/>
    <dgm:cxn modelId="{769B6AD2-2059-4A83-B024-B744D33116CD}" type="presOf" srcId="{26EB016A-B90A-4E05-A3C4-E08D0FB1B170}" destId="{89376936-ECFF-4B7D-BABC-3C7759F2FCAE}" srcOrd="0" destOrd="0" presId="urn:microsoft.com/office/officeart/2005/8/layout/target1"/>
    <dgm:cxn modelId="{F5459CED-ED98-4A05-BA00-8BC50C360CDC}" type="presParOf" srcId="{89376936-ECFF-4B7D-BABC-3C7759F2FCAE}" destId="{00242411-8098-470D-A171-8E303056E00C}" srcOrd="0" destOrd="0" presId="urn:microsoft.com/office/officeart/2005/8/layout/target1"/>
    <dgm:cxn modelId="{EDF3CDF1-8323-4C00-A8D7-D6193D7DB6B2}" type="presParOf" srcId="{89376936-ECFF-4B7D-BABC-3C7759F2FCAE}" destId="{C889C0A6-DE62-45F0-9751-B76C9849BB1E}" srcOrd="1" destOrd="0" presId="urn:microsoft.com/office/officeart/2005/8/layout/target1"/>
    <dgm:cxn modelId="{7005E2D4-6454-40BB-AFA6-DFE79B374B80}" type="presParOf" srcId="{89376936-ECFF-4B7D-BABC-3C7759F2FCAE}" destId="{AC42F52D-48F9-49F6-A694-42891EA2FEF2}" srcOrd="2" destOrd="0" presId="urn:microsoft.com/office/officeart/2005/8/layout/target1"/>
    <dgm:cxn modelId="{01DE9E92-3519-4157-89FD-E1A5A249C2B2}" type="presParOf" srcId="{89376936-ECFF-4B7D-BABC-3C7759F2FCAE}" destId="{2DC13515-C443-4B36-9B20-8B4F101DBA28}" srcOrd="3" destOrd="0" presId="urn:microsoft.com/office/officeart/2005/8/layout/target1"/>
    <dgm:cxn modelId="{0D027CAE-D13C-4155-B640-4463BB747A80}" type="presParOf" srcId="{89376936-ECFF-4B7D-BABC-3C7759F2FCAE}" destId="{8E7FE454-CD3E-4357-9E8A-DF5C45BA6C61}" srcOrd="4" destOrd="0" presId="urn:microsoft.com/office/officeart/2005/8/layout/target1"/>
    <dgm:cxn modelId="{CA510288-46F4-4739-B417-AE4A1B4512A7}" type="presParOf" srcId="{89376936-ECFF-4B7D-BABC-3C7759F2FCAE}" destId="{AABB23EB-47A5-40B3-9E90-E855AAD83EB6}" srcOrd="5" destOrd="0" presId="urn:microsoft.com/office/officeart/2005/8/layout/target1"/>
    <dgm:cxn modelId="{FFF26E98-4C64-4CBF-B6F5-900051C16CBB}" type="presParOf" srcId="{89376936-ECFF-4B7D-BABC-3C7759F2FCAE}" destId="{C72BD655-2D85-4070-B186-BB757B672416}" srcOrd="6" destOrd="0" presId="urn:microsoft.com/office/officeart/2005/8/layout/target1"/>
    <dgm:cxn modelId="{97BBB41C-8A24-4FAB-BE99-D942E0C3A165}" type="presParOf" srcId="{89376936-ECFF-4B7D-BABC-3C7759F2FCAE}" destId="{3C6609EA-1D46-452B-8CB1-DEE489E14BC0}" srcOrd="7" destOrd="0" presId="urn:microsoft.com/office/officeart/2005/8/layout/target1"/>
    <dgm:cxn modelId="{96D3697A-59B3-4EEF-82B2-9C78B6D4A29B}" type="presParOf" srcId="{89376936-ECFF-4B7D-BABC-3C7759F2FCAE}" destId="{FDC9885D-5D64-452A-92D2-408FAF97AC1E}" srcOrd="8" destOrd="0" presId="urn:microsoft.com/office/officeart/2005/8/layout/target1"/>
    <dgm:cxn modelId="{E85297DB-A536-4B95-9CB6-94B983110B6C}" type="presParOf" srcId="{89376936-ECFF-4B7D-BABC-3C7759F2FCAE}" destId="{01658576-5289-490B-9143-70A36B0ECE26}" srcOrd="9" destOrd="0" presId="urn:microsoft.com/office/officeart/2005/8/layout/target1"/>
    <dgm:cxn modelId="{48D002F3-1F44-4688-A406-2DFE6E9BCA51}" type="presParOf" srcId="{89376936-ECFF-4B7D-BABC-3C7759F2FCAE}" destId="{53DD4708-A718-4114-9008-D83AA0DC7F08}" srcOrd="10" destOrd="0" presId="urn:microsoft.com/office/officeart/2005/8/layout/target1"/>
    <dgm:cxn modelId="{B8DE734D-1CFF-40FF-A3CD-3F0078B06225}" type="presParOf" srcId="{89376936-ECFF-4B7D-BABC-3C7759F2FCAE}" destId="{2E752BC9-1899-4549-B938-1E89AC523E3E}" srcOrd="11" destOrd="0" presId="urn:microsoft.com/office/officeart/2005/8/layout/targe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DC9885D-5D64-452A-92D2-408FAF97AC1E}">
      <dsp:nvSpPr>
        <dsp:cNvPr id="0" name=""/>
        <dsp:cNvSpPr/>
      </dsp:nvSpPr>
      <dsp:spPr>
        <a:xfrm>
          <a:off x="952499" y="1269999"/>
          <a:ext cx="3810000" cy="381000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E7FE454-CD3E-4357-9E8A-DF5C45BA6C61}">
      <dsp:nvSpPr>
        <dsp:cNvPr id="0" name=""/>
        <dsp:cNvSpPr/>
      </dsp:nvSpPr>
      <dsp:spPr>
        <a:xfrm>
          <a:off x="1714500" y="2032000"/>
          <a:ext cx="2286000" cy="228600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0242411-8098-470D-A171-8E303056E00C}">
      <dsp:nvSpPr>
        <dsp:cNvPr id="0" name=""/>
        <dsp:cNvSpPr/>
      </dsp:nvSpPr>
      <dsp:spPr>
        <a:xfrm>
          <a:off x="2476499" y="2794000"/>
          <a:ext cx="762000" cy="76200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889C0A6-DE62-45F0-9751-B76C9849BB1E}">
      <dsp:nvSpPr>
        <dsp:cNvPr id="0" name=""/>
        <dsp:cNvSpPr/>
      </dsp:nvSpPr>
      <dsp:spPr>
        <a:xfrm>
          <a:off x="5397499" y="0"/>
          <a:ext cx="1905000" cy="11112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5128" tIns="24130" rIns="24130" bIns="2413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Alpha</a:t>
          </a:r>
        </a:p>
      </dsp:txBody>
      <dsp:txXfrm>
        <a:off x="5397499" y="0"/>
        <a:ext cx="1905000" cy="1111250"/>
      </dsp:txXfrm>
    </dsp:sp>
    <dsp:sp modelId="{AC42F52D-48F9-49F6-A694-42891EA2FEF2}">
      <dsp:nvSpPr>
        <dsp:cNvPr id="0" name=""/>
        <dsp:cNvSpPr/>
      </dsp:nvSpPr>
      <dsp:spPr>
        <a:xfrm>
          <a:off x="4921250" y="555624"/>
          <a:ext cx="47625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DC13515-C443-4B36-9B20-8B4F101DBA28}">
      <dsp:nvSpPr>
        <dsp:cNvPr id="0" name=""/>
        <dsp:cNvSpPr/>
      </dsp:nvSpPr>
      <dsp:spPr>
        <a:xfrm rot="5400000">
          <a:off x="2579052" y="834707"/>
          <a:ext cx="2618740" cy="2061845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ABB23EB-47A5-40B3-9E90-E855AAD83EB6}">
      <dsp:nvSpPr>
        <dsp:cNvPr id="0" name=""/>
        <dsp:cNvSpPr/>
      </dsp:nvSpPr>
      <dsp:spPr>
        <a:xfrm>
          <a:off x="5397499" y="1111249"/>
          <a:ext cx="1905000" cy="11112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5128" tIns="24130" rIns="24130" bIns="2413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Beta has a noticeably longer label than the others</a:t>
          </a:r>
        </a:p>
      </dsp:txBody>
      <dsp:txXfrm>
        <a:off x="5397499" y="1111249"/>
        <a:ext cx="1905000" cy="1111250"/>
      </dsp:txXfrm>
    </dsp:sp>
    <dsp:sp modelId="{C72BD655-2D85-4070-B186-BB757B672416}">
      <dsp:nvSpPr>
        <dsp:cNvPr id="0" name=""/>
        <dsp:cNvSpPr/>
      </dsp:nvSpPr>
      <dsp:spPr>
        <a:xfrm>
          <a:off x="4921250" y="1666874"/>
          <a:ext cx="47625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C6609EA-1D46-452B-8CB1-DEE489E14BC0}">
      <dsp:nvSpPr>
        <dsp:cNvPr id="0" name=""/>
        <dsp:cNvSpPr/>
      </dsp:nvSpPr>
      <dsp:spPr>
        <a:xfrm rot="5400000">
          <a:off x="3141154" y="1928622"/>
          <a:ext cx="2040636" cy="1515745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1658576-5289-490B-9143-70A36B0ECE26}">
      <dsp:nvSpPr>
        <dsp:cNvPr id="0" name=""/>
        <dsp:cNvSpPr/>
      </dsp:nvSpPr>
      <dsp:spPr>
        <a:xfrm>
          <a:off x="5397499" y="2222500"/>
          <a:ext cx="1905000" cy="11112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5128" tIns="24130" rIns="24130" bIns="2413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Gamma</a:t>
          </a:r>
        </a:p>
      </dsp:txBody>
      <dsp:txXfrm>
        <a:off x="5397499" y="2222500"/>
        <a:ext cx="1905000" cy="1111250"/>
      </dsp:txXfrm>
    </dsp:sp>
    <dsp:sp modelId="{53DD4708-A718-4114-9008-D83AA0DC7F08}">
      <dsp:nvSpPr>
        <dsp:cNvPr id="0" name=""/>
        <dsp:cNvSpPr/>
      </dsp:nvSpPr>
      <dsp:spPr>
        <a:xfrm>
          <a:off x="4921250" y="2778125"/>
          <a:ext cx="47625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E752BC9-1899-4549-B938-1E89AC523E3E}">
      <dsp:nvSpPr>
        <dsp:cNvPr id="0" name=""/>
        <dsp:cNvSpPr/>
      </dsp:nvSpPr>
      <dsp:spPr>
        <a:xfrm rot="5400000">
          <a:off x="3703954" y="3021647"/>
          <a:ext cx="1457960" cy="969645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target1">
  <dgm:title val=""/>
  <dgm:desc val=""/>
  <dgm:catLst>
    <dgm:cat type="relationship" pri="25000"/>
    <dgm:cat type="convert" pri="2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ite">
    <dgm:varLst>
      <dgm:chMax val="5"/>
      <dgm:dir/>
      <dgm:resizeHandles val="exact"/>
    </dgm:varLst>
    <dgm:alg type="composite">
      <dgm:param type="ar" val="1.25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hoose name="Name2">
          <dgm:if name="Name3" axis="ch" ptType="node" func="cnt" op="equ" val="0">
            <dgm:constrLst/>
          </dgm:if>
          <dgm:if name="Name4" axis="ch" ptType="node" func="cnt" op="equ" val="1">
            <dgm:constrLst>
              <dgm:constr type="primFontSz" for="des" ptType="node" op="equ" val="65"/>
              <dgm:constr type="w" for="ch" forName="circle1" refType="w" fact="0.6"/>
              <dgm:constr type="h" for="ch" forName="circle1" refType="w" refFor="ch" refForName="circle1"/>
              <dgm:constr type="ctrX" for="ch" forName="circle1" refType="w" fact="0.3"/>
              <dgm:constr type="ctrY" for="ch" forName="circle1" refType="h" fact="0.625"/>
              <dgm:constr type="w" for="ch" forName="text1" refType="w" fact="0.3"/>
              <dgm:constr type="h" for="ch" forName="text1" refType="h" fact="0.3125"/>
              <dgm:constr type="r" for="ch" forName="text1" refType="w"/>
              <dgm:constr type="t" for="ch" forName="text1"/>
              <dgm:constr type="l" for="ch" forName="line1" refType="w" fact="0.625"/>
              <dgm:constr type="ctrY" for="ch" forName="line1" refType="ctrY" refFor="ch" refForName="text1"/>
              <dgm:constr type="r" for="ch" forName="line1" refType="l" refFor="ch" refForName="text1"/>
              <dgm:constr type="h" for="ch" forName="line1"/>
              <dgm:constr type="l" for="ch" forName="d1" refType="w" fact="0.3"/>
              <dgm:constr type="b" for="ch" forName="d1" refType="h" fact="0.625"/>
              <dgm:constr type="w" for="ch" forName="d1" refType="w" fact="0.32475"/>
              <dgm:constr type="h" for="ch" forName="d1" refType="h" fact="0.469"/>
            </dgm:constrLst>
          </dgm:if>
          <dgm:if name="Name5" axis="ch" ptType="node" func="cnt" op="equ" val="2">
            <dgm:constrLst>
              <dgm:constr type="primFontSz" for="des" ptType="node" op="equ" val="65"/>
              <dgm:constr type="w" for="ch" forName="circle1" refType="w" fact="0.2"/>
              <dgm:constr type="h" for="ch" forName="circle1" refType="w" refFor="ch" refForName="circle1"/>
              <dgm:constr type="ctrX" for="ch" forName="circle1" refType="w" fact="0.3"/>
              <dgm:constr type="ctrY" for="ch" forName="circle1" refType="h" fact="0.625"/>
              <dgm:constr type="w" for="ch" forName="text1" refType="w" fact="0.3"/>
              <dgm:constr type="h" for="ch" forName="text1" refType="h" fact="0.3125"/>
              <dgm:constr type="r" for="ch" forName="text1" refType="w"/>
              <dgm:constr type="t" for="ch" forName="text1"/>
              <dgm:constr type="l" for="ch" forName="line1" refType="w" fact="0.625"/>
              <dgm:constr type="ctrY" for="ch" forName="line1" refType="ctrY" refFor="ch" refForName="text1"/>
              <dgm:constr type="w" for="ch" forName="line1" refType="w" fact="0.075"/>
              <dgm:constr type="h" for="ch" forName="line1"/>
              <dgm:constr type="l" for="ch" forName="d1" refType="w" fact="0.3"/>
              <dgm:constr type="b" for="ch" forName="d1" refType="h" fact="0.625"/>
              <dgm:constr type="w" for="ch" forName="d1" refType="w" fact="0.32475"/>
              <dgm:constr type="h" for="ch" forName="d1" refType="h" fact="0.469"/>
              <dgm:constr type="w" for="ch" forName="circle2" refType="w" fact="0.6"/>
              <dgm:constr type="h" for="ch" forName="circle2" refType="w" refFor="ch" refForName="circle2"/>
              <dgm:constr type="ctrX" for="ch" forName="circle2" refType="w" fact="0.3"/>
              <dgm:constr type="ctrY" for="ch" forName="circle2" refType="h" fact="0.625"/>
              <dgm:constr type="w" for="ch" forName="text2" refType="w" fact="0.3"/>
              <dgm:constr type="h" for="ch" forName="text2" refType="h" fact="0.3125"/>
              <dgm:constr type="r" for="ch" forName="text2" refType="w"/>
              <dgm:constr type="t" for="ch" forName="text2" refType="b" refFor="ch" refForName="text1"/>
              <dgm:constr type="l" for="ch" forName="line2" refType="w" fact="0.625"/>
              <dgm:constr type="ctrY" for="ch" forName="line2" refType="ctrY" refFor="ch" refForName="text2"/>
              <dgm:constr type="w" for="ch" forName="line2" refType="w" fact="0.075"/>
              <dgm:constr type="h" for="ch" forName="line2"/>
              <dgm:constr type="l" for="ch" forName="d2" refType="w" fact="0.44325"/>
              <dgm:constr type="b" for="ch" forName="d2" refType="h" fact="0.7975"/>
              <dgm:constr type="w" for="ch" forName="d2" refType="w" fact="0.1815"/>
              <dgm:constr type="h" for="ch" forName="d2" refType="h" fact="0.3283"/>
            </dgm:constrLst>
          </dgm:if>
          <dgm:if name="Name6" axis="ch" ptType="node" func="cnt" op="equ" val="3">
            <dgm:constrLst>
              <dgm:constr type="primFontSz" for="des" ptType="node" op="equ" val="65"/>
              <dgm:constr type="w" for="ch" forName="circle1" refType="w" fact="0.12"/>
              <dgm:constr type="h" for="ch" forName="circle1" refType="w" refFor="ch" refForName="circle1"/>
              <dgm:constr type="ctrX" for="ch" forName="circle1" refType="w" fact="0.3"/>
              <dgm:constr type="ctrY" for="ch" forName="circle1" refType="h" fact="0.625"/>
              <dgm:constr type="w" for="ch" forName="text1" refType="w" fact="0.3"/>
              <dgm:constr type="h" for="ch" forName="text1" refType="h" fact="0.21875"/>
              <dgm:constr type="r" for="ch" forName="text1" refType="w"/>
              <dgm:constr type="t" for="ch" forName="text1"/>
              <dgm:constr type="l" for="ch" forName="line1" refType="w" fact="0.625"/>
              <dgm:constr type="ctrY" for="ch" forName="line1" refType="ctrY" refFor="ch" refForName="text1"/>
              <dgm:constr type="w" for="ch" forName="line1" refType="w" fact="0.075"/>
              <dgm:constr type="h" for="ch" forName="line1"/>
              <dgm:constr type="l" for="ch" forName="d1" refType="w" fact="0.3"/>
              <dgm:constr type="b" for="ch" forName="d1" refType="h" fact="0.625"/>
              <dgm:constr type="w" for="ch" forName="d1" refType="w" fact="0.3247"/>
              <dgm:constr type="h" for="ch" forName="d1" refType="h" fact="0.5155"/>
              <dgm:constr type="w" for="ch" forName="circle2" refType="w" fact="0.36"/>
              <dgm:constr type="h" for="ch" forName="circle2" refType="w" refFor="ch" refForName="circle2"/>
              <dgm:constr type="ctrX" for="ch" forName="circle2" refType="w" fact="0.3"/>
              <dgm:constr type="ctrY" for="ch" forName="circle2" refType="h" fact="0.625"/>
              <dgm:constr type="w" for="ch" forName="text2" refType="w" fact="0.3"/>
              <dgm:constr type="h" for="ch" forName="text2" refType="h" fact="0.21875"/>
              <dgm:constr type="r" for="ch" forName="text2" refType="w"/>
              <dgm:constr type="t" for="ch" forName="text2" refType="b" refFor="ch" refForName="text1"/>
              <dgm:constr type="l" for="ch" forName="line2" refType="w" fact="0.625"/>
              <dgm:constr type="ctrY" for="ch" forName="line2" refType="ctrY" refFor="ch" refForName="text2"/>
              <dgm:constr type="w" for="ch" forName="line2" refType="w" fact="0.075"/>
              <dgm:constr type="h" for="ch" forName="line2"/>
              <dgm:constr type="l" for="ch" forName="d2" refType="w" fact="0.386"/>
              <dgm:constr type="b" for="ch" forName="d2" refType="h" fact="0.72969"/>
              <dgm:constr type="w" for="ch" forName="d2" refType="w" fact="0.2387"/>
              <dgm:constr type="h" for="ch" forName="d2" refType="h" fact="0.4017"/>
              <dgm:constr type="w" for="ch" forName="circle3" refType="w" fact="0.6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21875"/>
              <dgm:constr type="r" for="ch" forName="text3" refType="w"/>
              <dgm:constr type="t" for="ch" forName="text3" refType="b" refFor="ch" refForName="text2"/>
              <dgm:constr type="l" for="ch" forName="line3" refType="w" fact="0.625"/>
              <dgm:constr type="ctrY" for="ch" forName="line3" refType="ctrY" refFor="ch" refForName="text3"/>
              <dgm:constr type="w" for="ch" forName="line3" refType="w" fact="0.075"/>
              <dgm:constr type="h" for="ch" forName="line3"/>
              <dgm:constr type="l" for="ch" forName="d3" refType="w" fact="0.47175"/>
              <dgm:constr type="b" for="ch" forName="d3" refType="h" fact="0.83375"/>
              <dgm:constr type="w" for="ch" forName="d3" refType="w" fact="0.1527"/>
              <dgm:constr type="h" for="ch" forName="d3" refType="h" fact="0.287"/>
            </dgm:constrLst>
          </dgm:if>
          <dgm:if name="Name7" axis="ch" ptType="node" func="cnt" op="equ" val="4">
            <dgm:constrLst>
              <dgm:constr type="primFontSz" for="des" ptType="node" op="equ" val="65"/>
              <dgm:constr type="w" for="ch" forName="circle1" refType="w" fact="0.0857"/>
              <dgm:constr type="h" for="ch" forName="circle1" refType="w" refFor="ch" refForName="circle1"/>
              <dgm:constr type="ctrX" for="ch" forName="circle1" refType="w" fact="0.3"/>
              <dgm:constr type="ctrY" for="ch" forName="circle1" refType="h" fact="0.625"/>
              <dgm:constr type="w" for="ch" forName="text1" refType="w" fact="0.3"/>
              <dgm:constr type="h" for="ch" forName="text1" refType="h" fact="0.17938"/>
              <dgm:constr type="r" for="ch" forName="text1" refType="w"/>
              <dgm:constr type="t" for="ch" forName="text1"/>
              <dgm:constr type="l" for="ch" forName="line1" refType="w" fact="0.625"/>
              <dgm:constr type="ctrY" for="ch" forName="line1" refType="ctrY" refFor="ch" refForName="text1"/>
              <dgm:constr type="w" for="ch" forName="line1" refType="w" fact="0.075"/>
              <dgm:constr type="h" for="ch" forName="line1"/>
              <dgm:constr type="l" for="ch" forName="d1" refType="w" fact="0.295"/>
              <dgm:constr type="b" for="ch" forName="d1" refType="h" fact="0.62"/>
              <dgm:constr type="w" for="ch" forName="d1" refType="w" fact="0.33"/>
              <dgm:constr type="h" for="ch" forName="d1" refType="h" fact="0.53"/>
              <dgm:constr type="w" for="ch" forName="circle2" refType="w" fact="0.2571"/>
              <dgm:constr type="h" for="ch" forName="circle2" refType="w" refFor="ch" refForName="circle2"/>
              <dgm:constr type="ctrX" for="ch" forName="circle2" refType="w" fact="0.3"/>
              <dgm:constr type="ctrY" for="ch" forName="circle2" refType="h" fact="0.625"/>
              <dgm:constr type="w" for="ch" forName="text2" refType="w" fact="0.3"/>
              <dgm:constr type="h" for="ch" forName="text2" refType="h" fact="0.17938"/>
              <dgm:constr type="r" for="ch" forName="text2" refType="w"/>
              <dgm:constr type="t" for="ch" forName="text2" refType="b" refFor="ch" refForName="text1"/>
              <dgm:constr type="l" for="ch" forName="line2" refType="w" fact="0.625"/>
              <dgm:constr type="ctrY" for="ch" forName="line2" refType="ctrY" refFor="ch" refForName="text2"/>
              <dgm:constr type="w" for="ch" forName="line2" refType="w" fact="0.075"/>
              <dgm:constr type="h" for="ch" forName="line2"/>
              <dgm:constr type="l" for="ch" forName="d2" refType="w" fact="0.36625"/>
              <dgm:constr type="b" for="ch" forName="d2" refType="h" fact="0.70438"/>
              <dgm:constr type="w" for="ch" forName="d2" refType="w" fact="0.2585"/>
              <dgm:constr type="h" for="ch" forName="d2" refType="h" fact="0.43525"/>
              <dgm:constr type="w" for="ch" forName="circle3" refType="w" fact="0.4285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17938"/>
              <dgm:constr type="r" for="ch" forName="text3" refType="w"/>
              <dgm:constr type="t" for="ch" forName="text3" refType="b" refFor="ch" refForName="text2"/>
              <dgm:constr type="l" for="ch" forName="line3" refType="w" fact="0.625"/>
              <dgm:constr type="ctrY" for="ch" forName="line3" refType="ctrY" refFor="ch" refForName="text3"/>
              <dgm:constr type="w" for="ch" forName="line3" refType="w" fact="0.075"/>
              <dgm:constr type="h" for="ch" forName="line3"/>
              <dgm:constr type="l" for="ch" forName="d3" refType="w" fact="0.4255"/>
              <dgm:constr type="b" for="ch" forName="d3" refType="h" fact="0.78031"/>
              <dgm:constr type="w" for="ch" forName="d3" refType="w" fact="0.1995"/>
              <dgm:constr type="h" for="ch" forName="d3" refType="h" fact="0.332"/>
              <dgm:constr type="w" for="ch" forName="circle4" refType="w" fact="0.6"/>
              <dgm:constr type="h" for="ch" forName="circle4" refType="w" refFor="ch" refForName="circle4"/>
              <dgm:constr type="ctrX" for="ch" forName="circle4" refType="ctrX" refFor="ch" refForName="circle1"/>
              <dgm:constr type="ctrY" for="ch" forName="circle4" refType="ctrY" refFor="ch" refForName="circle1"/>
              <dgm:constr type="w" for="ch" forName="text4" refType="w" fact="0.3"/>
              <dgm:constr type="h" for="ch" forName="text4" refType="h" fact="0.17938"/>
              <dgm:constr type="r" for="ch" forName="text4" refType="w"/>
              <dgm:constr type="t" for="ch" forName="text4" refType="b" refFor="ch" refForName="text3"/>
              <dgm:constr type="l" for="ch" forName="line4" refType="w" fact="0.625"/>
              <dgm:constr type="ctrY" for="ch" forName="line4" refType="ctrY" refFor="ch" refForName="text4"/>
              <dgm:constr type="w" for="ch" forName="line4" refType="w" fact="0.075"/>
              <dgm:constr type="h" for="ch" forName="line4"/>
              <dgm:constr type="l" for="ch" forName="d4" refType="w" fact="0.48525"/>
              <dgm:constr type="b" for="ch" forName="d4" refType="h" fact="0.85594"/>
              <dgm:constr type="w" for="ch" forName="d4" refType="w" fact="0.1394"/>
              <dgm:constr type="h" for="ch" forName="d4" refType="h" fact="0.2282"/>
            </dgm:constrLst>
          </dgm:if>
          <dgm:if name="Name8" axis="ch" ptType="node" func="cnt" op="gte" val="5">
            <dgm:constrLst>
              <dgm:constr type="primFontSz" for="des" ptType="node" op="equ" val="65"/>
              <dgm:constr type="w" for="ch" forName="circle1" refType="w" fact="0.0667"/>
              <dgm:constr type="h" for="ch" forName="circle1" refType="w" refFor="ch" refForName="circle1"/>
              <dgm:constr type="ctrX" for="ch" forName="circle1" refType="w" fact="0.3"/>
              <dgm:constr type="ctrY" for="ch" forName="circle1" refType="h" fact="0.625"/>
              <dgm:constr type="w" for="ch" forName="text1" refType="w" fact="0.3"/>
              <dgm:constr type="h" for="ch" forName="text1" refType="h" fact="0.1324"/>
              <dgm:constr type="r" for="ch" forName="text1" refType="w"/>
              <dgm:constr type="ctrY" for="ch" forName="text1" refType="h" fact="0.13"/>
              <dgm:constr type="l" for="ch" forName="line1" refType="w" fact="0.625"/>
              <dgm:constr type="ctrY" for="ch" forName="line1" refType="ctrY" refFor="ch" refForName="text1"/>
              <dgm:constr type="w" for="ch" forName="line1" refType="w" fact="0.075"/>
              <dgm:constr type="h" for="ch" forName="line1"/>
              <dgm:constr type="l" for="ch" forName="d1" refType="w" fact="0.3"/>
              <dgm:constr type="b" for="ch" forName="d1" refType="h" fact="0.625"/>
              <dgm:constr type="w" for="ch" forName="d1" refType="w" fact="0.3245"/>
              <dgm:constr type="h" for="ch" forName="d1" refType="h" fact="0.495"/>
              <dgm:constr type="w" for="ch" forName="circle2" refType="w" fact="0.2"/>
              <dgm:constr type="h" for="ch" forName="circle2" refType="w" refFor="ch" refForName="circle2"/>
              <dgm:constr type="ctrX" for="ch" forName="circle2" refType="w" fact="0.3"/>
              <dgm:constr type="ctrY" for="ch" forName="circle2" refType="h" fact="0.625"/>
              <dgm:constr type="w" for="ch" forName="text2" refType="w" fact="0.3"/>
              <dgm:constr type="h" for="ch" forName="text2" refType="h" fact="0.1324"/>
              <dgm:constr type="r" for="ch" forName="text2" refType="w"/>
              <dgm:constr type="ctrY" for="ch" forName="text2" refType="h" fact="0.27"/>
              <dgm:constr type="l" for="ch" forName="line2" refType="w" fact="0.625"/>
              <dgm:constr type="ctrY" for="ch" forName="line2" refType="ctrY" refFor="ch" refForName="text2"/>
              <dgm:constr type="w" for="ch" forName="line2" refType="w" fact="0.075"/>
              <dgm:constr type="h" for="ch" forName="line2"/>
              <dgm:constr type="l" for="ch" forName="d2" refType="w" fact="0.3498"/>
              <dgm:constr type="b" for="ch" forName="d2" refType="h" fact="0.682"/>
              <dgm:constr type="w" for="ch" forName="d2" refType="w" fact="0.275"/>
              <dgm:constr type="h" for="ch" forName="d2" refType="h" fact="0.41215"/>
              <dgm:constr type="w" for="ch" forName="circle3" refType="w" fact="0.3334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1324"/>
              <dgm:constr type="r" for="ch" forName="text3" refType="w"/>
              <dgm:constr type="ctrY" for="ch" forName="text3" refType="h" fact="0.41"/>
              <dgm:constr type="l" for="ch" forName="line3" refType="w" fact="0.625"/>
              <dgm:constr type="ctrY" for="ch" forName="line3" refType="ctrY" refFor="ch" refForName="text3"/>
              <dgm:constr type="w" for="ch" forName="line3" refType="w" fact="0.075"/>
              <dgm:constr type="h" for="ch" forName="line3"/>
              <dgm:constr type="l" for="ch" forName="d3" refType="w" fact="0.394"/>
              <dgm:constr type="b" for="ch" forName="d3" refType="h" fact="0.735"/>
              <dgm:constr type="w" for="ch" forName="d3" refType="w" fact="0.231"/>
              <dgm:constr type="h" for="ch" forName="d3" refType="h" fact="0.325"/>
              <dgm:constr type="w" for="ch" forName="circle4" refType="w" fact="0.4667"/>
              <dgm:constr type="h" for="ch" forName="circle4" refType="w" refFor="ch" refForName="circle4"/>
              <dgm:constr type="ctrX" for="ch" forName="circle4" refType="ctrX" refFor="ch" refForName="circle1"/>
              <dgm:constr type="ctrY" for="ch" forName="circle4" refType="ctrY" refFor="ch" refForName="circle1"/>
              <dgm:constr type="w" for="ch" forName="text4" refType="w" fact="0.3"/>
              <dgm:constr type="h" for="ch" forName="text4" refType="h" fact="0.1324"/>
              <dgm:constr type="r" for="ch" forName="text4" refType="w"/>
              <dgm:constr type="ctrY" for="ch" forName="text4" refType="h" fact="0.547"/>
              <dgm:constr type="l" for="ch" forName="line4" refType="w" fact="0.625"/>
              <dgm:constr type="ctrY" for="ch" forName="line4" refType="ctrY" refFor="ch" refForName="text4"/>
              <dgm:constr type="w" for="ch" forName="line4" refType="w" fact="0.075"/>
              <dgm:constr type="h" for="ch" forName="line4"/>
              <dgm:constr type="l" for="ch" forName="d4" refType="w" fact="0.446"/>
              <dgm:constr type="b" for="ch" forName="d4" refType="h" fact="0.795"/>
              <dgm:constr type="w" for="ch" forName="d4" refType="w" fact="0.179"/>
              <dgm:constr type="h" for="ch" forName="d4" refType="h" fact="0.248"/>
              <dgm:constr type="w" for="ch" forName="circle5" refType="w" fact="0.6"/>
              <dgm:constr type="h" for="ch" forName="circle5" refType="w" refFor="ch" refForName="circle5"/>
              <dgm:constr type="ctrX" for="ch" forName="circle5" refType="ctrX" refFor="ch" refForName="circle1"/>
              <dgm:constr type="ctrY" for="ch" forName="circle5" refType="ctrY" refFor="ch" refForName="circle1"/>
              <dgm:constr type="w" for="ch" forName="text5" refType="w" fact="0.3"/>
              <dgm:constr type="h" for="ch" forName="text5" refType="h" fact="0.1324"/>
              <dgm:constr type="r" for="ch" forName="text5" refType="w"/>
              <dgm:constr type="ctrY" for="ch" forName="text5" refType="h" fact="0.68"/>
              <dgm:constr type="l" for="ch" forName="line5" refType="w" fact="0.625"/>
              <dgm:constr type="ctrY" for="ch" forName="line5" refType="ctrY" refFor="ch" refForName="text5"/>
              <dgm:constr type="w" for="ch" forName="line5" refType="w" fact="0.075"/>
              <dgm:constr type="h" for="ch" forName="line5"/>
              <dgm:constr type="l" for="ch" forName="d5" refType="w" fact="0.495"/>
              <dgm:constr type="b" for="ch" forName="d5" refType="h" fact="0.855"/>
              <dgm:constr type="w" for="ch" forName="d5" refType="w" fact="0.13"/>
              <dgm:constr type="h" for="ch" forName="d5" refType="h" fact="0.175"/>
            </dgm:constrLst>
          </dgm:if>
          <dgm:else name="Name9"/>
        </dgm:choose>
      </dgm:if>
      <dgm:else name="Name10">
        <dgm:choose name="Name11">
          <dgm:if name="Name12" axis="ch" ptType="node" func="cnt" op="equ" val="0">
            <dgm:constrLst/>
          </dgm:if>
          <dgm:if name="Name13" axis="ch" ptType="node" func="cnt" op="equ" val="1">
            <dgm:constrLst>
              <dgm:constr type="primFontSz" for="des" ptType="node" op="equ" val="65"/>
              <dgm:constr type="w" for="ch" forName="circle1" refType="w" fact="0.6"/>
              <dgm:constr type="h" for="ch" forName="circle1" refType="w" refFor="ch" refForName="circle1"/>
              <dgm:constr type="ctrX" for="ch" forName="circle1" refType="w" fact="0.7"/>
              <dgm:constr type="ctrY" for="ch" forName="circle1" refType="h" fact="0.625"/>
              <dgm:constr type="w" for="ch" forName="text1" refType="w" fact="0.3"/>
              <dgm:constr type="h" for="ch" forName="text1" refType="h" fact="0.3125"/>
              <dgm:constr type="l" for="ch" forName="text1"/>
              <dgm:constr type="t" for="ch" forName="text1"/>
              <dgm:constr type="l" for="ch" forName="line1" refType="r" refFor="ch" refForName="text1"/>
              <dgm:constr type="ctrY" for="ch" forName="line1" refType="ctrY" refFor="ch" refForName="text1"/>
              <dgm:constr type="r" for="ch" forName="line1" refType="w" fact="0.375"/>
              <dgm:constr type="h" for="ch" forName="line1"/>
              <dgm:constr type="r" for="ch" forName="d1" refType="w" fact="0.7"/>
              <dgm:constr type="b" for="ch" forName="d1" refType="h" fact="0.625"/>
              <dgm:constr type="w" for="ch" forName="d1" refType="w" fact="0.32475"/>
              <dgm:constr type="h" for="ch" forName="d1" refType="h" fact="0.469"/>
            </dgm:constrLst>
          </dgm:if>
          <dgm:if name="Name14" axis="ch" ptType="node" func="cnt" op="equ" val="2">
            <dgm:constrLst>
              <dgm:constr type="primFontSz" for="des" ptType="node" op="equ" val="65"/>
              <dgm:constr type="w" for="ch" forName="circle1" refType="w" fact="0.2"/>
              <dgm:constr type="h" for="ch" forName="circle1" refType="w" refFor="ch" refForName="circle1"/>
              <dgm:constr type="ctrX" for="ch" forName="circle1" refType="w" fact="0.7"/>
              <dgm:constr type="ctrY" for="ch" forName="circle1" refType="h" fact="0.625"/>
              <dgm:constr type="w" for="ch" forName="text1" refType="w" fact="0.3"/>
              <dgm:constr type="h" for="ch" forName="text1" refType="h" fact="0.3125"/>
              <dgm:constr type="l" for="ch" forName="text1"/>
              <dgm:constr type="t" for="ch" forName="text1"/>
              <dgm:constr type="l" for="ch" forName="line1" refType="r" refFor="ch" refForName="text1"/>
              <dgm:constr type="ctrY" for="ch" forName="line1" refType="ctrY" refFor="ch" refForName="text1"/>
              <dgm:constr type="r" for="ch" forName="line1" refType="w" fact="0.375"/>
              <dgm:constr type="h" for="ch" forName="line1"/>
              <dgm:constr type="r" for="ch" forName="d1" refType="w" fact="0.7"/>
              <dgm:constr type="b" for="ch" forName="d1" refType="h" fact="0.625"/>
              <dgm:constr type="w" for="ch" forName="d1" refType="w" fact="0.32475"/>
              <dgm:constr type="h" for="ch" forName="d1" refType="h" fact="0.469"/>
              <dgm:constr type="w" for="ch" forName="circle2" refType="w" fact="0.6"/>
              <dgm:constr type="h" for="ch" forName="circle2" refType="w" refFor="ch" refForName="circle2"/>
              <dgm:constr type="ctrX" for="ch" forName="circle2" refType="w" fact="0.7"/>
              <dgm:constr type="ctrY" for="ch" forName="circle2" refType="h" fact="0.625"/>
              <dgm:constr type="w" for="ch" forName="text2" refType="w" fact="0.3"/>
              <dgm:constr type="h" for="ch" forName="text2" refType="h" fact="0.3125"/>
              <dgm:constr type="l" for="ch" forName="text2"/>
              <dgm:constr type="t" for="ch" forName="text2" refType="b" refFor="ch" refForName="text1"/>
              <dgm:constr type="l" for="ch" forName="line2" refType="r" refFor="ch" refForName="text2"/>
              <dgm:constr type="ctrY" for="ch" forName="line2" refType="ctrY" refFor="ch" refForName="text2"/>
              <dgm:constr type="r" for="ch" forName="line2" refType="w" fact="0.375"/>
              <dgm:constr type="h" for="ch" forName="line2"/>
              <dgm:constr type="r" for="ch" forName="d2" refType="w" fact="0.55675"/>
              <dgm:constr type="b" for="ch" forName="d2" refType="h" fact="0.7975"/>
              <dgm:constr type="w" for="ch" forName="d2" refType="w" fact="0.1815"/>
              <dgm:constr type="h" for="ch" forName="d2" refType="h" fact="0.3283"/>
            </dgm:constrLst>
          </dgm:if>
          <dgm:if name="Name15" axis="ch" ptType="node" func="cnt" op="equ" val="3">
            <dgm:constrLst>
              <dgm:constr type="primFontSz" for="des" ptType="node" op="equ" val="65"/>
              <dgm:constr type="w" for="ch" forName="circle1" refType="w" fact="0.12"/>
              <dgm:constr type="h" for="ch" forName="circle1" refType="w" refFor="ch" refForName="circle1"/>
              <dgm:constr type="ctrX" for="ch" forName="circle1" refType="w" fact="0.7"/>
              <dgm:constr type="ctrY" for="ch" forName="circle1" refType="h" fact="0.625"/>
              <dgm:constr type="w" for="ch" forName="text1" refType="w" fact="0.3"/>
              <dgm:constr type="h" for="ch" forName="text1" refType="h" fact="0.21875"/>
              <dgm:constr type="l" for="ch" forName="text1"/>
              <dgm:constr type="t" for="ch" forName="text1"/>
              <dgm:constr type="l" for="ch" forName="line1" refType="r" refFor="ch" refForName="text1"/>
              <dgm:constr type="ctrY" for="ch" forName="line1" refType="ctrY" refFor="ch" refForName="text1"/>
              <dgm:constr type="r" for="ch" forName="line1" refType="w" fact="0.375"/>
              <dgm:constr type="h" for="ch" forName="line1"/>
              <dgm:constr type="r" for="ch" forName="d1" refType="w" fact="0.7"/>
              <dgm:constr type="b" for="ch" forName="d1" refType="h" fact="0.625"/>
              <dgm:constr type="w" for="ch" forName="d1" refType="w" fact="0.3247"/>
              <dgm:constr type="h" for="ch" forName="d1" refType="h" fact="0.5155"/>
              <dgm:constr type="w" for="ch" forName="circle2" refType="w" fact="0.36"/>
              <dgm:constr type="h" for="ch" forName="circle2" refType="w" refFor="ch" refForName="circle2"/>
              <dgm:constr type="ctrX" for="ch" forName="circle2" refType="w" fact="0.7"/>
              <dgm:constr type="ctrY" for="ch" forName="circle2" refType="h" fact="0.625"/>
              <dgm:constr type="w" for="ch" forName="text2" refType="w" fact="0.3"/>
              <dgm:constr type="h" for="ch" forName="text2" refType="h" fact="0.21875"/>
              <dgm:constr type="l" for="ch" forName="text2"/>
              <dgm:constr type="t" for="ch" forName="text2" refType="b" refFor="ch" refForName="text1"/>
              <dgm:constr type="l" for="ch" forName="line2" refType="r" refFor="ch" refForName="text2"/>
              <dgm:constr type="ctrY" for="ch" forName="line2" refType="ctrY" refFor="ch" refForName="text2"/>
              <dgm:constr type="r" for="ch" forName="line2" refType="w" fact="0.375"/>
              <dgm:constr type="h" for="ch" forName="line2"/>
              <dgm:constr type="r" for="ch" forName="d2" refType="w" fact="0.614"/>
              <dgm:constr type="b" for="ch" forName="d2" refType="h" fact="0.72969"/>
              <dgm:constr type="w" for="ch" forName="d2" refType="w" fact="0.2387"/>
              <dgm:constr type="h" for="ch" forName="d2" refType="h" fact="0.4017"/>
              <dgm:constr type="w" for="ch" forName="circle3" refType="w" fact="0.6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21875"/>
              <dgm:constr type="l" for="ch" forName="text3"/>
              <dgm:constr type="t" for="ch" forName="text3" refType="b" refFor="ch" refForName="text2"/>
              <dgm:constr type="l" for="ch" forName="line3" refType="r" refFor="ch" refForName="text3"/>
              <dgm:constr type="ctrY" for="ch" forName="line3" refType="ctrY" refFor="ch" refForName="text3"/>
              <dgm:constr type="r" for="ch" forName="line3" refType="w" fact="0.375"/>
              <dgm:constr type="h" for="ch" forName="line3"/>
              <dgm:constr type="r" for="ch" forName="d3" refType="w" fact="0.52825"/>
              <dgm:constr type="b" for="ch" forName="d3" refType="h" fact="0.83375"/>
              <dgm:constr type="w" for="ch" forName="d3" refType="w" fact="0.1527"/>
              <dgm:constr type="h" for="ch" forName="d3" refType="h" fact="0.287"/>
            </dgm:constrLst>
          </dgm:if>
          <dgm:if name="Name16" axis="ch" ptType="node" func="cnt" op="equ" val="4">
            <dgm:constrLst>
              <dgm:constr type="primFontSz" for="des" ptType="node" op="equ" val="65"/>
              <dgm:constr type="w" for="ch" forName="circle1" refType="w" fact="0.0857"/>
              <dgm:constr type="h" for="ch" forName="circle1" refType="w" refFor="ch" refForName="circle1"/>
              <dgm:constr type="ctrX" for="ch" forName="circle1" refType="w" fact="0.7"/>
              <dgm:constr type="ctrY" for="ch" forName="circle1" refType="h" fact="0.625"/>
              <dgm:constr type="w" for="ch" forName="text1" refType="w" fact="0.3"/>
              <dgm:constr type="h" for="ch" forName="text1" refType="h" fact="0.17938"/>
              <dgm:constr type="l" for="ch" forName="text1"/>
              <dgm:constr type="t" for="ch" forName="text1"/>
              <dgm:constr type="l" for="ch" forName="line1" refType="r" refFor="ch" refForName="text1"/>
              <dgm:constr type="ctrY" for="ch" forName="line1" refType="ctrY" refFor="ch" refForName="text1"/>
              <dgm:constr type="r" for="ch" forName="line1" refType="w" fact="0.375"/>
              <dgm:constr type="h" for="ch" forName="line1"/>
              <dgm:constr type="r" for="ch" forName="d1" refType="w" fact="0.705"/>
              <dgm:constr type="b" for="ch" forName="d1" refType="h" fact="0.62"/>
              <dgm:constr type="w" for="ch" forName="d1" refType="w" fact="0.33"/>
              <dgm:constr type="h" for="ch" forName="d1" refType="h" fact="0.53"/>
              <dgm:constr type="w" for="ch" forName="circle2" refType="w" fact="0.2571"/>
              <dgm:constr type="h" for="ch" forName="circle2" refType="w" refFor="ch" refForName="circle2"/>
              <dgm:constr type="ctrX" for="ch" forName="circle2" refType="w" fact="0.7"/>
              <dgm:constr type="ctrY" for="ch" forName="circle2" refType="h" fact="0.625"/>
              <dgm:constr type="w" for="ch" forName="text2" refType="w" fact="0.3"/>
              <dgm:constr type="h" for="ch" forName="text2" refType="h" fact="0.17938"/>
              <dgm:constr type="l" for="ch" forName="text2"/>
              <dgm:constr type="t" for="ch" forName="text2" refType="b" refFor="ch" refForName="text1"/>
              <dgm:constr type="l" for="ch" forName="line2" refType="r" refFor="ch" refForName="text2"/>
              <dgm:constr type="ctrY" for="ch" forName="line2" refType="ctrY" refFor="ch" refForName="text2"/>
              <dgm:constr type="r" for="ch" forName="line2" refType="w" fact="0.375"/>
              <dgm:constr type="h" for="ch" forName="line2"/>
              <dgm:constr type="r" for="ch" forName="d2" refType="w" fact="0.63375"/>
              <dgm:constr type="b" for="ch" forName="d2" refType="h" fact="0.70438"/>
              <dgm:constr type="w" for="ch" forName="d2" refType="w" fact="0.2585"/>
              <dgm:constr type="h" for="ch" forName="d2" refType="h" fact="0.43525"/>
              <dgm:constr type="w" for="ch" forName="circle3" refType="w" fact="0.4285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17938"/>
              <dgm:constr type="l" for="ch" forName="text3"/>
              <dgm:constr type="t" for="ch" forName="text3" refType="b" refFor="ch" refForName="text2"/>
              <dgm:constr type="l" for="ch" forName="line3" refType="r" refFor="ch" refForName="text3"/>
              <dgm:constr type="ctrY" for="ch" forName="line3" refType="ctrY" refFor="ch" refForName="text3"/>
              <dgm:constr type="r" for="ch" forName="line3" refType="w" fact="0.375"/>
              <dgm:constr type="h" for="ch" forName="line3"/>
              <dgm:constr type="r" for="ch" forName="d3" refType="w" fact="0.5745"/>
              <dgm:constr type="b" for="ch" forName="d3" refType="h" fact="0.78031"/>
              <dgm:constr type="w" for="ch" forName="d3" refType="w" fact="0.1995"/>
              <dgm:constr type="h" for="ch" forName="d3" refType="h" fact="0.332"/>
              <dgm:constr type="w" for="ch" forName="circle4" refType="w" fact="0.6"/>
              <dgm:constr type="h" for="ch" forName="circle4" refType="w" refFor="ch" refForName="circle4"/>
              <dgm:constr type="ctrX" for="ch" forName="circle4" refType="ctrX" refFor="ch" refForName="circle1"/>
              <dgm:constr type="ctrY" for="ch" forName="circle4" refType="ctrY" refFor="ch" refForName="circle1"/>
              <dgm:constr type="w" for="ch" forName="text4" refType="w" fact="0.3"/>
              <dgm:constr type="h" for="ch" forName="text4" refType="h" fact="0.17938"/>
              <dgm:constr type="l" for="ch" forName="text4"/>
              <dgm:constr type="t" for="ch" forName="text4" refType="b" refFor="ch" refForName="text3"/>
              <dgm:constr type="l" for="ch" forName="line4" refType="r" refFor="ch" refForName="text4"/>
              <dgm:constr type="ctrY" for="ch" forName="line4" refType="ctrY" refFor="ch" refForName="text4"/>
              <dgm:constr type="r" for="ch" forName="line4" refType="w" fact="0.375"/>
              <dgm:constr type="h" for="ch" forName="line4"/>
              <dgm:constr type="r" for="ch" forName="d4" refType="w" fact="0.51475"/>
              <dgm:constr type="b" for="ch" forName="d4" refType="h" fact="0.85594"/>
              <dgm:constr type="w" for="ch" forName="d4" refType="w" fact="0.1394"/>
              <dgm:constr type="h" for="ch" forName="d4" refType="h" fact="0.2282"/>
            </dgm:constrLst>
          </dgm:if>
          <dgm:if name="Name17" axis="ch" ptType="node" func="cnt" op="gte" val="5">
            <dgm:constrLst>
              <dgm:constr type="primFontSz" for="des" ptType="node" op="equ" val="65"/>
              <dgm:constr type="w" for="ch" forName="circle1" refType="w" fact="0.0667"/>
              <dgm:constr type="h" for="ch" forName="circle1" refType="w" refFor="ch" refForName="circle1"/>
              <dgm:constr type="ctrX" for="ch" forName="circle1" refType="w" fact="0.7"/>
              <dgm:constr type="ctrY" for="ch" forName="circle1" refType="h" fact="0.625"/>
              <dgm:constr type="w" for="ch" forName="text1" refType="w" fact="0.3"/>
              <dgm:constr type="h" for="ch" forName="text1" refType="h" fact="0.1324"/>
              <dgm:constr type="l" for="ch" forName="text1"/>
              <dgm:constr type="ctrY" for="ch" forName="text1" refType="h" fact="0.13"/>
              <dgm:constr type="l" for="ch" forName="line1" refType="r" refFor="ch" refForName="text1"/>
              <dgm:constr type="ctrY" for="ch" forName="line1" refType="ctrY" refFor="ch" refForName="text1"/>
              <dgm:constr type="r" for="ch" forName="line1" refType="w" fact="0.375"/>
              <dgm:constr type="h" for="ch" forName="line1"/>
              <dgm:constr type="r" for="ch" forName="d1" refType="w" fact="0.7"/>
              <dgm:constr type="b" for="ch" forName="d1" refType="h" fact="0.625"/>
              <dgm:constr type="w" for="ch" forName="d1" refType="w" fact="0.3245"/>
              <dgm:constr type="h" for="ch" forName="d1" refType="h" fact="0.495"/>
              <dgm:constr type="w" for="ch" forName="circle2" refType="w" fact="0.2"/>
              <dgm:constr type="h" for="ch" forName="circle2" refType="w" refFor="ch" refForName="circle2"/>
              <dgm:constr type="ctrX" for="ch" forName="circle2" refType="w" fact="0.7"/>
              <dgm:constr type="ctrY" for="ch" forName="circle2" refType="h" fact="0.625"/>
              <dgm:constr type="w" for="ch" forName="text2" refType="w" fact="0.3"/>
              <dgm:constr type="h" for="ch" forName="text2" refType="h" fact="0.1324"/>
              <dgm:constr type="l" for="ch" forName="text2"/>
              <dgm:constr type="ctrY" for="ch" forName="text2" refType="h" fact="0.27"/>
              <dgm:constr type="l" for="ch" forName="line2" refType="r" refFor="ch" refForName="text2"/>
              <dgm:constr type="ctrY" for="ch" forName="line2" refType="ctrY" refFor="ch" refForName="text2"/>
              <dgm:constr type="r" for="ch" forName="line2" refType="w" fact="0.375"/>
              <dgm:constr type="h" for="ch" forName="line2"/>
              <dgm:constr type="r" for="ch" forName="d2" refType="w" fact="0.6502"/>
              <dgm:constr type="b" for="ch" forName="d2" refType="h" fact="0.682"/>
              <dgm:constr type="w" for="ch" forName="d2" refType="w" fact="0.275"/>
              <dgm:constr type="h" for="ch" forName="d2" refType="h" fact="0.41215"/>
              <dgm:constr type="w" for="ch" forName="circle3" refType="w" fact="0.3334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1324"/>
              <dgm:constr type="l" for="ch" forName="text3"/>
              <dgm:constr type="ctrY" for="ch" forName="text3" refType="h" fact="0.41"/>
              <dgm:constr type="l" for="ch" forName="line3" refType="r" refFor="ch" refForName="text3"/>
              <dgm:constr type="ctrY" for="ch" forName="line3" refType="ctrY" refFor="ch" refForName="text3"/>
              <dgm:constr type="r" for="ch" forName="line3" refType="w" fact="0.375"/>
              <dgm:constr type="h" for="ch" forName="line3"/>
              <dgm:constr type="r" for="ch" forName="d3" refType="w" fact="0.606"/>
              <dgm:constr type="b" for="ch" forName="d3" refType="h" fact="0.735"/>
              <dgm:constr type="w" for="ch" forName="d3" refType="w" fact="0.231"/>
              <dgm:constr type="h" for="ch" forName="d3" refType="h" fact="0.325"/>
              <dgm:constr type="w" for="ch" forName="circle4" refType="w" fact="0.4667"/>
              <dgm:constr type="h" for="ch" forName="circle4" refType="w" refFor="ch" refForName="circle4"/>
              <dgm:constr type="ctrX" for="ch" forName="circle4" refType="ctrX" refFor="ch" refForName="circle1"/>
              <dgm:constr type="ctrY" for="ch" forName="circle4" refType="ctrY" refFor="ch" refForName="circle1"/>
              <dgm:constr type="w" for="ch" forName="text4" refType="w" fact="0.3"/>
              <dgm:constr type="h" for="ch" forName="text4" refType="h" fact="0.1324"/>
              <dgm:constr type="l" for="ch" forName="text4"/>
              <dgm:constr type="ctrY" for="ch" forName="text4" refType="h" fact="0.547"/>
              <dgm:constr type="l" for="ch" forName="line4" refType="r" refFor="ch" refForName="text4"/>
              <dgm:constr type="ctrY" for="ch" forName="line4" refType="ctrY" refFor="ch" refForName="text4"/>
              <dgm:constr type="r" for="ch" forName="line4" refType="w" fact="0.375"/>
              <dgm:constr type="h" for="ch" forName="line4"/>
              <dgm:constr type="r" for="ch" forName="d4" refType="w" fact="0.554"/>
              <dgm:constr type="b" for="ch" forName="d4" refType="h" fact="0.795"/>
              <dgm:constr type="w" for="ch" forName="d4" refType="w" fact="0.179"/>
              <dgm:constr type="h" for="ch" forName="d4" refType="h" fact="0.248"/>
              <dgm:constr type="w" for="ch" forName="circle5" refType="w" fact="0.6"/>
              <dgm:constr type="h" for="ch" forName="circle5" refType="w" refFor="ch" refForName="circle5"/>
              <dgm:constr type="ctrX" for="ch" forName="circle5" refType="ctrX" refFor="ch" refForName="circle1"/>
              <dgm:constr type="ctrY" for="ch" forName="circle5" refType="ctrY" refFor="ch" refForName="circle1"/>
              <dgm:constr type="w" for="ch" forName="text5" refType="w" fact="0.3"/>
              <dgm:constr type="h" for="ch" forName="text5" refType="h" fact="0.1324"/>
              <dgm:constr type="l" for="ch" forName="text5"/>
              <dgm:constr type="ctrY" for="ch" forName="text5" refType="h" fact="0.68"/>
              <dgm:constr type="l" for="ch" forName="line5" refType="r" refFor="ch" refForName="text5"/>
              <dgm:constr type="ctrY" for="ch" forName="line5" refType="ctrY" refFor="ch" refForName="text5"/>
              <dgm:constr type="r" for="ch" forName="line5" refType="w" fact="0.375"/>
              <dgm:constr type="h" for="ch" forName="line5"/>
              <dgm:constr type="r" for="ch" forName="d5" refType="w" fact="0.505"/>
              <dgm:constr type="b" for="ch" forName="d5" refType="h" fact="0.855"/>
              <dgm:constr type="w" for="ch" forName="d5" refType="w" fact="0.13"/>
              <dgm:constr type="h" for="ch" forName="d5" refType="h" fact="0.175"/>
            </dgm:constrLst>
          </dgm:if>
          <dgm:else name="Name18"/>
        </dgm:choose>
      </dgm:else>
    </dgm:choose>
    <dgm:ruleLst/>
    <dgm:forEach name="Name19" axis="ch" ptType="node" cnt="1">
      <dgm:layoutNode name="circle1" styleLbl="l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text1" styleLbl="revTx">
        <dgm:varLst>
          <dgm:bulletEnabled val="1"/>
        </dgm:varLst>
        <dgm:choose name="Name20">
          <dgm:if name="Name21" func="var" arg="dir" op="equ" val="norm">
            <dgm:choose name="Name22">
              <dgm:if name="Name23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24">
                <dgm:alg type="tx">
                  <dgm:param type="parTxLTRAlign" val="l"/>
                  <dgm:param type="parTxRTLAlign" val="l"/>
                </dgm:alg>
              </dgm:else>
            </dgm:choose>
          </dgm:if>
          <dgm:else name="Name25">
            <dgm:choose name="Name26">
              <dgm:if name="Name27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28">
                <dgm:alg type="tx">
                  <dgm:param type="parTxLTRAlign" val="r"/>
                  <dgm:param type="parTxRTLAlign" val="r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hoose name="Name29">
          <dgm:if name="Name30" func="var" arg="dir" op="equ" val="norm">
            <dgm:constrLst>
              <dgm:constr type="tMarg" refType="primFontSz" fact="0.1"/>
              <dgm:constr type="bMarg" refType="primFontSz" fact="0.1"/>
              <dgm:constr type="rMarg" refType="primFontSz" fact="0.1"/>
            </dgm:constrLst>
          </dgm:if>
          <dgm:else name="Name31">
            <dgm:constrLst>
              <dgm:constr type="tMarg" refType="primFontSz" fact="0.1"/>
              <dgm:constr type="bMarg" refType="primFontSz" fact="0.1"/>
              <dgm:constr type="lMarg" refType="primFontSz" fact="0.1"/>
            </dgm:constrLst>
          </dgm:else>
        </dgm:choose>
        <dgm:ruleLst>
          <dgm:rule type="primFontSz" val="5" fact="NaN" max="NaN"/>
        </dgm:ruleLst>
      </dgm:layoutNode>
      <dgm:layoutNode name="line1" styleLbl="callout">
        <dgm:alg type="sp"/>
        <dgm:shape xmlns:r="http://schemas.openxmlformats.org/officeDocument/2006/relationships" type="line" r:blip="">
          <dgm:adjLst/>
        </dgm:shape>
        <dgm:presOf/>
        <dgm:constrLst/>
        <dgm:ruleLst/>
      </dgm:layoutNode>
      <dgm:layoutNode name="d1" styleLbl="callout">
        <dgm:alg type="sp"/>
        <dgm:choose name="Name32">
          <dgm:if name="Name33" func="var" arg="dir" op="equ" val="norm">
            <dgm:shape xmlns:r="http://schemas.openxmlformats.org/officeDocument/2006/relationships" rot="90" type="line" r:blip="">
              <dgm:adjLst/>
            </dgm:shape>
          </dgm:if>
          <dgm:else name="Name34">
            <dgm:shape xmlns:r="http://schemas.openxmlformats.org/officeDocument/2006/relationships" rot="180" type="line" r:blip="">
              <dgm:adjLst/>
            </dgm:shape>
          </dgm:else>
        </dgm:choose>
        <dgm:presOf/>
        <dgm:constrLst/>
        <dgm:ruleLst/>
      </dgm:layoutNode>
    </dgm:forEach>
    <dgm:forEach name="Name35" axis="ch" ptType="node" st="2" cnt="1">
      <dgm:layoutNode name="circle2" styleLbl="lnNode1">
        <dgm:alg type="sp"/>
        <dgm:shape xmlns:r="http://schemas.openxmlformats.org/officeDocument/2006/relationships" type="ellipse" r:blip="" zOrderOff="-5">
          <dgm:adjLst/>
        </dgm:shape>
        <dgm:presOf/>
        <dgm:constrLst/>
        <dgm:ruleLst/>
      </dgm:layoutNode>
      <dgm:layoutNode name="text2" styleLbl="revTx">
        <dgm:varLst>
          <dgm:bulletEnabled val="1"/>
        </dgm:varLst>
        <dgm:choose name="Name36">
          <dgm:if name="Name37" func="var" arg="dir" op="equ" val="norm">
            <dgm:choose name="Name38">
              <dgm:if name="Name39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40">
                <dgm:alg type="tx">
                  <dgm:param type="parTxLTRAlign" val="l"/>
                  <dgm:param type="parTxRTLAlign" val="l"/>
                </dgm:alg>
              </dgm:else>
            </dgm:choose>
          </dgm:if>
          <dgm:else name="Name41">
            <dgm:choose name="Name42">
              <dgm:if name="Name43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44">
                <dgm:alg type="tx">
                  <dgm:param type="parTxLTRAlign" val="r"/>
                  <dgm:param type="parTxRTLAlign" val="r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hoose name="Name45">
          <dgm:if name="Name46" func="var" arg="dir" op="equ" val="norm">
            <dgm:constrLst>
              <dgm:constr type="tMarg" refType="primFontSz" fact="0.1"/>
              <dgm:constr type="bMarg" refType="primFontSz" fact="0.1"/>
              <dgm:constr type="rMarg" refType="primFontSz" fact="0.1"/>
            </dgm:constrLst>
          </dgm:if>
          <dgm:else name="Name47">
            <dgm:constrLst>
              <dgm:constr type="tMarg" refType="primFontSz" fact="0.1"/>
              <dgm:constr type="bMarg" refType="primFontSz" fact="0.1"/>
              <dgm:constr type="lMarg" refType="primFontSz" fact="0.1"/>
            </dgm:constrLst>
          </dgm:else>
        </dgm:choose>
        <dgm:ruleLst>
          <dgm:rule type="primFontSz" val="5" fact="NaN" max="NaN"/>
        </dgm:ruleLst>
      </dgm:layoutNode>
      <dgm:layoutNode name="line2" styleLbl="callout">
        <dgm:alg type="sp"/>
        <dgm:shape xmlns:r="http://schemas.openxmlformats.org/officeDocument/2006/relationships" type="line" r:blip="">
          <dgm:adjLst/>
        </dgm:shape>
        <dgm:presOf/>
        <dgm:constrLst/>
        <dgm:ruleLst/>
      </dgm:layoutNode>
      <dgm:layoutNode name="d2" styleLbl="callout">
        <dgm:alg type="sp"/>
        <dgm:choose name="Name48">
          <dgm:if name="Name49" func="var" arg="dir" op="equ" val="norm">
            <dgm:shape xmlns:r="http://schemas.openxmlformats.org/officeDocument/2006/relationships" rot="90" type="line" r:blip="">
              <dgm:adjLst/>
            </dgm:shape>
          </dgm:if>
          <dgm:else name="Name50">
            <dgm:shape xmlns:r="http://schemas.openxmlformats.org/officeDocument/2006/relationships" rot="180" type="line" r:blip="">
              <dgm:adjLst/>
            </dgm:shape>
          </dgm:else>
        </dgm:choose>
        <dgm:presOf/>
        <dgm:constrLst/>
        <dgm:ruleLst/>
      </dgm:layoutNode>
    </dgm:forEach>
    <dgm:forEach name="Name51" axis="ch" ptType="node" st="3" cnt="1">
      <dgm:layoutNode name="circle3" styleLbl="lnNode1">
        <dgm:alg type="sp"/>
        <dgm:shape xmlns:r="http://schemas.openxmlformats.org/officeDocument/2006/relationships" type="ellipse" r:blip="" zOrderOff="-10">
          <dgm:adjLst/>
        </dgm:shape>
        <dgm:presOf/>
        <dgm:constrLst/>
        <dgm:ruleLst/>
      </dgm:layoutNode>
      <dgm:layoutNode name="text3" styleLbl="revTx">
        <dgm:varLst>
          <dgm:bulletEnabled val="1"/>
        </dgm:varLst>
        <dgm:choose name="Name52">
          <dgm:if name="Name53" func="var" arg="dir" op="equ" val="norm">
            <dgm:choose name="Name54">
              <dgm:if name="Name55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56">
                <dgm:alg type="tx">
                  <dgm:param type="parTxLTRAlign" val="l"/>
                  <dgm:param type="parTxRTLAlign" val="l"/>
                </dgm:alg>
              </dgm:else>
            </dgm:choose>
          </dgm:if>
          <dgm:else name="Name57">
            <dgm:choose name="Name58">
              <dgm:if name="Name59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60">
                <dgm:alg type="tx">
                  <dgm:param type="parTxLTRAlign" val="r"/>
                  <dgm:param type="parTxRTLAlign" val="r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hoose name="Name61">
          <dgm:if name="Name62" func="var" arg="dir" op="equ" val="norm">
            <dgm:constrLst>
              <dgm:constr type="tMarg" refType="primFontSz" fact="0.1"/>
              <dgm:constr type="bMarg" refType="primFontSz" fact="0.1"/>
              <dgm:constr type="rMarg" refType="primFontSz" fact="0.1"/>
            </dgm:constrLst>
          </dgm:if>
          <dgm:else name="Name63">
            <dgm:constrLst>
              <dgm:constr type="tMarg" refType="primFontSz" fact="0.1"/>
              <dgm:constr type="bMarg" refType="primFontSz" fact="0.1"/>
              <dgm:constr type="lMarg" refType="primFontSz" fact="0.1"/>
            </dgm:constrLst>
          </dgm:else>
        </dgm:choose>
        <dgm:ruleLst>
          <dgm:rule type="primFontSz" val="5" fact="NaN" max="NaN"/>
        </dgm:ruleLst>
      </dgm:layoutNode>
      <dgm:layoutNode name="line3" styleLbl="callout">
        <dgm:alg type="sp"/>
        <dgm:shape xmlns:r="http://schemas.openxmlformats.org/officeDocument/2006/relationships" type="line" r:blip="">
          <dgm:adjLst/>
        </dgm:shape>
        <dgm:presOf/>
        <dgm:constrLst/>
        <dgm:ruleLst/>
      </dgm:layoutNode>
      <dgm:layoutNode name="d3" styleLbl="callout">
        <dgm:alg type="sp"/>
        <dgm:choose name="Name64">
          <dgm:if name="Name65" func="var" arg="dir" op="equ" val="norm">
            <dgm:shape xmlns:r="http://schemas.openxmlformats.org/officeDocument/2006/relationships" rot="90" type="line" r:blip="">
              <dgm:adjLst/>
            </dgm:shape>
          </dgm:if>
          <dgm:else name="Name66">
            <dgm:shape xmlns:r="http://schemas.openxmlformats.org/officeDocument/2006/relationships" rot="180" type="line" r:blip="">
              <dgm:adjLst/>
            </dgm:shape>
          </dgm:else>
        </dgm:choose>
        <dgm:presOf/>
        <dgm:constrLst/>
        <dgm:ruleLst/>
      </dgm:layoutNode>
    </dgm:forEach>
    <dgm:forEach name="Name67" axis="ch" ptType="node" st="4" cnt="1">
      <dgm:layoutNode name="circle4" styleLbl="lnNode1">
        <dgm:alg type="sp"/>
        <dgm:shape xmlns:r="http://schemas.openxmlformats.org/officeDocument/2006/relationships" type="ellipse" r:blip="" zOrderOff="-15">
          <dgm:adjLst/>
        </dgm:shape>
        <dgm:presOf/>
        <dgm:constrLst/>
        <dgm:ruleLst/>
      </dgm:layoutNode>
      <dgm:layoutNode name="text4" styleLbl="revTx">
        <dgm:varLst>
          <dgm:bulletEnabled val="1"/>
        </dgm:varLst>
        <dgm:choose name="Name68">
          <dgm:if name="Name69" func="var" arg="dir" op="equ" val="norm">
            <dgm:choose name="Name70">
              <dgm:if name="Name71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72">
                <dgm:alg type="tx">
                  <dgm:param type="parTxLTRAlign" val="l"/>
                  <dgm:param type="parTxRTLAlign" val="l"/>
                </dgm:alg>
              </dgm:else>
            </dgm:choose>
          </dgm:if>
          <dgm:else name="Name73">
            <dgm:choose name="Name74">
              <dgm:if name="Name75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76">
                <dgm:alg type="tx">
                  <dgm:param type="parTxLTRAlign" val="r"/>
                  <dgm:param type="parTxRTLAlign" val="r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hoose name="Name77">
          <dgm:if name="Name78" func="var" arg="dir" op="equ" val="norm">
            <dgm:constrLst>
              <dgm:constr type="tMarg" refType="primFontSz" fact="0.1"/>
              <dgm:constr type="bMarg" refType="primFontSz" fact="0.1"/>
              <dgm:constr type="rMarg" refType="primFontSz" fact="0.1"/>
            </dgm:constrLst>
          </dgm:if>
          <dgm:else name="Name79">
            <dgm:constrLst>
              <dgm:constr type="tMarg" refType="primFontSz" fact="0.1"/>
              <dgm:constr type="bMarg" refType="primFontSz" fact="0.1"/>
              <dgm:constr type="lMarg" refType="primFontSz" fact="0.1"/>
            </dgm:constrLst>
          </dgm:else>
        </dgm:choose>
        <dgm:ruleLst>
          <dgm:rule type="primFontSz" val="5" fact="NaN" max="NaN"/>
        </dgm:ruleLst>
      </dgm:layoutNode>
      <dgm:layoutNode name="line4" styleLbl="callout">
        <dgm:alg type="sp"/>
        <dgm:shape xmlns:r="http://schemas.openxmlformats.org/officeDocument/2006/relationships" type="line" r:blip="">
          <dgm:adjLst/>
        </dgm:shape>
        <dgm:presOf/>
        <dgm:constrLst/>
        <dgm:ruleLst/>
      </dgm:layoutNode>
      <dgm:layoutNode name="d4" styleLbl="callout">
        <dgm:alg type="sp"/>
        <dgm:choose name="Name80">
          <dgm:if name="Name81" func="var" arg="dir" op="equ" val="norm">
            <dgm:shape xmlns:r="http://schemas.openxmlformats.org/officeDocument/2006/relationships" rot="90" type="line" r:blip="">
              <dgm:adjLst/>
            </dgm:shape>
          </dgm:if>
          <dgm:else name="Name82">
            <dgm:shape xmlns:r="http://schemas.openxmlformats.org/officeDocument/2006/relationships" rot="180" type="line" r:blip="">
              <dgm:adjLst/>
            </dgm:shape>
          </dgm:else>
        </dgm:choose>
        <dgm:presOf/>
        <dgm:constrLst/>
        <dgm:ruleLst/>
      </dgm:layoutNode>
    </dgm:forEach>
    <dgm:forEach name="Name83" axis="ch" ptType="node" st="5" cnt="1">
      <dgm:layoutNode name="circle5" styleLbl="lnNode1">
        <dgm:alg type="sp"/>
        <dgm:shape xmlns:r="http://schemas.openxmlformats.org/officeDocument/2006/relationships" type="ellipse" r:blip="" zOrderOff="-20">
          <dgm:adjLst/>
        </dgm:shape>
        <dgm:presOf/>
        <dgm:constrLst/>
        <dgm:ruleLst/>
      </dgm:layoutNode>
      <dgm:layoutNode name="text5" styleLbl="revTx">
        <dgm:varLst>
          <dgm:bulletEnabled val="1"/>
        </dgm:varLst>
        <dgm:choose name="Name84">
          <dgm:if name="Name85" func="var" arg="dir" op="equ" val="norm">
            <dgm:choose name="Name86">
              <dgm:if name="Name87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88">
                <dgm:alg type="tx">
                  <dgm:param type="parTxLTRAlign" val="l"/>
                  <dgm:param type="parTxRTLAlign" val="l"/>
                </dgm:alg>
              </dgm:else>
            </dgm:choose>
          </dgm:if>
          <dgm:else name="Name89">
            <dgm:choose name="Name90">
              <dgm:if name="Name91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92">
                <dgm:alg type="tx">
                  <dgm:param type="parTxLTRAlign" val="r"/>
                  <dgm:param type="parTxRTLAlign" val="r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hoose name="Name93">
          <dgm:if name="Name94" func="var" arg="dir" op="equ" val="norm">
            <dgm:constrLst>
              <dgm:constr type="tMarg" refType="primFontSz" fact="0.1"/>
              <dgm:constr type="bMarg" refType="primFontSz" fact="0.1"/>
              <dgm:constr type="rMarg" refType="primFontSz" fact="0.1"/>
            </dgm:constrLst>
          </dgm:if>
          <dgm:else name="Name95">
            <dgm:constrLst>
              <dgm:constr type="tMarg" refType="primFontSz" fact="0.1"/>
              <dgm:constr type="bMarg" refType="primFontSz" fact="0.1"/>
              <dgm:constr type="lMarg" refType="primFontSz" fact="0.1"/>
            </dgm:constrLst>
          </dgm:else>
        </dgm:choose>
        <dgm:ruleLst>
          <dgm:rule type="primFontSz" val="5" fact="NaN" max="NaN"/>
        </dgm:ruleLst>
      </dgm:layoutNode>
      <dgm:layoutNode name="line5" styleLbl="callout">
        <dgm:alg type="sp"/>
        <dgm:shape xmlns:r="http://schemas.openxmlformats.org/officeDocument/2006/relationships" type="line" r:blip="">
          <dgm:adjLst/>
        </dgm:shape>
        <dgm:presOf/>
        <dgm:constrLst/>
        <dgm:ruleLst/>
      </dgm:layoutNode>
      <dgm:layoutNode name="d5" styleLbl="callout">
        <dgm:alg type="sp"/>
        <dgm:choose name="Name96">
          <dgm:if name="Name97" func="var" arg="dir" op="equ" val="norm">
            <dgm:shape xmlns:r="http://schemas.openxmlformats.org/officeDocument/2006/relationships" rot="90" type="line" r:blip="">
              <dgm:adjLst/>
            </dgm:shape>
          </dgm:if>
          <dgm:else name="Name98">
            <dgm:shape xmlns:r="http://schemas.openxmlformats.org/officeDocument/2006/relationships" rot="180" type="line" r:blip="">
              <dgm:adjLst/>
            </dgm:shape>
          </dgm:else>
        </dgm:choose>
        <dgm:presOf/>
        <dgm:constrLst/>
        <dgm:ruleLst/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200447-DC7C-6749-E5A2-1F2EB525F0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9423BF-1152-8AEA-B919-9F8E855F5E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C3F33E-5CAB-F74E-BCFD-3EEA6970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5804C0-DF2C-4EE8-9B66-BE30FFBB1535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75CF22-374E-6BB0-B30A-098DD32EFA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3EE877-69D4-ED47-8112-9EC5E82FEF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A4AD7-5F31-4A18-81F1-96C2B38715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7069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BA2B19-2987-39E4-4E59-5466589954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C7B359-504B-44E9-4918-2A29A3B032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015DFC-E4A7-719D-64D5-0EC652FD38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5804C0-DF2C-4EE8-9B66-BE30FFBB1535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5A505E-EA1C-DD4B-39B2-1CFD56CB5E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B3CB50-D44A-2CD4-F540-86EB510D9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A4AD7-5F31-4A18-81F1-96C2B38715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41779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C88682-3528-718C-8A8B-AEB532555C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DD9AC6-C304-1A12-605A-0BCE174B52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78D927-12E4-95D9-BBEC-7608F0D701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5804C0-DF2C-4EE8-9B66-BE30FFBB1535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C0E61C-D60B-5A94-2386-8A2031FA5C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A22070-9D0B-940B-8A1B-4ABDEF147A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A4AD7-5F31-4A18-81F1-96C2B38715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05122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00B30-D9C8-D084-C2BA-E738CEEFB9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B7FDD0-B6D6-E53D-405A-54DB070E7E1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C7B99B-044E-0FCB-3D94-05AB344097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5548E3-5633-26F9-1EBF-5DB847F8C5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5804C0-DF2C-4EE8-9B66-BE30FFBB1535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A43C5E-2BE8-32AA-36A3-F919E7BC28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4B7122-766E-54D1-84D4-D98D2BF19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A4AD7-5F31-4A18-81F1-96C2B38715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51283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D08C3A-933C-2F82-7061-4EE2A2B4D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A416A5-7FF5-50D2-0FA1-A9B545414F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64B5DD-3CFB-B66D-3721-6A24BDC93D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B5C316-0021-C3E9-323D-0D85DA217B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8269810-54FE-03D4-5FF6-67FFADD8178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F92AB2C-9CAA-9484-F99F-B3A97E076D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5804C0-DF2C-4EE8-9B66-BE30FFBB1535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E0A64B2-D017-BB05-162E-4E8564C724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CA5095E-B02E-5B1E-29AE-61388DED84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A4AD7-5F31-4A18-81F1-96C2B38715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20980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D08885-79CA-9272-7DC6-5CB52364E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65F3375-7937-427B-70B6-BC9FF0859F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5804C0-DF2C-4EE8-9B66-BE30FFBB1535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5CA3E8D-3A88-6136-352B-0238EEB04E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027990-43B6-E2BC-4975-1799EE384D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A4AD7-5F31-4A18-81F1-96C2B38715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14735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2B5AA0A-B29E-C41C-54BB-38CE77E7D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5804C0-DF2C-4EE8-9B66-BE30FFBB1535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4451E4A-555D-07E7-E38A-2D29C831BD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740DD7-06C9-1AE5-1B60-E0697E3F3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A4AD7-5F31-4A18-81F1-96C2B38715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53864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E1186D-8DE2-B704-7993-4EBCF1DD18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331432-BB1B-3BC2-DB33-649E05888B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EA36F7-3C8A-B021-2AFE-D00F88C07A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575D96-94CF-4750-E698-D089E4EDD8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5804C0-DF2C-4EE8-9B66-BE30FFBB1535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073506-3757-611F-3D60-EC816D752E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FC1E2D-81F5-9264-78FC-615BCB77F5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A4AD7-5F31-4A18-81F1-96C2B38715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63343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A1E719-8D4C-C9A1-8B3C-75FBF18596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3993A8E-72A2-1598-7EAE-3E96EF168D6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CF225D-0451-06B3-1B6E-04D8073C0D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C5F2E5-7EBD-3685-E215-F04A9A2818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5804C0-DF2C-4EE8-9B66-BE30FFBB1535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C88A22-1A82-747A-9F4C-EE717C1813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CC8A35-C553-39E1-C31A-E1200F7DF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A4AD7-5F31-4A18-81F1-96C2B38715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8925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D6DCCE-A396-D30B-D0EF-FEA69517E0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6BA438-C50A-293C-9F9A-0DD690784F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43A079-518F-2009-7B36-30973D959F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5804C0-DF2C-4EE8-9B66-BE30FFBB1535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FCFF0A-B332-FD5C-8BEE-4F91EE594F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CE1961-FBCE-23A4-29DE-83679BE329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A4AD7-5F31-4A18-81F1-96C2B38715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14372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5E5D22D-16AD-06BD-DEA2-74AA4AA53D3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BDF7ACB-DA03-5DF1-89C3-66292B1CC1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22CCAB-EAFD-40BF-3E47-BCED9A3247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5804C0-DF2C-4EE8-9B66-BE30FFBB1535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18C420-E0F4-CACC-6A31-ADB6F95312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D9857F-54C1-54D3-3D79-B700548BA7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A4AD7-5F31-4A18-81F1-96C2B38715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64112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5888BFB-7C35-5236-0C68-53D2D450D6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6F7486-292B-BDCF-F5B7-4EB46F6BC0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D1936F-3D5D-811F-C6D5-BB35064CF6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A5804C0-DF2C-4EE8-9B66-BE30FFBB1535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CE2A67-45BA-170F-F22C-0E8E22B53E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EE528B-664B-7283-B236-6736EA2373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1AA4AD7-5F31-4A18-81F1-96C2B38715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62328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B364E944-3508-F6D9-4D62-3468F751897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79804074"/>
              </p:ext>
            </p:extLst>
          </p:nvPr>
        </p:nvGraphicFramePr>
        <p:xfrm>
          <a:off x="508000" y="1143000"/>
          <a:ext cx="8255000" cy="508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91082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</Words>
  <Application>Microsoft Office PowerPoint</Application>
  <PresentationFormat>Widescreen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Christopher van Rooyen</dc:creator>
  <cp:lastModifiedBy>Christopher van Rooyen</cp:lastModifiedBy>
  <cp:revision>1</cp:revision>
  <dcterms:created xsi:type="dcterms:W3CDTF">2026-09-06T08:14:42Z</dcterms:created>
  <dcterms:modified xsi:type="dcterms:W3CDTF">2026-09-06T08:14:42Z</dcterms:modified>
</cp:coreProperties>
</file>