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D2FDBE-DF2F-4F94-901A-1CB84EEA0C7B}" type="doc">
      <dgm:prSet loTypeId="urn:microsoft.com/office/officeart/2008/layout/PictureLineup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B234D7-AA5F-457C-BDD9-379A38DF9AD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7031BEF-77C6-4827-99CA-FEE397550539}" type="parTrans" cxnId="{C5B49AD9-F696-484B-9FC2-8CD7514E3DEE}">
      <dgm:prSet/>
      <dgm:spPr/>
    </dgm:pt>
    <dgm:pt modelId="{3CEF7592-72B4-4E26-9B8C-A47CBCCFCD60}" type="sibTrans" cxnId="{C5B49AD9-F696-484B-9FC2-8CD7514E3DEE}">
      <dgm:prSet/>
      <dgm:spPr/>
    </dgm:pt>
    <dgm:pt modelId="{A3EAC7CF-684B-4A0D-80F5-F5C89DE4A7A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ED991FB-CE1B-4B1D-BFEA-EDFDD5047BE0}" type="parTrans" cxnId="{CE9FBBA9-CBF5-4EC4-8841-6A6C581F49D1}">
      <dgm:prSet/>
      <dgm:spPr/>
    </dgm:pt>
    <dgm:pt modelId="{B2FDB7B4-2BAD-44B2-B9B9-46389DC1138C}" type="sibTrans" cxnId="{CE9FBBA9-CBF5-4EC4-8841-6A6C581F49D1}">
      <dgm:prSet/>
      <dgm:spPr/>
    </dgm:pt>
    <dgm:pt modelId="{29E57F8F-A6D6-47E5-BD1B-241815CA1E4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AF55BF5-6151-4F82-917D-4476F389AFC4}" type="parTrans" cxnId="{1F21372C-009B-4F6D-98DE-D053EFB35E61}">
      <dgm:prSet/>
      <dgm:spPr/>
    </dgm:pt>
    <dgm:pt modelId="{865A1C49-6CA8-4DEE-818C-C43492615E67}" type="sibTrans" cxnId="{1F21372C-009B-4F6D-98DE-D053EFB35E61}">
      <dgm:prSet/>
      <dgm:spPr/>
    </dgm:pt>
    <dgm:pt modelId="{CDC7C77F-7552-404D-86B6-A29F300AFEC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307A399-6A4F-4257-8008-48FFB81E052C}" type="parTrans" cxnId="{A859FBD1-CD64-4D6B-B87D-F2CEB6EDF7B2}">
      <dgm:prSet/>
      <dgm:spPr/>
    </dgm:pt>
    <dgm:pt modelId="{F6DEBE60-4C12-4C41-B56F-1277B452FCB1}" type="sibTrans" cxnId="{A859FBD1-CD64-4D6B-B87D-F2CEB6EDF7B2}">
      <dgm:prSet/>
      <dgm:spPr/>
    </dgm:pt>
    <dgm:pt modelId="{B2B3E53F-8C3D-4701-BD6C-B72A7114E65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A381FDF-7CD4-4F1E-8BD8-8CE0BD416071}" type="parTrans" cxnId="{A0CEA75C-EA64-43FA-A141-0C115AE0B64B}">
      <dgm:prSet/>
      <dgm:spPr/>
    </dgm:pt>
    <dgm:pt modelId="{E717F35D-320C-453F-9498-606387913EDB}" type="sibTrans" cxnId="{A0CEA75C-EA64-43FA-A141-0C115AE0B64B}">
      <dgm:prSet/>
      <dgm:spPr/>
    </dgm:pt>
    <dgm:pt modelId="{E99C68FE-8CA9-45D9-A1D2-9580FA562C58}" type="pres">
      <dgm:prSet presAssocID="{55D2FDBE-DF2F-4F94-901A-1CB84EEA0C7B}" presName="Name0" presStyleCnt="0">
        <dgm:presLayoutVars>
          <dgm:chMax/>
          <dgm:chPref/>
          <dgm:dir/>
          <dgm:animLvl val="lvl"/>
          <dgm:resizeHandles val="exact"/>
        </dgm:presLayoutVars>
      </dgm:prSet>
      <dgm:spPr/>
    </dgm:pt>
    <dgm:pt modelId="{D8818597-8640-400D-8B09-1253D02E5AD9}" type="pres">
      <dgm:prSet presAssocID="{83B234D7-AA5F-457C-BDD9-379A38DF9AD2}" presName="composite" presStyleCnt="0"/>
      <dgm:spPr/>
    </dgm:pt>
    <dgm:pt modelId="{8803C941-09D5-4DE2-9F36-39F3DC6261D8}" type="pres">
      <dgm:prSet presAssocID="{83B234D7-AA5F-457C-BDD9-379A38DF9AD2}" presName="Image" presStyleLbl="alignNode1" presStyleIdx="0" presStyleCnt="3"/>
      <dgm:spPr/>
    </dgm:pt>
    <dgm:pt modelId="{9829266E-4107-446A-BD8C-55402B962830}" type="pres">
      <dgm:prSet presAssocID="{83B234D7-AA5F-457C-BDD9-379A38DF9AD2}" presName="Accent" presStyleLbl="parChTrans1D1" presStyleIdx="0" presStyleCnt="3"/>
      <dgm:spPr/>
    </dgm:pt>
    <dgm:pt modelId="{E44CA099-A418-4CDB-AAED-614A1E0EB925}" type="pres">
      <dgm:prSet presAssocID="{83B234D7-AA5F-457C-BDD9-379A38DF9AD2}" presName="Paren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F9AB6B4-483C-4313-A7D3-259F00599AD1}" type="pres">
      <dgm:prSet presAssocID="{3CEF7592-72B4-4E26-9B8C-A47CBCCFCD60}" presName="sibTrans" presStyleCnt="0"/>
      <dgm:spPr/>
    </dgm:pt>
    <dgm:pt modelId="{711D330D-B100-442C-AFB7-DC7D0A57886F}" type="pres">
      <dgm:prSet presAssocID="{29E57F8F-A6D6-47E5-BD1B-241815CA1E48}" presName="composite" presStyleCnt="0"/>
      <dgm:spPr/>
    </dgm:pt>
    <dgm:pt modelId="{B7CD66C9-AED3-4B61-81C4-3475A4FEA054}" type="pres">
      <dgm:prSet presAssocID="{29E57F8F-A6D6-47E5-BD1B-241815CA1E48}" presName="Image" presStyleLbl="alignNode1" presStyleIdx="1" presStyleCnt="3"/>
      <dgm:spPr/>
    </dgm:pt>
    <dgm:pt modelId="{D1848892-7C8E-497C-BA48-4C78460C7082}" type="pres">
      <dgm:prSet presAssocID="{29E57F8F-A6D6-47E5-BD1B-241815CA1E48}" presName="Accent" presStyleLbl="parChTrans1D1" presStyleIdx="1" presStyleCnt="3"/>
      <dgm:spPr/>
    </dgm:pt>
    <dgm:pt modelId="{CD5E6B0A-C36A-48C4-9A96-72C82B2060E3}" type="pres">
      <dgm:prSet presAssocID="{29E57F8F-A6D6-47E5-BD1B-241815CA1E48}" presName="Paren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41BF530A-BD3A-42A5-B4E5-900592E75921}" type="pres">
      <dgm:prSet presAssocID="{865A1C49-6CA8-4DEE-818C-C43492615E67}" presName="sibTrans" presStyleCnt="0"/>
      <dgm:spPr/>
    </dgm:pt>
    <dgm:pt modelId="{1BA56AFE-B179-4C91-943D-0200C7B2A292}" type="pres">
      <dgm:prSet presAssocID="{CDC7C77F-7552-404D-86B6-A29F300AFEC6}" presName="composite" presStyleCnt="0"/>
      <dgm:spPr/>
    </dgm:pt>
    <dgm:pt modelId="{9EC2D577-A303-4C39-93EF-856C26D006C9}" type="pres">
      <dgm:prSet presAssocID="{CDC7C77F-7552-404D-86B6-A29F300AFEC6}" presName="Image" presStyleLbl="alignNode1" presStyleIdx="2" presStyleCnt="3"/>
      <dgm:spPr/>
    </dgm:pt>
    <dgm:pt modelId="{9766BD84-203F-409C-AF70-E3862B4B7E2E}" type="pres">
      <dgm:prSet presAssocID="{CDC7C77F-7552-404D-86B6-A29F300AFEC6}" presName="Accent" presStyleLbl="parChTrans1D1" presStyleIdx="2" presStyleCnt="3"/>
      <dgm:spPr/>
    </dgm:pt>
    <dgm:pt modelId="{C7B788F0-531F-4D5D-8680-2372CBEF7622}" type="pres">
      <dgm:prSet presAssocID="{CDC7C77F-7552-404D-86B6-A29F300AFEC6}" presName="Paren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2749007-3911-4764-B7F8-C3A1E622683E}" type="presOf" srcId="{55D2FDBE-DF2F-4F94-901A-1CB84EEA0C7B}" destId="{E99C68FE-8CA9-45D9-A1D2-9580FA562C58}" srcOrd="0" destOrd="0" presId="urn:microsoft.com/office/officeart/2008/layout/PictureLineup"/>
    <dgm:cxn modelId="{D6EB1A1E-AA52-4971-A029-ECF6CA3CFA38}" type="presOf" srcId="{B2B3E53F-8C3D-4701-BD6C-B72A7114E652}" destId="{C7B788F0-531F-4D5D-8680-2372CBEF7622}" srcOrd="0" destOrd="1" presId="urn:microsoft.com/office/officeart/2008/layout/PictureLineup"/>
    <dgm:cxn modelId="{1F21372C-009B-4F6D-98DE-D053EFB35E61}" srcId="{55D2FDBE-DF2F-4F94-901A-1CB84EEA0C7B}" destId="{29E57F8F-A6D6-47E5-BD1B-241815CA1E48}" srcOrd="1" destOrd="0" parTransId="{BAF55BF5-6151-4F82-917D-4476F389AFC4}" sibTransId="{865A1C49-6CA8-4DEE-818C-C43492615E67}"/>
    <dgm:cxn modelId="{1806A82F-B483-485B-8516-1A130A20509B}" type="presOf" srcId="{CDC7C77F-7552-404D-86B6-A29F300AFEC6}" destId="{C7B788F0-531F-4D5D-8680-2372CBEF7622}" srcOrd="0" destOrd="0" presId="urn:microsoft.com/office/officeart/2008/layout/PictureLineup"/>
    <dgm:cxn modelId="{A0CEA75C-EA64-43FA-A141-0C115AE0B64B}" srcId="{CDC7C77F-7552-404D-86B6-A29F300AFEC6}" destId="{B2B3E53F-8C3D-4701-BD6C-B72A7114E652}" srcOrd="0" destOrd="0" parTransId="{5A381FDF-7CD4-4F1E-8BD8-8CE0BD416071}" sibTransId="{E717F35D-320C-453F-9498-606387913EDB}"/>
    <dgm:cxn modelId="{E6C52248-BE22-4654-AA4F-C5783A70A7F8}" type="presOf" srcId="{29E57F8F-A6D6-47E5-BD1B-241815CA1E48}" destId="{CD5E6B0A-C36A-48C4-9A96-72C82B2060E3}" srcOrd="0" destOrd="0" presId="urn:microsoft.com/office/officeart/2008/layout/PictureLineup"/>
    <dgm:cxn modelId="{35D1AB7B-AE23-44B5-B0FE-DCA6661243A3}" type="presOf" srcId="{A3EAC7CF-684B-4A0D-80F5-F5C89DE4A7A4}" destId="{E44CA099-A418-4CDB-AAED-614A1E0EB925}" srcOrd="0" destOrd="1" presId="urn:microsoft.com/office/officeart/2008/layout/PictureLineup"/>
    <dgm:cxn modelId="{CE9FBBA9-CBF5-4EC4-8841-6A6C581F49D1}" srcId="{83B234D7-AA5F-457C-BDD9-379A38DF9AD2}" destId="{A3EAC7CF-684B-4A0D-80F5-F5C89DE4A7A4}" srcOrd="0" destOrd="0" parTransId="{5ED991FB-CE1B-4B1D-BFEA-EDFDD5047BE0}" sibTransId="{B2FDB7B4-2BAD-44B2-B9B9-46389DC1138C}"/>
    <dgm:cxn modelId="{0919B8B1-4D97-44AA-982E-7A28A4C6E07E}" type="presOf" srcId="{83B234D7-AA5F-457C-BDD9-379A38DF9AD2}" destId="{E44CA099-A418-4CDB-AAED-614A1E0EB925}" srcOrd="0" destOrd="0" presId="urn:microsoft.com/office/officeart/2008/layout/PictureLineup"/>
    <dgm:cxn modelId="{A859FBD1-CD64-4D6B-B87D-F2CEB6EDF7B2}" srcId="{55D2FDBE-DF2F-4F94-901A-1CB84EEA0C7B}" destId="{CDC7C77F-7552-404D-86B6-A29F300AFEC6}" srcOrd="2" destOrd="0" parTransId="{7307A399-6A4F-4257-8008-48FFB81E052C}" sibTransId="{F6DEBE60-4C12-4C41-B56F-1277B452FCB1}"/>
    <dgm:cxn modelId="{C5B49AD9-F696-484B-9FC2-8CD7514E3DEE}" srcId="{55D2FDBE-DF2F-4F94-901A-1CB84EEA0C7B}" destId="{83B234D7-AA5F-457C-BDD9-379A38DF9AD2}" srcOrd="0" destOrd="0" parTransId="{87031BEF-77C6-4827-99CA-FEE397550539}" sibTransId="{3CEF7592-72B4-4E26-9B8C-A47CBCCFCD60}"/>
    <dgm:cxn modelId="{74BAF9DB-851A-438E-A722-A33186A6AC88}" type="presParOf" srcId="{E99C68FE-8CA9-45D9-A1D2-9580FA562C58}" destId="{D8818597-8640-400D-8B09-1253D02E5AD9}" srcOrd="0" destOrd="0" presId="urn:microsoft.com/office/officeart/2008/layout/PictureLineup"/>
    <dgm:cxn modelId="{8D8688FE-1038-4790-8D25-2571DB9E801F}" type="presParOf" srcId="{D8818597-8640-400D-8B09-1253D02E5AD9}" destId="{8803C941-09D5-4DE2-9F36-39F3DC6261D8}" srcOrd="0" destOrd="0" presId="urn:microsoft.com/office/officeart/2008/layout/PictureLineup"/>
    <dgm:cxn modelId="{57B408BE-90BF-4D5E-A8B2-811EDFC122D5}" type="presParOf" srcId="{D8818597-8640-400D-8B09-1253D02E5AD9}" destId="{9829266E-4107-446A-BD8C-55402B962830}" srcOrd="1" destOrd="0" presId="urn:microsoft.com/office/officeart/2008/layout/PictureLineup"/>
    <dgm:cxn modelId="{2E21F0AE-B27B-4969-AF22-AAD97C302DD0}" type="presParOf" srcId="{D8818597-8640-400D-8B09-1253D02E5AD9}" destId="{E44CA099-A418-4CDB-AAED-614A1E0EB925}" srcOrd="2" destOrd="0" presId="urn:microsoft.com/office/officeart/2008/layout/PictureLineup"/>
    <dgm:cxn modelId="{92219BB9-122F-4C1E-B113-C96F648AF040}" type="presParOf" srcId="{E99C68FE-8CA9-45D9-A1D2-9580FA562C58}" destId="{1F9AB6B4-483C-4313-A7D3-259F00599AD1}" srcOrd="1" destOrd="0" presId="urn:microsoft.com/office/officeart/2008/layout/PictureLineup"/>
    <dgm:cxn modelId="{83CFB6A1-B5A4-49A6-BF9D-DA7A0CB93E9B}" type="presParOf" srcId="{E99C68FE-8CA9-45D9-A1D2-9580FA562C58}" destId="{711D330D-B100-442C-AFB7-DC7D0A57886F}" srcOrd="2" destOrd="0" presId="urn:microsoft.com/office/officeart/2008/layout/PictureLineup"/>
    <dgm:cxn modelId="{DF6D6E8F-7752-49EC-A3D7-62B9CB1A56D5}" type="presParOf" srcId="{711D330D-B100-442C-AFB7-DC7D0A57886F}" destId="{B7CD66C9-AED3-4B61-81C4-3475A4FEA054}" srcOrd="0" destOrd="0" presId="urn:microsoft.com/office/officeart/2008/layout/PictureLineup"/>
    <dgm:cxn modelId="{2830D18F-8C12-4C19-97A3-C95915A2F422}" type="presParOf" srcId="{711D330D-B100-442C-AFB7-DC7D0A57886F}" destId="{D1848892-7C8E-497C-BA48-4C78460C7082}" srcOrd="1" destOrd="0" presId="urn:microsoft.com/office/officeart/2008/layout/PictureLineup"/>
    <dgm:cxn modelId="{D06AFA49-CE9A-4F23-AE07-83725C38A321}" type="presParOf" srcId="{711D330D-B100-442C-AFB7-DC7D0A57886F}" destId="{CD5E6B0A-C36A-48C4-9A96-72C82B2060E3}" srcOrd="2" destOrd="0" presId="urn:microsoft.com/office/officeart/2008/layout/PictureLineup"/>
    <dgm:cxn modelId="{FCE5B0AD-8559-4C8F-B4C5-6DA80172AD0C}" type="presParOf" srcId="{E99C68FE-8CA9-45D9-A1D2-9580FA562C58}" destId="{41BF530A-BD3A-42A5-B4E5-900592E75921}" srcOrd="3" destOrd="0" presId="urn:microsoft.com/office/officeart/2008/layout/PictureLineup"/>
    <dgm:cxn modelId="{2C3BBAEF-3AC9-4213-820A-B07ECED4F7C1}" type="presParOf" srcId="{E99C68FE-8CA9-45D9-A1D2-9580FA562C58}" destId="{1BA56AFE-B179-4C91-943D-0200C7B2A292}" srcOrd="4" destOrd="0" presId="urn:microsoft.com/office/officeart/2008/layout/PictureLineup"/>
    <dgm:cxn modelId="{1BCB081F-6F42-4FA9-8A35-64888FCF365D}" type="presParOf" srcId="{1BA56AFE-B179-4C91-943D-0200C7B2A292}" destId="{9EC2D577-A303-4C39-93EF-856C26D006C9}" srcOrd="0" destOrd="0" presId="urn:microsoft.com/office/officeart/2008/layout/PictureLineup"/>
    <dgm:cxn modelId="{9149E42B-99DF-49B7-B909-8D17D7908617}" type="presParOf" srcId="{1BA56AFE-B179-4C91-943D-0200C7B2A292}" destId="{9766BD84-203F-409C-AF70-E3862B4B7E2E}" srcOrd="1" destOrd="0" presId="urn:microsoft.com/office/officeart/2008/layout/PictureLineup"/>
    <dgm:cxn modelId="{24DC049B-FAC2-4C98-8E97-6CE05D4D135B}" type="presParOf" srcId="{1BA56AFE-B179-4C91-943D-0200C7B2A292}" destId="{C7B788F0-531F-4D5D-8680-2372CBEF7622}" srcOrd="2" destOrd="0" presId="urn:microsoft.com/office/officeart/2008/layout/PictureLineu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3C941-09D5-4DE2-9F36-39F3DC6261D8}">
      <dsp:nvSpPr>
        <dsp:cNvPr id="0" name=""/>
        <dsp:cNvSpPr/>
      </dsp:nvSpPr>
      <dsp:spPr>
        <a:xfrm>
          <a:off x="316674" y="0"/>
          <a:ext cx="2540000" cy="254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9266E-4107-446A-BD8C-55402B962830}">
      <dsp:nvSpPr>
        <dsp:cNvPr id="0" name=""/>
        <dsp:cNvSpPr/>
      </dsp:nvSpPr>
      <dsp:spPr>
        <a:xfrm>
          <a:off x="316674" y="0"/>
          <a:ext cx="254" cy="508000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4CA099-A418-4CDB-AAED-614A1E0EB925}">
      <dsp:nvSpPr>
        <dsp:cNvPr id="0" name=""/>
        <dsp:cNvSpPr/>
      </dsp:nvSpPr>
      <dsp:spPr>
        <a:xfrm>
          <a:off x="316674" y="2540000"/>
          <a:ext cx="2540000" cy="2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One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>
        <a:off x="316674" y="2540000"/>
        <a:ext cx="2540000" cy="2540000"/>
      </dsp:txXfrm>
    </dsp:sp>
    <dsp:sp modelId="{B7CD66C9-AED3-4B61-81C4-3475A4FEA054}">
      <dsp:nvSpPr>
        <dsp:cNvPr id="0" name=""/>
        <dsp:cNvSpPr/>
      </dsp:nvSpPr>
      <dsp:spPr>
        <a:xfrm>
          <a:off x="2857500" y="0"/>
          <a:ext cx="2540000" cy="254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48892-7C8E-497C-BA48-4C78460C7082}">
      <dsp:nvSpPr>
        <dsp:cNvPr id="0" name=""/>
        <dsp:cNvSpPr/>
      </dsp:nvSpPr>
      <dsp:spPr>
        <a:xfrm>
          <a:off x="2857500" y="0"/>
          <a:ext cx="254" cy="508000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5E6B0A-C36A-48C4-9A96-72C82B2060E3}">
      <dsp:nvSpPr>
        <dsp:cNvPr id="0" name=""/>
        <dsp:cNvSpPr/>
      </dsp:nvSpPr>
      <dsp:spPr>
        <a:xfrm>
          <a:off x="2857500" y="2540000"/>
          <a:ext cx="2540000" cy="2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Three</a:t>
          </a:r>
        </a:p>
      </dsp:txBody>
      <dsp:txXfrm>
        <a:off x="2857500" y="2540000"/>
        <a:ext cx="2540000" cy="2540000"/>
      </dsp:txXfrm>
    </dsp:sp>
    <dsp:sp modelId="{9EC2D577-A303-4C39-93EF-856C26D006C9}">
      <dsp:nvSpPr>
        <dsp:cNvPr id="0" name=""/>
        <dsp:cNvSpPr/>
      </dsp:nvSpPr>
      <dsp:spPr>
        <a:xfrm>
          <a:off x="5398325" y="0"/>
          <a:ext cx="2540000" cy="254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6BD84-203F-409C-AF70-E3862B4B7E2E}">
      <dsp:nvSpPr>
        <dsp:cNvPr id="0" name=""/>
        <dsp:cNvSpPr/>
      </dsp:nvSpPr>
      <dsp:spPr>
        <a:xfrm>
          <a:off x="5398325" y="0"/>
          <a:ext cx="254" cy="508000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788F0-531F-4D5D-8680-2372CBEF7622}">
      <dsp:nvSpPr>
        <dsp:cNvPr id="0" name=""/>
        <dsp:cNvSpPr/>
      </dsp:nvSpPr>
      <dsp:spPr>
        <a:xfrm>
          <a:off x="5398325" y="2540000"/>
          <a:ext cx="2540000" cy="2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Node Four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>
        <a:off x="5398325" y="2540000"/>
        <a:ext cx="2540000" cy="25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Lineup">
  <dgm:title val=""/>
  <dgm:desc val=""/>
  <dgm:catLst>
    <dgm:cat type="picture" pri="19000"/>
    <dgm:cat type="pictureconvert" pri="1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3" destOrd="0"/>
        <dgm:cxn modelId="42" srcId="30" destId="41" srcOrd="0" destOrd="0"/>
      </dgm:cxnLst>
      <dgm:bg/>
      <dgm:whole/>
    </dgm:dataModel>
  </dgm:clrData>
  <dgm:layoutNode name="Name0">
    <dgm:varLst>
      <dgm:chMax/>
      <dgm:chPref/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Parent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l" for="ch" forName="Accent" refType="w" fact="0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if>
          <dgm:else name="Name6">
            <dgm:constrLst>
              <dgm:constr type="l" for="ch" forName="Image" refType="w" fact="0"/>
              <dgm:constr type="t" for="ch" forName="Image" refType="h" fact="0"/>
              <dgm:constr type="w" for="ch" forName="Image" refType="h" fact="0.5"/>
              <dgm:constr type="h" for="ch" forName="Image" refType="w"/>
              <dgm:constr type="r" for="ch" forName="Accent" refType="w"/>
              <dgm:constr type="t" for="ch" forName="Accent" refType="h" fact="0"/>
              <dgm:constr type="w" for="ch" forName="Accent" refType="w" fact="0.0001"/>
              <dgm:constr type="h" for="ch" forName="Accent" refType="h"/>
              <dgm:constr type="l" for="ch" forName="Parent" refType="w" fact="0"/>
              <dgm:constr type="t" for="ch" forName="Parent" refType="h" fact="0.5"/>
              <dgm:constr type="w" for="ch" forName="Parent" refType="w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Accent" styleLbl="parChTrans1D1">
          <dgm:alg type="sp"/>
          <dgm:shape xmlns:r="http://schemas.openxmlformats.org/officeDocument/2006/relationships" type="line" r:blip="">
            <dgm:adjLst/>
          </dgm:shape>
          <dgm:presOf/>
        </dgm:layoutNode>
        <dgm:layoutNode name="Paren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0CA8-F1E7-5F79-63D4-ED9EFC62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191E6-73AD-F2FA-9333-CD5E399DF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FE021-C23E-F8CB-56C2-CCE54715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6CC81-49F0-AFFB-F254-E79B0129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6613-37C3-3BAB-687C-CDCFC793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6DB1-AF60-64B3-EA0C-B2C78B26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E2A6C-9792-74B6-72FF-59113EEC8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D13B-817E-C567-299B-49F085DB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963FB-DF5C-6C4F-4FDC-5449C951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318E-6177-7BD6-CA3A-8BB300CB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203B-1347-99AE-61F6-53C4C82D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5CFC6-E765-45EB-E34D-DA0F45A45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BEC17-8729-E6E2-023A-48454686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68F04-754D-A0A1-D582-0732597E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683B7-17AF-DE0C-E44E-85A3388D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0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1F4D-D8D1-9156-4AF3-AD1085E5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0837-0F39-8C39-BBC6-0C539250D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F1C35-2A1E-BD71-41F3-C6D53C72E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D9790-D8C2-27ED-FEC7-DCF35490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21545-B6D5-9F89-F8C9-511BBAEA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FB395-8687-0681-56EA-97DC9C8D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94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65CA-0EB7-E4D6-55DA-768DB38B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C77B1-C85B-62BC-F5B3-C1AD7D365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65880-99DF-064B-D506-5C0AC0FB9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B2531-DD0D-BF41-9FEC-1DC8D5719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50939-656E-67A9-E90A-DF7899136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579D2-D137-6F3B-6E0F-3C224BD2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FC8D9-FF89-40FE-18B0-29CC7CD4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7BCDC-66C6-80A5-CA25-F5F3C60A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3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73DB-D23D-D370-8581-11608B74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AFC6A-A457-B815-F5BF-5F8FF642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42351-9188-0C59-5542-B5D23747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E0E6F-1FB6-D402-AA57-A30CFD45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7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E89ABF-28CA-BDCE-B971-8829CE73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5FE7-7C1F-83D1-343D-535E212C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2F8C-329C-5ED7-88D1-959F8AB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7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D419-CB88-8ACA-DA51-BF039F9E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19D0-4FCB-0F8F-9F07-D3F1CA81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B7E18-ADA3-4FFE-64CE-7247CFD1A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3F610-1BF3-6758-09EB-BB3CAFFE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BF8B-03C9-403F-DA5A-6D6CCA77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D08E5-A6EA-ED0A-F182-572F3609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0B57-2B4D-DC76-ACDF-A7568EC4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4C06E-D9D1-080C-85F2-719C7C3D5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9ADE6-9933-1C75-4DBE-939933256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5190-19A0-E9F4-3EE3-FE60F12A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29AD4-BA18-E3FF-6CA2-88EE1842D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3B043-0CAA-30B4-F5C1-7F4C6C17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9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CDEB-5894-CA82-700F-9985FF2E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8CCD6-5DDF-AB56-D2B0-36729D79B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3F14-C3E5-655D-5DAF-D5A70E19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A4277-057F-DB1B-B67B-F8B30EEE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29D28-075E-D7D8-E776-9B6565BE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9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96E37-1818-EEA1-1CC0-8AF7F0C88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A927C-7230-40A0-FBE4-BF5930204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C7153-4D95-82FD-4C62-C53D221C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E0651-F1C8-69EC-C3E0-764508BC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6BD32-6DE2-637A-D78B-B62835B1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5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489FB-FFD3-3969-E2D5-B8C97401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5920C-3FF0-5DC9-0949-783D4F0BB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2EAEF-024B-7467-5C3E-FB0478C2E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60113-BCE8-4B92-A4F4-5F9DBEF339F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4AECC-0170-92FF-7275-BCFE2D3A6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E21A-D97A-BB26-2064-7E54FC449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303C0-62EC-4FB7-BFC4-B4D0330E1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1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480D5C-1E33-D77F-53C7-70F54C4A1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101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581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2026-09-06T08:15:06Z</dcterms:created>
  <dcterms:modified xsi:type="dcterms:W3CDTF">2026-09-06T08:15:06Z</dcterms:modified>
</cp:coreProperties>
</file>