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4FB039-4B8C-477E-A5DB-6D64BE60F52C}" type="doc">
      <dgm:prSet loTypeId="urn:microsoft.com/office/officeart/2024/layout/HorizontalActionList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E6F661-275B-4E58-B178-55E7C4393A59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45FFE48-ECBA-4591-89F2-A3AECC165380}" type="parTrans" cxnId="{22A76BBD-C3BE-4F64-9E4E-50577233EA41}">
      <dgm:prSet/>
      <dgm:spPr/>
    </dgm:pt>
    <dgm:pt modelId="{EAC9DA36-AD23-4D86-B569-69D5F4634D43}" type="sibTrans" cxnId="{22A76BBD-C3BE-4F64-9E4E-50577233EA41}">
      <dgm:prSet/>
      <dgm:spPr/>
    </dgm:pt>
    <dgm:pt modelId="{2E506578-97B1-4B15-A52E-618A0552FC0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6E08CBF2-7C2C-4B8C-A081-3877B30B2009}" type="parTrans" cxnId="{B9B23422-B1E4-4EFB-9168-EB498EBBCE75}">
      <dgm:prSet/>
      <dgm:spPr/>
    </dgm:pt>
    <dgm:pt modelId="{5F49C39F-2040-47E0-BFE5-5D1729249300}" type="sibTrans" cxnId="{B9B23422-B1E4-4EFB-9168-EB498EBBCE75}">
      <dgm:prSet/>
      <dgm:spPr/>
    </dgm:pt>
    <dgm:pt modelId="{12BB8990-ABCD-42CA-88B9-DE98DDF9788E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DFFA8FD-C956-4AD3-BFEC-D5927669FE5F}" type="parTrans" cxnId="{07635151-7FA8-4C7F-82CD-0DD28896C7AB}">
      <dgm:prSet/>
      <dgm:spPr/>
    </dgm:pt>
    <dgm:pt modelId="{9DA62B39-9FDF-41D7-BE01-A1F7EAA7C52B}" type="sibTrans" cxnId="{07635151-7FA8-4C7F-82CD-0DD28896C7AB}">
      <dgm:prSet/>
      <dgm:spPr/>
    </dgm:pt>
    <dgm:pt modelId="{37C05815-9BC3-4E0A-A4BB-967E30025CAE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17172D46-7763-43CD-86A5-DCC11E7B8917}" type="parTrans" cxnId="{D57BE2BF-E67E-4C40-BE4E-E1494A9E58ED}">
      <dgm:prSet/>
      <dgm:spPr/>
    </dgm:pt>
    <dgm:pt modelId="{B810E9DE-3CD7-4FA8-AD29-41F2230C29AD}" type="sibTrans" cxnId="{D57BE2BF-E67E-4C40-BE4E-E1494A9E58ED}">
      <dgm:prSet/>
      <dgm:spPr/>
    </dgm:pt>
    <dgm:pt modelId="{501DC536-7BAA-4B1C-BD77-7656E663B1E2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5B788FC5-B8C4-47BB-9936-993A471AA192}" type="parTrans" cxnId="{46BC2EFE-86A3-46D3-9039-8AEC3B497207}">
      <dgm:prSet/>
      <dgm:spPr/>
    </dgm:pt>
    <dgm:pt modelId="{6CCB660B-02F8-4B6B-A1F0-AE05A2A426D9}" type="sibTrans" cxnId="{46BC2EFE-86A3-46D3-9039-8AEC3B497207}">
      <dgm:prSet/>
      <dgm:spPr/>
    </dgm:pt>
    <dgm:pt modelId="{4322BFB7-F1DE-40CF-BC32-4A238D8C7091}" type="pres">
      <dgm:prSet presAssocID="{B14FB039-4B8C-477E-A5DB-6D64BE60F52C}" presName="Name0" presStyleCnt="0">
        <dgm:presLayoutVars>
          <dgm:dir/>
          <dgm:animLvl val="lvl"/>
          <dgm:resizeHandles val="exact"/>
        </dgm:presLayoutVars>
      </dgm:prSet>
      <dgm:spPr/>
    </dgm:pt>
    <dgm:pt modelId="{C94EFB22-E002-496F-9C65-B13E0203EA84}" type="pres">
      <dgm:prSet presAssocID="{64E6F661-275B-4E58-B178-55E7C4393A59}" presName="composite" presStyleCnt="0"/>
      <dgm:spPr/>
    </dgm:pt>
    <dgm:pt modelId="{DCA253C3-B1C4-4C05-BE7C-0FB460B3CD28}" type="pres">
      <dgm:prSet presAssocID="{64E6F661-275B-4E58-B178-55E7C4393A59}" presName="parTx" presStyleLbl="alignNode1" presStyleIdx="0" presStyleCnt="3">
        <dgm:presLayoutVars>
          <dgm:chMax val="0"/>
          <dgm:chPref val="0"/>
        </dgm:presLayoutVars>
      </dgm:prSet>
      <dgm:spPr/>
    </dgm:pt>
    <dgm:pt modelId="{C5F89083-87F1-4270-8B43-016735CB9614}" type="pres">
      <dgm:prSet presAssocID="{64E6F661-275B-4E58-B178-55E7C4393A59}" presName="bgOutline" presStyleLbl="fgAcc1" presStyleIdx="0" presStyleCnt="3">
        <dgm:presLayoutVars>
          <dgm:bulletEnabled/>
        </dgm:presLayoutVars>
      </dgm:prSet>
      <dgm:spPr/>
    </dgm:pt>
    <dgm:pt modelId="{1E8F47C7-6A3A-47DC-97DC-44998796EA74}" type="pres">
      <dgm:prSet presAssocID="{EAC9DA36-AD23-4D86-B569-69D5F4634D43}" presName="space" presStyleCnt="0"/>
      <dgm:spPr/>
    </dgm:pt>
    <dgm:pt modelId="{6D0340E5-9DC3-45E8-9479-4E9C79325532}" type="pres">
      <dgm:prSet presAssocID="{12BB8990-ABCD-42CA-88B9-DE98DDF9788E}" presName="composite" presStyleCnt="0"/>
      <dgm:spPr/>
    </dgm:pt>
    <dgm:pt modelId="{126ACE9A-BACB-4441-B9BF-BDDAD30B78C5}" type="pres">
      <dgm:prSet presAssocID="{12BB8990-ABCD-42CA-88B9-DE98DDF9788E}" presName="parTx" presStyleLbl="alignNode1" presStyleIdx="1" presStyleCnt="3">
        <dgm:presLayoutVars>
          <dgm:chMax val="0"/>
          <dgm:chPref val="0"/>
        </dgm:presLayoutVars>
      </dgm:prSet>
      <dgm:spPr/>
    </dgm:pt>
    <dgm:pt modelId="{0BF12788-21DE-424D-A8DC-5D5782A93D35}" type="pres">
      <dgm:prSet presAssocID="{12BB8990-ABCD-42CA-88B9-DE98DDF9788E}" presName="bgOutline" presStyleLbl="fgAcc1" presStyleIdx="1" presStyleCnt="3">
        <dgm:presLayoutVars>
          <dgm:bulletEnabled/>
        </dgm:presLayoutVars>
      </dgm:prSet>
      <dgm:spPr/>
    </dgm:pt>
    <dgm:pt modelId="{B20CB3D8-3FF7-4D07-AE8C-DDBD7E73189C}" type="pres">
      <dgm:prSet presAssocID="{9DA62B39-9FDF-41D7-BE01-A1F7EAA7C52B}" presName="space" presStyleCnt="0"/>
      <dgm:spPr/>
    </dgm:pt>
    <dgm:pt modelId="{5436AB9A-3BA3-4C4C-B793-55CF81333EE3}" type="pres">
      <dgm:prSet presAssocID="{37C05815-9BC3-4E0A-A4BB-967E30025CAE}" presName="composite" presStyleCnt="0"/>
      <dgm:spPr/>
    </dgm:pt>
    <dgm:pt modelId="{A4DA283B-FD56-4DAC-A73B-0E4430D188BA}" type="pres">
      <dgm:prSet presAssocID="{37C05815-9BC3-4E0A-A4BB-967E30025CAE}" presName="parTx" presStyleLbl="alignNode1" presStyleIdx="2" presStyleCnt="3">
        <dgm:presLayoutVars>
          <dgm:chMax val="0"/>
          <dgm:chPref val="0"/>
        </dgm:presLayoutVars>
      </dgm:prSet>
      <dgm:spPr/>
    </dgm:pt>
    <dgm:pt modelId="{115BE523-9B38-4D18-BF6E-470F08634B43}" type="pres">
      <dgm:prSet presAssocID="{37C05815-9BC3-4E0A-A4BB-967E30025CAE}" presName="bgOutline" presStyleLbl="fgAcc1" presStyleIdx="2" presStyleCnt="3">
        <dgm:presLayoutVars>
          <dgm:bulletEnabled/>
        </dgm:presLayoutVars>
      </dgm:prSet>
      <dgm:spPr/>
    </dgm:pt>
  </dgm:ptLst>
  <dgm:cxnLst>
    <dgm:cxn modelId="{B9B23422-B1E4-4EFB-9168-EB498EBBCE75}" srcId="{64E6F661-275B-4E58-B178-55E7C4393A59}" destId="{2E506578-97B1-4B15-A52E-618A0552FC04}" srcOrd="0" destOrd="0" parTransId="{6E08CBF2-7C2C-4B8C-A081-3877B30B2009}" sibTransId="{5F49C39F-2040-47E0-BFE5-5D1729249300}"/>
    <dgm:cxn modelId="{A0E48033-2209-47EB-A281-1F8DB326540F}" type="presOf" srcId="{64E6F661-275B-4E58-B178-55E7C4393A59}" destId="{DCA253C3-B1C4-4C05-BE7C-0FB460B3CD28}" srcOrd="0" destOrd="0" presId="urn:microsoft.com/office/officeart/2024/layout/HorizontalActionList"/>
    <dgm:cxn modelId="{43215341-4C8F-4539-9FFE-09EDD2F76916}" type="presOf" srcId="{12BB8990-ABCD-42CA-88B9-DE98DDF9788E}" destId="{126ACE9A-BACB-4441-B9BF-BDDAD30B78C5}" srcOrd="0" destOrd="0" presId="urn:microsoft.com/office/officeart/2024/layout/HorizontalActionList"/>
    <dgm:cxn modelId="{07635151-7FA8-4C7F-82CD-0DD28896C7AB}" srcId="{B14FB039-4B8C-477E-A5DB-6D64BE60F52C}" destId="{12BB8990-ABCD-42CA-88B9-DE98DDF9788E}" srcOrd="1" destOrd="0" parTransId="{ADFFA8FD-C956-4AD3-BFEC-D5927669FE5F}" sibTransId="{9DA62B39-9FDF-41D7-BE01-A1F7EAA7C52B}"/>
    <dgm:cxn modelId="{4377FD8D-F89B-420D-86A4-7E03137714A4}" type="presOf" srcId="{37C05815-9BC3-4E0A-A4BB-967E30025CAE}" destId="{A4DA283B-FD56-4DAC-A73B-0E4430D188BA}" srcOrd="0" destOrd="0" presId="urn:microsoft.com/office/officeart/2024/layout/HorizontalActionList"/>
    <dgm:cxn modelId="{1C772EB6-3FA5-412D-846F-33BE4181333E}" type="presOf" srcId="{B14FB039-4B8C-477E-A5DB-6D64BE60F52C}" destId="{4322BFB7-F1DE-40CF-BC32-4A238D8C7091}" srcOrd="0" destOrd="0" presId="urn:microsoft.com/office/officeart/2024/layout/HorizontalActionList"/>
    <dgm:cxn modelId="{22A76BBD-C3BE-4F64-9E4E-50577233EA41}" srcId="{B14FB039-4B8C-477E-A5DB-6D64BE60F52C}" destId="{64E6F661-275B-4E58-B178-55E7C4393A59}" srcOrd="0" destOrd="0" parTransId="{C45FFE48-ECBA-4591-89F2-A3AECC165380}" sibTransId="{EAC9DA36-AD23-4D86-B569-69D5F4634D43}"/>
    <dgm:cxn modelId="{D57BE2BF-E67E-4C40-BE4E-E1494A9E58ED}" srcId="{B14FB039-4B8C-477E-A5DB-6D64BE60F52C}" destId="{37C05815-9BC3-4E0A-A4BB-967E30025CAE}" srcOrd="2" destOrd="0" parTransId="{17172D46-7763-43CD-86A5-DCC11E7B8917}" sibTransId="{B810E9DE-3CD7-4FA8-AD29-41F2230C29AD}"/>
    <dgm:cxn modelId="{F86FB1CB-525E-4971-9255-9D682E8B99A7}" type="presOf" srcId="{501DC536-7BAA-4B1C-BD77-7656E663B1E2}" destId="{115BE523-9B38-4D18-BF6E-470F08634B43}" srcOrd="0" destOrd="0" presId="urn:microsoft.com/office/officeart/2024/layout/HorizontalActionList"/>
    <dgm:cxn modelId="{46BC2EFE-86A3-46D3-9039-8AEC3B497207}" srcId="{37C05815-9BC3-4E0A-A4BB-967E30025CAE}" destId="{501DC536-7BAA-4B1C-BD77-7656E663B1E2}" srcOrd="0" destOrd="0" parTransId="{5B788FC5-B8C4-47BB-9936-993A471AA192}" sibTransId="{6CCB660B-02F8-4B6B-A1F0-AE05A2A426D9}"/>
    <dgm:cxn modelId="{D4F6E8FF-DEDA-428F-9D04-332673E858BB}" type="presOf" srcId="{2E506578-97B1-4B15-A52E-618A0552FC04}" destId="{C5F89083-87F1-4270-8B43-016735CB9614}" srcOrd="0" destOrd="0" presId="urn:microsoft.com/office/officeart/2024/layout/HorizontalActionList"/>
    <dgm:cxn modelId="{1D14DE73-7830-4FD4-9D5D-BF240DC40C01}" type="presParOf" srcId="{4322BFB7-F1DE-40CF-BC32-4A238D8C7091}" destId="{C94EFB22-E002-496F-9C65-B13E0203EA84}" srcOrd="0" destOrd="0" presId="urn:microsoft.com/office/officeart/2024/layout/HorizontalActionList"/>
    <dgm:cxn modelId="{70D05EBD-AF16-48E8-B4DC-DA99DEBB057E}" type="presParOf" srcId="{C94EFB22-E002-496F-9C65-B13E0203EA84}" destId="{DCA253C3-B1C4-4C05-BE7C-0FB460B3CD28}" srcOrd="0" destOrd="0" presId="urn:microsoft.com/office/officeart/2024/layout/HorizontalActionList"/>
    <dgm:cxn modelId="{96DE7981-80D6-42CC-98AD-C051F1B74E5A}" type="presParOf" srcId="{C94EFB22-E002-496F-9C65-B13E0203EA84}" destId="{C5F89083-87F1-4270-8B43-016735CB9614}" srcOrd="1" destOrd="0" presId="urn:microsoft.com/office/officeart/2024/layout/HorizontalActionList"/>
    <dgm:cxn modelId="{C087BBD9-ECD3-4AE9-90CA-932B12344D7E}" type="presParOf" srcId="{4322BFB7-F1DE-40CF-BC32-4A238D8C7091}" destId="{1E8F47C7-6A3A-47DC-97DC-44998796EA74}" srcOrd="1" destOrd="0" presId="urn:microsoft.com/office/officeart/2024/layout/HorizontalActionList"/>
    <dgm:cxn modelId="{D4F25B10-AECC-4211-B0EB-B76A2451707F}" type="presParOf" srcId="{4322BFB7-F1DE-40CF-BC32-4A238D8C7091}" destId="{6D0340E5-9DC3-45E8-9479-4E9C79325532}" srcOrd="2" destOrd="0" presId="urn:microsoft.com/office/officeart/2024/layout/HorizontalActionList"/>
    <dgm:cxn modelId="{D48A56F2-B091-42AC-8783-269295D05D2D}" type="presParOf" srcId="{6D0340E5-9DC3-45E8-9479-4E9C79325532}" destId="{126ACE9A-BACB-4441-B9BF-BDDAD30B78C5}" srcOrd="0" destOrd="0" presId="urn:microsoft.com/office/officeart/2024/layout/HorizontalActionList"/>
    <dgm:cxn modelId="{06C3D04D-6D7C-41D4-9357-3A5C62C55DDD}" type="presParOf" srcId="{6D0340E5-9DC3-45E8-9479-4E9C79325532}" destId="{0BF12788-21DE-424D-A8DC-5D5782A93D35}" srcOrd="1" destOrd="0" presId="urn:microsoft.com/office/officeart/2024/layout/HorizontalActionList"/>
    <dgm:cxn modelId="{D2A979F7-E838-464F-AE2A-DD8E47B315E7}" type="presParOf" srcId="{4322BFB7-F1DE-40CF-BC32-4A238D8C7091}" destId="{B20CB3D8-3FF7-4D07-AE8C-DDBD7E73189C}" srcOrd="3" destOrd="0" presId="urn:microsoft.com/office/officeart/2024/layout/HorizontalActionList"/>
    <dgm:cxn modelId="{51C34B38-0E29-474C-BA11-28A8E6242953}" type="presParOf" srcId="{4322BFB7-F1DE-40CF-BC32-4A238D8C7091}" destId="{5436AB9A-3BA3-4C4C-B793-55CF81333EE3}" srcOrd="4" destOrd="0" presId="urn:microsoft.com/office/officeart/2024/layout/HorizontalActionList"/>
    <dgm:cxn modelId="{2C3C7DAB-E950-4026-A034-29BD8F81E7EB}" type="presParOf" srcId="{5436AB9A-3BA3-4C4C-B793-55CF81333EE3}" destId="{A4DA283B-FD56-4DAC-A73B-0E4430D188BA}" srcOrd="0" destOrd="0" presId="urn:microsoft.com/office/officeart/2024/layout/HorizontalActionList"/>
    <dgm:cxn modelId="{F30ABC57-58A0-42DD-BB16-78AE91A5507A}" type="presParOf" srcId="{5436AB9A-3BA3-4C4C-B793-55CF81333EE3}" destId="{115BE523-9B38-4D18-BF6E-470F08634B43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F89083-87F1-4270-8B43-016735CB9614}">
      <dsp:nvSpPr>
        <dsp:cNvPr id="0" name=""/>
        <dsp:cNvSpPr/>
      </dsp:nvSpPr>
      <dsp:spPr>
        <a:xfrm rot="10800000">
          <a:off x="4861" y="1479024"/>
          <a:ext cx="2676425" cy="290079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302" tIns="113302" rIns="113302" bIns="113302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Two has a longer label</a:t>
          </a:r>
        </a:p>
      </dsp:txBody>
      <dsp:txXfrm rot="10800000">
        <a:off x="122446" y="1479024"/>
        <a:ext cx="2441255" cy="2783205"/>
      </dsp:txXfrm>
    </dsp:sp>
    <dsp:sp modelId="{DCA253C3-B1C4-4C05-BE7C-0FB460B3CD28}">
      <dsp:nvSpPr>
        <dsp:cNvPr id="0" name=""/>
        <dsp:cNvSpPr/>
      </dsp:nvSpPr>
      <dsp:spPr>
        <a:xfrm>
          <a:off x="4861" y="700184"/>
          <a:ext cx="2676425" cy="802927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497" tIns="211497" rIns="211497" bIns="2114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One</a:t>
          </a:r>
        </a:p>
      </dsp:txBody>
      <dsp:txXfrm>
        <a:off x="110687" y="806010"/>
        <a:ext cx="2464773" cy="697101"/>
      </dsp:txXfrm>
    </dsp:sp>
    <dsp:sp modelId="{0BF12788-21DE-424D-A8DC-5D5782A93D35}">
      <dsp:nvSpPr>
        <dsp:cNvPr id="0" name=""/>
        <dsp:cNvSpPr/>
      </dsp:nvSpPr>
      <dsp:spPr>
        <a:xfrm rot="10800000">
          <a:off x="2789287" y="1479024"/>
          <a:ext cx="2676425" cy="290079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6ACE9A-BACB-4441-B9BF-BDDAD30B78C5}">
      <dsp:nvSpPr>
        <dsp:cNvPr id="0" name=""/>
        <dsp:cNvSpPr/>
      </dsp:nvSpPr>
      <dsp:spPr>
        <a:xfrm>
          <a:off x="2789287" y="700184"/>
          <a:ext cx="2676425" cy="802927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497" tIns="211497" rIns="211497" bIns="2114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Three</a:t>
          </a:r>
        </a:p>
      </dsp:txBody>
      <dsp:txXfrm>
        <a:off x="2895113" y="806010"/>
        <a:ext cx="2464773" cy="697101"/>
      </dsp:txXfrm>
    </dsp:sp>
    <dsp:sp modelId="{115BE523-9B38-4D18-BF6E-470F08634B43}">
      <dsp:nvSpPr>
        <dsp:cNvPr id="0" name=""/>
        <dsp:cNvSpPr/>
      </dsp:nvSpPr>
      <dsp:spPr>
        <a:xfrm rot="10800000">
          <a:off x="5573712" y="1479024"/>
          <a:ext cx="2676425" cy="2900790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302" tIns="113302" rIns="113302" bIns="113302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Five</a:t>
          </a:r>
        </a:p>
      </dsp:txBody>
      <dsp:txXfrm rot="10800000">
        <a:off x="5691297" y="1479024"/>
        <a:ext cx="2441255" cy="2783205"/>
      </dsp:txXfrm>
    </dsp:sp>
    <dsp:sp modelId="{A4DA283B-FD56-4DAC-A73B-0E4430D188BA}">
      <dsp:nvSpPr>
        <dsp:cNvPr id="0" name=""/>
        <dsp:cNvSpPr/>
      </dsp:nvSpPr>
      <dsp:spPr>
        <a:xfrm>
          <a:off x="5573712" y="700184"/>
          <a:ext cx="2676425" cy="802927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497" tIns="211497" rIns="211497" bIns="21149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Four</a:t>
          </a:r>
        </a:p>
      </dsp:txBody>
      <dsp:txXfrm>
        <a:off x="5679538" y="806010"/>
        <a:ext cx="2464773" cy="6971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textcard" pri="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C76B-1D50-E918-EED7-438FA38C4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3E840-79EB-2A58-43A7-B6B4D4214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0A203-AA0D-6D0E-A7E1-234FEEE1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C5CD7-EC9B-E68D-294F-EFC963EF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486B6-59C5-FD1F-F02F-84D78E72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32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2235-EDFD-A899-52B4-C9A87831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8A7FB-2EFD-58C0-856F-B9322F7CB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6EFD5-7880-D993-1E43-F82873C49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90C7-E2A7-CB42-3254-3E4310F09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AC029-AF42-8E08-A080-51555FAD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28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1FC59-27B5-E81A-1529-EFE2D679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A7C78-B840-1C72-2259-E779162DF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33650-1FE4-17CB-F2C9-F4738241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DF62B-5796-7468-647F-88EE6CBA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5A3F1-BF6A-E384-86F7-37A21547F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34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3BFD-1A40-6B09-7767-C03F4CD8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DACC9-46E1-FB03-1FD1-8B8C8FAD2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DB305-4E41-37A4-CD0A-DBC6303D4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17DD5-73EE-D068-D8ED-894C5B288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2D6D-3075-6E55-B23C-62DB35B2E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E75C9-7F21-F3AD-2470-2C9125A5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33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9024-17E0-60EF-8686-D9F5A3ED0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1B4CF-938E-3E98-FB27-F624D527A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AFDE6-4099-9714-0C9F-E1E9EE2CF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26071-6C0E-3D02-F08A-2926D5094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BE2BE-0809-9BDC-E42E-0B3F4F156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3EB5D-358B-E1F7-0A64-9CFA0403C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69A0B-AB0F-9ACA-B253-591F1BAE6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33562A-7614-46CC-3A0A-72AC91CC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22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304B-C16B-149D-B709-8CFDF249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716367-68ED-0163-8E34-E4BE31B6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5742D-0A47-4486-D108-68B088845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8367F-63BF-667C-B754-4A2915B9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9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DC0DC-9D0F-B823-5426-ED130032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3E3E5-76CF-7273-6A06-B3EA55B5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08751-214A-6871-9DCE-C6335C6B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9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30B5-FAD1-0E67-7EC0-99EB98CC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F9127-9EB6-F766-E047-40DA78381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4DDDC1-7FB0-6431-B451-535C24EE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AE41D-1AA3-D9BD-AEBC-22AE257BC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175CD-50BF-1543-F521-2390E13E2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D4CC5-C43F-D89A-4C9A-48317E5A6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086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AB94-4FFF-402F-F5C6-BE31B5FCB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3A3F5-3F31-375E-6F92-5B88F20AF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F4484-4736-3B8B-39B4-E9BDD5BAF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1D919-3E61-E764-9491-4C05DD4B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B0A81-4DB7-2583-9DE1-E42DDA2E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FDDBA-1C96-88B2-F9B5-95006D6B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5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50E77-1D1E-7DBF-01B7-826051EB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2BA20-F6AF-5CA5-F24B-014AA552E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AFED5-9528-B045-57BC-8212CD951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4E892-073A-AA5F-5ADC-29ABAD33C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02BD2-594C-E30F-EBFE-A3993A89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3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FD6480-58D3-32D6-BF76-DDEE9A1FC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E9DBE-DAB9-291B-F74B-486C77C54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C25DF-3A07-6B13-D1ED-22E88042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C41DF-1A70-33CB-BCA3-E772EAB6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067C4-1EAD-C0E5-8CDB-641AB79F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00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B891A7-61C8-03AA-C20B-189484B62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B3492-0574-E2DE-57FD-CDED7879D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3B844-0F17-ED17-A9B8-8405BFE07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627F7E-1360-4FD9-A027-545ECDFEE2B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E1158-AC79-201E-F51A-5BC793942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154CF-759F-9A3C-AF93-E728BC04B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A362F-66B7-4EA1-9140-805319F51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26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5E0EFC0-3AFC-A80A-254F-47F2DE696F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925637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7954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2026-09-06T08:15:24Z</dcterms:created>
  <dcterms:modified xsi:type="dcterms:W3CDTF">2026-09-06T08:15:24Z</dcterms:modified>
</cp:coreProperties>
</file>