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A07C42-5506-486F-A86E-EE4D0A62E66E}" type="doc">
      <dgm:prSet loTypeId="urn:microsoft.com/office/officeart/2008/layout/TitledPictureBlock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1FF53B-0E3A-4CC4-9705-D73C06BBCAC8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B070547E-AD48-4672-B7F8-89AC2EB98F2E}" type="parTrans" cxnId="{89ED3344-C57F-4330-AC98-EFFBD40AC9D6}">
      <dgm:prSet/>
      <dgm:spPr/>
    </dgm:pt>
    <dgm:pt modelId="{BF738643-CDD3-450B-96EF-5D540A00A44D}" type="sibTrans" cxnId="{89ED3344-C57F-4330-AC98-EFFBD40AC9D6}">
      <dgm:prSet/>
      <dgm:spPr/>
    </dgm:pt>
    <dgm:pt modelId="{9221EFED-C5C1-4CC4-91E7-C9641B3EF0D9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D94E76C2-E187-457A-85C9-87BEE3C374E0}" type="parTrans" cxnId="{348A618A-C8B9-4A2F-A5A6-35A0BBAC3879}">
      <dgm:prSet/>
      <dgm:spPr/>
    </dgm:pt>
    <dgm:pt modelId="{DE75EDD2-BB3E-4F3B-AB73-36EF93F3D1CE}" type="sibTrans" cxnId="{348A618A-C8B9-4A2F-A5A6-35A0BBAC3879}">
      <dgm:prSet/>
      <dgm:spPr/>
    </dgm:pt>
    <dgm:pt modelId="{88FFB3AC-FDE2-4CBA-9756-F33FCF86C154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8B98E6BA-7EC7-4608-805D-E0443B1A1F56}" type="parTrans" cxnId="{2057ABE7-AA2E-47E7-BF03-AFAD1A957C46}">
      <dgm:prSet/>
      <dgm:spPr/>
    </dgm:pt>
    <dgm:pt modelId="{8A197A6C-13C0-480B-B8F9-014CDFFC4CB4}" type="sibTrans" cxnId="{2057ABE7-AA2E-47E7-BF03-AFAD1A957C46}">
      <dgm:prSet/>
      <dgm:spPr/>
    </dgm:pt>
    <dgm:pt modelId="{E5C45BE5-8596-406B-B04A-557F81EACA09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E3D41A8C-7270-4737-BD48-CE9C17A7AB50}" type="parTrans" cxnId="{FB7B6F1D-726E-401F-B823-3DFF62E4C3BE}">
      <dgm:prSet/>
      <dgm:spPr/>
    </dgm:pt>
    <dgm:pt modelId="{0C1D85F1-2912-424D-9E96-D378EAD8C73D}" type="sibTrans" cxnId="{FB7B6F1D-726E-401F-B823-3DFF62E4C3BE}">
      <dgm:prSet/>
      <dgm:spPr/>
    </dgm:pt>
    <dgm:pt modelId="{36E451AD-CCD4-4733-A06F-DA6C17D5A03A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3B2AD5BB-419B-4614-AE1C-2E8857B61AFD}" type="parTrans" cxnId="{E6E40A5C-600E-4014-8A4D-8FC417EC4276}">
      <dgm:prSet/>
      <dgm:spPr/>
    </dgm:pt>
    <dgm:pt modelId="{0391206D-E8E9-4486-8507-5580A04A1EE5}" type="sibTrans" cxnId="{E6E40A5C-600E-4014-8A4D-8FC417EC4276}">
      <dgm:prSet/>
      <dgm:spPr/>
    </dgm:pt>
    <dgm:pt modelId="{E6E585A2-5FE1-4DE8-9DA3-B8A6669A27CE}" type="pres">
      <dgm:prSet presAssocID="{88A07C42-5506-486F-A86E-EE4D0A62E66E}" presName="rootNode" presStyleCnt="0">
        <dgm:presLayoutVars>
          <dgm:chMax/>
          <dgm:chPref/>
          <dgm:dir/>
          <dgm:animLvl val="lvl"/>
        </dgm:presLayoutVars>
      </dgm:prSet>
      <dgm:spPr/>
    </dgm:pt>
    <dgm:pt modelId="{FE9EA657-01B6-4545-A2D2-4FF4E367FAA0}" type="pres">
      <dgm:prSet presAssocID="{F71FF53B-0E3A-4CC4-9705-D73C06BBCAC8}" presName="composite" presStyleCnt="0"/>
      <dgm:spPr/>
    </dgm:pt>
    <dgm:pt modelId="{6F64B1DB-779D-4498-8031-EFDF3E04CA03}" type="pres">
      <dgm:prSet presAssocID="{F71FF53B-0E3A-4CC4-9705-D73C06BBCAC8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7CA3377F-3F51-4128-8209-E5F5B2CB2A77}" type="pres">
      <dgm:prSet presAssocID="{F71FF53B-0E3A-4CC4-9705-D73C06BBCAC8}" presName="Image" presStyleLbl="bgImgPlace1" presStyleIdx="0" presStyleCnt="3"/>
      <dgm:spPr/>
    </dgm:pt>
    <dgm:pt modelId="{B08ACDF8-BF0A-43DF-A3EA-69F85F35E907}" type="pres">
      <dgm:prSet presAssocID="{F71FF53B-0E3A-4CC4-9705-D73C06BBCAC8}" presName="ChildText" presStyleLbl="fgAcc1" presStyleIdx="0" presStyleCnt="2">
        <dgm:presLayoutVars>
          <dgm:chMax val="0"/>
          <dgm:chPref val="0"/>
          <dgm:bulletEnabled val="1"/>
        </dgm:presLayoutVars>
      </dgm:prSet>
      <dgm:spPr/>
    </dgm:pt>
    <dgm:pt modelId="{CB513D42-0290-4FBF-802B-062D7AD12AE8}" type="pres">
      <dgm:prSet presAssocID="{BF738643-CDD3-450B-96EF-5D540A00A44D}" presName="sibTrans" presStyleCnt="0"/>
      <dgm:spPr/>
    </dgm:pt>
    <dgm:pt modelId="{69EFEB47-1C08-461C-8F5C-3BF933B85E00}" type="pres">
      <dgm:prSet presAssocID="{88FFB3AC-FDE2-4CBA-9756-F33FCF86C154}" presName="composite" presStyleCnt="0"/>
      <dgm:spPr/>
    </dgm:pt>
    <dgm:pt modelId="{82ADE685-D29F-40B7-A65A-84FC3E2EACF4}" type="pres">
      <dgm:prSet presAssocID="{88FFB3AC-FDE2-4CBA-9756-F33FCF86C154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0644DB2D-2AFD-4625-B3AE-6B047CF995E9}" type="pres">
      <dgm:prSet presAssocID="{88FFB3AC-FDE2-4CBA-9756-F33FCF86C154}" presName="Image" presStyleLbl="bgImgPlace1" presStyleIdx="1" presStyleCnt="3"/>
      <dgm:spPr/>
    </dgm:pt>
    <dgm:pt modelId="{3199ABE3-3093-439D-B1C4-14B758FE0124}" type="pres">
      <dgm:prSet presAssocID="{88FFB3AC-FDE2-4CBA-9756-F33FCF86C154}" presName="ChildText" presStyleLbl="fgAcc1" presStyleIdx="0" presStyleCnt="2">
        <dgm:presLayoutVars>
          <dgm:chMax val="0"/>
          <dgm:chPref val="0"/>
          <dgm:bulletEnabled val="1"/>
        </dgm:presLayoutVars>
      </dgm:prSet>
      <dgm:spPr/>
    </dgm:pt>
    <dgm:pt modelId="{0B317949-7D51-40D0-87C0-C2627D4FABAA}" type="pres">
      <dgm:prSet presAssocID="{8A197A6C-13C0-480B-B8F9-014CDFFC4CB4}" presName="sibTrans" presStyleCnt="0"/>
      <dgm:spPr/>
    </dgm:pt>
    <dgm:pt modelId="{83343ABF-F0B4-4ED1-9E40-1C2435BA5740}" type="pres">
      <dgm:prSet presAssocID="{E5C45BE5-8596-406B-B04A-557F81EACA09}" presName="composite" presStyleCnt="0"/>
      <dgm:spPr/>
    </dgm:pt>
    <dgm:pt modelId="{DCE1539D-46C3-4408-9AE3-F690F6338F33}" type="pres">
      <dgm:prSet presAssocID="{E5C45BE5-8596-406B-B04A-557F81EACA09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B484D8E2-3AFF-450F-86AD-4978AFE91D81}" type="pres">
      <dgm:prSet presAssocID="{E5C45BE5-8596-406B-B04A-557F81EACA09}" presName="Image" presStyleLbl="bgImgPlace1" presStyleIdx="2" presStyleCnt="3"/>
      <dgm:spPr/>
    </dgm:pt>
    <dgm:pt modelId="{9C9ED336-233C-4DC4-B81E-DB3357E8FBA2}" type="pres">
      <dgm:prSet presAssocID="{E5C45BE5-8596-406B-B04A-557F81EACA09}" presName="ChildText" presStyleLbl="fgAcc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FB7B6F1D-726E-401F-B823-3DFF62E4C3BE}" srcId="{88A07C42-5506-486F-A86E-EE4D0A62E66E}" destId="{E5C45BE5-8596-406B-B04A-557F81EACA09}" srcOrd="2" destOrd="0" parTransId="{E3D41A8C-7270-4737-BD48-CE9C17A7AB50}" sibTransId="{0C1D85F1-2912-424D-9E96-D378EAD8C73D}"/>
    <dgm:cxn modelId="{A8EB882A-1CB4-4534-968B-61037B59E3E9}" type="presOf" srcId="{9221EFED-C5C1-4CC4-91E7-C9641B3EF0D9}" destId="{B08ACDF8-BF0A-43DF-A3EA-69F85F35E907}" srcOrd="0" destOrd="0" presId="urn:microsoft.com/office/officeart/2008/layout/TitledPictureBlocks"/>
    <dgm:cxn modelId="{38506132-9055-44C8-A0FB-E763C187C0FC}" type="presOf" srcId="{E5C45BE5-8596-406B-B04A-557F81EACA09}" destId="{DCE1539D-46C3-4408-9AE3-F690F6338F33}" srcOrd="0" destOrd="0" presId="urn:microsoft.com/office/officeart/2008/layout/TitledPictureBlocks"/>
    <dgm:cxn modelId="{2C9C3F35-F3E6-4B5D-A4DB-7B9B1AF25772}" type="presOf" srcId="{36E451AD-CCD4-4733-A06F-DA6C17D5A03A}" destId="{9C9ED336-233C-4DC4-B81E-DB3357E8FBA2}" srcOrd="0" destOrd="0" presId="urn:microsoft.com/office/officeart/2008/layout/TitledPictureBlocks"/>
    <dgm:cxn modelId="{E6E40A5C-600E-4014-8A4D-8FC417EC4276}" srcId="{E5C45BE5-8596-406B-B04A-557F81EACA09}" destId="{36E451AD-CCD4-4733-A06F-DA6C17D5A03A}" srcOrd="0" destOrd="0" parTransId="{3B2AD5BB-419B-4614-AE1C-2E8857B61AFD}" sibTransId="{0391206D-E8E9-4486-8507-5580A04A1EE5}"/>
    <dgm:cxn modelId="{89ED3344-C57F-4330-AC98-EFFBD40AC9D6}" srcId="{88A07C42-5506-486F-A86E-EE4D0A62E66E}" destId="{F71FF53B-0E3A-4CC4-9705-D73C06BBCAC8}" srcOrd="0" destOrd="0" parTransId="{B070547E-AD48-4672-B7F8-89AC2EB98F2E}" sibTransId="{BF738643-CDD3-450B-96EF-5D540A00A44D}"/>
    <dgm:cxn modelId="{9D012574-7ED5-4CE4-90AD-D5C56ABF0E64}" type="presOf" srcId="{88FFB3AC-FDE2-4CBA-9756-F33FCF86C154}" destId="{82ADE685-D29F-40B7-A65A-84FC3E2EACF4}" srcOrd="0" destOrd="0" presId="urn:microsoft.com/office/officeart/2008/layout/TitledPictureBlocks"/>
    <dgm:cxn modelId="{CAEFA477-8E17-412D-8B8D-5FF985F3AFD1}" type="presOf" srcId="{F71FF53B-0E3A-4CC4-9705-D73C06BBCAC8}" destId="{6F64B1DB-779D-4498-8031-EFDF3E04CA03}" srcOrd="0" destOrd="0" presId="urn:microsoft.com/office/officeart/2008/layout/TitledPictureBlocks"/>
    <dgm:cxn modelId="{348A618A-C8B9-4A2F-A5A6-35A0BBAC3879}" srcId="{F71FF53B-0E3A-4CC4-9705-D73C06BBCAC8}" destId="{9221EFED-C5C1-4CC4-91E7-C9641B3EF0D9}" srcOrd="0" destOrd="0" parTransId="{D94E76C2-E187-457A-85C9-87BEE3C374E0}" sibTransId="{DE75EDD2-BB3E-4F3B-AB73-36EF93F3D1CE}"/>
    <dgm:cxn modelId="{02B374E2-D065-4E2A-870F-32349D15B7FD}" type="presOf" srcId="{88A07C42-5506-486F-A86E-EE4D0A62E66E}" destId="{E6E585A2-5FE1-4DE8-9DA3-B8A6669A27CE}" srcOrd="0" destOrd="0" presId="urn:microsoft.com/office/officeart/2008/layout/TitledPictureBlocks"/>
    <dgm:cxn modelId="{2057ABE7-AA2E-47E7-BF03-AFAD1A957C46}" srcId="{88A07C42-5506-486F-A86E-EE4D0A62E66E}" destId="{88FFB3AC-FDE2-4CBA-9756-F33FCF86C154}" srcOrd="1" destOrd="0" parTransId="{8B98E6BA-7EC7-4608-805D-E0443B1A1F56}" sibTransId="{8A197A6C-13C0-480B-B8F9-014CDFFC4CB4}"/>
    <dgm:cxn modelId="{42F0654F-6E0B-4A85-9315-CCEB0B4097BB}" type="presParOf" srcId="{E6E585A2-5FE1-4DE8-9DA3-B8A6669A27CE}" destId="{FE9EA657-01B6-4545-A2D2-4FF4E367FAA0}" srcOrd="0" destOrd="0" presId="urn:microsoft.com/office/officeart/2008/layout/TitledPictureBlocks"/>
    <dgm:cxn modelId="{3AF7DCCD-12E4-456C-9772-2DCCF7BBF88D}" type="presParOf" srcId="{FE9EA657-01B6-4545-A2D2-4FF4E367FAA0}" destId="{6F64B1DB-779D-4498-8031-EFDF3E04CA03}" srcOrd="0" destOrd="0" presId="urn:microsoft.com/office/officeart/2008/layout/TitledPictureBlocks"/>
    <dgm:cxn modelId="{8C5CA381-DDA3-496A-BDA4-8D0FE480EB70}" type="presParOf" srcId="{FE9EA657-01B6-4545-A2D2-4FF4E367FAA0}" destId="{7CA3377F-3F51-4128-8209-E5F5B2CB2A77}" srcOrd="1" destOrd="0" presId="urn:microsoft.com/office/officeart/2008/layout/TitledPictureBlocks"/>
    <dgm:cxn modelId="{A77F5749-F0C0-48C4-86B6-A8C2772379E0}" type="presParOf" srcId="{FE9EA657-01B6-4545-A2D2-4FF4E367FAA0}" destId="{B08ACDF8-BF0A-43DF-A3EA-69F85F35E907}" srcOrd="2" destOrd="0" presId="urn:microsoft.com/office/officeart/2008/layout/TitledPictureBlocks"/>
    <dgm:cxn modelId="{61E706F8-E6CF-451A-93F6-79C5BE9AC947}" type="presParOf" srcId="{E6E585A2-5FE1-4DE8-9DA3-B8A6669A27CE}" destId="{CB513D42-0290-4FBF-802B-062D7AD12AE8}" srcOrd="1" destOrd="0" presId="urn:microsoft.com/office/officeart/2008/layout/TitledPictureBlocks"/>
    <dgm:cxn modelId="{05AA0790-E8D1-4C1B-8F6F-E5F8ADACF7C5}" type="presParOf" srcId="{E6E585A2-5FE1-4DE8-9DA3-B8A6669A27CE}" destId="{69EFEB47-1C08-461C-8F5C-3BF933B85E00}" srcOrd="2" destOrd="0" presId="urn:microsoft.com/office/officeart/2008/layout/TitledPictureBlocks"/>
    <dgm:cxn modelId="{635F204E-9988-4218-80DA-58ACE7AF09C4}" type="presParOf" srcId="{69EFEB47-1C08-461C-8F5C-3BF933B85E00}" destId="{82ADE685-D29F-40B7-A65A-84FC3E2EACF4}" srcOrd="0" destOrd="0" presId="urn:microsoft.com/office/officeart/2008/layout/TitledPictureBlocks"/>
    <dgm:cxn modelId="{30B8BA3F-61F2-4D47-B527-51769CF6DBCC}" type="presParOf" srcId="{69EFEB47-1C08-461C-8F5C-3BF933B85E00}" destId="{0644DB2D-2AFD-4625-B3AE-6B047CF995E9}" srcOrd="1" destOrd="0" presId="urn:microsoft.com/office/officeart/2008/layout/TitledPictureBlocks"/>
    <dgm:cxn modelId="{6F61BE61-D420-4573-A52E-4A7574F776FE}" type="presParOf" srcId="{69EFEB47-1C08-461C-8F5C-3BF933B85E00}" destId="{3199ABE3-3093-439D-B1C4-14B758FE0124}" srcOrd="2" destOrd="0" presId="urn:microsoft.com/office/officeart/2008/layout/TitledPictureBlocks"/>
    <dgm:cxn modelId="{36FEA855-A3BB-4916-955A-C36B78FF4C9C}" type="presParOf" srcId="{E6E585A2-5FE1-4DE8-9DA3-B8A6669A27CE}" destId="{0B317949-7D51-40D0-87C0-C2627D4FABAA}" srcOrd="3" destOrd="0" presId="urn:microsoft.com/office/officeart/2008/layout/TitledPictureBlocks"/>
    <dgm:cxn modelId="{F1C11565-62EF-41CE-B899-75EB5526EF98}" type="presParOf" srcId="{E6E585A2-5FE1-4DE8-9DA3-B8A6669A27CE}" destId="{83343ABF-F0B4-4ED1-9E40-1C2435BA5740}" srcOrd="4" destOrd="0" presId="urn:microsoft.com/office/officeart/2008/layout/TitledPictureBlocks"/>
    <dgm:cxn modelId="{3577EAB8-1633-4FAB-B221-0F061994BE42}" type="presParOf" srcId="{83343ABF-F0B4-4ED1-9E40-1C2435BA5740}" destId="{DCE1539D-46C3-4408-9AE3-F690F6338F33}" srcOrd="0" destOrd="0" presId="urn:microsoft.com/office/officeart/2008/layout/TitledPictureBlocks"/>
    <dgm:cxn modelId="{6C33B874-D65F-4818-BB15-23949A901D72}" type="presParOf" srcId="{83343ABF-F0B4-4ED1-9E40-1C2435BA5740}" destId="{B484D8E2-3AFF-450F-86AD-4978AFE91D81}" srcOrd="1" destOrd="0" presId="urn:microsoft.com/office/officeart/2008/layout/TitledPictureBlocks"/>
    <dgm:cxn modelId="{71D5C5BD-4F79-4F97-9DDF-67B2FB41917B}" type="presParOf" srcId="{83343ABF-F0B4-4ED1-9E40-1C2435BA5740}" destId="{9C9ED336-233C-4DC4-B81E-DB3357E8FBA2}" srcOrd="2" destOrd="0" presId="urn:microsoft.com/office/officeart/2008/layout/Titled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3377F-3F51-4128-8209-E5F5B2CB2A77}">
      <dsp:nvSpPr>
        <dsp:cNvPr id="0" name=""/>
        <dsp:cNvSpPr/>
      </dsp:nvSpPr>
      <dsp:spPr>
        <a:xfrm>
          <a:off x="815676" y="412864"/>
          <a:ext cx="2326403" cy="1971147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8ACDF8-BF0A-43DF-A3EA-69F85F35E907}">
      <dsp:nvSpPr>
        <dsp:cNvPr id="0" name=""/>
        <dsp:cNvSpPr/>
      </dsp:nvSpPr>
      <dsp:spPr>
        <a:xfrm>
          <a:off x="2832287" y="688703"/>
          <a:ext cx="1103146" cy="11481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Node Two has a longer label</a:t>
          </a:r>
        </a:p>
      </dsp:txBody>
      <dsp:txXfrm>
        <a:off x="2864597" y="721013"/>
        <a:ext cx="1038526" cy="1083537"/>
      </dsp:txXfrm>
    </dsp:sp>
    <dsp:sp modelId="{6F64B1DB-779D-4498-8031-EFDF3E04CA03}">
      <dsp:nvSpPr>
        <dsp:cNvPr id="0" name=""/>
        <dsp:cNvSpPr/>
      </dsp:nvSpPr>
      <dsp:spPr>
        <a:xfrm>
          <a:off x="815676" y="37009"/>
          <a:ext cx="2326403" cy="3394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Node One</a:t>
          </a:r>
        </a:p>
      </dsp:txBody>
      <dsp:txXfrm>
        <a:off x="815676" y="37009"/>
        <a:ext cx="2326403" cy="339423"/>
      </dsp:txXfrm>
    </dsp:sp>
    <dsp:sp modelId="{0644DB2D-2AFD-4625-B3AE-6B047CF995E9}">
      <dsp:nvSpPr>
        <dsp:cNvPr id="0" name=""/>
        <dsp:cNvSpPr/>
      </dsp:nvSpPr>
      <dsp:spPr>
        <a:xfrm>
          <a:off x="4319565" y="412864"/>
          <a:ext cx="2326403" cy="1971147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ADE685-D29F-40B7-A65A-84FC3E2EACF4}">
      <dsp:nvSpPr>
        <dsp:cNvPr id="0" name=""/>
        <dsp:cNvSpPr/>
      </dsp:nvSpPr>
      <dsp:spPr>
        <a:xfrm>
          <a:off x="4319565" y="37009"/>
          <a:ext cx="2326403" cy="3394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Node Three</a:t>
          </a:r>
        </a:p>
      </dsp:txBody>
      <dsp:txXfrm>
        <a:off x="4319565" y="37009"/>
        <a:ext cx="2326403" cy="339423"/>
      </dsp:txXfrm>
    </dsp:sp>
    <dsp:sp modelId="{B484D8E2-3AFF-450F-86AD-4978AFE91D81}">
      <dsp:nvSpPr>
        <dsp:cNvPr id="0" name=""/>
        <dsp:cNvSpPr/>
      </dsp:nvSpPr>
      <dsp:spPr>
        <a:xfrm>
          <a:off x="2567621" y="3071843"/>
          <a:ext cx="2326403" cy="1971147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ED336-233C-4DC4-B81E-DB3357E8FBA2}">
      <dsp:nvSpPr>
        <dsp:cNvPr id="0" name=""/>
        <dsp:cNvSpPr/>
      </dsp:nvSpPr>
      <dsp:spPr>
        <a:xfrm>
          <a:off x="4584232" y="3347681"/>
          <a:ext cx="1103146" cy="11481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Node Five</a:t>
          </a:r>
        </a:p>
      </dsp:txBody>
      <dsp:txXfrm>
        <a:off x="4616542" y="3379991"/>
        <a:ext cx="1038526" cy="1083537"/>
      </dsp:txXfrm>
    </dsp:sp>
    <dsp:sp modelId="{DCE1539D-46C3-4408-9AE3-F690F6338F33}">
      <dsp:nvSpPr>
        <dsp:cNvPr id="0" name=""/>
        <dsp:cNvSpPr/>
      </dsp:nvSpPr>
      <dsp:spPr>
        <a:xfrm>
          <a:off x="2567621" y="2695987"/>
          <a:ext cx="2326403" cy="3394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Node Four</a:t>
          </a:r>
        </a:p>
      </dsp:txBody>
      <dsp:txXfrm>
        <a:off x="2567621" y="2695987"/>
        <a:ext cx="2326403" cy="3394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TitledPictureBlocks">
  <dgm:title val=""/>
  <dgm:desc val=""/>
  <dgm:catLst>
    <dgm:cat type="picture" pri="10000"/>
    <dgm:cat type="pictureconvert" pri="10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off" val="ctr"/>
          <dgm:param type="grDir" val="tL"/>
        </dgm:alg>
      </dgm:if>
      <dgm:else name="Name2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op="equ"/>
      <dgm:constr type="primFontSz" for="des" forName="ChildText" op="equ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787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ParentText" refType="w" fact="0"/>
              <dgm:constr type="t" for="ch" forName="ParentText" refType="h" fact="0"/>
              <dgm:constr type="w" for="ch" forName="ParentText" refType="w" fact="0.7457"/>
              <dgm:constr type="h" for="ch" forName="ParentText" refType="h" fact="0.15"/>
              <dgm:constr type="l" for="ch" forName="Image" refType="w" fact="0"/>
              <dgm:constr type="t" for="ch" forName="Image" refType="h" fact="0.1661"/>
              <dgm:constr type="w" for="ch" forName="Image" refType="w" fact="0.7457"/>
              <dgm:constr type="h" for="ch" forName="Image" refType="h" fact="0.8711"/>
              <dgm:constr type="l" for="ch" forName="ChildText" refType="w" fact="0.6464"/>
              <dgm:constr type="t" for="ch" forName="ChildText" refType="h" fact="0.288"/>
              <dgm:constr type="w" for="ch" forName="ChildText" refType="w" fact="0.3536"/>
              <dgm:constr type="h" for="ch" forName="ChildText" refType="h" fact="0.5074"/>
            </dgm:constrLst>
          </dgm:if>
          <dgm:else name="Name5">
            <dgm:constrLst>
              <dgm:constr type="l" for="ch" forName="ParentText" refType="w" fact="0.26"/>
              <dgm:constr type="t" for="ch" forName="ParentText" refType="h" fact="0"/>
              <dgm:constr type="w" for="ch" forName="ParentText" refType="w" fact="0.7457"/>
              <dgm:constr type="h" for="ch" forName="ParentText" refType="h" fact="0.15"/>
              <dgm:constr type="l" for="ch" forName="Image" refType="w" fact="0.26"/>
              <dgm:constr type="t" for="ch" forName="Image" refType="h" fact="0.1661"/>
              <dgm:constr type="w" for="ch" forName="Image" refType="w" fact="0.7446"/>
              <dgm:constr type="h" for="ch" forName="Image" refType="h" fact="0.8711"/>
              <dgm:constr type="l" for="ch" forName="ChildText" refType="w" fact="0"/>
              <dgm:constr type="t" for="ch" forName="ChildText" refType="h" fact="0.288"/>
              <dgm:constr type="w" for="ch" forName="ChildText" refType="w" fact="0.3536"/>
              <dgm:constr type="h" for="ch" forName="ChildText" refType="h" fact="0.5074"/>
            </dgm:constrLst>
          </dgm:else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Text" styleLbl="fgAcc1">
          <dgm:varLst>
            <dgm:chMax val="0"/>
            <dgm:chPref val="0"/>
            <dgm:bulletEnabled val="1"/>
          </dgm:varLst>
          <dgm:choose name="Name6">
            <dgm:if name="Name7" axis="des" ptType="node" func="cnt" op="equ" val="1">
              <dgm:alg type="tx">
                <dgm:param type="stBulletLvl" val="2"/>
                <dgm:param type="txAnchorVertCh" val="mid"/>
                <dgm:param type="parTxLTRAlign" val="l"/>
              </dgm:alg>
            </dgm:if>
            <dgm:else name="Name8">
              <dgm:alg type="tx">
                <dgm:param type="stBulletLvl" val="1"/>
                <dgm:param type="txAnchorVertCh" val="mid"/>
              </dgm:alg>
            </dgm:else>
          </dgm:choose>
          <dgm:choose name="Name9">
            <dgm:if name="Name10" axis="ch" ptType="node" func="cnt" op="gte" val="1"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</dgm:if>
            <dgm:else name="Name11"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0F6A-6AD0-C599-0320-C34586008A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1C30D-C657-DDDB-C901-4FDE89981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2EC66-B4BA-45DB-57BA-79D79DDF6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54E8-A369-4BAB-958B-8AFF0CEE46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8CD3-7FF8-F896-1B97-B5E0A42A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E4323-CDD1-7420-6FB6-37EAD6CFA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7505-A8C6-4649-8890-76AF13CDC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22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A896F-216E-F109-C7C0-82B92B994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DA250-8FED-331A-4F29-55424A953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953A4-1BEC-7613-7C20-9EBD544BF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54E8-A369-4BAB-958B-8AFF0CEE46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6E57C-746C-F29F-85B7-0F31C191C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20D3D-D683-798D-D5DD-24B2E3758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7505-A8C6-4649-8890-76AF13CDC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99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8778-EFBC-DAD6-DABA-ABD456402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590FA-9F09-677A-EE78-FDBC9C05E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4B227-C96C-B947-36C4-B1AD2D4A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54E8-A369-4BAB-958B-8AFF0CEE46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F8298-6A2D-C151-0D51-C4A21E8B9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CCFF3-91CF-E4D8-D561-3F08AE31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7505-A8C6-4649-8890-76AF13CDC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8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34FA-C898-A220-1BF5-1F9202E9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434A6-056C-7D54-739E-72F80D7C2A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B8905-6F5E-C3A0-52DD-92436F916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7F2A1-4148-BB86-811F-C2E2F4A49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54E8-A369-4BAB-958B-8AFF0CEE46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D43B0-6CF4-99FF-689E-4846E018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8C808-C2CF-81E0-E41B-6116B608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7505-A8C6-4649-8890-76AF13CDC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1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55DD3-A490-D71C-3F7A-958B61F2A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5FC4A-4664-40BE-5DEE-8B50F8331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DCFA7-E741-73EE-91EF-68CCAAEDD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570F8A-F431-BAF0-4967-0B568D780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B0A120-4A42-A2AB-7CAE-25A9FD37AC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9CFB89-1A93-DD4E-F3B2-E486997FC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54E8-A369-4BAB-958B-8AFF0CEE46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7835A9-C79D-A243-A091-425A91E28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7103B-88F6-AE6F-D025-442A2E8FB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7505-A8C6-4649-8890-76AF13CDC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59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74C62-AF9F-24FE-045C-9099B1069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04ED0-EB0E-A2CA-C2C9-2A4FA9F24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54E8-A369-4BAB-958B-8AFF0CEE46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91ABB-CE6F-61AB-E220-B3008959B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D7FA68-F0AD-88CB-94FC-4A7169A93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7505-A8C6-4649-8890-76AF13CDC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79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BFBA2F-08D7-0F25-E902-86BBA9140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54E8-A369-4BAB-958B-8AFF0CEE46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408256-18DD-2E42-E2A3-3D687F7C2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5AB12-3869-25AC-2953-A9ACE9FB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7505-A8C6-4649-8890-76AF13CDC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42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06A8B-55C0-80A7-677D-A808C83B6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0C9F1-02DC-1A6F-245A-CCFF15DD9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26A62-E4AC-2542-D264-3AE5A72A8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B26AF-4F09-6E09-1879-328ADA7A3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54E8-A369-4BAB-958B-8AFF0CEE46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D1D75-9C24-5ADF-4A20-AC4BCFD83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FCE7F-107E-6A8B-6578-1604A8D0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7505-A8C6-4649-8890-76AF13CDC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20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654DD-4F19-FD28-B0A4-8FFFE0D05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82F115-6404-DCF0-C153-84FEF080D9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8C241-AE77-6693-BFA7-4EFD74A40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B70C3-459B-2E4B-CA5E-800089EAE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54E8-A369-4BAB-958B-8AFF0CEE46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75E73-C920-1E2F-280D-AFDAEB798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F99B0-F901-1835-834A-2EAC61EA3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7505-A8C6-4649-8890-76AF13CDC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820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9F47A-8EB6-BC23-494A-C0A7834C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9D979-ABE9-1123-B30D-FB143B335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87983-6F4E-B8B6-4D29-079AD457D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54E8-A369-4BAB-958B-8AFF0CEE46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DFE6C-3FEC-8E81-A9C8-8EDF3E3D8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3C8E1-BB7F-3986-5A6C-D6200411C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7505-A8C6-4649-8890-76AF13CDC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60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CF1802-791C-2337-2676-C7D2E952B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5B8F70-B21F-D8DC-435E-F8648D9B9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7A380-2E46-A1F2-E390-797F27206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54E8-A369-4BAB-958B-8AFF0CEE46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CF912-3137-BF43-9F33-4A7375209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7B4EA-DDD4-E3A9-DA9A-8AE79DE48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7505-A8C6-4649-8890-76AF13CDC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7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493841-1619-DA9C-9B62-2E766E829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98A9B-E93E-1681-131E-9D702F642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3914B-1FDC-FA73-4791-EE11A5B498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F54E8-A369-4BAB-958B-8AFF0CEE466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CCB09-0AFF-2C3D-7544-CA7D79418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FB363-A90E-146D-BB4E-631A91506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437505-A8C6-4649-8890-76AF13CDC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81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D4F07B5-578F-7A3C-03F1-3CD8D32863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877279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8458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2026-09-06T08:15:01Z</dcterms:created>
  <dcterms:modified xsi:type="dcterms:W3CDTF">2026-09-06T08:15:01Z</dcterms:modified>
</cp:coreProperties>
</file>