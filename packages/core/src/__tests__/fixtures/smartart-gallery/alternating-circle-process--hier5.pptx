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5EFDBD-503C-4F09-BC4F-6574D75ED61A}" type="doc">
      <dgm:prSet loTypeId="urn:microsoft.com/office/officeart/2024/layout/AlternatingCircleProcess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3AC3B1-1331-4BB3-9B99-02530418BEA3}">
      <dgm:prSet phldrT="Titl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6B3DBA99-84EC-45A4-9015-E0E3E315DA9F}" type="parTrans" cxnId="{C651654C-843A-4C0F-8A30-19B003D49B69}">
      <dgm:prSet/>
      <dgm:spPr/>
    </dgm:pt>
    <dgm:pt modelId="{A21006BD-6AD8-424E-BF73-E72E96F98415}" type="sibTrans" cxnId="{C651654C-843A-4C0F-8A30-19B003D49B69}">
      <dgm:prSet phldrT="1" phldr="0"/>
      <dgm:spPr/>
      <dgm:t>
        <a:bodyPr/>
        <a:lstStyle/>
        <a:p>
          <a:pPr>
            <a:defRPr b="1"/>
          </a:pPr>
          <a:r>
            <a:rPr lang="en-US"/>
            <a:t>1</a:t>
          </a:r>
        </a:p>
      </dgm:t>
    </dgm:pt>
    <dgm:pt modelId="{97E5074B-4D77-4723-8603-EDC8D86D28BF}">
      <dgm:prSet phldrT="Description" phldr="1"/>
      <dgm:spPr/>
      <dgm:t>
        <a:bodyPr/>
        <a:lstStyle/>
        <a:p>
          <a:endParaRPr lang="en-US"/>
        </a:p>
      </dgm:t>
    </dgm:pt>
    <dgm:pt modelId="{EF985944-5C5E-43A5-8DBA-0BB1BEBC89E0}" type="parTrans" cxnId="{1BE029AB-7331-4727-B922-8FED40BBC273}">
      <dgm:prSet/>
      <dgm:spPr/>
    </dgm:pt>
    <dgm:pt modelId="{B8500B3A-5311-4399-B153-98B606E7AB8E}" type="sibTrans" cxnId="{1BE029AB-7331-4727-B922-8FED40BBC273}">
      <dgm:prSet/>
      <dgm:spPr/>
    </dgm:pt>
    <dgm:pt modelId="{61A23D3A-0789-410E-9149-2590130E8AB4}">
      <dgm:prSet phldrT="Titl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6CD73A12-0DE7-476D-A906-53389D50BABE}" type="parTrans" cxnId="{7A3C9333-4BB6-4A24-9A67-79C8EAEF8B53}">
      <dgm:prSet/>
      <dgm:spPr/>
    </dgm:pt>
    <dgm:pt modelId="{58058EC1-F4DE-4F84-AD18-B6110D156104}" type="sibTrans" cxnId="{7A3C9333-4BB6-4A24-9A67-79C8EAEF8B53}">
      <dgm:prSet phldrT="2" phldr="0"/>
      <dgm:spPr/>
      <dgm:t>
        <a:bodyPr/>
        <a:lstStyle/>
        <a:p>
          <a:pPr>
            <a:defRPr b="1"/>
          </a:pPr>
          <a:r>
            <a:rPr lang="en-US"/>
            <a:t>2</a:t>
          </a:r>
        </a:p>
      </dgm:t>
    </dgm:pt>
    <dgm:pt modelId="{1919DF60-60F5-43DE-B212-38D738EBD75B}">
      <dgm:prSet phldrT="Description" phldr="1"/>
      <dgm:spPr/>
      <dgm:t>
        <a:bodyPr/>
        <a:lstStyle/>
        <a:p>
          <a:endParaRPr lang="en-US"/>
        </a:p>
      </dgm:t>
    </dgm:pt>
    <dgm:pt modelId="{C846947F-9C01-4C16-B68E-4E35E84B2852}" type="parTrans" cxnId="{F525B2EC-E777-4E7E-B23A-AAAFB902C195}">
      <dgm:prSet/>
      <dgm:spPr/>
    </dgm:pt>
    <dgm:pt modelId="{F9462584-5D57-40E7-9250-A89177A927A7}" type="sibTrans" cxnId="{F525B2EC-E777-4E7E-B23A-AAAFB902C195}">
      <dgm:prSet/>
      <dgm:spPr/>
    </dgm:pt>
    <dgm:pt modelId="{9A9F2CF3-A887-4BA2-B467-C06F871D8445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8E8E5D4D-FCD0-44A8-A557-2DA598CB39D0}" type="parTrans" cxnId="{4CA25277-592D-43E6-9127-0AA93DA7C502}">
      <dgm:prSet/>
      <dgm:spPr/>
    </dgm:pt>
    <dgm:pt modelId="{220AA459-A1BF-4DE8-8382-754DA50D14AF}" type="sibTrans" cxnId="{4CA25277-592D-43E6-9127-0AA93DA7C502}">
      <dgm:prSet phldrT="3" phldr="0"/>
      <dgm:spPr/>
    </dgm:pt>
    <dgm:pt modelId="{454BE506-EFB6-4AD6-AFAD-ABC5EAD55B06}">
      <dgm:prSet phldrT="Description" phldr="1"/>
      <dgm:spPr/>
      <dgm:t>
        <a:bodyPr/>
        <a:lstStyle/>
        <a:p>
          <a:endParaRPr lang="en-US"/>
        </a:p>
      </dgm:t>
    </dgm:pt>
    <dgm:pt modelId="{1BCBC9E5-8AA5-4CCA-8A65-7BA2A1926C92}" type="parTrans" cxnId="{82C0A2E0-5820-43CD-94EF-98BA5F9D5468}">
      <dgm:prSet/>
      <dgm:spPr/>
    </dgm:pt>
    <dgm:pt modelId="{593FB220-B74D-47EA-A376-C1767326A6C8}" type="sibTrans" cxnId="{82C0A2E0-5820-43CD-94EF-98BA5F9D5468}">
      <dgm:prSet/>
      <dgm:spPr/>
    </dgm:pt>
    <dgm:pt modelId="{C70C6EB3-FB00-4313-98B5-463A81A0513A}">
      <dgm:prSet phldrT="Titl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3924C4A7-0858-4F08-86A3-A46EBECBCD1C}" type="parTrans" cxnId="{529F598F-C5FF-4389-A37D-2C4FF3E35D42}">
      <dgm:prSet/>
      <dgm:spPr/>
    </dgm:pt>
    <dgm:pt modelId="{7F6DCE20-2242-470C-B3C7-74FEACBCCDD5}" type="sibTrans" cxnId="{529F598F-C5FF-4389-A37D-2C4FF3E35D42}">
      <dgm:prSet phldrT="3" phldr="0"/>
      <dgm:spPr/>
      <dgm:t>
        <a:bodyPr/>
        <a:lstStyle/>
        <a:p>
          <a:pPr>
            <a:defRPr b="1"/>
          </a:pPr>
          <a:r>
            <a:rPr lang="en-US"/>
            <a:t>3</a:t>
          </a:r>
        </a:p>
      </dgm:t>
    </dgm:pt>
    <dgm:pt modelId="{E6633677-B25E-4672-AD7F-3F424D1FA2B1}">
      <dgm:prSet phldrT="Description" phldr="1"/>
      <dgm:spPr/>
      <dgm:t>
        <a:bodyPr/>
        <a:lstStyle/>
        <a:p>
          <a:endParaRPr lang="en-US"/>
        </a:p>
      </dgm:t>
    </dgm:pt>
    <dgm:pt modelId="{099C9394-38A0-4024-921A-8DB898D64FFB}" type="parTrans" cxnId="{93DC96CD-5686-42F0-8DAD-CB6BA48FF446}">
      <dgm:prSet/>
      <dgm:spPr/>
    </dgm:pt>
    <dgm:pt modelId="{0CE50548-FD49-4B4A-9A6F-0A9B037347BD}" type="sibTrans" cxnId="{93DC96CD-5686-42F0-8DAD-CB6BA48FF446}">
      <dgm:prSet/>
      <dgm:spPr/>
    </dgm:pt>
    <dgm:pt modelId="{5E1BADF8-58E4-4693-9B02-6DC0411F8DD2}">
      <dgm:prSet phldrT="Titl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AA29DD45-756C-4982-81A6-4460EA2C1416}" type="parTrans" cxnId="{99208711-A78A-47FD-9108-D19D2EBB1944}">
      <dgm:prSet/>
      <dgm:spPr/>
    </dgm:pt>
    <dgm:pt modelId="{3414E2D6-A244-4B83-AAFB-18F0FF861BEF}" type="sibTrans" cxnId="{99208711-A78A-47FD-9108-D19D2EBB1944}">
      <dgm:prSet phldrT="4" phldr="0"/>
      <dgm:spPr/>
      <dgm:t>
        <a:bodyPr/>
        <a:lstStyle/>
        <a:p>
          <a:pPr>
            <a:defRPr b="1"/>
          </a:pPr>
          <a:r>
            <a:rPr lang="en-US"/>
            <a:t>4</a:t>
          </a:r>
        </a:p>
      </dgm:t>
    </dgm:pt>
    <dgm:pt modelId="{257D1FB1-7116-4ECA-B7C9-8B7587A57936}">
      <dgm:prSet phldrT="Description" phldr="1"/>
      <dgm:spPr/>
      <dgm:t>
        <a:bodyPr/>
        <a:lstStyle/>
        <a:p>
          <a:endParaRPr lang="en-US"/>
        </a:p>
      </dgm:t>
    </dgm:pt>
    <dgm:pt modelId="{BA0A3A27-900A-4423-94BA-6D8A56493CFE}" type="parTrans" cxnId="{3F9367DB-B39F-4B18-8A9C-3950CCEF0FF4}">
      <dgm:prSet/>
      <dgm:spPr/>
    </dgm:pt>
    <dgm:pt modelId="{0277AC65-775E-4DB7-A7F0-7831398605F9}" type="sibTrans" cxnId="{3F9367DB-B39F-4B18-8A9C-3950CCEF0FF4}">
      <dgm:prSet/>
      <dgm:spPr/>
    </dgm:pt>
    <dgm:pt modelId="{C09BC46D-D931-4F63-9762-CDCECFACFEE6}" type="pres">
      <dgm:prSet presAssocID="{8A5EFDBD-503C-4F09-BC4F-6574D75ED61A}" presName="Name0" presStyleCnt="0">
        <dgm:presLayoutVars>
          <dgm:dir/>
          <dgm:resizeHandles val="exact"/>
        </dgm:presLayoutVars>
      </dgm:prSet>
      <dgm:spPr/>
    </dgm:pt>
    <dgm:pt modelId="{CDD4C8E1-B925-4DE5-9CA8-9B70876F9CA4}" type="pres">
      <dgm:prSet presAssocID="{E83AC3B1-1331-4BB3-9B99-02530418BEA3}" presName="mediumItem" presStyleCnt="0"/>
      <dgm:spPr/>
    </dgm:pt>
    <dgm:pt modelId="{50DED424-105F-4905-B5E2-8F43977C80F1}" type="pres">
      <dgm:prSet presAssocID="{E83AC3B1-1331-4BB3-9B99-02530418BEA3}" presName="mediumAnchor" presStyleCnt="0"/>
      <dgm:spPr/>
    </dgm:pt>
    <dgm:pt modelId="{32D68E8F-66E9-446F-9588-ABB81F9092CF}" type="pres">
      <dgm:prSet presAssocID="{A21006BD-6AD8-424E-BF73-E72E96F98415}" presName="mediumCircle" presStyleLbl="trAlignAcc1" presStyleIdx="0" presStyleCnt="2">
        <dgm:presLayoutVars>
          <dgm:chMax val="0"/>
          <dgm:bulletEnabled/>
        </dgm:presLayoutVars>
      </dgm:prSet>
      <dgm:spPr/>
    </dgm:pt>
    <dgm:pt modelId="{341003D2-F711-4AFD-BE74-FF8F8B101979}" type="pres">
      <dgm:prSet presAssocID="{E83AC3B1-1331-4BB3-9B99-02530418BEA3}" presName="mediumConnDot" presStyleLbl="alignNode1" presStyleIdx="0" presStyleCnt="8"/>
      <dgm:spPr/>
    </dgm:pt>
    <dgm:pt modelId="{206D5040-ACDA-4489-B32E-5C48BD4EC572}" type="pres">
      <dgm:prSet presAssocID="{E83AC3B1-1331-4BB3-9B99-02530418BEA3}" presName="mediumConnLine" presStyleLbl="alignNode1" presStyleIdx="1" presStyleCnt="8"/>
      <dgm:spPr/>
    </dgm:pt>
    <dgm:pt modelId="{E376F653-1B3A-47E4-B430-CA438C236FC9}" type="pres">
      <dgm:prSet presAssocID="{E83AC3B1-1331-4BB3-9B99-02530418BEA3}" presName="mediumTitle" presStyleLbl="revTx" presStyleIdx="0" presStyleCnt="0"/>
      <dgm:spPr/>
    </dgm:pt>
    <dgm:pt modelId="{EE530D64-75D4-4ED5-85FA-F3F330967740}" type="pres">
      <dgm:prSet presAssocID="{E83AC3B1-1331-4BB3-9B99-02530418BEA3}" presName="mediumDesc" presStyleLbl="revTx" presStyleIdx="0" presStyleCnt="0"/>
      <dgm:spPr/>
    </dgm:pt>
    <dgm:pt modelId="{69E57AA9-A7E8-4C85-99F3-5650465BA50D}" type="pres">
      <dgm:prSet presAssocID="{A21006BD-6AD8-424E-BF73-E72E96F98415}" presName="space" presStyleCnt="0"/>
      <dgm:spPr/>
    </dgm:pt>
    <dgm:pt modelId="{064DF07E-3BD6-4A77-A853-668906E86DEA}" type="pres">
      <dgm:prSet presAssocID="{61A23D3A-0789-410E-9149-2590130E8AB4}" presName="bigItem" presStyleCnt="0"/>
      <dgm:spPr/>
    </dgm:pt>
    <dgm:pt modelId="{17FE0A33-3089-42D1-BE30-1D23612073B8}" type="pres">
      <dgm:prSet presAssocID="{61A23D3A-0789-410E-9149-2590130E8AB4}" presName="bigAnchor" presStyleCnt="0"/>
      <dgm:spPr/>
    </dgm:pt>
    <dgm:pt modelId="{B6A6E1D6-959C-4971-9043-41C8698306F4}" type="pres">
      <dgm:prSet presAssocID="{58058EC1-F4DE-4F84-AD18-B6110D156104}" presName="bigCircle" presStyleLbl="node1" presStyleIdx="0" presStyleCnt="2">
        <dgm:presLayoutVars>
          <dgm:chMax val="0"/>
          <dgm:bulletEnabled/>
        </dgm:presLayoutVars>
      </dgm:prSet>
      <dgm:spPr/>
    </dgm:pt>
    <dgm:pt modelId="{79B310AE-229F-4CDA-B7AD-B7D164541019}" type="pres">
      <dgm:prSet presAssocID="{61A23D3A-0789-410E-9149-2590130E8AB4}" presName="bigConnDot" presStyleLbl="alignNode1" presStyleIdx="2" presStyleCnt="8"/>
      <dgm:spPr/>
    </dgm:pt>
    <dgm:pt modelId="{7FAAC0C2-9149-4795-AC3A-834E069F6E4D}" type="pres">
      <dgm:prSet presAssocID="{61A23D3A-0789-410E-9149-2590130E8AB4}" presName="bigConnLine" presStyleLbl="alignNode1" presStyleIdx="3" presStyleCnt="8"/>
      <dgm:spPr/>
    </dgm:pt>
    <dgm:pt modelId="{6E041BB3-8F4A-4202-B576-E40A4B43BAA2}" type="pres">
      <dgm:prSet presAssocID="{61A23D3A-0789-410E-9149-2590130E8AB4}" presName="bigTitle" presStyleLbl="revTx" presStyleIdx="0" presStyleCnt="0"/>
      <dgm:spPr/>
    </dgm:pt>
    <dgm:pt modelId="{067DEB2D-9D0E-4CDC-8C15-6F3DE6DC4B73}" type="pres">
      <dgm:prSet presAssocID="{61A23D3A-0789-410E-9149-2590130E8AB4}" presName="bigDesc" presStyleLbl="revTx" presStyleIdx="0" presStyleCnt="0"/>
      <dgm:spPr/>
    </dgm:pt>
    <dgm:pt modelId="{AA4050B7-9835-41FF-A0F5-AE1D90A23301}" type="pres">
      <dgm:prSet presAssocID="{58058EC1-F4DE-4F84-AD18-B6110D156104}" presName="space" presStyleCnt="0"/>
      <dgm:spPr/>
    </dgm:pt>
    <dgm:pt modelId="{639279BC-1BFA-4755-B12D-110765AEBE9D}" type="pres">
      <dgm:prSet presAssocID="{C70C6EB3-FB00-4313-98B5-463A81A0513A}" presName="mediumItem" presStyleCnt="0"/>
      <dgm:spPr/>
    </dgm:pt>
    <dgm:pt modelId="{164A9A31-D76E-4A77-88D3-C7D486D6DD16}" type="pres">
      <dgm:prSet presAssocID="{C70C6EB3-FB00-4313-98B5-463A81A0513A}" presName="mediumAnchor" presStyleCnt="0"/>
      <dgm:spPr/>
    </dgm:pt>
    <dgm:pt modelId="{1C9D8AE5-2558-4CBC-843B-4E8CC6DDE17D}" type="pres">
      <dgm:prSet presAssocID="{7F6DCE20-2242-470C-B3C7-74FEACBCCDD5}" presName="mediumCircle" presStyleLbl="trAlignAcc1" presStyleIdx="1" presStyleCnt="2">
        <dgm:presLayoutVars>
          <dgm:chMax val="0"/>
          <dgm:bulletEnabled/>
        </dgm:presLayoutVars>
      </dgm:prSet>
      <dgm:spPr/>
    </dgm:pt>
    <dgm:pt modelId="{A8DB0D76-D85F-42EB-A31E-49ECC76A2811}" type="pres">
      <dgm:prSet presAssocID="{C70C6EB3-FB00-4313-98B5-463A81A0513A}" presName="mediumConnDot" presStyleLbl="alignNode1" presStyleIdx="4" presStyleCnt="8"/>
      <dgm:spPr/>
    </dgm:pt>
    <dgm:pt modelId="{63B76295-1D45-407F-9694-7292D4CF2EE4}" type="pres">
      <dgm:prSet presAssocID="{C70C6EB3-FB00-4313-98B5-463A81A0513A}" presName="mediumConnLine" presStyleLbl="alignNode1" presStyleIdx="5" presStyleCnt="8"/>
      <dgm:spPr/>
    </dgm:pt>
    <dgm:pt modelId="{01A2E951-763E-4ED8-B3C3-DBFE5B94B6E8}" type="pres">
      <dgm:prSet presAssocID="{C70C6EB3-FB00-4313-98B5-463A81A0513A}" presName="mediumTitle" presStyleLbl="revTx" presStyleIdx="0" presStyleCnt="0"/>
      <dgm:spPr/>
    </dgm:pt>
    <dgm:pt modelId="{4A457119-14C7-4CE8-BF8D-6CB5090B4EB9}" type="pres">
      <dgm:prSet presAssocID="{C70C6EB3-FB00-4313-98B5-463A81A0513A}" presName="mediumDesc" presStyleLbl="revTx" presStyleIdx="0" presStyleCnt="0"/>
      <dgm:spPr/>
    </dgm:pt>
    <dgm:pt modelId="{0799B889-1CEE-4E14-B53D-7974BA7230A3}" type="pres">
      <dgm:prSet presAssocID="{7F6DCE20-2242-470C-B3C7-74FEACBCCDD5}" presName="space" presStyleCnt="0"/>
      <dgm:spPr/>
    </dgm:pt>
    <dgm:pt modelId="{F701698E-8613-409E-81B8-F3CB09E20324}" type="pres">
      <dgm:prSet presAssocID="{5E1BADF8-58E4-4693-9B02-6DC0411F8DD2}" presName="bigItem" presStyleCnt="0"/>
      <dgm:spPr/>
    </dgm:pt>
    <dgm:pt modelId="{295E4B15-CA19-4EDA-81E6-3F32E9819496}" type="pres">
      <dgm:prSet presAssocID="{5E1BADF8-58E4-4693-9B02-6DC0411F8DD2}" presName="bigAnchor" presStyleCnt="0"/>
      <dgm:spPr/>
    </dgm:pt>
    <dgm:pt modelId="{30C8BED7-5C94-4310-ADE0-DFA4D11CD2E5}" type="pres">
      <dgm:prSet presAssocID="{3414E2D6-A244-4B83-AAFB-18F0FF861BEF}" presName="bigCircle" presStyleLbl="node1" presStyleIdx="1" presStyleCnt="2">
        <dgm:presLayoutVars>
          <dgm:chMax val="0"/>
          <dgm:bulletEnabled/>
        </dgm:presLayoutVars>
      </dgm:prSet>
      <dgm:spPr/>
    </dgm:pt>
    <dgm:pt modelId="{C6B83237-D63F-494C-9DF4-52FE6A8E7507}" type="pres">
      <dgm:prSet presAssocID="{5E1BADF8-58E4-4693-9B02-6DC0411F8DD2}" presName="bigConnDot" presStyleLbl="alignNode1" presStyleIdx="6" presStyleCnt="8"/>
      <dgm:spPr/>
    </dgm:pt>
    <dgm:pt modelId="{28A4836D-64C4-42DD-8630-27244EB6ECD7}" type="pres">
      <dgm:prSet presAssocID="{5E1BADF8-58E4-4693-9B02-6DC0411F8DD2}" presName="bigConnLine" presStyleLbl="alignNode1" presStyleIdx="7" presStyleCnt="8"/>
      <dgm:spPr/>
    </dgm:pt>
    <dgm:pt modelId="{EBEAB21D-4358-4DFD-9264-941FCE15ACC7}" type="pres">
      <dgm:prSet presAssocID="{5E1BADF8-58E4-4693-9B02-6DC0411F8DD2}" presName="bigTitle" presStyleLbl="revTx" presStyleIdx="0" presStyleCnt="0"/>
      <dgm:spPr/>
    </dgm:pt>
    <dgm:pt modelId="{8B66933F-AB49-4AC8-B571-98448DBBC461}" type="pres">
      <dgm:prSet presAssocID="{5E1BADF8-58E4-4693-9B02-6DC0411F8DD2}" presName="bigDesc" presStyleLbl="revTx" presStyleIdx="0" presStyleCnt="0"/>
      <dgm:spPr/>
    </dgm:pt>
  </dgm:ptLst>
  <dgm:cxnLst>
    <dgm:cxn modelId="{4E088E0A-DA69-4465-A694-D64E3BB81DAA}" type="presOf" srcId="{58058EC1-F4DE-4F84-AD18-B6110D156104}" destId="{B6A6E1D6-959C-4971-9043-41C8698306F4}" srcOrd="0" destOrd="0" presId="urn:microsoft.com/office/officeart/2024/layout/AlternatingCircleProcess"/>
    <dgm:cxn modelId="{472B4111-D938-4742-ADE4-1C80E982C40F}" type="presOf" srcId="{9A9F2CF3-A887-4BA2-B467-C06F871D8445}" destId="{067DEB2D-9D0E-4CDC-8C15-6F3DE6DC4B73}" srcOrd="0" destOrd="1" presId="urn:microsoft.com/office/officeart/2024/layout/AlternatingCircleProcess"/>
    <dgm:cxn modelId="{99208711-A78A-47FD-9108-D19D2EBB1944}" srcId="{8A5EFDBD-503C-4F09-BC4F-6574D75ED61A}" destId="{5E1BADF8-58E4-4693-9B02-6DC0411F8DD2}" srcOrd="3" destOrd="0" parTransId="{AA29DD45-756C-4982-81A6-4460EA2C1416}" sibTransId="{3414E2D6-A244-4B83-AAFB-18F0FF861BEF}"/>
    <dgm:cxn modelId="{E842101D-2F11-499A-835D-21B9BBBF4F7C}" type="presOf" srcId="{1919DF60-60F5-43DE-B212-38D738EBD75B}" destId="{067DEB2D-9D0E-4CDC-8C15-6F3DE6DC4B73}" srcOrd="0" destOrd="0" presId="urn:microsoft.com/office/officeart/2024/layout/AlternatingCircleProcess"/>
    <dgm:cxn modelId="{7A3C9333-4BB6-4A24-9A67-79C8EAEF8B53}" srcId="{8A5EFDBD-503C-4F09-BC4F-6574D75ED61A}" destId="{61A23D3A-0789-410E-9149-2590130E8AB4}" srcOrd="1" destOrd="0" parTransId="{6CD73A12-0DE7-476D-A906-53389D50BABE}" sibTransId="{58058EC1-F4DE-4F84-AD18-B6110D156104}"/>
    <dgm:cxn modelId="{26443A5D-0438-460A-8592-DD569CC16A3F}" type="presOf" srcId="{C70C6EB3-FB00-4313-98B5-463A81A0513A}" destId="{01A2E951-763E-4ED8-B3C3-DBFE5B94B6E8}" srcOrd="0" destOrd="0" presId="urn:microsoft.com/office/officeart/2024/layout/AlternatingCircleProcess"/>
    <dgm:cxn modelId="{CB778F5D-A96B-4A7C-A883-1D6436031532}" type="presOf" srcId="{E6633677-B25E-4672-AD7F-3F424D1FA2B1}" destId="{4A457119-14C7-4CE8-BF8D-6CB5090B4EB9}" srcOrd="0" destOrd="0" presId="urn:microsoft.com/office/officeart/2024/layout/AlternatingCircleProcess"/>
    <dgm:cxn modelId="{E59C9643-32A8-4307-9BF5-28DAA7A97E60}" type="presOf" srcId="{3414E2D6-A244-4B83-AAFB-18F0FF861BEF}" destId="{30C8BED7-5C94-4310-ADE0-DFA4D11CD2E5}" srcOrd="0" destOrd="0" presId="urn:microsoft.com/office/officeart/2024/layout/AlternatingCircleProcess"/>
    <dgm:cxn modelId="{C651654C-843A-4C0F-8A30-19B003D49B69}" srcId="{8A5EFDBD-503C-4F09-BC4F-6574D75ED61A}" destId="{E83AC3B1-1331-4BB3-9B99-02530418BEA3}" srcOrd="0" destOrd="0" parTransId="{6B3DBA99-84EC-45A4-9015-E0E3E315DA9F}" sibTransId="{A21006BD-6AD8-424E-BF73-E72E96F98415}"/>
    <dgm:cxn modelId="{4CA25277-592D-43E6-9127-0AA93DA7C502}" srcId="{61A23D3A-0789-410E-9149-2590130E8AB4}" destId="{9A9F2CF3-A887-4BA2-B467-C06F871D8445}" srcOrd="1" destOrd="0" parTransId="{8E8E5D4D-FCD0-44A8-A557-2DA598CB39D0}" sibTransId="{220AA459-A1BF-4DE8-8382-754DA50D14AF}"/>
    <dgm:cxn modelId="{03EDC479-44AF-496B-97EE-C295BA5C0436}" type="presOf" srcId="{454BE506-EFB6-4AD6-AFAD-ABC5EAD55B06}" destId="{067DEB2D-9D0E-4CDC-8C15-6F3DE6DC4B73}" srcOrd="0" destOrd="2" presId="urn:microsoft.com/office/officeart/2024/layout/AlternatingCircleProcess"/>
    <dgm:cxn modelId="{529F598F-C5FF-4389-A37D-2C4FF3E35D42}" srcId="{8A5EFDBD-503C-4F09-BC4F-6574D75ED61A}" destId="{C70C6EB3-FB00-4313-98B5-463A81A0513A}" srcOrd="2" destOrd="0" parTransId="{3924C4A7-0858-4F08-86A3-A46EBECBCD1C}" sibTransId="{7F6DCE20-2242-470C-B3C7-74FEACBCCDD5}"/>
    <dgm:cxn modelId="{1BE029AB-7331-4727-B922-8FED40BBC273}" srcId="{E83AC3B1-1331-4BB3-9B99-02530418BEA3}" destId="{97E5074B-4D77-4723-8603-EDC8D86D28BF}" srcOrd="0" destOrd="0" parTransId="{EF985944-5C5E-43A5-8DBA-0BB1BEBC89E0}" sibTransId="{B8500B3A-5311-4399-B153-98B606E7AB8E}"/>
    <dgm:cxn modelId="{75FCABAC-8D92-4C21-AD26-F40A0AC11A1D}" type="presOf" srcId="{97E5074B-4D77-4723-8603-EDC8D86D28BF}" destId="{EE530D64-75D4-4ED5-85FA-F3F330967740}" srcOrd="0" destOrd="0" presId="urn:microsoft.com/office/officeart/2024/layout/AlternatingCircleProcess"/>
    <dgm:cxn modelId="{8595ABB0-B343-4D45-A3DE-3807C3FD03E7}" type="presOf" srcId="{61A23D3A-0789-410E-9149-2590130E8AB4}" destId="{6E041BB3-8F4A-4202-B576-E40A4B43BAA2}" srcOrd="0" destOrd="0" presId="urn:microsoft.com/office/officeart/2024/layout/AlternatingCircleProcess"/>
    <dgm:cxn modelId="{EE2B5DB9-A6A0-4D30-ADD1-EE96C5346EB4}" type="presOf" srcId="{7F6DCE20-2242-470C-B3C7-74FEACBCCDD5}" destId="{1C9D8AE5-2558-4CBC-843B-4E8CC6DDE17D}" srcOrd="0" destOrd="0" presId="urn:microsoft.com/office/officeart/2024/layout/AlternatingCircleProcess"/>
    <dgm:cxn modelId="{93DC96CD-5686-42F0-8DAD-CB6BA48FF446}" srcId="{C70C6EB3-FB00-4313-98B5-463A81A0513A}" destId="{E6633677-B25E-4672-AD7F-3F424D1FA2B1}" srcOrd="0" destOrd="0" parTransId="{099C9394-38A0-4024-921A-8DB898D64FFB}" sibTransId="{0CE50548-FD49-4B4A-9A6F-0A9B037347BD}"/>
    <dgm:cxn modelId="{3F9367DB-B39F-4B18-8A9C-3950CCEF0FF4}" srcId="{5E1BADF8-58E4-4693-9B02-6DC0411F8DD2}" destId="{257D1FB1-7116-4ECA-B7C9-8B7587A57936}" srcOrd="0" destOrd="0" parTransId="{BA0A3A27-900A-4423-94BA-6D8A56493CFE}" sibTransId="{0277AC65-775E-4DB7-A7F0-7831398605F9}"/>
    <dgm:cxn modelId="{82C0A2E0-5820-43CD-94EF-98BA5F9D5468}" srcId="{61A23D3A-0789-410E-9149-2590130E8AB4}" destId="{454BE506-EFB6-4AD6-AFAD-ABC5EAD55B06}" srcOrd="2" destOrd="0" parTransId="{1BCBC9E5-8AA5-4CCA-8A65-7BA2A1926C92}" sibTransId="{593FB220-B74D-47EA-A376-C1767326A6C8}"/>
    <dgm:cxn modelId="{6AB494E2-1227-40AC-87AF-628B470E99D6}" type="presOf" srcId="{257D1FB1-7116-4ECA-B7C9-8B7587A57936}" destId="{8B66933F-AB49-4AC8-B571-98448DBBC461}" srcOrd="0" destOrd="0" presId="urn:microsoft.com/office/officeart/2024/layout/AlternatingCircleProcess"/>
    <dgm:cxn modelId="{EB0744E5-253F-49FE-B847-49F68F9B5845}" type="presOf" srcId="{8A5EFDBD-503C-4F09-BC4F-6574D75ED61A}" destId="{C09BC46D-D931-4F63-9762-CDCECFACFEE6}" srcOrd="0" destOrd="0" presId="urn:microsoft.com/office/officeart/2024/layout/AlternatingCircleProcess"/>
    <dgm:cxn modelId="{0C5F84EB-3E5A-4782-9CB4-B8E7B12C9F9B}" type="presOf" srcId="{5E1BADF8-58E4-4693-9B02-6DC0411F8DD2}" destId="{EBEAB21D-4358-4DFD-9264-941FCE15ACC7}" srcOrd="0" destOrd="0" presId="urn:microsoft.com/office/officeart/2024/layout/AlternatingCircleProcess"/>
    <dgm:cxn modelId="{F525B2EC-E777-4E7E-B23A-AAAFB902C195}" srcId="{61A23D3A-0789-410E-9149-2590130E8AB4}" destId="{1919DF60-60F5-43DE-B212-38D738EBD75B}" srcOrd="0" destOrd="0" parTransId="{C846947F-9C01-4C16-B68E-4E35E84B2852}" sibTransId="{F9462584-5D57-40E7-9250-A89177A927A7}"/>
    <dgm:cxn modelId="{0CBA83F9-EB3F-47CE-A3EF-2AFC58DB0E5A}" type="presOf" srcId="{A21006BD-6AD8-424E-BF73-E72E96F98415}" destId="{32D68E8F-66E9-446F-9588-ABB81F9092CF}" srcOrd="0" destOrd="0" presId="urn:microsoft.com/office/officeart/2024/layout/AlternatingCircleProcess"/>
    <dgm:cxn modelId="{F1DABCF9-9FF8-4333-AC81-310814CD82C3}" type="presOf" srcId="{E83AC3B1-1331-4BB3-9B99-02530418BEA3}" destId="{E376F653-1B3A-47E4-B430-CA438C236FC9}" srcOrd="0" destOrd="0" presId="urn:microsoft.com/office/officeart/2024/layout/AlternatingCircleProcess"/>
    <dgm:cxn modelId="{B3E3E284-69CD-413A-949E-9C136DFEDD44}" type="presParOf" srcId="{C09BC46D-D931-4F63-9762-CDCECFACFEE6}" destId="{CDD4C8E1-B925-4DE5-9CA8-9B70876F9CA4}" srcOrd="0" destOrd="0" presId="urn:microsoft.com/office/officeart/2024/layout/AlternatingCircleProcess"/>
    <dgm:cxn modelId="{2BA313B1-380E-4BF3-A388-76D7F6BF1D6D}" type="presParOf" srcId="{CDD4C8E1-B925-4DE5-9CA8-9B70876F9CA4}" destId="{50DED424-105F-4905-B5E2-8F43977C80F1}" srcOrd="0" destOrd="0" presId="urn:microsoft.com/office/officeart/2024/layout/AlternatingCircleProcess"/>
    <dgm:cxn modelId="{9BA08C3E-4AE0-4790-BDFD-B1284DDDE759}" type="presParOf" srcId="{CDD4C8E1-B925-4DE5-9CA8-9B70876F9CA4}" destId="{32D68E8F-66E9-446F-9588-ABB81F9092CF}" srcOrd="1" destOrd="0" presId="urn:microsoft.com/office/officeart/2024/layout/AlternatingCircleProcess"/>
    <dgm:cxn modelId="{6AD9B5CC-2099-46BE-B99A-77878D93298D}" type="presParOf" srcId="{CDD4C8E1-B925-4DE5-9CA8-9B70876F9CA4}" destId="{341003D2-F711-4AFD-BE74-FF8F8B101979}" srcOrd="2" destOrd="0" presId="urn:microsoft.com/office/officeart/2024/layout/AlternatingCircleProcess"/>
    <dgm:cxn modelId="{ED6CB0D9-A092-49DD-B52A-16C7B6DFFE83}" type="presParOf" srcId="{CDD4C8E1-B925-4DE5-9CA8-9B70876F9CA4}" destId="{206D5040-ACDA-4489-B32E-5C48BD4EC572}" srcOrd="3" destOrd="0" presId="urn:microsoft.com/office/officeart/2024/layout/AlternatingCircleProcess"/>
    <dgm:cxn modelId="{A4A95314-5BE0-4015-87F3-DEC5DCC9A97B}" type="presParOf" srcId="{CDD4C8E1-B925-4DE5-9CA8-9B70876F9CA4}" destId="{E376F653-1B3A-47E4-B430-CA438C236FC9}" srcOrd="4" destOrd="0" presId="urn:microsoft.com/office/officeart/2024/layout/AlternatingCircleProcess"/>
    <dgm:cxn modelId="{DD4A4C2D-26B3-48EE-8DFC-45CFB73812B7}" type="presParOf" srcId="{CDD4C8E1-B925-4DE5-9CA8-9B70876F9CA4}" destId="{EE530D64-75D4-4ED5-85FA-F3F330967740}" srcOrd="5" destOrd="0" presId="urn:microsoft.com/office/officeart/2024/layout/AlternatingCircleProcess"/>
    <dgm:cxn modelId="{B255C037-D496-4E32-93AD-A029D63F2EF5}" type="presParOf" srcId="{C09BC46D-D931-4F63-9762-CDCECFACFEE6}" destId="{69E57AA9-A7E8-4C85-99F3-5650465BA50D}" srcOrd="1" destOrd="0" presId="urn:microsoft.com/office/officeart/2024/layout/AlternatingCircleProcess"/>
    <dgm:cxn modelId="{4B4DC1AE-3862-4625-9E19-ED4B19C43C74}" type="presParOf" srcId="{C09BC46D-D931-4F63-9762-CDCECFACFEE6}" destId="{064DF07E-3BD6-4A77-A853-668906E86DEA}" srcOrd="2" destOrd="0" presId="urn:microsoft.com/office/officeart/2024/layout/AlternatingCircleProcess"/>
    <dgm:cxn modelId="{3BED7AF1-56C2-4C84-BB95-9165E412D3A6}" type="presParOf" srcId="{064DF07E-3BD6-4A77-A853-668906E86DEA}" destId="{17FE0A33-3089-42D1-BE30-1D23612073B8}" srcOrd="0" destOrd="0" presId="urn:microsoft.com/office/officeart/2024/layout/AlternatingCircleProcess"/>
    <dgm:cxn modelId="{7B0B0B90-5807-4175-BF9E-238E27A67C2B}" type="presParOf" srcId="{064DF07E-3BD6-4A77-A853-668906E86DEA}" destId="{B6A6E1D6-959C-4971-9043-41C8698306F4}" srcOrd="1" destOrd="0" presId="urn:microsoft.com/office/officeart/2024/layout/AlternatingCircleProcess"/>
    <dgm:cxn modelId="{4F5CF2EA-4DCA-4D22-9622-C7EEC2B4CCAD}" type="presParOf" srcId="{064DF07E-3BD6-4A77-A853-668906E86DEA}" destId="{79B310AE-229F-4CDA-B7AD-B7D164541019}" srcOrd="2" destOrd="0" presId="urn:microsoft.com/office/officeart/2024/layout/AlternatingCircleProcess"/>
    <dgm:cxn modelId="{6C7390BA-2D39-4AC6-93B8-461CEDAB7EEB}" type="presParOf" srcId="{064DF07E-3BD6-4A77-A853-668906E86DEA}" destId="{7FAAC0C2-9149-4795-AC3A-834E069F6E4D}" srcOrd="3" destOrd="0" presId="urn:microsoft.com/office/officeart/2024/layout/AlternatingCircleProcess"/>
    <dgm:cxn modelId="{6CD21B23-7EBF-4F4A-A884-BBB66E7C801C}" type="presParOf" srcId="{064DF07E-3BD6-4A77-A853-668906E86DEA}" destId="{6E041BB3-8F4A-4202-B576-E40A4B43BAA2}" srcOrd="4" destOrd="0" presId="urn:microsoft.com/office/officeart/2024/layout/AlternatingCircleProcess"/>
    <dgm:cxn modelId="{054A836E-C4C5-449F-98C0-6EE2F807849F}" type="presParOf" srcId="{064DF07E-3BD6-4A77-A853-668906E86DEA}" destId="{067DEB2D-9D0E-4CDC-8C15-6F3DE6DC4B73}" srcOrd="5" destOrd="0" presId="urn:microsoft.com/office/officeart/2024/layout/AlternatingCircleProcess"/>
    <dgm:cxn modelId="{175F1638-4E78-4BB4-869A-1DCFCB4C8552}" type="presParOf" srcId="{C09BC46D-D931-4F63-9762-CDCECFACFEE6}" destId="{AA4050B7-9835-41FF-A0F5-AE1D90A23301}" srcOrd="3" destOrd="0" presId="urn:microsoft.com/office/officeart/2024/layout/AlternatingCircleProcess"/>
    <dgm:cxn modelId="{CF305906-1F99-4E18-8794-BCB2E10E9D1D}" type="presParOf" srcId="{C09BC46D-D931-4F63-9762-CDCECFACFEE6}" destId="{639279BC-1BFA-4755-B12D-110765AEBE9D}" srcOrd="4" destOrd="0" presId="urn:microsoft.com/office/officeart/2024/layout/AlternatingCircleProcess"/>
    <dgm:cxn modelId="{4A467429-804D-43D8-B2FA-043718737BB5}" type="presParOf" srcId="{639279BC-1BFA-4755-B12D-110765AEBE9D}" destId="{164A9A31-D76E-4A77-88D3-C7D486D6DD16}" srcOrd="0" destOrd="0" presId="urn:microsoft.com/office/officeart/2024/layout/AlternatingCircleProcess"/>
    <dgm:cxn modelId="{EE7D1DCB-F960-446B-A473-F0B52F5BA518}" type="presParOf" srcId="{639279BC-1BFA-4755-B12D-110765AEBE9D}" destId="{1C9D8AE5-2558-4CBC-843B-4E8CC6DDE17D}" srcOrd="1" destOrd="0" presId="urn:microsoft.com/office/officeart/2024/layout/AlternatingCircleProcess"/>
    <dgm:cxn modelId="{2EC01734-789B-4545-AD31-4EC5643E8679}" type="presParOf" srcId="{639279BC-1BFA-4755-B12D-110765AEBE9D}" destId="{A8DB0D76-D85F-42EB-A31E-49ECC76A2811}" srcOrd="2" destOrd="0" presId="urn:microsoft.com/office/officeart/2024/layout/AlternatingCircleProcess"/>
    <dgm:cxn modelId="{2683DCBD-2547-4FA7-A56E-88BDB8642294}" type="presParOf" srcId="{639279BC-1BFA-4755-B12D-110765AEBE9D}" destId="{63B76295-1D45-407F-9694-7292D4CF2EE4}" srcOrd="3" destOrd="0" presId="urn:microsoft.com/office/officeart/2024/layout/AlternatingCircleProcess"/>
    <dgm:cxn modelId="{8D3D798D-5560-4FD0-9B1E-18657F261DA5}" type="presParOf" srcId="{639279BC-1BFA-4755-B12D-110765AEBE9D}" destId="{01A2E951-763E-4ED8-B3C3-DBFE5B94B6E8}" srcOrd="4" destOrd="0" presId="urn:microsoft.com/office/officeart/2024/layout/AlternatingCircleProcess"/>
    <dgm:cxn modelId="{86EB0555-F33E-4524-962D-30C38A781474}" type="presParOf" srcId="{639279BC-1BFA-4755-B12D-110765AEBE9D}" destId="{4A457119-14C7-4CE8-BF8D-6CB5090B4EB9}" srcOrd="5" destOrd="0" presId="urn:microsoft.com/office/officeart/2024/layout/AlternatingCircleProcess"/>
    <dgm:cxn modelId="{05C19F26-6407-4459-93F2-7B2BEBF2C778}" type="presParOf" srcId="{C09BC46D-D931-4F63-9762-CDCECFACFEE6}" destId="{0799B889-1CEE-4E14-B53D-7974BA7230A3}" srcOrd="5" destOrd="0" presId="urn:microsoft.com/office/officeart/2024/layout/AlternatingCircleProcess"/>
    <dgm:cxn modelId="{72494A26-BE6A-47AB-ADAD-091F0F022E25}" type="presParOf" srcId="{C09BC46D-D931-4F63-9762-CDCECFACFEE6}" destId="{F701698E-8613-409E-81B8-F3CB09E20324}" srcOrd="6" destOrd="0" presId="urn:microsoft.com/office/officeart/2024/layout/AlternatingCircleProcess"/>
    <dgm:cxn modelId="{12889B7C-BE14-4EA5-B27F-B0E9C0BD8813}" type="presParOf" srcId="{F701698E-8613-409E-81B8-F3CB09E20324}" destId="{295E4B15-CA19-4EDA-81E6-3F32E9819496}" srcOrd="0" destOrd="0" presId="urn:microsoft.com/office/officeart/2024/layout/AlternatingCircleProcess"/>
    <dgm:cxn modelId="{AB3BAB06-6A37-4F33-BCF7-C3A73FF330BB}" type="presParOf" srcId="{F701698E-8613-409E-81B8-F3CB09E20324}" destId="{30C8BED7-5C94-4310-ADE0-DFA4D11CD2E5}" srcOrd="1" destOrd="0" presId="urn:microsoft.com/office/officeart/2024/layout/AlternatingCircleProcess"/>
    <dgm:cxn modelId="{5D461DBD-FFE1-41B0-9DD5-0F8806788694}" type="presParOf" srcId="{F701698E-8613-409E-81B8-F3CB09E20324}" destId="{C6B83237-D63F-494C-9DF4-52FE6A8E7507}" srcOrd="2" destOrd="0" presId="urn:microsoft.com/office/officeart/2024/layout/AlternatingCircleProcess"/>
    <dgm:cxn modelId="{D783104B-4586-4E5D-B9D8-76BE99E1ACB9}" type="presParOf" srcId="{F701698E-8613-409E-81B8-F3CB09E20324}" destId="{28A4836D-64C4-42DD-8630-27244EB6ECD7}" srcOrd="3" destOrd="0" presId="urn:microsoft.com/office/officeart/2024/layout/AlternatingCircleProcess"/>
    <dgm:cxn modelId="{90141BD4-416A-41CF-85E4-54C9FF6A0F4E}" type="presParOf" srcId="{F701698E-8613-409E-81B8-F3CB09E20324}" destId="{EBEAB21D-4358-4DFD-9264-941FCE15ACC7}" srcOrd="4" destOrd="0" presId="urn:microsoft.com/office/officeart/2024/layout/AlternatingCircleProcess"/>
    <dgm:cxn modelId="{BA7E970B-5C84-4623-9578-952251E5329A}" type="presParOf" srcId="{F701698E-8613-409E-81B8-F3CB09E20324}" destId="{8B66933F-AB49-4AC8-B571-98448DBBC461}" srcOrd="5" destOrd="0" presId="urn:microsoft.com/office/officeart/2024/layout/Alternat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8BED7-5C94-4310-ADE0-DFA4D11CD2E5}">
      <dsp:nvSpPr>
        <dsp:cNvPr id="0" name=""/>
        <dsp:cNvSpPr/>
      </dsp:nvSpPr>
      <dsp:spPr>
        <a:xfrm>
          <a:off x="5527039" y="1270000"/>
          <a:ext cx="2540000" cy="2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566" tIns="98566" rIns="98566" bIns="98566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5100" kern="1200"/>
            <a:t>4</a:t>
          </a:r>
        </a:p>
      </dsp:txBody>
      <dsp:txXfrm>
        <a:off x="5899013" y="1641974"/>
        <a:ext cx="1796052" cy="1796052"/>
      </dsp:txXfrm>
    </dsp:sp>
    <dsp:sp modelId="{B6A6E1D6-959C-4971-9043-41C8698306F4}">
      <dsp:nvSpPr>
        <dsp:cNvPr id="0" name=""/>
        <dsp:cNvSpPr/>
      </dsp:nvSpPr>
      <dsp:spPr>
        <a:xfrm>
          <a:off x="1798319" y="1270000"/>
          <a:ext cx="2540000" cy="2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566" tIns="98566" rIns="98566" bIns="98566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5100" kern="1200"/>
            <a:t>2</a:t>
          </a:r>
        </a:p>
      </dsp:txBody>
      <dsp:txXfrm>
        <a:off x="2170293" y="1641974"/>
        <a:ext cx="1796052" cy="1796052"/>
      </dsp:txXfrm>
    </dsp:sp>
    <dsp:sp modelId="{32D68E8F-66E9-446F-9588-ABB81F9092CF}">
      <dsp:nvSpPr>
        <dsp:cNvPr id="0" name=""/>
        <dsp:cNvSpPr/>
      </dsp:nvSpPr>
      <dsp:spPr>
        <a:xfrm>
          <a:off x="187959" y="1523999"/>
          <a:ext cx="2032000" cy="2032000"/>
        </a:xfrm>
        <a:prstGeom prst="ellipse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53" tIns="78853" rIns="78853" bIns="78853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5100" kern="1200"/>
            <a:t>1</a:t>
          </a:r>
        </a:p>
      </dsp:txBody>
      <dsp:txXfrm>
        <a:off x="485539" y="1821579"/>
        <a:ext cx="1436840" cy="1436840"/>
      </dsp:txXfrm>
    </dsp:sp>
    <dsp:sp modelId="{341003D2-F711-4AFD-BE74-FF8F8B101979}">
      <dsp:nvSpPr>
        <dsp:cNvPr id="0" name=""/>
        <dsp:cNvSpPr/>
      </dsp:nvSpPr>
      <dsp:spPr>
        <a:xfrm>
          <a:off x="1163319" y="4023360"/>
          <a:ext cx="81280" cy="8128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D5040-ACDA-4489-B32E-5C48BD4EC572}">
      <dsp:nvSpPr>
        <dsp:cNvPr id="0" name=""/>
        <dsp:cNvSpPr/>
      </dsp:nvSpPr>
      <dsp:spPr>
        <a:xfrm>
          <a:off x="1197863" y="3556000"/>
          <a:ext cx="12192" cy="4673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6F653-1B3A-47E4-B430-CA438C236FC9}">
      <dsp:nvSpPr>
        <dsp:cNvPr id="0" name=""/>
        <dsp:cNvSpPr/>
      </dsp:nvSpPr>
      <dsp:spPr>
        <a:xfrm>
          <a:off x="187959" y="4165600"/>
          <a:ext cx="2032000" cy="40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187959" y="4165600"/>
        <a:ext cx="2032000" cy="406400"/>
      </dsp:txXfrm>
    </dsp:sp>
    <dsp:sp modelId="{EE530D64-75D4-4ED5-85FA-F3F330967740}">
      <dsp:nvSpPr>
        <dsp:cNvPr id="0" name=""/>
        <dsp:cNvSpPr/>
      </dsp:nvSpPr>
      <dsp:spPr>
        <a:xfrm>
          <a:off x="187959" y="4470400"/>
          <a:ext cx="2032000" cy="5080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87959" y="4470400"/>
        <a:ext cx="2032000" cy="508000"/>
      </dsp:txXfrm>
    </dsp:sp>
    <dsp:sp modelId="{79B310AE-229F-4CDA-B7AD-B7D164541019}">
      <dsp:nvSpPr>
        <dsp:cNvPr id="0" name=""/>
        <dsp:cNvSpPr/>
      </dsp:nvSpPr>
      <dsp:spPr>
        <a:xfrm>
          <a:off x="3017519" y="965200"/>
          <a:ext cx="101600" cy="1016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AC0C2-9149-4795-AC3A-834E069F6E4D}">
      <dsp:nvSpPr>
        <dsp:cNvPr id="0" name=""/>
        <dsp:cNvSpPr/>
      </dsp:nvSpPr>
      <dsp:spPr>
        <a:xfrm>
          <a:off x="3060700" y="1066800"/>
          <a:ext cx="15240" cy="203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41BB3-8F4A-4202-B576-E40A4B43BAA2}">
      <dsp:nvSpPr>
        <dsp:cNvPr id="0" name=""/>
        <dsp:cNvSpPr/>
      </dsp:nvSpPr>
      <dsp:spPr>
        <a:xfrm>
          <a:off x="1798319" y="0"/>
          <a:ext cx="2540000" cy="40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Two has a longer label</a:t>
          </a:r>
        </a:p>
      </dsp:txBody>
      <dsp:txXfrm>
        <a:off x="1798319" y="0"/>
        <a:ext cx="2540000" cy="406400"/>
      </dsp:txXfrm>
    </dsp:sp>
    <dsp:sp modelId="{067DEB2D-9D0E-4CDC-8C15-6F3DE6DC4B73}">
      <dsp:nvSpPr>
        <dsp:cNvPr id="0" name=""/>
        <dsp:cNvSpPr/>
      </dsp:nvSpPr>
      <dsp:spPr>
        <a:xfrm>
          <a:off x="1798319" y="406400"/>
          <a:ext cx="2540000" cy="5080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Node Three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798319" y="406400"/>
        <a:ext cx="2540000" cy="508000"/>
      </dsp:txXfrm>
    </dsp:sp>
    <dsp:sp modelId="{1C9D8AE5-2558-4CBC-843B-4E8CC6DDE17D}">
      <dsp:nvSpPr>
        <dsp:cNvPr id="0" name=""/>
        <dsp:cNvSpPr/>
      </dsp:nvSpPr>
      <dsp:spPr>
        <a:xfrm>
          <a:off x="3916680" y="1523999"/>
          <a:ext cx="2032000" cy="2032000"/>
        </a:xfrm>
        <a:prstGeom prst="ellipse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53" tIns="78853" rIns="78853" bIns="78853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5100" kern="1200"/>
            <a:t>3</a:t>
          </a:r>
        </a:p>
      </dsp:txBody>
      <dsp:txXfrm>
        <a:off x="4214260" y="1821579"/>
        <a:ext cx="1436840" cy="1436840"/>
      </dsp:txXfrm>
    </dsp:sp>
    <dsp:sp modelId="{A8DB0D76-D85F-42EB-A31E-49ECC76A2811}">
      <dsp:nvSpPr>
        <dsp:cNvPr id="0" name=""/>
        <dsp:cNvSpPr/>
      </dsp:nvSpPr>
      <dsp:spPr>
        <a:xfrm>
          <a:off x="4892039" y="4023360"/>
          <a:ext cx="81280" cy="8128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76295-1D45-407F-9694-7292D4CF2EE4}">
      <dsp:nvSpPr>
        <dsp:cNvPr id="0" name=""/>
        <dsp:cNvSpPr/>
      </dsp:nvSpPr>
      <dsp:spPr>
        <a:xfrm>
          <a:off x="4926584" y="3556000"/>
          <a:ext cx="12192" cy="4673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2E951-763E-4ED8-B3C3-DBFE5B94B6E8}">
      <dsp:nvSpPr>
        <dsp:cNvPr id="0" name=""/>
        <dsp:cNvSpPr/>
      </dsp:nvSpPr>
      <dsp:spPr>
        <a:xfrm>
          <a:off x="3916680" y="4165600"/>
          <a:ext cx="2032000" cy="40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3916680" y="4165600"/>
        <a:ext cx="2032000" cy="406400"/>
      </dsp:txXfrm>
    </dsp:sp>
    <dsp:sp modelId="{4A457119-14C7-4CE8-BF8D-6CB5090B4EB9}">
      <dsp:nvSpPr>
        <dsp:cNvPr id="0" name=""/>
        <dsp:cNvSpPr/>
      </dsp:nvSpPr>
      <dsp:spPr>
        <a:xfrm>
          <a:off x="3916680" y="4470400"/>
          <a:ext cx="2032000" cy="5080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16680" y="4470400"/>
        <a:ext cx="2032000" cy="508000"/>
      </dsp:txXfrm>
    </dsp:sp>
    <dsp:sp modelId="{C6B83237-D63F-494C-9DF4-52FE6A8E7507}">
      <dsp:nvSpPr>
        <dsp:cNvPr id="0" name=""/>
        <dsp:cNvSpPr/>
      </dsp:nvSpPr>
      <dsp:spPr>
        <a:xfrm>
          <a:off x="6746240" y="965200"/>
          <a:ext cx="101600" cy="1016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836D-64C4-42DD-8630-27244EB6ECD7}">
      <dsp:nvSpPr>
        <dsp:cNvPr id="0" name=""/>
        <dsp:cNvSpPr/>
      </dsp:nvSpPr>
      <dsp:spPr>
        <a:xfrm>
          <a:off x="6789419" y="1066800"/>
          <a:ext cx="15240" cy="203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AB21D-4358-4DFD-9264-941FCE15ACC7}">
      <dsp:nvSpPr>
        <dsp:cNvPr id="0" name=""/>
        <dsp:cNvSpPr/>
      </dsp:nvSpPr>
      <dsp:spPr>
        <a:xfrm>
          <a:off x="5527039" y="0"/>
          <a:ext cx="2540000" cy="40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Five</a:t>
          </a:r>
        </a:p>
      </dsp:txBody>
      <dsp:txXfrm>
        <a:off x="5527039" y="0"/>
        <a:ext cx="2540000" cy="406400"/>
      </dsp:txXfrm>
    </dsp:sp>
    <dsp:sp modelId="{8B66933F-AB49-4AC8-B571-98448DBBC461}">
      <dsp:nvSpPr>
        <dsp:cNvPr id="0" name=""/>
        <dsp:cNvSpPr/>
      </dsp:nvSpPr>
      <dsp:spPr>
        <a:xfrm>
          <a:off x="5527039" y="406400"/>
          <a:ext cx="2540000" cy="5080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27039" y="406400"/>
        <a:ext cx="2540000" cy="50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AlternatingCircleProcess">
  <dgm:title val=""/>
  <dgm:desc val=""/>
  <dgm:catLst>
    <dgm:cat type="timeline" pri="102"/>
  </dgm:catLst>
  <dgm:sampData>
    <dgm:dataModel>
      <dgm:ptLst>
        <dgm:pt modelId="0" type="doc"/>
        <dgm:pt modelId="1">
          <dgm:prSet phldrT="Title" phldr="1"/>
        </dgm:pt>
        <dgm:pt modelId="11">
          <dgm:prSet phldrT="Description" phldr="1"/>
        </dgm:pt>
        <dgm:pt modelId="2">
          <dgm:prSet phldrT="Title" phldr="1"/>
        </dgm:pt>
        <dgm:pt modelId="21">
          <dgm:prSet phldrT="Description" phldr="1"/>
        </dgm:pt>
        <dgm:pt modelId="3">
          <dgm:prSet phldrT="Title" phldr="1"/>
        </dgm:pt>
        <dgm:pt modelId="31">
          <dgm:prSet phldrT="Description" phldr="1"/>
        </dgm:pt>
        <dgm:pt modelId="4">
          <dgm:prSet phldrT="Title" phldr="1"/>
        </dgm:pt>
        <dgm:pt modelId="41">
          <dgm:prSet phldrT="Description" phldr="1"/>
        </dgm:pt>
        <dgm:pt modelId="5">
          <dgm:prSet phldrT="Title" phldr="1"/>
        </dgm:pt>
        <dgm:pt modelId="51">
          <dgm:prSet phldrT="Description" phldr="1"/>
        </dgm:pt>
        <dgm:pt modelId="100" type="sibTrans" cxnId="{2A1D89C5-08FE-4A0E-B09F-8414A12AB1EA}">
          <dgm:prSet phldrT="1"/>
          <dgm:t>
            <a:bodyPr/>
            <a:lstStyle/>
            <a:p>
              <a:r>
                <a:t>1</a:t>
              </a:r>
            </a:p>
          </dgm:t>
        </dgm:pt>
        <dgm:pt modelId="200" type="sibTrans" cxnId="{F28FF4BD-90DF-4237-B6C4-80C07DE8BDB1}">
          <dgm:prSet phldrT="2"/>
          <dgm:t>
            <a:bodyPr/>
            <a:lstStyle/>
            <a:p>
              <a:r>
                <a:t>2</a:t>
              </a:r>
            </a:p>
          </dgm:t>
        </dgm:pt>
        <dgm:pt modelId="300" type="sibTrans" cxnId="{52D33E06-6344-4AF3-82EF-5B32B6694AD9}">
          <dgm:prSet phldrT="3"/>
          <dgm:t>
            <a:bodyPr/>
            <a:lstStyle/>
            <a:p>
              <a:r>
                <a:t>3</a:t>
              </a:r>
            </a:p>
          </dgm:t>
        </dgm:pt>
        <dgm:pt modelId="400" type="sibTrans" cxnId="{A6B1D470-2AFC-4684-8665-2A44B574452E}">
          <dgm:prSet phldrT="4"/>
          <dgm:t>
            <a:bodyPr/>
            <a:lstStyle/>
            <a:p>
              <a:r>
                <a:t>4</a:t>
              </a:r>
            </a:p>
          </dgm:t>
        </dgm:pt>
        <dgm:pt modelId="500" type="sibTrans" cxnId="{15D6927A-1C99-40B3-B6A4-BB5C5D673B42}">
          <dgm:prSet phldrT="5"/>
          <dgm:t>
            <a:bodyPr/>
            <a:lstStyle/>
            <a:p>
              <a:r>
                <a:t>5</a:t>
              </a:r>
            </a:p>
          </dgm:t>
        </dgm:pt>
      </dgm:ptLst>
      <dgm:cxnLst>
        <dgm:cxn modelId="1001" srcId="0" destId="1" srcOrd="0" destOrd="0" sibTransId="100"/>
        <dgm:cxn modelId="1002" srcId="0" destId="2" srcOrd="1" destOrd="0" sibTransId="200"/>
        <dgm:cxn modelId="1003" srcId="0" destId="3" srcOrd="2" destOrd="0" sibTransId="300"/>
        <dgm:cxn modelId="1004" srcId="0" destId="4" srcOrd="3" destOrd="0" sibTransId="400"/>
        <dgm:cxn modelId="1005" srcId="0" destId="5" srcOrd="4" destOrd="0" sibTransId="500"/>
        <dgm:cxn modelId="2001" srcId="1" destId="11" srcOrd="0" destOrd="0"/>
        <dgm:cxn modelId="2002" srcId="2" destId="21" srcOrd="0" destOrd="0"/>
        <dgm:cxn modelId="2003" srcId="3" destId="31" srcOrd="0" destOrd="0"/>
        <dgm:cxn modelId="2004" srcId="4" destId="41" srcOrd="0" destOrd="0"/>
        <dgm:cxn modelId="2005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01"/>
        <dgm:pt modelId="2"/>
        <dgm:pt modelId="201"/>
        <dgm:pt modelId="3"/>
        <dgm:pt modelId="301"/>
        <dgm:pt modelId="4"/>
        <dgm:pt modelId="401"/>
        <dgm:pt modelId="5"/>
        <dgm:pt modelId="501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  <dgm:cxn modelId="16" srcId="1" destId="101" srcOrd="0" destOrd="0"/>
        <dgm:cxn modelId="17" srcId="2" destId="201" srcOrd="0" destOrd="0"/>
        <dgm:cxn modelId="18" srcId="3" destId="301" srcOrd="0" destOrd="0"/>
        <dgm:cxn modelId="19" srcId="4" destId="401" srcOrd="0" destOrd="0"/>
        <dgm:cxn modelId="20" srcId="5" destId="50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1D"/>
          <dgm:param type="nodeVertAlign" val="t"/>
        </dgm:alg>
      </dgm:if>
      <dgm:else name="Name3">
        <dgm:alg type="lin">
          <dgm:param type="fallback" val="1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bigItem" refType="h"/>
      <dgm:constr type="w" for="ch" forName="bigItem" refType="h" refFor="ch" refForName="bigItem" fact="0.5"/>
      <dgm:constr type="h" for="ch" forName="mediumItem" refType="h"/>
      <dgm:constr type="w" for="ch" forName="mediumItem" refType="h" refFor="ch" refForName="mediumItem" fact="0.4"/>
      <dgm:constr type="w" for="ch" forName="space" refType="h" fact="-0.083"/>
      <dgm:constr type="primFontSz" for="des" forName="bigTitle" op="equ" val="18"/>
      <dgm:constr type="primFontSz" for="des" forName="mediumTitle" op="equ" val="18"/>
      <dgm:constr type="primFontSz" for="des" forName="bigDesc" op="equ" val="14"/>
      <dgm:constr type="primFontSz" for="des" forName="mediumDesc" op="equ" val="14"/>
    </dgm:constrLst>
    <dgm:ruleLst/>
    <dgm:forEach name="Name4" axis="ch" ptType="node">
      <dgm:choose name="Name5">
        <dgm:if name="Name6" axis="self" ptType="node" func="posOdd" op="equ" val="1">
          <dgm:layoutNode name="mediumItem">
            <dgm:alg type="composite"/>
            <dgm:shape xmlns:r="http://schemas.openxmlformats.org/officeDocument/2006/relationships" r:blip="">
              <dgm:adjLst/>
            </dgm:shape>
            <dgm:constrLst>
              <dgm:constr type="t" for="ch" forName="mediumAnchor"/>
              <dgm:constr type="h" for="ch" forName="mediumAnchor" refType="h"/>
              <dgm:constr type="l" for="ch" forName="mediumAnchor"/>
              <dgm:constr type="w" for="ch" forName="mediumAnchor" val="1"/>
              <dgm:constr type="l" for="ch" forName="mediumCircle"/>
              <dgm:constr type="ctrY" for="ch" forName="mediumCircle" refType="h" fact="0.5"/>
              <dgm:constr type="w" for="ch" forName="mediumCircle" refType="w"/>
              <dgm:constr type="h" for="ch" forName="mediumCircle" refType="w"/>
              <dgm:constr type="ctrX" for="ch" forName="mediumConnDot" refType="w" fact="0.5"/>
              <dgm:constr type="ctrY" for="ch" forName="mediumConnDot" refType="h" fact="0.8"/>
              <dgm:constr type="w" for="ch" forName="mediumConnDot" refType="w" fact="0.04"/>
              <dgm:constr type="h" for="ch" forName="mediumConnDot" refType="w" fact="0.04"/>
              <dgm:constr type="ctrX" for="ch" forName="mediumConnLine" refType="w" fact="0.5"/>
              <dgm:constr type="t" for="ch" forName="mediumConnLine" refType="b" refFor="ch" refForName="mediumCircle"/>
              <dgm:constr type="b" for="ch" forName="mediumConnLine" refType="t" refFor="ch" refForName="mediumConnDot"/>
              <dgm:constr type="w" for="ch" forName="mediumConnLine" refType="w" fact="0.006"/>
              <dgm:constr type="l" for="ch" forName="mediumTitle"/>
              <dgm:constr type="t" for="ch" forName="mediumTitle" refType="h" fact="0.82"/>
              <dgm:constr type="w" for="ch" forName="mediumTitle" refType="w"/>
              <dgm:constr type="h" for="ch" forName="mediumTitle" refType="h" fact="0.08"/>
              <dgm:constr type="l" for="ch" forName="mediumDesc"/>
              <dgm:constr type="t" for="ch" forName="mediumDesc" refType="h" fact="0.88"/>
              <dgm:constr type="w" for="ch" forName="mediumDesc" refType="w"/>
              <dgm:constr type="h" for="ch" forName="mediumDesc" refType="h" fact="0.1"/>
            </dgm:constrLst>
            <dgm:ruleLst/>
            <dgm:layoutNode name="mediumAncho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  <dgm:forEach name="Name7" axis="followSib" ptType="sibTrans" hideLastTrans="0" cnt="1">
              <dgm:layoutNode name="mediumCircle" styleLbl="trAlignAcc1">
                <dgm:varLst>
                  <dgm:chMax val="0"/>
                  <dgm:bulletEnabled/>
                </dgm:varLst>
                <dgm:alg type="tx">
                  <dgm:param type="txAnchorVert" val="mid"/>
                  <dgm:param type="txAnchorHorzCh" val="ctr"/>
                </dgm:alg>
                <dgm:shape xmlns:r="http://schemas.openxmlformats.org/officeDocument/2006/relationships" type="ellipse" r:blip="">
                  <dgm:adjLst/>
                </dgm:shape>
                <dgm:presOf axis="self" ptType="sibTrans"/>
                <dgm:constrLst>
                  <dgm:constr type="primFontSz" val="51"/>
                  <dgm:constr type="tMarg" refType="w" fact="0.11"/>
                  <dgm:constr type="lMarg" refType="w" fact="0.11"/>
                  <dgm:constr type="rMarg" refType="w" fact="0.11"/>
                  <dgm:constr type="bMarg" refType="w" fact="0.11"/>
                </dgm:constrLst>
                <dgm:ruleLst>
                  <dgm:rule type="primFontSz" val="14" fact="NaN" max="NaN"/>
                </dgm:ruleLst>
              </dgm:layoutNode>
            </dgm:forEach>
            <dgm:layoutNode name="mediumConnDot" styleLbl="alignNode1">
              <dgm:alg type="sp"/>
              <dgm:shape xmlns:r="http://schemas.openxmlformats.org/officeDocument/2006/relationships" type="roundRect" r:blip="">
                <dgm:adjLst>
                  <dgm:adj idx="1" val="0.5"/>
                </dgm:adjLst>
              </dgm:shape>
              <dgm:presOf/>
              <dgm:constrLst/>
              <dgm:ruleLst/>
            </dgm:layoutNode>
            <dgm:layoutNode name="mediumConnLine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  <dgm:layoutNode name="mediumTitle" styleLbl="revTx">
              <dgm:alg type="tx">
                <dgm:param type="txAnchorVertCh" val="t"/>
                <dgm:param type="txAnchorHorzCh" val="ctr"/>
              </dgm:alg>
              <dgm:shape xmlns:r="http://schemas.openxmlformats.org/officeDocument/2006/relationships" type="rect" r:blip="" hideGeom="1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9" fact="NaN" max="NaN"/>
              </dgm:ruleLst>
            </dgm:layoutNode>
            <dgm:layoutNode name="mediumDesc" styleLbl="revTx">
              <dgm:alg type="tx">
                <dgm:param type="txAnchorVertCh" val="t"/>
                <dgm:param type="txAnchorHorzCh" val="ctr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9" fact="NaN" max="NaN"/>
              </dgm:ruleLst>
            </dgm:layoutNode>
          </dgm:layoutNode>
        </dgm:if>
        <dgm:else name="Name8">
          <dgm:layoutNode name="bigItem">
            <dgm:alg type="composite"/>
            <dgm:shape xmlns:r="http://schemas.openxmlformats.org/officeDocument/2006/relationships" r:blip="">
              <dgm:adjLst/>
            </dgm:shape>
            <dgm:choose name="Name9">
              <dgm:if name="Name10" axis="ch" ptType="node" func="cnt" op="gte" val="1">
                <dgm:constrLst>
                  <dgm:constr type="t" for="ch" forName="bigAnchor"/>
                  <dgm:constr type="h" for="ch" forName="bigAnchor" refType="h"/>
                  <dgm:constr type="l" for="ch" forName="bigAnchor"/>
                  <dgm:constr type="w" for="ch" forName="bigAnchor" val="1"/>
                  <dgm:constr type="l" for="ch" forName="bigCircle"/>
                  <dgm:constr type="ctrY" for="ch" forName="bigCircle" refType="h" fact="0.5"/>
                  <dgm:constr type="w" for="ch" forName="bigCircle" refType="w"/>
                  <dgm:constr type="h" for="ch" forName="bigCircle" refType="w"/>
                  <dgm:constr type="l" for="ch" forName="bigTitle"/>
                  <dgm:constr type="t" for="ch" forName="bigTitle"/>
                  <dgm:constr type="w" for="ch" forName="bigTitle" refType="w"/>
                  <dgm:constr type="h" for="ch" forName="bigTitle" refType="h" fact="0.08"/>
                  <dgm:constr type="l" for="ch" forName="bigDesc"/>
                  <dgm:constr type="t" for="ch" forName="bigDesc" refType="h" fact="0.08"/>
                  <dgm:constr type="w" for="ch" forName="bigDesc" refType="w"/>
                  <dgm:constr type="h" for="ch" forName="bigDesc" refType="h" fact="0.1"/>
                  <dgm:constr type="ctrX" for="ch" forName="bigConnDot" refType="w" fact="0.5"/>
                  <dgm:constr type="ctrY" for="ch" forName="bigConnDot" refType="h" fact="0.2"/>
                  <dgm:constr type="w" for="ch" forName="bigConnDot" refType="w" fact="0.04"/>
                  <dgm:constr type="h" for="ch" forName="bigConnDot" refType="w" fact="0.04"/>
                  <dgm:constr type="ctrX" for="ch" forName="bigConnLine" refType="w" fact="0.5"/>
                  <dgm:constr type="t" for="ch" forName="bigConnLine" refType="b" refFor="ch" refForName="bigConnDot"/>
                  <dgm:constr type="b" for="ch" forName="bigConnLine" refType="t" refFor="ch" refForName="bigCircle"/>
                  <dgm:constr type="w" for="ch" forName="bigConnLine" refType="w" fact="0.006"/>
                </dgm:constrLst>
              </dgm:if>
              <dgm:else name="Name11">
                <dgm:constrLst>
                  <dgm:constr type="t" for="ch" forName="bigAnchor"/>
                  <dgm:constr type="h" for="ch" forName="bigAnchor" refType="h"/>
                  <dgm:constr type="l" for="ch" forName="bigAnchor"/>
                  <dgm:constr type="w" for="ch" forName="bigAnchor" val="1"/>
                  <dgm:constr type="l" for="ch" forName="bigCircle"/>
                  <dgm:constr type="ctrY" for="ch" forName="bigCircle" refType="h" fact="0.5"/>
                  <dgm:constr type="w" for="ch" forName="bigCircle" refType="w"/>
                  <dgm:constr type="h" for="ch" forName="bigCircle" refType="w"/>
                  <dgm:constr type="l" for="ch" forName="bigTitle"/>
                  <dgm:constr type="t" for="ch" forName="bigTitle" refType="h" fact="0.1"/>
                  <dgm:constr type="w" for="ch" forName="bigTitle" refType="w"/>
                  <dgm:constr type="h" for="ch" forName="bigTitle" refType="h" fact="0.08"/>
                  <dgm:constr type="ctrX" for="ch" forName="bigConnDot" refType="w" fact="0.5"/>
                  <dgm:constr type="ctrY" for="ch" forName="bigConnDot" refType="h" fact="0.2"/>
                  <dgm:constr type="w" for="ch" forName="bigConnDot" refType="w" fact="0.04"/>
                  <dgm:constr type="h" for="ch" forName="bigConnDot" refType="w" fact="0.04"/>
                  <dgm:constr type="ctrX" for="ch" forName="bigConnLine" refType="w" fact="0.5"/>
                  <dgm:constr type="t" for="ch" forName="bigConnLine" refType="b" refFor="ch" refForName="bigConnDot"/>
                  <dgm:constr type="b" for="ch" forName="bigConnLine" refType="t" refFor="ch" refForName="bigCircle"/>
                  <dgm:constr type="w" for="ch" forName="bigConnLine" refType="w" fact="0.006"/>
                </dgm:constrLst>
              </dgm:else>
            </dgm:choose>
            <dgm:ruleLst/>
            <dgm:layoutNode name="bigAncho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  <dgm:forEach name="Name12" axis="followSib" ptType="sibTrans" hideLastTrans="0" cnt="1">
              <dgm:layoutNode name="bigCircle" styleLbl="node1">
                <dgm:varLst>
                  <dgm:chMax val="0"/>
                  <dgm:bulletEnabled/>
                </dgm:varLst>
                <dgm:alg type="tx">
                  <dgm:param type="txAnchorVert" val="mid"/>
                  <dgm:param type="txAnchorHorzCh" val="ctr"/>
                </dgm:alg>
                <dgm:shape xmlns:r="http://schemas.openxmlformats.org/officeDocument/2006/relationships" type="ellipse" r:blip="" zOrderOff="-99">
                  <dgm:adjLst/>
                </dgm:shape>
                <dgm:presOf axis="self" ptType="sibTrans"/>
                <dgm:constrLst>
                  <dgm:constr type="primFontSz" val="51"/>
                  <dgm:constr type="tMarg" refType="w" fact="0.11"/>
                  <dgm:constr type="lMarg" refType="w" fact="0.11"/>
                  <dgm:constr type="rMarg" refType="w" fact="0.11"/>
                  <dgm:constr type="bMarg" refType="w" fact="0.11"/>
                </dgm:constrLst>
                <dgm:ruleLst>
                  <dgm:rule type="primFontSz" val="14" fact="NaN" max="NaN"/>
                </dgm:ruleLst>
              </dgm:layoutNode>
            </dgm:forEach>
            <dgm:layoutNode name="bigConnDot" styleLbl="alignNode1">
              <dgm:alg type="sp"/>
              <dgm:shape xmlns:r="http://schemas.openxmlformats.org/officeDocument/2006/relationships" type="roundRect" r:blip="">
                <dgm:adjLst>
                  <dgm:adj idx="1" val="0.5"/>
                </dgm:adjLst>
              </dgm:shape>
              <dgm:presOf/>
              <dgm:constrLst/>
              <dgm:ruleLst/>
            </dgm:layoutNode>
            <dgm:layoutNode name="bigConnLine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  <dgm:layoutNode name="bigTitle" styleLbl="revTx">
              <dgm:alg type="tx">
                <dgm:param type="txAnchorVert" val="b"/>
                <dgm:param type="txAnchorVertCh" val="b"/>
                <dgm:param type="txAnchorHorzCh" val="ctr"/>
              </dgm:alg>
              <dgm:shape xmlns:r="http://schemas.openxmlformats.org/officeDocument/2006/relationships" type="rect" r:blip="" hideGeom="1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9" fact="NaN" max="NaN"/>
              </dgm:ruleLst>
            </dgm:layoutNode>
            <dgm:choose name="Name13">
              <dgm:if name="Name14" axis="ch" ptType="node" func="cnt" op="gte" val="1">
                <dgm:layoutNode name="bigDesc" styleLbl="revTx">
                  <dgm:alg type="tx">
                    <dgm:param type="txAnchorVert" val="mid"/>
                    <dgm:param type="txAnchorVertCh" val="mid"/>
                    <dgm:param type="txAnchorHorzCh" val="ctr"/>
                  </dgm:alg>
                  <dgm:shape xmlns:r="http://schemas.openxmlformats.org/officeDocument/2006/relationships" type="rect" r:blip="" hideGeom="1">
                    <dgm:adjLst/>
                  </dgm:shape>
                  <dgm:presOf axis="des" ptType="node"/>
                  <dgm:constrLst>
                    <dgm:constr type="lMarg"/>
                    <dgm:constr type="rMarg"/>
                    <dgm:constr type="tMarg"/>
                    <dgm:constr type="bMarg"/>
                  </dgm:constrLst>
                  <dgm:ruleLst>
                    <dgm:rule type="primFontSz" val="9" fact="NaN" max="NaN"/>
                  </dgm:ruleLst>
                </dgm:layoutNode>
              </dgm:if>
              <dgm:else name="Name15"/>
            </dgm:choose>
          </dgm:layoutNode>
        </dgm:else>
      </dgm:choose>
      <dgm:forEach name="Name1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342D-0B04-1BC9-7160-8F41E1F30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955BC-B238-C489-3D21-7DEC4E79D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B85B1-C6CD-150D-46F5-E8637A6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B4DF7-4A7F-3192-ECE7-86C9F5ED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95415-4B8C-B144-D641-88F8C4F6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7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52E3-358A-77B1-8798-D5D3CF68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35500-5581-065B-BF2A-1879F8954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FE1F6-B90F-7069-BDD4-C5A3FF96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A09D-2494-088F-0E75-DA3272CB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F2B84-193D-3A12-E7C4-1F20420A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8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8522-07A7-AC85-FAF4-E3B60F4B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D4B9B-F4D6-31B6-A112-073802BF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D49D5-96A6-3DA4-128E-CFCD5B33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D90D-4F61-A8D4-592A-4449BC45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B7F3E-2FAD-57F3-6A35-CF59D82C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3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670F-54B7-9536-0DBE-76E6EA64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A1EF-2EFE-B5B9-5187-52D98BF0E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71F4D-6E80-317A-836E-E67960001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ECAC6-E138-7ED7-82E3-8F68B5DF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15083-F04D-CD1B-0686-5A435539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6B142-A375-BB10-DC84-319B9BC2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6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3A3A-EE69-76A2-99BF-3AD58E82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90CA3-1801-3005-2249-EDB902E36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E1120-D77B-E399-0B54-BD7E22AF8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01E88-725E-7C90-F94B-400761219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24258-32A3-2B98-7523-73025CF1F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B03FA5-244B-3323-9B01-7D50990E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17E8E-E334-F2A1-A97A-17DC4BAC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38093C-FD52-B20B-161A-F1190B2E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0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8B90-12F8-2B93-C2B2-6209EF52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5CEE7-B0EC-508F-641C-1E8DE9D2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CB6FF-4D81-2ADE-3191-14E886A4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CBCF2-374B-5ACD-D3D6-8979EBC0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9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859D8-51C7-03D2-B802-23CEE26B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321F8-2489-EB54-E206-7EFE86B5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F7BF8-5247-CAD0-90E9-D0B5A2C9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4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8E7D-1F02-69AB-5366-14595B35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90AF5-6BD2-EAB2-3B04-7A49DA784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D4C9E-D2E1-A005-DEF9-42B6F0D74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6F4F5-104E-8C74-A0A5-0C7FE131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E126C-3A98-1AB1-9BA0-787BCA83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632FD-8D2A-F673-F26B-006FF8FB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8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517B-EB40-A333-F9A2-487AC17F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342A7-C6EF-B782-75AD-6C419EA01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3A410-19F4-47FE-5721-14E24C044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F45EE-3BBD-55E7-2799-BE3611484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3152F-C141-FA00-7040-2073040A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4447D-C082-E36E-10EC-2E1CFDC8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663E-DFBA-B8BA-5AEC-ED66D610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4503D-771E-8AD7-1EB3-FBDF6EF29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83951-3C9D-9431-DB0E-D6FB34BC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95B18-92E6-5C7A-EE02-D2C042B8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8AD40-61B8-9247-7F97-F1FABB95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3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67F7F-5295-C91F-2401-3D7C99628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2EAA7-0790-D56F-5D8C-93A4C577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7EB4B-4AC8-FB5A-1E8A-42533E2A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2231C-0BED-54F3-D50C-ED221E39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A054B-0325-E0F5-8522-76DEE435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6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CBD66-00C7-803B-BA5A-0BCB49C35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DDDF5-D8C7-2120-3AAC-28B8402B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3ABB1-F4C2-DCDC-CD5B-7BFF072C1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29D1E-80CD-46BC-9AAB-AD4ABFBDBB8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991D3-0D0A-3296-EDEE-28D6FDFFC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6DD46-94AF-E074-4AFB-7C768773F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C46EE-90BC-48A3-BA75-53D0CF55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8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5D4890F-DC5A-C947-DBF6-51B259C52D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65014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99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2026-09-06T08:15:07Z</dcterms:created>
  <dcterms:modified xsi:type="dcterms:W3CDTF">2026-09-06T08:15:07Z</dcterms:modified>
</cp:coreProperties>
</file>