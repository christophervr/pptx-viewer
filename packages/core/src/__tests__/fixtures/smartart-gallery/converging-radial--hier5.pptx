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E52B3F-3473-4544-8A82-ED27DC0DD06D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FC0976-C01C-4282-BA00-19D3EEB702CA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EECCD445-3628-45B3-9607-AFB7B0CF9375}" type="parTrans" cxnId="{2B553E5D-43BF-46D7-97B2-CF91E9AC6D00}">
      <dgm:prSet/>
      <dgm:spPr/>
    </dgm:pt>
    <dgm:pt modelId="{55492002-20A8-4139-9390-C846FE0FD4AB}" type="sibTrans" cxnId="{2B553E5D-43BF-46D7-97B2-CF91E9AC6D00}">
      <dgm:prSet/>
      <dgm:spPr/>
    </dgm:pt>
    <dgm:pt modelId="{355B0C66-10E0-41D5-8E13-C758DA4A990C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72E39FCF-8A64-464D-AFB2-85C866C79F0A}" type="parTrans" cxnId="{00A2BC53-3988-43A6-8E4C-94E9A2B9E276}">
      <dgm:prSet/>
      <dgm:spPr/>
    </dgm:pt>
    <dgm:pt modelId="{DCEB72B4-21F6-41C7-BF16-0E7A0F744303}" type="sibTrans" cxnId="{00A2BC53-3988-43A6-8E4C-94E9A2B9E276}">
      <dgm:prSet/>
      <dgm:spPr/>
    </dgm:pt>
    <dgm:pt modelId="{CD2DD7E2-291C-47D3-80FE-4ABC00164759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09AF6E6E-B73D-4EE9-95DB-E6D5E5E1C9E2}" type="parTrans" cxnId="{93BE27A7-E10A-4C67-B7C7-F18A618CDF8B}">
      <dgm:prSet/>
      <dgm:spPr/>
    </dgm:pt>
    <dgm:pt modelId="{552485C9-4824-43CB-B8F1-2092718E6235}" type="sibTrans" cxnId="{93BE27A7-E10A-4C67-B7C7-F18A618CDF8B}">
      <dgm:prSet/>
      <dgm:spPr/>
    </dgm:pt>
    <dgm:pt modelId="{A7A1683C-1DDA-44AD-946B-661360478350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BD4ED4CD-39E7-4EFB-8FD4-454E785BB5F2}" type="parTrans" cxnId="{9C1C64B6-B1CB-4492-A176-57C6CEEA267E}">
      <dgm:prSet/>
      <dgm:spPr/>
    </dgm:pt>
    <dgm:pt modelId="{DC2089CE-726C-4470-8887-EF365C90E232}" type="sibTrans" cxnId="{9C1C64B6-B1CB-4492-A176-57C6CEEA267E}">
      <dgm:prSet/>
      <dgm:spPr/>
    </dgm:pt>
    <dgm:pt modelId="{3A3AADB0-5385-4574-9326-844EE90333A6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09732F66-F821-4345-B8F4-F057D8303CB8}" type="parTrans" cxnId="{3B588C6E-E855-48F4-B562-802CBC0CC49E}">
      <dgm:prSet/>
      <dgm:spPr/>
    </dgm:pt>
    <dgm:pt modelId="{A2E0130A-2BA8-4E58-9FC7-7BC64F320A43}" type="sibTrans" cxnId="{3B588C6E-E855-48F4-B562-802CBC0CC49E}">
      <dgm:prSet/>
      <dgm:spPr/>
    </dgm:pt>
    <dgm:pt modelId="{1D9AFBB4-4333-4D4E-81C4-1C7A56F567AA}" type="pres">
      <dgm:prSet presAssocID="{1AE52B3F-3473-4544-8A82-ED27DC0DD06D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FBB7006-ABC5-42BF-B454-A26A785BB64B}" type="pres">
      <dgm:prSet presAssocID="{ECFC0976-C01C-4282-BA00-19D3EEB702CA}" presName="centerShape" presStyleLbl="node0" presStyleIdx="0" presStyleCnt="1"/>
      <dgm:spPr/>
    </dgm:pt>
    <dgm:pt modelId="{2CB81C58-C176-4422-8A8F-39413770E9B2}" type="pres">
      <dgm:prSet presAssocID="{72E39FCF-8A64-464D-AFB2-85C866C79F0A}" presName="parTrans" presStyleLbl="bgSibTrans2D1" presStyleIdx="0" presStyleCnt="3"/>
      <dgm:spPr/>
    </dgm:pt>
    <dgm:pt modelId="{CAE49600-A97E-44C2-AD8E-7722E147C963}" type="pres">
      <dgm:prSet presAssocID="{355B0C66-10E0-41D5-8E13-C758DA4A990C}" presName="node" presStyleLbl="node1" presStyleIdx="0" presStyleCnt="3">
        <dgm:presLayoutVars>
          <dgm:bulletEnabled val="1"/>
        </dgm:presLayoutVars>
      </dgm:prSet>
      <dgm:spPr/>
    </dgm:pt>
    <dgm:pt modelId="{00792867-E792-4333-A5A7-C498FD361D0F}" type="pres">
      <dgm:prSet presAssocID="{09AF6E6E-B73D-4EE9-95DB-E6D5E5E1C9E2}" presName="parTrans" presStyleLbl="bgSibTrans2D1" presStyleIdx="1" presStyleCnt="3"/>
      <dgm:spPr/>
    </dgm:pt>
    <dgm:pt modelId="{97FE91A2-534E-4443-8B43-7E903A52FA7B}" type="pres">
      <dgm:prSet presAssocID="{CD2DD7E2-291C-47D3-80FE-4ABC00164759}" presName="node" presStyleLbl="node1" presStyleIdx="1" presStyleCnt="3">
        <dgm:presLayoutVars>
          <dgm:bulletEnabled val="1"/>
        </dgm:presLayoutVars>
      </dgm:prSet>
      <dgm:spPr/>
    </dgm:pt>
    <dgm:pt modelId="{AF8164D1-1AF4-48DE-A910-8723FEB9A814}" type="pres">
      <dgm:prSet presAssocID="{BD4ED4CD-39E7-4EFB-8FD4-454E785BB5F2}" presName="parTrans" presStyleLbl="bgSibTrans2D1" presStyleIdx="2" presStyleCnt="3"/>
      <dgm:spPr/>
    </dgm:pt>
    <dgm:pt modelId="{4AA70601-3A28-44BF-9FAF-370A79F3AB14}" type="pres">
      <dgm:prSet presAssocID="{A7A1683C-1DDA-44AD-946B-661360478350}" presName="node" presStyleLbl="node1" presStyleIdx="2" presStyleCnt="3">
        <dgm:presLayoutVars>
          <dgm:bulletEnabled val="1"/>
        </dgm:presLayoutVars>
      </dgm:prSet>
      <dgm:spPr/>
    </dgm:pt>
  </dgm:ptLst>
  <dgm:cxnLst>
    <dgm:cxn modelId="{FA2FD90F-4115-4C59-93E0-E0C34B31B17A}" type="presOf" srcId="{09AF6E6E-B73D-4EE9-95DB-E6D5E5E1C9E2}" destId="{00792867-E792-4333-A5A7-C498FD361D0F}" srcOrd="0" destOrd="0" presId="urn:microsoft.com/office/officeart/2005/8/layout/radial4"/>
    <dgm:cxn modelId="{777CF214-0B78-4DBC-97E0-C9A3D5199416}" type="presOf" srcId="{A7A1683C-1DDA-44AD-946B-661360478350}" destId="{4AA70601-3A28-44BF-9FAF-370A79F3AB14}" srcOrd="0" destOrd="0" presId="urn:microsoft.com/office/officeart/2005/8/layout/radial4"/>
    <dgm:cxn modelId="{2B553E5D-43BF-46D7-97B2-CF91E9AC6D00}" srcId="{1AE52B3F-3473-4544-8A82-ED27DC0DD06D}" destId="{ECFC0976-C01C-4282-BA00-19D3EEB702CA}" srcOrd="0" destOrd="0" parTransId="{EECCD445-3628-45B3-9607-AFB7B0CF9375}" sibTransId="{55492002-20A8-4139-9390-C846FE0FD4AB}"/>
    <dgm:cxn modelId="{5A2A2368-191E-4371-8E07-08B539D3B0AA}" type="presOf" srcId="{CD2DD7E2-291C-47D3-80FE-4ABC00164759}" destId="{97FE91A2-534E-4443-8B43-7E903A52FA7B}" srcOrd="0" destOrd="0" presId="urn:microsoft.com/office/officeart/2005/8/layout/radial4"/>
    <dgm:cxn modelId="{3B588C6E-E855-48F4-B562-802CBC0CC49E}" srcId="{A7A1683C-1DDA-44AD-946B-661360478350}" destId="{3A3AADB0-5385-4574-9326-844EE90333A6}" srcOrd="0" destOrd="0" parTransId="{09732F66-F821-4345-B8F4-F057D8303CB8}" sibTransId="{A2E0130A-2BA8-4E58-9FC7-7BC64F320A43}"/>
    <dgm:cxn modelId="{0295156F-478D-4C44-9823-97F5113C5D41}" type="presOf" srcId="{355B0C66-10E0-41D5-8E13-C758DA4A990C}" destId="{CAE49600-A97E-44C2-AD8E-7722E147C963}" srcOrd="0" destOrd="0" presId="urn:microsoft.com/office/officeart/2005/8/layout/radial4"/>
    <dgm:cxn modelId="{00A2BC53-3988-43A6-8E4C-94E9A2B9E276}" srcId="{ECFC0976-C01C-4282-BA00-19D3EEB702CA}" destId="{355B0C66-10E0-41D5-8E13-C758DA4A990C}" srcOrd="0" destOrd="0" parTransId="{72E39FCF-8A64-464D-AFB2-85C866C79F0A}" sibTransId="{DCEB72B4-21F6-41C7-BF16-0E7A0F744303}"/>
    <dgm:cxn modelId="{E3AEF585-2DC6-439A-A386-513B97CCB369}" type="presOf" srcId="{1AE52B3F-3473-4544-8A82-ED27DC0DD06D}" destId="{1D9AFBB4-4333-4D4E-81C4-1C7A56F567AA}" srcOrd="0" destOrd="0" presId="urn:microsoft.com/office/officeart/2005/8/layout/radial4"/>
    <dgm:cxn modelId="{8FEE9E86-E0E6-4F44-8080-5AB7D7678ED5}" type="presOf" srcId="{BD4ED4CD-39E7-4EFB-8FD4-454E785BB5F2}" destId="{AF8164D1-1AF4-48DE-A910-8723FEB9A814}" srcOrd="0" destOrd="0" presId="urn:microsoft.com/office/officeart/2005/8/layout/radial4"/>
    <dgm:cxn modelId="{93BE27A7-E10A-4C67-B7C7-F18A618CDF8B}" srcId="{ECFC0976-C01C-4282-BA00-19D3EEB702CA}" destId="{CD2DD7E2-291C-47D3-80FE-4ABC00164759}" srcOrd="1" destOrd="0" parTransId="{09AF6E6E-B73D-4EE9-95DB-E6D5E5E1C9E2}" sibTransId="{552485C9-4824-43CB-B8F1-2092718E6235}"/>
    <dgm:cxn modelId="{03D596AF-D23C-403B-BC0F-47E151483846}" type="presOf" srcId="{3A3AADB0-5385-4574-9326-844EE90333A6}" destId="{4AA70601-3A28-44BF-9FAF-370A79F3AB14}" srcOrd="0" destOrd="1" presId="urn:microsoft.com/office/officeart/2005/8/layout/radial4"/>
    <dgm:cxn modelId="{9C1C64B6-B1CB-4492-A176-57C6CEEA267E}" srcId="{ECFC0976-C01C-4282-BA00-19D3EEB702CA}" destId="{A7A1683C-1DDA-44AD-946B-661360478350}" srcOrd="2" destOrd="0" parTransId="{BD4ED4CD-39E7-4EFB-8FD4-454E785BB5F2}" sibTransId="{DC2089CE-726C-4470-8887-EF365C90E232}"/>
    <dgm:cxn modelId="{0B1560C4-06E7-4431-B010-AF03190AA543}" type="presOf" srcId="{ECFC0976-C01C-4282-BA00-19D3EEB702CA}" destId="{3FBB7006-ABC5-42BF-B454-A26A785BB64B}" srcOrd="0" destOrd="0" presId="urn:microsoft.com/office/officeart/2005/8/layout/radial4"/>
    <dgm:cxn modelId="{D2E1DCE9-C71B-4A05-B08F-53F8520339A5}" type="presOf" srcId="{72E39FCF-8A64-464D-AFB2-85C866C79F0A}" destId="{2CB81C58-C176-4422-8A8F-39413770E9B2}" srcOrd="0" destOrd="0" presId="urn:microsoft.com/office/officeart/2005/8/layout/radial4"/>
    <dgm:cxn modelId="{BA3FC14D-43FC-49FE-84D9-CF9F35312201}" type="presParOf" srcId="{1D9AFBB4-4333-4D4E-81C4-1C7A56F567AA}" destId="{3FBB7006-ABC5-42BF-B454-A26A785BB64B}" srcOrd="0" destOrd="0" presId="urn:microsoft.com/office/officeart/2005/8/layout/radial4"/>
    <dgm:cxn modelId="{5054CA02-4E2B-4138-BF0F-7A891C8B1DF1}" type="presParOf" srcId="{1D9AFBB4-4333-4D4E-81C4-1C7A56F567AA}" destId="{2CB81C58-C176-4422-8A8F-39413770E9B2}" srcOrd="1" destOrd="0" presId="urn:microsoft.com/office/officeart/2005/8/layout/radial4"/>
    <dgm:cxn modelId="{7D0754DF-3357-461E-8671-8C1949109E38}" type="presParOf" srcId="{1D9AFBB4-4333-4D4E-81C4-1C7A56F567AA}" destId="{CAE49600-A97E-44C2-AD8E-7722E147C963}" srcOrd="2" destOrd="0" presId="urn:microsoft.com/office/officeart/2005/8/layout/radial4"/>
    <dgm:cxn modelId="{7C93C2DC-4D9D-466F-A4B5-493172171C09}" type="presParOf" srcId="{1D9AFBB4-4333-4D4E-81C4-1C7A56F567AA}" destId="{00792867-E792-4333-A5A7-C498FD361D0F}" srcOrd="3" destOrd="0" presId="urn:microsoft.com/office/officeart/2005/8/layout/radial4"/>
    <dgm:cxn modelId="{2FDD8B26-C86C-4A39-972A-92BD0FFF6588}" type="presParOf" srcId="{1D9AFBB4-4333-4D4E-81C4-1C7A56F567AA}" destId="{97FE91A2-534E-4443-8B43-7E903A52FA7B}" srcOrd="4" destOrd="0" presId="urn:microsoft.com/office/officeart/2005/8/layout/radial4"/>
    <dgm:cxn modelId="{9E75A87B-76A7-4D89-BFC2-985CF73BD357}" type="presParOf" srcId="{1D9AFBB4-4333-4D4E-81C4-1C7A56F567AA}" destId="{AF8164D1-1AF4-48DE-A910-8723FEB9A814}" srcOrd="5" destOrd="0" presId="urn:microsoft.com/office/officeart/2005/8/layout/radial4"/>
    <dgm:cxn modelId="{143D6BBE-51DA-42B1-B635-2A1A408BC6DF}" type="presParOf" srcId="{1D9AFBB4-4333-4D4E-81C4-1C7A56F567AA}" destId="{4AA70601-3A28-44BF-9FAF-370A79F3AB14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BB7006-ABC5-42BF-B454-A26A785BB64B}">
      <dsp:nvSpPr>
        <dsp:cNvPr id="0" name=""/>
        <dsp:cNvSpPr/>
      </dsp:nvSpPr>
      <dsp:spPr>
        <a:xfrm>
          <a:off x="3013075" y="2848028"/>
          <a:ext cx="2228850" cy="22288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Node One</a:t>
          </a:r>
        </a:p>
      </dsp:txBody>
      <dsp:txXfrm>
        <a:off x="3339483" y="3174436"/>
        <a:ext cx="1576034" cy="1576034"/>
      </dsp:txXfrm>
    </dsp:sp>
    <dsp:sp modelId="{2CB81C58-C176-4422-8A8F-39413770E9B2}">
      <dsp:nvSpPr>
        <dsp:cNvPr id="0" name=""/>
        <dsp:cNvSpPr/>
      </dsp:nvSpPr>
      <dsp:spPr>
        <a:xfrm rot="12900000">
          <a:off x="1407271" y="2401133"/>
          <a:ext cx="1888056" cy="63522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49600-A97E-44C2-AD8E-7722E147C963}">
      <dsp:nvSpPr>
        <dsp:cNvPr id="0" name=""/>
        <dsp:cNvSpPr/>
      </dsp:nvSpPr>
      <dsp:spPr>
        <a:xfrm>
          <a:off x="519293" y="1330309"/>
          <a:ext cx="2117407" cy="16939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55245" rIns="55245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Two has a longer label</a:t>
          </a:r>
        </a:p>
      </dsp:txBody>
      <dsp:txXfrm>
        <a:off x="568906" y="1379922"/>
        <a:ext cx="2018181" cy="1594700"/>
      </dsp:txXfrm>
    </dsp:sp>
    <dsp:sp modelId="{00792867-E792-4333-A5A7-C498FD361D0F}">
      <dsp:nvSpPr>
        <dsp:cNvPr id="0" name=""/>
        <dsp:cNvSpPr/>
      </dsp:nvSpPr>
      <dsp:spPr>
        <a:xfrm rot="16200000">
          <a:off x="3183471" y="1476501"/>
          <a:ext cx="1888056" cy="63522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E91A2-534E-4443-8B43-7E903A52FA7B}">
      <dsp:nvSpPr>
        <dsp:cNvPr id="0" name=""/>
        <dsp:cNvSpPr/>
      </dsp:nvSpPr>
      <dsp:spPr>
        <a:xfrm>
          <a:off x="3068796" y="3121"/>
          <a:ext cx="2117407" cy="16939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55245" rIns="55245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Three</a:t>
          </a:r>
        </a:p>
      </dsp:txBody>
      <dsp:txXfrm>
        <a:off x="3118409" y="52734"/>
        <a:ext cx="2018181" cy="1594700"/>
      </dsp:txXfrm>
    </dsp:sp>
    <dsp:sp modelId="{AF8164D1-1AF4-48DE-A910-8723FEB9A814}">
      <dsp:nvSpPr>
        <dsp:cNvPr id="0" name=""/>
        <dsp:cNvSpPr/>
      </dsp:nvSpPr>
      <dsp:spPr>
        <a:xfrm rot="19500000">
          <a:off x="4959672" y="2401133"/>
          <a:ext cx="1888056" cy="63522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70601-3A28-44BF-9FAF-370A79F3AB14}">
      <dsp:nvSpPr>
        <dsp:cNvPr id="0" name=""/>
        <dsp:cNvSpPr/>
      </dsp:nvSpPr>
      <dsp:spPr>
        <a:xfrm>
          <a:off x="5618298" y="1330309"/>
          <a:ext cx="2117407" cy="16939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55245" rIns="55245" bIns="55245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Four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Node Five</a:t>
          </a:r>
        </a:p>
      </dsp:txBody>
      <dsp:txXfrm>
        <a:off x="5667911" y="1379922"/>
        <a:ext cx="2018181" cy="1594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BF5E3-4A43-31A7-54F4-9F534B04A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E03C3D-4969-63FF-588E-75235AD24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DFD54-EFA7-4FA6-05EB-2DC67F887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375E7-7AA1-45AA-B611-DD44CB4296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50972-BA18-512B-EABC-22E3E4716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228C1-692E-C6CC-D6FB-D780B814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10C-B5F3-42C4-8BEB-D27B9110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2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86EA-24D0-4E07-BF77-ACA945E07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C62E-DF86-BD38-6CF7-06B43B71D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7D388-BBF7-B3F1-98F9-411578549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375E7-7AA1-45AA-B611-DD44CB4296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2B514-3B99-3361-C54D-CFAC480B1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E5A7D-3EA7-8411-D666-6DFD91D9E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10C-B5F3-42C4-8BEB-D27B9110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30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859E-3D2F-7CEB-EBF0-6B2AE5ED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7116B-E8AD-FD8B-16F9-2B0C9AC36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C2BDE-C930-CD30-AA48-0563DE59F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375E7-7AA1-45AA-B611-DD44CB4296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FC14A-E533-25EE-E8BB-538FEC62F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70EE5-1FAC-D4C2-1066-541574FB2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10C-B5F3-42C4-8BEB-D27B9110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7A01-ED91-5714-7E2B-DC7F80954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F9E6D-B270-579D-3F96-D1CBFB04D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AA6F0-A2BE-7ACB-BA81-D3AFF4473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D3DB0-182E-8902-1E81-6EEBACF1A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375E7-7AA1-45AA-B611-DD44CB4296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AD2D3-8CF1-3592-9C80-93307F86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845E8-27C8-44DA-9427-8BC4370F9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10C-B5F3-42C4-8BEB-D27B9110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8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E5F2C-F7C9-CE60-D113-92FF28788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22028-B1B7-C447-2819-7C7171A97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C0FA9-F613-82ED-16F5-EB958C8BB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19218-C0F9-709D-67AC-091C215EB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6A70B7-1B2B-7049-2D29-3F7DF8AE5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3D975C-C4C1-356A-A6CA-E0F915A01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375E7-7AA1-45AA-B611-DD44CB4296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5BFDD5-D9BC-0A65-19A4-839B34BE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7C25F-618E-494B-7EAB-D1C4286E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10C-B5F3-42C4-8BEB-D27B9110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775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662F9-3AC6-C187-6699-F63B83820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9F33AD-E9F4-AE75-C6A0-256ADA22A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375E7-7AA1-45AA-B611-DD44CB4296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7B3E4-A083-BAAF-35D0-2579FE736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41DDD-15B9-001A-5533-77FFFF3B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10C-B5F3-42C4-8BEB-D27B9110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4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77C993-DC4A-ED3A-D12D-094DAF2FF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375E7-7AA1-45AA-B611-DD44CB4296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178F0-1604-82FC-E7AF-F9D1ED65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7C300-FBBA-C470-F904-2829B6BCF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10C-B5F3-42C4-8BEB-D27B9110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86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5F7B-ADE0-3059-028B-F1CE3435F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CF742-6192-4B2B-60C8-3FB48A9BF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F7C2D-84A8-6E77-795D-481C52CE0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6B50E-9DF0-1375-7638-6A5E03DD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375E7-7AA1-45AA-B611-DD44CB4296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3FA41-51D1-D318-C948-9CB0BF9E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D0A89-E9D7-CF38-BB10-E5D6489B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10C-B5F3-42C4-8BEB-D27B9110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8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251CB-B963-4E6D-5A84-B422D2C2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EEA404-20FB-76FB-B17B-DD4B32AF91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9CBF2-0C9F-8E14-3EAE-2CB9B857F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C3575-CF42-F8B4-75D3-17713B6F5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375E7-7AA1-45AA-B611-DD44CB4296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A86A-D8D1-0919-2534-D4213FF8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1F9A9-3542-D536-0B83-F362FF06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10C-B5F3-42C4-8BEB-D27B9110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17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FE2B2-D5DB-48FD-8DD4-931091ED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18960-32D3-5434-2FE3-9D83424EC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79377-2768-9623-C29C-4A79E8573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375E7-7AA1-45AA-B611-DD44CB4296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D5CEC-AF38-F403-EAFE-D3398010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3E3A2-4121-044C-4342-49318D01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10C-B5F3-42C4-8BEB-D27B9110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08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1CB873-0F30-D9AE-96C0-CC554641A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A9815-0754-9BA9-8B3D-14FC0527B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F0B53-6416-5B1A-028F-3481C27FA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375E7-7AA1-45AA-B611-DD44CB4296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2B7-713F-5630-52BD-977EDE59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EB4C2-51A0-199D-3392-F64719ED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C10C-B5F3-42C4-8BEB-D27B9110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32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7F4A97-1968-B3D3-5AC2-4629FAC7D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BD7B6-231A-A1D6-03EA-825166433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3650D-DD2E-D314-3729-884A87B640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375E7-7AA1-45AA-B611-DD44CB4296A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4F378-F666-3C36-76D7-B5645AC68F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F3D6F-24DB-B43E-4CAB-CC1DF9C11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0C10C-B5F3-42C4-8BEB-D27B91101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71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B6D7C10-B30A-8D6C-FE3B-A12F6FC9EF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087789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956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2026-09-06T08:14:40Z</dcterms:created>
  <dcterms:modified xsi:type="dcterms:W3CDTF">2026-09-06T08:14:40Z</dcterms:modified>
</cp:coreProperties>
</file>