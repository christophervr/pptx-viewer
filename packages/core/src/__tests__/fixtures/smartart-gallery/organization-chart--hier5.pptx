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E332A-0EAD-4E2A-A4FE-6824F23230D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071FBA-0F23-4420-B975-4B5FCF19DC6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D56062B-935A-4989-98BB-6113CE42DE0B}" type="parTrans" cxnId="{FE53F303-6041-4C76-B42F-E690E5A59356}">
      <dgm:prSet/>
      <dgm:spPr/>
    </dgm:pt>
    <dgm:pt modelId="{2C714A3C-5E3F-4CEC-A479-73FBCFFFFAA0}" type="sibTrans" cxnId="{FE53F303-6041-4C76-B42F-E690E5A59356}">
      <dgm:prSet/>
      <dgm:spPr/>
    </dgm:pt>
    <dgm:pt modelId="{2F87446E-EBD9-4573-92B4-30FC5600C54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B4B7EAB9-0596-4646-A00F-142F96E933EB}" type="parTrans" cxnId="{D5B822AE-3833-4C67-AE38-875E0E32F6EF}">
      <dgm:prSet/>
      <dgm:spPr/>
    </dgm:pt>
    <dgm:pt modelId="{D61493F0-02C1-4F88-9B0E-B6B908CAF56A}" type="sibTrans" cxnId="{D5B822AE-3833-4C67-AE38-875E0E32F6EF}">
      <dgm:prSet/>
      <dgm:spPr/>
    </dgm:pt>
    <dgm:pt modelId="{4F80303C-EAC1-4E79-B4F6-D14A58BCBCE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99F2C45-8E30-4B09-9FFE-52A1D2CF0BBB}" type="parTrans" cxnId="{22CB559C-60BE-4654-BDA4-D20865565920}">
      <dgm:prSet/>
      <dgm:spPr/>
    </dgm:pt>
    <dgm:pt modelId="{C8398FA4-705B-4DC0-8808-88711B7588AD}" type="sibTrans" cxnId="{22CB559C-60BE-4654-BDA4-D20865565920}">
      <dgm:prSet/>
      <dgm:spPr/>
    </dgm:pt>
    <dgm:pt modelId="{CDFBA277-92A6-4375-8DF1-F82D7C3CD6E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D31C5138-44DF-483D-9E69-4D0BC8CF01C9}" type="parTrans" cxnId="{AFED3559-5E06-4CC3-BB38-6EA5BE82FD05}">
      <dgm:prSet/>
      <dgm:spPr/>
    </dgm:pt>
    <dgm:pt modelId="{5F4106E5-1725-4375-AA84-DFE56FED6D75}" type="sibTrans" cxnId="{AFED3559-5E06-4CC3-BB38-6EA5BE82FD05}">
      <dgm:prSet/>
      <dgm:spPr/>
    </dgm:pt>
    <dgm:pt modelId="{E841C80A-BE1B-4BE2-8EE0-E79271149D54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AB0D0D5-6F28-4A35-B880-355618AB71D7}" type="parTrans" cxnId="{6B481B91-4313-4266-83B7-62DC58DE2B2A}">
      <dgm:prSet/>
      <dgm:spPr/>
    </dgm:pt>
    <dgm:pt modelId="{AB7B6D51-B42F-4721-B843-7EE9A8CC8AFE}" type="sibTrans" cxnId="{6B481B91-4313-4266-83B7-62DC58DE2B2A}">
      <dgm:prSet/>
      <dgm:spPr/>
    </dgm:pt>
    <dgm:pt modelId="{328F7B82-1DDD-4E1C-875A-760289863517}" type="pres">
      <dgm:prSet presAssocID="{89EE332A-0EAD-4E2A-A4FE-6824F23230D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BC193C7-3C9D-44F1-B46C-3ACD2D396B05}" type="pres">
      <dgm:prSet presAssocID="{91071FBA-0F23-4420-B975-4B5FCF19DC62}" presName="hierRoot1" presStyleCnt="0">
        <dgm:presLayoutVars>
          <dgm:hierBranch val="init"/>
        </dgm:presLayoutVars>
      </dgm:prSet>
      <dgm:spPr/>
    </dgm:pt>
    <dgm:pt modelId="{A7985548-C555-43B8-AAA6-E5417688140F}" type="pres">
      <dgm:prSet presAssocID="{91071FBA-0F23-4420-B975-4B5FCF19DC62}" presName="rootComposite1" presStyleCnt="0"/>
      <dgm:spPr/>
    </dgm:pt>
    <dgm:pt modelId="{C1F1388B-8DCC-4FD9-9A47-1F42F6607C1D}" type="pres">
      <dgm:prSet presAssocID="{91071FBA-0F23-4420-B975-4B5FCF19DC62}" presName="rootText1" presStyleLbl="node0" presStyleIdx="0" presStyleCnt="1">
        <dgm:presLayoutVars>
          <dgm:chPref val="3"/>
        </dgm:presLayoutVars>
      </dgm:prSet>
      <dgm:spPr/>
    </dgm:pt>
    <dgm:pt modelId="{C6DD3650-A251-4C7F-9A18-5601CE807365}" type="pres">
      <dgm:prSet presAssocID="{91071FBA-0F23-4420-B975-4B5FCF19DC62}" presName="rootConnector1" presStyleLbl="node1" presStyleIdx="0" presStyleCnt="0"/>
      <dgm:spPr/>
    </dgm:pt>
    <dgm:pt modelId="{6499BC90-56F3-4BC7-A4FD-E3BEA037A7E8}" type="pres">
      <dgm:prSet presAssocID="{91071FBA-0F23-4420-B975-4B5FCF19DC62}" presName="hierChild2" presStyleCnt="0"/>
      <dgm:spPr/>
    </dgm:pt>
    <dgm:pt modelId="{8113EC05-396B-4486-8F4C-BD30325D8870}" type="pres">
      <dgm:prSet presAssocID="{B4B7EAB9-0596-4646-A00F-142F96E933EB}" presName="Name37" presStyleLbl="parChTrans1D2" presStyleIdx="0" presStyleCnt="2"/>
      <dgm:spPr/>
    </dgm:pt>
    <dgm:pt modelId="{B9CDB75E-4263-4E2A-91F2-F0C9085BC3F4}" type="pres">
      <dgm:prSet presAssocID="{2F87446E-EBD9-4573-92B4-30FC5600C548}" presName="hierRoot2" presStyleCnt="0">
        <dgm:presLayoutVars>
          <dgm:hierBranch val="init"/>
        </dgm:presLayoutVars>
      </dgm:prSet>
      <dgm:spPr/>
    </dgm:pt>
    <dgm:pt modelId="{831C9692-935D-4EB6-9D57-0C7C22A437C9}" type="pres">
      <dgm:prSet presAssocID="{2F87446E-EBD9-4573-92B4-30FC5600C548}" presName="rootComposite" presStyleCnt="0"/>
      <dgm:spPr/>
    </dgm:pt>
    <dgm:pt modelId="{39E1D960-81C8-486B-9764-363DC4FF812A}" type="pres">
      <dgm:prSet presAssocID="{2F87446E-EBD9-4573-92B4-30FC5600C548}" presName="rootText" presStyleLbl="node2" presStyleIdx="0" presStyleCnt="2">
        <dgm:presLayoutVars>
          <dgm:chPref val="3"/>
        </dgm:presLayoutVars>
      </dgm:prSet>
      <dgm:spPr/>
    </dgm:pt>
    <dgm:pt modelId="{BAEF1D02-D51F-45F4-B8AE-900062264578}" type="pres">
      <dgm:prSet presAssocID="{2F87446E-EBD9-4573-92B4-30FC5600C548}" presName="rootConnector" presStyleLbl="node2" presStyleIdx="0" presStyleCnt="2"/>
      <dgm:spPr/>
    </dgm:pt>
    <dgm:pt modelId="{238D252A-17F7-404E-BF06-56F1FE8AE178}" type="pres">
      <dgm:prSet presAssocID="{2F87446E-EBD9-4573-92B4-30FC5600C548}" presName="hierChild4" presStyleCnt="0"/>
      <dgm:spPr/>
    </dgm:pt>
    <dgm:pt modelId="{99D4112A-7E0E-459D-8140-4A81FA162377}" type="pres">
      <dgm:prSet presAssocID="{8AB0D0D5-6F28-4A35-B880-355618AB71D7}" presName="Name37" presStyleLbl="parChTrans1D3" presStyleIdx="0" presStyleCnt="2"/>
      <dgm:spPr/>
    </dgm:pt>
    <dgm:pt modelId="{1C97556E-0569-4DD4-9C5B-18B61BF91C5F}" type="pres">
      <dgm:prSet presAssocID="{E841C80A-BE1B-4BE2-8EE0-E79271149D54}" presName="hierRoot2" presStyleCnt="0">
        <dgm:presLayoutVars>
          <dgm:hierBranch val="init"/>
        </dgm:presLayoutVars>
      </dgm:prSet>
      <dgm:spPr/>
    </dgm:pt>
    <dgm:pt modelId="{FC7CB518-14AD-4BD6-9BF0-9A9B0AA81178}" type="pres">
      <dgm:prSet presAssocID="{E841C80A-BE1B-4BE2-8EE0-E79271149D54}" presName="rootComposite" presStyleCnt="0"/>
      <dgm:spPr/>
    </dgm:pt>
    <dgm:pt modelId="{0E9AFE1D-1234-4188-B11D-6923F6C98F87}" type="pres">
      <dgm:prSet presAssocID="{E841C80A-BE1B-4BE2-8EE0-E79271149D54}" presName="rootText" presStyleLbl="node3" presStyleIdx="0" presStyleCnt="2">
        <dgm:presLayoutVars>
          <dgm:chPref val="3"/>
        </dgm:presLayoutVars>
      </dgm:prSet>
      <dgm:spPr/>
    </dgm:pt>
    <dgm:pt modelId="{838EF798-A47F-48AB-A702-F50C2E250A76}" type="pres">
      <dgm:prSet presAssocID="{E841C80A-BE1B-4BE2-8EE0-E79271149D54}" presName="rootConnector" presStyleLbl="node3" presStyleIdx="0" presStyleCnt="2"/>
      <dgm:spPr/>
    </dgm:pt>
    <dgm:pt modelId="{BF16EBD1-F720-44E7-9ED0-F1030DC3BCC6}" type="pres">
      <dgm:prSet presAssocID="{E841C80A-BE1B-4BE2-8EE0-E79271149D54}" presName="hierChild4" presStyleCnt="0"/>
      <dgm:spPr/>
    </dgm:pt>
    <dgm:pt modelId="{58208064-8BF7-42B2-9D86-2076DE94454B}" type="pres">
      <dgm:prSet presAssocID="{E841C80A-BE1B-4BE2-8EE0-E79271149D54}" presName="hierChild5" presStyleCnt="0"/>
      <dgm:spPr/>
    </dgm:pt>
    <dgm:pt modelId="{A1C84B5B-3BFE-41B2-A7CF-C408274AB254}" type="pres">
      <dgm:prSet presAssocID="{2F87446E-EBD9-4573-92B4-30FC5600C548}" presName="hierChild5" presStyleCnt="0"/>
      <dgm:spPr/>
    </dgm:pt>
    <dgm:pt modelId="{C7B35F35-409B-4A78-845D-7BC3489497FF}" type="pres">
      <dgm:prSet presAssocID="{399F2C45-8E30-4B09-9FFE-52A1D2CF0BBB}" presName="Name37" presStyleLbl="parChTrans1D2" presStyleIdx="1" presStyleCnt="2"/>
      <dgm:spPr/>
    </dgm:pt>
    <dgm:pt modelId="{17EDBC9D-4A75-45B9-A610-5B3A1730FA00}" type="pres">
      <dgm:prSet presAssocID="{4F80303C-EAC1-4E79-B4F6-D14A58BCBCE4}" presName="hierRoot2" presStyleCnt="0">
        <dgm:presLayoutVars>
          <dgm:hierBranch val="init"/>
        </dgm:presLayoutVars>
      </dgm:prSet>
      <dgm:spPr/>
    </dgm:pt>
    <dgm:pt modelId="{7CCBEFB5-1399-40CC-BB0C-B7D22F5D3069}" type="pres">
      <dgm:prSet presAssocID="{4F80303C-EAC1-4E79-B4F6-D14A58BCBCE4}" presName="rootComposite" presStyleCnt="0"/>
      <dgm:spPr/>
    </dgm:pt>
    <dgm:pt modelId="{96E9334A-D6C4-4587-819A-8FEBDB7A20C1}" type="pres">
      <dgm:prSet presAssocID="{4F80303C-EAC1-4E79-B4F6-D14A58BCBCE4}" presName="rootText" presStyleLbl="node2" presStyleIdx="1" presStyleCnt="2">
        <dgm:presLayoutVars>
          <dgm:chPref val="3"/>
        </dgm:presLayoutVars>
      </dgm:prSet>
      <dgm:spPr/>
    </dgm:pt>
    <dgm:pt modelId="{E5D2CC76-D029-40C8-A61D-37F89ECC4466}" type="pres">
      <dgm:prSet presAssocID="{4F80303C-EAC1-4E79-B4F6-D14A58BCBCE4}" presName="rootConnector" presStyleLbl="node2" presStyleIdx="1" presStyleCnt="2"/>
      <dgm:spPr/>
    </dgm:pt>
    <dgm:pt modelId="{829AF7A5-6103-4812-87DE-19FC3BCD039D}" type="pres">
      <dgm:prSet presAssocID="{4F80303C-EAC1-4E79-B4F6-D14A58BCBCE4}" presName="hierChild4" presStyleCnt="0"/>
      <dgm:spPr/>
    </dgm:pt>
    <dgm:pt modelId="{2E5C7B48-074C-41BB-BB37-8D2DA58F2A6E}" type="pres">
      <dgm:prSet presAssocID="{D31C5138-44DF-483D-9E69-4D0BC8CF01C9}" presName="Name37" presStyleLbl="parChTrans1D3" presStyleIdx="1" presStyleCnt="2"/>
      <dgm:spPr/>
    </dgm:pt>
    <dgm:pt modelId="{3E7C27AF-624B-4333-AEAD-A22A49409DF5}" type="pres">
      <dgm:prSet presAssocID="{CDFBA277-92A6-4375-8DF1-F82D7C3CD6E5}" presName="hierRoot2" presStyleCnt="0">
        <dgm:presLayoutVars>
          <dgm:hierBranch val="init"/>
        </dgm:presLayoutVars>
      </dgm:prSet>
      <dgm:spPr/>
    </dgm:pt>
    <dgm:pt modelId="{3336B5F2-17BF-4EE9-AD08-15D47E254DAE}" type="pres">
      <dgm:prSet presAssocID="{CDFBA277-92A6-4375-8DF1-F82D7C3CD6E5}" presName="rootComposite" presStyleCnt="0"/>
      <dgm:spPr/>
    </dgm:pt>
    <dgm:pt modelId="{5900AB49-C958-42CF-8DC7-B71A490C0676}" type="pres">
      <dgm:prSet presAssocID="{CDFBA277-92A6-4375-8DF1-F82D7C3CD6E5}" presName="rootText" presStyleLbl="node3" presStyleIdx="1" presStyleCnt="2">
        <dgm:presLayoutVars>
          <dgm:chPref val="3"/>
        </dgm:presLayoutVars>
      </dgm:prSet>
      <dgm:spPr/>
    </dgm:pt>
    <dgm:pt modelId="{7CC69972-F7F5-4359-97FF-BF60F36F5C21}" type="pres">
      <dgm:prSet presAssocID="{CDFBA277-92A6-4375-8DF1-F82D7C3CD6E5}" presName="rootConnector" presStyleLbl="node3" presStyleIdx="1" presStyleCnt="2"/>
      <dgm:spPr/>
    </dgm:pt>
    <dgm:pt modelId="{B04E17AC-0854-42DA-9668-C7059EC949E0}" type="pres">
      <dgm:prSet presAssocID="{CDFBA277-92A6-4375-8DF1-F82D7C3CD6E5}" presName="hierChild4" presStyleCnt="0"/>
      <dgm:spPr/>
    </dgm:pt>
    <dgm:pt modelId="{67AB223A-027A-4FBE-ADF1-AE7F03F762D8}" type="pres">
      <dgm:prSet presAssocID="{CDFBA277-92A6-4375-8DF1-F82D7C3CD6E5}" presName="hierChild5" presStyleCnt="0"/>
      <dgm:spPr/>
    </dgm:pt>
    <dgm:pt modelId="{3013A372-EF06-4552-B0C1-02E9A38D3D05}" type="pres">
      <dgm:prSet presAssocID="{4F80303C-EAC1-4E79-B4F6-D14A58BCBCE4}" presName="hierChild5" presStyleCnt="0"/>
      <dgm:spPr/>
    </dgm:pt>
    <dgm:pt modelId="{DF6900BD-3FD0-4FC8-A878-328329255475}" type="pres">
      <dgm:prSet presAssocID="{91071FBA-0F23-4420-B975-4B5FCF19DC62}" presName="hierChild3" presStyleCnt="0"/>
      <dgm:spPr/>
    </dgm:pt>
  </dgm:ptLst>
  <dgm:cxnLst>
    <dgm:cxn modelId="{FE53F303-6041-4C76-B42F-E690E5A59356}" srcId="{89EE332A-0EAD-4E2A-A4FE-6824F23230D3}" destId="{91071FBA-0F23-4420-B975-4B5FCF19DC62}" srcOrd="0" destOrd="0" parTransId="{0D56062B-935A-4989-98BB-6113CE42DE0B}" sibTransId="{2C714A3C-5E3F-4CEC-A479-73FBCFFFFAA0}"/>
    <dgm:cxn modelId="{F62F620B-EB16-4D7A-BCA8-EE97CA45618C}" type="presOf" srcId="{91071FBA-0F23-4420-B975-4B5FCF19DC62}" destId="{C6DD3650-A251-4C7F-9A18-5601CE807365}" srcOrd="1" destOrd="0" presId="urn:microsoft.com/office/officeart/2005/8/layout/orgChart1"/>
    <dgm:cxn modelId="{E352C81A-B1DB-4292-BB90-59843CF19E24}" type="presOf" srcId="{4F80303C-EAC1-4E79-B4F6-D14A58BCBCE4}" destId="{96E9334A-D6C4-4587-819A-8FEBDB7A20C1}" srcOrd="0" destOrd="0" presId="urn:microsoft.com/office/officeart/2005/8/layout/orgChart1"/>
    <dgm:cxn modelId="{7023322A-CEA2-4033-8A98-E07E65BF8162}" type="presOf" srcId="{CDFBA277-92A6-4375-8DF1-F82D7C3CD6E5}" destId="{7CC69972-F7F5-4359-97FF-BF60F36F5C21}" srcOrd="1" destOrd="0" presId="urn:microsoft.com/office/officeart/2005/8/layout/orgChart1"/>
    <dgm:cxn modelId="{0E432A2E-462D-4BF9-A729-085A135CBADA}" type="presOf" srcId="{2F87446E-EBD9-4573-92B4-30FC5600C548}" destId="{39E1D960-81C8-486B-9764-363DC4FF812A}" srcOrd="0" destOrd="0" presId="urn:microsoft.com/office/officeart/2005/8/layout/orgChart1"/>
    <dgm:cxn modelId="{222B914A-FA8A-44E7-A4B6-FFDB6B465AF8}" type="presOf" srcId="{CDFBA277-92A6-4375-8DF1-F82D7C3CD6E5}" destId="{5900AB49-C958-42CF-8DC7-B71A490C0676}" srcOrd="0" destOrd="0" presId="urn:microsoft.com/office/officeart/2005/8/layout/orgChart1"/>
    <dgm:cxn modelId="{06320254-2DE8-4EBF-80E7-2CC55A442D5B}" type="presOf" srcId="{2F87446E-EBD9-4573-92B4-30FC5600C548}" destId="{BAEF1D02-D51F-45F4-B8AE-900062264578}" srcOrd="1" destOrd="0" presId="urn:microsoft.com/office/officeart/2005/8/layout/orgChart1"/>
    <dgm:cxn modelId="{AFED3559-5E06-4CC3-BB38-6EA5BE82FD05}" srcId="{4F80303C-EAC1-4E79-B4F6-D14A58BCBCE4}" destId="{CDFBA277-92A6-4375-8DF1-F82D7C3CD6E5}" srcOrd="0" destOrd="0" parTransId="{D31C5138-44DF-483D-9E69-4D0BC8CF01C9}" sibTransId="{5F4106E5-1725-4375-AA84-DFE56FED6D75}"/>
    <dgm:cxn modelId="{ACF47E80-46A3-4B8B-9DDB-3CB4520836F4}" type="presOf" srcId="{8AB0D0D5-6F28-4A35-B880-355618AB71D7}" destId="{99D4112A-7E0E-459D-8140-4A81FA162377}" srcOrd="0" destOrd="0" presId="urn:microsoft.com/office/officeart/2005/8/layout/orgChart1"/>
    <dgm:cxn modelId="{2C09D085-D75C-4E98-88BE-231E9A1CAC52}" type="presOf" srcId="{B4B7EAB9-0596-4646-A00F-142F96E933EB}" destId="{8113EC05-396B-4486-8F4C-BD30325D8870}" srcOrd="0" destOrd="0" presId="urn:microsoft.com/office/officeart/2005/8/layout/orgChart1"/>
    <dgm:cxn modelId="{6B481B91-4313-4266-83B7-62DC58DE2B2A}" srcId="{2F87446E-EBD9-4573-92B4-30FC5600C548}" destId="{E841C80A-BE1B-4BE2-8EE0-E79271149D54}" srcOrd="0" destOrd="0" parTransId="{8AB0D0D5-6F28-4A35-B880-355618AB71D7}" sibTransId="{AB7B6D51-B42F-4721-B843-7EE9A8CC8AFE}"/>
    <dgm:cxn modelId="{22CB559C-60BE-4654-BDA4-D20865565920}" srcId="{91071FBA-0F23-4420-B975-4B5FCF19DC62}" destId="{4F80303C-EAC1-4E79-B4F6-D14A58BCBCE4}" srcOrd="1" destOrd="0" parTransId="{399F2C45-8E30-4B09-9FFE-52A1D2CF0BBB}" sibTransId="{C8398FA4-705B-4DC0-8808-88711B7588AD}"/>
    <dgm:cxn modelId="{6602D4A1-5B95-4185-81BD-0D859BAE0D02}" type="presOf" srcId="{D31C5138-44DF-483D-9E69-4D0BC8CF01C9}" destId="{2E5C7B48-074C-41BB-BB37-8D2DA58F2A6E}" srcOrd="0" destOrd="0" presId="urn:microsoft.com/office/officeart/2005/8/layout/orgChart1"/>
    <dgm:cxn modelId="{61FDE2A8-50EC-40FC-B1FD-F37638A7BA26}" type="presOf" srcId="{91071FBA-0F23-4420-B975-4B5FCF19DC62}" destId="{C1F1388B-8DCC-4FD9-9A47-1F42F6607C1D}" srcOrd="0" destOrd="0" presId="urn:microsoft.com/office/officeart/2005/8/layout/orgChart1"/>
    <dgm:cxn modelId="{D5B822AE-3833-4C67-AE38-875E0E32F6EF}" srcId="{91071FBA-0F23-4420-B975-4B5FCF19DC62}" destId="{2F87446E-EBD9-4573-92B4-30FC5600C548}" srcOrd="0" destOrd="0" parTransId="{B4B7EAB9-0596-4646-A00F-142F96E933EB}" sibTransId="{D61493F0-02C1-4F88-9B0E-B6B908CAF56A}"/>
    <dgm:cxn modelId="{F5B5E2CD-10CD-4C4C-B6CA-612D3D0D9E10}" type="presOf" srcId="{399F2C45-8E30-4B09-9FFE-52A1D2CF0BBB}" destId="{C7B35F35-409B-4A78-845D-7BC3489497FF}" srcOrd="0" destOrd="0" presId="urn:microsoft.com/office/officeart/2005/8/layout/orgChart1"/>
    <dgm:cxn modelId="{A643E1CF-CA26-467C-A171-608DF84B45AC}" type="presOf" srcId="{E841C80A-BE1B-4BE2-8EE0-E79271149D54}" destId="{0E9AFE1D-1234-4188-B11D-6923F6C98F87}" srcOrd="0" destOrd="0" presId="urn:microsoft.com/office/officeart/2005/8/layout/orgChart1"/>
    <dgm:cxn modelId="{054DDCD8-9BBE-4C02-BCAB-F4FD0BB3436F}" type="presOf" srcId="{E841C80A-BE1B-4BE2-8EE0-E79271149D54}" destId="{838EF798-A47F-48AB-A702-F50C2E250A76}" srcOrd="1" destOrd="0" presId="urn:microsoft.com/office/officeart/2005/8/layout/orgChart1"/>
    <dgm:cxn modelId="{DC52F7E6-71C1-41D3-988B-F2C2F6E1AC1D}" type="presOf" srcId="{4F80303C-EAC1-4E79-B4F6-D14A58BCBCE4}" destId="{E5D2CC76-D029-40C8-A61D-37F89ECC4466}" srcOrd="1" destOrd="0" presId="urn:microsoft.com/office/officeart/2005/8/layout/orgChart1"/>
    <dgm:cxn modelId="{DDC48DFE-18AE-4669-80A8-4FAC69B5881D}" type="presOf" srcId="{89EE332A-0EAD-4E2A-A4FE-6824F23230D3}" destId="{328F7B82-1DDD-4E1C-875A-760289863517}" srcOrd="0" destOrd="0" presId="urn:microsoft.com/office/officeart/2005/8/layout/orgChart1"/>
    <dgm:cxn modelId="{2E6F89FD-21A4-454A-AAED-354D05DFC7BB}" type="presParOf" srcId="{328F7B82-1DDD-4E1C-875A-760289863517}" destId="{7BC193C7-3C9D-44F1-B46C-3ACD2D396B05}" srcOrd="0" destOrd="0" presId="urn:microsoft.com/office/officeart/2005/8/layout/orgChart1"/>
    <dgm:cxn modelId="{59ED7CF9-6EC5-4616-8B45-5E07445C75B6}" type="presParOf" srcId="{7BC193C7-3C9D-44F1-B46C-3ACD2D396B05}" destId="{A7985548-C555-43B8-AAA6-E5417688140F}" srcOrd="0" destOrd="0" presId="urn:microsoft.com/office/officeart/2005/8/layout/orgChart1"/>
    <dgm:cxn modelId="{974B6743-6951-4D7A-B246-26508721E63E}" type="presParOf" srcId="{A7985548-C555-43B8-AAA6-E5417688140F}" destId="{C1F1388B-8DCC-4FD9-9A47-1F42F6607C1D}" srcOrd="0" destOrd="0" presId="urn:microsoft.com/office/officeart/2005/8/layout/orgChart1"/>
    <dgm:cxn modelId="{1E2715A0-2985-4271-90E9-C498DFBB9E38}" type="presParOf" srcId="{A7985548-C555-43B8-AAA6-E5417688140F}" destId="{C6DD3650-A251-4C7F-9A18-5601CE807365}" srcOrd="1" destOrd="0" presId="urn:microsoft.com/office/officeart/2005/8/layout/orgChart1"/>
    <dgm:cxn modelId="{F31B8B82-04F2-4248-862D-FF3DD747AE0A}" type="presParOf" srcId="{7BC193C7-3C9D-44F1-B46C-3ACD2D396B05}" destId="{6499BC90-56F3-4BC7-A4FD-E3BEA037A7E8}" srcOrd="1" destOrd="0" presId="urn:microsoft.com/office/officeart/2005/8/layout/orgChart1"/>
    <dgm:cxn modelId="{209366B8-830A-4D3F-9C76-4B436656309F}" type="presParOf" srcId="{6499BC90-56F3-4BC7-A4FD-E3BEA037A7E8}" destId="{8113EC05-396B-4486-8F4C-BD30325D8870}" srcOrd="0" destOrd="0" presId="urn:microsoft.com/office/officeart/2005/8/layout/orgChart1"/>
    <dgm:cxn modelId="{C3FA7560-7DB3-4957-9517-E622AF7376F5}" type="presParOf" srcId="{6499BC90-56F3-4BC7-A4FD-E3BEA037A7E8}" destId="{B9CDB75E-4263-4E2A-91F2-F0C9085BC3F4}" srcOrd="1" destOrd="0" presId="urn:microsoft.com/office/officeart/2005/8/layout/orgChart1"/>
    <dgm:cxn modelId="{D03CE0AF-1134-4B7D-BCB6-B9A1D29E6618}" type="presParOf" srcId="{B9CDB75E-4263-4E2A-91F2-F0C9085BC3F4}" destId="{831C9692-935D-4EB6-9D57-0C7C22A437C9}" srcOrd="0" destOrd="0" presId="urn:microsoft.com/office/officeart/2005/8/layout/orgChart1"/>
    <dgm:cxn modelId="{0493A6E0-0973-4886-A90E-80173F4CB39A}" type="presParOf" srcId="{831C9692-935D-4EB6-9D57-0C7C22A437C9}" destId="{39E1D960-81C8-486B-9764-363DC4FF812A}" srcOrd="0" destOrd="0" presId="urn:microsoft.com/office/officeart/2005/8/layout/orgChart1"/>
    <dgm:cxn modelId="{552722C4-FC6F-4981-8226-8175FEE3978C}" type="presParOf" srcId="{831C9692-935D-4EB6-9D57-0C7C22A437C9}" destId="{BAEF1D02-D51F-45F4-B8AE-900062264578}" srcOrd="1" destOrd="0" presId="urn:microsoft.com/office/officeart/2005/8/layout/orgChart1"/>
    <dgm:cxn modelId="{EEDD2F59-DFE6-466A-A308-3BBFDDE2E466}" type="presParOf" srcId="{B9CDB75E-4263-4E2A-91F2-F0C9085BC3F4}" destId="{238D252A-17F7-404E-BF06-56F1FE8AE178}" srcOrd="1" destOrd="0" presId="urn:microsoft.com/office/officeart/2005/8/layout/orgChart1"/>
    <dgm:cxn modelId="{FC3B3EFA-3030-42E1-A52D-09CF6FDE9BD0}" type="presParOf" srcId="{238D252A-17F7-404E-BF06-56F1FE8AE178}" destId="{99D4112A-7E0E-459D-8140-4A81FA162377}" srcOrd="0" destOrd="0" presId="urn:microsoft.com/office/officeart/2005/8/layout/orgChart1"/>
    <dgm:cxn modelId="{C0ED8A41-1262-46FA-884B-B568B41F8769}" type="presParOf" srcId="{238D252A-17F7-404E-BF06-56F1FE8AE178}" destId="{1C97556E-0569-4DD4-9C5B-18B61BF91C5F}" srcOrd="1" destOrd="0" presId="urn:microsoft.com/office/officeart/2005/8/layout/orgChart1"/>
    <dgm:cxn modelId="{C5CABA89-808F-4ABE-8CAF-0BDF28C924A5}" type="presParOf" srcId="{1C97556E-0569-4DD4-9C5B-18B61BF91C5F}" destId="{FC7CB518-14AD-4BD6-9BF0-9A9B0AA81178}" srcOrd="0" destOrd="0" presId="urn:microsoft.com/office/officeart/2005/8/layout/orgChart1"/>
    <dgm:cxn modelId="{8C8E73AA-62BE-437B-9185-00B20D31CB1B}" type="presParOf" srcId="{FC7CB518-14AD-4BD6-9BF0-9A9B0AA81178}" destId="{0E9AFE1D-1234-4188-B11D-6923F6C98F87}" srcOrd="0" destOrd="0" presId="urn:microsoft.com/office/officeart/2005/8/layout/orgChart1"/>
    <dgm:cxn modelId="{A33A8BA6-4C75-4DB1-BC97-42C766D5CEEA}" type="presParOf" srcId="{FC7CB518-14AD-4BD6-9BF0-9A9B0AA81178}" destId="{838EF798-A47F-48AB-A702-F50C2E250A76}" srcOrd="1" destOrd="0" presId="urn:microsoft.com/office/officeart/2005/8/layout/orgChart1"/>
    <dgm:cxn modelId="{F8198E46-FC91-42A6-9696-84914ED40B75}" type="presParOf" srcId="{1C97556E-0569-4DD4-9C5B-18B61BF91C5F}" destId="{BF16EBD1-F720-44E7-9ED0-F1030DC3BCC6}" srcOrd="1" destOrd="0" presId="urn:microsoft.com/office/officeart/2005/8/layout/orgChart1"/>
    <dgm:cxn modelId="{3433E380-6865-4C4C-A2A3-C3A5422C104B}" type="presParOf" srcId="{1C97556E-0569-4DD4-9C5B-18B61BF91C5F}" destId="{58208064-8BF7-42B2-9D86-2076DE94454B}" srcOrd="2" destOrd="0" presId="urn:microsoft.com/office/officeart/2005/8/layout/orgChart1"/>
    <dgm:cxn modelId="{6A8F31E4-06C8-4E25-82B2-8974A4251FFF}" type="presParOf" srcId="{B9CDB75E-4263-4E2A-91F2-F0C9085BC3F4}" destId="{A1C84B5B-3BFE-41B2-A7CF-C408274AB254}" srcOrd="2" destOrd="0" presId="urn:microsoft.com/office/officeart/2005/8/layout/orgChart1"/>
    <dgm:cxn modelId="{8094E998-6A53-42E9-9ED4-CA62186441FE}" type="presParOf" srcId="{6499BC90-56F3-4BC7-A4FD-E3BEA037A7E8}" destId="{C7B35F35-409B-4A78-845D-7BC3489497FF}" srcOrd="2" destOrd="0" presId="urn:microsoft.com/office/officeart/2005/8/layout/orgChart1"/>
    <dgm:cxn modelId="{E881C64D-7D04-4DA7-9968-01DEE3104EE5}" type="presParOf" srcId="{6499BC90-56F3-4BC7-A4FD-E3BEA037A7E8}" destId="{17EDBC9D-4A75-45B9-A610-5B3A1730FA00}" srcOrd="3" destOrd="0" presId="urn:microsoft.com/office/officeart/2005/8/layout/orgChart1"/>
    <dgm:cxn modelId="{20070361-6935-4166-ADDF-3D266466524C}" type="presParOf" srcId="{17EDBC9D-4A75-45B9-A610-5B3A1730FA00}" destId="{7CCBEFB5-1399-40CC-BB0C-B7D22F5D3069}" srcOrd="0" destOrd="0" presId="urn:microsoft.com/office/officeart/2005/8/layout/orgChart1"/>
    <dgm:cxn modelId="{0886C81C-67BE-4A84-BA94-780035C01E4C}" type="presParOf" srcId="{7CCBEFB5-1399-40CC-BB0C-B7D22F5D3069}" destId="{96E9334A-D6C4-4587-819A-8FEBDB7A20C1}" srcOrd="0" destOrd="0" presId="urn:microsoft.com/office/officeart/2005/8/layout/orgChart1"/>
    <dgm:cxn modelId="{BB9B86AA-3783-4DEB-BA25-38280BADE823}" type="presParOf" srcId="{7CCBEFB5-1399-40CC-BB0C-B7D22F5D3069}" destId="{E5D2CC76-D029-40C8-A61D-37F89ECC4466}" srcOrd="1" destOrd="0" presId="urn:microsoft.com/office/officeart/2005/8/layout/orgChart1"/>
    <dgm:cxn modelId="{592566BC-BB5D-4B06-AD0D-4EC575E1FA49}" type="presParOf" srcId="{17EDBC9D-4A75-45B9-A610-5B3A1730FA00}" destId="{829AF7A5-6103-4812-87DE-19FC3BCD039D}" srcOrd="1" destOrd="0" presId="urn:microsoft.com/office/officeart/2005/8/layout/orgChart1"/>
    <dgm:cxn modelId="{14BC6884-6C81-49F4-B220-1C0B4A72E452}" type="presParOf" srcId="{829AF7A5-6103-4812-87DE-19FC3BCD039D}" destId="{2E5C7B48-074C-41BB-BB37-8D2DA58F2A6E}" srcOrd="0" destOrd="0" presId="urn:microsoft.com/office/officeart/2005/8/layout/orgChart1"/>
    <dgm:cxn modelId="{6764BBC7-72A9-4BF1-9326-DB6C126BF3E7}" type="presParOf" srcId="{829AF7A5-6103-4812-87DE-19FC3BCD039D}" destId="{3E7C27AF-624B-4333-AEAD-A22A49409DF5}" srcOrd="1" destOrd="0" presId="urn:microsoft.com/office/officeart/2005/8/layout/orgChart1"/>
    <dgm:cxn modelId="{D186D69E-1DB1-4F43-8551-80720208795A}" type="presParOf" srcId="{3E7C27AF-624B-4333-AEAD-A22A49409DF5}" destId="{3336B5F2-17BF-4EE9-AD08-15D47E254DAE}" srcOrd="0" destOrd="0" presId="urn:microsoft.com/office/officeart/2005/8/layout/orgChart1"/>
    <dgm:cxn modelId="{C7374E3F-A498-404E-9877-CF5A78009669}" type="presParOf" srcId="{3336B5F2-17BF-4EE9-AD08-15D47E254DAE}" destId="{5900AB49-C958-42CF-8DC7-B71A490C0676}" srcOrd="0" destOrd="0" presId="urn:microsoft.com/office/officeart/2005/8/layout/orgChart1"/>
    <dgm:cxn modelId="{2D5D4745-06B1-4CED-91B7-801290F07FF1}" type="presParOf" srcId="{3336B5F2-17BF-4EE9-AD08-15D47E254DAE}" destId="{7CC69972-F7F5-4359-97FF-BF60F36F5C21}" srcOrd="1" destOrd="0" presId="urn:microsoft.com/office/officeart/2005/8/layout/orgChart1"/>
    <dgm:cxn modelId="{76CC36DA-8011-42DF-A5AB-0DCAFB99E9CC}" type="presParOf" srcId="{3E7C27AF-624B-4333-AEAD-A22A49409DF5}" destId="{B04E17AC-0854-42DA-9668-C7059EC949E0}" srcOrd="1" destOrd="0" presId="urn:microsoft.com/office/officeart/2005/8/layout/orgChart1"/>
    <dgm:cxn modelId="{6637557C-7A3E-4672-85A1-EA9331130D95}" type="presParOf" srcId="{3E7C27AF-624B-4333-AEAD-A22A49409DF5}" destId="{67AB223A-027A-4FBE-ADF1-AE7F03F762D8}" srcOrd="2" destOrd="0" presId="urn:microsoft.com/office/officeart/2005/8/layout/orgChart1"/>
    <dgm:cxn modelId="{1236F993-32E2-42A7-9135-DA44D0B9E18C}" type="presParOf" srcId="{17EDBC9D-4A75-45B9-A610-5B3A1730FA00}" destId="{3013A372-EF06-4552-B0C1-02E9A38D3D05}" srcOrd="2" destOrd="0" presId="urn:microsoft.com/office/officeart/2005/8/layout/orgChart1"/>
    <dgm:cxn modelId="{341654BE-113D-42DB-942F-FAF07502BBF5}" type="presParOf" srcId="{7BC193C7-3C9D-44F1-B46C-3ACD2D396B05}" destId="{DF6900BD-3FD0-4FC8-A878-32832925547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C7B48-074C-41BB-BB37-8D2DA58F2A6E}">
      <dsp:nvSpPr>
        <dsp:cNvPr id="0" name=""/>
        <dsp:cNvSpPr/>
      </dsp:nvSpPr>
      <dsp:spPr>
        <a:xfrm>
          <a:off x="4339114" y="3201296"/>
          <a:ext cx="396778" cy="1216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6786"/>
              </a:lnTo>
              <a:lnTo>
                <a:pt x="396778" y="12167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35F35-409B-4A78-845D-7BC3489497FF}">
      <dsp:nvSpPr>
        <dsp:cNvPr id="0" name=""/>
        <dsp:cNvSpPr/>
      </dsp:nvSpPr>
      <dsp:spPr>
        <a:xfrm>
          <a:off x="3796851" y="1323213"/>
          <a:ext cx="1600338" cy="55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744"/>
              </a:lnTo>
              <a:lnTo>
                <a:pt x="1600338" y="277744"/>
              </a:lnTo>
              <a:lnTo>
                <a:pt x="1600338" y="5554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4112A-7E0E-459D-8140-4A81FA162377}">
      <dsp:nvSpPr>
        <dsp:cNvPr id="0" name=""/>
        <dsp:cNvSpPr/>
      </dsp:nvSpPr>
      <dsp:spPr>
        <a:xfrm>
          <a:off x="1138438" y="3201296"/>
          <a:ext cx="396778" cy="1216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6786"/>
              </a:lnTo>
              <a:lnTo>
                <a:pt x="396778" y="12167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3EC05-396B-4486-8F4C-BD30325D8870}">
      <dsp:nvSpPr>
        <dsp:cNvPr id="0" name=""/>
        <dsp:cNvSpPr/>
      </dsp:nvSpPr>
      <dsp:spPr>
        <a:xfrm>
          <a:off x="2196513" y="1323213"/>
          <a:ext cx="1600338" cy="555489"/>
        </a:xfrm>
        <a:custGeom>
          <a:avLst/>
          <a:gdLst/>
          <a:ahLst/>
          <a:cxnLst/>
          <a:rect l="0" t="0" r="0" b="0"/>
          <a:pathLst>
            <a:path>
              <a:moveTo>
                <a:pt x="1600338" y="0"/>
              </a:moveTo>
              <a:lnTo>
                <a:pt x="1600338" y="277744"/>
              </a:lnTo>
              <a:lnTo>
                <a:pt x="0" y="277744"/>
              </a:lnTo>
              <a:lnTo>
                <a:pt x="0" y="5554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F1388B-8DCC-4FD9-9A47-1F42F6607C1D}">
      <dsp:nvSpPr>
        <dsp:cNvPr id="0" name=""/>
        <dsp:cNvSpPr/>
      </dsp:nvSpPr>
      <dsp:spPr>
        <a:xfrm>
          <a:off x="2474257" y="620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</dsp:txBody>
      <dsp:txXfrm>
        <a:off x="2474257" y="620"/>
        <a:ext cx="2645187" cy="1322593"/>
      </dsp:txXfrm>
    </dsp:sp>
    <dsp:sp modelId="{39E1D960-81C8-486B-9764-363DC4FF812A}">
      <dsp:nvSpPr>
        <dsp:cNvPr id="0" name=""/>
        <dsp:cNvSpPr/>
      </dsp:nvSpPr>
      <dsp:spPr>
        <a:xfrm>
          <a:off x="873919" y="1878703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Two has a longer label</a:t>
          </a:r>
        </a:p>
      </dsp:txBody>
      <dsp:txXfrm>
        <a:off x="873919" y="1878703"/>
        <a:ext cx="2645187" cy="1322593"/>
      </dsp:txXfrm>
    </dsp:sp>
    <dsp:sp modelId="{0E9AFE1D-1234-4188-B11D-6923F6C98F87}">
      <dsp:nvSpPr>
        <dsp:cNvPr id="0" name=""/>
        <dsp:cNvSpPr/>
      </dsp:nvSpPr>
      <dsp:spPr>
        <a:xfrm>
          <a:off x="1535216" y="3756786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Five</a:t>
          </a:r>
        </a:p>
      </dsp:txBody>
      <dsp:txXfrm>
        <a:off x="1535216" y="3756786"/>
        <a:ext cx="2645187" cy="1322593"/>
      </dsp:txXfrm>
    </dsp:sp>
    <dsp:sp modelId="{96E9334A-D6C4-4587-819A-8FEBDB7A20C1}">
      <dsp:nvSpPr>
        <dsp:cNvPr id="0" name=""/>
        <dsp:cNvSpPr/>
      </dsp:nvSpPr>
      <dsp:spPr>
        <a:xfrm>
          <a:off x="4074596" y="1878703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4074596" y="1878703"/>
        <a:ext cx="2645187" cy="1322593"/>
      </dsp:txXfrm>
    </dsp:sp>
    <dsp:sp modelId="{5900AB49-C958-42CF-8DC7-B71A490C0676}">
      <dsp:nvSpPr>
        <dsp:cNvPr id="0" name=""/>
        <dsp:cNvSpPr/>
      </dsp:nvSpPr>
      <dsp:spPr>
        <a:xfrm>
          <a:off x="4735893" y="3756786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</dsp:txBody>
      <dsp:txXfrm>
        <a:off x="4735893" y="3756786"/>
        <a:ext cx="2645187" cy="1322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68D5-855F-3C37-D838-2F6BD4C30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EC736-8EB2-53BA-E817-0353E4AEE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A2FFB-CA87-B31D-2F17-FDB449F0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6230B-6C5C-6D22-034E-151D8A2B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D55F7-6CE4-E96F-E42D-E1F8FD0F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8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B7D2-2161-9AFA-C793-B53CC735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340B-34BB-E458-43F5-B96B78482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80712-0307-926B-A577-16E1C01BE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24F31-278E-8744-4117-5D030425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DDB9-9498-7981-ECE2-5544A3B7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4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987C-3612-FF32-2583-75FE48DA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5CCA7-EAE1-8996-5EB9-586780A15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C8797-36E0-2CBE-1C6F-68AE1542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A0BC-0ED0-4567-BB96-09C1FD97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5A94-D79E-24B2-D950-442EB075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2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C595-E323-8CE3-8DCC-85AE9EA6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F592-F3CC-1F24-5A3C-C6D3E6402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DC040-FD5B-D8A1-DFD9-A089931AE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1D48F-FC7E-5D0F-CD51-EA40CB54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43AAF-048B-F992-4B4A-3B5B0615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E8388-2B1F-60DE-586C-07C0923C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7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C195-9619-D8E8-AF49-F424F67F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9036C-670C-FC7C-5FE7-7CB133013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5DB1D-1566-76BD-DA05-E915FEC59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F603F-BCC7-258E-C2DB-00B532598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DF6E8-90A6-CAAB-2A4C-F1B44273C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CC2484-D839-B348-502F-B3DB606A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4CDCF-821A-22A9-D246-38F637BA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493AE-3F7A-8BF6-84E2-D755C376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5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CCE-140F-8249-21E0-45D6DE25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7AA88-06FD-AFAE-D487-8AFDC321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6FA6F-484D-AD2D-8C17-6A9C4A1E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03131-D75F-AA16-AA39-F5D10AC3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94A51-F0FB-F491-F8E6-7965B0E2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8A324-FD51-B376-D840-30493FC8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D8F92-CEFF-1DF4-090E-6A492B9A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F980-584D-6E30-451D-148EB3093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5AD5A-E600-4CD5-5671-42A084801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1024A-D27B-56DF-44F1-A068D7A95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020A8-6985-AC70-20D9-18DD8468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0554E-B1F0-7342-43D1-7DE2A8A5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8813E-0B53-581F-484B-71BB380C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6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4C0F-5D81-0DE6-1749-753160CB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13397-35F1-07B8-A3D5-C95911A7F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50736-C32F-7F3D-E4A0-E08F61AD1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8440A-B639-B194-E7D0-0115C49DF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E2ED7-76F9-F46E-98A6-0CDD885A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34F7C-F641-C780-2FBF-87C6D403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1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1BFEF-4597-238A-CB98-558671A3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37255-40B9-C2F6-EDDC-00EF5CA5D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6929A-8138-A61B-5ED0-D4EE3914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BA9D7-F277-1995-C3EA-210932AE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12E93-33F9-4283-AE65-092B36A3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92055-1D6D-BF31-D9DB-BF8E52438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EF016-EFB6-DFA5-2EDB-EA91A5D83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F229-589C-ACF3-A6BE-69267646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6CD59-CBE3-3309-DB78-21AE9224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605C-D356-AA27-0A1A-DD9F5648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3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A1700-5474-CDAD-12AF-4408793D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63FF8-5C71-C65C-655B-4312693A2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CC19-1B9E-57FE-1B1E-E126191A5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74AE4-6C09-436B-BC2A-F7B647D3966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C1B84-AA1C-A5CB-A0A5-8D8D06858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B71F8-1B5F-2874-4088-D7C95C37F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EBBD5-5C4A-470E-B8AF-DB44B850A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8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7DF4617-6BCD-F7FC-8B21-1E69F08EA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7566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19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2026-09-06T08:14:22Z</dcterms:created>
  <dcterms:modified xsi:type="dcterms:W3CDTF">2026-09-06T08:14:22Z</dcterms:modified>
</cp:coreProperties>
</file>