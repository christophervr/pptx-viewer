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BF0071-9245-41E7-8D28-A8D0075369B3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4658CD87-8F6D-4C36-984B-B42533C689B0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2B627F64-7FAE-4421-A642-6A1F0E8932AF}" type="parTrans" cxnId="{BCEA3CC9-2178-4430-96E8-EBAC7B0012D4}">
      <dgm:prSet/>
      <dgm:spPr/>
    </dgm:pt>
    <dgm:pt modelId="{613E22D6-FD67-4554-B3A7-FAFD05965142}" type="sibTrans" cxnId="{BCEA3CC9-2178-4430-96E8-EBAC7B0012D4}">
      <dgm:prSet/>
      <dgm:spPr/>
    </dgm:pt>
    <dgm:pt modelId="{968E6400-CAE0-433E-90C0-D980E2F0F243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546990EA-7AFD-4695-9066-A8EDF1E6D81D}" type="parTrans" cxnId="{DD23DE26-ECC3-4E8E-95C0-4AC59A955DD6}">
      <dgm:prSet/>
      <dgm:spPr/>
    </dgm:pt>
    <dgm:pt modelId="{342DF105-9385-495D-A145-9255CF5D01BF}" type="sibTrans" cxnId="{DD23DE26-ECC3-4E8E-95C0-4AC59A955DD6}">
      <dgm:prSet/>
      <dgm:spPr/>
    </dgm:pt>
    <dgm:pt modelId="{F72BADAA-9DBB-435B-A2BF-07EF7569B904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794089DC-7406-4755-9A39-F70F2500BE01}" type="parTrans" cxnId="{A656D693-1C1C-4A4C-ABA7-1C9A00901E15}">
      <dgm:prSet/>
      <dgm:spPr/>
    </dgm:pt>
    <dgm:pt modelId="{AA12D686-2FFE-4761-ABBD-ABA57ABAA03D}" type="sibTrans" cxnId="{A656D693-1C1C-4A4C-ABA7-1C9A00901E15}">
      <dgm:prSet/>
      <dgm:spPr/>
    </dgm:pt>
    <dgm:pt modelId="{13A16DBE-EDCC-4B95-B22B-889807C2040F}" type="pres">
      <dgm:prSet presAssocID="{B3BF0071-9245-41E7-8D28-A8D0075369B3}" presName="compositeShape" presStyleCnt="0">
        <dgm:presLayoutVars>
          <dgm:chMax val="7"/>
          <dgm:dir/>
          <dgm:resizeHandles val="exact"/>
        </dgm:presLayoutVars>
      </dgm:prSet>
      <dgm:spPr/>
    </dgm:pt>
    <dgm:pt modelId="{4969C444-1066-47D4-BD61-DD074920AB35}" type="pres">
      <dgm:prSet presAssocID="{4658CD87-8F6D-4C36-984B-B42533C689B0}" presName="circ1" presStyleLbl="vennNode1" presStyleIdx="0" presStyleCnt="3"/>
      <dgm:spPr/>
    </dgm:pt>
    <dgm:pt modelId="{6F4BD3E0-2012-4A0E-AC67-38DB37431DF3}" type="pres">
      <dgm:prSet presAssocID="{4658CD87-8F6D-4C36-984B-B42533C689B0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27E224F-9A19-4A75-9E2E-938677DF948B}" type="pres">
      <dgm:prSet presAssocID="{968E6400-CAE0-433E-90C0-D980E2F0F243}" presName="circ2" presStyleLbl="vennNode1" presStyleIdx="1" presStyleCnt="3"/>
      <dgm:spPr/>
    </dgm:pt>
    <dgm:pt modelId="{05285405-2B98-44BC-B589-7D43A533F782}" type="pres">
      <dgm:prSet presAssocID="{968E6400-CAE0-433E-90C0-D980E2F0F243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EBDAF07-36E5-41A9-A1CF-28F961FF1683}" type="pres">
      <dgm:prSet presAssocID="{F72BADAA-9DBB-435B-A2BF-07EF7569B904}" presName="circ3" presStyleLbl="vennNode1" presStyleIdx="2" presStyleCnt="3"/>
      <dgm:spPr/>
    </dgm:pt>
    <dgm:pt modelId="{C8030A31-C11B-4228-AAF5-44EE694B53CA}" type="pres">
      <dgm:prSet presAssocID="{F72BADAA-9DBB-435B-A2BF-07EF7569B904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4793CA21-9891-4A5F-910E-4099685BD0F8}" type="presOf" srcId="{F72BADAA-9DBB-435B-A2BF-07EF7569B904}" destId="{C8030A31-C11B-4228-AAF5-44EE694B53CA}" srcOrd="1" destOrd="0" presId="urn:microsoft.com/office/officeart/2005/8/layout/venn1"/>
    <dgm:cxn modelId="{DD23DE26-ECC3-4E8E-95C0-4AC59A955DD6}" srcId="{B3BF0071-9245-41E7-8D28-A8D0075369B3}" destId="{968E6400-CAE0-433E-90C0-D980E2F0F243}" srcOrd="1" destOrd="0" parTransId="{546990EA-7AFD-4695-9066-A8EDF1E6D81D}" sibTransId="{342DF105-9385-495D-A145-9255CF5D01BF}"/>
    <dgm:cxn modelId="{53EAE22F-ED56-4D0A-B1BE-76015D5B2738}" type="presOf" srcId="{4658CD87-8F6D-4C36-984B-B42533C689B0}" destId="{4969C444-1066-47D4-BD61-DD074920AB35}" srcOrd="0" destOrd="0" presId="urn:microsoft.com/office/officeart/2005/8/layout/venn1"/>
    <dgm:cxn modelId="{DDBF485D-C9E3-474A-BA66-CECCA4B6B92F}" type="presOf" srcId="{968E6400-CAE0-433E-90C0-D980E2F0F243}" destId="{05285405-2B98-44BC-B589-7D43A533F782}" srcOrd="1" destOrd="0" presId="urn:microsoft.com/office/officeart/2005/8/layout/venn1"/>
    <dgm:cxn modelId="{A656D693-1C1C-4A4C-ABA7-1C9A00901E15}" srcId="{B3BF0071-9245-41E7-8D28-A8D0075369B3}" destId="{F72BADAA-9DBB-435B-A2BF-07EF7569B904}" srcOrd="2" destOrd="0" parTransId="{794089DC-7406-4755-9A39-F70F2500BE01}" sibTransId="{AA12D686-2FFE-4761-ABBD-ABA57ABAA03D}"/>
    <dgm:cxn modelId="{F7BCA4C8-B48B-48FC-9403-565D41A33AA3}" type="presOf" srcId="{968E6400-CAE0-433E-90C0-D980E2F0F243}" destId="{827E224F-9A19-4A75-9E2E-938677DF948B}" srcOrd="0" destOrd="0" presId="urn:microsoft.com/office/officeart/2005/8/layout/venn1"/>
    <dgm:cxn modelId="{BCEA3CC9-2178-4430-96E8-EBAC7B0012D4}" srcId="{B3BF0071-9245-41E7-8D28-A8D0075369B3}" destId="{4658CD87-8F6D-4C36-984B-B42533C689B0}" srcOrd="0" destOrd="0" parTransId="{2B627F64-7FAE-4421-A642-6A1F0E8932AF}" sibTransId="{613E22D6-FD67-4554-B3A7-FAFD05965142}"/>
    <dgm:cxn modelId="{8E820FCC-76B8-4AF7-BD52-E893B0B394FA}" type="presOf" srcId="{4658CD87-8F6D-4C36-984B-B42533C689B0}" destId="{6F4BD3E0-2012-4A0E-AC67-38DB37431DF3}" srcOrd="1" destOrd="0" presId="urn:microsoft.com/office/officeart/2005/8/layout/venn1"/>
    <dgm:cxn modelId="{DA41C8CD-28F2-4C78-80D7-BFCDD75F2B49}" type="presOf" srcId="{B3BF0071-9245-41E7-8D28-A8D0075369B3}" destId="{13A16DBE-EDCC-4B95-B22B-889807C2040F}" srcOrd="0" destOrd="0" presId="urn:microsoft.com/office/officeart/2005/8/layout/venn1"/>
    <dgm:cxn modelId="{04FEFEE2-2F72-4C85-B2FA-E622C3A2E3FE}" type="presOf" srcId="{F72BADAA-9DBB-435B-A2BF-07EF7569B904}" destId="{4EBDAF07-36E5-41A9-A1CF-28F961FF1683}" srcOrd="0" destOrd="0" presId="urn:microsoft.com/office/officeart/2005/8/layout/venn1"/>
    <dgm:cxn modelId="{62039A8B-B848-428F-881F-CA97D950AC68}" type="presParOf" srcId="{13A16DBE-EDCC-4B95-B22B-889807C2040F}" destId="{4969C444-1066-47D4-BD61-DD074920AB35}" srcOrd="0" destOrd="0" presId="urn:microsoft.com/office/officeart/2005/8/layout/venn1"/>
    <dgm:cxn modelId="{0505C1BF-A208-43A6-A1C8-165A003F93D5}" type="presParOf" srcId="{13A16DBE-EDCC-4B95-B22B-889807C2040F}" destId="{6F4BD3E0-2012-4A0E-AC67-38DB37431DF3}" srcOrd="1" destOrd="0" presId="urn:microsoft.com/office/officeart/2005/8/layout/venn1"/>
    <dgm:cxn modelId="{FE701919-0112-4DA7-9936-C03577592248}" type="presParOf" srcId="{13A16DBE-EDCC-4B95-B22B-889807C2040F}" destId="{827E224F-9A19-4A75-9E2E-938677DF948B}" srcOrd="2" destOrd="0" presId="urn:microsoft.com/office/officeart/2005/8/layout/venn1"/>
    <dgm:cxn modelId="{7622B3FA-EF93-45A0-8891-25625DB5E471}" type="presParOf" srcId="{13A16DBE-EDCC-4B95-B22B-889807C2040F}" destId="{05285405-2B98-44BC-B589-7D43A533F782}" srcOrd="3" destOrd="0" presId="urn:microsoft.com/office/officeart/2005/8/layout/venn1"/>
    <dgm:cxn modelId="{02755E8A-0DB0-47A6-B231-C0A617D02573}" type="presParOf" srcId="{13A16DBE-EDCC-4B95-B22B-889807C2040F}" destId="{4EBDAF07-36E5-41A9-A1CF-28F961FF1683}" srcOrd="4" destOrd="0" presId="urn:microsoft.com/office/officeart/2005/8/layout/venn1"/>
    <dgm:cxn modelId="{B61FE801-1C19-438D-91FD-2F9F369AFAC8}" type="presParOf" srcId="{13A16DBE-EDCC-4B95-B22B-889807C2040F}" destId="{C8030A31-C11B-4228-AAF5-44EE694B53CA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69C444-1066-47D4-BD61-DD074920AB35}">
      <dsp:nvSpPr>
        <dsp:cNvPr id="0" name=""/>
        <dsp:cNvSpPr/>
      </dsp:nvSpPr>
      <dsp:spPr>
        <a:xfrm>
          <a:off x="2603499" y="63499"/>
          <a:ext cx="3048000" cy="304800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Alpha</a:t>
          </a:r>
        </a:p>
      </dsp:txBody>
      <dsp:txXfrm>
        <a:off x="3009899" y="596899"/>
        <a:ext cx="2235200" cy="1371600"/>
      </dsp:txXfrm>
    </dsp:sp>
    <dsp:sp modelId="{827E224F-9A19-4A75-9E2E-938677DF948B}">
      <dsp:nvSpPr>
        <dsp:cNvPr id="0" name=""/>
        <dsp:cNvSpPr/>
      </dsp:nvSpPr>
      <dsp:spPr>
        <a:xfrm>
          <a:off x="3703319" y="1968499"/>
          <a:ext cx="3048000" cy="304800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Beta has a noticeably longer label than the others</a:t>
          </a:r>
        </a:p>
      </dsp:txBody>
      <dsp:txXfrm>
        <a:off x="4635500" y="2755899"/>
        <a:ext cx="1828800" cy="1676400"/>
      </dsp:txXfrm>
    </dsp:sp>
    <dsp:sp modelId="{4EBDAF07-36E5-41A9-A1CF-28F961FF1683}">
      <dsp:nvSpPr>
        <dsp:cNvPr id="0" name=""/>
        <dsp:cNvSpPr/>
      </dsp:nvSpPr>
      <dsp:spPr>
        <a:xfrm>
          <a:off x="1503679" y="1968499"/>
          <a:ext cx="3048000" cy="304800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Gamma</a:t>
          </a:r>
        </a:p>
      </dsp:txBody>
      <dsp:txXfrm>
        <a:off x="1790699" y="2755899"/>
        <a:ext cx="1828800" cy="1676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3B75F-04D3-D693-A18C-049AFCC3C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AF885-4D3B-B8CE-F801-C8C82D893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9DA3-FFAE-FE7E-1BF2-8DAE572DC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67663-CDDE-4C8D-B8D7-7B736684341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0A47F-D28A-0B4C-B680-65D1D3C1F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9C6E-A0A3-C651-8F46-86087EAAD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05C60-9C2F-41AE-A7C8-F46B0B327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98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FF7D3-4F63-F9F3-B093-A3288A2B0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4B3EF-EE84-2D58-DE7E-D3276A5A4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1C258-BA55-9A6F-C824-E7B24123E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67663-CDDE-4C8D-B8D7-7B736684341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5B0A5-94DE-6323-B37E-3B94D559C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BCAF3-6AA8-6749-F44C-24B240321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05C60-9C2F-41AE-A7C8-F46B0B327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25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1FDC6-97D9-0A3A-0CF7-4A8D4F82C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41CC2-DA12-7D5F-8F20-B826D1FA2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3CFE5-622D-3D66-650C-8469EC030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67663-CDDE-4C8D-B8D7-7B736684341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C596C-9811-CC1D-BBBF-4599B3F52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FF3DD-5A8C-4A5A-A984-FFA153DAB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05C60-9C2F-41AE-A7C8-F46B0B327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68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A82CE-12C8-C164-325E-43815E846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4427B-1AB9-E4EA-70CF-60203E917C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98B1D-2F6C-1D1C-5811-D0EC8195E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B4DEC-232E-35D4-FDFE-A4DD5FBE5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67663-CDDE-4C8D-B8D7-7B736684341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C1A068-73C4-5167-6E7F-18173FDA5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ACEC6-448E-41CA-25C6-B152B8B44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05C60-9C2F-41AE-A7C8-F46B0B327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611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47296-468A-27EC-EFA9-6E6E2E195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B8A15-1D52-40E8-7E5D-925383B5D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C0DE1-999E-BBAE-2485-281E30BB2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F67692-C7CF-ACA0-7D10-49063DE580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8552BC-D466-6BF9-E5A2-D0776B62FD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9760D1-CA81-958C-15A3-8AA8B17C6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67663-CDDE-4C8D-B8D7-7B736684341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9E371F-7E1A-9827-2A24-36686B7F2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447159-7ED4-3D55-6ACF-7FF260572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05C60-9C2F-41AE-A7C8-F46B0B327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951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8B6F0-2AE6-04EA-BCA0-1A46494BC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D52E4D-7150-0A82-15D8-C20DB3B11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67663-CDDE-4C8D-B8D7-7B736684341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13F5E3-73E5-31BF-3B8A-905BB40AB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EF215E-48EB-9719-1635-8C48FDC1B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05C60-9C2F-41AE-A7C8-F46B0B327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42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5000AC-9286-777F-3638-EB6428399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67663-CDDE-4C8D-B8D7-7B736684341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C1F716-3FA8-F45B-8439-EB2DCB916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47853-291F-8164-10E6-7507816DE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05C60-9C2F-41AE-A7C8-F46B0B327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57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D7CE2-68E2-C067-2040-202B44A71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01A24-74F2-38D5-C73B-79AAC3C46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D01FF-56AC-B0F4-0632-886EB9F40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D86DC-01DA-7F71-2176-F66BDB15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67663-CDDE-4C8D-B8D7-7B736684341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DF2BF-2526-0E48-3563-60F068502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3A5F3-B987-E14D-3255-77A02B778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05C60-9C2F-41AE-A7C8-F46B0B327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31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7916C-D3AD-663B-5CA2-A217324FD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0B90A2-9BD6-67A7-D216-AA3AC3EFBC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6E6DE1-4D02-2EE5-D811-97820282A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8AC30-0FAD-6183-418B-DC4DEACBD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67663-CDDE-4C8D-B8D7-7B736684341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99228-3C9F-AF31-2218-7D310C273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C4FCB-DA43-36B3-5975-58FAA34D1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05C60-9C2F-41AE-A7C8-F46B0B327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815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F3CFF-5D04-D525-F5D1-7E6B18B34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DEAF9E-2203-06EA-DFE3-A7B94B1FD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B6453-4691-DFF3-A965-DC164585E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67663-CDDE-4C8D-B8D7-7B736684341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38D7A-BEBD-4C2F-FD2A-46094B225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A990D-D844-108A-B7EA-BA4A47A1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05C60-9C2F-41AE-A7C8-F46B0B327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140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126417-484F-08C9-0F95-AAFBF63762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5AC91-89F7-6FB3-6DC7-70F82619C8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3F3DF-8C14-06D0-BEE0-A31744F92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67663-CDDE-4C8D-B8D7-7B736684341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A2A3D-4124-4F99-E451-16A132C0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1505B-F891-0837-16AC-79885374C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05C60-9C2F-41AE-A7C8-F46B0B327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5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18E0D9-A348-0689-09C8-39E8EB545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5FFDE-F8F1-DB6C-CD39-1341D2113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85B0C-2B0B-1E48-EEEE-96A55049EF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F67663-CDDE-4C8D-B8D7-7B736684341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87FB1-93F5-6985-5711-F52519A089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B5469-C375-C253-1713-5A846A014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F05C60-9C2F-41AE-A7C8-F46B0B327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77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32710FC-5BA6-1AB4-AAE2-AF7807D3CD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7503732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4304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2026-09-06T08:14:44Z</dcterms:created>
  <dcterms:modified xsi:type="dcterms:W3CDTF">2026-09-06T08:14:44Z</dcterms:modified>
</cp:coreProperties>
</file>