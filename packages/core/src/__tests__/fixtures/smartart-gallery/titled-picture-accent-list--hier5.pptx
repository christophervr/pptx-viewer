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5B23CC-6C05-4172-92C5-0C398CB17099}" type="doc">
      <dgm:prSet loTypeId="urn:microsoft.com/office/officeart/2008/layout/PictureAccent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A5127-C78F-4C41-AC55-FB94FFF882E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E323EE9-5A9F-4626-BB64-17DF25D6098D}" type="parTrans" cxnId="{2115D2C5-2913-41E1-81D9-B7660DBFF141}">
      <dgm:prSet/>
      <dgm:spPr/>
    </dgm:pt>
    <dgm:pt modelId="{B14B9637-57BD-4643-9CA3-5BBA8A0A0126}" type="sibTrans" cxnId="{2115D2C5-2913-41E1-81D9-B7660DBFF141}">
      <dgm:prSet/>
      <dgm:spPr/>
    </dgm:pt>
    <dgm:pt modelId="{335F2546-3531-416A-810B-B76082B1A64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C1ECAE8-D40F-4082-8689-227FBA36B2CF}" type="parTrans" cxnId="{12BF37E1-3210-4286-8FB4-2A8A7B8C3B9E}">
      <dgm:prSet/>
      <dgm:spPr/>
    </dgm:pt>
    <dgm:pt modelId="{DD55507A-B780-4B15-85AB-79BB7DA18B67}" type="sibTrans" cxnId="{12BF37E1-3210-4286-8FB4-2A8A7B8C3B9E}">
      <dgm:prSet/>
      <dgm:spPr/>
    </dgm:pt>
    <dgm:pt modelId="{D94C2EF4-0C18-4972-92F7-2DD6A7A853B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F05CA48-D86D-4702-B039-3DC529218CD0}" type="parTrans" cxnId="{3770878F-F56B-48FB-9640-5688445E7A21}">
      <dgm:prSet/>
      <dgm:spPr/>
    </dgm:pt>
    <dgm:pt modelId="{897A48D0-A9D2-4594-8480-DB39B0319EDA}" type="sibTrans" cxnId="{3770878F-F56B-48FB-9640-5688445E7A21}">
      <dgm:prSet/>
      <dgm:spPr/>
    </dgm:pt>
    <dgm:pt modelId="{940D4D6C-17AF-4033-8CF4-FB4A826E2EF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78108D0-9349-465A-AB39-6FF50AFFF0AF}" type="parTrans" cxnId="{4EC03AC5-1FCB-4FA7-867F-09AA99BE1902}">
      <dgm:prSet/>
      <dgm:spPr/>
    </dgm:pt>
    <dgm:pt modelId="{4BE693E7-2E15-4493-AF9B-62E430266B15}" type="sibTrans" cxnId="{4EC03AC5-1FCB-4FA7-867F-09AA99BE1902}">
      <dgm:prSet/>
      <dgm:spPr/>
    </dgm:pt>
    <dgm:pt modelId="{F36C088F-8F26-4913-8729-85AD8909454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605D304-ABB9-4F53-B68E-77870A581E06}" type="parTrans" cxnId="{D5B2BBD7-1917-4544-BBAB-766A74F21595}">
      <dgm:prSet/>
      <dgm:spPr/>
    </dgm:pt>
    <dgm:pt modelId="{F564C1C9-CA9A-4BA9-A32B-008B800F306E}" type="sibTrans" cxnId="{D5B2BBD7-1917-4544-BBAB-766A74F21595}">
      <dgm:prSet/>
      <dgm:spPr/>
    </dgm:pt>
    <dgm:pt modelId="{D8F2CACF-B807-44F6-B429-165B1253BE8C}" type="pres">
      <dgm:prSet presAssocID="{A95B23CC-6C05-4172-92C5-0C398CB1709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9DA3BB6A-0429-4EE7-BA9B-8AA83F017EE7}" type="pres">
      <dgm:prSet presAssocID="{3C5A5127-C78F-4C41-AC55-FB94FFF882E7}" presName="root" presStyleCnt="0">
        <dgm:presLayoutVars>
          <dgm:chMax/>
          <dgm:chPref val="4"/>
        </dgm:presLayoutVars>
      </dgm:prSet>
      <dgm:spPr/>
    </dgm:pt>
    <dgm:pt modelId="{4CA63358-6CCA-47B8-8022-CF639B6F36B9}" type="pres">
      <dgm:prSet presAssocID="{3C5A5127-C78F-4C41-AC55-FB94FFF882E7}" presName="rootComposite" presStyleCnt="0">
        <dgm:presLayoutVars/>
      </dgm:prSet>
      <dgm:spPr/>
    </dgm:pt>
    <dgm:pt modelId="{B309D500-8F4D-439D-BAF2-58A5ADB0F034}" type="pres">
      <dgm:prSet presAssocID="{3C5A5127-C78F-4C41-AC55-FB94FFF882E7}" presName="rootText" presStyleLbl="node0" presStyleIdx="0" presStyleCnt="3">
        <dgm:presLayoutVars>
          <dgm:chMax/>
          <dgm:chPref val="4"/>
        </dgm:presLayoutVars>
      </dgm:prSet>
      <dgm:spPr/>
    </dgm:pt>
    <dgm:pt modelId="{B5DB9F5D-B3CA-4401-B765-EF87F01C529A}" type="pres">
      <dgm:prSet presAssocID="{3C5A5127-C78F-4C41-AC55-FB94FFF882E7}" presName="childShape" presStyleCnt="0">
        <dgm:presLayoutVars>
          <dgm:chMax val="0"/>
          <dgm:chPref val="0"/>
        </dgm:presLayoutVars>
      </dgm:prSet>
      <dgm:spPr/>
    </dgm:pt>
    <dgm:pt modelId="{769A78A4-377B-4891-9DF5-934310D19705}" type="pres">
      <dgm:prSet presAssocID="{335F2546-3531-416A-810B-B76082B1A646}" presName="childComposite" presStyleCnt="0">
        <dgm:presLayoutVars>
          <dgm:chMax val="0"/>
          <dgm:chPref val="0"/>
        </dgm:presLayoutVars>
      </dgm:prSet>
      <dgm:spPr/>
    </dgm:pt>
    <dgm:pt modelId="{8B5DA3EA-83A0-4E41-B44C-19278B937294}" type="pres">
      <dgm:prSet presAssocID="{335F2546-3531-416A-810B-B76082B1A646}" presName="Image" presStyleLbl="node1" presStyleIdx="0" presStyleCnt="2"/>
      <dgm:spPr/>
    </dgm:pt>
    <dgm:pt modelId="{022CAB2B-B13F-4B00-B1C7-838605991CFA}" type="pres">
      <dgm:prSet presAssocID="{335F2546-3531-416A-810B-B76082B1A646}" presName="childText" presStyleLbl="lnNode1" presStyleIdx="0" presStyleCnt="2">
        <dgm:presLayoutVars>
          <dgm:chMax val="0"/>
          <dgm:chPref val="0"/>
          <dgm:bulletEnabled val="1"/>
        </dgm:presLayoutVars>
      </dgm:prSet>
      <dgm:spPr/>
    </dgm:pt>
    <dgm:pt modelId="{E45DD253-6065-4858-AA39-01B4DC2855E6}" type="pres">
      <dgm:prSet presAssocID="{D94C2EF4-0C18-4972-92F7-2DD6A7A853BD}" presName="root" presStyleCnt="0">
        <dgm:presLayoutVars>
          <dgm:chMax/>
          <dgm:chPref val="4"/>
        </dgm:presLayoutVars>
      </dgm:prSet>
      <dgm:spPr/>
    </dgm:pt>
    <dgm:pt modelId="{B24AE828-2031-4BD3-9A2B-0103A1A49AFE}" type="pres">
      <dgm:prSet presAssocID="{D94C2EF4-0C18-4972-92F7-2DD6A7A853BD}" presName="rootComposite" presStyleCnt="0">
        <dgm:presLayoutVars/>
      </dgm:prSet>
      <dgm:spPr/>
    </dgm:pt>
    <dgm:pt modelId="{AD17312C-3257-4E60-BDA9-37664FE5024D}" type="pres">
      <dgm:prSet presAssocID="{D94C2EF4-0C18-4972-92F7-2DD6A7A853BD}" presName="rootText" presStyleLbl="node0" presStyleIdx="1" presStyleCnt="3">
        <dgm:presLayoutVars>
          <dgm:chMax/>
          <dgm:chPref val="4"/>
        </dgm:presLayoutVars>
      </dgm:prSet>
      <dgm:spPr/>
    </dgm:pt>
    <dgm:pt modelId="{3150D631-2A72-42F6-9A2F-8DBBC832C6BE}" type="pres">
      <dgm:prSet presAssocID="{D94C2EF4-0C18-4972-92F7-2DD6A7A853BD}" presName="childShape" presStyleCnt="0">
        <dgm:presLayoutVars>
          <dgm:chMax val="0"/>
          <dgm:chPref val="0"/>
        </dgm:presLayoutVars>
      </dgm:prSet>
      <dgm:spPr/>
    </dgm:pt>
    <dgm:pt modelId="{D4BC0BE8-B86E-4D43-906C-41435EF3349A}" type="pres">
      <dgm:prSet presAssocID="{940D4D6C-17AF-4033-8CF4-FB4A826E2EFD}" presName="root" presStyleCnt="0">
        <dgm:presLayoutVars>
          <dgm:chMax/>
          <dgm:chPref val="4"/>
        </dgm:presLayoutVars>
      </dgm:prSet>
      <dgm:spPr/>
    </dgm:pt>
    <dgm:pt modelId="{49CC2DFF-2455-47C9-90AD-85F2801EC84E}" type="pres">
      <dgm:prSet presAssocID="{940D4D6C-17AF-4033-8CF4-FB4A826E2EFD}" presName="rootComposite" presStyleCnt="0">
        <dgm:presLayoutVars/>
      </dgm:prSet>
      <dgm:spPr/>
    </dgm:pt>
    <dgm:pt modelId="{289E3D68-1FC4-4F73-B9B2-88B97704B0ED}" type="pres">
      <dgm:prSet presAssocID="{940D4D6C-17AF-4033-8CF4-FB4A826E2EFD}" presName="rootText" presStyleLbl="node0" presStyleIdx="2" presStyleCnt="3">
        <dgm:presLayoutVars>
          <dgm:chMax/>
          <dgm:chPref val="4"/>
        </dgm:presLayoutVars>
      </dgm:prSet>
      <dgm:spPr/>
    </dgm:pt>
    <dgm:pt modelId="{DD9CE125-91C5-46E5-BF7E-F5A974DAA3D0}" type="pres">
      <dgm:prSet presAssocID="{940D4D6C-17AF-4033-8CF4-FB4A826E2EFD}" presName="childShape" presStyleCnt="0">
        <dgm:presLayoutVars>
          <dgm:chMax val="0"/>
          <dgm:chPref val="0"/>
        </dgm:presLayoutVars>
      </dgm:prSet>
      <dgm:spPr/>
    </dgm:pt>
    <dgm:pt modelId="{70C444B5-E96B-451D-AC2B-8B6C5678F069}" type="pres">
      <dgm:prSet presAssocID="{F36C088F-8F26-4913-8729-85AD8909454A}" presName="childComposite" presStyleCnt="0">
        <dgm:presLayoutVars>
          <dgm:chMax val="0"/>
          <dgm:chPref val="0"/>
        </dgm:presLayoutVars>
      </dgm:prSet>
      <dgm:spPr/>
    </dgm:pt>
    <dgm:pt modelId="{097BE71F-DF2C-4C1F-8273-F09757F2880F}" type="pres">
      <dgm:prSet presAssocID="{F36C088F-8F26-4913-8729-85AD8909454A}" presName="Image" presStyleLbl="node1" presStyleIdx="1" presStyleCnt="2"/>
      <dgm:spPr/>
    </dgm:pt>
    <dgm:pt modelId="{5013D0C9-A31A-49D8-9A1F-619E625B8CD9}" type="pres">
      <dgm:prSet presAssocID="{F36C088F-8F26-4913-8729-85AD8909454A}" presName="childText" presStyleLbl="ln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11F84713-9D17-49C7-BC2C-EEEB818318DA}" type="presOf" srcId="{D94C2EF4-0C18-4972-92F7-2DD6A7A853BD}" destId="{AD17312C-3257-4E60-BDA9-37664FE5024D}" srcOrd="0" destOrd="0" presId="urn:microsoft.com/office/officeart/2008/layout/PictureAccentList"/>
    <dgm:cxn modelId="{4F188D1F-EB9A-4013-BD0F-740DD21A59FC}" type="presOf" srcId="{335F2546-3531-416A-810B-B76082B1A646}" destId="{022CAB2B-B13F-4B00-B1C7-838605991CFA}" srcOrd="0" destOrd="0" presId="urn:microsoft.com/office/officeart/2008/layout/PictureAccentList"/>
    <dgm:cxn modelId="{79EE4A24-FC7E-4FD7-BAC8-2C6D2518334E}" type="presOf" srcId="{A95B23CC-6C05-4172-92C5-0C398CB17099}" destId="{D8F2CACF-B807-44F6-B429-165B1253BE8C}" srcOrd="0" destOrd="0" presId="urn:microsoft.com/office/officeart/2008/layout/PictureAccentList"/>
    <dgm:cxn modelId="{3770878F-F56B-48FB-9640-5688445E7A21}" srcId="{A95B23CC-6C05-4172-92C5-0C398CB17099}" destId="{D94C2EF4-0C18-4972-92F7-2DD6A7A853BD}" srcOrd="1" destOrd="0" parTransId="{8F05CA48-D86D-4702-B039-3DC529218CD0}" sibTransId="{897A48D0-A9D2-4594-8480-DB39B0319EDA}"/>
    <dgm:cxn modelId="{CD1D609D-5F62-4FED-8DF4-F09195BA37AA}" type="presOf" srcId="{940D4D6C-17AF-4033-8CF4-FB4A826E2EFD}" destId="{289E3D68-1FC4-4F73-B9B2-88B97704B0ED}" srcOrd="0" destOrd="0" presId="urn:microsoft.com/office/officeart/2008/layout/PictureAccentList"/>
    <dgm:cxn modelId="{A0F78AA6-3E2B-434C-A991-FDE2A29E0321}" type="presOf" srcId="{3C5A5127-C78F-4C41-AC55-FB94FFF882E7}" destId="{B309D500-8F4D-439D-BAF2-58A5ADB0F034}" srcOrd="0" destOrd="0" presId="urn:microsoft.com/office/officeart/2008/layout/PictureAccentList"/>
    <dgm:cxn modelId="{17D8E0C4-165B-40DF-9121-1BEDEA44D057}" type="presOf" srcId="{F36C088F-8F26-4913-8729-85AD8909454A}" destId="{5013D0C9-A31A-49D8-9A1F-619E625B8CD9}" srcOrd="0" destOrd="0" presId="urn:microsoft.com/office/officeart/2008/layout/PictureAccentList"/>
    <dgm:cxn modelId="{4EC03AC5-1FCB-4FA7-867F-09AA99BE1902}" srcId="{A95B23CC-6C05-4172-92C5-0C398CB17099}" destId="{940D4D6C-17AF-4033-8CF4-FB4A826E2EFD}" srcOrd="2" destOrd="0" parTransId="{278108D0-9349-465A-AB39-6FF50AFFF0AF}" sibTransId="{4BE693E7-2E15-4493-AF9B-62E430266B15}"/>
    <dgm:cxn modelId="{2115D2C5-2913-41E1-81D9-B7660DBFF141}" srcId="{A95B23CC-6C05-4172-92C5-0C398CB17099}" destId="{3C5A5127-C78F-4C41-AC55-FB94FFF882E7}" srcOrd="0" destOrd="0" parTransId="{6E323EE9-5A9F-4626-BB64-17DF25D6098D}" sibTransId="{B14B9637-57BD-4643-9CA3-5BBA8A0A0126}"/>
    <dgm:cxn modelId="{D5B2BBD7-1917-4544-BBAB-766A74F21595}" srcId="{940D4D6C-17AF-4033-8CF4-FB4A826E2EFD}" destId="{F36C088F-8F26-4913-8729-85AD8909454A}" srcOrd="0" destOrd="0" parTransId="{7605D304-ABB9-4F53-B68E-77870A581E06}" sibTransId="{F564C1C9-CA9A-4BA9-A32B-008B800F306E}"/>
    <dgm:cxn modelId="{12BF37E1-3210-4286-8FB4-2A8A7B8C3B9E}" srcId="{3C5A5127-C78F-4C41-AC55-FB94FFF882E7}" destId="{335F2546-3531-416A-810B-B76082B1A646}" srcOrd="0" destOrd="0" parTransId="{CC1ECAE8-D40F-4082-8689-227FBA36B2CF}" sibTransId="{DD55507A-B780-4B15-85AB-79BB7DA18B67}"/>
    <dgm:cxn modelId="{222FF498-4392-43A9-A55B-C823B09ADE53}" type="presParOf" srcId="{D8F2CACF-B807-44F6-B429-165B1253BE8C}" destId="{9DA3BB6A-0429-4EE7-BA9B-8AA83F017EE7}" srcOrd="0" destOrd="0" presId="urn:microsoft.com/office/officeart/2008/layout/PictureAccentList"/>
    <dgm:cxn modelId="{FE127F8B-A4A0-4FA7-BD76-5EE0B9F9913A}" type="presParOf" srcId="{9DA3BB6A-0429-4EE7-BA9B-8AA83F017EE7}" destId="{4CA63358-6CCA-47B8-8022-CF639B6F36B9}" srcOrd="0" destOrd="0" presId="urn:microsoft.com/office/officeart/2008/layout/PictureAccentList"/>
    <dgm:cxn modelId="{8F9308CA-9C2D-45E5-815A-C9B8DB946168}" type="presParOf" srcId="{4CA63358-6CCA-47B8-8022-CF639B6F36B9}" destId="{B309D500-8F4D-439D-BAF2-58A5ADB0F034}" srcOrd="0" destOrd="0" presId="urn:microsoft.com/office/officeart/2008/layout/PictureAccentList"/>
    <dgm:cxn modelId="{A4729661-9BE6-4043-B316-58000545336A}" type="presParOf" srcId="{9DA3BB6A-0429-4EE7-BA9B-8AA83F017EE7}" destId="{B5DB9F5D-B3CA-4401-B765-EF87F01C529A}" srcOrd="1" destOrd="0" presId="urn:microsoft.com/office/officeart/2008/layout/PictureAccentList"/>
    <dgm:cxn modelId="{88089DCE-9548-4C5B-8774-DA1CF43FC86F}" type="presParOf" srcId="{B5DB9F5D-B3CA-4401-B765-EF87F01C529A}" destId="{769A78A4-377B-4891-9DF5-934310D19705}" srcOrd="0" destOrd="0" presId="urn:microsoft.com/office/officeart/2008/layout/PictureAccentList"/>
    <dgm:cxn modelId="{11F82680-1F83-489D-B801-3231ED8EFCCE}" type="presParOf" srcId="{769A78A4-377B-4891-9DF5-934310D19705}" destId="{8B5DA3EA-83A0-4E41-B44C-19278B937294}" srcOrd="0" destOrd="0" presId="urn:microsoft.com/office/officeart/2008/layout/PictureAccentList"/>
    <dgm:cxn modelId="{F5478745-A174-498D-A409-8E7992EBDA85}" type="presParOf" srcId="{769A78A4-377B-4891-9DF5-934310D19705}" destId="{022CAB2B-B13F-4B00-B1C7-838605991CFA}" srcOrd="1" destOrd="0" presId="urn:microsoft.com/office/officeart/2008/layout/PictureAccentList"/>
    <dgm:cxn modelId="{D4A5EC9B-B2A2-4ED0-9C91-7550851CD32D}" type="presParOf" srcId="{D8F2CACF-B807-44F6-B429-165B1253BE8C}" destId="{E45DD253-6065-4858-AA39-01B4DC2855E6}" srcOrd="1" destOrd="0" presId="urn:microsoft.com/office/officeart/2008/layout/PictureAccentList"/>
    <dgm:cxn modelId="{2909B574-5A82-4C89-A1A9-A095C3A6BBD9}" type="presParOf" srcId="{E45DD253-6065-4858-AA39-01B4DC2855E6}" destId="{B24AE828-2031-4BD3-9A2B-0103A1A49AFE}" srcOrd="0" destOrd="0" presId="urn:microsoft.com/office/officeart/2008/layout/PictureAccentList"/>
    <dgm:cxn modelId="{81007537-BF54-4CB5-B594-8236CFA11D60}" type="presParOf" srcId="{B24AE828-2031-4BD3-9A2B-0103A1A49AFE}" destId="{AD17312C-3257-4E60-BDA9-37664FE5024D}" srcOrd="0" destOrd="0" presId="urn:microsoft.com/office/officeart/2008/layout/PictureAccentList"/>
    <dgm:cxn modelId="{DC980E0F-A1CF-41B6-B15C-1BB7DA9E56BB}" type="presParOf" srcId="{E45DD253-6065-4858-AA39-01B4DC2855E6}" destId="{3150D631-2A72-42F6-9A2F-8DBBC832C6BE}" srcOrd="1" destOrd="0" presId="urn:microsoft.com/office/officeart/2008/layout/PictureAccentList"/>
    <dgm:cxn modelId="{16769E57-6F0B-47E9-AB14-DFCB6AA843E4}" type="presParOf" srcId="{D8F2CACF-B807-44F6-B429-165B1253BE8C}" destId="{D4BC0BE8-B86E-4D43-906C-41435EF3349A}" srcOrd="2" destOrd="0" presId="urn:microsoft.com/office/officeart/2008/layout/PictureAccentList"/>
    <dgm:cxn modelId="{B5E2A462-630A-4BF2-80E4-B4B9DE20607D}" type="presParOf" srcId="{D4BC0BE8-B86E-4D43-906C-41435EF3349A}" destId="{49CC2DFF-2455-47C9-90AD-85F2801EC84E}" srcOrd="0" destOrd="0" presId="urn:microsoft.com/office/officeart/2008/layout/PictureAccentList"/>
    <dgm:cxn modelId="{C5445938-96CD-453A-94BF-D87F8F05833D}" type="presParOf" srcId="{49CC2DFF-2455-47C9-90AD-85F2801EC84E}" destId="{289E3D68-1FC4-4F73-B9B2-88B97704B0ED}" srcOrd="0" destOrd="0" presId="urn:microsoft.com/office/officeart/2008/layout/PictureAccentList"/>
    <dgm:cxn modelId="{E56256BA-096B-493E-8B69-55B5B80C51D4}" type="presParOf" srcId="{D4BC0BE8-B86E-4D43-906C-41435EF3349A}" destId="{DD9CE125-91C5-46E5-BF7E-F5A974DAA3D0}" srcOrd="1" destOrd="0" presId="urn:microsoft.com/office/officeart/2008/layout/PictureAccentList"/>
    <dgm:cxn modelId="{995A012E-42DD-4898-8F77-6EE58445F49E}" type="presParOf" srcId="{DD9CE125-91C5-46E5-BF7E-F5A974DAA3D0}" destId="{70C444B5-E96B-451D-AC2B-8B6C5678F069}" srcOrd="0" destOrd="0" presId="urn:microsoft.com/office/officeart/2008/layout/PictureAccentList"/>
    <dgm:cxn modelId="{CBF611C5-6612-4D15-BE3B-4E3181BE9C25}" type="presParOf" srcId="{70C444B5-E96B-451D-AC2B-8B6C5678F069}" destId="{097BE71F-DF2C-4C1F-8273-F09757F2880F}" srcOrd="0" destOrd="0" presId="urn:microsoft.com/office/officeart/2008/layout/PictureAccentList"/>
    <dgm:cxn modelId="{D9B97385-47BF-48EC-93D7-478DB999C735}" type="presParOf" srcId="{70C444B5-E96B-451D-AC2B-8B6C5678F069}" destId="{5013D0C9-A31A-49D8-9A1F-619E625B8CD9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9D500-8F4D-439D-BAF2-58A5ADB0F034}">
      <dsp:nvSpPr>
        <dsp:cNvPr id="0" name=""/>
        <dsp:cNvSpPr/>
      </dsp:nvSpPr>
      <dsp:spPr>
        <a:xfrm>
          <a:off x="0" y="2107406"/>
          <a:ext cx="2579687" cy="39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One</a:t>
          </a:r>
        </a:p>
      </dsp:txBody>
      <dsp:txXfrm>
        <a:off x="11624" y="2119030"/>
        <a:ext cx="2556439" cy="373626"/>
      </dsp:txXfrm>
    </dsp:sp>
    <dsp:sp modelId="{8B5DA3EA-83A0-4E41-B44C-19278B937294}">
      <dsp:nvSpPr>
        <dsp:cNvPr id="0" name=""/>
        <dsp:cNvSpPr/>
      </dsp:nvSpPr>
      <dsp:spPr>
        <a:xfrm>
          <a:off x="0" y="2575718"/>
          <a:ext cx="396874" cy="39687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CAB2B-B13F-4B00-B1C7-838605991CFA}">
      <dsp:nvSpPr>
        <dsp:cNvPr id="0" name=""/>
        <dsp:cNvSpPr/>
      </dsp:nvSpPr>
      <dsp:spPr>
        <a:xfrm>
          <a:off x="420687" y="2575718"/>
          <a:ext cx="2158999" cy="39687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Two has a longer label</a:t>
          </a:r>
        </a:p>
      </dsp:txBody>
      <dsp:txXfrm>
        <a:off x="440064" y="2595095"/>
        <a:ext cx="2120245" cy="358120"/>
      </dsp:txXfrm>
    </dsp:sp>
    <dsp:sp modelId="{AD17312C-3257-4E60-BDA9-37664FE5024D}">
      <dsp:nvSpPr>
        <dsp:cNvPr id="0" name=""/>
        <dsp:cNvSpPr/>
      </dsp:nvSpPr>
      <dsp:spPr>
        <a:xfrm>
          <a:off x="2837656" y="2107406"/>
          <a:ext cx="2579687" cy="39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Three</a:t>
          </a:r>
        </a:p>
      </dsp:txBody>
      <dsp:txXfrm>
        <a:off x="2849280" y="2119030"/>
        <a:ext cx="2556439" cy="373626"/>
      </dsp:txXfrm>
    </dsp:sp>
    <dsp:sp modelId="{289E3D68-1FC4-4F73-B9B2-88B97704B0ED}">
      <dsp:nvSpPr>
        <dsp:cNvPr id="0" name=""/>
        <dsp:cNvSpPr/>
      </dsp:nvSpPr>
      <dsp:spPr>
        <a:xfrm>
          <a:off x="5675312" y="2107406"/>
          <a:ext cx="2579687" cy="39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Four</a:t>
          </a:r>
        </a:p>
      </dsp:txBody>
      <dsp:txXfrm>
        <a:off x="5686936" y="2119030"/>
        <a:ext cx="2556439" cy="373626"/>
      </dsp:txXfrm>
    </dsp:sp>
    <dsp:sp modelId="{097BE71F-DF2C-4C1F-8273-F09757F2880F}">
      <dsp:nvSpPr>
        <dsp:cNvPr id="0" name=""/>
        <dsp:cNvSpPr/>
      </dsp:nvSpPr>
      <dsp:spPr>
        <a:xfrm>
          <a:off x="5675312" y="2575718"/>
          <a:ext cx="396874" cy="39687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3D0C9-A31A-49D8-9A1F-619E625B8CD9}">
      <dsp:nvSpPr>
        <dsp:cNvPr id="0" name=""/>
        <dsp:cNvSpPr/>
      </dsp:nvSpPr>
      <dsp:spPr>
        <a:xfrm>
          <a:off x="6095999" y="2575718"/>
          <a:ext cx="2158999" cy="39687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Five</a:t>
          </a:r>
        </a:p>
      </dsp:txBody>
      <dsp:txXfrm>
        <a:off x="6115376" y="2595095"/>
        <a:ext cx="2120245" cy="358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BEC7-7B78-C586-7091-D9D102056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6E41E-ABDF-5A14-7773-F5F37DC7E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B2F48-6BBC-8BBC-79CA-4582FE7AC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F1790-9076-BC90-5B52-79ADDCFD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C87D6-A615-77E1-FD33-2D64B9BB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9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B126-6A06-D5B6-D9AC-C984D56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50AA-262B-185C-9892-A9C850CDC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4D2F-C8FF-CF98-A06A-BAAADDA6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878AD-F03D-156F-5E19-87FAA88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D405-51DC-3443-5CA4-96006CAE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8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795F-C92D-B147-4589-F32C3A41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4142B-23B5-29A1-F3C1-8BB22A6EF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D54A8-6654-B4E3-AFA7-AC51C52A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D284F-0F6B-6D69-BFB8-92225820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14DB1-DDCA-A58D-BA35-1C3EAD137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E416-9FB1-A710-9614-31F663E5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F0AA2-1227-7409-BA98-1E06AB897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B12D4-89A5-9BB2-5D07-860EE94C8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280A8-3E13-EC33-8C2C-31A490A6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EC0F8-F5D7-FC12-C889-D221CD8C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E6CF4-8E41-B965-ABB5-2E7458B8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2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8B9C-2D1A-54CD-1792-D72A73ED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8767F-403A-C03A-E926-10F19407E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AF30C-5584-92A5-1823-E5E9CEB38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379D8-A0FF-43F5-043A-5C80E51AA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DE45E-2ECB-0D5F-0311-B1A5CF2D9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65510-E4E7-734C-7D39-805ADA3E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193E8-D47E-41AE-1CA6-9FFE6995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D755-4E05-8124-D597-C25B0772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5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0D0D-9299-2DEB-2AE2-1855A9D9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FD50A-332E-C2EE-6D51-E061EE81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A1388-C1DE-1AB9-2162-20EF2DF1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AFA9B-EE6C-E85A-B477-05084C32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7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5E46-4434-99B7-281E-9546D640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05FC6-017A-1B45-9BD9-0CCAD527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75267-0789-8925-A5BC-10BB67F6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9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5E88-D8D7-30A4-6235-435AE93E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79F8C-A964-7D4C-C10F-7E00EEB11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EC4F0-5247-C137-F8DE-D81D3BA24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0039A-67D8-6379-E9BE-0634D907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D70AC-E6FC-0D7B-673E-B1DF028B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6D93B-FF0A-4E01-B497-DEB1794A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3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FD82-B2B1-D36A-1547-3316937A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D1546-E319-B7E9-7187-06CAE4871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A6276-BEB3-94DC-C961-024AE877F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AB3CA-8C48-7B92-D2BE-0CED953C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449A9-A9CA-4733-8699-EEC185AD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1F63E-A61C-65C2-F296-2884A5578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7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844-3D4A-346C-0378-F950CE73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1DDD0-93E5-C36A-3581-8F344C4AE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DA12-D78D-BA33-EA8F-BF29291E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E0781-AA48-A75B-4CE8-DDF3EE11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02F99-2895-F867-3A31-53EB20D3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4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F0AB7-55CE-9FB1-D0E5-C023373C5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EE1C8-490A-0820-E40A-5DDFF4F48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3008-12E6-3359-269F-799C0739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7CEEE-B38C-96B2-DC97-CF88806E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8CAD-50BA-16A5-B237-D68BA70B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B904B-3423-4803-EED0-60B23F806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310C6-3815-3514-837D-43A189DF8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3ACD7-12A3-F578-DA67-678139F51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48249-39D9-4C8C-8533-E621180BFD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65EA3-BF8C-CC50-A4AE-767AADEC5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C9D8E-5B28-E93A-ED37-F8E9EA4AF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146C9-37F7-41A2-9260-7D1F34E2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3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CF22FCE-C82A-8D20-0DC0-E2F35CCF4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405815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36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2026-09-06T08:12:59Z</dcterms:created>
  <dcterms:modified xsi:type="dcterms:W3CDTF">2026-09-06T08:12:59Z</dcterms:modified>
</cp:coreProperties>
</file>