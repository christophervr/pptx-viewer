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129A37-C8FE-457C-B1AE-64A3CAB5B7B4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6B483C-F866-41A7-9923-B0BB5AE82357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C51DD392-D89F-42D6-82C6-9BE7D4AAD597}" type="parTrans" cxnId="{8E0F03AF-7455-448C-B07B-F5694C1706DB}">
      <dgm:prSet/>
      <dgm:spPr/>
    </dgm:pt>
    <dgm:pt modelId="{8B415E84-DA49-40F7-B968-692CCFD4EF8D}" type="sibTrans" cxnId="{8E0F03AF-7455-448C-B07B-F5694C1706DB}">
      <dgm:prSet/>
      <dgm:spPr/>
    </dgm:pt>
    <dgm:pt modelId="{6A9E54A6-41E5-4DF6-99AF-3CF2B5867B29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1BD39A9C-D1C6-49DE-86A6-80E19E6B184C}" type="parTrans" cxnId="{88B03A57-B878-49A0-BF8C-409670877A9C}">
      <dgm:prSet/>
      <dgm:spPr/>
    </dgm:pt>
    <dgm:pt modelId="{D19E3022-BA66-4A2D-850E-41BF70B6F605}" type="sibTrans" cxnId="{88B03A57-B878-49A0-BF8C-409670877A9C}">
      <dgm:prSet/>
      <dgm:spPr/>
    </dgm:pt>
    <dgm:pt modelId="{6C9E4873-FBA3-4B17-ADCF-D1C22001BC19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F9AF8C3F-153B-4E39-96E2-77E0A278DC82}" type="parTrans" cxnId="{984ADB0B-1086-49A2-9A03-67AB78E67A66}">
      <dgm:prSet/>
      <dgm:spPr/>
    </dgm:pt>
    <dgm:pt modelId="{9E226AF4-6FC5-4B78-B63D-B26C8D666058}" type="sibTrans" cxnId="{984ADB0B-1086-49A2-9A03-67AB78E67A66}">
      <dgm:prSet/>
      <dgm:spPr/>
    </dgm:pt>
    <dgm:pt modelId="{F343C50E-1777-4393-B653-E9C2CF480124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5982B74F-984E-4015-B615-F0F916CC1E1C}" type="parTrans" cxnId="{24DF87B2-EF60-4D87-A575-81A0EFBD2ACB}">
      <dgm:prSet/>
      <dgm:spPr/>
    </dgm:pt>
    <dgm:pt modelId="{A9F1DD8D-3710-4FD4-9CAD-7EDE1FCCA947}" type="sibTrans" cxnId="{24DF87B2-EF60-4D87-A575-81A0EFBD2ACB}">
      <dgm:prSet/>
      <dgm:spPr/>
    </dgm:pt>
    <dgm:pt modelId="{0895398B-13BF-420A-877B-9ABF85E336C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CFF11274-8C17-4A30-882C-21902D56CBFD}" type="parTrans" cxnId="{63EAFCDC-A231-44E2-B978-6C45EFFEE4F6}">
      <dgm:prSet/>
      <dgm:spPr/>
    </dgm:pt>
    <dgm:pt modelId="{6B94D6F4-8299-4C86-BE1E-2D88B5F8EE6A}" type="sibTrans" cxnId="{63EAFCDC-A231-44E2-B978-6C45EFFEE4F6}">
      <dgm:prSet/>
      <dgm:spPr/>
    </dgm:pt>
    <dgm:pt modelId="{472F27CB-D320-4299-A0C0-D52D378680EC}" type="pres">
      <dgm:prSet presAssocID="{40129A37-C8FE-457C-B1AE-64A3CAB5B7B4}" presName="cycle" presStyleCnt="0">
        <dgm:presLayoutVars>
          <dgm:dir/>
          <dgm:resizeHandles val="exact"/>
        </dgm:presLayoutVars>
      </dgm:prSet>
      <dgm:spPr/>
    </dgm:pt>
    <dgm:pt modelId="{1E31F2F9-075C-4AF8-8035-073740E94253}" type="pres">
      <dgm:prSet presAssocID="{246B483C-F866-41A7-9923-B0BB5AE82357}" presName="dummy" presStyleCnt="0"/>
      <dgm:spPr/>
    </dgm:pt>
    <dgm:pt modelId="{CEE50F51-BA9E-4CE9-9553-30D5B87EBD1B}" type="pres">
      <dgm:prSet presAssocID="{246B483C-F866-41A7-9923-B0BB5AE82357}" presName="node" presStyleLbl="revTx" presStyleIdx="0" presStyleCnt="3">
        <dgm:presLayoutVars>
          <dgm:bulletEnabled val="1"/>
        </dgm:presLayoutVars>
      </dgm:prSet>
      <dgm:spPr/>
    </dgm:pt>
    <dgm:pt modelId="{71F0C1D3-0938-4914-B442-87A9825A73F2}" type="pres">
      <dgm:prSet presAssocID="{8B415E84-DA49-40F7-B968-692CCFD4EF8D}" presName="sibTrans" presStyleLbl="node1" presStyleIdx="0" presStyleCnt="3"/>
      <dgm:spPr/>
    </dgm:pt>
    <dgm:pt modelId="{86B528DE-1B8F-44EE-BB06-7F16B86575CA}" type="pres">
      <dgm:prSet presAssocID="{6C9E4873-FBA3-4B17-ADCF-D1C22001BC19}" presName="dummy" presStyleCnt="0"/>
      <dgm:spPr/>
    </dgm:pt>
    <dgm:pt modelId="{1CF475F6-4614-4CFC-B614-2B3772B9F831}" type="pres">
      <dgm:prSet presAssocID="{6C9E4873-FBA3-4B17-ADCF-D1C22001BC19}" presName="node" presStyleLbl="revTx" presStyleIdx="1" presStyleCnt="3">
        <dgm:presLayoutVars>
          <dgm:bulletEnabled val="1"/>
        </dgm:presLayoutVars>
      </dgm:prSet>
      <dgm:spPr/>
    </dgm:pt>
    <dgm:pt modelId="{3F4DDDC9-669B-41A7-903D-3DC417413F16}" type="pres">
      <dgm:prSet presAssocID="{9E226AF4-6FC5-4B78-B63D-B26C8D666058}" presName="sibTrans" presStyleLbl="node1" presStyleIdx="1" presStyleCnt="3"/>
      <dgm:spPr/>
    </dgm:pt>
    <dgm:pt modelId="{D10283F1-5114-4AC2-AEC2-7064E6A3120F}" type="pres">
      <dgm:prSet presAssocID="{F343C50E-1777-4393-B653-E9C2CF480124}" presName="dummy" presStyleCnt="0"/>
      <dgm:spPr/>
    </dgm:pt>
    <dgm:pt modelId="{2EB34001-CB3D-44D6-B906-01E2BA97E0C7}" type="pres">
      <dgm:prSet presAssocID="{F343C50E-1777-4393-B653-E9C2CF480124}" presName="node" presStyleLbl="revTx" presStyleIdx="2" presStyleCnt="3">
        <dgm:presLayoutVars>
          <dgm:bulletEnabled val="1"/>
        </dgm:presLayoutVars>
      </dgm:prSet>
      <dgm:spPr/>
    </dgm:pt>
    <dgm:pt modelId="{751EF772-0368-4F23-AF05-25F3F99A3076}" type="pres">
      <dgm:prSet presAssocID="{A9F1DD8D-3710-4FD4-9CAD-7EDE1FCCA947}" presName="sibTrans" presStyleLbl="node1" presStyleIdx="2" presStyleCnt="3"/>
      <dgm:spPr/>
    </dgm:pt>
  </dgm:ptLst>
  <dgm:cxnLst>
    <dgm:cxn modelId="{984ADB0B-1086-49A2-9A03-67AB78E67A66}" srcId="{40129A37-C8FE-457C-B1AE-64A3CAB5B7B4}" destId="{6C9E4873-FBA3-4B17-ADCF-D1C22001BC19}" srcOrd="1" destOrd="0" parTransId="{F9AF8C3F-153B-4E39-96E2-77E0A278DC82}" sibTransId="{9E226AF4-6FC5-4B78-B63D-B26C8D666058}"/>
    <dgm:cxn modelId="{F61DAF0F-307C-4513-BB14-217F390A8F9D}" type="presOf" srcId="{F343C50E-1777-4393-B653-E9C2CF480124}" destId="{2EB34001-CB3D-44D6-B906-01E2BA97E0C7}" srcOrd="0" destOrd="0" presId="urn:microsoft.com/office/officeart/2005/8/layout/cycle1"/>
    <dgm:cxn modelId="{762DE335-B56D-44F7-B3BA-6DA72E18A349}" type="presOf" srcId="{A9F1DD8D-3710-4FD4-9CAD-7EDE1FCCA947}" destId="{751EF772-0368-4F23-AF05-25F3F99A3076}" srcOrd="0" destOrd="0" presId="urn:microsoft.com/office/officeart/2005/8/layout/cycle1"/>
    <dgm:cxn modelId="{BA86D163-3871-4B8B-AE6C-7C5463A50CC7}" type="presOf" srcId="{40129A37-C8FE-457C-B1AE-64A3CAB5B7B4}" destId="{472F27CB-D320-4299-A0C0-D52D378680EC}" srcOrd="0" destOrd="0" presId="urn:microsoft.com/office/officeart/2005/8/layout/cycle1"/>
    <dgm:cxn modelId="{A67EA355-5369-4659-A22C-4741A2706259}" type="presOf" srcId="{9E226AF4-6FC5-4B78-B63D-B26C8D666058}" destId="{3F4DDDC9-669B-41A7-903D-3DC417413F16}" srcOrd="0" destOrd="0" presId="urn:microsoft.com/office/officeart/2005/8/layout/cycle1"/>
    <dgm:cxn modelId="{88B03A57-B878-49A0-BF8C-409670877A9C}" srcId="{246B483C-F866-41A7-9923-B0BB5AE82357}" destId="{6A9E54A6-41E5-4DF6-99AF-3CF2B5867B29}" srcOrd="0" destOrd="0" parTransId="{1BD39A9C-D1C6-49DE-86A6-80E19E6B184C}" sibTransId="{D19E3022-BA66-4A2D-850E-41BF70B6F605}"/>
    <dgm:cxn modelId="{2914A7AD-0504-4276-AA35-ACF930E108BE}" type="presOf" srcId="{6A9E54A6-41E5-4DF6-99AF-3CF2B5867B29}" destId="{CEE50F51-BA9E-4CE9-9553-30D5B87EBD1B}" srcOrd="0" destOrd="1" presId="urn:microsoft.com/office/officeart/2005/8/layout/cycle1"/>
    <dgm:cxn modelId="{8E0F03AF-7455-448C-B07B-F5694C1706DB}" srcId="{40129A37-C8FE-457C-B1AE-64A3CAB5B7B4}" destId="{246B483C-F866-41A7-9923-B0BB5AE82357}" srcOrd="0" destOrd="0" parTransId="{C51DD392-D89F-42D6-82C6-9BE7D4AAD597}" sibTransId="{8B415E84-DA49-40F7-B968-692CCFD4EF8D}"/>
    <dgm:cxn modelId="{24DF87B2-EF60-4D87-A575-81A0EFBD2ACB}" srcId="{40129A37-C8FE-457C-B1AE-64A3CAB5B7B4}" destId="{F343C50E-1777-4393-B653-E9C2CF480124}" srcOrd="2" destOrd="0" parTransId="{5982B74F-984E-4015-B615-F0F916CC1E1C}" sibTransId="{A9F1DD8D-3710-4FD4-9CAD-7EDE1FCCA947}"/>
    <dgm:cxn modelId="{11ADD6B9-AD4D-4BED-8F04-03121A68FF2B}" type="presOf" srcId="{6C9E4873-FBA3-4B17-ADCF-D1C22001BC19}" destId="{1CF475F6-4614-4CFC-B614-2B3772B9F831}" srcOrd="0" destOrd="0" presId="urn:microsoft.com/office/officeart/2005/8/layout/cycle1"/>
    <dgm:cxn modelId="{63EAFCDC-A231-44E2-B978-6C45EFFEE4F6}" srcId="{F343C50E-1777-4393-B653-E9C2CF480124}" destId="{0895398B-13BF-420A-877B-9ABF85E336CA}" srcOrd="0" destOrd="0" parTransId="{CFF11274-8C17-4A30-882C-21902D56CBFD}" sibTransId="{6B94D6F4-8299-4C86-BE1E-2D88B5F8EE6A}"/>
    <dgm:cxn modelId="{A4B43EE3-EFE2-402D-9648-4F0F3EA5D84A}" type="presOf" srcId="{0895398B-13BF-420A-877B-9ABF85E336CA}" destId="{2EB34001-CB3D-44D6-B906-01E2BA97E0C7}" srcOrd="0" destOrd="1" presId="urn:microsoft.com/office/officeart/2005/8/layout/cycle1"/>
    <dgm:cxn modelId="{316F62E5-B977-49FA-B36C-4FC06FB9A6D6}" type="presOf" srcId="{8B415E84-DA49-40F7-B968-692CCFD4EF8D}" destId="{71F0C1D3-0938-4914-B442-87A9825A73F2}" srcOrd="0" destOrd="0" presId="urn:microsoft.com/office/officeart/2005/8/layout/cycle1"/>
    <dgm:cxn modelId="{3E0D34E6-3030-4958-8522-EA2C86174C73}" type="presOf" srcId="{246B483C-F866-41A7-9923-B0BB5AE82357}" destId="{CEE50F51-BA9E-4CE9-9553-30D5B87EBD1B}" srcOrd="0" destOrd="0" presId="urn:microsoft.com/office/officeart/2005/8/layout/cycle1"/>
    <dgm:cxn modelId="{385348B2-3E1F-432C-85C1-3889705F95C0}" type="presParOf" srcId="{472F27CB-D320-4299-A0C0-D52D378680EC}" destId="{1E31F2F9-075C-4AF8-8035-073740E94253}" srcOrd="0" destOrd="0" presId="urn:microsoft.com/office/officeart/2005/8/layout/cycle1"/>
    <dgm:cxn modelId="{365DA912-850D-4A20-B431-652717A9F5B0}" type="presParOf" srcId="{472F27CB-D320-4299-A0C0-D52D378680EC}" destId="{CEE50F51-BA9E-4CE9-9553-30D5B87EBD1B}" srcOrd="1" destOrd="0" presId="urn:microsoft.com/office/officeart/2005/8/layout/cycle1"/>
    <dgm:cxn modelId="{72D84434-88E8-4EA4-910D-E55B79912CC8}" type="presParOf" srcId="{472F27CB-D320-4299-A0C0-D52D378680EC}" destId="{71F0C1D3-0938-4914-B442-87A9825A73F2}" srcOrd="2" destOrd="0" presId="urn:microsoft.com/office/officeart/2005/8/layout/cycle1"/>
    <dgm:cxn modelId="{5201D3F1-C1EE-43CB-9696-A0603F6FD4C5}" type="presParOf" srcId="{472F27CB-D320-4299-A0C0-D52D378680EC}" destId="{86B528DE-1B8F-44EE-BB06-7F16B86575CA}" srcOrd="3" destOrd="0" presId="urn:microsoft.com/office/officeart/2005/8/layout/cycle1"/>
    <dgm:cxn modelId="{59B3C418-BDCD-43CC-B558-BBC34B077884}" type="presParOf" srcId="{472F27CB-D320-4299-A0C0-D52D378680EC}" destId="{1CF475F6-4614-4CFC-B614-2B3772B9F831}" srcOrd="4" destOrd="0" presId="urn:microsoft.com/office/officeart/2005/8/layout/cycle1"/>
    <dgm:cxn modelId="{49915577-8556-4B7C-8C12-CF07F257C4DF}" type="presParOf" srcId="{472F27CB-D320-4299-A0C0-D52D378680EC}" destId="{3F4DDDC9-669B-41A7-903D-3DC417413F16}" srcOrd="5" destOrd="0" presId="urn:microsoft.com/office/officeart/2005/8/layout/cycle1"/>
    <dgm:cxn modelId="{97CF36AE-2095-42F1-B0EC-6A93A7220087}" type="presParOf" srcId="{472F27CB-D320-4299-A0C0-D52D378680EC}" destId="{D10283F1-5114-4AC2-AEC2-7064E6A3120F}" srcOrd="6" destOrd="0" presId="urn:microsoft.com/office/officeart/2005/8/layout/cycle1"/>
    <dgm:cxn modelId="{6D85FBE8-DF6F-4B62-B455-9754A1ECC334}" type="presParOf" srcId="{472F27CB-D320-4299-A0C0-D52D378680EC}" destId="{2EB34001-CB3D-44D6-B906-01E2BA97E0C7}" srcOrd="7" destOrd="0" presId="urn:microsoft.com/office/officeart/2005/8/layout/cycle1"/>
    <dgm:cxn modelId="{0C9A15FD-D602-48FC-9EEC-121B7BB8B56D}" type="presParOf" srcId="{472F27CB-D320-4299-A0C0-D52D378680EC}" destId="{751EF772-0368-4F23-AF05-25F3F99A3076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50F51-BA9E-4CE9-9553-30D5B87EBD1B}">
      <dsp:nvSpPr>
        <dsp:cNvPr id="0" name=""/>
        <dsp:cNvSpPr/>
      </dsp:nvSpPr>
      <dsp:spPr>
        <a:xfrm>
          <a:off x="4779639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One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Two has a longer label</a:t>
          </a:r>
        </a:p>
      </dsp:txBody>
      <dsp:txXfrm>
        <a:off x="4779639" y="375861"/>
        <a:ext cx="1914611" cy="1914611"/>
      </dsp:txXfrm>
    </dsp:sp>
    <dsp:sp modelId="{71F0C1D3-0938-4914-B442-87A9825A73F2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2963490"/>
            <a:gd name="adj4" fmla="val 51967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475F6-4614-4CFC-B614-2B3772B9F831}">
      <dsp:nvSpPr>
        <dsp:cNvPr id="0" name=""/>
        <dsp:cNvSpPr/>
      </dsp:nvSpPr>
      <dsp:spPr>
        <a:xfrm>
          <a:off x="3170194" y="3163502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Three</a:t>
          </a:r>
        </a:p>
      </dsp:txBody>
      <dsp:txXfrm>
        <a:off x="3170194" y="3163502"/>
        <a:ext cx="1914611" cy="1914611"/>
      </dsp:txXfrm>
    </dsp:sp>
    <dsp:sp modelId="{3F4DDDC9-669B-41A7-903D-3DC417413F16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0171836"/>
            <a:gd name="adj4" fmla="val 7260313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B34001-CB3D-44D6-B906-01E2BA97E0C7}">
      <dsp:nvSpPr>
        <dsp:cNvPr id="0" name=""/>
        <dsp:cNvSpPr/>
      </dsp:nvSpPr>
      <dsp:spPr>
        <a:xfrm>
          <a:off x="1560748" y="375861"/>
          <a:ext cx="1914611" cy="1914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Node Four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Node Five</a:t>
          </a:r>
        </a:p>
      </dsp:txBody>
      <dsp:txXfrm>
        <a:off x="1560748" y="375861"/>
        <a:ext cx="1914611" cy="1914611"/>
      </dsp:txXfrm>
    </dsp:sp>
    <dsp:sp modelId="{751EF772-0368-4F23-AF05-25F3F99A3076}">
      <dsp:nvSpPr>
        <dsp:cNvPr id="0" name=""/>
        <dsp:cNvSpPr/>
      </dsp:nvSpPr>
      <dsp:spPr>
        <a:xfrm>
          <a:off x="1864610" y="-507"/>
          <a:ext cx="4525778" cy="4525778"/>
        </a:xfrm>
        <a:prstGeom prst="circularArrow">
          <a:avLst>
            <a:gd name="adj1" fmla="val 8249"/>
            <a:gd name="adj2" fmla="val 576197"/>
            <a:gd name="adj3" fmla="val 16856380"/>
            <a:gd name="adj4" fmla="val 14967424"/>
            <a:gd name="adj5" fmla="val 9624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216E-1B26-2B6D-F0F8-60FD03918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2B5A62-FC50-801A-13F4-2ED7E56785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3C640-FD94-B68D-6D11-7191DF462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C13AF-9376-1671-50CD-BBF3C1A4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AA133-3C77-C523-199A-7AE0BB20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65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55A9-AB70-334D-DBBE-2B0DC9B8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4617F-3CD5-8C77-93E5-733F1CAB5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D284D-6513-2A80-E481-54A1E1D9F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C1873-631C-D660-078D-59AF18B6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E15B96-65A4-BF89-2208-C4BF0611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6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4701-0F50-A2F0-6373-E334B1D1C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97406-1B3D-C22F-315C-2FC51A67D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3D69B-34DB-0C69-8A43-DFBE1EB46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40079-B672-B9DB-A045-A4BDB646A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1767-5DC4-F8BF-5EC8-0734B45EF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2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1B9BD-666E-2598-B432-5EDA96C1A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FA91-8BC6-5C9E-3226-3618BE5831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B83F2-8FBC-6836-4B37-6B600F2D2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6109F-BE96-5213-C9F2-9AE0F958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337E8-27C8-87ED-53D6-97CD3A8AE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B39B6-E396-EAA9-821B-8C020AB1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35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9F02-4A82-343F-86ED-C6E821987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BCA8E-219D-C1EB-8D67-CDEFC1F1E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4C6AB4-4BE5-0ABC-06C1-168EE23142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09066B-FCA3-ECBD-167F-31FE33FE8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E35D1-BBCB-46E8-DC93-291681971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316369-082F-5379-01E9-C44780CC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DA361-4F45-28BE-A9FA-D7B4EF38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061811-6AAA-0A1C-E2B0-7288269D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306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1DEC-8337-105F-05F6-FCA506F97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831AE-0E4F-5D45-1392-C57F116F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8F1B3-B079-AB75-857E-2C7F6CFCF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0F6F50-1657-97F1-905D-4F58A902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13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038576-2692-18FA-EAEB-556907417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B30A1A-1091-1A8E-17EE-823585341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A4512-7F11-D686-F04A-C2C9602D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17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F3C6F-F11E-C5A3-E34C-47DA18084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3A00B-D3C0-2C37-E80B-E1161D024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89870-6BB2-83E1-F353-3BBFAE0D7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AA0D8-4474-351F-647D-2A80ECAF4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48D0F3-4384-3630-0957-2D52D27EC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9A72C-FAF7-79A9-AF94-ACCB4C34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43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7912A-731E-2140-6533-6D6BD591A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9B5292-9774-467E-7F5A-4B60E97721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7FE07-6669-03D9-78B6-F1C9239AD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12F67-D82C-FF1C-A430-10CB253B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D789B-90A3-7242-9165-B5BDBD5BE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B3943-09F8-A16F-E013-77B083AB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703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B26E-908D-42CC-73A5-E13F1EFB8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D620B-AF96-63F0-6314-A4B848395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28A7B-AC0E-B8C5-D1D9-406E8E1B7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BC53A-C16F-F998-94AD-5CBDC593F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59529-1F1C-35DB-5821-D8E89A34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1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C3149-D1E3-FDF8-3E03-545F184A15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DD33F2-D848-A642-D772-BBA27A1A42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A256D-DB77-79E7-9202-BF85550E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E180B-C95E-435A-F063-DEF79B449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DF26C-7644-F25C-8825-637CEE2BF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37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D8B7C-3CAF-CAE9-6AD1-161A65B03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A40FC-6102-C499-52FF-43B261028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8746-48B9-CB74-684D-75C78992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DB0ED-8787-4452-BE91-AB7705E4CC9C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D74D3-D4E5-965F-9879-E099900BB8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363DB-F465-F246-A76E-B11145445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733216-3076-4635-86D7-1F0FC2131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8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BB925D9-9677-81A8-EFFD-FC433E603B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690497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7662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2026-09-06T08:14:04Z</dcterms:created>
  <dcterms:modified xsi:type="dcterms:W3CDTF">2026-09-06T08:14:05Z</dcterms:modified>
</cp:coreProperties>
</file>