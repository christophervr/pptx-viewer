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67820D-86DC-486D-8BE1-D2E78FFC021E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560192-7C47-4AC1-AB08-6C23E7F55B2E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C22117B6-88BD-48E3-A9A9-7701CC4FFE0F}" type="parTrans" cxnId="{6C68F5B3-0B71-4E7B-91BE-491CB7A56ECD}">
      <dgm:prSet/>
      <dgm:spPr/>
    </dgm:pt>
    <dgm:pt modelId="{CA24B8A1-8821-43BA-A6F2-9D47DE4828DA}" type="sibTrans" cxnId="{6C68F5B3-0B71-4E7B-91BE-491CB7A56ECD}">
      <dgm:prSet/>
      <dgm:spPr/>
      <dgm:t>
        <a:bodyPr/>
        <a:lstStyle/>
        <a:p>
          <a:endParaRPr lang="en-US"/>
        </a:p>
      </dgm:t>
    </dgm:pt>
    <dgm:pt modelId="{0388D37A-3F6F-4DC4-8E6B-3F009B24D914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A94126B0-1A51-453B-A4F3-8A60A4328724}" type="parTrans" cxnId="{93E279B2-9204-43F7-986F-E884DBCB9C56}">
      <dgm:prSet/>
      <dgm:spPr/>
    </dgm:pt>
    <dgm:pt modelId="{19C9F0FA-5CF4-4E4C-9CBD-381D73A88756}" type="sibTrans" cxnId="{93E279B2-9204-43F7-986F-E884DBCB9C56}">
      <dgm:prSet/>
      <dgm:spPr/>
      <dgm:t>
        <a:bodyPr/>
        <a:lstStyle/>
        <a:p>
          <a:endParaRPr lang="en-US"/>
        </a:p>
      </dgm:t>
    </dgm:pt>
    <dgm:pt modelId="{539F5760-4AA2-439A-B9EB-9534F77E6360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51785071-C61E-44D4-ADB5-5F50DD967FE0}" type="parTrans" cxnId="{DFB8348D-E652-465B-AAFF-FD9A5621C24A}">
      <dgm:prSet/>
      <dgm:spPr/>
    </dgm:pt>
    <dgm:pt modelId="{64036E7B-5292-48B0-9B35-31ECB5252D6E}" type="sibTrans" cxnId="{DFB8348D-E652-465B-AAFF-FD9A5621C24A}">
      <dgm:prSet/>
      <dgm:spPr/>
      <dgm:t>
        <a:bodyPr/>
        <a:lstStyle/>
        <a:p>
          <a:endParaRPr lang="en-US"/>
        </a:p>
      </dgm:t>
    </dgm:pt>
    <dgm:pt modelId="{DA2715B4-4821-4540-989D-66BCF425877E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97F537F8-28FD-4045-9697-E0C2DB703055}" type="parTrans" cxnId="{99771959-1373-465A-A1A8-3E7A53810A0D}">
      <dgm:prSet/>
      <dgm:spPr/>
    </dgm:pt>
    <dgm:pt modelId="{93BCCA96-3221-4954-8AC3-DA3F65A307BF}" type="sibTrans" cxnId="{99771959-1373-465A-A1A8-3E7A53810A0D}">
      <dgm:prSet/>
      <dgm:spPr/>
      <dgm:t>
        <a:bodyPr/>
        <a:lstStyle/>
        <a:p>
          <a:endParaRPr lang="en-US"/>
        </a:p>
      </dgm:t>
    </dgm:pt>
    <dgm:pt modelId="{88FEDC85-D771-45AA-8846-935297F001B2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21EE812B-37FC-4A9D-9C0B-EDCAE80CE544}" type="parTrans" cxnId="{5F83F9A3-A1B4-436A-B6EF-4C5515AA4CA7}">
      <dgm:prSet/>
      <dgm:spPr/>
    </dgm:pt>
    <dgm:pt modelId="{1FB0EE31-DD26-4129-A9DB-DD6149C092FC}" type="sibTrans" cxnId="{5F83F9A3-A1B4-436A-B6EF-4C5515AA4CA7}">
      <dgm:prSet/>
      <dgm:spPr/>
    </dgm:pt>
    <dgm:pt modelId="{FDE63D8E-261C-4454-A454-7D97BCCA0C1B}" type="pres">
      <dgm:prSet presAssocID="{8E67820D-86DC-486D-8BE1-D2E78FFC021E}" presName="outerComposite" presStyleCnt="0">
        <dgm:presLayoutVars>
          <dgm:chMax val="5"/>
          <dgm:dir/>
          <dgm:resizeHandles val="exact"/>
        </dgm:presLayoutVars>
      </dgm:prSet>
      <dgm:spPr/>
    </dgm:pt>
    <dgm:pt modelId="{552F73E8-A66D-465D-B6A6-0F3A6E2886AF}" type="pres">
      <dgm:prSet presAssocID="{8E67820D-86DC-486D-8BE1-D2E78FFC021E}" presName="dummyMaxCanvas" presStyleCnt="0">
        <dgm:presLayoutVars/>
      </dgm:prSet>
      <dgm:spPr/>
    </dgm:pt>
    <dgm:pt modelId="{FEA086C3-C074-4116-A713-6210B93771EA}" type="pres">
      <dgm:prSet presAssocID="{8E67820D-86DC-486D-8BE1-D2E78FFC021E}" presName="ThreeNodes_1" presStyleLbl="node1" presStyleIdx="0" presStyleCnt="3">
        <dgm:presLayoutVars>
          <dgm:bulletEnabled val="1"/>
        </dgm:presLayoutVars>
      </dgm:prSet>
      <dgm:spPr/>
    </dgm:pt>
    <dgm:pt modelId="{FA7F3086-23E8-4317-BDB3-E94BCBE9E223}" type="pres">
      <dgm:prSet presAssocID="{8E67820D-86DC-486D-8BE1-D2E78FFC021E}" presName="ThreeNodes_2" presStyleLbl="node1" presStyleIdx="1" presStyleCnt="3">
        <dgm:presLayoutVars>
          <dgm:bulletEnabled val="1"/>
        </dgm:presLayoutVars>
      </dgm:prSet>
      <dgm:spPr/>
    </dgm:pt>
    <dgm:pt modelId="{AC401C16-7B9D-4AE2-92B0-9AD9320CADD9}" type="pres">
      <dgm:prSet presAssocID="{8E67820D-86DC-486D-8BE1-D2E78FFC021E}" presName="ThreeNodes_3" presStyleLbl="node1" presStyleIdx="2" presStyleCnt="3">
        <dgm:presLayoutVars>
          <dgm:bulletEnabled val="1"/>
        </dgm:presLayoutVars>
      </dgm:prSet>
      <dgm:spPr/>
    </dgm:pt>
    <dgm:pt modelId="{758A725E-45F1-4F93-BBC9-8753DB1204FC}" type="pres">
      <dgm:prSet presAssocID="{8E67820D-86DC-486D-8BE1-D2E78FFC021E}" presName="ThreeConn_1-2" presStyleLbl="fgAccFollowNode1" presStyleIdx="0" presStyleCnt="2">
        <dgm:presLayoutVars>
          <dgm:bulletEnabled val="1"/>
        </dgm:presLayoutVars>
      </dgm:prSet>
      <dgm:spPr/>
    </dgm:pt>
    <dgm:pt modelId="{EF234B4B-AC75-4238-A57E-59067FB2302C}" type="pres">
      <dgm:prSet presAssocID="{8E67820D-86DC-486D-8BE1-D2E78FFC021E}" presName="ThreeConn_2-3" presStyleLbl="fgAccFollowNode1" presStyleIdx="1" presStyleCnt="2">
        <dgm:presLayoutVars>
          <dgm:bulletEnabled val="1"/>
        </dgm:presLayoutVars>
      </dgm:prSet>
      <dgm:spPr/>
    </dgm:pt>
    <dgm:pt modelId="{D3B35BB2-AF39-4F07-9CCA-E7F74CB36619}" type="pres">
      <dgm:prSet presAssocID="{8E67820D-86DC-486D-8BE1-D2E78FFC021E}" presName="ThreeNodes_1_text" presStyleLbl="node1" presStyleIdx="2" presStyleCnt="3">
        <dgm:presLayoutVars>
          <dgm:bulletEnabled val="1"/>
        </dgm:presLayoutVars>
      </dgm:prSet>
      <dgm:spPr/>
    </dgm:pt>
    <dgm:pt modelId="{00ACA28E-A28C-4609-9528-3BE2DE45554D}" type="pres">
      <dgm:prSet presAssocID="{8E67820D-86DC-486D-8BE1-D2E78FFC021E}" presName="ThreeNodes_2_text" presStyleLbl="node1" presStyleIdx="2" presStyleCnt="3">
        <dgm:presLayoutVars>
          <dgm:bulletEnabled val="1"/>
        </dgm:presLayoutVars>
      </dgm:prSet>
      <dgm:spPr/>
    </dgm:pt>
    <dgm:pt modelId="{E8AC652C-2FF1-455A-B3C9-766C0951D394}" type="pres">
      <dgm:prSet presAssocID="{8E67820D-86DC-486D-8BE1-D2E78FFC021E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1DD9B13C-2099-4B20-B1D9-44029F81D29C}" type="presOf" srcId="{0388D37A-3F6F-4DC4-8E6B-3F009B24D914}" destId="{FEA086C3-C074-4116-A713-6210B93771EA}" srcOrd="0" destOrd="1" presId="urn:microsoft.com/office/officeart/2005/8/layout/vProcess5"/>
    <dgm:cxn modelId="{3C900B5F-A81F-4956-9C30-56029FF65D3F}" type="presOf" srcId="{DA2715B4-4821-4540-989D-66BCF425877E}" destId="{E8AC652C-2FF1-455A-B3C9-766C0951D394}" srcOrd="1" destOrd="0" presId="urn:microsoft.com/office/officeart/2005/8/layout/vProcess5"/>
    <dgm:cxn modelId="{7192D067-7CB5-4D5D-8C2C-FE0A9AFD38DB}" type="presOf" srcId="{64036E7B-5292-48B0-9B35-31ECB5252D6E}" destId="{EF234B4B-AC75-4238-A57E-59067FB2302C}" srcOrd="0" destOrd="0" presId="urn:microsoft.com/office/officeart/2005/8/layout/vProcess5"/>
    <dgm:cxn modelId="{05E3F951-10A8-41C0-9CDC-0B109C052C84}" type="presOf" srcId="{CA24B8A1-8821-43BA-A6F2-9D47DE4828DA}" destId="{758A725E-45F1-4F93-BBC9-8753DB1204FC}" srcOrd="0" destOrd="0" presId="urn:microsoft.com/office/officeart/2005/8/layout/vProcess5"/>
    <dgm:cxn modelId="{C65FBE74-A681-4C25-AC81-8A452C0EBF10}" type="presOf" srcId="{C5560192-7C47-4AC1-AB08-6C23E7F55B2E}" destId="{FEA086C3-C074-4116-A713-6210B93771EA}" srcOrd="0" destOrd="0" presId="urn:microsoft.com/office/officeart/2005/8/layout/vProcess5"/>
    <dgm:cxn modelId="{99771959-1373-465A-A1A8-3E7A53810A0D}" srcId="{8E67820D-86DC-486D-8BE1-D2E78FFC021E}" destId="{DA2715B4-4821-4540-989D-66BCF425877E}" srcOrd="2" destOrd="0" parTransId="{97F537F8-28FD-4045-9697-E0C2DB703055}" sibTransId="{93BCCA96-3221-4954-8AC3-DA3F65A307BF}"/>
    <dgm:cxn modelId="{517E597D-B5C4-4904-9E86-B6ABA1F31D88}" type="presOf" srcId="{C5560192-7C47-4AC1-AB08-6C23E7F55B2E}" destId="{D3B35BB2-AF39-4F07-9CCA-E7F74CB36619}" srcOrd="1" destOrd="0" presId="urn:microsoft.com/office/officeart/2005/8/layout/vProcess5"/>
    <dgm:cxn modelId="{DFB8348D-E652-465B-AAFF-FD9A5621C24A}" srcId="{8E67820D-86DC-486D-8BE1-D2E78FFC021E}" destId="{539F5760-4AA2-439A-B9EB-9534F77E6360}" srcOrd="1" destOrd="0" parTransId="{51785071-C61E-44D4-ADB5-5F50DD967FE0}" sibTransId="{64036E7B-5292-48B0-9B35-31ECB5252D6E}"/>
    <dgm:cxn modelId="{29E01399-6075-44F3-A6F3-BD9507D3BE42}" type="presOf" srcId="{DA2715B4-4821-4540-989D-66BCF425877E}" destId="{AC401C16-7B9D-4AE2-92B0-9AD9320CADD9}" srcOrd="0" destOrd="0" presId="urn:microsoft.com/office/officeart/2005/8/layout/vProcess5"/>
    <dgm:cxn modelId="{F264C5A1-4CF6-4DFC-BD1B-878A50B486C7}" type="presOf" srcId="{88FEDC85-D771-45AA-8846-935297F001B2}" destId="{AC401C16-7B9D-4AE2-92B0-9AD9320CADD9}" srcOrd="0" destOrd="1" presId="urn:microsoft.com/office/officeart/2005/8/layout/vProcess5"/>
    <dgm:cxn modelId="{5F83F9A3-A1B4-436A-B6EF-4C5515AA4CA7}" srcId="{DA2715B4-4821-4540-989D-66BCF425877E}" destId="{88FEDC85-D771-45AA-8846-935297F001B2}" srcOrd="0" destOrd="0" parTransId="{21EE812B-37FC-4A9D-9C0B-EDCAE80CE544}" sibTransId="{1FB0EE31-DD26-4129-A9DB-DD6149C092FC}"/>
    <dgm:cxn modelId="{93E279B2-9204-43F7-986F-E884DBCB9C56}" srcId="{C5560192-7C47-4AC1-AB08-6C23E7F55B2E}" destId="{0388D37A-3F6F-4DC4-8E6B-3F009B24D914}" srcOrd="0" destOrd="0" parTransId="{A94126B0-1A51-453B-A4F3-8A60A4328724}" sibTransId="{19C9F0FA-5CF4-4E4C-9CBD-381D73A88756}"/>
    <dgm:cxn modelId="{6C68F5B3-0B71-4E7B-91BE-491CB7A56ECD}" srcId="{8E67820D-86DC-486D-8BE1-D2E78FFC021E}" destId="{C5560192-7C47-4AC1-AB08-6C23E7F55B2E}" srcOrd="0" destOrd="0" parTransId="{C22117B6-88BD-48E3-A9A9-7701CC4FFE0F}" sibTransId="{CA24B8A1-8821-43BA-A6F2-9D47DE4828DA}"/>
    <dgm:cxn modelId="{106D17D7-376E-400A-A643-B1357EE61AB8}" type="presOf" srcId="{8E67820D-86DC-486D-8BE1-D2E78FFC021E}" destId="{FDE63D8E-261C-4454-A454-7D97BCCA0C1B}" srcOrd="0" destOrd="0" presId="urn:microsoft.com/office/officeart/2005/8/layout/vProcess5"/>
    <dgm:cxn modelId="{47327CDE-173C-483F-A692-753AF1B106E5}" type="presOf" srcId="{88FEDC85-D771-45AA-8846-935297F001B2}" destId="{E8AC652C-2FF1-455A-B3C9-766C0951D394}" srcOrd="1" destOrd="1" presId="urn:microsoft.com/office/officeart/2005/8/layout/vProcess5"/>
    <dgm:cxn modelId="{8D023BE8-86EC-4BF7-A004-02B70CEFDBBE}" type="presOf" srcId="{539F5760-4AA2-439A-B9EB-9534F77E6360}" destId="{FA7F3086-23E8-4317-BDB3-E94BCBE9E223}" srcOrd="0" destOrd="0" presId="urn:microsoft.com/office/officeart/2005/8/layout/vProcess5"/>
    <dgm:cxn modelId="{9B9F10EB-0715-4259-8F07-EE45E2FC4502}" type="presOf" srcId="{0388D37A-3F6F-4DC4-8E6B-3F009B24D914}" destId="{D3B35BB2-AF39-4F07-9CCA-E7F74CB36619}" srcOrd="1" destOrd="1" presId="urn:microsoft.com/office/officeart/2005/8/layout/vProcess5"/>
    <dgm:cxn modelId="{EACCCAF3-9D7C-4ED7-9231-9F3B33ED1106}" type="presOf" srcId="{539F5760-4AA2-439A-B9EB-9534F77E6360}" destId="{00ACA28E-A28C-4609-9528-3BE2DE45554D}" srcOrd="1" destOrd="0" presId="urn:microsoft.com/office/officeart/2005/8/layout/vProcess5"/>
    <dgm:cxn modelId="{B6FB6DD5-8A32-428C-92FA-8E09CAC9F8BF}" type="presParOf" srcId="{FDE63D8E-261C-4454-A454-7D97BCCA0C1B}" destId="{552F73E8-A66D-465D-B6A6-0F3A6E2886AF}" srcOrd="0" destOrd="0" presId="urn:microsoft.com/office/officeart/2005/8/layout/vProcess5"/>
    <dgm:cxn modelId="{0C3670A3-F517-4E02-B9FD-AAD307B1A1BA}" type="presParOf" srcId="{FDE63D8E-261C-4454-A454-7D97BCCA0C1B}" destId="{FEA086C3-C074-4116-A713-6210B93771EA}" srcOrd="1" destOrd="0" presId="urn:microsoft.com/office/officeart/2005/8/layout/vProcess5"/>
    <dgm:cxn modelId="{E1E9DE2E-CC22-4AB3-B018-381074EA6950}" type="presParOf" srcId="{FDE63D8E-261C-4454-A454-7D97BCCA0C1B}" destId="{FA7F3086-23E8-4317-BDB3-E94BCBE9E223}" srcOrd="2" destOrd="0" presId="urn:microsoft.com/office/officeart/2005/8/layout/vProcess5"/>
    <dgm:cxn modelId="{71361A35-0608-4EB9-B073-11937E6B5DB6}" type="presParOf" srcId="{FDE63D8E-261C-4454-A454-7D97BCCA0C1B}" destId="{AC401C16-7B9D-4AE2-92B0-9AD9320CADD9}" srcOrd="3" destOrd="0" presId="urn:microsoft.com/office/officeart/2005/8/layout/vProcess5"/>
    <dgm:cxn modelId="{7D76686C-1237-44AB-AC1B-45C508739661}" type="presParOf" srcId="{FDE63D8E-261C-4454-A454-7D97BCCA0C1B}" destId="{758A725E-45F1-4F93-BBC9-8753DB1204FC}" srcOrd="4" destOrd="0" presId="urn:microsoft.com/office/officeart/2005/8/layout/vProcess5"/>
    <dgm:cxn modelId="{2353C122-83D9-4D6B-8624-0C436596790A}" type="presParOf" srcId="{FDE63D8E-261C-4454-A454-7D97BCCA0C1B}" destId="{EF234B4B-AC75-4238-A57E-59067FB2302C}" srcOrd="5" destOrd="0" presId="urn:microsoft.com/office/officeart/2005/8/layout/vProcess5"/>
    <dgm:cxn modelId="{051041B9-A15B-46FA-A224-8674D0789479}" type="presParOf" srcId="{FDE63D8E-261C-4454-A454-7D97BCCA0C1B}" destId="{D3B35BB2-AF39-4F07-9CCA-E7F74CB36619}" srcOrd="6" destOrd="0" presId="urn:microsoft.com/office/officeart/2005/8/layout/vProcess5"/>
    <dgm:cxn modelId="{785BA211-951A-453F-AEA6-F47F6DFFC00E}" type="presParOf" srcId="{FDE63D8E-261C-4454-A454-7D97BCCA0C1B}" destId="{00ACA28E-A28C-4609-9528-3BE2DE45554D}" srcOrd="7" destOrd="0" presId="urn:microsoft.com/office/officeart/2005/8/layout/vProcess5"/>
    <dgm:cxn modelId="{1CEDB4C5-47F0-48AE-B62F-BF1FD862ABE9}" type="presParOf" srcId="{FDE63D8E-261C-4454-A454-7D97BCCA0C1B}" destId="{E8AC652C-2FF1-455A-B3C9-766C0951D39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A086C3-C074-4116-A713-6210B93771EA}">
      <dsp:nvSpPr>
        <dsp:cNvPr id="0" name=""/>
        <dsp:cNvSpPr/>
      </dsp:nvSpPr>
      <dsp:spPr>
        <a:xfrm>
          <a:off x="0" y="0"/>
          <a:ext cx="7016750" cy="1524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Node One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Node Two has a longer label</a:t>
          </a:r>
        </a:p>
      </dsp:txBody>
      <dsp:txXfrm>
        <a:off x="44636" y="44636"/>
        <a:ext cx="5372235" cy="1434728"/>
      </dsp:txXfrm>
    </dsp:sp>
    <dsp:sp modelId="{FA7F3086-23E8-4317-BDB3-E94BCBE9E223}">
      <dsp:nvSpPr>
        <dsp:cNvPr id="0" name=""/>
        <dsp:cNvSpPr/>
      </dsp:nvSpPr>
      <dsp:spPr>
        <a:xfrm>
          <a:off x="619124" y="1778000"/>
          <a:ext cx="7016750" cy="1524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Node Three</a:t>
          </a:r>
        </a:p>
      </dsp:txBody>
      <dsp:txXfrm>
        <a:off x="663760" y="1822636"/>
        <a:ext cx="5317753" cy="1434728"/>
      </dsp:txXfrm>
    </dsp:sp>
    <dsp:sp modelId="{AC401C16-7B9D-4AE2-92B0-9AD9320CADD9}">
      <dsp:nvSpPr>
        <dsp:cNvPr id="0" name=""/>
        <dsp:cNvSpPr/>
      </dsp:nvSpPr>
      <dsp:spPr>
        <a:xfrm>
          <a:off x="1238249" y="3556000"/>
          <a:ext cx="7016750" cy="1524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Node Four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Node Five</a:t>
          </a:r>
        </a:p>
      </dsp:txBody>
      <dsp:txXfrm>
        <a:off x="1282885" y="3600636"/>
        <a:ext cx="5317753" cy="1434728"/>
      </dsp:txXfrm>
    </dsp:sp>
    <dsp:sp modelId="{758A725E-45F1-4F93-BBC9-8753DB1204FC}">
      <dsp:nvSpPr>
        <dsp:cNvPr id="0" name=""/>
        <dsp:cNvSpPr/>
      </dsp:nvSpPr>
      <dsp:spPr>
        <a:xfrm>
          <a:off x="6026150" y="1155700"/>
          <a:ext cx="990600" cy="99060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249035" y="1155700"/>
        <a:ext cx="544830" cy="745427"/>
      </dsp:txXfrm>
    </dsp:sp>
    <dsp:sp modelId="{EF234B4B-AC75-4238-A57E-59067FB2302C}">
      <dsp:nvSpPr>
        <dsp:cNvPr id="0" name=""/>
        <dsp:cNvSpPr/>
      </dsp:nvSpPr>
      <dsp:spPr>
        <a:xfrm>
          <a:off x="6645274" y="2923540"/>
          <a:ext cx="990600" cy="99060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868159" y="2923540"/>
        <a:ext cx="544830" cy="7454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4C9EE-6765-9053-F1BF-F0119FE69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EFF8A-46E5-3872-CC82-006055B82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78F9C-D25F-DE72-D89E-71ACD8671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9501-4E87-4C76-80BA-95ABA337767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39AA7-57F6-7538-502C-E4EC818A9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1BB4F-87AB-64CC-9849-2CA808847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162B7-4EFD-4586-9109-4C3F01F78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2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2BB06-5779-E71D-D0C3-1933315A3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1BBA0-B0F0-FAD7-8C65-E9939B55A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C690E-DBA1-0CE1-0E8D-03471844C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9501-4E87-4C76-80BA-95ABA337767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D2984-5308-1866-0733-178335AF4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1108C-4806-8EA1-128D-0F8D319A7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162B7-4EFD-4586-9109-4C3F01F78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346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E615C-A271-9F04-B526-EB7F349D8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186DC-8892-A438-B129-460DB8480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89A10-8B96-11CA-11F1-520D93E1E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9501-4E87-4C76-80BA-95ABA337767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E15A3-FC52-1C6A-C23D-CC950B10D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A0540-C1D4-79F3-A547-1A812597D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162B7-4EFD-4586-9109-4C3F01F78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397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EA097-FD8D-29E9-EB68-C9DDBF063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55093-86CE-1237-07AE-641EB567E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3FB86C-2FBC-CD0E-AE08-D55929338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7B8A8-2A10-7064-0E90-59505B18B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9501-4E87-4C76-80BA-95ABA337767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AFB4D-F2F2-EE15-F894-713C2A59E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0A983-72A5-545C-3044-602706D7F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162B7-4EFD-4586-9109-4C3F01F78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005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6BAE8-AD47-77B7-F609-DCEDB52D7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F58955-B507-2FC1-F823-B23CD795A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1DA7E1-018B-3AD6-0761-1251E2450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4F11CA-F9AF-98F6-D9CA-299807988D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B6E4A9-226F-AE77-F5AD-7B73C500D0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044BEE-2C0D-7F95-AD34-6E176F40B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9501-4E87-4C76-80BA-95ABA337767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16BC95-B27B-AEEF-E941-159280751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59E253-A9BE-3196-3ACD-7E5F1360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162B7-4EFD-4586-9109-4C3F01F78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491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C5FD5-E798-5F6C-1D57-037140D42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CE20F6-D3CA-D14B-5C5F-66270860E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9501-4E87-4C76-80BA-95ABA337767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5B7F54-C973-5B80-261C-7A63C9897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06F44-1A8E-AD95-98EB-FE8B79FEB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162B7-4EFD-4586-9109-4C3F01F78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125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96E58F-886C-8B4E-F463-95144E235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9501-4E87-4C76-80BA-95ABA337767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BEC338-97CC-FD57-1F23-87DF806DA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4F675-517D-C634-4ED9-A4E8D90F2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162B7-4EFD-4586-9109-4C3F01F78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082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2101B-2C26-AD6B-851E-B7C9BF144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E1CEC-C49F-6290-1509-40DCA7ED1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E9B00-C0B5-5BBE-FAEB-CB3DDBE29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2ADC4-0B5E-D272-0FD6-1C56CFFA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9501-4E87-4C76-80BA-95ABA337767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7D769-92D4-BC60-ABF0-24139F26D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F36DEE-A913-764C-1E6B-D839A353F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162B7-4EFD-4586-9109-4C3F01F78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52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8511E-D8D2-60BB-959A-2A46EC56A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D80B4B-0485-6BF8-2A3C-B232A76191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076ED-639A-E8BC-665D-D3CBF23A81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C19D6-A0B0-0DD3-55CC-465E113E9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9501-4E87-4C76-80BA-95ABA337767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862BA-2F18-4CE8-93A1-25EE74199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C398E-B17C-7F09-711A-525ABB431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162B7-4EFD-4586-9109-4C3F01F78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40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399B9-2089-31E6-047A-CB12D6482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650A06-264A-2A12-F049-32781E9A45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81413-5936-4786-055F-A1539DF70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9501-4E87-4C76-80BA-95ABA337767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B79F1-3289-C518-27FE-4CD352C45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7A7D5-A0A8-DDB2-8380-CE2918A6C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162B7-4EFD-4586-9109-4C3F01F78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32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4BCF0E-AD98-1504-C3B9-A4C63E496A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BEE7F5-3E90-7950-AC30-F78D2A93C7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FB1E9-CE2B-CD55-B123-3BBFB546D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9501-4E87-4C76-80BA-95ABA337767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A4C68-BC87-D788-2DC5-6690FF557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5E7CA-0DA0-701E-6290-8657DB67B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162B7-4EFD-4586-9109-4C3F01F78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080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FFE13A-A9C8-101F-F825-7E59993B6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680D9-F2E0-2FF5-5CE2-4FD14A2D4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4CDCF-EA81-1FF8-147D-DDB34BAC8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AE9501-4E87-4C76-80BA-95ABA337767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81D76-685F-4F85-9940-90E077FD7D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DCCE0-7921-F819-9A72-EB4833E13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6162B7-4EFD-4586-9109-4C3F01F78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422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1E9343F-77F3-102B-DB26-4676478097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58707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4474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2026-09-06T08:13:44Z</dcterms:created>
  <dcterms:modified xsi:type="dcterms:W3CDTF">2026-09-06T08:13:44Z</dcterms:modified>
</cp:coreProperties>
</file>