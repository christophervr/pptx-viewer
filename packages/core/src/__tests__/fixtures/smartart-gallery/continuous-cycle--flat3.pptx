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98" d="100"/>
          <a:sy n="98" d="100"/>
        </p:scale>
        <p:origin x="996" y="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0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ltNode1NoLn">
    <dgm:fillClrLst meth="repeat">
      <a:schemeClr val="accent1">
        <a:tint val="75000"/>
      </a:schemeClr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2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  <dgm:styleLbl name="revTxLt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/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6D7B0A46-BB82-45AA-8176-243BF9CECFDC}" type="doc">
      <dgm:prSet loTypeId="urn:microsoft.com/office/officeart/2005/8/layout/cycle3" loCatId="cycle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BF3B9C25-C108-4B1B-83CD-D8F6C648A51D}">
      <dgm:prSet phldrT="[Text]"/>
      <dgm:spPr/>
      <dgm:t>
        <a:bodyPr/>
        <a:lstStyle/>
        <a:p>
          <a:r>
            <a:rPr lang="en-US"/>
            <a:t>Alpha</a:t>
          </a:r>
        </a:p>
      </dgm:t>
    </dgm:pt>
    <dgm:pt modelId="{9587462B-4B70-4FED-8370-307810B8F78C}" type="parTrans" cxnId="{9A481E85-0556-48DB-B7B2-5779AB5F5DE3}">
      <dgm:prSet/>
      <dgm:spPr/>
    </dgm:pt>
    <dgm:pt modelId="{FF91CD15-EAE0-45DC-B835-1EDCA06AD11E}" type="sibTrans" cxnId="{9A481E85-0556-48DB-B7B2-5779AB5F5DE3}">
      <dgm:prSet/>
      <dgm:spPr/>
    </dgm:pt>
    <dgm:pt modelId="{1B9DAB76-104A-4DA7-87A5-62FF9ED062A1}">
      <dgm:prSet phldrT="[Text]"/>
      <dgm:spPr/>
      <dgm:t>
        <a:bodyPr/>
        <a:lstStyle/>
        <a:p>
          <a:r>
            <a:rPr lang="en-US"/>
            <a:t>Beta has a noticeably longer label than the others</a:t>
          </a:r>
        </a:p>
      </dgm:t>
    </dgm:pt>
    <dgm:pt modelId="{B02DEA62-98C6-4711-BD3F-01F5EEE30519}" type="parTrans" cxnId="{0B9073A7-CE13-483D-836E-31DA66CE2BEE}">
      <dgm:prSet/>
      <dgm:spPr/>
    </dgm:pt>
    <dgm:pt modelId="{11F51463-19D6-41DC-8656-69B1BAB62BDB}" type="sibTrans" cxnId="{0B9073A7-CE13-483D-836E-31DA66CE2BEE}">
      <dgm:prSet/>
      <dgm:spPr/>
    </dgm:pt>
    <dgm:pt modelId="{B5D5F138-7A0F-4040-B571-B1CD16A291EF}">
      <dgm:prSet phldrT="[Text]"/>
      <dgm:spPr/>
      <dgm:t>
        <a:bodyPr/>
        <a:lstStyle/>
        <a:p>
          <a:r>
            <a:rPr lang="en-US"/>
            <a:t>Gamma</a:t>
          </a:r>
        </a:p>
      </dgm:t>
    </dgm:pt>
    <dgm:pt modelId="{DB0AD031-4630-4FBA-A2D9-2052AEACE1E5}" type="parTrans" cxnId="{760ABC8B-FB24-47A6-B255-797396A09B5F}">
      <dgm:prSet/>
      <dgm:spPr/>
    </dgm:pt>
    <dgm:pt modelId="{DF7262A4-FBA2-40B4-8D55-873815203E13}" type="sibTrans" cxnId="{760ABC8B-FB24-47A6-B255-797396A09B5F}">
      <dgm:prSet/>
      <dgm:spPr/>
    </dgm:pt>
    <dgm:pt modelId="{980BC8E2-82C6-4AFB-B0F2-8DE666CCD049}" type="pres">
      <dgm:prSet presAssocID="{6D7B0A46-BB82-45AA-8176-243BF9CECFDC}" presName="Name0" presStyleCnt="0">
        <dgm:presLayoutVars>
          <dgm:dir/>
          <dgm:resizeHandles val="exact"/>
        </dgm:presLayoutVars>
      </dgm:prSet>
      <dgm:spPr/>
    </dgm:pt>
    <dgm:pt modelId="{B9550689-E710-4D2B-BB26-DE67E7CD771F}" type="pres">
      <dgm:prSet presAssocID="{6D7B0A46-BB82-45AA-8176-243BF9CECFDC}" presName="cycle" presStyleCnt="0"/>
      <dgm:spPr/>
    </dgm:pt>
    <dgm:pt modelId="{6B69B579-3FD2-4369-BD2D-C2C093B421AA}" type="pres">
      <dgm:prSet presAssocID="{BF3B9C25-C108-4B1B-83CD-D8F6C648A51D}" presName="nodeFirstNode" presStyleLbl="node1" presStyleIdx="0" presStyleCnt="3">
        <dgm:presLayoutVars>
          <dgm:bulletEnabled val="1"/>
        </dgm:presLayoutVars>
      </dgm:prSet>
      <dgm:spPr/>
    </dgm:pt>
    <dgm:pt modelId="{08D080EF-5497-4C1A-BADB-5DE63853955D}" type="pres">
      <dgm:prSet presAssocID="{FF91CD15-EAE0-45DC-B835-1EDCA06AD11E}" presName="sibTransFirstNode" presStyleLbl="bgShp" presStyleIdx="0" presStyleCnt="1"/>
      <dgm:spPr/>
    </dgm:pt>
    <dgm:pt modelId="{C2ED5ABA-AF96-4CEB-A9C4-266C3FB13B86}" type="pres">
      <dgm:prSet presAssocID="{1B9DAB76-104A-4DA7-87A5-62FF9ED062A1}" presName="nodeFollowingNodes" presStyleLbl="node1" presStyleIdx="1" presStyleCnt="3">
        <dgm:presLayoutVars>
          <dgm:bulletEnabled val="1"/>
        </dgm:presLayoutVars>
      </dgm:prSet>
      <dgm:spPr/>
    </dgm:pt>
    <dgm:pt modelId="{CC46D7D3-DE3D-4FD9-8FD8-FABC76FCFC1D}" type="pres">
      <dgm:prSet presAssocID="{B5D5F138-7A0F-4040-B571-B1CD16A291EF}" presName="nodeFollowingNodes" presStyleLbl="node1" presStyleIdx="2" presStyleCnt="3">
        <dgm:presLayoutVars>
          <dgm:bulletEnabled val="1"/>
        </dgm:presLayoutVars>
      </dgm:prSet>
      <dgm:spPr/>
    </dgm:pt>
  </dgm:ptLst>
  <dgm:cxnLst>
    <dgm:cxn modelId="{BBE16E02-DB38-47AA-B5DF-F6BB014B05E2}" type="presOf" srcId="{6D7B0A46-BB82-45AA-8176-243BF9CECFDC}" destId="{980BC8E2-82C6-4AFB-B0F2-8DE666CCD049}" srcOrd="0" destOrd="0" presId="urn:microsoft.com/office/officeart/2005/8/layout/cycle3"/>
    <dgm:cxn modelId="{9770BB13-C5D5-454D-A823-F42C6862C0DE}" type="presOf" srcId="{BF3B9C25-C108-4B1B-83CD-D8F6C648A51D}" destId="{6B69B579-3FD2-4369-BD2D-C2C093B421AA}" srcOrd="0" destOrd="0" presId="urn:microsoft.com/office/officeart/2005/8/layout/cycle3"/>
    <dgm:cxn modelId="{D77B6426-E6AB-485B-AC2C-A9869BC57FC9}" type="presOf" srcId="{FF91CD15-EAE0-45DC-B835-1EDCA06AD11E}" destId="{08D080EF-5497-4C1A-BADB-5DE63853955D}" srcOrd="0" destOrd="0" presId="urn:microsoft.com/office/officeart/2005/8/layout/cycle3"/>
    <dgm:cxn modelId="{B1B6463A-F009-4997-A7BD-1D1323A8E849}" type="presOf" srcId="{B5D5F138-7A0F-4040-B571-B1CD16A291EF}" destId="{CC46D7D3-DE3D-4FD9-8FD8-FABC76FCFC1D}" srcOrd="0" destOrd="0" presId="urn:microsoft.com/office/officeart/2005/8/layout/cycle3"/>
    <dgm:cxn modelId="{9A481E85-0556-48DB-B7B2-5779AB5F5DE3}" srcId="{6D7B0A46-BB82-45AA-8176-243BF9CECFDC}" destId="{BF3B9C25-C108-4B1B-83CD-D8F6C648A51D}" srcOrd="0" destOrd="0" parTransId="{9587462B-4B70-4FED-8370-307810B8F78C}" sibTransId="{FF91CD15-EAE0-45DC-B835-1EDCA06AD11E}"/>
    <dgm:cxn modelId="{760ABC8B-FB24-47A6-B255-797396A09B5F}" srcId="{6D7B0A46-BB82-45AA-8176-243BF9CECFDC}" destId="{B5D5F138-7A0F-4040-B571-B1CD16A291EF}" srcOrd="2" destOrd="0" parTransId="{DB0AD031-4630-4FBA-A2D9-2052AEACE1E5}" sibTransId="{DF7262A4-FBA2-40B4-8D55-873815203E13}"/>
    <dgm:cxn modelId="{0B9073A7-CE13-483D-836E-31DA66CE2BEE}" srcId="{6D7B0A46-BB82-45AA-8176-243BF9CECFDC}" destId="{1B9DAB76-104A-4DA7-87A5-62FF9ED062A1}" srcOrd="1" destOrd="0" parTransId="{B02DEA62-98C6-4711-BD3F-01F5EEE30519}" sibTransId="{11F51463-19D6-41DC-8656-69B1BAB62BDB}"/>
    <dgm:cxn modelId="{CEC144F7-B9FF-4FC8-9444-C7FD21F4B524}" type="presOf" srcId="{1B9DAB76-104A-4DA7-87A5-62FF9ED062A1}" destId="{C2ED5ABA-AF96-4CEB-A9C4-266C3FB13B86}" srcOrd="0" destOrd="0" presId="urn:microsoft.com/office/officeart/2005/8/layout/cycle3"/>
    <dgm:cxn modelId="{70247043-AE4A-44EE-81BC-D284351E6E96}" type="presParOf" srcId="{980BC8E2-82C6-4AFB-B0F2-8DE666CCD049}" destId="{B9550689-E710-4D2B-BB26-DE67E7CD771F}" srcOrd="0" destOrd="0" presId="urn:microsoft.com/office/officeart/2005/8/layout/cycle3"/>
    <dgm:cxn modelId="{C897ADA3-2EC6-45A1-9931-B9051C7BE22A}" type="presParOf" srcId="{B9550689-E710-4D2B-BB26-DE67E7CD771F}" destId="{6B69B579-3FD2-4369-BD2D-C2C093B421AA}" srcOrd="0" destOrd="0" presId="urn:microsoft.com/office/officeart/2005/8/layout/cycle3"/>
    <dgm:cxn modelId="{B38E4B67-55D4-4A42-9F3D-EC38C3814D5C}" type="presParOf" srcId="{B9550689-E710-4D2B-BB26-DE67E7CD771F}" destId="{08D080EF-5497-4C1A-BADB-5DE63853955D}" srcOrd="1" destOrd="0" presId="urn:microsoft.com/office/officeart/2005/8/layout/cycle3"/>
    <dgm:cxn modelId="{0DE59E9C-3CE2-4AE8-8E66-7C7FEC9BAB52}" type="presParOf" srcId="{B9550689-E710-4D2B-BB26-DE67E7CD771F}" destId="{C2ED5ABA-AF96-4CEB-A9C4-266C3FB13B86}" srcOrd="2" destOrd="0" presId="urn:microsoft.com/office/officeart/2005/8/layout/cycle3"/>
    <dgm:cxn modelId="{02B2E32F-EC97-4ECB-BAF4-D1E8921783A2}" type="presParOf" srcId="{B9550689-E710-4D2B-BB26-DE67E7CD771F}" destId="{CC46D7D3-DE3D-4FD9-8FD8-FABC76FCFC1D}" srcOrd="3" destOrd="0" presId="urn:microsoft.com/office/officeart/2005/8/layout/cycle3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8D080EF-5497-4C1A-BADB-5DE63853955D}">
      <dsp:nvSpPr>
        <dsp:cNvPr id="0" name=""/>
        <dsp:cNvSpPr/>
      </dsp:nvSpPr>
      <dsp:spPr>
        <a:xfrm>
          <a:off x="1617943" y="-297675"/>
          <a:ext cx="5019112" cy="5019112"/>
        </a:xfrm>
        <a:prstGeom prst="circularArrow">
          <a:avLst>
            <a:gd name="adj1" fmla="val 5689"/>
            <a:gd name="adj2" fmla="val 340510"/>
            <a:gd name="adj3" fmla="val 12372469"/>
            <a:gd name="adj4" fmla="val 18305103"/>
            <a:gd name="adj5" fmla="val 5908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6B69B579-3FD2-4369-BD2D-C2C093B421AA}">
      <dsp:nvSpPr>
        <dsp:cNvPr id="0" name=""/>
        <dsp:cNvSpPr/>
      </dsp:nvSpPr>
      <dsp:spPr>
        <a:xfrm>
          <a:off x="2343887" y="782"/>
          <a:ext cx="3567224" cy="1783612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6680" tIns="106680" rIns="106680" bIns="106680" numCol="1" spcCol="1270" anchor="ctr" anchorCtr="0">
          <a:noAutofit/>
        </a:bodyPr>
        <a:lstStyle/>
        <a:p>
          <a:pPr marL="0" lvl="0" indent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800" kern="1200"/>
            <a:t>Alpha</a:t>
          </a:r>
        </a:p>
      </dsp:txBody>
      <dsp:txXfrm>
        <a:off x="2430956" y="87851"/>
        <a:ext cx="3393086" cy="1609474"/>
      </dsp:txXfrm>
    </dsp:sp>
    <dsp:sp modelId="{C2ED5ABA-AF96-4CEB-A9C4-266C3FB13B86}">
      <dsp:nvSpPr>
        <dsp:cNvPr id="0" name=""/>
        <dsp:cNvSpPr/>
      </dsp:nvSpPr>
      <dsp:spPr>
        <a:xfrm>
          <a:off x="4246154" y="3295605"/>
          <a:ext cx="3567224" cy="1783612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6680" tIns="106680" rIns="106680" bIns="106680" numCol="1" spcCol="1270" anchor="ctr" anchorCtr="0">
          <a:noAutofit/>
        </a:bodyPr>
        <a:lstStyle/>
        <a:p>
          <a:pPr marL="0" lvl="0" indent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800" kern="1200"/>
            <a:t>Beta has a noticeably longer label than the others</a:t>
          </a:r>
        </a:p>
      </dsp:txBody>
      <dsp:txXfrm>
        <a:off x="4333223" y="3382674"/>
        <a:ext cx="3393086" cy="1609474"/>
      </dsp:txXfrm>
    </dsp:sp>
    <dsp:sp modelId="{CC46D7D3-DE3D-4FD9-8FD8-FABC76FCFC1D}">
      <dsp:nvSpPr>
        <dsp:cNvPr id="0" name=""/>
        <dsp:cNvSpPr/>
      </dsp:nvSpPr>
      <dsp:spPr>
        <a:xfrm>
          <a:off x="441621" y="3295605"/>
          <a:ext cx="3567224" cy="1783612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6680" tIns="106680" rIns="106680" bIns="106680" numCol="1" spcCol="1270" anchor="ctr" anchorCtr="0">
          <a:noAutofit/>
        </a:bodyPr>
        <a:lstStyle/>
        <a:p>
          <a:pPr marL="0" lvl="0" indent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800" kern="1200"/>
            <a:t>Gamma</a:t>
          </a:r>
        </a:p>
      </dsp:txBody>
      <dsp:txXfrm>
        <a:off x="528690" y="3382674"/>
        <a:ext cx="3393086" cy="1609474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cycle3">
  <dgm:title val=""/>
  <dgm:desc val=""/>
  <dgm:catLst>
    <dgm:cat type="cycle" pri="5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  <dgm:pt modelId="3"/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axis="ch" ptType="node" func="cnt" op="equ" val="2">
        <dgm:alg type="composite">
          <dgm:param type="ar" val="0.9"/>
        </dgm:alg>
        <dgm:shape xmlns:r="http://schemas.openxmlformats.org/officeDocument/2006/relationships" r:blip="">
          <dgm:adjLst/>
        </dgm:shape>
        <dgm:presOf/>
        <dgm:constrLst>
          <dgm:constr type="primFontSz" for="ch" ptType="node" op="equ" val="65"/>
          <dgm:constr type="ctrX" for="ch" forName="node1" refType="w" fact="0.5"/>
          <dgm:constr type="t" for="ch" forName="node1"/>
          <dgm:constr type="w" for="ch" forName="node1" refType="w" fact="0.8"/>
          <dgm:constr type="h" for="ch" forName="node1" refType="w" refFor="ch" refForName="node1" fact="0.5"/>
          <dgm:constr type="ctrX" for="ch" forName="sibTrans" refType="w" fact="0.5"/>
          <dgm:constr type="t" for="ch" forName="sibTrans"/>
          <dgm:constr type="w" for="ch" forName="sibTrans" refType="w" fact="0.8"/>
          <dgm:constr type="h" for="ch" forName="sibTrans" refType="w" refFor="ch" refForName="node1" fact="0.5"/>
          <dgm:constr type="userA" for="ch" forName="sibTrans" refType="w" fact="1.07"/>
          <dgm:constr type="ctrX" for="ch" forName="node2" refType="w" fact="0.5"/>
          <dgm:constr type="b" for="ch" forName="node2" refType="h"/>
          <dgm:constr type="w" for="ch" forName="node2" refType="w" fact="0.8"/>
          <dgm:constr type="h" for="ch" forName="node2" refType="w" refFor="ch" refForName="node1" fact="0.5"/>
          <dgm:constr type="l" for="ch" forName="sp1"/>
          <dgm:constr type="t" for="ch" forName="sp1" refType="h" fact="0.5"/>
          <dgm:constr type="w" for="ch" forName="sp1" val="1"/>
          <dgm:constr type="h" for="ch" forName="sp1" val="1"/>
          <dgm:constr type="r" for="ch" forName="sp2" refType="w"/>
          <dgm:constr type="t" for="ch" forName="sp2" refType="h" fact="0.5"/>
          <dgm:constr type="w" for="ch" forName="sp2" val="1"/>
          <dgm:constr type="h" for="ch" forName="sp2" val="1"/>
        </dgm:constrLst>
        <dgm:ruleLst/>
      </dgm:if>
      <dgm:else name="Name3">
        <dgm:alg type="composite"/>
        <dgm:shape xmlns:r="http://schemas.openxmlformats.org/officeDocument/2006/relationships" r:blip="">
          <dgm:adjLst/>
        </dgm:shape>
        <dgm:presOf/>
        <dgm:constrLst>
          <dgm:constr type="primFontSz" for="ch" ptType="node" op="equ" val="65"/>
        </dgm:constrLst>
        <dgm:ruleLst/>
      </dgm:else>
    </dgm:choose>
    <dgm:choose name="Name4">
      <dgm:if name="Name5" axis="ch" ptType="node" func="cnt" op="equ" val="2">
        <dgm:layoutNode name="node1">
          <dgm:varLst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1 1" cnt="1 0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sibTrans" styleLbl="bgShp">
          <dgm:choose name="Name6">
            <dgm:if name="Name7" func="var" arg="dir" op="equ" val="norm">
              <dgm:alg type="conn">
                <dgm:param type="connRout" val="longCurve"/>
                <dgm:param type="begPts" val="midR"/>
                <dgm:param type="endPts" val="midL"/>
                <dgm:param type="dstNode" val="node1"/>
              </dgm:alg>
              <dgm:shape xmlns:r="http://schemas.openxmlformats.org/officeDocument/2006/relationships" type="conn" r:blip="" zOrderOff="-2">
                <dgm:adjLst/>
              </dgm:shape>
              <dgm:presOf axis="ch" ptType="sibTrans"/>
              <dgm:constrLst>
                <dgm:constr type="userA"/>
                <dgm:constr type="diam" refType="userA" fact="-1"/>
                <dgm:constr type="wArH" refType="userA" fact="0.05"/>
                <dgm:constr type="hArH" refType="userA" fact="0.1"/>
                <dgm:constr type="stemThick" refType="userA" fact="0.06"/>
                <dgm:constr type="begPad" refType="connDist" fact="-0.2"/>
                <dgm:constr type="endPad" refType="connDist" fact="0.05"/>
              </dgm:constrLst>
            </dgm:if>
            <dgm:else name="Name8">
              <dgm:alg type="conn">
                <dgm:param type="connRout" val="longCurve"/>
                <dgm:param type="begPts" val="midL"/>
                <dgm:param type="endPts" val="midR"/>
                <dgm:param type="dstNode" val="node1"/>
              </dgm:alg>
              <dgm:shape xmlns:r="http://schemas.openxmlformats.org/officeDocument/2006/relationships" type="conn" r:blip="" zOrderOff="-2">
                <dgm:adjLst/>
              </dgm:shape>
              <dgm:presOf axis="ch" ptType="sibTrans"/>
              <dgm:constrLst>
                <dgm:constr type="userA"/>
                <dgm:constr type="diam" refType="userA"/>
                <dgm:constr type="wArH" refType="userA" fact="0.05"/>
                <dgm:constr type="hArH" refType="userA" fact="0.1"/>
                <dgm:constr type="stemThick" refType="userA" fact="0.06"/>
                <dgm:constr type="begPad" refType="connDist" fact="-0.2"/>
                <dgm:constr type="endPad" refType="connDist" fact="0.05"/>
              </dgm:constrLst>
            </dgm:else>
          </dgm:choose>
          <dgm:ruleLst/>
        </dgm:layoutNode>
        <dgm:layoutNode name="node2">
          <dgm:varLst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2 1" cnt="1 0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sp1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sp2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if>
      <dgm:else name="Name9">
        <dgm:layoutNode name="cycle">
          <dgm:choose name="Name10">
            <dgm:if name="Name11" func="var" arg="dir" op="equ" val="norm">
              <dgm:alg type="cycle">
                <dgm:param type="stAng" val="0"/>
                <dgm:param type="spanAng" val="360"/>
              </dgm:alg>
              <dgm:shape xmlns:r="http://schemas.openxmlformats.org/officeDocument/2006/relationships" r:blip="">
                <dgm:adjLst/>
              </dgm:shape>
              <dgm:presOf/>
              <dgm:constrLst>
                <dgm:constr type="diam" refType="w"/>
                <dgm:constr type="w" for="ch" ptType="node" refType="w"/>
                <dgm:constr type="sibSp" val="15"/>
                <dgm:constr type="userA" for="ch" ptType="sibTrans" refType="diam" op="equ" fact="-1"/>
                <dgm:constr type="wArH" for="ch" ptType="sibTrans" refType="diam" op="equ" fact="0.05"/>
                <dgm:constr type="hArH" for="ch" ptType="sibTrans" refType="diam" op="equ" fact="0.1"/>
                <dgm:constr type="stemThick" for="ch" ptType="sibTrans" refType="diam" op="equ" fact="0.065"/>
                <dgm:constr type="primFontSz" for="ch" ptType="node" op="equ"/>
              </dgm:constrLst>
            </dgm:if>
            <dgm:else name="Name12">
              <dgm:alg type="cycle">
                <dgm:param type="stAng" val="0"/>
                <dgm:param type="spanAng" val="-360"/>
              </dgm:alg>
              <dgm:shape xmlns:r="http://schemas.openxmlformats.org/officeDocument/2006/relationships" r:blip="">
                <dgm:adjLst/>
              </dgm:shape>
              <dgm:presOf/>
              <dgm:constrLst>
                <dgm:constr type="diam" refType="w"/>
                <dgm:constr type="w" for="ch" ptType="node" refType="w"/>
                <dgm:constr type="sibSp" val="15"/>
                <dgm:constr type="userA" for="ch" ptType="sibTrans" refType="diam" op="equ"/>
                <dgm:constr type="wArH" for="ch" ptType="sibTrans" refType="diam" op="equ" fact="0.05"/>
                <dgm:constr type="hArH" for="ch" ptType="sibTrans" refType="diam" op="equ" fact="0.1"/>
                <dgm:constr type="stemThick" for="ch" ptType="sibTrans" refType="diam" op="equ" fact="0.065"/>
                <dgm:constr type="primFontSz" for="ch" ptType="node" op="equ"/>
              </dgm:constrLst>
            </dgm:else>
          </dgm:choose>
          <dgm:ruleLst/>
          <dgm:forEach name="nodesFirstNodeForEach" axis="ch" ptType="node" cnt="1">
            <dgm:layoutNode name="nodeFirstNode">
              <dgm:varLst>
                <dgm:bulletEnabled val="1"/>
              </dgm:varLst>
              <dgm:alg type="tx"/>
              <dgm:shape xmlns:r="http://schemas.openxmlformats.org/officeDocument/2006/relationships" type="roundRect" r:blip="">
                <dgm:adjLst/>
              </dgm:shape>
              <dgm:presOf axis="desOrSelf" ptType="node"/>
              <dgm:constrLst>
                <dgm:constr type="h" refType="w" fact="0.5"/>
                <dgm:constr type="primFontSz" val="65"/>
                <dgm:constr type="tMarg" refType="primFontSz" fact="0.3"/>
                <dgm:constr type="bMarg" refType="primFontSz" fact="0.3"/>
                <dgm:constr type="lMarg" refType="primFontSz" fact="0.3"/>
                <dgm:constr type="rMarg" refType="primFontSz" fact="0.3"/>
              </dgm:constrLst>
              <dgm:ruleLst>
                <dgm:rule type="primFontSz" val="5" fact="NaN" max="NaN"/>
              </dgm:ruleLst>
            </dgm:layoutNode>
            <dgm:forEach name="sibTransForEach" axis="followSib" ptType="sibTrans" cnt="1">
              <dgm:layoutNode name="sibTransFirstNode" styleLbl="bgShp">
                <dgm:choose name="Name13">
                  <dgm:if name="Name14" func="var" arg="dir" op="equ" val="norm">
                    <dgm:alg type="conn">
                      <dgm:param type="connRout" val="longCurve"/>
                      <dgm:param type="begPts" val="midR"/>
                      <dgm:param type="endPts" val="midL"/>
                      <dgm:param type="dstNode" val="nodeFirstNode"/>
                    </dgm:alg>
                  </dgm:if>
                  <dgm:else name="Name15">
                    <dgm:alg type="conn">
                      <dgm:param type="connRout" val="longCurve"/>
                      <dgm:param type="begPts" val="midL"/>
                      <dgm:param type="endPts" val="midR"/>
                      <dgm:param type="dstNode" val="nodeFirstNode"/>
                    </dgm:alg>
                  </dgm:else>
                </dgm:choose>
                <dgm:shape xmlns:r="http://schemas.openxmlformats.org/officeDocument/2006/relationships" type="conn" r:blip="" zOrderOff="-2">
                  <dgm:adjLst/>
                </dgm:shape>
                <dgm:presOf axis="self"/>
                <dgm:choose name="Name16">
                  <dgm:if name="Name17" axis="par ch" ptType="doc node" func="cnt" op="equ" val="3">
                    <dgm:constrLst>
                      <dgm:constr type="userA"/>
                      <dgm:constr type="diam" refType="userA" fact="1.01"/>
                      <dgm:constr type="begPad" refType="connDist" fact="-0.2"/>
                      <dgm:constr type="endPad" refType="connDist" fact="0.05"/>
                    </dgm:constrLst>
                  </dgm:if>
                  <dgm:if name="Name18" axis="par ch" ptType="doc node" func="cnt" op="equ" val="4">
                    <dgm:constrLst>
                      <dgm:constr type="userA"/>
                      <dgm:constr type="diam" refType="userA" fact="1.26"/>
                      <dgm:constr type="begPad" refType="connDist" fact="-0.2"/>
                      <dgm:constr type="endPad" refType="connDist" fact="0.05"/>
                    </dgm:constrLst>
                  </dgm:if>
                  <dgm:if name="Name19" axis="par ch" ptType="doc node" func="cnt" op="equ" val="5">
                    <dgm:constrLst>
                      <dgm:constr type="userA"/>
                      <dgm:constr type="diam" refType="userA" fact="1.04"/>
                      <dgm:constr type="begPad" refType="connDist" fact="-0.2"/>
                      <dgm:constr type="endPad" refType="connDist" fact="0.05"/>
                    </dgm:constrLst>
                  </dgm:if>
                  <dgm:if name="Name20" axis="par ch" ptType="doc node" func="cnt" op="equ" val="6">
                    <dgm:constrLst>
                      <dgm:constr type="userA"/>
                      <dgm:constr type="diam" refType="userA" fact="1.1"/>
                      <dgm:constr type="begPad" refType="connDist" fact="-0.2"/>
                      <dgm:constr type="endPad" refType="connDist" fact="0.05"/>
                    </dgm:constrLst>
                  </dgm:if>
                  <dgm:else name="Name21">
                    <dgm:constrLst>
                      <dgm:constr type="userA"/>
                      <dgm:constr type="diam" refType="userA" fact="1.04"/>
                      <dgm:constr type="begPad" refType="connDist" fact="-0.2"/>
                      <dgm:constr type="endPad" refType="connDist" fact="0.05"/>
                    </dgm:constrLst>
                  </dgm:else>
                </dgm:choose>
                <dgm:ruleLst/>
              </dgm:layoutNode>
            </dgm:forEach>
          </dgm:forEach>
          <dgm:forEach name="followingNodesForEach" axis="ch" ptType="node" st="2">
            <dgm:layoutNode name="nodeFollowingNodes">
              <dgm:varLst>
                <dgm:bulletEnabled val="1"/>
              </dgm:varLst>
              <dgm:alg type="tx"/>
              <dgm:shape xmlns:r="http://schemas.openxmlformats.org/officeDocument/2006/relationships" type="roundRect" r:blip="">
                <dgm:adjLst/>
              </dgm:shape>
              <dgm:presOf axis="desOrSelf" ptType="node"/>
              <dgm:constrLst>
                <dgm:constr type="h" refType="w" fact="0.5"/>
                <dgm:constr type="primFontSz" val="65"/>
                <dgm:constr type="tMarg" refType="primFontSz" fact="0.3"/>
                <dgm:constr type="bMarg" refType="primFontSz" fact="0.3"/>
                <dgm:constr type="lMarg" refType="primFontSz" fact="0.3"/>
                <dgm:constr type="rMarg" refType="primFontSz" fact="0.3"/>
              </dgm:constrLst>
              <dgm:ruleLst>
                <dgm:rule type="primFontSz" val="5" fact="NaN" max="NaN"/>
              </dgm:ruleLst>
            </dgm:layoutNode>
          </dgm:forEach>
        </dgm:layoutNode>
      </dgm:else>
    </dgm:choose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0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tNode1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revTxLt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>
        <a:schemeClr val="lt1"/>
      </a:fontRef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06A4EE-9DAF-4BF7-4D2A-C8D5BD1F434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0E704A1-F7C4-547C-4518-A2BB0E5A0D5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B061C92-6B45-8344-6F1D-A2F92F98E9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DF2B36-46E8-40BF-9DA1-D12B11AB86F5}" type="datetimeFigureOut">
              <a:rPr lang="en-US" smtClean="0"/>
              <a:t>2026-09-06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24FF551-B2CB-A76D-371D-52C7F49BC0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643C614-CA3D-054C-F57F-E3A3498125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E077E7-6845-483F-8A61-4AE1E88C907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484417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127550-B226-E959-7205-3DEAD84AF4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191C85A-0881-15F1-FA71-7D2F5AE811D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984CA31-CC3C-53E7-B876-A1B67387A1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DF2B36-46E8-40BF-9DA1-D12B11AB86F5}" type="datetimeFigureOut">
              <a:rPr lang="en-US" smtClean="0"/>
              <a:t>2026-09-06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2F74F0A-05E3-E0F5-E263-51E44B06C8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B05F192-5CA2-8229-7EA1-9AAF3F2CE9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E077E7-6845-483F-8A61-4AE1E88C907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9972614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8E383D-D0E3-CCC9-39F6-0D35097D27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EBDBA67-8921-86DD-A567-018771A077F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AFECE85-096D-D660-FD7D-7209603172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DF2B36-46E8-40BF-9DA1-D12B11AB86F5}" type="datetimeFigureOut">
              <a:rPr lang="en-US" smtClean="0"/>
              <a:t>2026-09-06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FE4232E-F477-260A-658D-5FF0BC6CA1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8DB8B98-DC75-BC42-386A-576D553DE9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E077E7-6845-483F-8A61-4AE1E88C907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9194587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8596E3-FDAB-A2D2-6A79-B60A5B4356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6E5F24C-AB3B-F5C5-9DA4-329D4F35E1B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9FECBEF-4E4C-378A-D7B6-57AC1FA4272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98FA53D-4FB9-D224-A84A-080ECD85E1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DF2B36-46E8-40BF-9DA1-D12B11AB86F5}" type="datetimeFigureOut">
              <a:rPr lang="en-US" smtClean="0"/>
              <a:t>2026-09-06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89CB8C4-C892-8156-D550-CE141654F3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72DB313-FC16-D754-E68E-106A8169D6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E077E7-6845-483F-8A61-4AE1E88C907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505389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E1F8EB-6FE1-5D9A-5EDF-A3AE07B6F7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253B562-EC92-D407-E108-29E8C557F3B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E90BEC4-163E-DB30-206C-5E993AEC539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2B483F3-5717-408B-0804-DC9F34FE71A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FE7CAFC-2128-4A5C-FEE0-A9640C4EB89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28C17F9-E5C6-65A2-73D9-122CE8BCE7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DF2B36-46E8-40BF-9DA1-D12B11AB86F5}" type="datetimeFigureOut">
              <a:rPr lang="en-US" smtClean="0"/>
              <a:t>2026-09-06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CC64379-CD1F-348C-6D8F-6755934705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F3A8C38-7E8D-40B0-AA7E-CA31F6DE29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E077E7-6845-483F-8A61-4AE1E88C907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879592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665A10-B596-5A8A-0209-9C22EA86D0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CB837AE-009F-81FE-DF36-74E6ED6A22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DF2B36-46E8-40BF-9DA1-D12B11AB86F5}" type="datetimeFigureOut">
              <a:rPr lang="en-US" smtClean="0"/>
              <a:t>2026-09-06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C82A416-98EF-65DF-F690-44DD0514A4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07C9C5C-DCA1-87EF-95FF-E5A0FDC585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E077E7-6845-483F-8A61-4AE1E88C907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1418441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A4FB555-1770-85C7-84AF-AB9C1D9A80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DF2B36-46E8-40BF-9DA1-D12B11AB86F5}" type="datetimeFigureOut">
              <a:rPr lang="en-US" smtClean="0"/>
              <a:t>2026-09-06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675C906-ADF7-27AC-4808-FC1A912F1F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BD8307E-8B46-A3DF-04CB-FB19476313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E077E7-6845-483F-8A61-4AE1E88C907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2325620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69CDED-B260-4F61-A188-014A3C99D9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E72BFE1-47CD-C0C3-9524-3F1C5AF59DE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B3C2763-4C24-FF7D-04DF-5490E5D74F0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6FFD1C1-C105-1E45-7174-3E0780101B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DF2B36-46E8-40BF-9DA1-D12B11AB86F5}" type="datetimeFigureOut">
              <a:rPr lang="en-US" smtClean="0"/>
              <a:t>2026-09-06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FC4C551-C4DB-3CDF-1F5A-188C177269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3E531C4-F558-38A2-ACFD-2DB5DA5BC0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E077E7-6845-483F-8A61-4AE1E88C907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296428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B9BB42-F2B8-7AD2-F8DF-5D26189949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88BE5184-0FF3-F3BD-B19E-B5FB23FC2F8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6B94D88-8A3E-D549-47FC-A93CC065EDB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2F19F3F-3AC3-12B8-A7C9-43065314F9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DF2B36-46E8-40BF-9DA1-D12B11AB86F5}" type="datetimeFigureOut">
              <a:rPr lang="en-US" smtClean="0"/>
              <a:t>2026-09-06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6B3C49B-9122-0ECE-F4B7-1E9EA2F3E9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A429626-28D9-7055-163B-7FC533341B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E077E7-6845-483F-8A61-4AE1E88C907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5128642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ADDEEA-0986-FF2E-BDCE-C8E59CFDA8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F4646C4-4D04-36A5-1787-6F6F41E48AF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39B6384-5B75-B34B-A9F9-000E6F82CD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DF2B36-46E8-40BF-9DA1-D12B11AB86F5}" type="datetimeFigureOut">
              <a:rPr lang="en-US" smtClean="0"/>
              <a:t>2026-09-06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254CC8E-D337-0148-384F-42BC10AF44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CC9E14F-7853-F9AB-9235-525F315F52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E077E7-6845-483F-8A61-4AE1E88C907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4011376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3012B07F-B428-D57D-DC43-EE5D471885A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626A600-21B0-B5A2-C588-E5785359C71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7B65BD0-3360-19DD-3550-923986E6AC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DF2B36-46E8-40BF-9DA1-D12B11AB86F5}" type="datetimeFigureOut">
              <a:rPr lang="en-US" smtClean="0"/>
              <a:t>2026-09-06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720FDEA-95DC-1541-76DD-281A8B3171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A1B836C-0C2F-D118-7228-557521D1AF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E077E7-6845-483F-8A61-4AE1E88C907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4397464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3A51F77-8B3B-4BA1-1908-1A112CEB5C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78E5487-AF06-8F1B-1C20-3D4F802C4FA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0D68C4E-524D-7458-9EE4-8DF715D6534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FDF2B36-46E8-40BF-9DA1-D12B11AB86F5}" type="datetimeFigureOut">
              <a:rPr lang="en-US" smtClean="0"/>
              <a:t>2026-09-06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B16E78A-7BD0-61BB-2768-1A501E92BD7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F19DA68-915D-0DBB-D38F-77A9A32D76B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8E077E7-6845-483F-8A61-4AE1E88C907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0586647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7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Diagram 1">
            <a:extLst>
              <a:ext uri="{FF2B5EF4-FFF2-40B4-BE49-F238E27FC236}">
                <a16:creationId xmlns:a16="http://schemas.microsoft.com/office/drawing/2014/main" id="{D4068A6F-8244-9606-4BEB-96CD3E321F26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759334242"/>
              </p:ext>
            </p:extLst>
          </p:nvPr>
        </p:nvGraphicFramePr>
        <p:xfrm>
          <a:off x="508000" y="1143000"/>
          <a:ext cx="8255000" cy="50800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3900541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11</Words>
  <Application>Microsoft Office PowerPoint</Application>
  <PresentationFormat>Widescreen</PresentationFormat>
  <Paragraphs>3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Christopher van Rooyen</dc:creator>
  <cp:lastModifiedBy>Christopher van Rooyen</cp:lastModifiedBy>
  <cp:revision>1</cp:revision>
  <dcterms:created xsi:type="dcterms:W3CDTF">2026-09-06T08:14:09Z</dcterms:created>
  <dcterms:modified xsi:type="dcterms:W3CDTF">2026-09-06T08:14:09Z</dcterms:modified>
</cp:coreProperties>
</file>