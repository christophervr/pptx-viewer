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C81D6A-D7BF-4F60-B78A-B57D4C1D1A63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2C67C6-DD5F-40DF-A65E-06EFAB9C176A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2958D5D3-272A-484A-AAF2-4A7D1BAE6F3C}" type="parTrans" cxnId="{5302DAB1-5387-4B59-AF2C-DA857912F31A}">
      <dgm:prSet/>
      <dgm:spPr/>
    </dgm:pt>
    <dgm:pt modelId="{0F51833D-4D74-4045-BD1D-3B682A2499D9}" type="sibTrans" cxnId="{5302DAB1-5387-4B59-AF2C-DA857912F31A}">
      <dgm:prSet/>
      <dgm:spPr/>
    </dgm:pt>
    <dgm:pt modelId="{C1E1DF4E-199A-404F-86F2-B213E5F6A830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A10ABB06-262C-4058-9A2D-2768DC75CF36}" type="parTrans" cxnId="{BE08EB2A-C044-4B00-BD63-927DE1C3B138}">
      <dgm:prSet/>
      <dgm:spPr/>
    </dgm:pt>
    <dgm:pt modelId="{AC1FB498-0DD8-4A3F-B501-E2673D6AC057}" type="sibTrans" cxnId="{BE08EB2A-C044-4B00-BD63-927DE1C3B138}">
      <dgm:prSet/>
      <dgm:spPr/>
    </dgm:pt>
    <dgm:pt modelId="{B6EFB8C7-9215-4222-9AFD-2CE7105A1E3D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CFEB19EA-6115-4DB8-A0E5-F00B28979915}" type="parTrans" cxnId="{A553B5AE-D0E8-477D-A99E-BEA31EC1BF98}">
      <dgm:prSet/>
      <dgm:spPr/>
    </dgm:pt>
    <dgm:pt modelId="{27A5D7B8-F395-46A9-B53B-D019A85B6CD5}" type="sibTrans" cxnId="{A553B5AE-D0E8-477D-A99E-BEA31EC1BF98}">
      <dgm:prSet/>
      <dgm:spPr/>
    </dgm:pt>
    <dgm:pt modelId="{5E71A3B4-0485-496B-A26D-2C5AF5EDE26C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9286E52-38B5-4F4D-B55B-38EC942F884B}" type="parTrans" cxnId="{94E94249-CD44-4D93-A85D-2B72EFE51D38}">
      <dgm:prSet/>
      <dgm:spPr/>
    </dgm:pt>
    <dgm:pt modelId="{B61BAF36-89D1-4636-A9FB-83F4E8C62EEB}" type="sibTrans" cxnId="{94E94249-CD44-4D93-A85D-2B72EFE51D38}">
      <dgm:prSet/>
      <dgm:spPr/>
    </dgm:pt>
    <dgm:pt modelId="{0A6CE03B-A5C7-4691-AAD5-25157A08C5CE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AB14A1D9-9A09-49D5-A10B-2F2553B9A8A5}" type="parTrans" cxnId="{FF7EB63F-E1EB-4B88-AAB8-1DD35590DE8E}">
      <dgm:prSet/>
      <dgm:spPr/>
    </dgm:pt>
    <dgm:pt modelId="{C02942AD-1FED-4C68-AEB5-0F516FAEC397}" type="sibTrans" cxnId="{FF7EB63F-E1EB-4B88-AAB8-1DD35590DE8E}">
      <dgm:prSet/>
      <dgm:spPr/>
    </dgm:pt>
    <dgm:pt modelId="{65A23D76-0769-4B56-93B1-A03C7791E4C3}" type="pres">
      <dgm:prSet presAssocID="{CDC81D6A-D7BF-4F60-B78A-B57D4C1D1A63}" presName="Name0" presStyleCnt="0">
        <dgm:presLayoutVars>
          <dgm:dir/>
          <dgm:resizeHandles val="exact"/>
        </dgm:presLayoutVars>
      </dgm:prSet>
      <dgm:spPr/>
    </dgm:pt>
    <dgm:pt modelId="{FA379A24-33D5-4D11-98C0-0755D49870C3}" type="pres">
      <dgm:prSet presAssocID="{0C2C67C6-DD5F-40DF-A65E-06EFAB9C176A}" presName="composite" presStyleCnt="0"/>
      <dgm:spPr/>
    </dgm:pt>
    <dgm:pt modelId="{A8379E34-48EC-45D9-ADCD-7651BBF3D221}" type="pres">
      <dgm:prSet presAssocID="{0C2C67C6-DD5F-40DF-A65E-06EFAB9C176A}" presName="rect1" presStyleLbl="trAlignAcc1" presStyleIdx="0" presStyleCnt="3">
        <dgm:presLayoutVars>
          <dgm:bulletEnabled val="1"/>
        </dgm:presLayoutVars>
      </dgm:prSet>
      <dgm:spPr/>
    </dgm:pt>
    <dgm:pt modelId="{B8C1EC11-83E7-4DFF-93D4-ECEB13D38BD5}" type="pres">
      <dgm:prSet presAssocID="{0C2C67C6-DD5F-40DF-A65E-06EFAB9C176A}" presName="rect2" presStyleLbl="fgImgPlace1" presStyleIdx="0" presStyleCnt="3"/>
      <dgm:spPr/>
    </dgm:pt>
    <dgm:pt modelId="{AA42D4BE-4B29-4DA4-8993-3E9323FD777E}" type="pres">
      <dgm:prSet presAssocID="{0F51833D-4D74-4045-BD1D-3B682A2499D9}" presName="sibTrans" presStyleCnt="0"/>
      <dgm:spPr/>
    </dgm:pt>
    <dgm:pt modelId="{4245F2C8-88AA-41C6-A155-3F06BB07A678}" type="pres">
      <dgm:prSet presAssocID="{B6EFB8C7-9215-4222-9AFD-2CE7105A1E3D}" presName="composite" presStyleCnt="0"/>
      <dgm:spPr/>
    </dgm:pt>
    <dgm:pt modelId="{98174F73-E68F-4B87-A04D-4B826BFB849F}" type="pres">
      <dgm:prSet presAssocID="{B6EFB8C7-9215-4222-9AFD-2CE7105A1E3D}" presName="rect1" presStyleLbl="trAlignAcc1" presStyleIdx="1" presStyleCnt="3">
        <dgm:presLayoutVars>
          <dgm:bulletEnabled val="1"/>
        </dgm:presLayoutVars>
      </dgm:prSet>
      <dgm:spPr/>
    </dgm:pt>
    <dgm:pt modelId="{6A054CFA-170E-4CFC-9F86-55380EFA2194}" type="pres">
      <dgm:prSet presAssocID="{B6EFB8C7-9215-4222-9AFD-2CE7105A1E3D}" presName="rect2" presStyleLbl="fgImgPlace1" presStyleIdx="1" presStyleCnt="3"/>
      <dgm:spPr/>
    </dgm:pt>
    <dgm:pt modelId="{81A9A15E-0AE4-461B-8000-5DD9F21DA8A6}" type="pres">
      <dgm:prSet presAssocID="{27A5D7B8-F395-46A9-B53B-D019A85B6CD5}" presName="sibTrans" presStyleCnt="0"/>
      <dgm:spPr/>
    </dgm:pt>
    <dgm:pt modelId="{F567F7F7-C01B-4A79-82F0-A56323952F47}" type="pres">
      <dgm:prSet presAssocID="{5E71A3B4-0485-496B-A26D-2C5AF5EDE26C}" presName="composite" presStyleCnt="0"/>
      <dgm:spPr/>
    </dgm:pt>
    <dgm:pt modelId="{7B5A4838-38FF-4118-8D04-8E26F2893F33}" type="pres">
      <dgm:prSet presAssocID="{5E71A3B4-0485-496B-A26D-2C5AF5EDE26C}" presName="rect1" presStyleLbl="trAlignAcc1" presStyleIdx="2" presStyleCnt="3">
        <dgm:presLayoutVars>
          <dgm:bulletEnabled val="1"/>
        </dgm:presLayoutVars>
      </dgm:prSet>
      <dgm:spPr/>
    </dgm:pt>
    <dgm:pt modelId="{FE22B4BA-E4E3-4940-AE62-BA56AF3485F3}" type="pres">
      <dgm:prSet presAssocID="{5E71A3B4-0485-496B-A26D-2C5AF5EDE26C}" presName="rect2" presStyleLbl="fgImgPlace1" presStyleIdx="2" presStyleCnt="3"/>
      <dgm:spPr/>
    </dgm:pt>
  </dgm:ptLst>
  <dgm:cxnLst>
    <dgm:cxn modelId="{BE08EB2A-C044-4B00-BD63-927DE1C3B138}" srcId="{0C2C67C6-DD5F-40DF-A65E-06EFAB9C176A}" destId="{C1E1DF4E-199A-404F-86F2-B213E5F6A830}" srcOrd="0" destOrd="0" parTransId="{A10ABB06-262C-4058-9A2D-2768DC75CF36}" sibTransId="{AC1FB498-0DD8-4A3F-B501-E2673D6AC057}"/>
    <dgm:cxn modelId="{FF7EB63F-E1EB-4B88-AAB8-1DD35590DE8E}" srcId="{5E71A3B4-0485-496B-A26D-2C5AF5EDE26C}" destId="{0A6CE03B-A5C7-4691-AAD5-25157A08C5CE}" srcOrd="0" destOrd="0" parTransId="{AB14A1D9-9A09-49D5-A10B-2F2553B9A8A5}" sibTransId="{C02942AD-1FED-4C68-AEB5-0F516FAEC397}"/>
    <dgm:cxn modelId="{A75B0A5D-4644-4542-A507-62C192E84E41}" type="presOf" srcId="{B6EFB8C7-9215-4222-9AFD-2CE7105A1E3D}" destId="{98174F73-E68F-4B87-A04D-4B826BFB849F}" srcOrd="0" destOrd="0" presId="urn:microsoft.com/office/officeart/2008/layout/PictureStrips"/>
    <dgm:cxn modelId="{94E94249-CD44-4D93-A85D-2B72EFE51D38}" srcId="{CDC81D6A-D7BF-4F60-B78A-B57D4C1D1A63}" destId="{5E71A3B4-0485-496B-A26D-2C5AF5EDE26C}" srcOrd="2" destOrd="0" parTransId="{F9286E52-38B5-4F4D-B55B-38EC942F884B}" sibTransId="{B61BAF36-89D1-4636-A9FB-83F4E8C62EEB}"/>
    <dgm:cxn modelId="{45DA3958-3D44-4570-99A8-9FC08C247311}" type="presOf" srcId="{C1E1DF4E-199A-404F-86F2-B213E5F6A830}" destId="{A8379E34-48EC-45D9-ADCD-7651BBF3D221}" srcOrd="0" destOrd="1" presId="urn:microsoft.com/office/officeart/2008/layout/PictureStrips"/>
    <dgm:cxn modelId="{FFE87C7B-C6E7-489A-B9B9-5F72EB380D85}" type="presOf" srcId="{0C2C67C6-DD5F-40DF-A65E-06EFAB9C176A}" destId="{A8379E34-48EC-45D9-ADCD-7651BBF3D221}" srcOrd="0" destOrd="0" presId="urn:microsoft.com/office/officeart/2008/layout/PictureStrips"/>
    <dgm:cxn modelId="{7AA95998-DE53-4884-A218-1A8D1373BE99}" type="presOf" srcId="{0A6CE03B-A5C7-4691-AAD5-25157A08C5CE}" destId="{7B5A4838-38FF-4118-8D04-8E26F2893F33}" srcOrd="0" destOrd="1" presId="urn:microsoft.com/office/officeart/2008/layout/PictureStrips"/>
    <dgm:cxn modelId="{A553B5AE-D0E8-477D-A99E-BEA31EC1BF98}" srcId="{CDC81D6A-D7BF-4F60-B78A-B57D4C1D1A63}" destId="{B6EFB8C7-9215-4222-9AFD-2CE7105A1E3D}" srcOrd="1" destOrd="0" parTransId="{CFEB19EA-6115-4DB8-A0E5-F00B28979915}" sibTransId="{27A5D7B8-F395-46A9-B53B-D019A85B6CD5}"/>
    <dgm:cxn modelId="{5302DAB1-5387-4B59-AF2C-DA857912F31A}" srcId="{CDC81D6A-D7BF-4F60-B78A-B57D4C1D1A63}" destId="{0C2C67C6-DD5F-40DF-A65E-06EFAB9C176A}" srcOrd="0" destOrd="0" parTransId="{2958D5D3-272A-484A-AAF2-4A7D1BAE6F3C}" sibTransId="{0F51833D-4D74-4045-BD1D-3B682A2499D9}"/>
    <dgm:cxn modelId="{AB6CF3D5-2A2E-4394-9733-9ADC2143628F}" type="presOf" srcId="{CDC81D6A-D7BF-4F60-B78A-B57D4C1D1A63}" destId="{65A23D76-0769-4B56-93B1-A03C7791E4C3}" srcOrd="0" destOrd="0" presId="urn:microsoft.com/office/officeart/2008/layout/PictureStrips"/>
    <dgm:cxn modelId="{B552B2FC-6016-434B-9CBA-483CFC2A8CDD}" type="presOf" srcId="{5E71A3B4-0485-496B-A26D-2C5AF5EDE26C}" destId="{7B5A4838-38FF-4118-8D04-8E26F2893F33}" srcOrd="0" destOrd="0" presId="urn:microsoft.com/office/officeart/2008/layout/PictureStrips"/>
    <dgm:cxn modelId="{31A40BB7-E215-4C0C-9AB5-68FD6E9C0CF9}" type="presParOf" srcId="{65A23D76-0769-4B56-93B1-A03C7791E4C3}" destId="{FA379A24-33D5-4D11-98C0-0755D49870C3}" srcOrd="0" destOrd="0" presId="urn:microsoft.com/office/officeart/2008/layout/PictureStrips"/>
    <dgm:cxn modelId="{901B3589-384A-488C-B1BC-E99A80002261}" type="presParOf" srcId="{FA379A24-33D5-4D11-98C0-0755D49870C3}" destId="{A8379E34-48EC-45D9-ADCD-7651BBF3D221}" srcOrd="0" destOrd="0" presId="urn:microsoft.com/office/officeart/2008/layout/PictureStrips"/>
    <dgm:cxn modelId="{EB9E3060-C350-4C1A-8555-07EDAF9B44A4}" type="presParOf" srcId="{FA379A24-33D5-4D11-98C0-0755D49870C3}" destId="{B8C1EC11-83E7-4DFF-93D4-ECEB13D38BD5}" srcOrd="1" destOrd="0" presId="urn:microsoft.com/office/officeart/2008/layout/PictureStrips"/>
    <dgm:cxn modelId="{AAEDBDA8-B7B0-4B1C-96C3-6E3B15923700}" type="presParOf" srcId="{65A23D76-0769-4B56-93B1-A03C7791E4C3}" destId="{AA42D4BE-4B29-4DA4-8993-3E9323FD777E}" srcOrd="1" destOrd="0" presId="urn:microsoft.com/office/officeart/2008/layout/PictureStrips"/>
    <dgm:cxn modelId="{687795A0-84C1-495F-B091-8143F2C62096}" type="presParOf" srcId="{65A23D76-0769-4B56-93B1-A03C7791E4C3}" destId="{4245F2C8-88AA-41C6-A155-3F06BB07A678}" srcOrd="2" destOrd="0" presId="urn:microsoft.com/office/officeart/2008/layout/PictureStrips"/>
    <dgm:cxn modelId="{861C0EA7-C2AD-4CAD-9EB0-23C41DB0B9B1}" type="presParOf" srcId="{4245F2C8-88AA-41C6-A155-3F06BB07A678}" destId="{98174F73-E68F-4B87-A04D-4B826BFB849F}" srcOrd="0" destOrd="0" presId="urn:microsoft.com/office/officeart/2008/layout/PictureStrips"/>
    <dgm:cxn modelId="{A8CBC6B2-C8EE-4FBF-A674-9A501397F8DE}" type="presParOf" srcId="{4245F2C8-88AA-41C6-A155-3F06BB07A678}" destId="{6A054CFA-170E-4CFC-9F86-55380EFA2194}" srcOrd="1" destOrd="0" presId="urn:microsoft.com/office/officeart/2008/layout/PictureStrips"/>
    <dgm:cxn modelId="{857D4354-38EC-4AAD-8EDA-3D77F89C69DD}" type="presParOf" srcId="{65A23D76-0769-4B56-93B1-A03C7791E4C3}" destId="{81A9A15E-0AE4-461B-8000-5DD9F21DA8A6}" srcOrd="3" destOrd="0" presId="urn:microsoft.com/office/officeart/2008/layout/PictureStrips"/>
    <dgm:cxn modelId="{6B21DCB4-D7D5-462F-8B1F-CD59C7C99C25}" type="presParOf" srcId="{65A23D76-0769-4B56-93B1-A03C7791E4C3}" destId="{F567F7F7-C01B-4A79-82F0-A56323952F47}" srcOrd="4" destOrd="0" presId="urn:microsoft.com/office/officeart/2008/layout/PictureStrips"/>
    <dgm:cxn modelId="{C7040D9F-BA2C-4029-99E0-022AAB62A51A}" type="presParOf" srcId="{F567F7F7-C01B-4A79-82F0-A56323952F47}" destId="{7B5A4838-38FF-4118-8D04-8E26F2893F33}" srcOrd="0" destOrd="0" presId="urn:microsoft.com/office/officeart/2008/layout/PictureStrips"/>
    <dgm:cxn modelId="{4C56B9A3-6523-436D-ACCF-7E9B975D49D9}" type="presParOf" srcId="{F567F7F7-C01B-4A79-82F0-A56323952F47}" destId="{FE22B4BA-E4E3-4940-AE62-BA56AF3485F3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79E34-48EC-45D9-ADCD-7651BBF3D221}">
      <dsp:nvSpPr>
        <dsp:cNvPr id="0" name=""/>
        <dsp:cNvSpPr/>
      </dsp:nvSpPr>
      <dsp:spPr>
        <a:xfrm>
          <a:off x="2102767" y="312794"/>
          <a:ext cx="4225528" cy="132047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403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One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Node Two has a longer label</a:t>
          </a:r>
        </a:p>
      </dsp:txBody>
      <dsp:txXfrm>
        <a:off x="2102767" y="312794"/>
        <a:ext cx="4225528" cy="1320477"/>
      </dsp:txXfrm>
    </dsp:sp>
    <dsp:sp modelId="{B8C1EC11-83E7-4DFF-93D4-ECEB13D38BD5}">
      <dsp:nvSpPr>
        <dsp:cNvPr id="0" name=""/>
        <dsp:cNvSpPr/>
      </dsp:nvSpPr>
      <dsp:spPr>
        <a:xfrm>
          <a:off x="1926704" y="122058"/>
          <a:ext cx="924334" cy="138650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74F73-E68F-4B87-A04D-4B826BFB849F}">
      <dsp:nvSpPr>
        <dsp:cNvPr id="0" name=""/>
        <dsp:cNvSpPr/>
      </dsp:nvSpPr>
      <dsp:spPr>
        <a:xfrm>
          <a:off x="2102767" y="1975129"/>
          <a:ext cx="4225528" cy="132047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403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Three</a:t>
          </a:r>
        </a:p>
      </dsp:txBody>
      <dsp:txXfrm>
        <a:off x="2102767" y="1975129"/>
        <a:ext cx="4225528" cy="1320477"/>
      </dsp:txXfrm>
    </dsp:sp>
    <dsp:sp modelId="{6A054CFA-170E-4CFC-9F86-55380EFA2194}">
      <dsp:nvSpPr>
        <dsp:cNvPr id="0" name=""/>
        <dsp:cNvSpPr/>
      </dsp:nvSpPr>
      <dsp:spPr>
        <a:xfrm>
          <a:off x="1926704" y="1784393"/>
          <a:ext cx="924334" cy="138650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A4838-38FF-4118-8D04-8E26F2893F33}">
      <dsp:nvSpPr>
        <dsp:cNvPr id="0" name=""/>
        <dsp:cNvSpPr/>
      </dsp:nvSpPr>
      <dsp:spPr>
        <a:xfrm>
          <a:off x="2102767" y="3637463"/>
          <a:ext cx="4225528" cy="132047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403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Four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Node Five</a:t>
          </a:r>
        </a:p>
      </dsp:txBody>
      <dsp:txXfrm>
        <a:off x="2102767" y="3637463"/>
        <a:ext cx="4225528" cy="1320477"/>
      </dsp:txXfrm>
    </dsp:sp>
    <dsp:sp modelId="{FE22B4BA-E4E3-4940-AE62-BA56AF3485F3}">
      <dsp:nvSpPr>
        <dsp:cNvPr id="0" name=""/>
        <dsp:cNvSpPr/>
      </dsp:nvSpPr>
      <dsp:spPr>
        <a:xfrm>
          <a:off x="1926704" y="3446727"/>
          <a:ext cx="924334" cy="138650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7C59-E23A-6834-55C2-ABFFDB0C2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92AEA-4FD8-07E5-08CF-0741B73DF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F2F01-3639-C4A8-A9E8-E6628BC2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DC496-CC24-54C9-5705-EF09269D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3AAAC-48F9-424B-F9D7-5E2DF97C2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72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A16CC-A53B-63AF-60E3-014F1CD3D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FBCE0-7E3E-0A94-7C7A-7D3FA738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B570A-4DA2-D66D-0541-90F87360E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04CE0-C37D-B378-4E7B-8554A9A4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25C34-4104-FF7B-1DCF-DEB01473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43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5161-B5DE-427D-EC23-B1DB7543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67674-4A33-B35E-C80D-04B1E3B0D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20547-DC2F-B68B-C4D7-079C0A9A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90C4E-2DC8-F6FF-1118-61BB7F5A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AC57E-F9B0-F012-197C-76CF224B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1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172A-1A51-5755-A2E9-6E24662B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33BC2-61A0-E027-81C7-D4EA91ACD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34474-D028-B024-7601-6EA56B153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427F4-966D-4915-9950-27FC3D0B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0E9D4-F748-A750-D567-E7C2CF397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A319B-E1DF-4F28-5D04-D617EA50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48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6951-29C0-7D4B-B3DE-DB078556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5D611-F013-7E4A-40AA-1F9C5439B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E3CD5-6DAB-723E-7AB7-A7548A680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7D43D9-683B-718F-5115-D125A3AA4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ACE49-214D-B713-FDE3-96103B6F2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351B1F-460B-7A97-BD45-1EABB9CB6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BA35C5-5807-2A15-2759-4E2029C08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5FA52-E8B8-6482-783B-8A497B70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EF27-7683-8EA7-7321-6E830329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8CB89-5282-0E37-0C4E-A9C9F4341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A9B01-F052-ED38-31C4-16A4D29BC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D2CF8-E7B3-69E8-4117-26E9D5A0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2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A77CCA-811D-C2C5-B348-D2D3D85D2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D9969F-CBEB-61CB-51C7-EB99147E3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4FA09-E944-64A2-E4E3-24E4A8C6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5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11D68-339E-CAA6-07A6-C3A4DA395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46480-CA8E-B9DB-05DE-3FDBA49A9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E7EF0-779D-C3EB-FE40-B633765C0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31CB6-A338-D766-2714-ED9F5617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EF849-C559-F139-91C8-58155A8D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71C12-0BF9-0E5E-B549-1745C97CF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30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4780-F856-0A20-D194-9CFDEED94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EE706B-A42C-7EEA-204F-491860C5E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B0DA1-A70D-2ABE-871E-25FB367CD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B5712-1520-4170-EA41-A4070CEDE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ACA33-F317-D54D-7CC8-427BD771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582D2-1D83-7C97-83C4-2BD3FECE9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2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DD59-7EEB-0687-3873-99C10E63F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56BBE-140D-B7C1-9E00-784FD8D59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3F22C-F6E8-19FB-141A-835837BF6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F9A43-0E33-ADC4-8064-C0F1FA6EB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2D551-77CD-6ED4-56A6-43B1B859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0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A60001-7EFE-ED3D-6D6E-AB89068C4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876D7-E30D-2F51-9C85-FB83779F7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994A4-CC38-08BD-647B-F235B04D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D8169-1505-81E7-1F07-09B7A2BC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A2AD4-7D4E-5C08-B4EC-60D47BAC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07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CDB81F-2940-AA38-E23A-8DFADDDAD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1795B-D949-3787-1C2C-A3C523854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F630A-60BF-E038-708F-7486E2AB3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D4E31-27A2-4345-B6DD-FAACF02CA5D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8677-DA4B-F8CB-B572-F9A229B5F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925A9-309F-405B-3D76-20D4909BE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F4ACC-4470-4F72-B213-30477C37A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85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A5AAE81-5C9B-EA05-1679-B908CEC0D0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860113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9479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2026-09-06T08:12:56Z</dcterms:created>
  <dcterms:modified xsi:type="dcterms:W3CDTF">2026-09-06T08:12:56Z</dcterms:modified>
</cp:coreProperties>
</file>