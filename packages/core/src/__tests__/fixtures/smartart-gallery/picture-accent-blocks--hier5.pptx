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CF417B-7295-43AB-9EBC-39118E9AAE06}" type="doc">
      <dgm:prSet loTypeId="urn:microsoft.com/office/officeart/2008/layout/PictureAccent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C11BB0-BADE-4F24-8FC4-7C12E055993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A1E3EB4-9A90-4BB7-9175-087A8850DEAD}" type="parTrans" cxnId="{F764D628-437F-4D21-8C4A-D3D455814ED5}">
      <dgm:prSet/>
      <dgm:spPr/>
    </dgm:pt>
    <dgm:pt modelId="{6009DE59-0758-43AB-8D06-B0C594BFDC3D}" type="sibTrans" cxnId="{F764D628-437F-4D21-8C4A-D3D455814ED5}">
      <dgm:prSet/>
      <dgm:spPr/>
    </dgm:pt>
    <dgm:pt modelId="{D6A448BE-8420-4EA9-A01D-A5479781118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9C69C5F-232E-433B-81DC-36F026C24456}" type="parTrans" cxnId="{CE0BC921-8297-4B9C-939C-0750B37A5F18}">
      <dgm:prSet/>
      <dgm:spPr/>
    </dgm:pt>
    <dgm:pt modelId="{E86FA021-92FF-4ADC-850D-F446EA0CBE43}" type="sibTrans" cxnId="{CE0BC921-8297-4B9C-939C-0750B37A5F18}">
      <dgm:prSet/>
      <dgm:spPr/>
    </dgm:pt>
    <dgm:pt modelId="{FD5F81D0-6516-4D6E-89D6-77B5652450C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CE1A795-32B6-48E2-96F2-03BE45D26155}" type="parTrans" cxnId="{E5B9568F-8C0F-48A6-B1BF-B8AC391EBB1B}">
      <dgm:prSet/>
      <dgm:spPr/>
    </dgm:pt>
    <dgm:pt modelId="{097CAA3C-8369-4CCC-9A58-6883FDCD029B}" type="sibTrans" cxnId="{E5B9568F-8C0F-48A6-B1BF-B8AC391EBB1B}">
      <dgm:prSet/>
      <dgm:spPr/>
    </dgm:pt>
    <dgm:pt modelId="{FC674A3F-71DB-47EC-9053-8C92B6DD4649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81C3F4A-1975-4FF0-8E39-498668A5284D}" type="parTrans" cxnId="{846CE34A-7884-4CD3-B4AF-E49EF2D7F5C1}">
      <dgm:prSet/>
      <dgm:spPr/>
    </dgm:pt>
    <dgm:pt modelId="{2EF4CE43-5BED-4236-A038-1DAD2C138494}" type="sibTrans" cxnId="{846CE34A-7884-4CD3-B4AF-E49EF2D7F5C1}">
      <dgm:prSet/>
      <dgm:spPr/>
    </dgm:pt>
    <dgm:pt modelId="{8ABBDF0A-E692-4D62-8D26-74C39EC7AF7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4A3848E-C807-4451-9483-3BD129F8AE07}" type="parTrans" cxnId="{0C46758D-7D5F-4619-AC24-5F008BA5A558}">
      <dgm:prSet/>
      <dgm:spPr/>
    </dgm:pt>
    <dgm:pt modelId="{0AE20081-D267-4F1B-959D-2726B2C4E8D4}" type="sibTrans" cxnId="{0C46758D-7D5F-4619-AC24-5F008BA5A558}">
      <dgm:prSet/>
      <dgm:spPr/>
    </dgm:pt>
    <dgm:pt modelId="{623626C5-DDD0-4B71-ACE0-9456F56B1FD9}" type="pres">
      <dgm:prSet presAssocID="{31CF417B-7295-43AB-9EBC-39118E9AAE06}" presName="Name0" presStyleCnt="0">
        <dgm:presLayoutVars>
          <dgm:dir/>
        </dgm:presLayoutVars>
      </dgm:prSet>
      <dgm:spPr/>
    </dgm:pt>
    <dgm:pt modelId="{12BCC063-1346-46BE-9965-05CBEA22F94B}" type="pres">
      <dgm:prSet presAssocID="{ACC11BB0-BADE-4F24-8FC4-7C12E055993D}" presName="composite" presStyleCnt="0"/>
      <dgm:spPr/>
    </dgm:pt>
    <dgm:pt modelId="{3E6C21CB-1BC9-4931-A4CD-EE7C8A6765DA}" type="pres">
      <dgm:prSet presAssocID="{ACC11BB0-BADE-4F24-8FC4-7C12E055993D}" presName="Image" presStyleLbl="alignNode1" presStyleIdx="0" presStyleCnt="3"/>
      <dgm:spPr/>
    </dgm:pt>
    <dgm:pt modelId="{54266C7A-7B49-4402-8B70-D3FDAF0C37EE}" type="pres">
      <dgm:prSet presAssocID="{ACC11BB0-BADE-4F24-8FC4-7C12E055993D}" presName="Parent" presStyleLbl="revTx" presStyleIdx="0" presStyleCnt="3">
        <dgm:presLayoutVars>
          <dgm:bulletEnabled val="1"/>
        </dgm:presLayoutVars>
      </dgm:prSet>
      <dgm:spPr/>
    </dgm:pt>
    <dgm:pt modelId="{775097B0-FE7A-4291-8C6F-33E819C6163C}" type="pres">
      <dgm:prSet presAssocID="{6009DE59-0758-43AB-8D06-B0C594BFDC3D}" presName="sibTrans" presStyleCnt="0"/>
      <dgm:spPr/>
    </dgm:pt>
    <dgm:pt modelId="{35AD7165-E499-4299-B49A-B47F83CE38F6}" type="pres">
      <dgm:prSet presAssocID="{FD5F81D0-6516-4D6E-89D6-77B5652450C7}" presName="composite" presStyleCnt="0"/>
      <dgm:spPr/>
    </dgm:pt>
    <dgm:pt modelId="{23DF6E0A-7455-41A9-B544-AB364DAA36D7}" type="pres">
      <dgm:prSet presAssocID="{FD5F81D0-6516-4D6E-89D6-77B5652450C7}" presName="Image" presStyleLbl="alignNode1" presStyleIdx="1" presStyleCnt="3"/>
      <dgm:spPr/>
    </dgm:pt>
    <dgm:pt modelId="{52A4890D-091F-4267-ACE9-14A560C7382C}" type="pres">
      <dgm:prSet presAssocID="{FD5F81D0-6516-4D6E-89D6-77B5652450C7}" presName="Parent" presStyleLbl="revTx" presStyleIdx="1" presStyleCnt="3">
        <dgm:presLayoutVars>
          <dgm:bulletEnabled val="1"/>
        </dgm:presLayoutVars>
      </dgm:prSet>
      <dgm:spPr/>
    </dgm:pt>
    <dgm:pt modelId="{4046D36E-A5D2-4AC4-9E7D-0B7A980BEA3A}" type="pres">
      <dgm:prSet presAssocID="{097CAA3C-8369-4CCC-9A58-6883FDCD029B}" presName="sibTrans" presStyleCnt="0"/>
      <dgm:spPr/>
    </dgm:pt>
    <dgm:pt modelId="{10A2F1B5-9D0D-49E7-98AE-31C00E4D63B7}" type="pres">
      <dgm:prSet presAssocID="{FC674A3F-71DB-47EC-9053-8C92B6DD4649}" presName="composite" presStyleCnt="0"/>
      <dgm:spPr/>
    </dgm:pt>
    <dgm:pt modelId="{BEB612F3-3D9F-4ADD-84DF-E2CB0509B857}" type="pres">
      <dgm:prSet presAssocID="{FC674A3F-71DB-47EC-9053-8C92B6DD4649}" presName="Image" presStyleLbl="alignNode1" presStyleIdx="2" presStyleCnt="3"/>
      <dgm:spPr/>
    </dgm:pt>
    <dgm:pt modelId="{7A3BE3B6-67D4-452B-8424-D36595D0AE5D}" type="pres">
      <dgm:prSet presAssocID="{FC674A3F-71DB-47EC-9053-8C92B6DD4649}" presName="Parent" presStyleLbl="revTx" presStyleIdx="2" presStyleCnt="3">
        <dgm:presLayoutVars>
          <dgm:bulletEnabled val="1"/>
        </dgm:presLayoutVars>
      </dgm:prSet>
      <dgm:spPr/>
    </dgm:pt>
  </dgm:ptLst>
  <dgm:cxnLst>
    <dgm:cxn modelId="{B72CFB14-F04E-40A7-B730-1FD8062D87CF}" type="presOf" srcId="{FC674A3F-71DB-47EC-9053-8C92B6DD4649}" destId="{7A3BE3B6-67D4-452B-8424-D36595D0AE5D}" srcOrd="0" destOrd="0" presId="urn:microsoft.com/office/officeart/2008/layout/PictureAccentBlocks"/>
    <dgm:cxn modelId="{CE0BC921-8297-4B9C-939C-0750B37A5F18}" srcId="{ACC11BB0-BADE-4F24-8FC4-7C12E055993D}" destId="{D6A448BE-8420-4EA9-A01D-A54797811189}" srcOrd="0" destOrd="0" parTransId="{09C69C5F-232E-433B-81DC-36F026C24456}" sibTransId="{E86FA021-92FF-4ADC-850D-F446EA0CBE43}"/>
    <dgm:cxn modelId="{F764D628-437F-4D21-8C4A-D3D455814ED5}" srcId="{31CF417B-7295-43AB-9EBC-39118E9AAE06}" destId="{ACC11BB0-BADE-4F24-8FC4-7C12E055993D}" srcOrd="0" destOrd="0" parTransId="{1A1E3EB4-9A90-4BB7-9175-087A8850DEAD}" sibTransId="{6009DE59-0758-43AB-8D06-B0C594BFDC3D}"/>
    <dgm:cxn modelId="{E146FF66-DF9E-4844-A73C-D5B2DFAC1443}" type="presOf" srcId="{31CF417B-7295-43AB-9EBC-39118E9AAE06}" destId="{623626C5-DDD0-4B71-ACE0-9456F56B1FD9}" srcOrd="0" destOrd="0" presId="urn:microsoft.com/office/officeart/2008/layout/PictureAccentBlocks"/>
    <dgm:cxn modelId="{846CE34A-7884-4CD3-B4AF-E49EF2D7F5C1}" srcId="{31CF417B-7295-43AB-9EBC-39118E9AAE06}" destId="{FC674A3F-71DB-47EC-9053-8C92B6DD4649}" srcOrd="2" destOrd="0" parTransId="{C81C3F4A-1975-4FF0-8E39-498668A5284D}" sibTransId="{2EF4CE43-5BED-4236-A038-1DAD2C138494}"/>
    <dgm:cxn modelId="{5F0DAB8C-5EE1-453F-874E-7C4F857C641F}" type="presOf" srcId="{ACC11BB0-BADE-4F24-8FC4-7C12E055993D}" destId="{54266C7A-7B49-4402-8B70-D3FDAF0C37EE}" srcOrd="0" destOrd="0" presId="urn:microsoft.com/office/officeart/2008/layout/PictureAccentBlocks"/>
    <dgm:cxn modelId="{0C46758D-7D5F-4619-AC24-5F008BA5A558}" srcId="{FC674A3F-71DB-47EC-9053-8C92B6DD4649}" destId="{8ABBDF0A-E692-4D62-8D26-74C39EC7AF73}" srcOrd="0" destOrd="0" parTransId="{54A3848E-C807-4451-9483-3BD129F8AE07}" sibTransId="{0AE20081-D267-4F1B-959D-2726B2C4E8D4}"/>
    <dgm:cxn modelId="{E5B9568F-8C0F-48A6-B1BF-B8AC391EBB1B}" srcId="{31CF417B-7295-43AB-9EBC-39118E9AAE06}" destId="{FD5F81D0-6516-4D6E-89D6-77B5652450C7}" srcOrd="1" destOrd="0" parTransId="{CCE1A795-32B6-48E2-96F2-03BE45D26155}" sibTransId="{097CAA3C-8369-4CCC-9A58-6883FDCD029B}"/>
    <dgm:cxn modelId="{D67953BA-4B2E-4AA1-86C9-995E8468A2A2}" type="presOf" srcId="{FD5F81D0-6516-4D6E-89D6-77B5652450C7}" destId="{52A4890D-091F-4267-ACE9-14A560C7382C}" srcOrd="0" destOrd="0" presId="urn:microsoft.com/office/officeart/2008/layout/PictureAccentBlocks"/>
    <dgm:cxn modelId="{129FE7C5-FBE5-4462-A86F-76D299A2BCA0}" type="presOf" srcId="{D6A448BE-8420-4EA9-A01D-A54797811189}" destId="{54266C7A-7B49-4402-8B70-D3FDAF0C37EE}" srcOrd="0" destOrd="1" presId="urn:microsoft.com/office/officeart/2008/layout/PictureAccentBlocks"/>
    <dgm:cxn modelId="{024C34D0-850F-44B9-897A-BEE8608C7010}" type="presOf" srcId="{8ABBDF0A-E692-4D62-8D26-74C39EC7AF73}" destId="{7A3BE3B6-67D4-452B-8424-D36595D0AE5D}" srcOrd="0" destOrd="1" presId="urn:microsoft.com/office/officeart/2008/layout/PictureAccentBlocks"/>
    <dgm:cxn modelId="{E11677FD-0E3B-4018-902E-4BFD652831DD}" type="presParOf" srcId="{623626C5-DDD0-4B71-ACE0-9456F56B1FD9}" destId="{12BCC063-1346-46BE-9965-05CBEA22F94B}" srcOrd="0" destOrd="0" presId="urn:microsoft.com/office/officeart/2008/layout/PictureAccentBlocks"/>
    <dgm:cxn modelId="{1D241D14-A74B-46D7-AEB0-57F31281DE3A}" type="presParOf" srcId="{12BCC063-1346-46BE-9965-05CBEA22F94B}" destId="{3E6C21CB-1BC9-4931-A4CD-EE7C8A6765DA}" srcOrd="0" destOrd="0" presId="urn:microsoft.com/office/officeart/2008/layout/PictureAccentBlocks"/>
    <dgm:cxn modelId="{CA5B0748-7A2C-4617-93F3-37C4EBC0925A}" type="presParOf" srcId="{12BCC063-1346-46BE-9965-05CBEA22F94B}" destId="{54266C7A-7B49-4402-8B70-D3FDAF0C37EE}" srcOrd="1" destOrd="0" presId="urn:microsoft.com/office/officeart/2008/layout/PictureAccentBlocks"/>
    <dgm:cxn modelId="{A9807578-CC8C-4C7A-8F03-45D558B6D18D}" type="presParOf" srcId="{623626C5-DDD0-4B71-ACE0-9456F56B1FD9}" destId="{775097B0-FE7A-4291-8C6F-33E819C6163C}" srcOrd="1" destOrd="0" presId="urn:microsoft.com/office/officeart/2008/layout/PictureAccentBlocks"/>
    <dgm:cxn modelId="{ED7DE9C1-535E-4780-A7EC-1F54594788BE}" type="presParOf" srcId="{623626C5-DDD0-4B71-ACE0-9456F56B1FD9}" destId="{35AD7165-E499-4299-B49A-B47F83CE38F6}" srcOrd="2" destOrd="0" presId="urn:microsoft.com/office/officeart/2008/layout/PictureAccentBlocks"/>
    <dgm:cxn modelId="{E533D072-FB15-48C7-9598-232D82AC4A29}" type="presParOf" srcId="{35AD7165-E499-4299-B49A-B47F83CE38F6}" destId="{23DF6E0A-7455-41A9-B544-AB364DAA36D7}" srcOrd="0" destOrd="0" presId="urn:microsoft.com/office/officeart/2008/layout/PictureAccentBlocks"/>
    <dgm:cxn modelId="{3FBE2FCA-2232-40D1-B65B-C4299F33D1F3}" type="presParOf" srcId="{35AD7165-E499-4299-B49A-B47F83CE38F6}" destId="{52A4890D-091F-4267-ACE9-14A560C7382C}" srcOrd="1" destOrd="0" presId="urn:microsoft.com/office/officeart/2008/layout/PictureAccentBlocks"/>
    <dgm:cxn modelId="{DF6E06AB-B3B4-451E-B15B-66289722EE3D}" type="presParOf" srcId="{623626C5-DDD0-4B71-ACE0-9456F56B1FD9}" destId="{4046D36E-A5D2-4AC4-9E7D-0B7A980BEA3A}" srcOrd="3" destOrd="0" presId="urn:microsoft.com/office/officeart/2008/layout/PictureAccentBlocks"/>
    <dgm:cxn modelId="{151657A8-33EC-49E0-9FDB-E5132ABFD31C}" type="presParOf" srcId="{623626C5-DDD0-4B71-ACE0-9456F56B1FD9}" destId="{10A2F1B5-9D0D-49E7-98AE-31C00E4D63B7}" srcOrd="4" destOrd="0" presId="urn:microsoft.com/office/officeart/2008/layout/PictureAccentBlocks"/>
    <dgm:cxn modelId="{D2385AAB-EB5F-4744-AF69-38FDE2463434}" type="presParOf" srcId="{10A2F1B5-9D0D-49E7-98AE-31C00E4D63B7}" destId="{BEB612F3-3D9F-4ADD-84DF-E2CB0509B857}" srcOrd="0" destOrd="0" presId="urn:microsoft.com/office/officeart/2008/layout/PictureAccentBlocks"/>
    <dgm:cxn modelId="{4753BE2B-AAF5-4CDA-82E5-EA1D6C451DC1}" type="presParOf" srcId="{10A2F1B5-9D0D-49E7-98AE-31C00E4D63B7}" destId="{7A3BE3B6-67D4-452B-8424-D36595D0AE5D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C21CB-1BC9-4931-A4CD-EE7C8A6765DA}">
      <dsp:nvSpPr>
        <dsp:cNvPr id="0" name=""/>
        <dsp:cNvSpPr/>
      </dsp:nvSpPr>
      <dsp:spPr>
        <a:xfrm>
          <a:off x="3141384" y="2755800"/>
          <a:ext cx="2324199" cy="2324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66C7A-7B49-4402-8B70-D3FDAF0C37EE}">
      <dsp:nvSpPr>
        <dsp:cNvPr id="0" name=""/>
        <dsp:cNvSpPr/>
      </dsp:nvSpPr>
      <dsp:spPr>
        <a:xfrm rot="16200000">
          <a:off x="1746864" y="3685480"/>
          <a:ext cx="2324199" cy="464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One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Node Two has a longer label</a:t>
          </a:r>
        </a:p>
      </dsp:txBody>
      <dsp:txXfrm>
        <a:off x="1746864" y="3685480"/>
        <a:ext cx="2324199" cy="464839"/>
      </dsp:txXfrm>
    </dsp:sp>
    <dsp:sp modelId="{23DF6E0A-7455-41A9-B544-AB364DAA36D7}">
      <dsp:nvSpPr>
        <dsp:cNvPr id="0" name=""/>
        <dsp:cNvSpPr/>
      </dsp:nvSpPr>
      <dsp:spPr>
        <a:xfrm>
          <a:off x="5930800" y="2755800"/>
          <a:ext cx="2324199" cy="2324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890D-091F-4267-ACE9-14A560C7382C}">
      <dsp:nvSpPr>
        <dsp:cNvPr id="0" name=""/>
        <dsp:cNvSpPr/>
      </dsp:nvSpPr>
      <dsp:spPr>
        <a:xfrm rot="16200000">
          <a:off x="4536281" y="3685480"/>
          <a:ext cx="2324199" cy="464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</dsp:txBody>
      <dsp:txXfrm>
        <a:off x="4536281" y="3685480"/>
        <a:ext cx="2324199" cy="464839"/>
      </dsp:txXfrm>
    </dsp:sp>
    <dsp:sp modelId="{BEB612F3-3D9F-4ADD-84DF-E2CB0509B857}">
      <dsp:nvSpPr>
        <dsp:cNvPr id="0" name=""/>
        <dsp:cNvSpPr/>
      </dsp:nvSpPr>
      <dsp:spPr>
        <a:xfrm>
          <a:off x="5930800" y="116440"/>
          <a:ext cx="2324199" cy="2324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BE3B6-67D4-452B-8424-D36595D0AE5D}">
      <dsp:nvSpPr>
        <dsp:cNvPr id="0" name=""/>
        <dsp:cNvSpPr/>
      </dsp:nvSpPr>
      <dsp:spPr>
        <a:xfrm rot="16200000">
          <a:off x="4536281" y="1046119"/>
          <a:ext cx="2324199" cy="464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Four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Node Five</a:t>
          </a:r>
        </a:p>
      </dsp:txBody>
      <dsp:txXfrm>
        <a:off x="4536281" y="1046119"/>
        <a:ext cx="2324199" cy="464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160-36DD-BE0D-AE27-EC26DABCA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1E895-DCF1-60D0-90E2-72D05687E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95401-31A8-E12E-531A-D56D29F8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E819C-EC91-FC6F-A7F8-962A749E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88088-3C6C-C17D-84A0-A59FEEC8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C930-B7EE-63B0-7BCE-DF43BB57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B787-695F-149A-801F-3D3C2CF91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51F1-4FA4-78AA-AEED-E89E8642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7416-C772-5D1A-FBCD-38659788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B43EC-5636-6118-80B8-0A096440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6703-F1D9-7C2F-9592-32EC4341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3C4E5-701A-B962-669E-AA15330C4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27C2-6C4F-0712-DD48-93341921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50C5-3498-8733-E1D9-A3D0B675B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3135-24CE-DE3D-A66B-47434A0A5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4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BD78-01C1-F682-F63A-9C9AF877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99886-B0B3-6FFC-46AE-A585F7C08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19FAA-0AB7-A38D-D0F2-68EFEA334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77B3D-E13E-4049-4AAC-1A393C89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0652B-A934-2748-DD52-3FA3720A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16C19-8753-D757-B0FB-7E6A565C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7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9667-B746-82BE-35B5-B170DB16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E751B-7DAD-1559-3739-98FB23183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F9C5A-FB5E-6839-B50C-A3AE4F133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28428-F86B-6762-1085-534CC58CC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8B0B2-C38E-1B67-0A86-F7B919F51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D070B-15B5-9A18-D35C-9C39F2F1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20F0A-7300-0A63-EB0A-440E406C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604292-8C8E-CF1C-8141-F0E1EC5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3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7C3-AAF2-8097-934A-C1E53A7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C688E-067C-7B2B-FC78-89231C4C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E7BB-CBC4-B9F2-60B1-6A5FC6BE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56AB7-B168-6FE7-78A9-3E36D7AB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9906C-BC01-B18B-1033-9B302D06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2F1E7-0C43-2CFF-27CC-FCFB35D6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BFC35-9295-650E-EFFC-11E7B361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7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391D-44EB-B5FC-726F-65B427A7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251B-BAFE-973E-24C8-D3FEFFC39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452B0-A28B-45F8-7855-01EBA9546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31212-D15E-24AB-E730-584656A9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9352C-7AB5-30E2-169C-244FECF9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C2EA6-AC04-8953-B0B8-65305D15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5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422C-049E-9A41-B4E7-6D12F5ED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BDC00-6ED8-9BA7-3C1C-346246E3F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FC342-DB4E-038C-3947-F6A74DE47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21CCA-0943-DF43-65FD-72FF8106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1DBB4-6A6E-7984-68E9-9354E795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E0EF9-FB35-ACFF-9D9F-971E5018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6681-E55D-F5D8-F96C-CA0B8B58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ECFD3-184D-423C-B8D9-6C679B8FB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3E35-7590-AA5A-6343-FB131A6B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947E5-26EE-D976-3F90-3FC2765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071B-7D9A-EA42-467C-14E6A002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2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C005A-FE78-FF3F-A6D7-C7F8F3D75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264A2-6DE4-2E7C-623F-FA69A35AD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04AD4-4D2F-FCDC-2C99-C7F8CFCF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187EE-3D93-AE48-FE62-6E7E507A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3842-73B7-BCE6-930A-1B3A7366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0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12C1F-B6AC-337A-A306-87B1DFC8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61A88-875D-5F57-2EAF-FDA093FEC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E4A14-C05B-037B-35CE-7569A6AD4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7478D-B1A0-450B-B7C7-CF49FD2613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826D-25C4-E8E3-6161-A3CFF5BDA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796D-ABAD-1F83-3ED7-E91688027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9D10A-0535-489A-AA19-8416FF33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8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FE70F34-875B-0F41-BD20-32CC0B769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29351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9852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2026-09-06T08:15:03Z</dcterms:created>
  <dcterms:modified xsi:type="dcterms:W3CDTF">2026-09-06T08:15:03Z</dcterms:modified>
</cp:coreProperties>
</file>