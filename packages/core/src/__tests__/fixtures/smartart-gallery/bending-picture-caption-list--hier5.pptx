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9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35548A6-189C-4F76-A970-9B918BD440FB}" type="doc">
      <dgm:prSet loTypeId="urn:microsoft.com/office/officeart/2008/layout/BendingPictureCaptionList" loCatId="pictur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7F34BCF-E9FB-4F47-B42D-E0147FF3E0D0}">
      <dgm:prSet phldrT="[Text]"/>
      <dgm:spPr/>
      <dgm:t>
        <a:bodyPr/>
        <a:lstStyle/>
        <a:p>
          <a:r>
            <a:rPr lang="en-US"/>
            <a:t>Node One</a:t>
          </a:r>
        </a:p>
      </dgm:t>
    </dgm:pt>
    <dgm:pt modelId="{53FED2E9-7808-4DEF-B5C8-243F8173140B}" type="parTrans" cxnId="{A69A1413-3824-4983-9DAA-467B2EEBFAF9}">
      <dgm:prSet/>
      <dgm:spPr/>
    </dgm:pt>
    <dgm:pt modelId="{2C356BE5-FEA3-47F8-94F6-84F1FC9928BE}" type="sibTrans" cxnId="{A69A1413-3824-4983-9DAA-467B2EEBFAF9}">
      <dgm:prSet/>
      <dgm:spPr/>
    </dgm:pt>
    <dgm:pt modelId="{6B1DBC8A-2A69-4443-A2A4-DE537D4E0EE3}">
      <dgm:prSet phldrT="[Text]"/>
      <dgm:spPr/>
      <dgm:t>
        <a:bodyPr/>
        <a:lstStyle/>
        <a:p>
          <a:r>
            <a:rPr lang="en-US"/>
            <a:t>Node Two has a longer label</a:t>
          </a:r>
        </a:p>
      </dgm:t>
    </dgm:pt>
    <dgm:pt modelId="{CAF25043-DA94-48FD-BE83-9A7CD11B7688}" type="parTrans" cxnId="{691D1613-D72D-440A-BAED-349147220293}">
      <dgm:prSet/>
      <dgm:spPr/>
    </dgm:pt>
    <dgm:pt modelId="{EC1FBF73-CD58-4FFD-9C1B-2236B8BFE7E4}" type="sibTrans" cxnId="{691D1613-D72D-440A-BAED-349147220293}">
      <dgm:prSet/>
      <dgm:spPr/>
    </dgm:pt>
    <dgm:pt modelId="{9999A609-4ABC-41A6-843B-DE9610AF6AE9}">
      <dgm:prSet phldrT="[Text]"/>
      <dgm:spPr/>
      <dgm:t>
        <a:bodyPr/>
        <a:lstStyle/>
        <a:p>
          <a:r>
            <a:rPr lang="en-US"/>
            <a:t>Node Three</a:t>
          </a:r>
        </a:p>
      </dgm:t>
    </dgm:pt>
    <dgm:pt modelId="{57BFE3CA-2BC8-4914-952B-47B57451F562}" type="parTrans" cxnId="{F81BB794-0059-4B54-82D7-2D5D1CE60D25}">
      <dgm:prSet/>
      <dgm:spPr/>
    </dgm:pt>
    <dgm:pt modelId="{062CA687-9223-4EB6-A643-37CBCEC81B4F}" type="sibTrans" cxnId="{F81BB794-0059-4B54-82D7-2D5D1CE60D25}">
      <dgm:prSet/>
      <dgm:spPr/>
    </dgm:pt>
    <dgm:pt modelId="{5AC5837A-CEF4-43A6-9211-BA3F0E6840CC}">
      <dgm:prSet phldrT="[Text]"/>
      <dgm:spPr/>
      <dgm:t>
        <a:bodyPr/>
        <a:lstStyle/>
        <a:p>
          <a:r>
            <a:rPr lang="en-US"/>
            <a:t>Node Four</a:t>
          </a:r>
        </a:p>
      </dgm:t>
    </dgm:pt>
    <dgm:pt modelId="{6AC04F9F-123F-4301-8069-3F054CC49547}" type="parTrans" cxnId="{2536BAD6-C39E-4D3A-B0EC-082DA0AE2689}">
      <dgm:prSet/>
      <dgm:spPr/>
    </dgm:pt>
    <dgm:pt modelId="{E85F337D-F86A-439C-8794-F248ABD71068}" type="sibTrans" cxnId="{2536BAD6-C39E-4D3A-B0EC-082DA0AE2689}">
      <dgm:prSet/>
      <dgm:spPr/>
    </dgm:pt>
    <dgm:pt modelId="{BCFC5BD4-DB69-440C-8F2A-E89F60B37690}">
      <dgm:prSet phldrT="[Text]"/>
      <dgm:spPr/>
      <dgm:t>
        <a:bodyPr/>
        <a:lstStyle/>
        <a:p>
          <a:r>
            <a:rPr lang="en-US"/>
            <a:t>Node Five</a:t>
          </a:r>
        </a:p>
      </dgm:t>
    </dgm:pt>
    <dgm:pt modelId="{BDCD031E-13C8-4870-8AAA-1D0A95A9B88A}" type="parTrans" cxnId="{0498FD96-0346-4484-AEDE-7403489BC4A3}">
      <dgm:prSet/>
      <dgm:spPr/>
    </dgm:pt>
    <dgm:pt modelId="{BFE4C3D7-1401-49D7-B7F1-983EA57E7F57}" type="sibTrans" cxnId="{0498FD96-0346-4484-AEDE-7403489BC4A3}">
      <dgm:prSet/>
      <dgm:spPr/>
    </dgm:pt>
    <dgm:pt modelId="{5CFD8056-26C6-4105-8404-9D5443D00AE7}" type="pres">
      <dgm:prSet presAssocID="{D35548A6-189C-4F76-A970-9B918BD440FB}" presName="Name0" presStyleCnt="0">
        <dgm:presLayoutVars>
          <dgm:dir/>
          <dgm:resizeHandles val="exact"/>
        </dgm:presLayoutVars>
      </dgm:prSet>
      <dgm:spPr/>
    </dgm:pt>
    <dgm:pt modelId="{DE49D317-2FD8-40B7-8313-19EF53369EE8}" type="pres">
      <dgm:prSet presAssocID="{F7F34BCF-E9FB-4F47-B42D-E0147FF3E0D0}" presName="composite" presStyleCnt="0"/>
      <dgm:spPr/>
    </dgm:pt>
    <dgm:pt modelId="{77DE548B-1DE1-4251-93D4-15788A7D3BA9}" type="pres">
      <dgm:prSet presAssocID="{F7F34BCF-E9FB-4F47-B42D-E0147FF3E0D0}" presName="rect1" presStyleLbl="bgImgPlace1" presStyleIdx="0" presStyleCnt="3"/>
      <dgm:spPr/>
    </dgm:pt>
    <dgm:pt modelId="{1379FF13-40F7-477C-B6B9-6A83C62F0188}" type="pres">
      <dgm:prSet presAssocID="{F7F34BCF-E9FB-4F47-B42D-E0147FF3E0D0}" presName="wedgeRectCallout1" presStyleLbl="node1" presStyleIdx="0" presStyleCnt="3">
        <dgm:presLayoutVars>
          <dgm:bulletEnabled val="1"/>
        </dgm:presLayoutVars>
      </dgm:prSet>
      <dgm:spPr/>
    </dgm:pt>
    <dgm:pt modelId="{602703BA-691A-4F81-B5A9-98FB078BAA71}" type="pres">
      <dgm:prSet presAssocID="{2C356BE5-FEA3-47F8-94F6-84F1FC9928BE}" presName="sibTrans" presStyleCnt="0"/>
      <dgm:spPr/>
    </dgm:pt>
    <dgm:pt modelId="{FAD9ADE9-6D52-4D8E-BF5B-1BB536D637B4}" type="pres">
      <dgm:prSet presAssocID="{9999A609-4ABC-41A6-843B-DE9610AF6AE9}" presName="composite" presStyleCnt="0"/>
      <dgm:spPr/>
    </dgm:pt>
    <dgm:pt modelId="{E09C2C4B-6820-412D-8CCF-A26B4719A700}" type="pres">
      <dgm:prSet presAssocID="{9999A609-4ABC-41A6-843B-DE9610AF6AE9}" presName="rect1" presStyleLbl="bgImgPlace1" presStyleIdx="1" presStyleCnt="3"/>
      <dgm:spPr/>
    </dgm:pt>
    <dgm:pt modelId="{92D23F5D-9E5D-44D8-8F9C-4E9170023E2D}" type="pres">
      <dgm:prSet presAssocID="{9999A609-4ABC-41A6-843B-DE9610AF6AE9}" presName="wedgeRectCallout1" presStyleLbl="node1" presStyleIdx="1" presStyleCnt="3">
        <dgm:presLayoutVars>
          <dgm:bulletEnabled val="1"/>
        </dgm:presLayoutVars>
      </dgm:prSet>
      <dgm:spPr/>
    </dgm:pt>
    <dgm:pt modelId="{C16E3ACF-9837-4964-A131-95D23E599E07}" type="pres">
      <dgm:prSet presAssocID="{062CA687-9223-4EB6-A643-37CBCEC81B4F}" presName="sibTrans" presStyleCnt="0"/>
      <dgm:spPr/>
    </dgm:pt>
    <dgm:pt modelId="{01E08925-5144-4042-BAE6-4476ABA18AFA}" type="pres">
      <dgm:prSet presAssocID="{5AC5837A-CEF4-43A6-9211-BA3F0E6840CC}" presName="composite" presStyleCnt="0"/>
      <dgm:spPr/>
    </dgm:pt>
    <dgm:pt modelId="{2DADC571-C7EC-4B9E-9B07-ACF93D412D03}" type="pres">
      <dgm:prSet presAssocID="{5AC5837A-CEF4-43A6-9211-BA3F0E6840CC}" presName="rect1" presStyleLbl="bgImgPlace1" presStyleIdx="2" presStyleCnt="3"/>
      <dgm:spPr/>
    </dgm:pt>
    <dgm:pt modelId="{A2CCB624-4657-4537-8469-02D8D13D4A02}" type="pres">
      <dgm:prSet presAssocID="{5AC5837A-CEF4-43A6-9211-BA3F0E6840CC}" presName="wedgeRectCallout1" presStyleLbl="node1" presStyleIdx="2" presStyleCnt="3">
        <dgm:presLayoutVars>
          <dgm:bulletEnabled val="1"/>
        </dgm:presLayoutVars>
      </dgm:prSet>
      <dgm:spPr/>
    </dgm:pt>
  </dgm:ptLst>
  <dgm:cxnLst>
    <dgm:cxn modelId="{CAC14105-7163-4789-B9A1-836F053E1F9F}" type="presOf" srcId="{5AC5837A-CEF4-43A6-9211-BA3F0E6840CC}" destId="{A2CCB624-4657-4537-8469-02D8D13D4A02}" srcOrd="0" destOrd="0" presId="urn:microsoft.com/office/officeart/2008/layout/BendingPictureCaptionList"/>
    <dgm:cxn modelId="{A69A1413-3824-4983-9DAA-467B2EEBFAF9}" srcId="{D35548A6-189C-4F76-A970-9B918BD440FB}" destId="{F7F34BCF-E9FB-4F47-B42D-E0147FF3E0D0}" srcOrd="0" destOrd="0" parTransId="{53FED2E9-7808-4DEF-B5C8-243F8173140B}" sibTransId="{2C356BE5-FEA3-47F8-94F6-84F1FC9928BE}"/>
    <dgm:cxn modelId="{691D1613-D72D-440A-BAED-349147220293}" srcId="{F7F34BCF-E9FB-4F47-B42D-E0147FF3E0D0}" destId="{6B1DBC8A-2A69-4443-A2A4-DE537D4E0EE3}" srcOrd="0" destOrd="0" parTransId="{CAF25043-DA94-48FD-BE83-9A7CD11B7688}" sibTransId="{EC1FBF73-CD58-4FFD-9C1B-2236B8BFE7E4}"/>
    <dgm:cxn modelId="{ECAA6C4B-7762-4986-92F7-EE5A0D28E65E}" type="presOf" srcId="{6B1DBC8A-2A69-4443-A2A4-DE537D4E0EE3}" destId="{1379FF13-40F7-477C-B6B9-6A83C62F0188}" srcOrd="0" destOrd="1" presId="urn:microsoft.com/office/officeart/2008/layout/BendingPictureCaptionList"/>
    <dgm:cxn modelId="{9845FE4E-4A32-4625-B860-233DA32BCD28}" type="presOf" srcId="{9999A609-4ABC-41A6-843B-DE9610AF6AE9}" destId="{92D23F5D-9E5D-44D8-8F9C-4E9170023E2D}" srcOrd="0" destOrd="0" presId="urn:microsoft.com/office/officeart/2008/layout/BendingPictureCaptionList"/>
    <dgm:cxn modelId="{80EB5372-AC85-49F8-8643-22AFD0FD4106}" type="presOf" srcId="{D35548A6-189C-4F76-A970-9B918BD440FB}" destId="{5CFD8056-26C6-4105-8404-9D5443D00AE7}" srcOrd="0" destOrd="0" presId="urn:microsoft.com/office/officeart/2008/layout/BendingPictureCaptionList"/>
    <dgm:cxn modelId="{1D501F77-E93F-44AB-8A18-DD65BA85F8D5}" type="presOf" srcId="{F7F34BCF-E9FB-4F47-B42D-E0147FF3E0D0}" destId="{1379FF13-40F7-477C-B6B9-6A83C62F0188}" srcOrd="0" destOrd="0" presId="urn:microsoft.com/office/officeart/2008/layout/BendingPictureCaptionList"/>
    <dgm:cxn modelId="{F81BB794-0059-4B54-82D7-2D5D1CE60D25}" srcId="{D35548A6-189C-4F76-A970-9B918BD440FB}" destId="{9999A609-4ABC-41A6-843B-DE9610AF6AE9}" srcOrd="1" destOrd="0" parTransId="{57BFE3CA-2BC8-4914-952B-47B57451F562}" sibTransId="{062CA687-9223-4EB6-A643-37CBCEC81B4F}"/>
    <dgm:cxn modelId="{5CC5D496-1A81-4EFC-AFBA-C2AC719A3BF4}" type="presOf" srcId="{BCFC5BD4-DB69-440C-8F2A-E89F60B37690}" destId="{A2CCB624-4657-4537-8469-02D8D13D4A02}" srcOrd="0" destOrd="1" presId="urn:microsoft.com/office/officeart/2008/layout/BendingPictureCaptionList"/>
    <dgm:cxn modelId="{0498FD96-0346-4484-AEDE-7403489BC4A3}" srcId="{5AC5837A-CEF4-43A6-9211-BA3F0E6840CC}" destId="{BCFC5BD4-DB69-440C-8F2A-E89F60B37690}" srcOrd="0" destOrd="0" parTransId="{BDCD031E-13C8-4870-8AAA-1D0A95A9B88A}" sibTransId="{BFE4C3D7-1401-49D7-B7F1-983EA57E7F57}"/>
    <dgm:cxn modelId="{2536BAD6-C39E-4D3A-B0EC-082DA0AE2689}" srcId="{D35548A6-189C-4F76-A970-9B918BD440FB}" destId="{5AC5837A-CEF4-43A6-9211-BA3F0E6840CC}" srcOrd="2" destOrd="0" parTransId="{6AC04F9F-123F-4301-8069-3F054CC49547}" sibTransId="{E85F337D-F86A-439C-8794-F248ABD71068}"/>
    <dgm:cxn modelId="{CC4C9201-A6D5-4C0D-B700-A58B61FA17B1}" type="presParOf" srcId="{5CFD8056-26C6-4105-8404-9D5443D00AE7}" destId="{DE49D317-2FD8-40B7-8313-19EF53369EE8}" srcOrd="0" destOrd="0" presId="urn:microsoft.com/office/officeart/2008/layout/BendingPictureCaptionList"/>
    <dgm:cxn modelId="{FB3F3992-3437-467C-BACD-4EAF7749CE93}" type="presParOf" srcId="{DE49D317-2FD8-40B7-8313-19EF53369EE8}" destId="{77DE548B-1DE1-4251-93D4-15788A7D3BA9}" srcOrd="0" destOrd="0" presId="urn:microsoft.com/office/officeart/2008/layout/BendingPictureCaptionList"/>
    <dgm:cxn modelId="{498C85E2-6643-4B24-BAEE-EE421FC35498}" type="presParOf" srcId="{DE49D317-2FD8-40B7-8313-19EF53369EE8}" destId="{1379FF13-40F7-477C-B6B9-6A83C62F0188}" srcOrd="1" destOrd="0" presId="urn:microsoft.com/office/officeart/2008/layout/BendingPictureCaptionList"/>
    <dgm:cxn modelId="{6797186B-8E8A-4139-ADA3-286B4165A627}" type="presParOf" srcId="{5CFD8056-26C6-4105-8404-9D5443D00AE7}" destId="{602703BA-691A-4F81-B5A9-98FB078BAA71}" srcOrd="1" destOrd="0" presId="urn:microsoft.com/office/officeart/2008/layout/BendingPictureCaptionList"/>
    <dgm:cxn modelId="{72BC549F-47AD-426A-B23F-7C551F6888F2}" type="presParOf" srcId="{5CFD8056-26C6-4105-8404-9D5443D00AE7}" destId="{FAD9ADE9-6D52-4D8E-BF5B-1BB536D637B4}" srcOrd="2" destOrd="0" presId="urn:microsoft.com/office/officeart/2008/layout/BendingPictureCaptionList"/>
    <dgm:cxn modelId="{7087E17A-1494-498A-BBF4-8875BC49FDC2}" type="presParOf" srcId="{FAD9ADE9-6D52-4D8E-BF5B-1BB536D637B4}" destId="{E09C2C4B-6820-412D-8CCF-A26B4719A700}" srcOrd="0" destOrd="0" presId="urn:microsoft.com/office/officeart/2008/layout/BendingPictureCaptionList"/>
    <dgm:cxn modelId="{537CD32B-C267-47A8-B201-6F38C67746F8}" type="presParOf" srcId="{FAD9ADE9-6D52-4D8E-BF5B-1BB536D637B4}" destId="{92D23F5D-9E5D-44D8-8F9C-4E9170023E2D}" srcOrd="1" destOrd="0" presId="urn:microsoft.com/office/officeart/2008/layout/BendingPictureCaptionList"/>
    <dgm:cxn modelId="{1504952B-81FA-4F6F-B4A6-7F7061369F8F}" type="presParOf" srcId="{5CFD8056-26C6-4105-8404-9D5443D00AE7}" destId="{C16E3ACF-9837-4964-A131-95D23E599E07}" srcOrd="3" destOrd="0" presId="urn:microsoft.com/office/officeart/2008/layout/BendingPictureCaptionList"/>
    <dgm:cxn modelId="{75ACEAF1-9FB8-4A34-B173-A2B51465CE63}" type="presParOf" srcId="{5CFD8056-26C6-4105-8404-9D5443D00AE7}" destId="{01E08925-5144-4042-BAE6-4476ABA18AFA}" srcOrd="4" destOrd="0" presId="urn:microsoft.com/office/officeart/2008/layout/BendingPictureCaptionList"/>
    <dgm:cxn modelId="{4EFCA532-3F3E-4689-9DDA-CAA9F9B657E4}" type="presParOf" srcId="{01E08925-5144-4042-BAE6-4476ABA18AFA}" destId="{2DADC571-C7EC-4B9E-9B07-ACF93D412D03}" srcOrd="0" destOrd="0" presId="urn:microsoft.com/office/officeart/2008/layout/BendingPictureCaptionList"/>
    <dgm:cxn modelId="{41B4943D-E5B6-4BEE-BF88-9FB688C2C52E}" type="presParOf" srcId="{01E08925-5144-4042-BAE6-4476ABA18AFA}" destId="{A2CCB624-4657-4537-8469-02D8D13D4A02}" srcOrd="1" destOrd="0" presId="urn:microsoft.com/office/officeart/2008/layout/BendingPictureCa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7DE548B-1DE1-4251-93D4-15788A7D3BA9}">
      <dsp:nvSpPr>
        <dsp:cNvPr id="0" name=""/>
        <dsp:cNvSpPr/>
      </dsp:nvSpPr>
      <dsp:spPr>
        <a:xfrm>
          <a:off x="0" y="1250156"/>
          <a:ext cx="2579687" cy="2063750"/>
        </a:xfrm>
        <a:prstGeom prst="rect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379FF13-40F7-477C-B6B9-6A83C62F0188}">
      <dsp:nvSpPr>
        <dsp:cNvPr id="0" name=""/>
        <dsp:cNvSpPr/>
      </dsp:nvSpPr>
      <dsp:spPr>
        <a:xfrm>
          <a:off x="232171" y="3107531"/>
          <a:ext cx="2295921" cy="722312"/>
        </a:xfrm>
        <a:prstGeom prst="wedgeRectCallout">
          <a:avLst>
            <a:gd name="adj1" fmla="val 20250"/>
            <a:gd name="adj2" fmla="val -607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Node One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/>
            <a:t>Node Two has a longer label</a:t>
          </a:r>
        </a:p>
      </dsp:txBody>
      <dsp:txXfrm>
        <a:off x="232171" y="3107531"/>
        <a:ext cx="2295921" cy="722312"/>
      </dsp:txXfrm>
    </dsp:sp>
    <dsp:sp modelId="{E09C2C4B-6820-412D-8CCF-A26B4719A700}">
      <dsp:nvSpPr>
        <dsp:cNvPr id="0" name=""/>
        <dsp:cNvSpPr/>
      </dsp:nvSpPr>
      <dsp:spPr>
        <a:xfrm>
          <a:off x="2837656" y="1250156"/>
          <a:ext cx="2579687" cy="2063750"/>
        </a:xfrm>
        <a:prstGeom prst="rect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2D23F5D-9E5D-44D8-8F9C-4E9170023E2D}">
      <dsp:nvSpPr>
        <dsp:cNvPr id="0" name=""/>
        <dsp:cNvSpPr/>
      </dsp:nvSpPr>
      <dsp:spPr>
        <a:xfrm>
          <a:off x="3069828" y="3107531"/>
          <a:ext cx="2295921" cy="722312"/>
        </a:xfrm>
        <a:prstGeom prst="wedgeRectCallout">
          <a:avLst>
            <a:gd name="adj1" fmla="val 20250"/>
            <a:gd name="adj2" fmla="val -607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Node Three</a:t>
          </a:r>
        </a:p>
      </dsp:txBody>
      <dsp:txXfrm>
        <a:off x="3069828" y="3107531"/>
        <a:ext cx="2295921" cy="722312"/>
      </dsp:txXfrm>
    </dsp:sp>
    <dsp:sp modelId="{2DADC571-C7EC-4B9E-9B07-ACF93D412D03}">
      <dsp:nvSpPr>
        <dsp:cNvPr id="0" name=""/>
        <dsp:cNvSpPr/>
      </dsp:nvSpPr>
      <dsp:spPr>
        <a:xfrm>
          <a:off x="5675312" y="1250156"/>
          <a:ext cx="2579687" cy="2063750"/>
        </a:xfrm>
        <a:prstGeom prst="rect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2CCB624-4657-4537-8469-02D8D13D4A02}">
      <dsp:nvSpPr>
        <dsp:cNvPr id="0" name=""/>
        <dsp:cNvSpPr/>
      </dsp:nvSpPr>
      <dsp:spPr>
        <a:xfrm>
          <a:off x="5907484" y="3107531"/>
          <a:ext cx="2295921" cy="722312"/>
        </a:xfrm>
        <a:prstGeom prst="wedgeRectCallout">
          <a:avLst>
            <a:gd name="adj1" fmla="val 20250"/>
            <a:gd name="adj2" fmla="val -607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Node Four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/>
            <a:t>Node Five</a:t>
          </a:r>
        </a:p>
      </dsp:txBody>
      <dsp:txXfrm>
        <a:off x="5907484" y="3107531"/>
        <a:ext cx="2295921" cy="72231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BendingPictureCaptionList">
  <dgm:title val=""/>
  <dgm:desc val=""/>
  <dgm:catLst>
    <dgm:cat type="picture" pri="9000"/>
    <dgm:cat type="pictureconvert" pri="9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snake">
          <dgm:param type="off" val="ctr"/>
        </dgm:alg>
      </dgm:if>
      <dgm:else name="Name3">
        <dgm:alg type="snake">
          <dgm:param type="off" val="ctr"/>
          <dgm:param type="grDir" val="tR"/>
        </dgm:alg>
      </dgm:else>
    </dgm:choose>
    <dgm:shape xmlns:r="http://schemas.openxmlformats.org/officeDocument/2006/relationships" r:blip="">
      <dgm:adjLst/>
    </dgm:shape>
    <dgm:constrLst>
      <dgm:constr type="primFontSz" for="des" ptType="node" op="equ" val="65"/>
      <dgm:constr type="w" for="ch" forName="composite" refType="w"/>
      <dgm:constr type="h" for="ch" forName="composite" refType="w" fact="1.11"/>
      <dgm:constr type="sp" refType="w" refFor="ch" refForName="composite" op="equ" fact="0.1"/>
      <dgm:constr type="w" for="ch" forName="sibTrans" refType="w" refFor="ch" refForName="composite" op="equ" fact="0.1"/>
      <dgm:constr type="h" for="ch" forName="sibTrans" refType="w" refFor="ch" refForName="sibTrans" op="equ"/>
    </dgm:constrLst>
    <dgm:forEach name="nodesForEach" axis="ch" ptType="node">
      <dgm:layoutNode name="composite">
        <dgm:alg type="composite">
          <dgm:param type="ar" val="1"/>
        </dgm:alg>
        <dgm:shape xmlns:r="http://schemas.openxmlformats.org/officeDocument/2006/relationships" r:blip="">
          <dgm:adjLst/>
        </dgm:shape>
        <dgm:choose name="Name4">
          <dgm:if name="Name5" func="var" arg="dir" op="equ" val="norm">
            <dgm:constrLst>
              <dgm:constr type="l" for="ch" forName="rect1" refType="w" fact="0"/>
              <dgm:constr type="t" for="ch" forName="rect1" refType="h" fact="0"/>
              <dgm:constr type="w" for="ch" forName="rect1" refType="w"/>
              <dgm:constr type="h" for="ch" forName="rect1" refType="h" fact="0.8"/>
              <dgm:constr type="l" for="ch" forName="wedgeRectCallout1" refType="w" fact="0.09"/>
              <dgm:constr type="t" for="ch" forName="wedgeRectCallout1" refType="h" fact="0.72"/>
              <dgm:constr type="w" for="ch" forName="wedgeRectCallout1" refType="w" fact="0.89"/>
              <dgm:constr type="h" for="ch" forName="wedgeRectCallout1" refType="h" fact="0.28"/>
            </dgm:constrLst>
          </dgm:if>
          <dgm:else name="Name6">
            <dgm:constrLst>
              <dgm:constr type="l" for="ch" forName="rect1" refType="w" fact="0"/>
              <dgm:constr type="t" for="ch" forName="rect1" refType="h" fact="0"/>
              <dgm:constr type="w" for="ch" forName="rect1" refType="w"/>
              <dgm:constr type="h" for="ch" forName="rect1" refType="h" fact="0.8"/>
              <dgm:constr type="l" for="ch" forName="wedgeRectCallout1" refType="w" fact="0.02"/>
              <dgm:constr type="t" for="ch" forName="wedgeRectCallout1" refType="h" fact="0.72"/>
              <dgm:constr type="w" for="ch" forName="wedgeRectCallout1" refType="w" fact="0.89"/>
              <dgm:constr type="h" for="ch" forName="wedgeRectCallout1" refType="h" fact="0.28"/>
            </dgm:constrLst>
          </dgm:else>
        </dgm:choose>
        <dgm:layoutNode name="rect1" styleLbl="bgImgPlace1">
          <dgm:alg type="sp"/>
          <dgm:shape xmlns:r="http://schemas.openxmlformats.org/officeDocument/2006/relationships" type="rect" r:blip="" blipPhldr="1">
            <dgm:adjLst/>
          </dgm:shape>
          <dgm:presOf/>
        </dgm:layoutNode>
        <dgm:layoutNode name="wedgeRectCallout1" styleLbl="node1">
          <dgm:varLst>
            <dgm:bulletEnabled val="1"/>
          </dgm:varLst>
          <dgm:alg type="tx"/>
          <dgm:choose name="Name7">
            <dgm:if name="Name8" func="var" arg="dir" op="equ" val="norm">
              <dgm:shape xmlns:r="http://schemas.openxmlformats.org/officeDocument/2006/relationships" type="wedgeRectCallout" r:blip="">
                <dgm:adjLst>
                  <dgm:adj idx="1" val="0.2025"/>
                  <dgm:adj idx="2" val="-0.607"/>
                </dgm:adjLst>
              </dgm:shape>
            </dgm:if>
            <dgm:else name="Name9">
              <dgm:shape xmlns:r="http://schemas.openxmlformats.org/officeDocument/2006/relationships" type="wedgeRectCallout" r:blip="">
                <dgm:adjLst>
                  <dgm:adj idx="1" val="-0.2025"/>
                  <dgm:adj idx="2" val="-0.607"/>
                </dgm:adjLst>
              </dgm:shape>
            </dgm:else>
          </dgm:choose>
          <dgm:presOf axis="desOr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F50572-7B6C-B8B6-5A0C-0BE86177B0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97DD8B-B628-98A3-664F-46806635DD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8BC268-7998-4A97-D2F3-3B4D09F2B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B83692-DCB5-404A-839E-DAC6C0ED6D53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19E29A-B0F8-0C93-BD19-A6B63B681B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EA88C7-E180-47CE-01E6-18D7533FFF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C42419-27A9-4E59-89F3-BFD43BF82B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70490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082000-5375-30A6-C10F-366622E6D5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45C89D-974D-3A66-0A23-FC70D6299F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EEBA8D-1060-71A2-74E9-55325B768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B83692-DCB5-404A-839E-DAC6C0ED6D53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6EA883-AD50-8BF8-910A-48148389EF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BF75C0-0167-500F-F022-683E02617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C42419-27A9-4E59-89F3-BFD43BF82B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10932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330653-49C0-7776-D7BE-2785D3A73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BE20A6-B01D-48F0-4765-DD034CA4A1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C29327-0240-A207-087C-B008FEFF6D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B83692-DCB5-404A-839E-DAC6C0ED6D53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56D95D-148D-942E-EF13-51B868241C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96412E-3206-2AE5-153F-6093ED1316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C42419-27A9-4E59-89F3-BFD43BF82B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75721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A30C4F-543A-05FC-1F96-9CD55F649B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9DE8CC-363E-C5FF-3327-380095D791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A4054A-E2A2-9965-73C9-17E3169CA9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96D573-6ABD-F71E-3055-F9DA1964A6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B83692-DCB5-404A-839E-DAC6C0ED6D53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45128E-D2EC-08CF-3D18-F2F6DD1064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1A369C-50C9-23D7-F33F-92C4B5F8BB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C42419-27A9-4E59-89F3-BFD43BF82B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97783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10B390-0A51-5FE8-5121-93B8AA3BE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88D38D-518D-EFA9-A798-A66CFDEC38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0F970F-3B48-92D4-EF06-E5D89158B6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9F6DC7-AFCF-F474-4A63-45A13BB376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8BE629-0FFD-381C-21CD-412C5C10D6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9CB9362-2BCB-8F59-2ACC-E02DD23FBA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B83692-DCB5-404A-839E-DAC6C0ED6D53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E0CD779-B8C8-5AF5-CD2D-29C2638EAD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D38C4F-D0CD-828D-E2F8-94AD21FB6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C42419-27A9-4E59-89F3-BFD43BF82B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92961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0786C9-7E54-B764-5E07-2620FECBAA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6E1416-7ED7-F9D2-F492-3DD7849CD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B83692-DCB5-404A-839E-DAC6C0ED6D53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3D562C-0E5C-04A5-6927-05DFDF1146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F5D0E79-0A26-8507-A621-2C64E4D93F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C42419-27A9-4E59-89F3-BFD43BF82B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32074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FCC7797-B1EA-9F09-422B-13AC7C3968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B83692-DCB5-404A-839E-DAC6C0ED6D53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CB15594-E284-B47D-5ED5-AA1D4410D4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D4502A-B0EC-D44C-737A-2436F3B1C2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C42419-27A9-4E59-89F3-BFD43BF82B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51904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0672C7-BE36-1AAA-7C8A-E14678A488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F3009A-841C-976D-56FB-85917488F7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8144D7-EA21-633C-6B2D-DF9DA1F960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84760C-4425-6F06-4269-6BF5AABF10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B83692-DCB5-404A-839E-DAC6C0ED6D53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B58F8C-589A-ADFE-F8D0-3B5A769C1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2CE578-5868-F585-A114-8C3E1A31C1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C42419-27A9-4E59-89F3-BFD43BF82B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08807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4CD49E-0076-A7D5-807C-3F30DB29B5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D6004F-A718-A594-E71B-89D81960DE4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156F28-476A-2D29-EC65-AD1418FE09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4BAE4C-517F-532B-ADDB-AC215FB701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B83692-DCB5-404A-839E-DAC6C0ED6D53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AD9C3F-9C59-15A6-769C-2D35CFDA00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42C6E8-083F-B13D-6A24-AE99DF43A5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C42419-27A9-4E59-89F3-BFD43BF82B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04976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99BBFE-CC20-B947-6D28-70A7301057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90EA99-76CB-3D86-5674-DBFDAA2CEB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8F462E-6C87-184C-55B6-1BF0B3D7B7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B83692-DCB5-404A-839E-DAC6C0ED6D53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62F83F-A1DC-BAEC-F428-1C7DBE41D1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446AA4-1C0A-6707-A3F8-CECA3493D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C42419-27A9-4E59-89F3-BFD43BF82B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1030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E705E1A-55B2-F0FF-AFE1-A5583DA8D5C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9E0CD9-E191-6442-98BE-399E3DA11C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D29FD7-CC6B-9C34-1535-9E9E7468FD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B83692-DCB5-404A-839E-DAC6C0ED6D53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5ABF3D-7907-410B-4D64-4C87C7DC2F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826588-65D0-C84C-5AD3-E5D8E657A1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C42419-27A9-4E59-89F3-BFD43BF82B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05901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02865BE-38C4-9339-E18B-EBDBABC987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372FBA-3F29-E8F3-0A58-1A899CF892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C59E06-C0D7-0731-1A9F-CB21F41CD8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EB83692-DCB5-404A-839E-DAC6C0ED6D53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634C36-6788-3893-AE61-B84CBFCFF8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A3E66B-7285-9561-4836-5527C47B8D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C42419-27A9-4E59-89F3-BFD43BF82B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56381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A2A29268-8E76-0F2A-B547-462ADA4B067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86061276"/>
              </p:ext>
            </p:extLst>
          </p:nvPr>
        </p:nvGraphicFramePr>
        <p:xfrm>
          <a:off x="508000" y="1143000"/>
          <a:ext cx="8255000" cy="508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794596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</Words>
  <Application>Microsoft Office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van Rooyen</dc:creator>
  <cp:lastModifiedBy>Christopher van Rooyen</cp:lastModifiedBy>
  <cp:revision>1</cp:revision>
  <dcterms:created xsi:type="dcterms:W3CDTF">2026-09-06T08:15:00Z</dcterms:created>
  <dcterms:modified xsi:type="dcterms:W3CDTF">2026-09-06T08:15:01Z</dcterms:modified>
</cp:coreProperties>
</file>