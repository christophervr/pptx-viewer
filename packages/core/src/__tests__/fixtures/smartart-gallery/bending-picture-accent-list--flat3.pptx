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45C0F5-79AF-45FD-A5B2-F00834276252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A0ECCC67-E9C6-44AF-A338-4B1E990282A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7E7DD79-5797-4F4C-B3E5-C38CBDB1DB54}" type="parTrans" cxnId="{433BBB76-8E04-458A-B80F-954022499A5D}">
      <dgm:prSet/>
      <dgm:spPr/>
    </dgm:pt>
    <dgm:pt modelId="{B4B03D08-B4F1-4057-85D6-43A374989765}" type="sibTrans" cxnId="{433BBB76-8E04-458A-B80F-954022499A5D}">
      <dgm:prSet/>
      <dgm:spPr/>
    </dgm:pt>
    <dgm:pt modelId="{227E4C6E-1474-4FF9-9FFD-A074A70B5930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8F5C8F76-67B3-411E-9239-D3E8E0D0B9B5}" type="parTrans" cxnId="{055AF575-E886-4F39-A06B-089662FFED36}">
      <dgm:prSet/>
      <dgm:spPr/>
    </dgm:pt>
    <dgm:pt modelId="{431D8F0C-C36C-49C2-9ABB-F03E4551F5D2}" type="sibTrans" cxnId="{055AF575-E886-4F39-A06B-089662FFED36}">
      <dgm:prSet/>
      <dgm:spPr/>
    </dgm:pt>
    <dgm:pt modelId="{0B172B12-0F8B-41D2-B750-3DE381C8DE7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83DD1DB-4529-47FD-9947-F134A952FADB}" type="parTrans" cxnId="{EF02DC70-170D-4F0B-894B-7F9D468C1C14}">
      <dgm:prSet/>
      <dgm:spPr/>
    </dgm:pt>
    <dgm:pt modelId="{C7CEB46D-5F01-4EDD-9EE2-E39F3E63CB92}" type="sibTrans" cxnId="{EF02DC70-170D-4F0B-894B-7F9D468C1C14}">
      <dgm:prSet/>
      <dgm:spPr/>
    </dgm:pt>
    <dgm:pt modelId="{AD08DADB-0D9E-4FA0-84A2-BF839C0DE37F}" type="pres">
      <dgm:prSet presAssocID="{DB45C0F5-79AF-45FD-A5B2-F00834276252}" presName="diagram" presStyleCnt="0">
        <dgm:presLayoutVars>
          <dgm:dir/>
          <dgm:animLvl val="lvl"/>
          <dgm:resizeHandles val="exact"/>
        </dgm:presLayoutVars>
      </dgm:prSet>
      <dgm:spPr/>
    </dgm:pt>
    <dgm:pt modelId="{511DD39D-73D1-48D1-9A96-8CCB9320D01F}" type="pres">
      <dgm:prSet presAssocID="{A0ECCC67-E9C6-44AF-A338-4B1E990282AF}" presName="compNode" presStyleCnt="0"/>
      <dgm:spPr/>
    </dgm:pt>
    <dgm:pt modelId="{DC292D36-6E79-4EEF-8A6F-2B96AB3DCEFA}" type="pres">
      <dgm:prSet presAssocID="{A0ECCC67-E9C6-44AF-A338-4B1E990282AF}" presName="childRect" presStyleLbl="bgAcc1" presStyleIdx="0" presStyleCnt="3">
        <dgm:presLayoutVars>
          <dgm:bulletEnabled val="1"/>
        </dgm:presLayoutVars>
      </dgm:prSet>
      <dgm:spPr/>
    </dgm:pt>
    <dgm:pt modelId="{0B7A6961-5D64-4F08-BBB4-9BF8AAD1415F}" type="pres">
      <dgm:prSet presAssocID="{A0ECCC67-E9C6-44AF-A338-4B1E990282A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C70BF17-E91D-4AD4-ACDC-5A9B57303FFC}" type="pres">
      <dgm:prSet presAssocID="{A0ECCC67-E9C6-44AF-A338-4B1E990282AF}" presName="parentRect" presStyleLbl="alignNode1" presStyleIdx="0" presStyleCnt="3"/>
      <dgm:spPr/>
    </dgm:pt>
    <dgm:pt modelId="{965A1032-2E7F-4B35-A9E8-B24C28D2C902}" type="pres">
      <dgm:prSet presAssocID="{A0ECCC67-E9C6-44AF-A338-4B1E990282AF}" presName="adorn" presStyleLbl="fgAccFollowNode1" presStyleIdx="0" presStyleCnt="3"/>
      <dgm:spPr/>
    </dgm:pt>
    <dgm:pt modelId="{2811EE94-E94C-4B5B-BEDA-A705566DA68F}" type="pres">
      <dgm:prSet presAssocID="{B4B03D08-B4F1-4057-85D6-43A374989765}" presName="sibTrans" presStyleLbl="sibTrans2D1" presStyleIdx="0" presStyleCnt="0"/>
      <dgm:spPr/>
    </dgm:pt>
    <dgm:pt modelId="{C3A327CF-74BA-4A53-A9E3-C93E27090FAF}" type="pres">
      <dgm:prSet presAssocID="{227E4C6E-1474-4FF9-9FFD-A074A70B5930}" presName="compNode" presStyleCnt="0"/>
      <dgm:spPr/>
    </dgm:pt>
    <dgm:pt modelId="{ECB01BE5-999B-4D41-8DAF-05B53E712D6A}" type="pres">
      <dgm:prSet presAssocID="{227E4C6E-1474-4FF9-9FFD-A074A70B5930}" presName="childRect" presStyleLbl="bgAcc1" presStyleIdx="1" presStyleCnt="3">
        <dgm:presLayoutVars>
          <dgm:bulletEnabled val="1"/>
        </dgm:presLayoutVars>
      </dgm:prSet>
      <dgm:spPr/>
    </dgm:pt>
    <dgm:pt modelId="{E418A671-66A3-4ECB-A43C-B4475C9F40E9}" type="pres">
      <dgm:prSet presAssocID="{227E4C6E-1474-4FF9-9FFD-A074A70B593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635A57B-495B-4707-8951-10FD4FF0B4DC}" type="pres">
      <dgm:prSet presAssocID="{227E4C6E-1474-4FF9-9FFD-A074A70B5930}" presName="parentRect" presStyleLbl="alignNode1" presStyleIdx="1" presStyleCnt="3"/>
      <dgm:spPr/>
    </dgm:pt>
    <dgm:pt modelId="{C469AB2A-F15C-454D-9F47-1AB89A760139}" type="pres">
      <dgm:prSet presAssocID="{227E4C6E-1474-4FF9-9FFD-A074A70B5930}" presName="adorn" presStyleLbl="fgAccFollowNode1" presStyleIdx="1" presStyleCnt="3"/>
      <dgm:spPr/>
    </dgm:pt>
    <dgm:pt modelId="{5CA83DFA-208B-4420-8A0D-982294ADC834}" type="pres">
      <dgm:prSet presAssocID="{431D8F0C-C36C-49C2-9ABB-F03E4551F5D2}" presName="sibTrans" presStyleLbl="sibTrans2D1" presStyleIdx="0" presStyleCnt="0"/>
      <dgm:spPr/>
    </dgm:pt>
    <dgm:pt modelId="{DB3ED2EB-0EFB-4C62-91E3-DB7ECEB63622}" type="pres">
      <dgm:prSet presAssocID="{0B172B12-0F8B-41D2-B750-3DE381C8DE7B}" presName="compNode" presStyleCnt="0"/>
      <dgm:spPr/>
    </dgm:pt>
    <dgm:pt modelId="{EA7EB9A7-D199-4FDC-924F-4D2C0AF8DB12}" type="pres">
      <dgm:prSet presAssocID="{0B172B12-0F8B-41D2-B750-3DE381C8DE7B}" presName="childRect" presStyleLbl="bgAcc1" presStyleIdx="2" presStyleCnt="3">
        <dgm:presLayoutVars>
          <dgm:bulletEnabled val="1"/>
        </dgm:presLayoutVars>
      </dgm:prSet>
      <dgm:spPr/>
    </dgm:pt>
    <dgm:pt modelId="{C384E20E-88EF-4EE3-87A7-F606D4F08630}" type="pres">
      <dgm:prSet presAssocID="{0B172B12-0F8B-41D2-B750-3DE381C8DE7B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3EC35CF-841A-4012-B8BB-187D5909FEC3}" type="pres">
      <dgm:prSet presAssocID="{0B172B12-0F8B-41D2-B750-3DE381C8DE7B}" presName="parentRect" presStyleLbl="alignNode1" presStyleIdx="2" presStyleCnt="3"/>
      <dgm:spPr/>
    </dgm:pt>
    <dgm:pt modelId="{09DC1F4F-6D75-42F9-A1BC-87387A596D35}" type="pres">
      <dgm:prSet presAssocID="{0B172B12-0F8B-41D2-B750-3DE381C8DE7B}" presName="adorn" presStyleLbl="fgAccFollowNode1" presStyleIdx="2" presStyleCnt="3"/>
      <dgm:spPr/>
    </dgm:pt>
  </dgm:ptLst>
  <dgm:cxnLst>
    <dgm:cxn modelId="{95EC9601-16A2-4857-8197-793877192688}" type="presOf" srcId="{0B172B12-0F8B-41D2-B750-3DE381C8DE7B}" destId="{C384E20E-88EF-4EE3-87A7-F606D4F08630}" srcOrd="0" destOrd="0" presId="urn:microsoft.com/office/officeart/2005/8/layout/bList2"/>
    <dgm:cxn modelId="{16C8DB16-D47D-4731-B88F-AFB16F502052}" type="presOf" srcId="{227E4C6E-1474-4FF9-9FFD-A074A70B5930}" destId="{E418A671-66A3-4ECB-A43C-B4475C9F40E9}" srcOrd="0" destOrd="0" presId="urn:microsoft.com/office/officeart/2005/8/layout/bList2"/>
    <dgm:cxn modelId="{AE875819-D41F-404A-A3F6-F879A239D543}" type="presOf" srcId="{A0ECCC67-E9C6-44AF-A338-4B1E990282AF}" destId="{0B7A6961-5D64-4F08-BBB4-9BF8AAD1415F}" srcOrd="0" destOrd="0" presId="urn:microsoft.com/office/officeart/2005/8/layout/bList2"/>
    <dgm:cxn modelId="{C28EA119-5D65-48C4-91E2-AB6B29B5DD66}" type="presOf" srcId="{A0ECCC67-E9C6-44AF-A338-4B1E990282AF}" destId="{8C70BF17-E91D-4AD4-ACDC-5A9B57303FFC}" srcOrd="1" destOrd="0" presId="urn:microsoft.com/office/officeart/2005/8/layout/bList2"/>
    <dgm:cxn modelId="{9A9E882B-F1BD-42A4-8CE5-99EA837B165D}" type="presOf" srcId="{431D8F0C-C36C-49C2-9ABB-F03E4551F5D2}" destId="{5CA83DFA-208B-4420-8A0D-982294ADC834}" srcOrd="0" destOrd="0" presId="urn:microsoft.com/office/officeart/2005/8/layout/bList2"/>
    <dgm:cxn modelId="{2D03BF4E-602C-476E-B9A5-2405480F792F}" type="presOf" srcId="{0B172B12-0F8B-41D2-B750-3DE381C8DE7B}" destId="{13EC35CF-841A-4012-B8BB-187D5909FEC3}" srcOrd="1" destOrd="0" presId="urn:microsoft.com/office/officeart/2005/8/layout/bList2"/>
    <dgm:cxn modelId="{EF02DC70-170D-4F0B-894B-7F9D468C1C14}" srcId="{DB45C0F5-79AF-45FD-A5B2-F00834276252}" destId="{0B172B12-0F8B-41D2-B750-3DE381C8DE7B}" srcOrd="2" destOrd="0" parTransId="{D83DD1DB-4529-47FD-9947-F134A952FADB}" sibTransId="{C7CEB46D-5F01-4EDD-9EE2-E39F3E63CB92}"/>
    <dgm:cxn modelId="{055AF575-E886-4F39-A06B-089662FFED36}" srcId="{DB45C0F5-79AF-45FD-A5B2-F00834276252}" destId="{227E4C6E-1474-4FF9-9FFD-A074A70B5930}" srcOrd="1" destOrd="0" parTransId="{8F5C8F76-67B3-411E-9239-D3E8E0D0B9B5}" sibTransId="{431D8F0C-C36C-49C2-9ABB-F03E4551F5D2}"/>
    <dgm:cxn modelId="{433BBB76-8E04-458A-B80F-954022499A5D}" srcId="{DB45C0F5-79AF-45FD-A5B2-F00834276252}" destId="{A0ECCC67-E9C6-44AF-A338-4B1E990282AF}" srcOrd="0" destOrd="0" parTransId="{37E7DD79-5797-4F4C-B3E5-C38CBDB1DB54}" sibTransId="{B4B03D08-B4F1-4057-85D6-43A374989765}"/>
    <dgm:cxn modelId="{40AB2FAD-4B48-4D85-B0E4-533B27BB3707}" type="presOf" srcId="{DB45C0F5-79AF-45FD-A5B2-F00834276252}" destId="{AD08DADB-0D9E-4FA0-84A2-BF839C0DE37F}" srcOrd="0" destOrd="0" presId="urn:microsoft.com/office/officeart/2005/8/layout/bList2"/>
    <dgm:cxn modelId="{8BD185EF-4E98-43CE-AB8B-62E8DA0C8F0E}" type="presOf" srcId="{B4B03D08-B4F1-4057-85D6-43A374989765}" destId="{2811EE94-E94C-4B5B-BEDA-A705566DA68F}" srcOrd="0" destOrd="0" presId="urn:microsoft.com/office/officeart/2005/8/layout/bList2"/>
    <dgm:cxn modelId="{F55CF3F6-39F9-43AF-93D9-AE15E25EDBF0}" type="presOf" srcId="{227E4C6E-1474-4FF9-9FFD-A074A70B5930}" destId="{B635A57B-495B-4707-8951-10FD4FF0B4DC}" srcOrd="1" destOrd="0" presId="urn:microsoft.com/office/officeart/2005/8/layout/bList2"/>
    <dgm:cxn modelId="{0FBB859F-47A0-4640-98E5-E8D8EA1401AD}" type="presParOf" srcId="{AD08DADB-0D9E-4FA0-84A2-BF839C0DE37F}" destId="{511DD39D-73D1-48D1-9A96-8CCB9320D01F}" srcOrd="0" destOrd="0" presId="urn:microsoft.com/office/officeart/2005/8/layout/bList2"/>
    <dgm:cxn modelId="{A312C98F-2A93-4510-9682-0BAF4DE04C51}" type="presParOf" srcId="{511DD39D-73D1-48D1-9A96-8CCB9320D01F}" destId="{DC292D36-6E79-4EEF-8A6F-2B96AB3DCEFA}" srcOrd="0" destOrd="0" presId="urn:microsoft.com/office/officeart/2005/8/layout/bList2"/>
    <dgm:cxn modelId="{739A0DBD-4D5E-4C7F-894F-DE1C9A7B94F8}" type="presParOf" srcId="{511DD39D-73D1-48D1-9A96-8CCB9320D01F}" destId="{0B7A6961-5D64-4F08-BBB4-9BF8AAD1415F}" srcOrd="1" destOrd="0" presId="urn:microsoft.com/office/officeart/2005/8/layout/bList2"/>
    <dgm:cxn modelId="{05A6AFD6-E0C9-4B91-8866-7AB3AF9B7486}" type="presParOf" srcId="{511DD39D-73D1-48D1-9A96-8CCB9320D01F}" destId="{8C70BF17-E91D-4AD4-ACDC-5A9B57303FFC}" srcOrd="2" destOrd="0" presId="urn:microsoft.com/office/officeart/2005/8/layout/bList2"/>
    <dgm:cxn modelId="{22B2DA59-68F1-4E92-B2FF-3ABACE849FDD}" type="presParOf" srcId="{511DD39D-73D1-48D1-9A96-8CCB9320D01F}" destId="{965A1032-2E7F-4B35-A9E8-B24C28D2C902}" srcOrd="3" destOrd="0" presId="urn:microsoft.com/office/officeart/2005/8/layout/bList2"/>
    <dgm:cxn modelId="{962032E0-0877-4657-8CA4-D124DF388A76}" type="presParOf" srcId="{AD08DADB-0D9E-4FA0-84A2-BF839C0DE37F}" destId="{2811EE94-E94C-4B5B-BEDA-A705566DA68F}" srcOrd="1" destOrd="0" presId="urn:microsoft.com/office/officeart/2005/8/layout/bList2"/>
    <dgm:cxn modelId="{C3770F9E-1391-4790-8F33-29B5E4E66E59}" type="presParOf" srcId="{AD08DADB-0D9E-4FA0-84A2-BF839C0DE37F}" destId="{C3A327CF-74BA-4A53-A9E3-C93E27090FAF}" srcOrd="2" destOrd="0" presId="urn:microsoft.com/office/officeart/2005/8/layout/bList2"/>
    <dgm:cxn modelId="{FC0D7E32-E7BA-4327-8159-9920E6ED6DDC}" type="presParOf" srcId="{C3A327CF-74BA-4A53-A9E3-C93E27090FAF}" destId="{ECB01BE5-999B-4D41-8DAF-05B53E712D6A}" srcOrd="0" destOrd="0" presId="urn:microsoft.com/office/officeart/2005/8/layout/bList2"/>
    <dgm:cxn modelId="{B019ED4B-E8C2-41DC-822B-D3C334448B99}" type="presParOf" srcId="{C3A327CF-74BA-4A53-A9E3-C93E27090FAF}" destId="{E418A671-66A3-4ECB-A43C-B4475C9F40E9}" srcOrd="1" destOrd="0" presId="urn:microsoft.com/office/officeart/2005/8/layout/bList2"/>
    <dgm:cxn modelId="{E915D42A-7F86-45C4-A316-42A68429C770}" type="presParOf" srcId="{C3A327CF-74BA-4A53-A9E3-C93E27090FAF}" destId="{B635A57B-495B-4707-8951-10FD4FF0B4DC}" srcOrd="2" destOrd="0" presId="urn:microsoft.com/office/officeart/2005/8/layout/bList2"/>
    <dgm:cxn modelId="{0A4704F8-3BC3-492D-A9C2-47C9D1D41920}" type="presParOf" srcId="{C3A327CF-74BA-4A53-A9E3-C93E27090FAF}" destId="{C469AB2A-F15C-454D-9F47-1AB89A760139}" srcOrd="3" destOrd="0" presId="urn:microsoft.com/office/officeart/2005/8/layout/bList2"/>
    <dgm:cxn modelId="{7327095D-2EC8-43E9-87A1-A89641D7F8D5}" type="presParOf" srcId="{AD08DADB-0D9E-4FA0-84A2-BF839C0DE37F}" destId="{5CA83DFA-208B-4420-8A0D-982294ADC834}" srcOrd="3" destOrd="0" presId="urn:microsoft.com/office/officeart/2005/8/layout/bList2"/>
    <dgm:cxn modelId="{5DE5B3F6-D6DF-478D-8344-A4EE57B78A3C}" type="presParOf" srcId="{AD08DADB-0D9E-4FA0-84A2-BF839C0DE37F}" destId="{DB3ED2EB-0EFB-4C62-91E3-DB7ECEB63622}" srcOrd="4" destOrd="0" presId="urn:microsoft.com/office/officeart/2005/8/layout/bList2"/>
    <dgm:cxn modelId="{7F9E00F0-AD86-4173-911C-7F8F32FCB2B3}" type="presParOf" srcId="{DB3ED2EB-0EFB-4C62-91E3-DB7ECEB63622}" destId="{EA7EB9A7-D199-4FDC-924F-4D2C0AF8DB12}" srcOrd="0" destOrd="0" presId="urn:microsoft.com/office/officeart/2005/8/layout/bList2"/>
    <dgm:cxn modelId="{C2A3A9DE-F9D5-4852-B0CC-042E0353311A}" type="presParOf" srcId="{DB3ED2EB-0EFB-4C62-91E3-DB7ECEB63622}" destId="{C384E20E-88EF-4EE3-87A7-F606D4F08630}" srcOrd="1" destOrd="0" presId="urn:microsoft.com/office/officeart/2005/8/layout/bList2"/>
    <dgm:cxn modelId="{1F2735FD-B4A9-4BA0-9129-FDD5AF495C7F}" type="presParOf" srcId="{DB3ED2EB-0EFB-4C62-91E3-DB7ECEB63622}" destId="{13EC35CF-841A-4012-B8BB-187D5909FEC3}" srcOrd="2" destOrd="0" presId="urn:microsoft.com/office/officeart/2005/8/layout/bList2"/>
    <dgm:cxn modelId="{D1F9DD0D-19AA-4BD4-9CA0-992AB3B73B7B}" type="presParOf" srcId="{DB3ED2EB-0EFB-4C62-91E3-DB7ECEB63622}" destId="{09DC1F4F-6D75-42F9-A1BC-87387A596D35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92D36-6E79-4EEF-8A6F-2B96AB3DCEFA}">
      <dsp:nvSpPr>
        <dsp:cNvPr id="0" name=""/>
        <dsp:cNvSpPr/>
      </dsp:nvSpPr>
      <dsp:spPr>
        <a:xfrm>
          <a:off x="5579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0BF17-E91D-4AD4-ACDC-5A9B57303FFC}">
      <dsp:nvSpPr>
        <dsp:cNvPr id="0" name=""/>
        <dsp:cNvSpPr/>
      </dsp:nvSpPr>
      <dsp:spPr>
        <a:xfrm>
          <a:off x="5579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Alpha</a:t>
          </a:r>
        </a:p>
      </dsp:txBody>
      <dsp:txXfrm>
        <a:off x="5579" y="2956285"/>
        <a:ext cx="1697043" cy="773512"/>
      </dsp:txXfrm>
    </dsp:sp>
    <dsp:sp modelId="{965A1032-2E7F-4B35-A9E8-B24C28D2C902}">
      <dsp:nvSpPr>
        <dsp:cNvPr id="0" name=""/>
        <dsp:cNvSpPr/>
      </dsp:nvSpPr>
      <dsp:spPr>
        <a:xfrm>
          <a:off x="1770792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B01BE5-999B-4D41-8DAF-05B53E712D6A}">
      <dsp:nvSpPr>
        <dsp:cNvPr id="0" name=""/>
        <dsp:cNvSpPr/>
      </dsp:nvSpPr>
      <dsp:spPr>
        <a:xfrm>
          <a:off x="2823178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5A57B-495B-4707-8951-10FD4FF0B4DC}">
      <dsp:nvSpPr>
        <dsp:cNvPr id="0" name=""/>
        <dsp:cNvSpPr/>
      </dsp:nvSpPr>
      <dsp:spPr>
        <a:xfrm>
          <a:off x="2823178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Beta has a noticeably longer label than the others</a:t>
          </a:r>
        </a:p>
      </dsp:txBody>
      <dsp:txXfrm>
        <a:off x="2823178" y="2956285"/>
        <a:ext cx="1697043" cy="773512"/>
      </dsp:txXfrm>
    </dsp:sp>
    <dsp:sp modelId="{C469AB2A-F15C-454D-9F47-1AB89A760139}">
      <dsp:nvSpPr>
        <dsp:cNvPr id="0" name=""/>
        <dsp:cNvSpPr/>
      </dsp:nvSpPr>
      <dsp:spPr>
        <a:xfrm>
          <a:off x="4588391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EB9A7-D199-4FDC-924F-4D2C0AF8DB12}">
      <dsp:nvSpPr>
        <dsp:cNvPr id="0" name=""/>
        <dsp:cNvSpPr/>
      </dsp:nvSpPr>
      <dsp:spPr>
        <a:xfrm>
          <a:off x="5640776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C35CF-841A-4012-B8BB-187D5909FEC3}">
      <dsp:nvSpPr>
        <dsp:cNvPr id="0" name=""/>
        <dsp:cNvSpPr/>
      </dsp:nvSpPr>
      <dsp:spPr>
        <a:xfrm>
          <a:off x="5640776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Gamma</a:t>
          </a:r>
        </a:p>
      </dsp:txBody>
      <dsp:txXfrm>
        <a:off x="5640776" y="2956285"/>
        <a:ext cx="1697043" cy="773512"/>
      </dsp:txXfrm>
    </dsp:sp>
    <dsp:sp modelId="{09DC1F4F-6D75-42F9-A1BC-87387A596D35}">
      <dsp:nvSpPr>
        <dsp:cNvPr id="0" name=""/>
        <dsp:cNvSpPr/>
      </dsp:nvSpPr>
      <dsp:spPr>
        <a:xfrm>
          <a:off x="7405989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11E8-9D7D-8D89-6ECA-E287DD56A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3E888-5EB0-7B93-196D-C6707B799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FFCE0-3162-B9EC-2A02-014360C9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60203-518A-46A2-2E24-44C187D1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66BBE-710D-86DC-3C78-B6BC1CE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5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2312-6E50-AF8D-D6E1-51F98587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A35F1-903A-FE67-571A-7702EB139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7B290-F36E-91BD-B99B-DBAD13A7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F9AB6-1F8B-C596-01B0-55D6C566A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CDF83-0A54-BF28-C2F2-94885371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9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0D01-201F-D277-87B9-FAF103357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69C92-98D5-3024-B364-9079BB4D4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7D99B-9BCC-AC82-9E99-8EFBF752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B7834-9E87-BA6B-1E67-EB297362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5C6D-0E89-1B73-CE73-31A6ACD7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2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3296-D0FA-A0B7-8014-9718B03F9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05EE1-2C55-DC32-1B97-25BF6B087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DED71-5FF7-6E55-A5EC-4DE0E6AA8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A3382-5643-371A-C2BE-A91115B2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111A4-82D2-5158-6DD7-6B037B3E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656B2-F30D-ABB7-EDDC-48237B8D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4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C740-9367-596F-657B-CE3B04B6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3E680-10EA-6625-EA1B-6DC72B73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399A6-B1A6-314F-456B-CEAB7A313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F888C-1B43-BDF5-4EAD-B6B4975F6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8FFFA-48F1-FF00-965F-0BADA11AD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984AB-71F0-997D-D3B5-2FBAE497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565E81-E349-A491-D37C-2B1AD899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55D68-F229-DB25-61EA-7518DB60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3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6F34-4561-16BD-6983-5AF7F50E4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97479-D5E5-B4E8-59E5-A28D9AB1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C726E-EF29-C663-4E1A-7383F2C0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415C6-C8C0-5BE8-6EE0-0F2A6270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16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AF9AC-8E81-8D98-2D1C-6DBC90BC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B54A1-533D-A670-3227-43C07979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539EA-CAEA-D47A-A9C8-DCB46858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95FE7-991E-11E6-6DA3-F0E271037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42B19-8225-055B-075C-4C0CC151E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2C04E-54D5-FE05-3B37-E3AF3CDA9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249DF-780E-F0C8-8A83-9CFC6E3F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31A8D-73F1-4275-C008-5218A898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89E2D-F44A-7DC0-6528-433ADFD2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2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0881-EBF4-AC2F-73B9-E87CF27D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38F74-71AE-99CA-307A-4E32B03DD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39365-BEC3-45DA-23F4-3BA8D9083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60095-11B7-EFC5-7E95-AB68DFF44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107D0-9A8C-EF60-FB9E-EE5E9311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F429A-08EA-2D62-D07A-6DA6AB14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8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3A15-0A5C-C227-0642-21CD5046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3CCB5-29E0-874F-5348-8B5409DF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369FF-E03C-A926-78DB-CB3F8699C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A3BA3-AC4C-6D0A-813A-B55FD6362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47B8C-576C-23A8-6F3E-38B6D931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7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29B39-08DA-BEB3-864A-A2A73C5E3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373EF-7199-469C-F84B-63ED030B0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30AF8-9C0E-C8C6-7A32-56787104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A78E9-C7EF-E041-8FC4-F99B358A2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BBD09-30F9-6CD4-158F-D9B0454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4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6AFB0-BB0B-5453-BC2D-63E633CB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84B7D-843D-D09D-FFDA-9FD48A2CE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86B83-1F92-90B7-3F26-D97CAEEE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3C4F0-8AE8-484B-B208-33799043F3B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F5F7F-5F11-91EA-A6D8-18EFE6504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07349-5921-940C-DE62-FD730481A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CC86F-8895-4098-85B0-2C33D1D7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9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3A94715-04D5-BC08-762D-AD336F36A0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58846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4650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2026-09-06T08:12:48Z</dcterms:created>
  <dcterms:modified xsi:type="dcterms:W3CDTF">2026-09-06T08:12:48Z</dcterms:modified>
</cp:coreProperties>
</file>