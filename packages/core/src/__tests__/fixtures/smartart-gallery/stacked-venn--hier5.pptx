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083059-6B7F-4E70-9BA8-9581CD92EBDA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127FE1-7275-48AE-AB8D-A19983AE806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0315884-ACDD-4818-889D-E747E27222AF}" type="parTrans" cxnId="{21CEB246-6ED6-4507-A637-07B40F262D79}">
      <dgm:prSet/>
      <dgm:spPr/>
    </dgm:pt>
    <dgm:pt modelId="{AEB9C470-E07C-4293-8DC8-F82C4C970306}" type="sibTrans" cxnId="{21CEB246-6ED6-4507-A637-07B40F262D79}">
      <dgm:prSet/>
      <dgm:spPr/>
    </dgm:pt>
    <dgm:pt modelId="{B356C5E3-5810-49AA-8A81-3BE94FD430B7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2B773E6F-4B14-4D0F-B644-DBEB55FFF5E3}" type="parTrans" cxnId="{E23FCEF5-32FC-46D0-9BA7-21582FDED4F5}">
      <dgm:prSet/>
      <dgm:spPr/>
    </dgm:pt>
    <dgm:pt modelId="{38F28537-234F-4E85-B0C7-332A99B56AB0}" type="sibTrans" cxnId="{E23FCEF5-32FC-46D0-9BA7-21582FDED4F5}">
      <dgm:prSet/>
      <dgm:spPr/>
    </dgm:pt>
    <dgm:pt modelId="{04FE8A82-3703-404D-8687-EB5B48ACE2A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B6E3C6E0-8625-4DCB-A391-F2F01818CA62}" type="parTrans" cxnId="{79137C3A-3A6C-4496-A842-3C45EF5C908C}">
      <dgm:prSet/>
      <dgm:spPr/>
    </dgm:pt>
    <dgm:pt modelId="{34C4BA84-E69E-4B3A-AA75-975CA1D6DC2E}" type="sibTrans" cxnId="{79137C3A-3A6C-4496-A842-3C45EF5C908C}">
      <dgm:prSet/>
      <dgm:spPr/>
    </dgm:pt>
    <dgm:pt modelId="{3367D325-1496-47A1-8715-4233A07C3B2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BFBDE66F-A658-4252-9271-90DBE794E1B3}" type="parTrans" cxnId="{F19E55A8-58CF-4045-AD03-41D98A9FAB27}">
      <dgm:prSet/>
      <dgm:spPr/>
    </dgm:pt>
    <dgm:pt modelId="{91E9BCB7-1E91-4E0B-A446-B480DDAF8627}" type="sibTrans" cxnId="{F19E55A8-58CF-4045-AD03-41D98A9FAB27}">
      <dgm:prSet/>
      <dgm:spPr/>
    </dgm:pt>
    <dgm:pt modelId="{468A903F-2EEC-4754-9D2B-A67FE9C3115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9701BE9-9969-4BFA-B537-1D4717EFFCFA}" type="parTrans" cxnId="{A601C22E-C76D-4120-9DCA-2D99674DAA9C}">
      <dgm:prSet/>
      <dgm:spPr/>
    </dgm:pt>
    <dgm:pt modelId="{75573A0E-24CE-45E3-9790-4491E7F345EF}" type="sibTrans" cxnId="{A601C22E-C76D-4120-9DCA-2D99674DAA9C}">
      <dgm:prSet/>
      <dgm:spPr/>
    </dgm:pt>
    <dgm:pt modelId="{859762C9-3F7F-41C5-AAE6-0127E65476E7}" type="pres">
      <dgm:prSet presAssocID="{05083059-6B7F-4E70-9BA8-9581CD92EBDA}" presName="Name0" presStyleCnt="0">
        <dgm:presLayoutVars>
          <dgm:chMax val="7"/>
          <dgm:resizeHandles val="exact"/>
        </dgm:presLayoutVars>
      </dgm:prSet>
      <dgm:spPr/>
    </dgm:pt>
    <dgm:pt modelId="{5AB488C1-8727-49EE-9165-51F9CA349B63}" type="pres">
      <dgm:prSet presAssocID="{05083059-6B7F-4E70-9BA8-9581CD92EBDA}" presName="comp1" presStyleCnt="0"/>
      <dgm:spPr/>
    </dgm:pt>
    <dgm:pt modelId="{0C96B482-FAF1-4010-9421-FADF53FBF282}" type="pres">
      <dgm:prSet presAssocID="{05083059-6B7F-4E70-9BA8-9581CD92EBDA}" presName="circle1" presStyleLbl="node1" presStyleIdx="0" presStyleCnt="3"/>
      <dgm:spPr/>
    </dgm:pt>
    <dgm:pt modelId="{B3F15812-8E8A-4257-9BDA-A7B1AD1394CF}" type="pres">
      <dgm:prSet presAssocID="{05083059-6B7F-4E70-9BA8-9581CD92EBDA}" presName="c1text" presStyleLbl="node1" presStyleIdx="0" presStyleCnt="3">
        <dgm:presLayoutVars>
          <dgm:bulletEnabled val="1"/>
        </dgm:presLayoutVars>
      </dgm:prSet>
      <dgm:spPr/>
    </dgm:pt>
    <dgm:pt modelId="{A561FC8B-F736-4892-AA98-D70B3FD9F185}" type="pres">
      <dgm:prSet presAssocID="{05083059-6B7F-4E70-9BA8-9581CD92EBDA}" presName="comp2" presStyleCnt="0"/>
      <dgm:spPr/>
    </dgm:pt>
    <dgm:pt modelId="{F2FB67B8-FB90-404B-99A4-7CD59585E5E2}" type="pres">
      <dgm:prSet presAssocID="{05083059-6B7F-4E70-9BA8-9581CD92EBDA}" presName="circle2" presStyleLbl="node1" presStyleIdx="1" presStyleCnt="3"/>
      <dgm:spPr/>
    </dgm:pt>
    <dgm:pt modelId="{BCB3E141-64C3-4C13-A547-5BFD37C38450}" type="pres">
      <dgm:prSet presAssocID="{05083059-6B7F-4E70-9BA8-9581CD92EBDA}" presName="c2text" presStyleLbl="node1" presStyleIdx="1" presStyleCnt="3">
        <dgm:presLayoutVars>
          <dgm:bulletEnabled val="1"/>
        </dgm:presLayoutVars>
      </dgm:prSet>
      <dgm:spPr/>
    </dgm:pt>
    <dgm:pt modelId="{177AF945-41EF-48D7-9059-AFCB573C65C6}" type="pres">
      <dgm:prSet presAssocID="{05083059-6B7F-4E70-9BA8-9581CD92EBDA}" presName="comp3" presStyleCnt="0"/>
      <dgm:spPr/>
    </dgm:pt>
    <dgm:pt modelId="{A29282E0-F306-405F-AE0E-648E4D4EFD7A}" type="pres">
      <dgm:prSet presAssocID="{05083059-6B7F-4E70-9BA8-9581CD92EBDA}" presName="circle3" presStyleLbl="node1" presStyleIdx="2" presStyleCnt="3"/>
      <dgm:spPr/>
    </dgm:pt>
    <dgm:pt modelId="{18E72C42-34B0-486A-9680-63FBBBF02B35}" type="pres">
      <dgm:prSet presAssocID="{05083059-6B7F-4E70-9BA8-9581CD92EBDA}" presName="c3text" presStyleLbl="node1" presStyleIdx="2" presStyleCnt="3">
        <dgm:presLayoutVars>
          <dgm:bulletEnabled val="1"/>
        </dgm:presLayoutVars>
      </dgm:prSet>
      <dgm:spPr/>
    </dgm:pt>
  </dgm:ptLst>
  <dgm:cxnLst>
    <dgm:cxn modelId="{65F6DC12-169F-4A16-BA5F-1219E5CAF413}" type="presOf" srcId="{3367D325-1496-47A1-8715-4233A07C3B25}" destId="{18E72C42-34B0-486A-9680-63FBBBF02B35}" srcOrd="1" destOrd="0" presId="urn:microsoft.com/office/officeart/2005/8/layout/venn2"/>
    <dgm:cxn modelId="{7F93B92C-0CDE-40DA-B0C0-53A2F37397C3}" type="presOf" srcId="{04FE8A82-3703-404D-8687-EB5B48ACE2A1}" destId="{F2FB67B8-FB90-404B-99A4-7CD59585E5E2}" srcOrd="0" destOrd="0" presId="urn:microsoft.com/office/officeart/2005/8/layout/venn2"/>
    <dgm:cxn modelId="{A601C22E-C76D-4120-9DCA-2D99674DAA9C}" srcId="{3367D325-1496-47A1-8715-4233A07C3B25}" destId="{468A903F-2EEC-4754-9D2B-A67FE9C3115D}" srcOrd="0" destOrd="0" parTransId="{29701BE9-9969-4BFA-B537-1D4717EFFCFA}" sibTransId="{75573A0E-24CE-45E3-9790-4491E7F345EF}"/>
    <dgm:cxn modelId="{D7ADE134-C693-4023-8EF5-BBF5A6E44214}" type="presOf" srcId="{468A903F-2EEC-4754-9D2B-A67FE9C3115D}" destId="{A29282E0-F306-405F-AE0E-648E4D4EFD7A}" srcOrd="0" destOrd="1" presId="urn:microsoft.com/office/officeart/2005/8/layout/venn2"/>
    <dgm:cxn modelId="{D1DAC939-E22C-45A5-8B36-73DCABCC458B}" type="presOf" srcId="{3367D325-1496-47A1-8715-4233A07C3B25}" destId="{A29282E0-F306-405F-AE0E-648E4D4EFD7A}" srcOrd="0" destOrd="0" presId="urn:microsoft.com/office/officeart/2005/8/layout/venn2"/>
    <dgm:cxn modelId="{79137C3A-3A6C-4496-A842-3C45EF5C908C}" srcId="{05083059-6B7F-4E70-9BA8-9581CD92EBDA}" destId="{04FE8A82-3703-404D-8687-EB5B48ACE2A1}" srcOrd="1" destOrd="0" parTransId="{B6E3C6E0-8625-4DCB-A391-F2F01818CA62}" sibTransId="{34C4BA84-E69E-4B3A-AA75-975CA1D6DC2E}"/>
    <dgm:cxn modelId="{7B1C3D3F-8E86-4342-B12E-F627258FE100}" type="presOf" srcId="{FC127FE1-7275-48AE-AB8D-A19983AE8068}" destId="{B3F15812-8E8A-4257-9BDA-A7B1AD1394CF}" srcOrd="1" destOrd="0" presId="urn:microsoft.com/office/officeart/2005/8/layout/venn2"/>
    <dgm:cxn modelId="{21CEB246-6ED6-4507-A637-07B40F262D79}" srcId="{05083059-6B7F-4E70-9BA8-9581CD92EBDA}" destId="{FC127FE1-7275-48AE-AB8D-A19983AE8068}" srcOrd="0" destOrd="0" parTransId="{B0315884-ACDD-4818-889D-E747E27222AF}" sibTransId="{AEB9C470-E07C-4293-8DC8-F82C4C970306}"/>
    <dgm:cxn modelId="{C70BED49-3B76-4CCC-813D-58BDF68E667C}" type="presOf" srcId="{B356C5E3-5810-49AA-8A81-3BE94FD430B7}" destId="{0C96B482-FAF1-4010-9421-FADF53FBF282}" srcOrd="0" destOrd="1" presId="urn:microsoft.com/office/officeart/2005/8/layout/venn2"/>
    <dgm:cxn modelId="{DF08797E-E0F3-49DF-B9E3-4478D03CD0FF}" type="presOf" srcId="{B356C5E3-5810-49AA-8A81-3BE94FD430B7}" destId="{B3F15812-8E8A-4257-9BDA-A7B1AD1394CF}" srcOrd="1" destOrd="1" presId="urn:microsoft.com/office/officeart/2005/8/layout/venn2"/>
    <dgm:cxn modelId="{20EA1486-78C2-4E0C-AF8C-361B81C42589}" type="presOf" srcId="{04FE8A82-3703-404D-8687-EB5B48ACE2A1}" destId="{BCB3E141-64C3-4C13-A547-5BFD37C38450}" srcOrd="1" destOrd="0" presId="urn:microsoft.com/office/officeart/2005/8/layout/venn2"/>
    <dgm:cxn modelId="{807F3D8A-27A0-4C1F-B8A1-8D20DF13AD08}" type="presOf" srcId="{468A903F-2EEC-4754-9D2B-A67FE9C3115D}" destId="{18E72C42-34B0-486A-9680-63FBBBF02B35}" srcOrd="1" destOrd="1" presId="urn:microsoft.com/office/officeart/2005/8/layout/venn2"/>
    <dgm:cxn modelId="{F19E55A8-58CF-4045-AD03-41D98A9FAB27}" srcId="{05083059-6B7F-4E70-9BA8-9581CD92EBDA}" destId="{3367D325-1496-47A1-8715-4233A07C3B25}" srcOrd="2" destOrd="0" parTransId="{BFBDE66F-A658-4252-9271-90DBE794E1B3}" sibTransId="{91E9BCB7-1E91-4E0B-A446-B480DDAF8627}"/>
    <dgm:cxn modelId="{F0A002C4-EFF1-4798-A690-E3A62ABA940C}" type="presOf" srcId="{05083059-6B7F-4E70-9BA8-9581CD92EBDA}" destId="{859762C9-3F7F-41C5-AAE6-0127E65476E7}" srcOrd="0" destOrd="0" presId="urn:microsoft.com/office/officeart/2005/8/layout/venn2"/>
    <dgm:cxn modelId="{E23FCEF5-32FC-46D0-9BA7-21582FDED4F5}" srcId="{FC127FE1-7275-48AE-AB8D-A19983AE8068}" destId="{B356C5E3-5810-49AA-8A81-3BE94FD430B7}" srcOrd="0" destOrd="0" parTransId="{2B773E6F-4B14-4D0F-B644-DBEB55FFF5E3}" sibTransId="{38F28537-234F-4E85-B0C7-332A99B56AB0}"/>
    <dgm:cxn modelId="{1162FFF8-B7D9-4E54-8CFD-FC90D59F6D23}" type="presOf" srcId="{FC127FE1-7275-48AE-AB8D-A19983AE8068}" destId="{0C96B482-FAF1-4010-9421-FADF53FBF282}" srcOrd="0" destOrd="0" presId="urn:microsoft.com/office/officeart/2005/8/layout/venn2"/>
    <dgm:cxn modelId="{E08FC705-98CA-43A7-9090-CA5B08127DEC}" type="presParOf" srcId="{859762C9-3F7F-41C5-AAE6-0127E65476E7}" destId="{5AB488C1-8727-49EE-9165-51F9CA349B63}" srcOrd="0" destOrd="0" presId="urn:microsoft.com/office/officeart/2005/8/layout/venn2"/>
    <dgm:cxn modelId="{AEFC238F-0AA4-4889-BC52-5FE6DD601817}" type="presParOf" srcId="{5AB488C1-8727-49EE-9165-51F9CA349B63}" destId="{0C96B482-FAF1-4010-9421-FADF53FBF282}" srcOrd="0" destOrd="0" presId="urn:microsoft.com/office/officeart/2005/8/layout/venn2"/>
    <dgm:cxn modelId="{9CD4513E-2E60-4CD5-96D5-D15BC8151F38}" type="presParOf" srcId="{5AB488C1-8727-49EE-9165-51F9CA349B63}" destId="{B3F15812-8E8A-4257-9BDA-A7B1AD1394CF}" srcOrd="1" destOrd="0" presId="urn:microsoft.com/office/officeart/2005/8/layout/venn2"/>
    <dgm:cxn modelId="{6551FE00-5CD5-48FD-BAF4-001C553589BA}" type="presParOf" srcId="{859762C9-3F7F-41C5-AAE6-0127E65476E7}" destId="{A561FC8B-F736-4892-AA98-D70B3FD9F185}" srcOrd="1" destOrd="0" presId="urn:microsoft.com/office/officeart/2005/8/layout/venn2"/>
    <dgm:cxn modelId="{965B2D8C-0F8F-4060-8E76-2FEFE708F86F}" type="presParOf" srcId="{A561FC8B-F736-4892-AA98-D70B3FD9F185}" destId="{F2FB67B8-FB90-404B-99A4-7CD59585E5E2}" srcOrd="0" destOrd="0" presId="urn:microsoft.com/office/officeart/2005/8/layout/venn2"/>
    <dgm:cxn modelId="{17E659D0-02F0-4EC8-ACE4-12F378E0DD9C}" type="presParOf" srcId="{A561FC8B-F736-4892-AA98-D70B3FD9F185}" destId="{BCB3E141-64C3-4C13-A547-5BFD37C38450}" srcOrd="1" destOrd="0" presId="urn:microsoft.com/office/officeart/2005/8/layout/venn2"/>
    <dgm:cxn modelId="{E649BF6E-2AF6-468F-997E-F42F95820424}" type="presParOf" srcId="{859762C9-3F7F-41C5-AAE6-0127E65476E7}" destId="{177AF945-41EF-48D7-9059-AFCB573C65C6}" srcOrd="2" destOrd="0" presId="urn:microsoft.com/office/officeart/2005/8/layout/venn2"/>
    <dgm:cxn modelId="{09411F2F-66CE-4950-9F36-42800A085BFC}" type="presParOf" srcId="{177AF945-41EF-48D7-9059-AFCB573C65C6}" destId="{A29282E0-F306-405F-AE0E-648E4D4EFD7A}" srcOrd="0" destOrd="0" presId="urn:microsoft.com/office/officeart/2005/8/layout/venn2"/>
    <dgm:cxn modelId="{B1907E93-E62D-4057-88F4-5D2E7CC54350}" type="presParOf" srcId="{177AF945-41EF-48D7-9059-AFCB573C65C6}" destId="{18E72C42-34B0-486A-9680-63FBBBF02B35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6B482-FAF1-4010-9421-FADF53FBF282}">
      <dsp:nvSpPr>
        <dsp:cNvPr id="0" name=""/>
        <dsp:cNvSpPr/>
      </dsp:nvSpPr>
      <dsp:spPr>
        <a:xfrm>
          <a:off x="1587499" y="0"/>
          <a:ext cx="5080000" cy="508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Node One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Node Two has a longer label</a:t>
          </a:r>
        </a:p>
      </dsp:txBody>
      <dsp:txXfrm>
        <a:off x="3239769" y="253999"/>
        <a:ext cx="1775460" cy="762000"/>
      </dsp:txXfrm>
    </dsp:sp>
    <dsp:sp modelId="{F2FB67B8-FB90-404B-99A4-7CD59585E5E2}">
      <dsp:nvSpPr>
        <dsp:cNvPr id="0" name=""/>
        <dsp:cNvSpPr/>
      </dsp:nvSpPr>
      <dsp:spPr>
        <a:xfrm>
          <a:off x="2222499" y="1269999"/>
          <a:ext cx="3810000" cy="381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Node Three</a:t>
          </a:r>
        </a:p>
      </dsp:txBody>
      <dsp:txXfrm>
        <a:off x="3239770" y="1508124"/>
        <a:ext cx="1775460" cy="714375"/>
      </dsp:txXfrm>
    </dsp:sp>
    <dsp:sp modelId="{A29282E0-F306-405F-AE0E-648E4D4EFD7A}">
      <dsp:nvSpPr>
        <dsp:cNvPr id="0" name=""/>
        <dsp:cNvSpPr/>
      </dsp:nvSpPr>
      <dsp:spPr>
        <a:xfrm>
          <a:off x="2857500" y="2540000"/>
          <a:ext cx="2540000" cy="2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Node Four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Node Five</a:t>
          </a:r>
        </a:p>
      </dsp:txBody>
      <dsp:txXfrm>
        <a:off x="3229474" y="3175000"/>
        <a:ext cx="1796051" cy="127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093D6-DE69-9068-9372-268130C11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3F48E5-C07F-B56C-0139-89F355AB8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8FDFA-F365-FA27-8F5E-865C79F85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E1D15-7185-A867-ACFA-EED295E8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2040C-5E24-DBA0-7614-65A7CD34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2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A2DA-DAED-60CC-4E49-3AFED542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480AE-A772-6519-0F8E-486E14206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CBFBA-368E-A9B6-7585-1F27D537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B9556-3BF9-F3D1-80E4-47A4D1CF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83E87-C4AD-7B15-CF19-E80BF56C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1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0D11-914F-62DC-2696-AEF9EA369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0F9F1-C49F-EC14-D15C-A4632D68B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FECEA-B02D-FA17-CA7F-8DF8C91E4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7DECD-A4D6-2F30-35BC-C21B7E8B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8081D-6555-3B74-2D4E-5235FCE5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80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295C-BE88-E589-FCF3-6F897EA9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E7E0-D1F5-65BC-9E18-E0121AF48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E6FAC-BDFD-2249-4EE6-6A91049B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9C72B-440C-C976-D8C0-7FD89D06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6E229-1499-8D2D-8696-8312322E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16BB6-FAA0-E429-D90A-08437AB6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8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C1B55-E32A-5174-939B-804C61F4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A15D4-9AD4-4436-8274-BD33811A9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729B2-86B0-6425-CED2-215809ABB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9FACC-9184-A915-E74D-F625E9D0D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3DC13-5656-9C62-67C8-587139092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30E5C-D80A-D705-2A75-8CB5F4A0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6985A-DC25-7DE1-BF31-1CC8B97E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23A3C1-3DE6-D3ED-FDED-B3429105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9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B86F-BB7D-C523-5BAE-6261F0A3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468D4-4DBE-74B0-A266-DB85DEB0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21210-509A-2679-D8F8-D4662837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48521-20E9-9716-B935-535B5308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9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A4AFA-1A36-F6A2-BDB2-44632B2F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3D0E6-965C-E924-AC09-D5D0ED38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4DF67-1E84-2385-B0E4-605ED4F2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5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DFACA-1768-1A3C-CFCF-DE1CD92D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395C5-33F5-6CDF-F1CB-7F77E6105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152C1-43F8-1A0E-2087-238B146B8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716BD-1411-A417-E51E-55569D531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0F64A-578D-810B-224D-DACECB29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6C2C8-8BA0-BE39-D491-B6F48FD4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5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E64F-669A-B156-49D3-7D96A38A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C37140-8ACE-597D-E4B4-088EBA481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2F038-D520-D55E-E4E8-390A7A756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70ABE-CD8A-15A8-950E-9AAFBE6C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AACBB-C7B0-9231-AA22-869DACAA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61F9C-2CC7-4AC1-3993-3A61E8D5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1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5916-6357-C9FA-9A33-5CF71AEA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727F-40A2-4908-8E5E-56FEB52F7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76592-480E-FFFD-1833-7EEFBD46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468BB-E67B-5014-6A79-5A2384B8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5CCF2-07D2-B2E9-A613-21E71B6E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6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3DC8AF-A222-B75A-2484-AE123E5B8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D5A40-444B-6027-528A-366C3763D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EC26F-C1A2-461A-C078-77A479AB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D7EB4-BC50-E66E-22D8-FD3D27570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DC0A1-3739-F55A-1542-3F590B3B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3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6DBD5-9FBF-41AA-0F8F-611AEA99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28251-1531-20A4-C7EB-F798409E2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E04FD-84D9-A7CB-9777-19F86425C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B1626-5235-4CB9-B334-E5A66703FF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BC9DB-4DE5-7673-4D1D-27090430D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517FE-5943-C261-BE98-62D8353FF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DD976-E056-4486-A87F-E12D79B88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7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E26ABEB-5B2E-9262-24BD-BBDCE93B92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411122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6501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2026-09-06T08:14:45Z</dcterms:created>
  <dcterms:modified xsi:type="dcterms:W3CDTF">2026-09-06T08:14:45Z</dcterms:modified>
</cp:coreProperties>
</file>