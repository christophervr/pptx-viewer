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7202F-1D88-494E-A6EC-FA134337557C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7112A30-9A87-4B95-9A85-D86C71BB6754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E44209CC-3CD7-4E59-A239-212C9FD3DA18}" type="parTrans" cxnId="{8EB22926-3938-4EBE-8AEF-73A6009DD389}">
      <dgm:prSet/>
      <dgm:spPr/>
    </dgm:pt>
    <dgm:pt modelId="{3AD6EC72-35BC-4889-B9D9-D00B732FE79B}" type="sibTrans" cxnId="{8EB22926-3938-4EBE-8AEF-73A6009DD389}">
      <dgm:prSet/>
      <dgm:spPr/>
    </dgm:pt>
    <dgm:pt modelId="{8859D2A6-ED1A-45CF-933F-7B0FBE182E7A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A0E08574-78AB-458A-87EC-3D39B720D32F}" type="parTrans" cxnId="{477BE5BD-1331-4DE1-A14B-386D71D173D1}">
      <dgm:prSet/>
      <dgm:spPr/>
    </dgm:pt>
    <dgm:pt modelId="{27CDF33C-65EF-42EA-8472-070AAF83250E}" type="sibTrans" cxnId="{477BE5BD-1331-4DE1-A14B-386D71D173D1}">
      <dgm:prSet/>
      <dgm:spPr/>
    </dgm:pt>
    <dgm:pt modelId="{0145D05F-D39B-4293-8DB5-776BFC77B97A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C836B09-2357-4A0C-A8AF-B4F58683FEA7}" type="parTrans" cxnId="{26E2D48C-A902-40C3-948D-83A9648AF9B9}">
      <dgm:prSet/>
      <dgm:spPr/>
    </dgm:pt>
    <dgm:pt modelId="{8F92FAEC-A8D1-49B6-B103-E5B809ACF490}" type="sibTrans" cxnId="{26E2D48C-A902-40C3-948D-83A9648AF9B9}">
      <dgm:prSet/>
      <dgm:spPr/>
    </dgm:pt>
    <dgm:pt modelId="{E0C081E6-ABC2-4267-A369-C0381D8E205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A6B26420-CE13-4DE7-B4F5-CBD169256A4B}" type="parTrans" cxnId="{C4B02D5B-5FFE-4503-BC20-B057D5066A41}">
      <dgm:prSet/>
      <dgm:spPr/>
    </dgm:pt>
    <dgm:pt modelId="{3A99FEDA-CFE3-472F-A0FF-A0995EBE911B}" type="sibTrans" cxnId="{C4B02D5B-5FFE-4503-BC20-B057D5066A41}">
      <dgm:prSet/>
      <dgm:spPr/>
    </dgm:pt>
    <dgm:pt modelId="{0C9337F8-FFF7-4421-8B04-CC7B8F515F9C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7C805608-280D-4D8A-9DF4-6517B9E129B2}" type="parTrans" cxnId="{63FDEC12-7CB5-4E34-9379-0192A56A01EF}">
      <dgm:prSet/>
      <dgm:spPr/>
    </dgm:pt>
    <dgm:pt modelId="{633F4E81-9031-41C2-BBAE-3A346AEF9A1A}" type="sibTrans" cxnId="{63FDEC12-7CB5-4E34-9379-0192A56A01EF}">
      <dgm:prSet/>
      <dgm:spPr/>
    </dgm:pt>
    <dgm:pt modelId="{EC466868-3A44-423C-9E76-1FA1BD2BDBB3}" type="pres">
      <dgm:prSet presAssocID="{6057202F-1D88-494E-A6EC-FA134337557C}" presName="Name0" presStyleCnt="0">
        <dgm:presLayoutVars>
          <dgm:dir/>
          <dgm:animLvl val="lvl"/>
          <dgm:resizeHandles val="exact"/>
        </dgm:presLayoutVars>
      </dgm:prSet>
      <dgm:spPr/>
    </dgm:pt>
    <dgm:pt modelId="{FD112942-F28B-4502-8CEF-F67E88C89D87}" type="pres">
      <dgm:prSet presAssocID="{E0C081E6-ABC2-4267-A369-C0381D8E2056}" presName="boxAndChildren" presStyleCnt="0"/>
      <dgm:spPr/>
    </dgm:pt>
    <dgm:pt modelId="{5D31B5AC-A5C0-4821-B864-84E34778CFD3}" type="pres">
      <dgm:prSet presAssocID="{E0C081E6-ABC2-4267-A369-C0381D8E2056}" presName="parentTextBox" presStyleLbl="node1" presStyleIdx="0" presStyleCnt="3"/>
      <dgm:spPr/>
    </dgm:pt>
    <dgm:pt modelId="{3B0ABA8D-F94C-4C23-9FC9-D92C6F139FF5}" type="pres">
      <dgm:prSet presAssocID="{E0C081E6-ABC2-4267-A369-C0381D8E2056}" presName="entireBox" presStyleLbl="node1" presStyleIdx="0" presStyleCnt="3"/>
      <dgm:spPr/>
    </dgm:pt>
    <dgm:pt modelId="{00386606-CD8D-4C3F-83B1-8E1967A16C8C}" type="pres">
      <dgm:prSet presAssocID="{E0C081E6-ABC2-4267-A369-C0381D8E2056}" presName="descendantBox" presStyleCnt="0"/>
      <dgm:spPr/>
    </dgm:pt>
    <dgm:pt modelId="{38B01DF4-DA4B-4139-BF75-E0272F8AC6EA}" type="pres">
      <dgm:prSet presAssocID="{0C9337F8-FFF7-4421-8B04-CC7B8F515F9C}" presName="childTextBox" presStyleLbl="fgAccFollowNode1" presStyleIdx="0" presStyleCnt="2">
        <dgm:presLayoutVars>
          <dgm:bulletEnabled val="1"/>
        </dgm:presLayoutVars>
      </dgm:prSet>
      <dgm:spPr/>
    </dgm:pt>
    <dgm:pt modelId="{DBA14527-B7C3-45CA-8CDA-78AB143FC439}" type="pres">
      <dgm:prSet presAssocID="{8F92FAEC-A8D1-49B6-B103-E5B809ACF490}" presName="sp" presStyleCnt="0"/>
      <dgm:spPr/>
    </dgm:pt>
    <dgm:pt modelId="{0112FB16-366F-4D17-8582-30BEEC4D6DA3}" type="pres">
      <dgm:prSet presAssocID="{0145D05F-D39B-4293-8DB5-776BFC77B97A}" presName="arrowAndChildren" presStyleCnt="0"/>
      <dgm:spPr/>
    </dgm:pt>
    <dgm:pt modelId="{B26B413A-FFD1-4F2A-935D-47FC175E84FD}" type="pres">
      <dgm:prSet presAssocID="{0145D05F-D39B-4293-8DB5-776BFC77B97A}" presName="parentTextArrow" presStyleLbl="node1" presStyleIdx="1" presStyleCnt="3"/>
      <dgm:spPr/>
    </dgm:pt>
    <dgm:pt modelId="{C2AD8B59-4B5A-42CC-9D4B-915A2159EE54}" type="pres">
      <dgm:prSet presAssocID="{3AD6EC72-35BC-4889-B9D9-D00B732FE79B}" presName="sp" presStyleCnt="0"/>
      <dgm:spPr/>
    </dgm:pt>
    <dgm:pt modelId="{3FD6C7A5-2359-4365-ABF3-35EF3B49A6CA}" type="pres">
      <dgm:prSet presAssocID="{67112A30-9A87-4B95-9A85-D86C71BB6754}" presName="arrowAndChildren" presStyleCnt="0"/>
      <dgm:spPr/>
    </dgm:pt>
    <dgm:pt modelId="{B5D384C6-8AD9-443E-97BE-A8740985C62A}" type="pres">
      <dgm:prSet presAssocID="{67112A30-9A87-4B95-9A85-D86C71BB6754}" presName="parentTextArrow" presStyleLbl="node1" presStyleIdx="1" presStyleCnt="3"/>
      <dgm:spPr/>
    </dgm:pt>
    <dgm:pt modelId="{C5FDF318-1EE3-4B9C-8F17-1516BBC2B067}" type="pres">
      <dgm:prSet presAssocID="{67112A30-9A87-4B95-9A85-D86C71BB6754}" presName="arrow" presStyleLbl="node1" presStyleIdx="2" presStyleCnt="3"/>
      <dgm:spPr/>
    </dgm:pt>
    <dgm:pt modelId="{C11A420B-59F8-4598-9C6F-38EC4772B69A}" type="pres">
      <dgm:prSet presAssocID="{67112A30-9A87-4B95-9A85-D86C71BB6754}" presName="descendantArrow" presStyleCnt="0"/>
      <dgm:spPr/>
    </dgm:pt>
    <dgm:pt modelId="{55FF0E8D-C26B-416C-9F73-CCC33DEEA95D}" type="pres">
      <dgm:prSet presAssocID="{8859D2A6-ED1A-45CF-933F-7B0FBE182E7A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63FDEC12-7CB5-4E34-9379-0192A56A01EF}" srcId="{E0C081E6-ABC2-4267-A369-C0381D8E2056}" destId="{0C9337F8-FFF7-4421-8B04-CC7B8F515F9C}" srcOrd="0" destOrd="0" parTransId="{7C805608-280D-4D8A-9DF4-6517B9E129B2}" sibTransId="{633F4E81-9031-41C2-BBAE-3A346AEF9A1A}"/>
    <dgm:cxn modelId="{8EB22926-3938-4EBE-8AEF-73A6009DD389}" srcId="{6057202F-1D88-494E-A6EC-FA134337557C}" destId="{67112A30-9A87-4B95-9A85-D86C71BB6754}" srcOrd="0" destOrd="0" parTransId="{E44209CC-3CD7-4E59-A239-212C9FD3DA18}" sibTransId="{3AD6EC72-35BC-4889-B9D9-D00B732FE79B}"/>
    <dgm:cxn modelId="{EF48FC3E-1C97-4F50-87D1-74CE3D629151}" type="presOf" srcId="{E0C081E6-ABC2-4267-A369-C0381D8E2056}" destId="{5D31B5AC-A5C0-4821-B864-84E34778CFD3}" srcOrd="0" destOrd="0" presId="urn:microsoft.com/office/officeart/2005/8/layout/process4"/>
    <dgm:cxn modelId="{C4B02D5B-5FFE-4503-BC20-B057D5066A41}" srcId="{6057202F-1D88-494E-A6EC-FA134337557C}" destId="{E0C081E6-ABC2-4267-A369-C0381D8E2056}" srcOrd="2" destOrd="0" parTransId="{A6B26420-CE13-4DE7-B4F5-CBD169256A4B}" sibTransId="{3A99FEDA-CFE3-472F-A0FF-A0995EBE911B}"/>
    <dgm:cxn modelId="{26E2D48C-A902-40C3-948D-83A9648AF9B9}" srcId="{6057202F-1D88-494E-A6EC-FA134337557C}" destId="{0145D05F-D39B-4293-8DB5-776BFC77B97A}" srcOrd="1" destOrd="0" parTransId="{3C836B09-2357-4A0C-A8AF-B4F58683FEA7}" sibTransId="{8F92FAEC-A8D1-49B6-B103-E5B809ACF490}"/>
    <dgm:cxn modelId="{1B4E1298-6B42-4C47-B687-83DED092781A}" type="presOf" srcId="{E0C081E6-ABC2-4267-A369-C0381D8E2056}" destId="{3B0ABA8D-F94C-4C23-9FC9-D92C6F139FF5}" srcOrd="1" destOrd="0" presId="urn:microsoft.com/office/officeart/2005/8/layout/process4"/>
    <dgm:cxn modelId="{690B6EA6-873F-4A98-956B-2E5C6C9FD853}" type="presOf" srcId="{6057202F-1D88-494E-A6EC-FA134337557C}" destId="{EC466868-3A44-423C-9E76-1FA1BD2BDBB3}" srcOrd="0" destOrd="0" presId="urn:microsoft.com/office/officeart/2005/8/layout/process4"/>
    <dgm:cxn modelId="{EA4A33A8-5145-40D7-87E7-05A9FE9D7159}" type="presOf" srcId="{67112A30-9A87-4B95-9A85-D86C71BB6754}" destId="{C5FDF318-1EE3-4B9C-8F17-1516BBC2B067}" srcOrd="1" destOrd="0" presId="urn:microsoft.com/office/officeart/2005/8/layout/process4"/>
    <dgm:cxn modelId="{477BE5BD-1331-4DE1-A14B-386D71D173D1}" srcId="{67112A30-9A87-4B95-9A85-D86C71BB6754}" destId="{8859D2A6-ED1A-45CF-933F-7B0FBE182E7A}" srcOrd="0" destOrd="0" parTransId="{A0E08574-78AB-458A-87EC-3D39B720D32F}" sibTransId="{27CDF33C-65EF-42EA-8472-070AAF83250E}"/>
    <dgm:cxn modelId="{6E250BD6-C491-4269-8427-F85B25242C42}" type="presOf" srcId="{0C9337F8-FFF7-4421-8B04-CC7B8F515F9C}" destId="{38B01DF4-DA4B-4139-BF75-E0272F8AC6EA}" srcOrd="0" destOrd="0" presId="urn:microsoft.com/office/officeart/2005/8/layout/process4"/>
    <dgm:cxn modelId="{19F2E8E3-67AB-4C7A-B969-0BADB15C6490}" type="presOf" srcId="{8859D2A6-ED1A-45CF-933F-7B0FBE182E7A}" destId="{55FF0E8D-C26B-416C-9F73-CCC33DEEA95D}" srcOrd="0" destOrd="0" presId="urn:microsoft.com/office/officeart/2005/8/layout/process4"/>
    <dgm:cxn modelId="{1BC146F2-A79B-4CED-A385-BB3D18D98DD8}" type="presOf" srcId="{67112A30-9A87-4B95-9A85-D86C71BB6754}" destId="{B5D384C6-8AD9-443E-97BE-A8740985C62A}" srcOrd="0" destOrd="0" presId="urn:microsoft.com/office/officeart/2005/8/layout/process4"/>
    <dgm:cxn modelId="{10D50BF7-1F23-4A31-9CC4-2E562897BD63}" type="presOf" srcId="{0145D05F-D39B-4293-8DB5-776BFC77B97A}" destId="{B26B413A-FFD1-4F2A-935D-47FC175E84FD}" srcOrd="0" destOrd="0" presId="urn:microsoft.com/office/officeart/2005/8/layout/process4"/>
    <dgm:cxn modelId="{AE6416DA-0AED-47C3-AB75-65DDCBD8ADF1}" type="presParOf" srcId="{EC466868-3A44-423C-9E76-1FA1BD2BDBB3}" destId="{FD112942-F28B-4502-8CEF-F67E88C89D87}" srcOrd="0" destOrd="0" presId="urn:microsoft.com/office/officeart/2005/8/layout/process4"/>
    <dgm:cxn modelId="{2C684FD8-A0C4-4709-805A-45715FC24864}" type="presParOf" srcId="{FD112942-F28B-4502-8CEF-F67E88C89D87}" destId="{5D31B5AC-A5C0-4821-B864-84E34778CFD3}" srcOrd="0" destOrd="0" presId="urn:microsoft.com/office/officeart/2005/8/layout/process4"/>
    <dgm:cxn modelId="{D34A61A0-EEF9-4804-A65B-2A165CB9FF5D}" type="presParOf" srcId="{FD112942-F28B-4502-8CEF-F67E88C89D87}" destId="{3B0ABA8D-F94C-4C23-9FC9-D92C6F139FF5}" srcOrd="1" destOrd="0" presId="urn:microsoft.com/office/officeart/2005/8/layout/process4"/>
    <dgm:cxn modelId="{DAF1A385-C051-4D87-A5F9-89827E804ADB}" type="presParOf" srcId="{FD112942-F28B-4502-8CEF-F67E88C89D87}" destId="{00386606-CD8D-4C3F-83B1-8E1967A16C8C}" srcOrd="2" destOrd="0" presId="urn:microsoft.com/office/officeart/2005/8/layout/process4"/>
    <dgm:cxn modelId="{4B19AD5E-FCC6-4747-BF9E-3A7982B6C3A8}" type="presParOf" srcId="{00386606-CD8D-4C3F-83B1-8E1967A16C8C}" destId="{38B01DF4-DA4B-4139-BF75-E0272F8AC6EA}" srcOrd="0" destOrd="0" presId="urn:microsoft.com/office/officeart/2005/8/layout/process4"/>
    <dgm:cxn modelId="{235778E1-08A0-4191-A39E-9C3E98CDE02D}" type="presParOf" srcId="{EC466868-3A44-423C-9E76-1FA1BD2BDBB3}" destId="{DBA14527-B7C3-45CA-8CDA-78AB143FC439}" srcOrd="1" destOrd="0" presId="urn:microsoft.com/office/officeart/2005/8/layout/process4"/>
    <dgm:cxn modelId="{9DC10A46-FCC2-4EA2-A10F-40896411C473}" type="presParOf" srcId="{EC466868-3A44-423C-9E76-1FA1BD2BDBB3}" destId="{0112FB16-366F-4D17-8582-30BEEC4D6DA3}" srcOrd="2" destOrd="0" presId="urn:microsoft.com/office/officeart/2005/8/layout/process4"/>
    <dgm:cxn modelId="{7BFA71AE-60D1-4562-9E7A-E81D888B416B}" type="presParOf" srcId="{0112FB16-366F-4D17-8582-30BEEC4D6DA3}" destId="{B26B413A-FFD1-4F2A-935D-47FC175E84FD}" srcOrd="0" destOrd="0" presId="urn:microsoft.com/office/officeart/2005/8/layout/process4"/>
    <dgm:cxn modelId="{4B51D037-6751-46EF-AE09-3C8520597B28}" type="presParOf" srcId="{EC466868-3A44-423C-9E76-1FA1BD2BDBB3}" destId="{C2AD8B59-4B5A-42CC-9D4B-915A2159EE54}" srcOrd="3" destOrd="0" presId="urn:microsoft.com/office/officeart/2005/8/layout/process4"/>
    <dgm:cxn modelId="{D0AD340C-F29B-4B9C-BBED-26D3D4C362C0}" type="presParOf" srcId="{EC466868-3A44-423C-9E76-1FA1BD2BDBB3}" destId="{3FD6C7A5-2359-4365-ABF3-35EF3B49A6CA}" srcOrd="4" destOrd="0" presId="urn:microsoft.com/office/officeart/2005/8/layout/process4"/>
    <dgm:cxn modelId="{32637BA4-437B-4411-AC52-556116D6386C}" type="presParOf" srcId="{3FD6C7A5-2359-4365-ABF3-35EF3B49A6CA}" destId="{B5D384C6-8AD9-443E-97BE-A8740985C62A}" srcOrd="0" destOrd="0" presId="urn:microsoft.com/office/officeart/2005/8/layout/process4"/>
    <dgm:cxn modelId="{9994E690-1875-4814-9A69-D843739FD8F1}" type="presParOf" srcId="{3FD6C7A5-2359-4365-ABF3-35EF3B49A6CA}" destId="{C5FDF318-1EE3-4B9C-8F17-1516BBC2B067}" srcOrd="1" destOrd="0" presId="urn:microsoft.com/office/officeart/2005/8/layout/process4"/>
    <dgm:cxn modelId="{68D7A48C-7047-418E-A6A1-3A163B751CAF}" type="presParOf" srcId="{3FD6C7A5-2359-4365-ABF3-35EF3B49A6CA}" destId="{C11A420B-59F8-4598-9C6F-38EC4772B69A}" srcOrd="2" destOrd="0" presId="urn:microsoft.com/office/officeart/2005/8/layout/process4"/>
    <dgm:cxn modelId="{226726DA-0620-49ED-ACD0-89F3F157945D}" type="presParOf" srcId="{C11A420B-59F8-4598-9C6F-38EC4772B69A}" destId="{55FF0E8D-C26B-416C-9F73-CCC33DEEA95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ABA8D-F94C-4C23-9FC9-D92C6F139FF5}">
      <dsp:nvSpPr>
        <dsp:cNvPr id="0" name=""/>
        <dsp:cNvSpPr/>
      </dsp:nvSpPr>
      <dsp:spPr>
        <a:xfrm>
          <a:off x="0" y="3823984"/>
          <a:ext cx="8255000" cy="12551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Four</a:t>
          </a:r>
        </a:p>
      </dsp:txBody>
      <dsp:txXfrm>
        <a:off x="0" y="3823984"/>
        <a:ext cx="8255000" cy="677763"/>
      </dsp:txXfrm>
    </dsp:sp>
    <dsp:sp modelId="{38B01DF4-DA4B-4139-BF75-E0272F8AC6EA}">
      <dsp:nvSpPr>
        <dsp:cNvPr id="0" name=""/>
        <dsp:cNvSpPr/>
      </dsp:nvSpPr>
      <dsp:spPr>
        <a:xfrm>
          <a:off x="0" y="4476645"/>
          <a:ext cx="8255000" cy="57735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43180" rIns="241808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Five</a:t>
          </a:r>
        </a:p>
      </dsp:txBody>
      <dsp:txXfrm>
        <a:off x="0" y="4476645"/>
        <a:ext cx="8255000" cy="577353"/>
      </dsp:txXfrm>
    </dsp:sp>
    <dsp:sp modelId="{B26B413A-FFD1-4F2A-935D-47FC175E84FD}">
      <dsp:nvSpPr>
        <dsp:cNvPr id="0" name=""/>
        <dsp:cNvSpPr/>
      </dsp:nvSpPr>
      <dsp:spPr>
        <a:xfrm rot="10800000">
          <a:off x="0" y="1912441"/>
          <a:ext cx="8255000" cy="193037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Three</a:t>
          </a:r>
        </a:p>
      </dsp:txBody>
      <dsp:txXfrm rot="10800000">
        <a:off x="0" y="1912441"/>
        <a:ext cx="8255000" cy="1254297"/>
      </dsp:txXfrm>
    </dsp:sp>
    <dsp:sp modelId="{C5FDF318-1EE3-4B9C-8F17-1516BBC2B067}">
      <dsp:nvSpPr>
        <dsp:cNvPr id="0" name=""/>
        <dsp:cNvSpPr/>
      </dsp:nvSpPr>
      <dsp:spPr>
        <a:xfrm rot="10800000">
          <a:off x="0" y="897"/>
          <a:ext cx="8255000" cy="1930370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Node One</a:t>
          </a:r>
        </a:p>
      </dsp:txBody>
      <dsp:txXfrm rot="-10800000">
        <a:off x="0" y="897"/>
        <a:ext cx="8255000" cy="677559"/>
      </dsp:txXfrm>
    </dsp:sp>
    <dsp:sp modelId="{55FF0E8D-C26B-416C-9F73-CCC33DEEA95D}">
      <dsp:nvSpPr>
        <dsp:cNvPr id="0" name=""/>
        <dsp:cNvSpPr/>
      </dsp:nvSpPr>
      <dsp:spPr>
        <a:xfrm>
          <a:off x="0" y="678457"/>
          <a:ext cx="8255000" cy="5771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43180" rIns="241808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Node Two has a longer label</a:t>
          </a:r>
        </a:p>
      </dsp:txBody>
      <dsp:txXfrm>
        <a:off x="0" y="678457"/>
        <a:ext cx="8255000" cy="5771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57899-E363-2276-6EA0-EEAD825A1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397BB1-90C7-FB32-9A35-AF5C7E1E3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F0490-3D71-B723-7FBF-4F0D6384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EA914-60E5-4240-337A-C7F06A417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B7D89-92FA-4413-6DE8-D50BE90F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7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FDB4-7D00-D3E1-85B2-A257B3E3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48F3E-75BD-A7D7-30D4-AD841E36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F04D-F124-EC7C-C4C8-79ED6B21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9951-0EA6-F34C-65C2-748FA0EF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619C-22BD-A3CE-940B-5C04BCB3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58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9C4B2-9D1E-C62E-9945-8EECF082A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2B3B7-2196-F161-2031-CCFF77D2C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435F-2CAC-85A3-C1BD-72818E18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A4397-8994-58A5-145E-D405E261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AB6F-373E-2880-3289-C35199E2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30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D320-0559-1857-E4A0-552906C0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191ED-5FC8-EE1B-39FC-6499EEC57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E1A909-C5DD-003A-00C7-C2A18A066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55A56-12A4-0119-69BC-C3C3D747E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2100-4C7F-203A-BC7A-2DF700D06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AE9F9-A3DE-F724-37BE-9D2AE39D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F49D7-7020-C6E2-17A1-292C1CE3C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F94F4-85A4-F5A3-E904-29BFB182E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C6121-1751-9251-6EE0-78CEC72C8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F13F9-5EAE-4C60-EC83-29A607664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6ED97-83D2-E173-AC39-C4FC433968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2F0265-8B86-88E7-EB93-012382CB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9198CC-E640-D950-0A6D-BE82D98E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E9B586-47BA-2AAE-5DD2-C34D26CC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5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1333-6FB9-9DCB-72AE-E1D3A774E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851D4-FAE5-7DF3-6FF4-533BCE545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926F1-4987-E3AF-3B6C-894F0053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8330E-510B-286E-3E47-B432D383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005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29CF6-7759-CFEB-994C-9BEF3524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3B05ED-DA7B-0A34-E7DD-6F8B4C42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61CB6-B583-1F03-5831-135D506B3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26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14456-6910-7D61-6878-5CF7CF25A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177F-7B5A-15CB-8EB1-D3485098B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277BA-CD69-5CAF-E0A6-3E55C7192C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2589D-1EDA-A23B-F018-7CD87F39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AA13F-3E12-36D1-B20B-1D998B5CA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CDA6E-D1F6-028D-4F4D-47FFF5C5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8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93790-C202-0A4D-7659-948A8AD9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65DB1-D740-607C-413F-73B60CA99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6C971-6E42-4692-2A32-451EF56BC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E7F98-C595-9D85-6830-19A755EB6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4B56CC-185C-E21E-9160-F01088E1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553BF-1CB5-6CF2-429C-0698BF84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47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81F8-035E-1835-CB1C-4C5AB22A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2F8EEF-6C1A-0A56-DC5D-7504C2BFA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C1995-809D-1911-50E2-E871BD2E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76F07-3A3E-C04D-2CC0-62710DBA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3EEE1-B881-8ED1-6318-20B48DB7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4B7BE1-8232-4852-DC7D-CF0CEDE7F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C2DE2-F13B-AB98-88C5-597C2F758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8F7E9-39B7-1494-9F63-A05ABE8B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C6E53-5E99-E6E7-A844-7E4A9BEB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84CD0-7E9E-B4B4-C6C5-750096B77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5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F935D-7614-592C-63B7-E92B2B2FF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787CC-5DA2-0D4B-D4B4-ACF7E3A65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97442-430B-8B10-93F1-A3C2707BE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4A89DA-89A4-43B8-8B59-0E949559C13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15179-2719-9512-0B5F-C0B177625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9B8FC-D5E9-5BE7-9925-36835A659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3B8D5-49C3-40B0-9B9F-637353B39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6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29C1FF7-D8DB-FE03-2749-C7EB0E33E0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3576376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92506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2026-09-06T08:13:06Z</dcterms:created>
  <dcterms:modified xsi:type="dcterms:W3CDTF">2026-09-06T08:13:06Z</dcterms:modified>
</cp:coreProperties>
</file>