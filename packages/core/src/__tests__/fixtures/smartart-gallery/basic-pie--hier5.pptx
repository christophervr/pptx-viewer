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BFAFE2E-66ED-47D3-AE06-C1FFB3648A08}" type="doc">
      <dgm:prSet loTypeId="urn:microsoft.com/office/officeart/2005/8/layout/chart3" loCatId="relationship" qsTypeId="urn:microsoft.com/office/officeart/2005/8/quickstyle/simple1" qsCatId="simple" csTypeId="urn:microsoft.com/office/officeart/2005/8/colors/accent1_2" csCatId="accent1" phldr="1"/>
      <dgm:spPr/>
    </dgm:pt>
    <dgm:pt modelId="{2EDC78E8-CE22-4C53-AC77-FF5634E445D9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8CEC41C0-E2C8-4210-8A68-D7EAD5125E28}" type="parTrans" cxnId="{35A8F58C-5E56-4BA6-AF73-35B69C25A773}">
      <dgm:prSet/>
      <dgm:spPr/>
    </dgm:pt>
    <dgm:pt modelId="{618536C9-D092-45E7-B1FD-ECE7BB2FD82A}" type="sibTrans" cxnId="{35A8F58C-5E56-4BA6-AF73-35B69C25A773}">
      <dgm:prSet/>
      <dgm:spPr/>
    </dgm:pt>
    <dgm:pt modelId="{035C3B9F-7633-4CDC-A671-6850F5987F20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C3C87975-3A3B-4F8A-BB0E-6B6072D16F3E}" type="parTrans" cxnId="{AD6F52DE-B948-4B1E-8268-C0E0306B3631}">
      <dgm:prSet/>
      <dgm:spPr/>
    </dgm:pt>
    <dgm:pt modelId="{09838486-3D2A-44DA-9A7B-D545363AEA89}" type="sibTrans" cxnId="{AD6F52DE-B948-4B1E-8268-C0E0306B3631}">
      <dgm:prSet/>
      <dgm:spPr/>
    </dgm:pt>
    <dgm:pt modelId="{8A60B225-F25B-45D2-892A-60AA2BCD44A0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AA5324AC-9E2D-4687-873A-EA4D1D02022C}" type="parTrans" cxnId="{14C7830F-7B6E-4AB0-AE1A-74FC4F36BD06}">
      <dgm:prSet/>
      <dgm:spPr/>
    </dgm:pt>
    <dgm:pt modelId="{A9C9053F-C5E3-471F-8BD7-56753FBF5E15}" type="sibTrans" cxnId="{14C7830F-7B6E-4AB0-AE1A-74FC4F36BD06}">
      <dgm:prSet/>
      <dgm:spPr/>
    </dgm:pt>
    <dgm:pt modelId="{900BACE9-E03E-454E-9FE1-FDA6A28B8AD2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23FC936D-BB9D-4467-98B9-197715C7304D}" type="parTrans" cxnId="{8F3B3E8A-7586-4F5F-8A11-9AA7109299E8}">
      <dgm:prSet/>
      <dgm:spPr/>
    </dgm:pt>
    <dgm:pt modelId="{91931805-DB92-48AC-A6F3-FDF94BB351CA}" type="sibTrans" cxnId="{8F3B3E8A-7586-4F5F-8A11-9AA7109299E8}">
      <dgm:prSet/>
      <dgm:spPr/>
    </dgm:pt>
    <dgm:pt modelId="{F40A777E-93E0-4206-87F4-053914336EF0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A52DDEB0-0D99-45C1-9C96-5291E8F75D57}" type="parTrans" cxnId="{A739AA36-0F71-4EAB-9A36-3A4FE9ECC8B9}">
      <dgm:prSet/>
      <dgm:spPr/>
    </dgm:pt>
    <dgm:pt modelId="{0D65F6D0-7D83-4EB7-A3FC-DF587D0CE309}" type="sibTrans" cxnId="{A739AA36-0F71-4EAB-9A36-3A4FE9ECC8B9}">
      <dgm:prSet/>
      <dgm:spPr/>
    </dgm:pt>
    <dgm:pt modelId="{2C9F9952-89BB-459E-A669-7F1D957CAD0B}" type="pres">
      <dgm:prSet presAssocID="{0BFAFE2E-66ED-47D3-AE06-C1FFB3648A08}" presName="compositeShape" presStyleCnt="0">
        <dgm:presLayoutVars>
          <dgm:chMax val="7"/>
          <dgm:dir/>
          <dgm:resizeHandles val="exact"/>
        </dgm:presLayoutVars>
      </dgm:prSet>
      <dgm:spPr/>
    </dgm:pt>
    <dgm:pt modelId="{F4CEA289-53A5-4D67-968C-7092CB3BD6C4}" type="pres">
      <dgm:prSet presAssocID="{0BFAFE2E-66ED-47D3-AE06-C1FFB3648A08}" presName="wedge1" presStyleLbl="node1" presStyleIdx="0" presStyleCnt="3"/>
      <dgm:spPr/>
    </dgm:pt>
    <dgm:pt modelId="{DACB9EDC-9106-42F2-8D2E-B13D5BBF3D86}" type="pres">
      <dgm:prSet presAssocID="{0BFAFE2E-66ED-47D3-AE06-C1FFB3648A08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8A564DB8-54C1-4F3B-B28C-122C34864F43}" type="pres">
      <dgm:prSet presAssocID="{0BFAFE2E-66ED-47D3-AE06-C1FFB3648A08}" presName="wedge2" presStyleLbl="node1" presStyleIdx="1" presStyleCnt="3"/>
      <dgm:spPr/>
    </dgm:pt>
    <dgm:pt modelId="{7012DB12-957C-46B1-9D25-FCCC9A289252}" type="pres">
      <dgm:prSet presAssocID="{0BFAFE2E-66ED-47D3-AE06-C1FFB3648A08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3678B232-AA1E-4B22-823A-6C44B598248E}" type="pres">
      <dgm:prSet presAssocID="{0BFAFE2E-66ED-47D3-AE06-C1FFB3648A08}" presName="wedge3" presStyleLbl="node1" presStyleIdx="2" presStyleCnt="3"/>
      <dgm:spPr/>
    </dgm:pt>
    <dgm:pt modelId="{8300FA59-3FD3-4557-B08B-285BB99885E2}" type="pres">
      <dgm:prSet presAssocID="{0BFAFE2E-66ED-47D3-AE06-C1FFB3648A08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14C7830F-7B6E-4AB0-AE1A-74FC4F36BD06}" srcId="{0BFAFE2E-66ED-47D3-AE06-C1FFB3648A08}" destId="{8A60B225-F25B-45D2-892A-60AA2BCD44A0}" srcOrd="1" destOrd="0" parTransId="{AA5324AC-9E2D-4687-873A-EA4D1D02022C}" sibTransId="{A9C9053F-C5E3-471F-8BD7-56753FBF5E15}"/>
    <dgm:cxn modelId="{DD017B15-AFEA-4B9B-9C50-AAE4A4D76AB7}" type="presOf" srcId="{0BFAFE2E-66ED-47D3-AE06-C1FFB3648A08}" destId="{2C9F9952-89BB-459E-A669-7F1D957CAD0B}" srcOrd="0" destOrd="0" presId="urn:microsoft.com/office/officeart/2005/8/layout/chart3"/>
    <dgm:cxn modelId="{C0C1F522-F689-4113-9821-FF90D70F96A7}" type="presOf" srcId="{2EDC78E8-CE22-4C53-AC77-FF5634E445D9}" destId="{DACB9EDC-9106-42F2-8D2E-B13D5BBF3D86}" srcOrd="1" destOrd="0" presId="urn:microsoft.com/office/officeart/2005/8/layout/chart3"/>
    <dgm:cxn modelId="{A739AA36-0F71-4EAB-9A36-3A4FE9ECC8B9}" srcId="{900BACE9-E03E-454E-9FE1-FDA6A28B8AD2}" destId="{F40A777E-93E0-4206-87F4-053914336EF0}" srcOrd="0" destOrd="0" parTransId="{A52DDEB0-0D99-45C1-9C96-5291E8F75D57}" sibTransId="{0D65F6D0-7D83-4EB7-A3FC-DF587D0CE309}"/>
    <dgm:cxn modelId="{31C37160-C04A-4784-B9E3-8495127686C7}" type="presOf" srcId="{8A60B225-F25B-45D2-892A-60AA2BCD44A0}" destId="{7012DB12-957C-46B1-9D25-FCCC9A289252}" srcOrd="1" destOrd="0" presId="urn:microsoft.com/office/officeart/2005/8/layout/chart3"/>
    <dgm:cxn modelId="{4CF98B4E-849D-4C26-B675-A0DB8B2AADC4}" type="presOf" srcId="{2EDC78E8-CE22-4C53-AC77-FF5634E445D9}" destId="{F4CEA289-53A5-4D67-968C-7092CB3BD6C4}" srcOrd="0" destOrd="0" presId="urn:microsoft.com/office/officeart/2005/8/layout/chart3"/>
    <dgm:cxn modelId="{07C43172-B945-42E6-8316-E96675442120}" type="presOf" srcId="{F40A777E-93E0-4206-87F4-053914336EF0}" destId="{3678B232-AA1E-4B22-823A-6C44B598248E}" srcOrd="0" destOrd="1" presId="urn:microsoft.com/office/officeart/2005/8/layout/chart3"/>
    <dgm:cxn modelId="{D327E859-CC4E-4D39-9B8B-50983E44C3F5}" type="presOf" srcId="{035C3B9F-7633-4CDC-A671-6850F5987F20}" destId="{F4CEA289-53A5-4D67-968C-7092CB3BD6C4}" srcOrd="0" destOrd="1" presId="urn:microsoft.com/office/officeart/2005/8/layout/chart3"/>
    <dgm:cxn modelId="{43FDD57C-2514-4DBF-B164-9E7C400935A9}" type="presOf" srcId="{8A60B225-F25B-45D2-892A-60AA2BCD44A0}" destId="{8A564DB8-54C1-4F3B-B28C-122C34864F43}" srcOrd="0" destOrd="0" presId="urn:microsoft.com/office/officeart/2005/8/layout/chart3"/>
    <dgm:cxn modelId="{7C55AB7D-1604-467F-BFB6-7661F7EEF832}" type="presOf" srcId="{035C3B9F-7633-4CDC-A671-6850F5987F20}" destId="{DACB9EDC-9106-42F2-8D2E-B13D5BBF3D86}" srcOrd="1" destOrd="1" presId="urn:microsoft.com/office/officeart/2005/8/layout/chart3"/>
    <dgm:cxn modelId="{8F3B3E8A-7586-4F5F-8A11-9AA7109299E8}" srcId="{0BFAFE2E-66ED-47D3-AE06-C1FFB3648A08}" destId="{900BACE9-E03E-454E-9FE1-FDA6A28B8AD2}" srcOrd="2" destOrd="0" parTransId="{23FC936D-BB9D-4467-98B9-197715C7304D}" sibTransId="{91931805-DB92-48AC-A6F3-FDF94BB351CA}"/>
    <dgm:cxn modelId="{35A8F58C-5E56-4BA6-AF73-35B69C25A773}" srcId="{0BFAFE2E-66ED-47D3-AE06-C1FFB3648A08}" destId="{2EDC78E8-CE22-4C53-AC77-FF5634E445D9}" srcOrd="0" destOrd="0" parTransId="{8CEC41C0-E2C8-4210-8A68-D7EAD5125E28}" sibTransId="{618536C9-D092-45E7-B1FD-ECE7BB2FD82A}"/>
    <dgm:cxn modelId="{903962AE-2185-45B1-B7CF-888990401DBF}" type="presOf" srcId="{900BACE9-E03E-454E-9FE1-FDA6A28B8AD2}" destId="{3678B232-AA1E-4B22-823A-6C44B598248E}" srcOrd="0" destOrd="0" presId="urn:microsoft.com/office/officeart/2005/8/layout/chart3"/>
    <dgm:cxn modelId="{7F5892B4-FAA6-41D2-AA3E-C2044DB98491}" type="presOf" srcId="{900BACE9-E03E-454E-9FE1-FDA6A28B8AD2}" destId="{8300FA59-3FD3-4557-B08B-285BB99885E2}" srcOrd="1" destOrd="0" presId="urn:microsoft.com/office/officeart/2005/8/layout/chart3"/>
    <dgm:cxn modelId="{AD6F52DE-B948-4B1E-8268-C0E0306B3631}" srcId="{2EDC78E8-CE22-4C53-AC77-FF5634E445D9}" destId="{035C3B9F-7633-4CDC-A671-6850F5987F20}" srcOrd="0" destOrd="0" parTransId="{C3C87975-3A3B-4F8A-BB0E-6B6072D16F3E}" sibTransId="{09838486-3D2A-44DA-9A7B-D545363AEA89}"/>
    <dgm:cxn modelId="{2925B9EA-FA4F-439A-9792-574F06D4CF22}" type="presOf" srcId="{F40A777E-93E0-4206-87F4-053914336EF0}" destId="{8300FA59-3FD3-4557-B08B-285BB99885E2}" srcOrd="1" destOrd="1" presId="urn:microsoft.com/office/officeart/2005/8/layout/chart3"/>
    <dgm:cxn modelId="{67BE5145-B048-48A1-A81C-B4850E58EA1A}" type="presParOf" srcId="{2C9F9952-89BB-459E-A669-7F1D957CAD0B}" destId="{F4CEA289-53A5-4D67-968C-7092CB3BD6C4}" srcOrd="0" destOrd="0" presId="urn:microsoft.com/office/officeart/2005/8/layout/chart3"/>
    <dgm:cxn modelId="{685E3871-9ED9-458E-8185-BD4CC8B71A08}" type="presParOf" srcId="{2C9F9952-89BB-459E-A669-7F1D957CAD0B}" destId="{DACB9EDC-9106-42F2-8D2E-B13D5BBF3D86}" srcOrd="1" destOrd="0" presId="urn:microsoft.com/office/officeart/2005/8/layout/chart3"/>
    <dgm:cxn modelId="{13834D5F-A94A-4BD0-9815-5360EF7836ED}" type="presParOf" srcId="{2C9F9952-89BB-459E-A669-7F1D957CAD0B}" destId="{8A564DB8-54C1-4F3B-B28C-122C34864F43}" srcOrd="2" destOrd="0" presId="urn:microsoft.com/office/officeart/2005/8/layout/chart3"/>
    <dgm:cxn modelId="{C75EC7FD-D4E9-4823-8EF2-21A565028BE2}" type="presParOf" srcId="{2C9F9952-89BB-459E-A669-7F1D957CAD0B}" destId="{7012DB12-957C-46B1-9D25-FCCC9A289252}" srcOrd="3" destOrd="0" presId="urn:microsoft.com/office/officeart/2005/8/layout/chart3"/>
    <dgm:cxn modelId="{DEED001A-345F-47B2-BFB6-E6AF931A82A3}" type="presParOf" srcId="{2C9F9952-89BB-459E-A669-7F1D957CAD0B}" destId="{3678B232-AA1E-4B22-823A-6C44B598248E}" srcOrd="4" destOrd="0" presId="urn:microsoft.com/office/officeart/2005/8/layout/chart3"/>
    <dgm:cxn modelId="{F764C115-6867-4F61-9C93-4356CF5F9AAA}" type="presParOf" srcId="{2C9F9952-89BB-459E-A669-7F1D957CAD0B}" destId="{8300FA59-3FD3-4557-B08B-285BB99885E2}" srcOrd="5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CEA289-53A5-4D67-968C-7092CB3BD6C4}">
      <dsp:nvSpPr>
        <dsp:cNvPr id="0" name=""/>
        <dsp:cNvSpPr/>
      </dsp:nvSpPr>
      <dsp:spPr>
        <a:xfrm>
          <a:off x="2103881" y="342899"/>
          <a:ext cx="4267200" cy="4267200"/>
        </a:xfrm>
        <a:prstGeom prst="pie">
          <a:avLst>
            <a:gd name="adj1" fmla="val 16200000"/>
            <a:gd name="adj2" fmla="val 18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Node One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Node Two has a longer label</a:t>
          </a:r>
        </a:p>
      </dsp:txBody>
      <dsp:txXfrm>
        <a:off x="4423918" y="1130299"/>
        <a:ext cx="1447800" cy="1422400"/>
      </dsp:txXfrm>
    </dsp:sp>
    <dsp:sp modelId="{8A564DB8-54C1-4F3B-B28C-122C34864F43}">
      <dsp:nvSpPr>
        <dsp:cNvPr id="0" name=""/>
        <dsp:cNvSpPr/>
      </dsp:nvSpPr>
      <dsp:spPr>
        <a:xfrm>
          <a:off x="1883917" y="469899"/>
          <a:ext cx="4267200" cy="4267200"/>
        </a:xfrm>
        <a:prstGeom prst="pie">
          <a:avLst>
            <a:gd name="adj1" fmla="val 1800000"/>
            <a:gd name="adj2" fmla="val 90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Node Three</a:t>
          </a:r>
        </a:p>
      </dsp:txBody>
      <dsp:txXfrm>
        <a:off x="3052317" y="3162300"/>
        <a:ext cx="1930400" cy="1320800"/>
      </dsp:txXfrm>
    </dsp:sp>
    <dsp:sp modelId="{3678B232-AA1E-4B22-823A-6C44B598248E}">
      <dsp:nvSpPr>
        <dsp:cNvPr id="0" name=""/>
        <dsp:cNvSpPr/>
      </dsp:nvSpPr>
      <dsp:spPr>
        <a:xfrm>
          <a:off x="1883917" y="469899"/>
          <a:ext cx="4267200" cy="4267200"/>
        </a:xfrm>
        <a:prstGeom prst="pie">
          <a:avLst>
            <a:gd name="adj1" fmla="val 90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Node Four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Node Five</a:t>
          </a:r>
        </a:p>
      </dsp:txBody>
      <dsp:txXfrm>
        <a:off x="2341117" y="1308099"/>
        <a:ext cx="1447800" cy="14224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25844-18DE-9E48-3913-391E99ABA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49DF5D-6DF5-EB5F-A368-00590F6EE1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DB85A-A251-FDE5-3A40-0D8358CB5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FF4B9-4792-4746-87D3-55831E0AC68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9A0DA-EBE7-FFC4-A2C3-8EBA3C642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7241F-3BF2-B91D-0185-D7B1494C2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43DB8-5FB0-4A40-85DF-9C437BFB1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257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ACCAD-BD53-E3D4-935E-EF10CCEAD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EB960-7312-0951-261E-2D6FA9E4D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681E1-415F-0491-4B8E-D1EC5A3D5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FF4B9-4792-4746-87D3-55831E0AC68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BCD47-9AB0-73D1-AB0D-B9A46C514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41CB3-AD21-65A2-A7F2-5846DC555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43DB8-5FB0-4A40-85DF-9C437BFB1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493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62C7E-CDD4-1597-6D8D-83B9F8ACC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46908-422D-ABEE-D08C-F68F4DACF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43F79-52EF-CA28-CE0B-28DB69AE6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FF4B9-4792-4746-87D3-55831E0AC68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D8591-D9C7-0918-E9A3-F972F1885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8A97C-0DF6-B2D5-679E-C813364FF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43DB8-5FB0-4A40-85DF-9C437BFB1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929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B49C0-C530-97F6-3259-922949451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1AF0D-FF21-AF5D-1AAE-A7077918B8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BCA0E1-7992-825B-0E60-5C7904683D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D516B-6395-B351-749F-DF552ABE9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FF4B9-4792-4746-87D3-55831E0AC68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60DF8D-DBA7-5D86-D2D5-53B4F5456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D44AE6-E307-5ECF-D6E0-D4C606080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43DB8-5FB0-4A40-85DF-9C437BFB1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303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6F224-727E-10FD-F013-E99741406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7B2297-F0D3-7224-C971-7455D3424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6A7B4E-8E62-F6BD-542C-E3F5782AB7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DD1B57-5384-1B0A-10D2-72708A3724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F06D13-651E-2B4B-C7D2-E7A7923BE3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6D1C7C-D04D-7416-DBCD-41AB69DF7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FF4B9-4792-4746-87D3-55831E0AC68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65C192-C307-79FE-F32F-F1D744A24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B0B743-A05B-2EB3-D9B6-404BE2EFC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43DB8-5FB0-4A40-85DF-9C437BFB1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849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8204-4E44-0FD9-0568-D692354B6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D0D5C6-F9A5-E02F-DCDC-425C8567E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FF4B9-4792-4746-87D3-55831E0AC68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2EF23D-41F0-03F8-8152-7891AF6C1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63B94F-B45E-A9B8-CD7E-2D55183B3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43DB8-5FB0-4A40-85DF-9C437BFB1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17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153241-174D-5BEF-D8AA-4900A88C9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FF4B9-4792-4746-87D3-55831E0AC68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B63EEA-7561-5841-E86F-EC12A757D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8EF249-62E8-9831-9645-9F79989F6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43DB8-5FB0-4A40-85DF-9C437BFB1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779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BA104-69B4-A579-98FF-D80B65501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A633F-3875-21A5-99BD-90E2494B2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F02589-51D4-4E42-7BF5-D3D663B14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83857-6C2A-8382-9E36-DA6DD0DC3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FF4B9-4792-4746-87D3-55831E0AC68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04BBA8-6DCE-753A-C14C-A857DC8C7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7881A7-6B99-34F4-7572-7C3982421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43DB8-5FB0-4A40-85DF-9C437BFB1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031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8E669-EA96-F0AF-996A-E3D029B01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1198B2-1FA6-873E-A959-CBF662EE20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C4CEC8-1172-9909-5207-BA2DA8A08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DD20C-6294-3109-B5D9-36116F2B1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FF4B9-4792-4746-87D3-55831E0AC68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20F208-D3E3-DB0E-446E-6B9DE1565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865F5-6EE5-58DC-5B90-F71E5554D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43DB8-5FB0-4A40-85DF-9C437BFB1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750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48F85-C978-73D6-940F-7A7CF045C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D1FD91-6FFF-10D5-6005-98BB6A411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D9357-5FD1-5ADA-EE91-D8D39C4F3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FF4B9-4792-4746-87D3-55831E0AC68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F4BB8-FCCE-AC75-959D-B5CFFE670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3A48E-100C-22E0-4020-3094B2C3B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43DB8-5FB0-4A40-85DF-9C437BFB1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402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E3316D-D62C-59BF-79E1-DD2DE63C05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F5D199-5E7B-B235-6F7F-F54F5EFABE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A33E7-3980-AAAD-7F4E-F5706B31B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FF4B9-4792-4746-87D3-55831E0AC68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2D218-0DF8-B236-7FAC-CBD3CFB4A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D9130-75A1-914A-30EB-CDE1F07A3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43DB8-5FB0-4A40-85DF-9C437BFB1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724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1D7DE3-2BCE-AD3D-3FD9-6ED9E7304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25849E-8FA2-217C-760F-F7A60FC036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D485E-4211-3EE4-E83F-D5A873D137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BFF4B9-4792-4746-87D3-55831E0AC68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99704-7510-9F16-4A69-4CADBA164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D8D83-EC8B-F9D1-8BB2-0A154FC6DC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343DB8-5FB0-4A40-85DF-9C437BFB1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430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19E575F-0AE6-D7E2-9C50-AE398FDBD3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9037730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06364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2026-09-06T08:14:11Z</dcterms:created>
  <dcterms:modified xsi:type="dcterms:W3CDTF">2026-09-06T08:14:12Z</dcterms:modified>
</cp:coreProperties>
</file>