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CCA619-02F0-4F6E-A9AE-A2FD1E799C1D}" type="doc">
      <dgm:prSet loTypeId="urn:microsoft.com/office/officeart/2011/layout/ConvergingText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A17AFE-D044-40A5-8207-1EC528EA4D4B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BB500BA7-1FB9-49B2-A37B-585B0458EDC0}" type="parTrans" cxnId="{AC192DD9-BB02-44A1-BEC8-68E6843D4F24}">
      <dgm:prSet/>
      <dgm:spPr/>
    </dgm:pt>
    <dgm:pt modelId="{7907814B-6F1C-4A5A-82D5-DF6C52267147}" type="sibTrans" cxnId="{AC192DD9-BB02-44A1-BEC8-68E6843D4F24}">
      <dgm:prSet/>
      <dgm:spPr/>
    </dgm:pt>
    <dgm:pt modelId="{40E82289-16F0-43F8-AEEF-B08499CF351F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F711FE02-9411-44CD-B67D-91B1DEC53B7A}" type="parTrans" cxnId="{A75D2138-DF21-4993-AD8D-E46C6FD3E284}">
      <dgm:prSet/>
      <dgm:spPr/>
    </dgm:pt>
    <dgm:pt modelId="{C18CECB6-B397-48C5-B66B-E43EEC0A143B}" type="sibTrans" cxnId="{A75D2138-DF21-4993-AD8D-E46C6FD3E284}">
      <dgm:prSet/>
      <dgm:spPr/>
    </dgm:pt>
    <dgm:pt modelId="{74603B39-7EA0-4176-A9FC-099C9CD021E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E90BF53C-6496-4078-B3C9-426A3DDA2EF0}" type="parTrans" cxnId="{6BE9ECDD-7A12-4BB2-BD8D-8143D09BE159}">
      <dgm:prSet/>
      <dgm:spPr/>
    </dgm:pt>
    <dgm:pt modelId="{BA437F31-1ABA-419B-9FCF-6238F824E732}" type="sibTrans" cxnId="{6BE9ECDD-7A12-4BB2-BD8D-8143D09BE159}">
      <dgm:prSet/>
      <dgm:spPr/>
    </dgm:pt>
    <dgm:pt modelId="{C2D79BA6-AD4F-4F46-BB1C-2557E571FD1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4AD6231-A2FF-4E20-B6AF-6FB65F8745F6}" type="parTrans" cxnId="{04A67D02-9E47-4DCE-9720-E18375F7384D}">
      <dgm:prSet/>
      <dgm:spPr/>
    </dgm:pt>
    <dgm:pt modelId="{78C45688-223B-49B0-B72F-B7E26D254140}" type="sibTrans" cxnId="{04A67D02-9E47-4DCE-9720-E18375F7384D}">
      <dgm:prSet/>
      <dgm:spPr/>
    </dgm:pt>
    <dgm:pt modelId="{262B5098-F4F2-453B-ADB1-151FFCC00EBC}" type="pres">
      <dgm:prSet presAssocID="{E6CCA619-02F0-4F6E-A9AE-A2FD1E799C1D}" presName="Name0" presStyleCnt="0">
        <dgm:presLayoutVars>
          <dgm:chMax/>
          <dgm:chPref val="1"/>
          <dgm:dir/>
          <dgm:animOne val="branch"/>
          <dgm:animLvl val="lvl"/>
          <dgm:resizeHandles/>
        </dgm:presLayoutVars>
      </dgm:prSet>
      <dgm:spPr/>
    </dgm:pt>
    <dgm:pt modelId="{72A78000-1A2A-4995-989B-6155F9B5799F}" type="pres">
      <dgm:prSet presAssocID="{B2A17AFE-D044-40A5-8207-1EC528EA4D4B}" presName="composite" presStyleCnt="0"/>
      <dgm:spPr/>
    </dgm:pt>
    <dgm:pt modelId="{5BBD5C0D-44B0-463B-A0F1-A69FAD4C1E6C}" type="pres">
      <dgm:prSet presAssocID="{B2A17AFE-D044-40A5-8207-1EC528EA4D4B}" presName="ParentAccent1" presStyleLbl="alignNode1" presStyleIdx="0" presStyleCnt="34"/>
      <dgm:spPr/>
    </dgm:pt>
    <dgm:pt modelId="{19F3EA65-B2E8-4B8D-B643-52E866B74A39}" type="pres">
      <dgm:prSet presAssocID="{B2A17AFE-D044-40A5-8207-1EC528EA4D4B}" presName="ParentAccent2" presStyleLbl="alignNode1" presStyleIdx="1" presStyleCnt="34"/>
      <dgm:spPr/>
    </dgm:pt>
    <dgm:pt modelId="{2DDC9435-3FD7-4724-A53B-DA640F3C0198}" type="pres">
      <dgm:prSet presAssocID="{B2A17AFE-D044-40A5-8207-1EC528EA4D4B}" presName="ParentAccent3" presStyleLbl="alignNode1" presStyleIdx="2" presStyleCnt="34"/>
      <dgm:spPr/>
    </dgm:pt>
    <dgm:pt modelId="{6E1E45DA-7D5B-484E-A21F-738286458E70}" type="pres">
      <dgm:prSet presAssocID="{B2A17AFE-D044-40A5-8207-1EC528EA4D4B}" presName="ParentAccent4" presStyleLbl="alignNode1" presStyleIdx="3" presStyleCnt="34"/>
      <dgm:spPr/>
    </dgm:pt>
    <dgm:pt modelId="{F2FECAD8-995D-4354-9720-D765B60F28AC}" type="pres">
      <dgm:prSet presAssocID="{B2A17AFE-D044-40A5-8207-1EC528EA4D4B}" presName="ParentAccent5" presStyleLbl="alignNode1" presStyleIdx="4" presStyleCnt="34"/>
      <dgm:spPr/>
    </dgm:pt>
    <dgm:pt modelId="{0EEA5F25-5D58-4C10-8E53-EF5CA7D6188E}" type="pres">
      <dgm:prSet presAssocID="{B2A17AFE-D044-40A5-8207-1EC528EA4D4B}" presName="ParentAccent6" presStyleLbl="alignNode1" presStyleIdx="5" presStyleCnt="34"/>
      <dgm:spPr/>
    </dgm:pt>
    <dgm:pt modelId="{8E690A21-6A01-4203-9385-172A854EB970}" type="pres">
      <dgm:prSet presAssocID="{B2A17AFE-D044-40A5-8207-1EC528EA4D4B}" presName="ParentAccent7" presStyleLbl="alignNode1" presStyleIdx="6" presStyleCnt="34"/>
      <dgm:spPr/>
    </dgm:pt>
    <dgm:pt modelId="{2EECD693-A5F8-46F3-8D6D-6EBECB019FEB}" type="pres">
      <dgm:prSet presAssocID="{B2A17AFE-D044-40A5-8207-1EC528EA4D4B}" presName="ParentAccent8" presStyleLbl="alignNode1" presStyleIdx="7" presStyleCnt="34"/>
      <dgm:spPr/>
    </dgm:pt>
    <dgm:pt modelId="{5F617375-CF90-4321-94AA-4F16883D45C8}" type="pres">
      <dgm:prSet presAssocID="{B2A17AFE-D044-40A5-8207-1EC528EA4D4B}" presName="ParentAccent9" presStyleLbl="alignNode1" presStyleIdx="8" presStyleCnt="34"/>
      <dgm:spPr/>
    </dgm:pt>
    <dgm:pt modelId="{E3BC7539-392B-4237-BE0B-DC9397C4E038}" type="pres">
      <dgm:prSet presAssocID="{B2A17AFE-D044-40A5-8207-1EC528EA4D4B}" presName="ParentAccent10" presStyleLbl="alignNode1" presStyleIdx="9" presStyleCnt="34"/>
      <dgm:spPr/>
    </dgm:pt>
    <dgm:pt modelId="{15C9079E-E6BB-4A37-B14E-D3FEEEDAD608}" type="pres">
      <dgm:prSet presAssocID="{B2A17AFE-D044-40A5-8207-1EC528EA4D4B}" presName="Parent" presStyleLbl="alignNode1" presStyleIdx="10" presStyleCnt="34">
        <dgm:presLayoutVars>
          <dgm:chMax val="5"/>
          <dgm:chPref val="3"/>
          <dgm:bulletEnabled val="1"/>
        </dgm:presLayoutVars>
      </dgm:prSet>
      <dgm:spPr/>
    </dgm:pt>
    <dgm:pt modelId="{4FCF112D-71E2-427C-9554-D9AC0C9054A6}" type="pres">
      <dgm:prSet presAssocID="{40E82289-16F0-43F8-AEEF-B08499CF351F}" presName="Child1Accent1" presStyleLbl="alignNode1" presStyleIdx="11" presStyleCnt="34"/>
      <dgm:spPr/>
    </dgm:pt>
    <dgm:pt modelId="{24EACCC8-3620-452F-BE8D-36E11CF360F6}" type="pres">
      <dgm:prSet presAssocID="{40E82289-16F0-43F8-AEEF-B08499CF351F}" presName="Child1Accent2" presStyleLbl="alignNode1" presStyleIdx="12" presStyleCnt="34"/>
      <dgm:spPr/>
    </dgm:pt>
    <dgm:pt modelId="{ED9128FC-CD5A-41D2-87E0-B87A83BF9083}" type="pres">
      <dgm:prSet presAssocID="{40E82289-16F0-43F8-AEEF-B08499CF351F}" presName="Child1Accent3" presStyleLbl="alignNode1" presStyleIdx="13" presStyleCnt="34"/>
      <dgm:spPr/>
    </dgm:pt>
    <dgm:pt modelId="{485F7C01-441F-4FD6-9268-20D21651CADE}" type="pres">
      <dgm:prSet presAssocID="{40E82289-16F0-43F8-AEEF-B08499CF351F}" presName="Child1Accent4" presStyleLbl="alignNode1" presStyleIdx="14" presStyleCnt="34"/>
      <dgm:spPr/>
    </dgm:pt>
    <dgm:pt modelId="{BEE147FF-3624-4CEC-B4A4-6A7DAC05A63C}" type="pres">
      <dgm:prSet presAssocID="{40E82289-16F0-43F8-AEEF-B08499CF351F}" presName="Child1Accent5" presStyleLbl="alignNode1" presStyleIdx="15" presStyleCnt="34"/>
      <dgm:spPr/>
    </dgm:pt>
    <dgm:pt modelId="{C4448539-3B68-438B-B66F-E9C944899EA8}" type="pres">
      <dgm:prSet presAssocID="{40E82289-16F0-43F8-AEEF-B08499CF351F}" presName="Child1Accent6" presStyleLbl="alignNode1" presStyleIdx="16" presStyleCnt="34"/>
      <dgm:spPr/>
    </dgm:pt>
    <dgm:pt modelId="{0A772D92-9DC1-49A0-B5D7-C0579D3918A5}" type="pres">
      <dgm:prSet presAssocID="{40E82289-16F0-43F8-AEEF-B08499CF351F}" presName="Child1Accent7" presStyleLbl="alignNode1" presStyleIdx="17" presStyleCnt="34"/>
      <dgm:spPr/>
    </dgm:pt>
    <dgm:pt modelId="{46F56B3A-DDDC-495D-85D7-A1BD3BDEF90F}" type="pres">
      <dgm:prSet presAssocID="{40E82289-16F0-43F8-AEEF-B08499CF351F}" presName="Child1Accent8" presStyleLbl="alignNode1" presStyleIdx="18" presStyleCnt="34"/>
      <dgm:spPr/>
    </dgm:pt>
    <dgm:pt modelId="{C95A030E-6045-4166-91FE-569A421F19BF}" type="pres">
      <dgm:prSet presAssocID="{40E82289-16F0-43F8-AEEF-B08499CF351F}" presName="Child1Accent9" presStyleLbl="alignNode1" presStyleIdx="19" presStyleCnt="34"/>
      <dgm:spPr/>
    </dgm:pt>
    <dgm:pt modelId="{1205C125-7D4A-492D-9596-A83BFED28CC7}" type="pres">
      <dgm:prSet presAssocID="{40E82289-16F0-43F8-AEEF-B08499CF351F}" presName="Child1" presStyleLbl="revTx" presStyleIdx="0" presStyleCnt="3">
        <dgm:presLayoutVars>
          <dgm:chMax/>
          <dgm:chPref val="0"/>
          <dgm:bulletEnabled val="1"/>
        </dgm:presLayoutVars>
      </dgm:prSet>
      <dgm:spPr/>
    </dgm:pt>
    <dgm:pt modelId="{8D6F8256-287E-42CD-83CD-897367668F04}" type="pres">
      <dgm:prSet presAssocID="{74603B39-7EA0-4176-A9FC-099C9CD021E9}" presName="Child2Accent1" presStyleLbl="alignNode1" presStyleIdx="20" presStyleCnt="34"/>
      <dgm:spPr/>
    </dgm:pt>
    <dgm:pt modelId="{6950D5C0-E9B2-46CB-A2FD-4E112EDD7819}" type="pres">
      <dgm:prSet presAssocID="{74603B39-7EA0-4176-A9FC-099C9CD021E9}" presName="Child2Accent2" presStyleLbl="alignNode1" presStyleIdx="21" presStyleCnt="34"/>
      <dgm:spPr/>
    </dgm:pt>
    <dgm:pt modelId="{F5656538-A762-4C51-BBA7-51F5648EEB4C}" type="pres">
      <dgm:prSet presAssocID="{74603B39-7EA0-4176-A9FC-099C9CD021E9}" presName="Child2Accent3" presStyleLbl="alignNode1" presStyleIdx="22" presStyleCnt="34"/>
      <dgm:spPr/>
    </dgm:pt>
    <dgm:pt modelId="{42A48755-490F-47F1-AE64-91AFE75048EB}" type="pres">
      <dgm:prSet presAssocID="{74603B39-7EA0-4176-A9FC-099C9CD021E9}" presName="Child2Accent4" presStyleLbl="alignNode1" presStyleIdx="23" presStyleCnt="34"/>
      <dgm:spPr/>
    </dgm:pt>
    <dgm:pt modelId="{51309E22-CD0F-4A6B-B058-DDE1D36E1BF1}" type="pres">
      <dgm:prSet presAssocID="{74603B39-7EA0-4176-A9FC-099C9CD021E9}" presName="Child2Accent5" presStyleLbl="alignNode1" presStyleIdx="24" presStyleCnt="34"/>
      <dgm:spPr/>
    </dgm:pt>
    <dgm:pt modelId="{8CCB4783-7C26-4E80-94B6-02032CB9E6BA}" type="pres">
      <dgm:prSet presAssocID="{74603B39-7EA0-4176-A9FC-099C9CD021E9}" presName="Child2Accent6" presStyleLbl="alignNode1" presStyleIdx="25" presStyleCnt="34"/>
      <dgm:spPr/>
    </dgm:pt>
    <dgm:pt modelId="{4EF17670-6A58-44CA-AECE-30A348A42412}" type="pres">
      <dgm:prSet presAssocID="{74603B39-7EA0-4176-A9FC-099C9CD021E9}" presName="Child2Accent7" presStyleLbl="alignNode1" presStyleIdx="26" presStyleCnt="34"/>
      <dgm:spPr/>
    </dgm:pt>
    <dgm:pt modelId="{74508850-61CB-4A2A-8A49-5549421D93DD}" type="pres">
      <dgm:prSet presAssocID="{74603B39-7EA0-4176-A9FC-099C9CD021E9}" presName="Child2" presStyleLbl="revTx" presStyleIdx="1" presStyleCnt="3">
        <dgm:presLayoutVars>
          <dgm:chMax/>
          <dgm:chPref val="0"/>
          <dgm:bulletEnabled val="1"/>
        </dgm:presLayoutVars>
      </dgm:prSet>
      <dgm:spPr/>
    </dgm:pt>
    <dgm:pt modelId="{2F936015-3E71-4188-9514-A4D0E23D3DF9}" type="pres">
      <dgm:prSet presAssocID="{C2D79BA6-AD4F-4F46-BB1C-2557E571FD15}" presName="Child3Accent1" presStyleLbl="alignNode1" presStyleIdx="27" presStyleCnt="34"/>
      <dgm:spPr/>
    </dgm:pt>
    <dgm:pt modelId="{00026415-8708-4C38-B976-DBFD068CFADA}" type="pres">
      <dgm:prSet presAssocID="{C2D79BA6-AD4F-4F46-BB1C-2557E571FD15}" presName="Child3Accent2" presStyleLbl="alignNode1" presStyleIdx="28" presStyleCnt="34"/>
      <dgm:spPr/>
    </dgm:pt>
    <dgm:pt modelId="{266295CD-5A45-4817-9FBB-17ACD08E7613}" type="pres">
      <dgm:prSet presAssocID="{C2D79BA6-AD4F-4F46-BB1C-2557E571FD15}" presName="Child3Accent3" presStyleLbl="alignNode1" presStyleIdx="29" presStyleCnt="34"/>
      <dgm:spPr/>
    </dgm:pt>
    <dgm:pt modelId="{2AE8C876-4828-48AC-A738-FC1FBFEC3889}" type="pres">
      <dgm:prSet presAssocID="{C2D79BA6-AD4F-4F46-BB1C-2557E571FD15}" presName="Child3Accent4" presStyleLbl="alignNode1" presStyleIdx="30" presStyleCnt="34"/>
      <dgm:spPr/>
    </dgm:pt>
    <dgm:pt modelId="{C279CB85-2E5F-4B12-9D12-9BEEBE370667}" type="pres">
      <dgm:prSet presAssocID="{C2D79BA6-AD4F-4F46-BB1C-2557E571FD15}" presName="Child3Accent5" presStyleLbl="alignNode1" presStyleIdx="31" presStyleCnt="34"/>
      <dgm:spPr/>
    </dgm:pt>
    <dgm:pt modelId="{2C1DAA29-AA84-4EC2-940B-16505BEF05F4}" type="pres">
      <dgm:prSet presAssocID="{C2D79BA6-AD4F-4F46-BB1C-2557E571FD15}" presName="Child3Accent6" presStyleLbl="alignNode1" presStyleIdx="32" presStyleCnt="34"/>
      <dgm:spPr/>
    </dgm:pt>
    <dgm:pt modelId="{357BF475-82CB-46B1-8874-AC314584CE25}" type="pres">
      <dgm:prSet presAssocID="{C2D79BA6-AD4F-4F46-BB1C-2557E571FD15}" presName="Child3Accent7" presStyleLbl="alignNode1" presStyleIdx="33" presStyleCnt="34"/>
      <dgm:spPr/>
    </dgm:pt>
    <dgm:pt modelId="{CEAA614B-D0F6-4A33-9D85-6FAEDBF61FDF}" type="pres">
      <dgm:prSet presAssocID="{C2D79BA6-AD4F-4F46-BB1C-2557E571FD15}" presName="Child3" presStyleLbl="revTx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04A67D02-9E47-4DCE-9720-E18375F7384D}" srcId="{B2A17AFE-D044-40A5-8207-1EC528EA4D4B}" destId="{C2D79BA6-AD4F-4F46-BB1C-2557E571FD15}" srcOrd="2" destOrd="0" parTransId="{14AD6231-A2FF-4E20-B6AF-6FB65F8745F6}" sibTransId="{78C45688-223B-49B0-B72F-B7E26D254140}"/>
    <dgm:cxn modelId="{C2981F1E-8ACC-4040-8E16-86AD338CFD60}" type="presOf" srcId="{C2D79BA6-AD4F-4F46-BB1C-2557E571FD15}" destId="{CEAA614B-D0F6-4A33-9D85-6FAEDBF61FDF}" srcOrd="0" destOrd="0" presId="urn:microsoft.com/office/officeart/2011/layout/ConvergingText"/>
    <dgm:cxn modelId="{A75D2138-DF21-4993-AD8D-E46C6FD3E284}" srcId="{B2A17AFE-D044-40A5-8207-1EC528EA4D4B}" destId="{40E82289-16F0-43F8-AEEF-B08499CF351F}" srcOrd="0" destOrd="0" parTransId="{F711FE02-9411-44CD-B67D-91B1DEC53B7A}" sibTransId="{C18CECB6-B397-48C5-B66B-E43EEC0A143B}"/>
    <dgm:cxn modelId="{AFA3AD5B-6A89-49F9-8AE6-9628ECA8190A}" type="presOf" srcId="{E6CCA619-02F0-4F6E-A9AE-A2FD1E799C1D}" destId="{262B5098-F4F2-453B-ADB1-151FFCC00EBC}" srcOrd="0" destOrd="0" presId="urn:microsoft.com/office/officeart/2011/layout/ConvergingText"/>
    <dgm:cxn modelId="{5E5E2D62-09D9-4D9A-AF4B-187000AD8B02}" type="presOf" srcId="{74603B39-7EA0-4176-A9FC-099C9CD021E9}" destId="{74508850-61CB-4A2A-8A49-5549421D93DD}" srcOrd="0" destOrd="0" presId="urn:microsoft.com/office/officeart/2011/layout/ConvergingText"/>
    <dgm:cxn modelId="{5D99C4C7-EC67-41D0-AC99-1E4A9B336208}" type="presOf" srcId="{40E82289-16F0-43F8-AEEF-B08499CF351F}" destId="{1205C125-7D4A-492D-9596-A83BFED28CC7}" srcOrd="0" destOrd="0" presId="urn:microsoft.com/office/officeart/2011/layout/ConvergingText"/>
    <dgm:cxn modelId="{BCF6ECC7-932F-4448-8A25-06957763B896}" type="presOf" srcId="{B2A17AFE-D044-40A5-8207-1EC528EA4D4B}" destId="{15C9079E-E6BB-4A37-B14E-D3FEEEDAD608}" srcOrd="0" destOrd="0" presId="urn:microsoft.com/office/officeart/2011/layout/ConvergingText"/>
    <dgm:cxn modelId="{AC192DD9-BB02-44A1-BEC8-68E6843D4F24}" srcId="{E6CCA619-02F0-4F6E-A9AE-A2FD1E799C1D}" destId="{B2A17AFE-D044-40A5-8207-1EC528EA4D4B}" srcOrd="0" destOrd="0" parTransId="{BB500BA7-1FB9-49B2-A37B-585B0458EDC0}" sibTransId="{7907814B-6F1C-4A5A-82D5-DF6C52267147}"/>
    <dgm:cxn modelId="{6BE9ECDD-7A12-4BB2-BD8D-8143D09BE159}" srcId="{B2A17AFE-D044-40A5-8207-1EC528EA4D4B}" destId="{74603B39-7EA0-4176-A9FC-099C9CD021E9}" srcOrd="1" destOrd="0" parTransId="{E90BF53C-6496-4078-B3C9-426A3DDA2EF0}" sibTransId="{BA437F31-1ABA-419B-9FCF-6238F824E732}"/>
    <dgm:cxn modelId="{66E7E647-009B-47CA-B0D9-4F3F1C1763B4}" type="presParOf" srcId="{262B5098-F4F2-453B-ADB1-151FFCC00EBC}" destId="{72A78000-1A2A-4995-989B-6155F9B5799F}" srcOrd="0" destOrd="0" presId="urn:microsoft.com/office/officeart/2011/layout/ConvergingText"/>
    <dgm:cxn modelId="{D5D45330-B80D-4CA1-87C9-255C00758790}" type="presParOf" srcId="{72A78000-1A2A-4995-989B-6155F9B5799F}" destId="{5BBD5C0D-44B0-463B-A0F1-A69FAD4C1E6C}" srcOrd="0" destOrd="0" presId="urn:microsoft.com/office/officeart/2011/layout/ConvergingText"/>
    <dgm:cxn modelId="{C4B720C4-FDF7-4B30-96D2-BED447B3393C}" type="presParOf" srcId="{72A78000-1A2A-4995-989B-6155F9B5799F}" destId="{19F3EA65-B2E8-4B8D-B643-52E866B74A39}" srcOrd="1" destOrd="0" presId="urn:microsoft.com/office/officeart/2011/layout/ConvergingText"/>
    <dgm:cxn modelId="{471290BB-4C2F-4683-94AB-F76E9EC8946F}" type="presParOf" srcId="{72A78000-1A2A-4995-989B-6155F9B5799F}" destId="{2DDC9435-3FD7-4724-A53B-DA640F3C0198}" srcOrd="2" destOrd="0" presId="urn:microsoft.com/office/officeart/2011/layout/ConvergingText"/>
    <dgm:cxn modelId="{507E4B0F-9EF9-46AC-9398-3175EC37AED2}" type="presParOf" srcId="{72A78000-1A2A-4995-989B-6155F9B5799F}" destId="{6E1E45DA-7D5B-484E-A21F-738286458E70}" srcOrd="3" destOrd="0" presId="urn:microsoft.com/office/officeart/2011/layout/ConvergingText"/>
    <dgm:cxn modelId="{B068F85E-776C-49DF-BA4A-8D2004BD396E}" type="presParOf" srcId="{72A78000-1A2A-4995-989B-6155F9B5799F}" destId="{F2FECAD8-995D-4354-9720-D765B60F28AC}" srcOrd="4" destOrd="0" presId="urn:microsoft.com/office/officeart/2011/layout/ConvergingText"/>
    <dgm:cxn modelId="{DCC087C1-C90C-4141-9D89-1566AB310BD6}" type="presParOf" srcId="{72A78000-1A2A-4995-989B-6155F9B5799F}" destId="{0EEA5F25-5D58-4C10-8E53-EF5CA7D6188E}" srcOrd="5" destOrd="0" presId="urn:microsoft.com/office/officeart/2011/layout/ConvergingText"/>
    <dgm:cxn modelId="{03C74508-2ABB-4387-905E-611B61546E0B}" type="presParOf" srcId="{72A78000-1A2A-4995-989B-6155F9B5799F}" destId="{8E690A21-6A01-4203-9385-172A854EB970}" srcOrd="6" destOrd="0" presId="urn:microsoft.com/office/officeart/2011/layout/ConvergingText"/>
    <dgm:cxn modelId="{EF4497B8-8D31-4CAF-8536-5203C76E145C}" type="presParOf" srcId="{72A78000-1A2A-4995-989B-6155F9B5799F}" destId="{2EECD693-A5F8-46F3-8D6D-6EBECB019FEB}" srcOrd="7" destOrd="0" presId="urn:microsoft.com/office/officeart/2011/layout/ConvergingText"/>
    <dgm:cxn modelId="{906E6C28-8EB4-4463-9E4B-241725B2F7F2}" type="presParOf" srcId="{72A78000-1A2A-4995-989B-6155F9B5799F}" destId="{5F617375-CF90-4321-94AA-4F16883D45C8}" srcOrd="8" destOrd="0" presId="urn:microsoft.com/office/officeart/2011/layout/ConvergingText"/>
    <dgm:cxn modelId="{88601E14-9E87-4033-AD44-3E4BE419DEB3}" type="presParOf" srcId="{72A78000-1A2A-4995-989B-6155F9B5799F}" destId="{E3BC7539-392B-4237-BE0B-DC9397C4E038}" srcOrd="9" destOrd="0" presId="urn:microsoft.com/office/officeart/2011/layout/ConvergingText"/>
    <dgm:cxn modelId="{757B0AD1-3765-49C9-9E21-9563FEA21DC9}" type="presParOf" srcId="{72A78000-1A2A-4995-989B-6155F9B5799F}" destId="{15C9079E-E6BB-4A37-B14E-D3FEEEDAD608}" srcOrd="10" destOrd="0" presId="urn:microsoft.com/office/officeart/2011/layout/ConvergingText"/>
    <dgm:cxn modelId="{8C0390CE-A50C-429F-A949-D7F7F0E3741E}" type="presParOf" srcId="{72A78000-1A2A-4995-989B-6155F9B5799F}" destId="{4FCF112D-71E2-427C-9554-D9AC0C9054A6}" srcOrd="11" destOrd="0" presId="urn:microsoft.com/office/officeart/2011/layout/ConvergingText"/>
    <dgm:cxn modelId="{BBE7D238-DBCC-4B03-8C67-F52A929D2279}" type="presParOf" srcId="{72A78000-1A2A-4995-989B-6155F9B5799F}" destId="{24EACCC8-3620-452F-BE8D-36E11CF360F6}" srcOrd="12" destOrd="0" presId="urn:microsoft.com/office/officeart/2011/layout/ConvergingText"/>
    <dgm:cxn modelId="{CF5A7AAC-5C07-4CF6-AF2E-3E291FB0A7DA}" type="presParOf" srcId="{72A78000-1A2A-4995-989B-6155F9B5799F}" destId="{ED9128FC-CD5A-41D2-87E0-B87A83BF9083}" srcOrd="13" destOrd="0" presId="urn:microsoft.com/office/officeart/2011/layout/ConvergingText"/>
    <dgm:cxn modelId="{B2A65E9E-E459-48F1-8005-49CC1ED52274}" type="presParOf" srcId="{72A78000-1A2A-4995-989B-6155F9B5799F}" destId="{485F7C01-441F-4FD6-9268-20D21651CADE}" srcOrd="14" destOrd="0" presId="urn:microsoft.com/office/officeart/2011/layout/ConvergingText"/>
    <dgm:cxn modelId="{B0002E7B-6613-415E-89F7-3A01004BAE09}" type="presParOf" srcId="{72A78000-1A2A-4995-989B-6155F9B5799F}" destId="{BEE147FF-3624-4CEC-B4A4-6A7DAC05A63C}" srcOrd="15" destOrd="0" presId="urn:microsoft.com/office/officeart/2011/layout/ConvergingText"/>
    <dgm:cxn modelId="{1522969F-9B25-4981-BE75-E7719C9B4FBE}" type="presParOf" srcId="{72A78000-1A2A-4995-989B-6155F9B5799F}" destId="{C4448539-3B68-438B-B66F-E9C944899EA8}" srcOrd="16" destOrd="0" presId="urn:microsoft.com/office/officeart/2011/layout/ConvergingText"/>
    <dgm:cxn modelId="{BDF52EF5-F11A-47D2-BF98-560355F4DC34}" type="presParOf" srcId="{72A78000-1A2A-4995-989B-6155F9B5799F}" destId="{0A772D92-9DC1-49A0-B5D7-C0579D3918A5}" srcOrd="17" destOrd="0" presId="urn:microsoft.com/office/officeart/2011/layout/ConvergingText"/>
    <dgm:cxn modelId="{60F3F421-7132-448B-BAA8-03B613BD8EC8}" type="presParOf" srcId="{72A78000-1A2A-4995-989B-6155F9B5799F}" destId="{46F56B3A-DDDC-495D-85D7-A1BD3BDEF90F}" srcOrd="18" destOrd="0" presId="urn:microsoft.com/office/officeart/2011/layout/ConvergingText"/>
    <dgm:cxn modelId="{A4AD52A8-BE47-4AFB-BB7F-F48F59BCD384}" type="presParOf" srcId="{72A78000-1A2A-4995-989B-6155F9B5799F}" destId="{C95A030E-6045-4166-91FE-569A421F19BF}" srcOrd="19" destOrd="0" presId="urn:microsoft.com/office/officeart/2011/layout/ConvergingText"/>
    <dgm:cxn modelId="{083097A1-0100-4532-9A83-BAF5EF8DF1AC}" type="presParOf" srcId="{72A78000-1A2A-4995-989B-6155F9B5799F}" destId="{1205C125-7D4A-492D-9596-A83BFED28CC7}" srcOrd="20" destOrd="0" presId="urn:microsoft.com/office/officeart/2011/layout/ConvergingText"/>
    <dgm:cxn modelId="{94A4E180-B4AD-40CC-929A-B14610D9F930}" type="presParOf" srcId="{72A78000-1A2A-4995-989B-6155F9B5799F}" destId="{8D6F8256-287E-42CD-83CD-897367668F04}" srcOrd="21" destOrd="0" presId="urn:microsoft.com/office/officeart/2011/layout/ConvergingText"/>
    <dgm:cxn modelId="{E36C0C82-EC89-421B-B950-DDBDE03E2DC9}" type="presParOf" srcId="{72A78000-1A2A-4995-989B-6155F9B5799F}" destId="{6950D5C0-E9B2-46CB-A2FD-4E112EDD7819}" srcOrd="22" destOrd="0" presId="urn:microsoft.com/office/officeart/2011/layout/ConvergingText"/>
    <dgm:cxn modelId="{2E50B536-771E-4DC8-8991-90B2E6805263}" type="presParOf" srcId="{72A78000-1A2A-4995-989B-6155F9B5799F}" destId="{F5656538-A762-4C51-BBA7-51F5648EEB4C}" srcOrd="23" destOrd="0" presId="urn:microsoft.com/office/officeart/2011/layout/ConvergingText"/>
    <dgm:cxn modelId="{DF5C0885-871E-45F6-93A1-67630027DA1B}" type="presParOf" srcId="{72A78000-1A2A-4995-989B-6155F9B5799F}" destId="{42A48755-490F-47F1-AE64-91AFE75048EB}" srcOrd="24" destOrd="0" presId="urn:microsoft.com/office/officeart/2011/layout/ConvergingText"/>
    <dgm:cxn modelId="{045730CF-8615-4B6B-BF0D-2796A9031B10}" type="presParOf" srcId="{72A78000-1A2A-4995-989B-6155F9B5799F}" destId="{51309E22-CD0F-4A6B-B058-DDE1D36E1BF1}" srcOrd="25" destOrd="0" presId="urn:microsoft.com/office/officeart/2011/layout/ConvergingText"/>
    <dgm:cxn modelId="{002F42C2-7040-4C1F-A064-9C543D0F3CAB}" type="presParOf" srcId="{72A78000-1A2A-4995-989B-6155F9B5799F}" destId="{8CCB4783-7C26-4E80-94B6-02032CB9E6BA}" srcOrd="26" destOrd="0" presId="urn:microsoft.com/office/officeart/2011/layout/ConvergingText"/>
    <dgm:cxn modelId="{27E705C9-B1DF-42BA-919B-CB4501C1B840}" type="presParOf" srcId="{72A78000-1A2A-4995-989B-6155F9B5799F}" destId="{4EF17670-6A58-44CA-AECE-30A348A42412}" srcOrd="27" destOrd="0" presId="urn:microsoft.com/office/officeart/2011/layout/ConvergingText"/>
    <dgm:cxn modelId="{2ABA28F1-45AD-4076-9E8E-028758BCB7A7}" type="presParOf" srcId="{72A78000-1A2A-4995-989B-6155F9B5799F}" destId="{74508850-61CB-4A2A-8A49-5549421D93DD}" srcOrd="28" destOrd="0" presId="urn:microsoft.com/office/officeart/2011/layout/ConvergingText"/>
    <dgm:cxn modelId="{9EC78185-FBB0-4F0F-A8CD-307673410BA0}" type="presParOf" srcId="{72A78000-1A2A-4995-989B-6155F9B5799F}" destId="{2F936015-3E71-4188-9514-A4D0E23D3DF9}" srcOrd="29" destOrd="0" presId="urn:microsoft.com/office/officeart/2011/layout/ConvergingText"/>
    <dgm:cxn modelId="{080C9AB9-3F1A-48A7-86B8-FB62099C611F}" type="presParOf" srcId="{72A78000-1A2A-4995-989B-6155F9B5799F}" destId="{00026415-8708-4C38-B976-DBFD068CFADA}" srcOrd="30" destOrd="0" presId="urn:microsoft.com/office/officeart/2011/layout/ConvergingText"/>
    <dgm:cxn modelId="{8C6A440D-EF81-438F-915A-0B1F1445181B}" type="presParOf" srcId="{72A78000-1A2A-4995-989B-6155F9B5799F}" destId="{266295CD-5A45-4817-9FBB-17ACD08E7613}" srcOrd="31" destOrd="0" presId="urn:microsoft.com/office/officeart/2011/layout/ConvergingText"/>
    <dgm:cxn modelId="{747015A6-2F5A-4287-950F-21F65A510377}" type="presParOf" srcId="{72A78000-1A2A-4995-989B-6155F9B5799F}" destId="{2AE8C876-4828-48AC-A738-FC1FBFEC3889}" srcOrd="32" destOrd="0" presId="urn:microsoft.com/office/officeart/2011/layout/ConvergingText"/>
    <dgm:cxn modelId="{6BFCF5ED-F9AD-445E-9DCA-66D288E0050A}" type="presParOf" srcId="{72A78000-1A2A-4995-989B-6155F9B5799F}" destId="{C279CB85-2E5F-4B12-9D12-9BEEBE370667}" srcOrd="33" destOrd="0" presId="urn:microsoft.com/office/officeart/2011/layout/ConvergingText"/>
    <dgm:cxn modelId="{DFA8E7EA-CB83-4C49-96E0-4315C19427AC}" type="presParOf" srcId="{72A78000-1A2A-4995-989B-6155F9B5799F}" destId="{2C1DAA29-AA84-4EC2-940B-16505BEF05F4}" srcOrd="34" destOrd="0" presId="urn:microsoft.com/office/officeart/2011/layout/ConvergingText"/>
    <dgm:cxn modelId="{E849A065-4C83-4FD0-B6A5-D8D4C870AB63}" type="presParOf" srcId="{72A78000-1A2A-4995-989B-6155F9B5799F}" destId="{357BF475-82CB-46B1-8874-AC314584CE25}" srcOrd="35" destOrd="0" presId="urn:microsoft.com/office/officeart/2011/layout/ConvergingText"/>
    <dgm:cxn modelId="{BD289F2D-1B0F-4E9A-A540-CCEE660316BD}" type="presParOf" srcId="{72A78000-1A2A-4995-989B-6155F9B5799F}" destId="{CEAA614B-D0F6-4A33-9D85-6FAEDBF61FDF}" srcOrd="36" destOrd="0" presId="urn:microsoft.com/office/officeart/2011/layout/Converging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BD5C0D-44B0-463B-A0F1-A69FAD4C1E6C}">
      <dsp:nvSpPr>
        <dsp:cNvPr id="0" name=""/>
        <dsp:cNvSpPr/>
      </dsp:nvSpPr>
      <dsp:spPr>
        <a:xfrm>
          <a:off x="8018081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3EA65-B2E8-4B8D-B643-52E866B74A39}">
      <dsp:nvSpPr>
        <dsp:cNvPr id="0" name=""/>
        <dsp:cNvSpPr/>
      </dsp:nvSpPr>
      <dsp:spPr>
        <a:xfrm>
          <a:off x="7583868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C9435-3FD7-4724-A53B-DA640F3C0198}">
      <dsp:nvSpPr>
        <dsp:cNvPr id="0" name=""/>
        <dsp:cNvSpPr/>
      </dsp:nvSpPr>
      <dsp:spPr>
        <a:xfrm>
          <a:off x="7149655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E45DA-7D5B-484E-A21F-738286458E70}">
      <dsp:nvSpPr>
        <dsp:cNvPr id="0" name=""/>
        <dsp:cNvSpPr/>
      </dsp:nvSpPr>
      <dsp:spPr>
        <a:xfrm>
          <a:off x="6716268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ECAD8-995D-4354-9720-D765B60F28AC}">
      <dsp:nvSpPr>
        <dsp:cNvPr id="0" name=""/>
        <dsp:cNvSpPr/>
      </dsp:nvSpPr>
      <dsp:spPr>
        <a:xfrm>
          <a:off x="6282055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A5F25-5D58-4C10-8E53-EF5CA7D6188E}">
      <dsp:nvSpPr>
        <dsp:cNvPr id="0" name=""/>
        <dsp:cNvSpPr/>
      </dsp:nvSpPr>
      <dsp:spPr>
        <a:xfrm>
          <a:off x="5610923" y="2620660"/>
          <a:ext cx="473837" cy="4742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90A21-6A01-4203-9385-172A854EB970}">
      <dsp:nvSpPr>
        <dsp:cNvPr id="0" name=""/>
        <dsp:cNvSpPr/>
      </dsp:nvSpPr>
      <dsp:spPr>
        <a:xfrm>
          <a:off x="7631747" y="2249701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CD693-A5F8-46F3-8D6D-6EBECB019FEB}">
      <dsp:nvSpPr>
        <dsp:cNvPr id="0" name=""/>
        <dsp:cNvSpPr/>
      </dsp:nvSpPr>
      <dsp:spPr>
        <a:xfrm>
          <a:off x="7631747" y="3232040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17375-CF90-4321-94AA-4F16883D45C8}">
      <dsp:nvSpPr>
        <dsp:cNvPr id="0" name=""/>
        <dsp:cNvSpPr/>
      </dsp:nvSpPr>
      <dsp:spPr>
        <a:xfrm>
          <a:off x="7843075" y="246245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C7539-392B-4237-BE0B-DC9397C4E038}">
      <dsp:nvSpPr>
        <dsp:cNvPr id="0" name=""/>
        <dsp:cNvSpPr/>
      </dsp:nvSpPr>
      <dsp:spPr>
        <a:xfrm>
          <a:off x="7857109" y="3020453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9079E-E6BB-4A37-B14E-D3FEEEDAD608}">
      <dsp:nvSpPr>
        <dsp:cNvPr id="0" name=""/>
        <dsp:cNvSpPr/>
      </dsp:nvSpPr>
      <dsp:spPr>
        <a:xfrm>
          <a:off x="3015551" y="1658193"/>
          <a:ext cx="2398903" cy="2399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Alpha</a:t>
          </a:r>
        </a:p>
      </dsp:txBody>
      <dsp:txXfrm>
        <a:off x="3366862" y="2009541"/>
        <a:ext cx="1696281" cy="1696455"/>
      </dsp:txXfrm>
    </dsp:sp>
    <dsp:sp modelId="{4FCF112D-71E2-427C-9554-D9AC0C9054A6}">
      <dsp:nvSpPr>
        <dsp:cNvPr id="0" name=""/>
        <dsp:cNvSpPr/>
      </dsp:nvSpPr>
      <dsp:spPr>
        <a:xfrm>
          <a:off x="2836418" y="1453231"/>
          <a:ext cx="473837" cy="4742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ACCC8-3620-452F-BE8D-36E11CF360F6}">
      <dsp:nvSpPr>
        <dsp:cNvPr id="0" name=""/>
        <dsp:cNvSpPr/>
      </dsp:nvSpPr>
      <dsp:spPr>
        <a:xfrm>
          <a:off x="2532634" y="120306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128FC-CD5A-41D2-87E0-B87A83BF9083}">
      <dsp:nvSpPr>
        <dsp:cNvPr id="0" name=""/>
        <dsp:cNvSpPr/>
      </dsp:nvSpPr>
      <dsp:spPr>
        <a:xfrm>
          <a:off x="2026602" y="120306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F7C01-441F-4FD6-9268-20D21651CADE}">
      <dsp:nvSpPr>
        <dsp:cNvPr id="0" name=""/>
        <dsp:cNvSpPr/>
      </dsp:nvSpPr>
      <dsp:spPr>
        <a:xfrm>
          <a:off x="1520571" y="120306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147FF-3624-4CEC-B4A4-6A7DAC05A63C}">
      <dsp:nvSpPr>
        <dsp:cNvPr id="0" name=""/>
        <dsp:cNvSpPr/>
      </dsp:nvSpPr>
      <dsp:spPr>
        <a:xfrm>
          <a:off x="1014539" y="120306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48539-3B68-438B-B66F-E9C944899EA8}">
      <dsp:nvSpPr>
        <dsp:cNvPr id="0" name=""/>
        <dsp:cNvSpPr/>
      </dsp:nvSpPr>
      <dsp:spPr>
        <a:xfrm>
          <a:off x="507682" y="120306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72D92-9DC1-49A0-B5D7-C0579D3918A5}">
      <dsp:nvSpPr>
        <dsp:cNvPr id="0" name=""/>
        <dsp:cNvSpPr/>
      </dsp:nvSpPr>
      <dsp:spPr>
        <a:xfrm>
          <a:off x="1651" y="120306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5C125-7D4A-492D-9596-A83BFED28CC7}">
      <dsp:nvSpPr>
        <dsp:cNvPr id="0" name=""/>
        <dsp:cNvSpPr/>
      </dsp:nvSpPr>
      <dsp:spPr>
        <a:xfrm>
          <a:off x="0" y="591687"/>
          <a:ext cx="2776982" cy="609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Beta has a noticeably longer label than the others</a:t>
          </a:r>
        </a:p>
      </dsp:txBody>
      <dsp:txXfrm>
        <a:off x="0" y="591687"/>
        <a:ext cx="2776982" cy="609432"/>
      </dsp:txXfrm>
    </dsp:sp>
    <dsp:sp modelId="{8D6F8256-287E-42CD-83CD-897367668F04}">
      <dsp:nvSpPr>
        <dsp:cNvPr id="0" name=""/>
        <dsp:cNvSpPr/>
      </dsp:nvSpPr>
      <dsp:spPr>
        <a:xfrm>
          <a:off x="2344420" y="2620660"/>
          <a:ext cx="473837" cy="4742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0D5C0-E9B2-46CB-A2FD-4E112EDD7819}">
      <dsp:nvSpPr>
        <dsp:cNvPr id="0" name=""/>
        <dsp:cNvSpPr/>
      </dsp:nvSpPr>
      <dsp:spPr>
        <a:xfrm>
          <a:off x="1875536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56538-A762-4C51-BBA7-51F5648EEB4C}">
      <dsp:nvSpPr>
        <dsp:cNvPr id="0" name=""/>
        <dsp:cNvSpPr/>
      </dsp:nvSpPr>
      <dsp:spPr>
        <a:xfrm>
          <a:off x="1407477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48755-490F-47F1-AE64-91AFE75048EB}">
      <dsp:nvSpPr>
        <dsp:cNvPr id="0" name=""/>
        <dsp:cNvSpPr/>
      </dsp:nvSpPr>
      <dsp:spPr>
        <a:xfrm>
          <a:off x="938593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09E22-CD0F-4A6B-B058-DDE1D36E1BF1}">
      <dsp:nvSpPr>
        <dsp:cNvPr id="0" name=""/>
        <dsp:cNvSpPr/>
      </dsp:nvSpPr>
      <dsp:spPr>
        <a:xfrm>
          <a:off x="470535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B4783-7C26-4E80-94B6-02032CB9E6BA}">
      <dsp:nvSpPr>
        <dsp:cNvPr id="0" name=""/>
        <dsp:cNvSpPr/>
      </dsp:nvSpPr>
      <dsp:spPr>
        <a:xfrm>
          <a:off x="1651" y="273911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08850-61CB-4A2A-8A49-5549421D93DD}">
      <dsp:nvSpPr>
        <dsp:cNvPr id="0" name=""/>
        <dsp:cNvSpPr/>
      </dsp:nvSpPr>
      <dsp:spPr>
        <a:xfrm>
          <a:off x="0" y="2132802"/>
          <a:ext cx="2100072" cy="609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Gamma</a:t>
          </a:r>
        </a:p>
      </dsp:txBody>
      <dsp:txXfrm>
        <a:off x="0" y="2132802"/>
        <a:ext cx="2100072" cy="609432"/>
      </dsp:txXfrm>
    </dsp:sp>
    <dsp:sp modelId="{2F936015-3E71-4188-9514-A4D0E23D3DF9}">
      <dsp:nvSpPr>
        <dsp:cNvPr id="0" name=""/>
        <dsp:cNvSpPr/>
      </dsp:nvSpPr>
      <dsp:spPr>
        <a:xfrm>
          <a:off x="2836418" y="3768605"/>
          <a:ext cx="473837" cy="4742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26415-8708-4C38-B976-DBFD068CFADA}">
      <dsp:nvSpPr>
        <dsp:cNvPr id="0" name=""/>
        <dsp:cNvSpPr/>
      </dsp:nvSpPr>
      <dsp:spPr>
        <a:xfrm>
          <a:off x="2532634" y="425139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295CD-5A45-4817-9FBB-17ACD08E7613}">
      <dsp:nvSpPr>
        <dsp:cNvPr id="0" name=""/>
        <dsp:cNvSpPr/>
      </dsp:nvSpPr>
      <dsp:spPr>
        <a:xfrm>
          <a:off x="2026602" y="425139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8C876-4828-48AC-A738-FC1FBFEC3889}">
      <dsp:nvSpPr>
        <dsp:cNvPr id="0" name=""/>
        <dsp:cNvSpPr/>
      </dsp:nvSpPr>
      <dsp:spPr>
        <a:xfrm>
          <a:off x="1520571" y="425139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9CB85-2E5F-4B12-9D12-9BEEBE370667}">
      <dsp:nvSpPr>
        <dsp:cNvPr id="0" name=""/>
        <dsp:cNvSpPr/>
      </dsp:nvSpPr>
      <dsp:spPr>
        <a:xfrm>
          <a:off x="1014539" y="425139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DAA29-AA84-4EC2-940B-16505BEF05F4}">
      <dsp:nvSpPr>
        <dsp:cNvPr id="0" name=""/>
        <dsp:cNvSpPr/>
      </dsp:nvSpPr>
      <dsp:spPr>
        <a:xfrm>
          <a:off x="507682" y="425139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BF475-82CB-46B1-8874-AC314584CE25}">
      <dsp:nvSpPr>
        <dsp:cNvPr id="0" name=""/>
        <dsp:cNvSpPr/>
      </dsp:nvSpPr>
      <dsp:spPr>
        <a:xfrm>
          <a:off x="1651" y="4251397"/>
          <a:ext cx="236918" cy="2369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A614B-D0F6-4A33-9D85-6FAEDBF61FDF}">
      <dsp:nvSpPr>
        <dsp:cNvPr id="0" name=""/>
        <dsp:cNvSpPr/>
      </dsp:nvSpPr>
      <dsp:spPr>
        <a:xfrm>
          <a:off x="0" y="3639627"/>
          <a:ext cx="2776982" cy="609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Node One</a:t>
          </a:r>
        </a:p>
      </dsp:txBody>
      <dsp:txXfrm>
        <a:off x="0" y="3639627"/>
        <a:ext cx="2776982" cy="609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onvergingText">
  <dgm:title val="Converging Text"/>
  <dgm:desc val="Use to show multiple steps or parts that merge into a whole. Limited to one Level 1 shape that contains text and a maximum of five Level 2 shapes."/>
  <dgm:catLst>
    <dgm:cat type="process" pri="6500"/>
    <dgm:cat type="officeonline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clrData>
  <dgm:layoutNode name="Name0">
    <dgm:varLst>
      <dgm:chMax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vertAlign" val="mid"/>
          <dgm:param type="nodeVertAlign" val="mid"/>
          <dgm:param type="horzAlign" val="ctr"/>
        </dgm:alg>
      </dgm:if>
      <dgm:else name="Name3">
        <dgm:alg type="lin">
          <dgm:param type="linDir" val="fromR"/>
          <dgm:param type="vertAlign" val="mid"/>
          <dgm:param type="nodeVertAlign" val="mid"/>
          <dgm:param type="horzAlign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Child1" op="equ" val="65"/>
      <dgm:constr type="primFontSz" for="des" forName="Child2" refType="primFontSz" refFor="des" refForName="Child1" op="equ"/>
      <dgm:constr type="primFontSz" for="des" forName="Child3" refType="primFontSz" refFor="des" refForName="Child1" op="equ"/>
      <dgm:constr type="primFontSz" for="des" forName="Child4" refType="primFontSz" refFor="des" refForName="Child1" op="equ"/>
      <dgm:constr type="primFontSz" for="des" forName="Child5" refType="primFontSz" refFor="des" refForName="Child1" op="equ"/>
      <dgm:constr type="primFontSz" for="des" forName="Child1" refType="primFontSz" refFor="des" refForName="Parent" op="lte"/>
      <dgm:constr type="primFontSz" for="des" forName="Child2" refType="primFontSz" refFor="des" refForName="Parent" op="lte"/>
      <dgm:constr type="primFontSz" for="des" forName="Child3" refType="primFontSz" refFor="des" refForName="Parent" op="lte"/>
      <dgm:constr type="primFontSz" for="des" forName="Child4" refType="primFontSz" refFor="des" refForName="Parent" op="lte"/>
      <dgm:constr type="primFontSz" for="des" forName="Child5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choose name="Name4">
          <dgm:if name="Name5" func="var" arg="dir" op="equ" val="norm">
            <dgm:choose name="Name6">
              <dgm:if name="Name7" axis="ch" ptType="node" func="cnt" op="equ" val="0">
                <dgm:alg type="composite">
                  <dgm:param type="ar" val="2.1059"/>
                </dgm:alg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l" for="ch" forName="ParentAccent1" refType="w" fact="0.9531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l" for="ch" forName="ParentAccent2" refType="w" fact="0.8734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l" for="ch" forName="ParentAccent3" refType="w" fact="0.7937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l" for="ch" forName="ParentAccent4" refType="w" fact="0.714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l" for="ch" forName="ParentAccent5" refType="w" fact="0.6343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l" for="ch" forName="ParentAccent6" refType="w" fact="0.5076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l" for="ch" forName="ParentAccent7" refType="w" fact="0.8766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l" for="ch" forName="ParentAccent8" refType="w" fact="0.8766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l" for="ch" forName="ParentAccent9" refType="w" fact="0.918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l" for="ch" forName="ParentAccent10" refType="w" fact="0.9213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8" axis="ch" ptType="node" func="cnt" op="equ" val="1">
                <dgm:alg type="composite">
                  <dgm:param type="ar" val="3.4411"/>
                </dgm:alg>
                <dgm:constrLst>
                  <dgm:constr type="l" for="ch" forName="Child1Accent1" refType="w" fact="0.284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l" for="ch" forName="Child1Accent2" refType="w" fact="0.2272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l" for="ch" forName="Child1Accent3" refType="w" fact="0.170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l" for="ch" forName="Child1Accent4" refType="w" fact="0.1137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l" for="ch" forName="Child1Accent5" refType="w" fact="0.057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l" for="ch" forName="Child1Accent6" refType="w" fact="0.0002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ParentAccent1" refType="w" fact="0.9713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l" for="ch" forName="ParentAccent2" refType="w" fact="0.9187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l" for="ch" forName="ParentAccent3" refType="w" fact="0.8661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l" for="ch" forName="ParentAccent4" refType="w" fact="0.8136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l" for="ch" forName="ParentAccent5" refType="w" fact="0.761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l" for="ch" forName="ParentAccent6" refType="w" fact="0.6797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l" for="ch" forName="ParentAccent7" refType="w" fact="0.924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l" for="ch" forName="ParentAccent8" refType="w" fact="0.924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l" for="ch" forName="ParentAccent9" refType="w" fact="0.9501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l" for="ch" forName="ParentAccent10" refType="w" fact="0.9518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l" for="ch" forName="Child1" refType="w" fact="0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l" for="ch" forName="Parent" refType="w" fact="0.3653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9" axis="ch" ptType="node" func="cnt" op="equ" val="2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1" refType="w" fact="0.3436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3068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245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842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l" for="ch" forName="Child2Accent5" refType="w" fact="0.1229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l" for="ch" forName="Child2Accent6" refType="w" fact="0.061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.0002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2" refType="w" fact="0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0" axis="ch" ptType="node" func="cnt" op="equ" val="3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2Accent1" refType="w" fact="0.284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2272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170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137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2Accent5" refType="w" fact="0.057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6" refType="w" fact="0.0002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l" for="ch" forName="Child3Accent1" refType="w" fact="0.3436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l" for="ch" forName="Child3Accent2" refType="w" fact="0.3068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l" for="ch" forName="Child3Accent3" refType="w" fact="0.245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l" for="ch" forName="Child3Accent4" refType="w" fact="0.1842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l" for="ch" forName="Child3Accent5" refType="w" fact="0.1229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l" for="ch" forName="Child3Accent6" refType="w" fact="0.061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l" for="ch" forName="Child3Accent7" refType="w" fact="0.0002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3" refType="w" fact="0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l" for="ch" forName="Child2" refType="w" fact="0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1" axis="ch" ptType="node" func="cnt" op="equ" val="4">
                <dgm:alg type="composite">
                  <dgm:param type="ar" val="1.8304"/>
                </dgm:alg>
                <dgm:constrLst>
                  <dgm:constr type="l" for="ch" forName="Parent" refType="w" fact="0.3771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l" for="ch" forName="Child1Accent1" refType="w" fact="0.3904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l" for="ch" forName="Child1Accent3" refType="w" fact="0.3001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l" for="ch" forName="Child1Accent4" refType="w" fact="0.2418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l" for="ch" forName="Child1Accent5" refType="w" fact="0.183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l" for="ch" forName="Child1Accent6" refType="w" fact="0.1252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l" for="ch" forName="Child3Accent1" refType="w" fact="0.3158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l" for="ch" forName="Child3Accent2" refType="w" fact="0.2689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l" for="ch" forName="Child3Accent4" refType="w" fact="0.1614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l" for="ch" forName="Child3Accent5" refType="w" fact="0.1077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l" for="ch" forName="Child1Accent7" refType="w" fact="0.0668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l" for="ch" forName="Child3Accent6" refType="w" fact="0.0539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l" for="ch" forName="Child1Accent8" refType="w" fact="0.008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3Accent7" refType="w" fact="0.0002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l" for="ch" forName="Child4Accent1" refType="w" fact="0.3904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l" for="ch" forName="Child4Accent3" refType="w" fact="0.2998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l" for="ch" forName="Child4Accent4" refType="w" fact="0.241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l" for="ch" forName="Child4Accent5" refType="w" fact="0.1833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l" for="ch" forName="Child4Accent6" refType="w" fact="0.1251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l" for="ch" forName="Child4Accent7" refType="w" fact="0.0668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l" for="ch" forName="Child4Accent8" refType="w" fact="0.0086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l" for="ch" forName="Child2Accent1" refType="w" fact="0.3158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l" for="ch" forName="Child4Accent2" refType="w" fact="0.358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l" for="ch" forName="Child1Accent2" refType="w" fact="0.358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l" for="ch" forName="Child3Accent3" refType="w" fact="0.2151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l" for="ch" forName="Child2Accent2" refType="w" fact="0.2689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l" for="ch" forName="Child2Accent4" refType="w" fact="0.1614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l" for="ch" forName="Child2Accent5" refType="w" fact="0.1077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l" for="ch" forName="Child2Accent6" refType="w" fact="0.0539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l" for="ch" forName="Child2Accent7" refType="w" fact="0.0002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l" for="ch" forName="Child2Accent3" refType="w" fact="0.2151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l" for="ch" forName="ParentAccent1" refType="w" fact="0.9717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l" for="ch" forName="ParentAccent2" refType="w" fact="0.9199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l" for="ch" forName="ParentAccent3" refType="w" fact="0.8682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l" for="ch" forName="ParentAccent4" refType="w" fact="0.8164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l" for="ch" forName="ParentAccent5" refType="w" fact="0.7646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l" for="ch" forName="ParentAccent6" refType="w" fact="0.6846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l" for="ch" forName="ParentAccent7" refType="w" fact="0.9256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l" for="ch" forName="ParentAccent8" refType="w" fact="0.9256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l" for="ch" forName="ParentAccent9" refType="w" fact="0.9509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l" for="ch" forName="ParentAccent10" refType="w" fact="0.952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l" for="ch" forName="Child4" refType="w" fact="0.0081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l" for="ch" forName="Child3" refType="w" fact="0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l" for="ch" forName="Child2" refType="w" fact="0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l" for="ch" forName="Child1" refType="w" fact="0.0081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12">
                <dgm:alg type="composite">
                  <dgm:param type="ar" val="1.3278"/>
                </dgm:alg>
                <dgm:constrLst>
                  <dgm:constr type="l" for="ch" forName="Child2Accent1" refType="w" fact="0.3436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l" for="ch" forName="Child2Accent2" refType="w" fact="0.3068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l" for="ch" forName="Child2Accent3" refType="w" fact="0.245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l" for="ch" forName="Child2Accent4" refType="w" fact="0.1842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l" for="ch" forName="Child2Accent5" refType="w" fact="0.1229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l" for="ch" forName="Child3Accent1" refType="w" fact="0.284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l" for="ch" forName="Child3Accent2" refType="w" fact="0.2272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l" for="ch" forName="Child3Accent3" refType="w" fact="0.170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l" for="ch" forName="Child3Accent4" refType="w" fact="0.1137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l" for="ch" forName="Child2Accent6" refType="w" fact="0.061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l" for="ch" forName="Child3Accent5" refType="w" fact="0.057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l" for="ch" forName="Child2Accent7" refType="w" fact="0.0002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l" for="ch" forName="Child3Accent6" refType="w" fact="0.0002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l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l" for="ch" forName="Child4Accent1" refType="w" fact="0.3436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l" for="ch" forName="Child4Accent2" refType="w" fact="0.3068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l" for="ch" forName="Child4Accent3" refType="w" fact="0.245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l" for="ch" forName="Child4Accent4" refType="w" fact="0.1842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l" for="ch" forName="Child4Accent5" refType="w" fact="0.1229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l" for="ch" forName="Child4Accent6" refType="w" fact="0.061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l" for="ch" forName="Child4Accent7" refType="w" fact="0.0002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l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l" for="ch" forName="ParentAccent1" refType="w" fact="0.9713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l" for="ch" forName="ParentAccent2" refType="w" fact="0.9187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l" for="ch" forName="ParentAccent3" refType="w" fact="0.8661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l" for="ch" forName="ParentAccent4" refType="w" fact="0.8136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l" for="ch" forName="ParentAccent5" refType="w" fact="0.761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l" for="ch" forName="ParentAccent6" refType="w" fact="0.6797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l" for="ch" forName="ParentAccent7" refType="w" fact="0.924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l" for="ch" forName="ParentAccent8" refType="w" fact="0.924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l" for="ch" forName="ParentAccent9" refType="w" fact="0.9501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l" for="ch" forName="ParentAccent10" refType="w" fact="0.9518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l" for="ch" forName="Child1Accent1" refType="w" fact="0.4819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l" for="ch" forName="Child1Accent4" refType="w" fact="0.3653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l" for="ch" forName="Child1Accent5" refType="w" fact="0.304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l" for="ch" forName="Child1Accent6" refType="w" fact="0.2426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l" for="ch" forName="Child1Accent7" refType="w" fact="0.1813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l" for="ch" forName="Child1Accent8" refType="w" fact="0.12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l" for="ch" forName="Child1Accent9" refType="w" fact="0.0587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l" for="ch" forName="Child5Accent1" refType="w" fact="0.4819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l" for="ch" forName="Child5Accent4" refType="w" fact="0.3653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l" for="ch" forName="Child5Accent5" refType="w" fact="0.304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l" for="ch" forName="Child5Accent6" refType="w" fact="0.2426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l" for="ch" forName="Child5Accent7" refType="w" fact="0.1813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l" for="ch" forName="Child5Accent8" refType="w" fact="0.12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l" for="ch" forName="Child5Accent9" refType="w" fact="0.0587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l" for="ch" forName="Child5Accent2" refType="w" fact="0.453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l" for="ch" forName="Child5Accent3" refType="w" fact="0.4118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l" for="ch" forName="Child1Accent2" refType="w" fact="0.4458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l" for="ch" forName="Child1Accent3" refType="w" fact="0.4054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l" for="ch" forName="Child5" refType="w" fact="0.0581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l" for="ch" forName="Child4" refType="w" fact="0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l" for="ch" forName="Child3" refType="w" fact="0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l" for="ch" forName="Child2" refType="w" fact="0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l" for="ch" forName="Child1" refType="w" fact="0.0581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l" for="ch" forName="Parent" refType="w" fact="0.3653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if>
          <dgm:else name="Name13">
            <dgm:choose name="Name14">
              <dgm:if name="Name15" axis="ch" ptType="node" func="cnt" op="equ" val="0">
                <dgm:alg type="composite">
                  <dgm:param type="ar" val="2.1059"/>
                </dgm:alg>
                <dgm:constrLst>
                  <dgm:constr type="r" for="ch" forName="Parent" refType="w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r" for="ch" forName="ParentAccent1" refType="w" fact="0.0469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r" for="ch" forName="ParentAccent2" refType="w" fact="0.1266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r" for="ch" forName="ParentAccent3" refType="w" fact="0.2063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r" for="ch" forName="ParentAccent4" refType="w" fact="0.286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r" for="ch" forName="ParentAccent5" refType="w" fact="0.3657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r" for="ch" forName="ParentAccent6" refType="w" fact="0.4924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r" for="ch" forName="ParentAccent7" refType="w" fact="0.1234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r" for="ch" forName="ParentAccent8" refType="w" fact="0.1234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r" for="ch" forName="ParentAccent9" refType="w" fact="0.081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r" for="ch" forName="ParentAccent10" refType="w" fact="0.0787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16" axis="ch" ptType="node" func="cnt" op="equ" val="1">
                <dgm:alg type="composite">
                  <dgm:param type="ar" val="3.4411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r" for="ch" forName="Child1Accent1" refType="w" fact="0.716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r" for="ch" forName="Child1Accent2" refType="w" fact="0.7728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r" for="ch" forName="Child1Accent3" refType="w" fact="0.829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r" for="ch" forName="Child1Accent4" refType="w" fact="0.8863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r" for="ch" forName="Child1Accent5" refType="w" fact="0.943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r" for="ch" forName="Child1Accent6" refType="w" fact="0.9998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ParentAccent1" refType="w" fact="0.0287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r" for="ch" forName="ParentAccent2" refType="w" fact="0.0813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r" for="ch" forName="ParentAccent3" refType="w" fact="0.1339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r" for="ch" forName="ParentAccent4" refType="w" fact="0.1864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r" for="ch" forName="ParentAccent5" refType="w" fact="0.239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r" for="ch" forName="ParentAccent6" refType="w" fact="0.3203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r" for="ch" forName="ParentAccent7" refType="w" fact="0.075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r" for="ch" forName="ParentAccent8" refType="w" fact="0.075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r" for="ch" forName="ParentAccent9" refType="w" fact="0.0499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r" for="ch" forName="ParentAccent10" refType="w" fact="0.0482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r" for="ch" forName="Child1" refType="w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r" for="ch" forName="Parent" refType="w" fact="0.6347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17" axis="ch" ptType="node" func="cnt" op="equ" val="2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2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6564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6932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754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158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8771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38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.9998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2" refType="w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8" axis="ch" ptType="node" func="cnt" op="equ" val="3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r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716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7728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829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863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943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998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r" for="ch" forName="Child3Accent1" refType="w" fact="0.6564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r" for="ch" forName="Child3Accent2" refType="w" fact="0.6932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r" for="ch" forName="Child3Accent3" refType="w" fact="0.754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r" for="ch" forName="Child3Accent4" refType="w" fact="0.8158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r" for="ch" forName="Child3Accent5" refType="w" fact="0.8771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r" for="ch" forName="Child3Accent6" refType="w" fact="0.938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r" for="ch" forName="Child3Accent7" refType="w" fact="0.9998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3" refType="w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r" for="ch" forName="Child2" refType="w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9" axis="ch" ptType="node" func="cnt" op="equ" val="4">
                <dgm:alg type="composite">
                  <dgm:param type="ar" val="1.8304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r" for="ch" forName="Parent" refType="w" fact="0.6229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r" for="ch" forName="Child1Accent1" refType="w" fact="0.6096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r" for="ch" forName="Child1Accent3" refType="w" fact="0.6999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r" for="ch" forName="Child1Accent4" refType="w" fact="0.7582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r" for="ch" forName="Child1Accent5" refType="w" fact="0.816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r" for="ch" forName="Child1Accent6" refType="w" fact="0.8748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r" for="ch" forName="Child3Accent1" refType="w" fact="0.6842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r" for="ch" forName="Child3Accent2" refType="w" fact="0.7311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r" for="ch" forName="Child3Accent4" refType="w" fact="0.8386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r" for="ch" forName="Child3Accent5" refType="w" fact="0.8923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r" for="ch" forName="Child1Accent7" refType="w" fact="0.9332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r" for="ch" forName="Child3Accent6" refType="w" fact="0.9461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r" for="ch" forName="Child1Accent8" refType="w" fact="0.991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3Accent7" refType="w" fact="0.9998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r" for="ch" forName="Child4Accent1" refType="w" fact="0.6096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r" for="ch" forName="Child4Accent3" refType="w" fact="0.7002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r" for="ch" forName="Child4Accent4" refType="w" fact="0.758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r" for="ch" forName="Child4Accent5" refType="w" fact="0.8167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r" for="ch" forName="Child4Accent6" refType="w" fact="0.8749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r" for="ch" forName="Child4Accent7" refType="w" fact="0.9332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r" for="ch" forName="Child4Accent8" refType="w" fact="0.9914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r" for="ch" forName="Child2Accent1" refType="w" fact="0.6842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r" for="ch" forName="Child4Accent2" refType="w" fact="0.642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r" for="ch" forName="Child1Accent2" refType="w" fact="0.641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r" for="ch" forName="Child3Accent3" refType="w" fact="0.7849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r" for="ch" forName="Child2Accent2" refType="w" fact="0.7311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r" for="ch" forName="Child2Accent4" refType="w" fact="0.8386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r" for="ch" forName="Child2Accent5" refType="w" fact="0.8923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r" for="ch" forName="Child2Accent6" refType="w" fact="0.9461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r" for="ch" forName="Child2Accent7" refType="w" fact="0.9998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r" for="ch" forName="Child2Accent3" refType="w" fact="0.7849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r" for="ch" forName="ParentAccent1" refType="w" fact="0.0283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r" for="ch" forName="ParentAccent2" refType="w" fact="0.0801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r" for="ch" forName="ParentAccent3" refType="w" fact="0.1318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r" for="ch" forName="ParentAccent4" refType="w" fact="0.1836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r" for="ch" forName="ParentAccent5" refType="w" fact="0.2354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r" for="ch" forName="ParentAccent6" refType="w" fact="0.3154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r" for="ch" forName="ParentAccent7" refType="w" fact="0.0744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r" for="ch" forName="ParentAccent8" refType="w" fact="0.0744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r" for="ch" forName="ParentAccent9" refType="w" fact="0.0491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r" for="ch" forName="ParentAccent10" refType="w" fact="0.047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r" for="ch" forName="Child4" refType="w" fact="0.9919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r" for="ch" forName="Child3" refType="w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r" for="ch" forName="Child2" refType="w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r" for="ch" forName="Child1" refType="w" fact="0.9919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20">
                <dgm:alg type="composite">
                  <dgm:param type="ar" val="1.3278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5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primFontSz" for="des" forName="Child5" refType="primFontSz" refFor="des" refForName="Child1" op="equ"/>
                  <dgm:constr type="r" for="ch" forName="Child2Accent1" refType="w" fact="0.6564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r" for="ch" forName="Child2Accent2" refType="w" fact="0.6932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r" for="ch" forName="Child2Accent3" refType="w" fact="0.754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r" for="ch" forName="Child2Accent4" refType="w" fact="0.8158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r" for="ch" forName="Child2Accent5" refType="w" fact="0.8771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r" for="ch" forName="Child2Accent6" refType="w" fact="0.938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r" for="ch" forName="Child2Accent7" refType="w" fact="0.9998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r" for="ch" forName="Child3Accent1" refType="w" fact="0.716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r" for="ch" forName="Child3Accent2" refType="w" fact="0.7728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r" for="ch" forName="Child3Accent3" refType="w" fact="0.829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r" for="ch" forName="Child3Accent4" refType="w" fact="0.8863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r" for="ch" forName="Child3Accent5" refType="w" fact="0.943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r" for="ch" forName="Child3Accent6" refType="w" fact="0.9998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r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r" for="ch" forName="Child4Accent1" refType="w" fact="0.6564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r" for="ch" forName="Child4Accent2" refType="w" fact="0.6932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r" for="ch" forName="Child4Accent3" refType="w" fact="0.754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r" for="ch" forName="Child4Accent4" refType="w" fact="0.8158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r" for="ch" forName="Child4Accent5" refType="w" fact="0.8771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r" for="ch" forName="Child4Accent6" refType="w" fact="0.938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r" for="ch" forName="Child4Accent7" refType="w" fact="0.9998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r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r" for="ch" forName="ParentAccent1" refType="w" fact="0.0287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r" for="ch" forName="ParentAccent2" refType="w" fact="0.0813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r" for="ch" forName="ParentAccent3" refType="w" fact="0.1339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r" for="ch" forName="ParentAccent4" refType="w" fact="0.1864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r" for="ch" forName="ParentAccent5" refType="w" fact="0.239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r" for="ch" forName="ParentAccent6" refType="w" fact="0.3203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r" for="ch" forName="ParentAccent7" refType="w" fact="0.075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r" for="ch" forName="ParentAccent8" refType="w" fact="0.075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r" for="ch" forName="ParentAccent9" refType="w" fact="0.0499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r" for="ch" forName="ParentAccent10" refType="w" fact="0.0482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r" for="ch" forName="Child1Accent1" refType="w" fact="0.5181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r" for="ch" forName="Child1Accent2" refType="w" fact="0.5542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r" for="ch" forName="Child1Accent3" refType="w" fact="0.5946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r" for="ch" forName="Child1Accent4" refType="w" fact="0.6347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r" for="ch" forName="Child1Accent5" refType="w" fact="0.696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r" for="ch" forName="Child1Accent6" refType="w" fact="0.7574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r" for="ch" forName="Child1Accent7" refType="w" fact="0.8187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r" for="ch" forName="Child1Accent8" refType="w" fact="0.88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r" for="ch" forName="Child1Accent9" refType="w" fact="0.9413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r" for="ch" forName="Child5Accent1" refType="w" fact="0.5181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r" for="ch" forName="Child5Accent2" refType="w" fact="0.547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r" for="ch" forName="Child5Accent3" refType="w" fact="0.5882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r" for="ch" forName="Child5Accent4" refType="w" fact="0.6347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r" for="ch" forName="Child5Accent5" refType="w" fact="0.696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r" for="ch" forName="Child5Accent6" refType="w" fact="0.7574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r" for="ch" forName="Child5Accent7" refType="w" fact="0.8187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r" for="ch" forName="Child5Accent8" refType="w" fact="0.88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r" for="ch" forName="Child5Accent9" refType="w" fact="0.9423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r" for="ch" forName="Child5" refType="w" fact="0.9419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r" for="ch" forName="Child4" refType="w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r" for="ch" forName="Child3" refType="w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r" for="ch" forName="Child2" refType="w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r" for="ch" forName="Child1" refType="w" fact="0.9419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r" for="ch" forName="Parent" refType="w" fact="0.6347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else>
        </dgm:choose>
        <dgm:layoutNode name="ParentAccen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" styleLbl="alignNode1">
          <dgm:varLst>
            <dgm:chMax val="5"/>
            <dgm:chPref val="3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 ptType="node"/>
          <dgm:constrLst>
            <dgm:constr type="lMarg" refType="primFontSz" fact="0.1"/>
            <dgm:constr type="rMarg" refType="primFontSz" fact="0.1"/>
            <dgm:constr type="tMarg" refType="primFontSz" fact="0.1"/>
            <dgm:constr type="bMarg" refType="primFontSz" fact="0.1"/>
          </dgm:constrLst>
          <dgm:ruleLst>
            <dgm:rule type="primFontSz" val="5" fact="NaN" max="NaN"/>
          </dgm:ruleLst>
        </dgm:layoutNode>
        <dgm:forEach name="Name21" axis="ch" ptType="node" cnt="1">
          <dgm:layoutNode name="Child1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2" axis="ch" ptType="node" st="2" cnt="1">
          <dgm:layoutNode name="Child2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3" axis="ch" ptType="node" st="3" cnt="1">
          <dgm:layoutNode name="Child3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4" axis="ch" ptType="node" st="4" cnt="1">
          <dgm:layoutNode name="Child4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5" axis="ch" ptType="node" st="5" cnt="1">
          <dgm:layoutNode name="Child5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88AB-C55A-96F5-4C23-49F08E6CD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3FD1D-0502-E9BC-DCCD-BAECDA825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D754C-9ECD-321C-9948-6B18BC4D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F94F9-32F1-634E-5E02-15FA7BD1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8D9D3-F113-9525-166A-F5DBAA92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7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2385-CC05-8704-91B4-32B8DB59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4B765-A34D-3AB0-5AD1-91372370C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198B-DE60-03EA-31F7-06A485C0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CCE6F-24A6-D0D3-7A68-2DE446C1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A8266-CAC8-DD8F-61AD-483A778E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EC8AB-31EB-E1A9-09AF-21BA42DDE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FAD5B-87C0-7FBC-8B12-95D9A03C7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9CEB0-8BE9-0595-50E0-8B1C8AFF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3136D-6C93-92BA-4D26-8E729D03F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3E390-28BF-4B59-2FCF-C148289C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2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2159-A7D2-F885-4A9D-7790C59B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40F42-3993-8459-C611-70CB9D516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D41DD-FE34-5A1D-DD92-DD9DE1950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E5ADA-DE44-2EBB-309B-A2E585E9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00DE1-E7C3-EA25-0236-5C4A8A87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A8A8F-67C2-70A7-0F03-76B1AAC8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9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4AB6-F6BD-8686-743D-44E10AADA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11013-3307-5340-55BC-BDB4512A9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F8F9C-94D6-1193-8B9A-E438337A1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AD1DB-8F23-7837-B20C-EE64DA273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739E0-11E7-4F82-5379-9D1D64F0B8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56D3B-22E6-286B-CCC7-917E37E5D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3CA9D-1D11-6695-5F09-7DFBE62D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EA54F8-0B04-5C0C-8962-F6A143CD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137A-96A7-D8D9-FCD6-91F06705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8A307-EB0D-1AA1-C682-9E515F563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49EC7-766D-5964-120B-DA353BB8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B0344-23A8-A9DD-5C3B-DA2096EB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9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282E8-F514-99CA-DAD5-521C3DBD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DDFE1-4CB4-FA38-13D7-2FA68B83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8461C-693F-1624-A0AF-F619C229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8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14FD-2DD4-7D6B-6C1F-B0A070CC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C833-1FDD-3725-984D-3854ABBF2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38A1C-F1CC-71A6-41E4-FF13CB0BE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A2DEA-0632-DBBF-DBC3-743925460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E2EDD-9186-0EF7-E64F-57642179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B2704-8D9D-B771-997B-1F2DE8F9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0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2B83-258E-D791-B14D-7436AF804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EF6FB-DEE4-8D07-502E-57BD30AD3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5D51E-8539-2AC6-4F72-0478097A2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6F836-2563-C8B0-D900-C5770564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49AD6-0AC9-5146-FB2E-706D6138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BB9BD-36BA-CEDB-BF3F-D73A3D23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1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11EC-2301-AD7B-D4F0-6921E500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B5470-C33A-D25D-CFF3-ED73585F5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948F5-2C04-1203-5A3C-AD7866356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B0822-D327-3D96-FD36-26D308C0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480E7-F592-9333-AB29-8160A761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76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77E992-8B45-7901-83AD-45D91C4FA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66037-1B10-8761-88BE-081A9B23E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7EDD5-DC81-725F-AC80-39E1A8D3E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A5851-9D7E-D787-EF7F-48430830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2393F-7B9F-91C0-7080-2F9D1558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2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81695-C9BF-AF05-A9E4-625372EC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551D6-4D54-9221-2546-820480913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E816E-887B-60A5-86C9-F4B844A90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E257B-CF48-4D03-A649-B6E46ACC7AB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B3F6C-9B4F-78BA-95EB-0CE13277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373FB-8495-D19A-4D7A-BDBA5106E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7C555-88CE-4BAF-923A-2E90993A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8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A60C569-8998-4DFD-BF70-CA9A19FA09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614718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540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2026-09-06T08:13:30Z</dcterms:created>
  <dcterms:modified xsi:type="dcterms:W3CDTF">2026-09-06T08:13:30Z</dcterms:modified>
</cp:coreProperties>
</file>