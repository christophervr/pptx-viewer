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F1B50-6706-4B72-8A80-73E87423FDA3}" type="doc">
      <dgm:prSet loTypeId="urn:microsoft.com/office/officeart/2026/layout/SmallDotsHorizont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047AEB-69F9-4974-8AC8-A394B131A866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Branch A Root</a:t>
          </a:r>
        </a:p>
      </dgm:t>
    </dgm:pt>
    <dgm:pt modelId="{5A3EA074-65B4-4D83-9050-36DC2CB3E0B9}" type="parTrans" cxnId="{8919A02F-8AAE-4E52-9B97-F54E40D6AC78}">
      <dgm:prSet/>
      <dgm:spPr/>
    </dgm:pt>
    <dgm:pt modelId="{AC199914-D245-41F7-A60B-65BFF4AFAC76}" type="sibTrans" cxnId="{8919A02F-8AAE-4E52-9B97-F54E40D6AC78}">
      <dgm:prSet/>
      <dgm:spPr/>
    </dgm:pt>
    <dgm:pt modelId="{5A7C48A0-E5B4-4274-824B-9D47CDECD533}">
      <dgm:prSet phldrT="Description" phldr="1"/>
      <dgm:spPr/>
      <dgm:t>
        <a:bodyPr/>
        <a:lstStyle/>
        <a:p>
          <a:endParaRPr lang="en-US"/>
        </a:p>
      </dgm:t>
    </dgm:pt>
    <dgm:pt modelId="{D8D7DD74-4F59-4F4D-B46E-94D57B3BED2D}" type="parTrans" cxnId="{7A265E30-6280-4CF0-B905-E07C715FE3C7}">
      <dgm:prSet/>
      <dgm:spPr/>
    </dgm:pt>
    <dgm:pt modelId="{20FB3D41-3A35-46F6-AEC8-142F369DE940}" type="sibTrans" cxnId="{7A265E30-6280-4CF0-B905-E07C715FE3C7}">
      <dgm:prSet/>
      <dgm:spPr/>
    </dgm:pt>
    <dgm:pt modelId="{BA8BD204-D7DE-4C1D-AE06-215989508F69}">
      <dgm:prSet phldrT="Title"/>
      <dgm:spPr/>
      <dgm:t>
        <a:bodyPr/>
        <a:lstStyle/>
        <a:p>
          <a:r>
            <a:rPr lang="en-US"/>
            <a:t>Branch A Child</a:t>
          </a:r>
        </a:p>
      </dgm:t>
    </dgm:pt>
    <dgm:pt modelId="{B40BEDA0-714B-4EDD-8AD8-B1F9F3796292}" type="parTrans" cxnId="{87790F1C-48DD-4CBA-A158-F4AE7337F796}">
      <dgm:prSet/>
      <dgm:spPr/>
    </dgm:pt>
    <dgm:pt modelId="{D00927D6-C655-4422-9CF6-4CE39A2BAFC4}" type="sibTrans" cxnId="{87790F1C-48DD-4CBA-A158-F4AE7337F796}">
      <dgm:prSet/>
      <dgm:spPr/>
    </dgm:pt>
    <dgm:pt modelId="{7AEC2656-3B2E-4477-9FAD-8144226077D4}">
      <dgm:prSet phldrT="Description" phldr="1"/>
      <dgm:spPr/>
      <dgm:t>
        <a:bodyPr/>
        <a:lstStyle/>
        <a:p>
          <a:endParaRPr lang="en-US"/>
        </a:p>
      </dgm:t>
    </dgm:pt>
    <dgm:pt modelId="{9B9A5A0D-DF5B-4550-839A-92385DD95E2E}" type="parTrans" cxnId="{F6E65839-5BF3-48C0-96F0-01D02C34D859}">
      <dgm:prSet/>
      <dgm:spPr/>
    </dgm:pt>
    <dgm:pt modelId="{68F4B48E-B919-4398-BE4B-482B6AFCA090}" type="sibTrans" cxnId="{F6E65839-5BF3-48C0-96F0-01D02C34D859}">
      <dgm:prSet/>
      <dgm:spPr/>
    </dgm:pt>
    <dgm:pt modelId="{0BFC6DCF-A8FB-48F4-A87A-403ABAF61A25}">
      <dgm:prSet phldrT="Title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038D1429-BD36-49A4-BE08-97F1F0957929}" type="parTrans" cxnId="{2869709D-DE35-442B-9557-8B92CCF18B1A}">
      <dgm:prSet/>
      <dgm:spPr/>
    </dgm:pt>
    <dgm:pt modelId="{B3AA7994-A34E-4F85-9217-173CD44F2EDC}" type="sibTrans" cxnId="{2869709D-DE35-442B-9557-8B92CCF18B1A}">
      <dgm:prSet/>
      <dgm:spPr/>
    </dgm:pt>
    <dgm:pt modelId="{4E8DA7EA-7D73-4B9E-A570-4EAF7D485ED2}">
      <dgm:prSet phldrT="Description"/>
      <dgm:spPr/>
      <dgm:t>
        <a:bodyPr/>
        <a:lstStyle/>
        <a:p>
          <a:endParaRPr lang="en-US"/>
        </a:p>
      </dgm:t>
    </dgm:pt>
    <dgm:pt modelId="{C22ED746-BBF1-4E84-B358-EC4CB7567D56}" type="parTrans" cxnId="{F4349E8D-7F98-4CD0-B18A-B59738D5C469}">
      <dgm:prSet/>
      <dgm:spPr/>
    </dgm:pt>
    <dgm:pt modelId="{B48B1FEC-E882-463E-A51F-D483BB2B645A}" type="sibTrans" cxnId="{F4349E8D-7F98-4CD0-B18A-B59738D5C469}">
      <dgm:prSet/>
      <dgm:spPr/>
    </dgm:pt>
    <dgm:pt modelId="{F19B8CF5-36A7-43CE-83AF-C3510B1CA053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Branch B Root</a:t>
          </a:r>
        </a:p>
      </dgm:t>
    </dgm:pt>
    <dgm:pt modelId="{A9202244-B89B-42ED-807B-42F5088D0555}" type="parTrans" cxnId="{F5EDEBBE-633B-40E1-8BAC-2B54A89F80D6}">
      <dgm:prSet/>
      <dgm:spPr/>
    </dgm:pt>
    <dgm:pt modelId="{6261D8FA-F29D-4F44-B3ED-F2B480CD34C3}" type="sibTrans" cxnId="{F5EDEBBE-633B-40E1-8BAC-2B54A89F80D6}">
      <dgm:prSet/>
      <dgm:spPr/>
    </dgm:pt>
    <dgm:pt modelId="{084215C1-161C-468D-A603-66988615932C}">
      <dgm:prSet phldrT="Description" phldr="1"/>
      <dgm:spPr/>
      <dgm:t>
        <a:bodyPr/>
        <a:lstStyle/>
        <a:p>
          <a:endParaRPr lang="en-US"/>
        </a:p>
      </dgm:t>
    </dgm:pt>
    <dgm:pt modelId="{032DE5A2-D9AB-477D-B8BD-0745E3F20AAE}" type="parTrans" cxnId="{9296062F-8781-4C3B-8D81-A89864E45123}">
      <dgm:prSet/>
      <dgm:spPr/>
    </dgm:pt>
    <dgm:pt modelId="{DB7C7A41-145F-4FDE-A57F-29373D60B6AB}" type="sibTrans" cxnId="{9296062F-8781-4C3B-8D81-A89864E45123}">
      <dgm:prSet/>
      <dgm:spPr/>
    </dgm:pt>
    <dgm:pt modelId="{109123CB-AA80-4542-8745-9462DED89744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Branch B Child</a:t>
          </a:r>
        </a:p>
      </dgm:t>
    </dgm:pt>
    <dgm:pt modelId="{2E0A843A-E85E-4570-AAB5-168A7F164236}" type="parTrans" cxnId="{D68578FD-A7E9-4626-A36C-4F0BA2E2388A}">
      <dgm:prSet/>
      <dgm:spPr/>
    </dgm:pt>
    <dgm:pt modelId="{46D49FDB-714A-4508-A10C-C6BDE24F86DE}" type="sibTrans" cxnId="{D68578FD-A7E9-4626-A36C-4F0BA2E2388A}">
      <dgm:prSet/>
      <dgm:spPr/>
    </dgm:pt>
    <dgm:pt modelId="{95718102-8784-43E5-A513-D8175B53D367}">
      <dgm:prSet phldrT="Description" phldr="1"/>
      <dgm:spPr/>
      <dgm:t>
        <a:bodyPr/>
        <a:lstStyle/>
        <a:p>
          <a:endParaRPr lang="en-US"/>
        </a:p>
      </dgm:t>
    </dgm:pt>
    <dgm:pt modelId="{14688202-044E-4A66-B289-6BD2EA28B378}" type="parTrans" cxnId="{6369985D-7199-4097-BA18-7C287D0CC1CF}">
      <dgm:prSet/>
      <dgm:spPr/>
    </dgm:pt>
    <dgm:pt modelId="{14F2152A-6B2B-4453-8D47-F9F0174627CE}" type="sibTrans" cxnId="{6369985D-7199-4097-BA18-7C287D0CC1CF}">
      <dgm:prSet/>
      <dgm:spPr/>
    </dgm:pt>
    <dgm:pt modelId="{1663CFC8-65FE-485F-83E2-05E7B05D4672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Branch B Grandchild</a:t>
          </a:r>
        </a:p>
      </dgm:t>
    </dgm:pt>
    <dgm:pt modelId="{AEC564A8-2374-4F56-9E1D-4FAE1D4C493F}" type="parTrans" cxnId="{EE9C94D1-E08A-4E01-98B2-599FDB6EAD24}">
      <dgm:prSet/>
      <dgm:spPr/>
    </dgm:pt>
    <dgm:pt modelId="{D9D8C147-430F-45AA-BC74-7E0C68DC45CE}" type="sibTrans" cxnId="{EE9C94D1-E08A-4E01-98B2-599FDB6EAD24}">
      <dgm:prSet/>
      <dgm:spPr/>
    </dgm:pt>
    <dgm:pt modelId="{8CA81EF1-5CEF-4FFE-89A9-63DDAD1EF198}">
      <dgm:prSet phldrT="Description" phldr="1"/>
      <dgm:spPr/>
      <dgm:t>
        <a:bodyPr/>
        <a:lstStyle/>
        <a:p>
          <a:endParaRPr lang="en-US"/>
        </a:p>
      </dgm:t>
    </dgm:pt>
    <dgm:pt modelId="{6F7BA87C-279F-4353-8BED-F9EFE56F34DA}" type="parTrans" cxnId="{AC0DA872-3E45-45C2-AC60-937D93AEEB7C}">
      <dgm:prSet/>
      <dgm:spPr/>
    </dgm:pt>
    <dgm:pt modelId="{8AB337A9-34D8-4437-8D38-5C2CD6F4E3FC}" type="sibTrans" cxnId="{AC0DA872-3E45-45C2-AC60-937D93AEEB7C}">
      <dgm:prSet/>
      <dgm:spPr/>
    </dgm:pt>
    <dgm:pt modelId="{9443B21B-A5C0-4466-806B-195256801DC5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Branch C Root</a:t>
          </a:r>
        </a:p>
      </dgm:t>
    </dgm:pt>
    <dgm:pt modelId="{2A651031-4190-4083-A4F0-06F120E4D2AE}" type="parTrans" cxnId="{AB1DA715-A5CC-4507-B580-28FB7FCC55B4}">
      <dgm:prSet/>
      <dgm:spPr/>
    </dgm:pt>
    <dgm:pt modelId="{980FF682-2D2D-499A-A720-7B1D42FE5A5B}" type="sibTrans" cxnId="{AB1DA715-A5CC-4507-B580-28FB7FCC55B4}">
      <dgm:prSet/>
      <dgm:spPr/>
    </dgm:pt>
    <dgm:pt modelId="{4227BEE8-8B8B-4AE9-AA34-CF48994BD9C8}">
      <dgm:prSet phldrT="Description" phldr="1"/>
      <dgm:spPr/>
      <dgm:t>
        <a:bodyPr/>
        <a:lstStyle/>
        <a:p>
          <a:endParaRPr lang="en-US"/>
        </a:p>
      </dgm:t>
    </dgm:pt>
    <dgm:pt modelId="{18779D35-AE5A-40D9-B48E-D3ECE1B2297C}" type="parTrans" cxnId="{9FA8079C-3AE5-4F41-A28C-0F998C56840A}">
      <dgm:prSet/>
      <dgm:spPr/>
    </dgm:pt>
    <dgm:pt modelId="{7D479A57-865F-43F1-85F6-1563A102D55D}" type="sibTrans" cxnId="{9FA8079C-3AE5-4F41-A28C-0F998C56840A}">
      <dgm:prSet/>
      <dgm:spPr/>
    </dgm:pt>
    <dgm:pt modelId="{FCD3DCED-DDBD-445A-847A-2D91B7ECE638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Branch C Child</a:t>
          </a:r>
        </a:p>
      </dgm:t>
    </dgm:pt>
    <dgm:pt modelId="{7E1AB87D-48C3-4EF7-8575-7AA87B36A73A}" type="parTrans" cxnId="{7B1AF48E-FC7A-4A06-A807-2B472DB5BFE0}">
      <dgm:prSet/>
      <dgm:spPr/>
    </dgm:pt>
    <dgm:pt modelId="{045884FC-009A-4D19-99E1-850E1EFFE9F4}" type="sibTrans" cxnId="{7B1AF48E-FC7A-4A06-A807-2B472DB5BFE0}">
      <dgm:prSet/>
      <dgm:spPr/>
    </dgm:pt>
    <dgm:pt modelId="{9E992741-0711-43A7-920C-B3CD8C46C08E}">
      <dgm:prSet phldrT="Description" phldr="1"/>
      <dgm:spPr/>
      <dgm:t>
        <a:bodyPr/>
        <a:lstStyle/>
        <a:p>
          <a:endParaRPr lang="en-US"/>
        </a:p>
      </dgm:t>
    </dgm:pt>
    <dgm:pt modelId="{A101AF31-519A-4DC7-87F8-B17CBFE36793}" type="parTrans" cxnId="{1FC552E4-D255-4F4F-9EFE-7E1ABDA6F76D}">
      <dgm:prSet/>
      <dgm:spPr/>
    </dgm:pt>
    <dgm:pt modelId="{4093A5AF-8C6A-4E83-97C3-0E21969C7CA8}" type="sibTrans" cxnId="{1FC552E4-D255-4F4F-9EFE-7E1ABDA6F76D}">
      <dgm:prSet/>
      <dgm:spPr/>
    </dgm:pt>
    <dgm:pt modelId="{3C5BB0D5-538B-4E20-9152-FD7FBDA5ED0A}" type="pres">
      <dgm:prSet presAssocID="{BD9F1B50-6706-4B72-8A80-73E87423FDA3}" presName="root" presStyleCnt="0">
        <dgm:presLayoutVars>
          <dgm:dir/>
          <dgm:resizeHandles val="exact"/>
        </dgm:presLayoutVars>
      </dgm:prSet>
      <dgm:spPr/>
    </dgm:pt>
    <dgm:pt modelId="{6406255C-29DC-4068-8335-44D019659A54}" type="pres">
      <dgm:prSet presAssocID="{BD9F1B50-6706-4B72-8A80-73E87423FDA3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361453D-ACD6-47A7-A3D7-DF29D78C4D22}" type="pres">
      <dgm:prSet presAssocID="{BD9F1B50-6706-4B72-8A80-73E87423FDA3}" presName="itemsFlow" presStyleCnt="0"/>
      <dgm:spPr/>
    </dgm:pt>
    <dgm:pt modelId="{2CEC8A62-FA6E-4711-8D7F-4B145EEFBAB4}" type="pres">
      <dgm:prSet presAssocID="{D0047AEB-69F9-4974-8AC8-A394B131A866}" presName="item" presStyleCnt="0"/>
      <dgm:spPr/>
    </dgm:pt>
    <dgm:pt modelId="{60555738-B01D-429F-9F88-E8665E05F819}" type="pres">
      <dgm:prSet presAssocID="{D0047AEB-69F9-4974-8AC8-A394B131A866}" presName="anchor" presStyleCnt="0"/>
      <dgm:spPr/>
    </dgm:pt>
    <dgm:pt modelId="{EBFFAB8C-AFAF-409D-A096-7FCC801A8C9E}" type="pres">
      <dgm:prSet presAssocID="{D0047AEB-69F9-4974-8AC8-A394B131A866}" presName="titleText" presStyleLbl="revTx" presStyleIdx="0" presStyleCnt="0">
        <dgm:presLayoutVars>
          <dgm:chMax val="0"/>
          <dgm:chPref val="0"/>
        </dgm:presLayoutVars>
      </dgm:prSet>
      <dgm:spPr/>
    </dgm:pt>
    <dgm:pt modelId="{3C6C7FE8-56C0-4CD3-845B-81AB115301C3}" type="pres">
      <dgm:prSet presAssocID="{D0047AEB-69F9-4974-8AC8-A394B131A866}" presName="dot" presStyleLbl="node1NoLn" presStyleIdx="0" presStyleCnt="6"/>
      <dgm:spPr/>
    </dgm:pt>
    <dgm:pt modelId="{15F0E733-3BE4-47ED-9F66-EABF84AA4F40}" type="pres">
      <dgm:prSet presAssocID="{D0047AEB-69F9-4974-8AC8-A394B131A866}" presName="descText" presStyleLbl="revTx" presStyleIdx="0" presStyleCnt="0">
        <dgm:presLayoutVars>
          <dgm:chMax val="0"/>
          <dgm:chPref val="0"/>
        </dgm:presLayoutVars>
      </dgm:prSet>
      <dgm:spPr/>
    </dgm:pt>
    <dgm:pt modelId="{D63C08CA-70BD-4204-AEC5-90D48EAAC7A8}" type="pres">
      <dgm:prSet presAssocID="{AC199914-D245-41F7-A60B-65BFF4AFAC76}" presName="spacer" presStyleCnt="0"/>
      <dgm:spPr/>
    </dgm:pt>
    <dgm:pt modelId="{5E338B93-8380-4278-BBA6-10AAD596848E}" type="pres">
      <dgm:prSet presAssocID="{F19B8CF5-36A7-43CE-83AF-C3510B1CA053}" presName="item" presStyleCnt="0"/>
      <dgm:spPr/>
    </dgm:pt>
    <dgm:pt modelId="{6C2653CD-B7A6-4CCB-8AE1-4327929005B9}" type="pres">
      <dgm:prSet presAssocID="{F19B8CF5-36A7-43CE-83AF-C3510B1CA053}" presName="anchor" presStyleCnt="0"/>
      <dgm:spPr/>
    </dgm:pt>
    <dgm:pt modelId="{37BB8CD9-BDEC-4E9D-A322-9BC69CB38F41}" type="pres">
      <dgm:prSet presAssocID="{F19B8CF5-36A7-43CE-83AF-C3510B1CA053}" presName="titleText" presStyleLbl="revTx" presStyleIdx="0" presStyleCnt="0">
        <dgm:presLayoutVars>
          <dgm:chMax val="0"/>
          <dgm:chPref val="0"/>
        </dgm:presLayoutVars>
      </dgm:prSet>
      <dgm:spPr/>
    </dgm:pt>
    <dgm:pt modelId="{4163E75B-6923-464B-9368-0C472123D76E}" type="pres">
      <dgm:prSet presAssocID="{F19B8CF5-36A7-43CE-83AF-C3510B1CA053}" presName="dot" presStyleLbl="node1NoLn" presStyleIdx="1" presStyleCnt="6"/>
      <dgm:spPr/>
    </dgm:pt>
    <dgm:pt modelId="{B622BF87-448F-4F32-8213-2CAEA3230771}" type="pres">
      <dgm:prSet presAssocID="{F19B8CF5-36A7-43CE-83AF-C3510B1CA053}" presName="descText" presStyleLbl="revTx" presStyleIdx="0" presStyleCnt="0">
        <dgm:presLayoutVars>
          <dgm:chMax val="0"/>
          <dgm:chPref val="0"/>
        </dgm:presLayoutVars>
      </dgm:prSet>
      <dgm:spPr/>
    </dgm:pt>
    <dgm:pt modelId="{1B4A58E4-CCA0-4223-8250-F39D4BEC04CC}" type="pres">
      <dgm:prSet presAssocID="{6261D8FA-F29D-4F44-B3ED-F2B480CD34C3}" presName="spacer" presStyleCnt="0"/>
      <dgm:spPr/>
    </dgm:pt>
    <dgm:pt modelId="{EFB946D0-1A84-4B36-8C7A-683E4A98DB71}" type="pres">
      <dgm:prSet presAssocID="{109123CB-AA80-4542-8745-9462DED89744}" presName="item" presStyleCnt="0"/>
      <dgm:spPr/>
    </dgm:pt>
    <dgm:pt modelId="{460D3D7A-D9B7-4745-8B4F-19959AD8A623}" type="pres">
      <dgm:prSet presAssocID="{109123CB-AA80-4542-8745-9462DED89744}" presName="anchor" presStyleCnt="0"/>
      <dgm:spPr/>
    </dgm:pt>
    <dgm:pt modelId="{CACC29AE-D8BC-440B-A0A8-937E370F0C7F}" type="pres">
      <dgm:prSet presAssocID="{109123CB-AA80-4542-8745-9462DED89744}" presName="titleText" presStyleLbl="revTx" presStyleIdx="0" presStyleCnt="0">
        <dgm:presLayoutVars>
          <dgm:chMax val="0"/>
          <dgm:chPref val="0"/>
        </dgm:presLayoutVars>
      </dgm:prSet>
      <dgm:spPr/>
    </dgm:pt>
    <dgm:pt modelId="{6272D90F-FEA4-4DCF-82A0-FFB519CAA913}" type="pres">
      <dgm:prSet presAssocID="{109123CB-AA80-4542-8745-9462DED89744}" presName="dot" presStyleLbl="node1NoLn" presStyleIdx="2" presStyleCnt="6"/>
      <dgm:spPr/>
    </dgm:pt>
    <dgm:pt modelId="{DF442B12-D007-4F58-934D-BDEC106DDBA2}" type="pres">
      <dgm:prSet presAssocID="{109123CB-AA80-4542-8745-9462DED89744}" presName="descText" presStyleLbl="revTx" presStyleIdx="0" presStyleCnt="0">
        <dgm:presLayoutVars>
          <dgm:chMax val="0"/>
          <dgm:chPref val="0"/>
        </dgm:presLayoutVars>
      </dgm:prSet>
      <dgm:spPr/>
    </dgm:pt>
    <dgm:pt modelId="{0241496D-AFDC-4805-B9B6-F060D8D48D66}" type="pres">
      <dgm:prSet presAssocID="{46D49FDB-714A-4508-A10C-C6BDE24F86DE}" presName="spacer" presStyleCnt="0"/>
      <dgm:spPr/>
    </dgm:pt>
    <dgm:pt modelId="{3AAD19E9-50A1-4562-8A83-0607B362D0C2}" type="pres">
      <dgm:prSet presAssocID="{1663CFC8-65FE-485F-83E2-05E7B05D4672}" presName="item" presStyleCnt="0"/>
      <dgm:spPr/>
    </dgm:pt>
    <dgm:pt modelId="{DC06209D-9062-4F96-AD4C-9A5C878C6451}" type="pres">
      <dgm:prSet presAssocID="{1663CFC8-65FE-485F-83E2-05E7B05D4672}" presName="anchor" presStyleCnt="0"/>
      <dgm:spPr/>
    </dgm:pt>
    <dgm:pt modelId="{199ACFB7-BBB6-4AD7-9BEC-EE41610E0ABE}" type="pres">
      <dgm:prSet presAssocID="{1663CFC8-65FE-485F-83E2-05E7B05D4672}" presName="titleText" presStyleLbl="revTx" presStyleIdx="0" presStyleCnt="0">
        <dgm:presLayoutVars>
          <dgm:chMax val="0"/>
          <dgm:chPref val="0"/>
        </dgm:presLayoutVars>
      </dgm:prSet>
      <dgm:spPr/>
    </dgm:pt>
    <dgm:pt modelId="{DFAABB18-6330-47E0-BC12-A8B351237D71}" type="pres">
      <dgm:prSet presAssocID="{1663CFC8-65FE-485F-83E2-05E7B05D4672}" presName="dot" presStyleLbl="node1NoLn" presStyleIdx="3" presStyleCnt="6"/>
      <dgm:spPr/>
    </dgm:pt>
    <dgm:pt modelId="{151CC74E-AE6E-45C6-9F19-B78477D95300}" type="pres">
      <dgm:prSet presAssocID="{1663CFC8-65FE-485F-83E2-05E7B05D4672}" presName="descText" presStyleLbl="revTx" presStyleIdx="0" presStyleCnt="0">
        <dgm:presLayoutVars>
          <dgm:chMax val="0"/>
          <dgm:chPref val="0"/>
        </dgm:presLayoutVars>
      </dgm:prSet>
      <dgm:spPr/>
    </dgm:pt>
    <dgm:pt modelId="{30309405-BE07-458E-90B8-65DFEC9669F3}" type="pres">
      <dgm:prSet presAssocID="{D9D8C147-430F-45AA-BC74-7E0C68DC45CE}" presName="spacer" presStyleCnt="0"/>
      <dgm:spPr/>
    </dgm:pt>
    <dgm:pt modelId="{C75ECE10-F047-4548-9791-8BA28A97F016}" type="pres">
      <dgm:prSet presAssocID="{9443B21B-A5C0-4466-806B-195256801DC5}" presName="item" presStyleCnt="0"/>
      <dgm:spPr/>
    </dgm:pt>
    <dgm:pt modelId="{B216ED87-503F-4B79-987B-35D03D81D27A}" type="pres">
      <dgm:prSet presAssocID="{9443B21B-A5C0-4466-806B-195256801DC5}" presName="anchor" presStyleCnt="0"/>
      <dgm:spPr/>
    </dgm:pt>
    <dgm:pt modelId="{26F27F22-0018-400D-A510-681D91141BC5}" type="pres">
      <dgm:prSet presAssocID="{9443B21B-A5C0-4466-806B-195256801DC5}" presName="titleText" presStyleLbl="revTx" presStyleIdx="0" presStyleCnt="0">
        <dgm:presLayoutVars>
          <dgm:chMax val="0"/>
          <dgm:chPref val="0"/>
        </dgm:presLayoutVars>
      </dgm:prSet>
      <dgm:spPr/>
    </dgm:pt>
    <dgm:pt modelId="{DF5B015D-B7BF-4C70-A70C-8F831BE27577}" type="pres">
      <dgm:prSet presAssocID="{9443B21B-A5C0-4466-806B-195256801DC5}" presName="dot" presStyleLbl="node1NoLn" presStyleIdx="4" presStyleCnt="6"/>
      <dgm:spPr/>
    </dgm:pt>
    <dgm:pt modelId="{A494ED94-559A-40FF-B070-CFCD4552271D}" type="pres">
      <dgm:prSet presAssocID="{9443B21B-A5C0-4466-806B-195256801DC5}" presName="descText" presStyleLbl="revTx" presStyleIdx="0" presStyleCnt="0">
        <dgm:presLayoutVars>
          <dgm:chMax val="0"/>
          <dgm:chPref val="0"/>
        </dgm:presLayoutVars>
      </dgm:prSet>
      <dgm:spPr/>
    </dgm:pt>
    <dgm:pt modelId="{AC937F82-4490-49EA-8252-7E1E538C9FDD}" type="pres">
      <dgm:prSet presAssocID="{980FF682-2D2D-499A-A720-7B1D42FE5A5B}" presName="spacer" presStyleCnt="0"/>
      <dgm:spPr/>
    </dgm:pt>
    <dgm:pt modelId="{00554E80-4FC9-45C4-9D99-B90FA450C7A1}" type="pres">
      <dgm:prSet presAssocID="{FCD3DCED-DDBD-445A-847A-2D91B7ECE638}" presName="item" presStyleCnt="0"/>
      <dgm:spPr/>
    </dgm:pt>
    <dgm:pt modelId="{584FD5CB-5DC8-4D1D-8A71-FFEF44E160A7}" type="pres">
      <dgm:prSet presAssocID="{FCD3DCED-DDBD-445A-847A-2D91B7ECE638}" presName="anchor" presStyleCnt="0"/>
      <dgm:spPr/>
    </dgm:pt>
    <dgm:pt modelId="{D8B04D15-948B-4AD0-BFCD-EF8C69694E34}" type="pres">
      <dgm:prSet presAssocID="{FCD3DCED-DDBD-445A-847A-2D91B7ECE638}" presName="titleText" presStyleLbl="revTx" presStyleIdx="0" presStyleCnt="0">
        <dgm:presLayoutVars>
          <dgm:chMax val="0"/>
          <dgm:chPref val="0"/>
        </dgm:presLayoutVars>
      </dgm:prSet>
      <dgm:spPr/>
    </dgm:pt>
    <dgm:pt modelId="{F810B69E-7300-44BB-95DD-66E581E1A7C0}" type="pres">
      <dgm:prSet presAssocID="{FCD3DCED-DDBD-445A-847A-2D91B7ECE638}" presName="dot" presStyleLbl="node1NoLn" presStyleIdx="5" presStyleCnt="6"/>
      <dgm:spPr/>
    </dgm:pt>
    <dgm:pt modelId="{BB49A2C9-068A-4DAB-97EF-FD788F111620}" type="pres">
      <dgm:prSet presAssocID="{FCD3DCED-DDBD-445A-847A-2D91B7ECE638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53039714-600B-4125-A826-D09F9CA82D8F}" type="presOf" srcId="{BD9F1B50-6706-4B72-8A80-73E87423FDA3}" destId="{3C5BB0D5-538B-4E20-9152-FD7FBDA5ED0A}" srcOrd="0" destOrd="0" presId="urn:microsoft.com/office/officeart/2026/layout/SmallDotsHorizontal"/>
    <dgm:cxn modelId="{AB1DA715-A5CC-4507-B580-28FB7FCC55B4}" srcId="{BD9F1B50-6706-4B72-8A80-73E87423FDA3}" destId="{9443B21B-A5C0-4466-806B-195256801DC5}" srcOrd="4" destOrd="0" parTransId="{2A651031-4190-4083-A4F0-06F120E4D2AE}" sibTransId="{980FF682-2D2D-499A-A720-7B1D42FE5A5B}"/>
    <dgm:cxn modelId="{5561831B-D4AC-440B-98BC-FBD06E74BE39}" type="presOf" srcId="{084215C1-161C-468D-A603-66988615932C}" destId="{B622BF87-448F-4F32-8213-2CAEA3230771}" srcOrd="0" destOrd="0" presId="urn:microsoft.com/office/officeart/2026/layout/SmallDotsHorizontal"/>
    <dgm:cxn modelId="{87790F1C-48DD-4CBA-A158-F4AE7337F796}" srcId="{D0047AEB-69F9-4974-8AC8-A394B131A866}" destId="{BA8BD204-D7DE-4C1D-AE06-215989508F69}" srcOrd="1" destOrd="0" parTransId="{B40BEDA0-714B-4EDD-8AD8-B1F9F3796292}" sibTransId="{D00927D6-C655-4422-9CF6-4CE39A2BAFC4}"/>
    <dgm:cxn modelId="{C81BEF1D-0238-47A7-BFCA-9CF4C3D97DEC}" type="presOf" srcId="{7AEC2656-3B2E-4477-9FAD-8144226077D4}" destId="{15F0E733-3BE4-47ED-9F66-EABF84AA4F40}" srcOrd="0" destOrd="2" presId="urn:microsoft.com/office/officeart/2026/layout/SmallDotsHorizontal"/>
    <dgm:cxn modelId="{9296062F-8781-4C3B-8D81-A89864E45123}" srcId="{F19B8CF5-36A7-43CE-83AF-C3510B1CA053}" destId="{084215C1-161C-468D-A603-66988615932C}" srcOrd="0" destOrd="0" parTransId="{032DE5A2-D9AB-477D-B8BD-0745E3F20AAE}" sibTransId="{DB7C7A41-145F-4FDE-A57F-29373D60B6AB}"/>
    <dgm:cxn modelId="{8919A02F-8AAE-4E52-9B97-F54E40D6AC78}" srcId="{BD9F1B50-6706-4B72-8A80-73E87423FDA3}" destId="{D0047AEB-69F9-4974-8AC8-A394B131A866}" srcOrd="0" destOrd="0" parTransId="{5A3EA074-65B4-4D83-9050-36DC2CB3E0B9}" sibTransId="{AC199914-D245-41F7-A60B-65BFF4AFAC76}"/>
    <dgm:cxn modelId="{7A265E30-6280-4CF0-B905-E07C715FE3C7}" srcId="{D0047AEB-69F9-4974-8AC8-A394B131A866}" destId="{5A7C48A0-E5B4-4274-824B-9D47CDECD533}" srcOrd="0" destOrd="0" parTransId="{D8D7DD74-4F59-4F4D-B46E-94D57B3BED2D}" sibTransId="{20FB3D41-3A35-46F6-AEC8-142F369DE940}"/>
    <dgm:cxn modelId="{F6E65839-5BF3-48C0-96F0-01D02C34D859}" srcId="{D0047AEB-69F9-4974-8AC8-A394B131A866}" destId="{7AEC2656-3B2E-4477-9FAD-8144226077D4}" srcOrd="2" destOrd="0" parTransId="{9B9A5A0D-DF5B-4550-839A-92385DD95E2E}" sibTransId="{68F4B48E-B919-4398-BE4B-482B6AFCA090}"/>
    <dgm:cxn modelId="{4C62683E-A13D-43EC-9A9C-AC3280085669}" type="presOf" srcId="{5A7C48A0-E5B4-4274-824B-9D47CDECD533}" destId="{15F0E733-3BE4-47ED-9F66-EABF84AA4F40}" srcOrd="0" destOrd="0" presId="urn:microsoft.com/office/officeart/2026/layout/SmallDotsHorizontal"/>
    <dgm:cxn modelId="{6369985D-7199-4097-BA18-7C287D0CC1CF}" srcId="{109123CB-AA80-4542-8745-9462DED89744}" destId="{95718102-8784-43E5-A513-D8175B53D367}" srcOrd="0" destOrd="0" parTransId="{14688202-044E-4A66-B289-6BD2EA28B378}" sibTransId="{14F2152A-6B2B-4453-8D47-F9F0174627CE}"/>
    <dgm:cxn modelId="{E052EF43-3A4E-4672-B3B8-0BD8704EAB2D}" type="presOf" srcId="{BA8BD204-D7DE-4C1D-AE06-215989508F69}" destId="{15F0E733-3BE4-47ED-9F66-EABF84AA4F40}" srcOrd="0" destOrd="1" presId="urn:microsoft.com/office/officeart/2026/layout/SmallDotsHorizontal"/>
    <dgm:cxn modelId="{DA956E72-7185-44A3-AF20-58CF577E6A4D}" type="presOf" srcId="{FCD3DCED-DDBD-445A-847A-2D91B7ECE638}" destId="{D8B04D15-948B-4AD0-BFCD-EF8C69694E34}" srcOrd="0" destOrd="0" presId="urn:microsoft.com/office/officeart/2026/layout/SmallDotsHorizontal"/>
    <dgm:cxn modelId="{AC0DA872-3E45-45C2-AC60-937D93AEEB7C}" srcId="{1663CFC8-65FE-485F-83E2-05E7B05D4672}" destId="{8CA81EF1-5CEF-4FFE-89A9-63DDAD1EF198}" srcOrd="0" destOrd="0" parTransId="{6F7BA87C-279F-4353-8BED-F9EFE56F34DA}" sibTransId="{8AB337A9-34D8-4437-8D38-5C2CD6F4E3FC}"/>
    <dgm:cxn modelId="{CF59D057-A493-43C9-8921-9948A08F86ED}" type="presOf" srcId="{1663CFC8-65FE-485F-83E2-05E7B05D4672}" destId="{199ACFB7-BBB6-4AD7-9BEC-EE41610E0ABE}" srcOrd="0" destOrd="0" presId="urn:microsoft.com/office/officeart/2026/layout/SmallDotsHorizontal"/>
    <dgm:cxn modelId="{313ABA7E-A017-4631-AF70-6732BE1DF9A5}" type="presOf" srcId="{4E8DA7EA-7D73-4B9E-A570-4EAF7D485ED2}" destId="{15F0E733-3BE4-47ED-9F66-EABF84AA4F40}" srcOrd="0" destOrd="4" presId="urn:microsoft.com/office/officeart/2026/layout/SmallDotsHorizontal"/>
    <dgm:cxn modelId="{F4349E8D-7F98-4CD0-B18A-B59738D5C469}" srcId="{0BFC6DCF-A8FB-48F4-A87A-403ABAF61A25}" destId="{4E8DA7EA-7D73-4B9E-A570-4EAF7D485ED2}" srcOrd="0" destOrd="0" parTransId="{C22ED746-BBF1-4E84-B358-EC4CB7567D56}" sibTransId="{B48B1FEC-E882-463E-A51F-D483BB2B645A}"/>
    <dgm:cxn modelId="{7B1AF48E-FC7A-4A06-A807-2B472DB5BFE0}" srcId="{BD9F1B50-6706-4B72-8A80-73E87423FDA3}" destId="{FCD3DCED-DDBD-445A-847A-2D91B7ECE638}" srcOrd="5" destOrd="0" parTransId="{7E1AB87D-48C3-4EF7-8575-7AA87B36A73A}" sibTransId="{045884FC-009A-4D19-99E1-850E1EFFE9F4}"/>
    <dgm:cxn modelId="{9FA8079C-3AE5-4F41-A28C-0F998C56840A}" srcId="{9443B21B-A5C0-4466-806B-195256801DC5}" destId="{4227BEE8-8B8B-4AE9-AA34-CF48994BD9C8}" srcOrd="0" destOrd="0" parTransId="{18779D35-AE5A-40D9-B48E-D3ECE1B2297C}" sibTransId="{7D479A57-865F-43F1-85F6-1563A102D55D}"/>
    <dgm:cxn modelId="{2869709D-DE35-442B-9557-8B92CCF18B1A}" srcId="{D0047AEB-69F9-4974-8AC8-A394B131A866}" destId="{0BFC6DCF-A8FB-48F4-A87A-403ABAF61A25}" srcOrd="3" destOrd="0" parTransId="{038D1429-BD36-49A4-BE08-97F1F0957929}" sibTransId="{B3AA7994-A34E-4F85-9217-173CD44F2EDC}"/>
    <dgm:cxn modelId="{DCA163A3-9579-4806-86B9-CEA54E29CB16}" type="presOf" srcId="{8CA81EF1-5CEF-4FFE-89A9-63DDAD1EF198}" destId="{151CC74E-AE6E-45C6-9F19-B78477D95300}" srcOrd="0" destOrd="0" presId="urn:microsoft.com/office/officeart/2026/layout/SmallDotsHorizontal"/>
    <dgm:cxn modelId="{A78283AB-7CB6-4ECE-B2F3-680A5B669177}" type="presOf" srcId="{D0047AEB-69F9-4974-8AC8-A394B131A866}" destId="{EBFFAB8C-AFAF-409D-A096-7FCC801A8C9E}" srcOrd="0" destOrd="0" presId="urn:microsoft.com/office/officeart/2026/layout/SmallDotsHorizontal"/>
    <dgm:cxn modelId="{B318C3BC-6CCD-4BCE-BC87-BA3B8FC90D5F}" type="presOf" srcId="{109123CB-AA80-4542-8745-9462DED89744}" destId="{CACC29AE-D8BC-440B-A0A8-937E370F0C7F}" srcOrd="0" destOrd="0" presId="urn:microsoft.com/office/officeart/2026/layout/SmallDotsHorizontal"/>
    <dgm:cxn modelId="{F5EDEBBE-633B-40E1-8BAC-2B54A89F80D6}" srcId="{BD9F1B50-6706-4B72-8A80-73E87423FDA3}" destId="{F19B8CF5-36A7-43CE-83AF-C3510B1CA053}" srcOrd="1" destOrd="0" parTransId="{A9202244-B89B-42ED-807B-42F5088D0555}" sibTransId="{6261D8FA-F29D-4F44-B3ED-F2B480CD34C3}"/>
    <dgm:cxn modelId="{51B342BF-099B-4524-83C4-6E7E14F230DF}" type="presOf" srcId="{F19B8CF5-36A7-43CE-83AF-C3510B1CA053}" destId="{37BB8CD9-BDEC-4E9D-A322-9BC69CB38F41}" srcOrd="0" destOrd="0" presId="urn:microsoft.com/office/officeart/2026/layout/SmallDotsHorizontal"/>
    <dgm:cxn modelId="{EE9C94D1-E08A-4E01-98B2-599FDB6EAD24}" srcId="{BD9F1B50-6706-4B72-8A80-73E87423FDA3}" destId="{1663CFC8-65FE-485F-83E2-05E7B05D4672}" srcOrd="3" destOrd="0" parTransId="{AEC564A8-2374-4F56-9E1D-4FAE1D4C493F}" sibTransId="{D9D8C147-430F-45AA-BC74-7E0C68DC45CE}"/>
    <dgm:cxn modelId="{173A30DB-A243-4D1C-8798-A331EC6B5927}" type="presOf" srcId="{95718102-8784-43E5-A513-D8175B53D367}" destId="{DF442B12-D007-4F58-934D-BDEC106DDBA2}" srcOrd="0" destOrd="0" presId="urn:microsoft.com/office/officeart/2026/layout/SmallDotsHorizontal"/>
    <dgm:cxn modelId="{1FC552E4-D255-4F4F-9EFE-7E1ABDA6F76D}" srcId="{FCD3DCED-DDBD-445A-847A-2D91B7ECE638}" destId="{9E992741-0711-43A7-920C-B3CD8C46C08E}" srcOrd="0" destOrd="0" parTransId="{A101AF31-519A-4DC7-87F8-B17CBFE36793}" sibTransId="{4093A5AF-8C6A-4E83-97C3-0E21969C7CA8}"/>
    <dgm:cxn modelId="{628798F0-E574-49EA-9347-C981B53540EB}" type="presOf" srcId="{9443B21B-A5C0-4466-806B-195256801DC5}" destId="{26F27F22-0018-400D-A510-681D91141BC5}" srcOrd="0" destOrd="0" presId="urn:microsoft.com/office/officeart/2026/layout/SmallDotsHorizontal"/>
    <dgm:cxn modelId="{66ACB1F9-2963-498A-A919-13EC4F478DDE}" type="presOf" srcId="{4227BEE8-8B8B-4AE9-AA34-CF48994BD9C8}" destId="{A494ED94-559A-40FF-B070-CFCD4552271D}" srcOrd="0" destOrd="0" presId="urn:microsoft.com/office/officeart/2026/layout/SmallDotsHorizontal"/>
    <dgm:cxn modelId="{C3E8B8FA-E030-446F-98C7-D7EA53A3E4D1}" type="presOf" srcId="{9E992741-0711-43A7-920C-B3CD8C46C08E}" destId="{BB49A2C9-068A-4DAB-97EF-FD788F111620}" srcOrd="0" destOrd="0" presId="urn:microsoft.com/office/officeart/2026/layout/SmallDotsHorizontal"/>
    <dgm:cxn modelId="{D68578FD-A7E9-4626-A36C-4F0BA2E2388A}" srcId="{BD9F1B50-6706-4B72-8A80-73E87423FDA3}" destId="{109123CB-AA80-4542-8745-9462DED89744}" srcOrd="2" destOrd="0" parTransId="{2E0A843A-E85E-4570-AAB5-168A7F164236}" sibTransId="{46D49FDB-714A-4508-A10C-C6BDE24F86DE}"/>
    <dgm:cxn modelId="{8C2F24FE-AB3E-49DC-AF8C-B47819F71DA8}" type="presOf" srcId="{0BFC6DCF-A8FB-48F4-A87A-403ABAF61A25}" destId="{15F0E733-3BE4-47ED-9F66-EABF84AA4F40}" srcOrd="0" destOrd="3" presId="urn:microsoft.com/office/officeart/2026/layout/SmallDotsHorizontal"/>
    <dgm:cxn modelId="{49A3BA95-FD39-4CEB-8576-2ED76AB8191E}" type="presParOf" srcId="{3C5BB0D5-538B-4E20-9152-FD7FBDA5ED0A}" destId="{6406255C-29DC-4068-8335-44D019659A54}" srcOrd="0" destOrd="0" presId="urn:microsoft.com/office/officeart/2026/layout/SmallDotsHorizontal"/>
    <dgm:cxn modelId="{318587AF-8B8B-4C8F-B678-65AF2054FCE8}" type="presParOf" srcId="{3C5BB0D5-538B-4E20-9152-FD7FBDA5ED0A}" destId="{2361453D-ACD6-47A7-A3D7-DF29D78C4D22}" srcOrd="1" destOrd="0" presId="urn:microsoft.com/office/officeart/2026/layout/SmallDotsHorizontal"/>
    <dgm:cxn modelId="{EEAC28F3-6816-4A46-A38E-8EC7CD0A6248}" type="presParOf" srcId="{2361453D-ACD6-47A7-A3D7-DF29D78C4D22}" destId="{2CEC8A62-FA6E-4711-8D7F-4B145EEFBAB4}" srcOrd="0" destOrd="0" presId="urn:microsoft.com/office/officeart/2026/layout/SmallDotsHorizontal"/>
    <dgm:cxn modelId="{39962480-B3EE-40F6-8A5A-D115D1801945}" type="presParOf" srcId="{2CEC8A62-FA6E-4711-8D7F-4B145EEFBAB4}" destId="{60555738-B01D-429F-9F88-E8665E05F819}" srcOrd="0" destOrd="0" presId="urn:microsoft.com/office/officeart/2026/layout/SmallDotsHorizontal"/>
    <dgm:cxn modelId="{6F78566E-2ECA-45AB-9E73-71A0A479A525}" type="presParOf" srcId="{2CEC8A62-FA6E-4711-8D7F-4B145EEFBAB4}" destId="{EBFFAB8C-AFAF-409D-A096-7FCC801A8C9E}" srcOrd="1" destOrd="0" presId="urn:microsoft.com/office/officeart/2026/layout/SmallDotsHorizontal"/>
    <dgm:cxn modelId="{C77AB65B-2EF9-4AA6-84FF-34FF7E30FEC8}" type="presParOf" srcId="{2CEC8A62-FA6E-4711-8D7F-4B145EEFBAB4}" destId="{3C6C7FE8-56C0-4CD3-845B-81AB115301C3}" srcOrd="2" destOrd="0" presId="urn:microsoft.com/office/officeart/2026/layout/SmallDotsHorizontal"/>
    <dgm:cxn modelId="{CF6CEAE7-2EEE-467D-BC2E-947EFB27841D}" type="presParOf" srcId="{2CEC8A62-FA6E-4711-8D7F-4B145EEFBAB4}" destId="{15F0E733-3BE4-47ED-9F66-EABF84AA4F40}" srcOrd="3" destOrd="0" presId="urn:microsoft.com/office/officeart/2026/layout/SmallDotsHorizontal"/>
    <dgm:cxn modelId="{E2663D37-51FD-424C-B732-D6EA29263995}" type="presParOf" srcId="{2361453D-ACD6-47A7-A3D7-DF29D78C4D22}" destId="{D63C08CA-70BD-4204-AEC5-90D48EAAC7A8}" srcOrd="1" destOrd="0" presId="urn:microsoft.com/office/officeart/2026/layout/SmallDotsHorizontal"/>
    <dgm:cxn modelId="{C779169A-4CCC-420A-A991-350951D837A4}" type="presParOf" srcId="{2361453D-ACD6-47A7-A3D7-DF29D78C4D22}" destId="{5E338B93-8380-4278-BBA6-10AAD596848E}" srcOrd="2" destOrd="0" presId="urn:microsoft.com/office/officeart/2026/layout/SmallDotsHorizontal"/>
    <dgm:cxn modelId="{A3719A66-FD5E-4364-988C-56F2595ABF56}" type="presParOf" srcId="{5E338B93-8380-4278-BBA6-10AAD596848E}" destId="{6C2653CD-B7A6-4CCB-8AE1-4327929005B9}" srcOrd="0" destOrd="0" presId="urn:microsoft.com/office/officeart/2026/layout/SmallDotsHorizontal"/>
    <dgm:cxn modelId="{D331B1B2-7102-4D9E-A7F9-F1AC97002F0C}" type="presParOf" srcId="{5E338B93-8380-4278-BBA6-10AAD596848E}" destId="{37BB8CD9-BDEC-4E9D-A322-9BC69CB38F41}" srcOrd="1" destOrd="0" presId="urn:microsoft.com/office/officeart/2026/layout/SmallDotsHorizontal"/>
    <dgm:cxn modelId="{4E5D9E7F-3D96-4D4D-90EC-7D3BF8EFAF7D}" type="presParOf" srcId="{5E338B93-8380-4278-BBA6-10AAD596848E}" destId="{4163E75B-6923-464B-9368-0C472123D76E}" srcOrd="2" destOrd="0" presId="urn:microsoft.com/office/officeart/2026/layout/SmallDotsHorizontal"/>
    <dgm:cxn modelId="{F16C6DBE-D0F7-4EF9-A71E-FD25F6AFE597}" type="presParOf" srcId="{5E338B93-8380-4278-BBA6-10AAD596848E}" destId="{B622BF87-448F-4F32-8213-2CAEA3230771}" srcOrd="3" destOrd="0" presId="urn:microsoft.com/office/officeart/2026/layout/SmallDotsHorizontal"/>
    <dgm:cxn modelId="{A4478916-001D-4E05-BD71-61CD902AED2D}" type="presParOf" srcId="{2361453D-ACD6-47A7-A3D7-DF29D78C4D22}" destId="{1B4A58E4-CCA0-4223-8250-F39D4BEC04CC}" srcOrd="3" destOrd="0" presId="urn:microsoft.com/office/officeart/2026/layout/SmallDotsHorizontal"/>
    <dgm:cxn modelId="{2D64320A-D736-4783-8287-FBDE8F0F65AA}" type="presParOf" srcId="{2361453D-ACD6-47A7-A3D7-DF29D78C4D22}" destId="{EFB946D0-1A84-4B36-8C7A-683E4A98DB71}" srcOrd="4" destOrd="0" presId="urn:microsoft.com/office/officeart/2026/layout/SmallDotsHorizontal"/>
    <dgm:cxn modelId="{E4B0662F-0376-4712-ADA4-FB26161AC7DA}" type="presParOf" srcId="{EFB946D0-1A84-4B36-8C7A-683E4A98DB71}" destId="{460D3D7A-D9B7-4745-8B4F-19959AD8A623}" srcOrd="0" destOrd="0" presId="urn:microsoft.com/office/officeart/2026/layout/SmallDotsHorizontal"/>
    <dgm:cxn modelId="{80A6D3EE-0DE5-4384-8161-380344C54BFD}" type="presParOf" srcId="{EFB946D0-1A84-4B36-8C7A-683E4A98DB71}" destId="{CACC29AE-D8BC-440B-A0A8-937E370F0C7F}" srcOrd="1" destOrd="0" presId="urn:microsoft.com/office/officeart/2026/layout/SmallDotsHorizontal"/>
    <dgm:cxn modelId="{E18BF99A-9A41-4592-90DE-8B856118682B}" type="presParOf" srcId="{EFB946D0-1A84-4B36-8C7A-683E4A98DB71}" destId="{6272D90F-FEA4-4DCF-82A0-FFB519CAA913}" srcOrd="2" destOrd="0" presId="urn:microsoft.com/office/officeart/2026/layout/SmallDotsHorizontal"/>
    <dgm:cxn modelId="{E7587004-C139-44BC-96C1-660BD51CF586}" type="presParOf" srcId="{EFB946D0-1A84-4B36-8C7A-683E4A98DB71}" destId="{DF442B12-D007-4F58-934D-BDEC106DDBA2}" srcOrd="3" destOrd="0" presId="urn:microsoft.com/office/officeart/2026/layout/SmallDotsHorizontal"/>
    <dgm:cxn modelId="{8E7F449C-3E3E-4FC7-9C0D-1AC107D20FC1}" type="presParOf" srcId="{2361453D-ACD6-47A7-A3D7-DF29D78C4D22}" destId="{0241496D-AFDC-4805-B9B6-F060D8D48D66}" srcOrd="5" destOrd="0" presId="urn:microsoft.com/office/officeart/2026/layout/SmallDotsHorizontal"/>
    <dgm:cxn modelId="{808E18E2-0D76-48C5-A28C-A0AB2CB89C45}" type="presParOf" srcId="{2361453D-ACD6-47A7-A3D7-DF29D78C4D22}" destId="{3AAD19E9-50A1-4562-8A83-0607B362D0C2}" srcOrd="6" destOrd="0" presId="urn:microsoft.com/office/officeart/2026/layout/SmallDotsHorizontal"/>
    <dgm:cxn modelId="{E957D2C5-7AD7-4856-99FE-59CFEDF2C593}" type="presParOf" srcId="{3AAD19E9-50A1-4562-8A83-0607B362D0C2}" destId="{DC06209D-9062-4F96-AD4C-9A5C878C6451}" srcOrd="0" destOrd="0" presId="urn:microsoft.com/office/officeart/2026/layout/SmallDotsHorizontal"/>
    <dgm:cxn modelId="{42303EE1-3EE0-466B-B6DA-A3871285B505}" type="presParOf" srcId="{3AAD19E9-50A1-4562-8A83-0607B362D0C2}" destId="{199ACFB7-BBB6-4AD7-9BEC-EE41610E0ABE}" srcOrd="1" destOrd="0" presId="urn:microsoft.com/office/officeart/2026/layout/SmallDotsHorizontal"/>
    <dgm:cxn modelId="{5C8E02A1-C4A1-4EF5-AB9D-2433A7FFB815}" type="presParOf" srcId="{3AAD19E9-50A1-4562-8A83-0607B362D0C2}" destId="{DFAABB18-6330-47E0-BC12-A8B351237D71}" srcOrd="2" destOrd="0" presId="urn:microsoft.com/office/officeart/2026/layout/SmallDotsHorizontal"/>
    <dgm:cxn modelId="{9650EC80-C966-4BAC-B1AC-E9AA5CF10158}" type="presParOf" srcId="{3AAD19E9-50A1-4562-8A83-0607B362D0C2}" destId="{151CC74E-AE6E-45C6-9F19-B78477D95300}" srcOrd="3" destOrd="0" presId="urn:microsoft.com/office/officeart/2026/layout/SmallDotsHorizontal"/>
    <dgm:cxn modelId="{E17DC610-41E2-4208-A65F-079668EB2599}" type="presParOf" srcId="{2361453D-ACD6-47A7-A3D7-DF29D78C4D22}" destId="{30309405-BE07-458E-90B8-65DFEC9669F3}" srcOrd="7" destOrd="0" presId="urn:microsoft.com/office/officeart/2026/layout/SmallDotsHorizontal"/>
    <dgm:cxn modelId="{BE7EBDCA-52CE-496A-8CCC-4C84A8C969A3}" type="presParOf" srcId="{2361453D-ACD6-47A7-A3D7-DF29D78C4D22}" destId="{C75ECE10-F047-4548-9791-8BA28A97F016}" srcOrd="8" destOrd="0" presId="urn:microsoft.com/office/officeart/2026/layout/SmallDotsHorizontal"/>
    <dgm:cxn modelId="{2D5DA993-9BA3-4B69-808E-88B538D2FE34}" type="presParOf" srcId="{C75ECE10-F047-4548-9791-8BA28A97F016}" destId="{B216ED87-503F-4B79-987B-35D03D81D27A}" srcOrd="0" destOrd="0" presId="urn:microsoft.com/office/officeart/2026/layout/SmallDotsHorizontal"/>
    <dgm:cxn modelId="{AE090A5D-A7C2-4D3B-AD69-90893534D7BA}" type="presParOf" srcId="{C75ECE10-F047-4548-9791-8BA28A97F016}" destId="{26F27F22-0018-400D-A510-681D91141BC5}" srcOrd="1" destOrd="0" presId="urn:microsoft.com/office/officeart/2026/layout/SmallDotsHorizontal"/>
    <dgm:cxn modelId="{74DD35E4-A8D8-426D-88BA-1BAD6236B6F4}" type="presParOf" srcId="{C75ECE10-F047-4548-9791-8BA28A97F016}" destId="{DF5B015D-B7BF-4C70-A70C-8F831BE27577}" srcOrd="2" destOrd="0" presId="urn:microsoft.com/office/officeart/2026/layout/SmallDotsHorizontal"/>
    <dgm:cxn modelId="{411B806A-7543-4F6F-82C3-73AC22F70516}" type="presParOf" srcId="{C75ECE10-F047-4548-9791-8BA28A97F016}" destId="{A494ED94-559A-40FF-B070-CFCD4552271D}" srcOrd="3" destOrd="0" presId="urn:microsoft.com/office/officeart/2026/layout/SmallDotsHorizontal"/>
    <dgm:cxn modelId="{71E0C37E-ADFE-48A2-A521-0FA52CF5E9F4}" type="presParOf" srcId="{2361453D-ACD6-47A7-A3D7-DF29D78C4D22}" destId="{AC937F82-4490-49EA-8252-7E1E538C9FDD}" srcOrd="9" destOrd="0" presId="urn:microsoft.com/office/officeart/2026/layout/SmallDotsHorizontal"/>
    <dgm:cxn modelId="{231533A3-676E-4D7C-B0E9-3EFBA5C9C97E}" type="presParOf" srcId="{2361453D-ACD6-47A7-A3D7-DF29D78C4D22}" destId="{00554E80-4FC9-45C4-9D99-B90FA450C7A1}" srcOrd="10" destOrd="0" presId="urn:microsoft.com/office/officeart/2026/layout/SmallDotsHorizontal"/>
    <dgm:cxn modelId="{5A9ECA99-EDAE-49FB-8B43-9F59C63BF2A3}" type="presParOf" srcId="{00554E80-4FC9-45C4-9D99-B90FA450C7A1}" destId="{584FD5CB-5DC8-4D1D-8A71-FFEF44E160A7}" srcOrd="0" destOrd="0" presId="urn:microsoft.com/office/officeart/2026/layout/SmallDotsHorizontal"/>
    <dgm:cxn modelId="{01BD987C-6211-442D-83E4-F3D6A92F9E02}" type="presParOf" srcId="{00554E80-4FC9-45C4-9D99-B90FA450C7A1}" destId="{D8B04D15-948B-4AD0-BFCD-EF8C69694E34}" srcOrd="1" destOrd="0" presId="urn:microsoft.com/office/officeart/2026/layout/SmallDotsHorizontal"/>
    <dgm:cxn modelId="{55FD5A32-65E8-4F0B-8A65-D0D3898948FC}" type="presParOf" srcId="{00554E80-4FC9-45C4-9D99-B90FA450C7A1}" destId="{F810B69E-7300-44BB-95DD-66E581E1A7C0}" srcOrd="2" destOrd="0" presId="urn:microsoft.com/office/officeart/2026/layout/SmallDotsHorizontal"/>
    <dgm:cxn modelId="{F67929F2-7039-4DE2-9233-2EB8F2B671C0}" type="presParOf" srcId="{00554E80-4FC9-45C4-9D99-B90FA450C7A1}" destId="{BB49A2C9-068A-4DAB-97EF-FD788F111620}" srcOrd="3" destOrd="0" presId="urn:microsoft.com/office/officeart/2026/layout/Small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6255C-29DC-4068-8335-44D019659A54}">
      <dsp:nvSpPr>
        <dsp:cNvPr id="0" name=""/>
        <dsp:cNvSpPr/>
      </dsp:nvSpPr>
      <dsp:spPr>
        <a:xfrm>
          <a:off x="165100" y="2430145"/>
          <a:ext cx="7924800" cy="1651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FAB8C-AFAF-409D-A096-7FCC801A8C9E}">
      <dsp:nvSpPr>
        <dsp:cNvPr id="0" name=""/>
        <dsp:cNvSpPr/>
      </dsp:nvSpPr>
      <dsp:spPr>
        <a:xfrm>
          <a:off x="167276" y="497839"/>
          <a:ext cx="1267271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800" kern="1200"/>
            <a:t>Branch A Root</a:t>
          </a:r>
        </a:p>
      </dsp:txBody>
      <dsp:txXfrm>
        <a:off x="167276" y="497839"/>
        <a:ext cx="1267271" cy="1554480"/>
      </dsp:txXfrm>
    </dsp:sp>
    <dsp:sp modelId="{3C6C7FE8-56C0-4CD3-845B-81AB115301C3}">
      <dsp:nvSpPr>
        <dsp:cNvPr id="0" name=""/>
        <dsp:cNvSpPr/>
      </dsp:nvSpPr>
      <dsp:spPr>
        <a:xfrm>
          <a:off x="709472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0E733-3BE4-47ED-9F66-EABF84AA4F40}">
      <dsp:nvSpPr>
        <dsp:cNvPr id="0" name=""/>
        <dsp:cNvSpPr/>
      </dsp:nvSpPr>
      <dsp:spPr>
        <a:xfrm>
          <a:off x="167276" y="2829559"/>
          <a:ext cx="1267271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Child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Grandchild with long text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/>
        </a:p>
      </dsp:txBody>
      <dsp:txXfrm>
        <a:off x="167276" y="2829559"/>
        <a:ext cx="1267271" cy="2250440"/>
      </dsp:txXfrm>
    </dsp:sp>
    <dsp:sp modelId="{37BB8CD9-BDEC-4E9D-A322-9BC69CB38F41}">
      <dsp:nvSpPr>
        <dsp:cNvPr id="0" name=""/>
        <dsp:cNvSpPr/>
      </dsp:nvSpPr>
      <dsp:spPr>
        <a:xfrm>
          <a:off x="1497911" y="497839"/>
          <a:ext cx="1267271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800" kern="1200"/>
            <a:t>Branch B Root</a:t>
          </a:r>
        </a:p>
      </dsp:txBody>
      <dsp:txXfrm>
        <a:off x="1497911" y="497839"/>
        <a:ext cx="1267271" cy="1554480"/>
      </dsp:txXfrm>
    </dsp:sp>
    <dsp:sp modelId="{4163E75B-6923-464B-9368-0C472123D76E}">
      <dsp:nvSpPr>
        <dsp:cNvPr id="0" name=""/>
        <dsp:cNvSpPr/>
      </dsp:nvSpPr>
      <dsp:spPr>
        <a:xfrm>
          <a:off x="2040107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2BF87-448F-4F32-8213-2CAEA3230771}">
      <dsp:nvSpPr>
        <dsp:cNvPr id="0" name=""/>
        <dsp:cNvSpPr/>
      </dsp:nvSpPr>
      <dsp:spPr>
        <a:xfrm>
          <a:off x="1497911" y="2829559"/>
          <a:ext cx="1267271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20320" bIns="101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497911" y="2829559"/>
        <a:ext cx="1267271" cy="2250440"/>
      </dsp:txXfrm>
    </dsp:sp>
    <dsp:sp modelId="{CACC29AE-D8BC-440B-A0A8-937E370F0C7F}">
      <dsp:nvSpPr>
        <dsp:cNvPr id="0" name=""/>
        <dsp:cNvSpPr/>
      </dsp:nvSpPr>
      <dsp:spPr>
        <a:xfrm>
          <a:off x="2828546" y="497839"/>
          <a:ext cx="1267271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800" kern="1200"/>
            <a:t>Branch B Child</a:t>
          </a:r>
        </a:p>
      </dsp:txBody>
      <dsp:txXfrm>
        <a:off x="2828546" y="497839"/>
        <a:ext cx="1267271" cy="1554480"/>
      </dsp:txXfrm>
    </dsp:sp>
    <dsp:sp modelId="{6272D90F-FEA4-4DCF-82A0-FFB519CAA913}">
      <dsp:nvSpPr>
        <dsp:cNvPr id="0" name=""/>
        <dsp:cNvSpPr/>
      </dsp:nvSpPr>
      <dsp:spPr>
        <a:xfrm>
          <a:off x="3370742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2B12-D007-4F58-934D-BDEC106DDBA2}">
      <dsp:nvSpPr>
        <dsp:cNvPr id="0" name=""/>
        <dsp:cNvSpPr/>
      </dsp:nvSpPr>
      <dsp:spPr>
        <a:xfrm>
          <a:off x="2828546" y="2829559"/>
          <a:ext cx="1267271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20320" bIns="101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828546" y="2829559"/>
        <a:ext cx="1267271" cy="2250440"/>
      </dsp:txXfrm>
    </dsp:sp>
    <dsp:sp modelId="{199ACFB7-BBB6-4AD7-9BEC-EE41610E0ABE}">
      <dsp:nvSpPr>
        <dsp:cNvPr id="0" name=""/>
        <dsp:cNvSpPr/>
      </dsp:nvSpPr>
      <dsp:spPr>
        <a:xfrm>
          <a:off x="4159181" y="497839"/>
          <a:ext cx="1267271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800" kern="1200"/>
            <a:t>Branch B Grandchild</a:t>
          </a:r>
        </a:p>
      </dsp:txBody>
      <dsp:txXfrm>
        <a:off x="4159181" y="497839"/>
        <a:ext cx="1267271" cy="1554480"/>
      </dsp:txXfrm>
    </dsp:sp>
    <dsp:sp modelId="{DFAABB18-6330-47E0-BC12-A8B351237D71}">
      <dsp:nvSpPr>
        <dsp:cNvPr id="0" name=""/>
        <dsp:cNvSpPr/>
      </dsp:nvSpPr>
      <dsp:spPr>
        <a:xfrm>
          <a:off x="4701377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CC74E-AE6E-45C6-9F19-B78477D95300}">
      <dsp:nvSpPr>
        <dsp:cNvPr id="0" name=""/>
        <dsp:cNvSpPr/>
      </dsp:nvSpPr>
      <dsp:spPr>
        <a:xfrm>
          <a:off x="4159181" y="2829559"/>
          <a:ext cx="1267271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20320" bIns="101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159181" y="2829559"/>
        <a:ext cx="1267271" cy="2250440"/>
      </dsp:txXfrm>
    </dsp:sp>
    <dsp:sp modelId="{26F27F22-0018-400D-A510-681D91141BC5}">
      <dsp:nvSpPr>
        <dsp:cNvPr id="0" name=""/>
        <dsp:cNvSpPr/>
      </dsp:nvSpPr>
      <dsp:spPr>
        <a:xfrm>
          <a:off x="5489816" y="497839"/>
          <a:ext cx="1267271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800" kern="1200"/>
            <a:t>Branch C Root</a:t>
          </a:r>
        </a:p>
      </dsp:txBody>
      <dsp:txXfrm>
        <a:off x="5489816" y="497839"/>
        <a:ext cx="1267271" cy="1554480"/>
      </dsp:txXfrm>
    </dsp:sp>
    <dsp:sp modelId="{DF5B015D-B7BF-4C70-A70C-8F831BE27577}">
      <dsp:nvSpPr>
        <dsp:cNvPr id="0" name=""/>
        <dsp:cNvSpPr/>
      </dsp:nvSpPr>
      <dsp:spPr>
        <a:xfrm>
          <a:off x="6032012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4ED94-559A-40FF-B070-CFCD4552271D}">
      <dsp:nvSpPr>
        <dsp:cNvPr id="0" name=""/>
        <dsp:cNvSpPr/>
      </dsp:nvSpPr>
      <dsp:spPr>
        <a:xfrm>
          <a:off x="5489816" y="2829559"/>
          <a:ext cx="1267271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20320" bIns="101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489816" y="2829559"/>
        <a:ext cx="1267271" cy="2250440"/>
      </dsp:txXfrm>
    </dsp:sp>
    <dsp:sp modelId="{D8B04D15-948B-4AD0-BFCD-EF8C69694E34}">
      <dsp:nvSpPr>
        <dsp:cNvPr id="0" name=""/>
        <dsp:cNvSpPr/>
      </dsp:nvSpPr>
      <dsp:spPr>
        <a:xfrm>
          <a:off x="6820451" y="497839"/>
          <a:ext cx="1267271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1800" kern="1200"/>
            <a:t>Branch C Child</a:t>
          </a:r>
        </a:p>
      </dsp:txBody>
      <dsp:txXfrm>
        <a:off x="6820451" y="497839"/>
        <a:ext cx="1267271" cy="1554480"/>
      </dsp:txXfrm>
    </dsp:sp>
    <dsp:sp modelId="{F810B69E-7300-44BB-95DD-66E581E1A7C0}">
      <dsp:nvSpPr>
        <dsp:cNvPr id="0" name=""/>
        <dsp:cNvSpPr/>
      </dsp:nvSpPr>
      <dsp:spPr>
        <a:xfrm>
          <a:off x="7362647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9A2C9-068A-4DAB-97EF-FD788F111620}">
      <dsp:nvSpPr>
        <dsp:cNvPr id="0" name=""/>
        <dsp:cNvSpPr/>
      </dsp:nvSpPr>
      <dsp:spPr>
        <a:xfrm>
          <a:off x="6820451" y="2829559"/>
          <a:ext cx="1267271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20320" bIns="101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820451" y="2829559"/>
        <a:ext cx="1267271" cy="2250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SmallDotsHorizontal">
  <dgm:title val=""/>
  <dgm:desc val=""/>
  <dgm:catLst>
    <dgm:cat type="timeline" pri="107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connLine" refType="w" fact="0.02"/>
      <dgm:constr type="w" for="ch" forName="connLine" refType="w" fact="0.96"/>
      <dgm:constr type="ctrY" for="ch" forName="connLine" refType="h" fact="0.48"/>
      <dgm:constr type="h" for="ch" forName="connLine" refType="w" fact="0.002"/>
      <dgm:constr type="l" for="ch" forName="itemsFlow" refType="w" fact="0.02"/>
      <dgm:constr type="w" for="ch" forName="itemsFlow" refType="w" fact="0.96"/>
      <dgm:constr type="t" for="ch" forName="itemsFlow"/>
      <dgm:constr type="h" for="ch" forName="itemsFlow" refType="h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spacer" refType="w" refFor="ch" refForName="item" fact="0.0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098"/>
            <dgm:constr type="w" for="ch" forName="titleText" refType="w"/>
            <dgm:constr type="h" for="ch" forName="titleText" refType="h" fact="0.306"/>
            <dgm:constr type="ctrX" for="ch" forName="dot" refType="w" fact="0.5"/>
            <dgm:constr type="ctrY" for="ch" forName="dot" refType="h" fact="0.48"/>
            <dgm:constr type="w" for="ch" forName="dot" refType="h" fact="0.036"/>
            <dgm:constr type="h" for="ch" forName="dot" refType="h" fact="0.036"/>
            <dgm:constr type="l" for="ch" forName="descText"/>
            <dgm:constr type="t" for="ch" forName="descText" refType="h" fact="0.557"/>
            <dgm:constr type="w" for="ch" forName="descText" refType="w"/>
            <dgm:constr type="h" for="ch" forName="descText" refType="h" fact="0.44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NoLn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2500-F773-532C-BDBD-ECACD5D24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EF4DC-8AD5-18E9-30C7-84EFC902E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F16F5-623A-FDFA-40D3-77DF5BC7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6048C-9527-F191-D611-40F374F5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862F6-8DBF-5760-648E-52702B5C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1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EB51-88B8-E555-2906-A78C5342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021E9-2E6C-6BFB-E8CE-B714849E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DD8CB-AED6-15B1-951A-A156697A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E3689-C8B0-5C76-A744-3F7A5E28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16FB1-E7DA-88FB-2AAF-9D13F6CF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6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74E2-2D01-8A7F-70DF-DD63BE16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E2D06-5893-CB7F-2792-6642B4530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B9254-1D4A-F722-A915-7B8EA6460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976B2-7E7C-847F-32EA-E55DC0F77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43D21-D623-C122-692B-ED14B713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9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7C9B-30EE-3202-2657-DA6AAC88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86B2-BA50-02F8-C0F6-4F659C6CD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8E422-12D4-FA93-7CD3-5B71BCCDA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87085-76C4-9AFF-1481-7DA1B9DF5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6A6BB-081C-FDB1-3D74-B83639C9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1BC9F-AA46-2671-828A-23C58220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5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7F85-4A5F-2B98-F345-5C37E931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C50F7-CA0C-6657-345B-F936D2DFA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85716-87AE-1992-EB02-EE9B55253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65131-8DFD-27C6-3C42-E40615EB3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5A979-657C-671E-8440-D2C2BC454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6685C-3EB0-7FB5-75EE-A8CC40F2D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742D0-D296-1F07-80E5-960E7B5C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59154-8B59-9D57-49A7-E857E0C7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7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46E52-E3E2-210E-929F-0088EA81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0E833-7233-5EFC-0A14-DB083D1B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3C7B3-8DFE-19DF-BA0A-06B9E420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CCA44-A43F-1FF4-0A08-441548C4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3F662-9EFF-E0E8-BF4F-CFDEA104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95BB42-6F7B-E788-884E-93F4656B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E0740-D5AC-7DF9-A96A-CA9C035A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4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DA41-D391-899D-8482-06273A404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26F98-CD32-4303-F8D0-F762C600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A9A22-6022-8EB5-5B79-2A3007FE5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8E837-337E-A439-93F6-5AA1FA39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B7E46-FB6F-80AC-F03C-DAF2645B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EA48B-279C-4465-C343-8667C8A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8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2475-C28C-C82D-908D-9A90F297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5F76C-12C0-EC76-F9A5-963B505DC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1E9BC-1CC0-DDE7-A4F4-8FF2C886B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684EA-85FE-6561-81B6-2AB5EEC1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66EFD-1C62-C13B-3577-9BCF0301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D3A72-24E7-E4AA-79E1-B4FFC44D6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1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82F4-A9B5-F80E-EBB4-DF90208C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90278-AE5C-BD35-0A8B-DD72A6698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4B0F8-DFBC-24B2-03DF-F65BC245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99C6-3432-573B-1864-CD7A10C4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7D7BF-A681-545B-BD91-E4BB63E7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5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DD33D-7ECD-CC45-1D5B-CDB66031E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64987-E24D-3E9F-753C-AE154DFCB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87B81-7D84-7DBB-B656-21E3B023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D0BE7-9159-52AA-54DE-44445D9A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5C499-1B68-2855-3BD2-A75C238B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6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C6982-8F45-E13C-5C7E-0C97D949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A922D-14A4-02B5-087D-0343CBDDE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CE3C3-531D-096E-F8BB-7BD807AF8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E327A-6423-4B14-B432-C63C44676E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BD967-0708-A04E-3950-618F9287D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CEFED-6130-E132-0690-688EED425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1797D-C7EC-4612-9A0B-6AD0B12DDF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58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00F6AC9-2558-BADE-5A1E-EA239BE7A8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805779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229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2026-09-06T08:15:10Z</dcterms:created>
  <dcterms:modified xsi:type="dcterms:W3CDTF">2026-09-06T08:15:12Z</dcterms:modified>
</cp:coreProperties>
</file>