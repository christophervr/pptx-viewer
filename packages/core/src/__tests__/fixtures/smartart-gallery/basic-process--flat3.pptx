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17B2CD-1F7F-4605-AA60-0369236EDEF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A243F0B-4521-47A9-9136-A0B04BD0511C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41701013-FED8-4950-9F7C-FCA33D6CD2EC}" type="parTrans" cxnId="{6C1ABC24-A1B8-45B7-8B71-B60AE1B0D408}">
      <dgm:prSet/>
      <dgm:spPr/>
    </dgm:pt>
    <dgm:pt modelId="{FE513AD6-46E4-433C-AADA-D2FD5DC91B58}" type="sibTrans" cxnId="{6C1ABC24-A1B8-45B7-8B71-B60AE1B0D408}">
      <dgm:prSet/>
      <dgm:spPr/>
      <dgm:t>
        <a:bodyPr/>
        <a:lstStyle/>
        <a:p>
          <a:endParaRPr lang="en-US"/>
        </a:p>
      </dgm:t>
    </dgm:pt>
    <dgm:pt modelId="{265BFEEC-9AEF-42AC-A154-54661F0DBF01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BB7175AD-36B5-4DF6-92B4-56E972DB824C}" type="parTrans" cxnId="{91AEF99B-4054-47A6-9526-F3A58FCDCAFA}">
      <dgm:prSet/>
      <dgm:spPr/>
    </dgm:pt>
    <dgm:pt modelId="{9D86727E-E579-4C03-A3C1-0821D3E4761E}" type="sibTrans" cxnId="{91AEF99B-4054-47A6-9526-F3A58FCDCAFA}">
      <dgm:prSet/>
      <dgm:spPr/>
      <dgm:t>
        <a:bodyPr/>
        <a:lstStyle/>
        <a:p>
          <a:endParaRPr lang="en-US"/>
        </a:p>
      </dgm:t>
    </dgm:pt>
    <dgm:pt modelId="{47E943EB-6ED1-4A75-BFF6-FB64A008CDE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A751338-0238-45D8-AA07-99E399A52BC2}" type="parTrans" cxnId="{6BE613D2-A692-4CC3-9569-E45CD7F45409}">
      <dgm:prSet/>
      <dgm:spPr/>
    </dgm:pt>
    <dgm:pt modelId="{9ED811BC-1407-4714-BCA4-8ED0A2F6BA02}" type="sibTrans" cxnId="{6BE613D2-A692-4CC3-9569-E45CD7F45409}">
      <dgm:prSet/>
      <dgm:spPr/>
    </dgm:pt>
    <dgm:pt modelId="{0D8E6657-1122-48A7-8787-E12DC56145E7}" type="pres">
      <dgm:prSet presAssocID="{6817B2CD-1F7F-4605-AA60-0369236EDEF5}" presName="Name0" presStyleCnt="0">
        <dgm:presLayoutVars>
          <dgm:dir/>
          <dgm:resizeHandles val="exact"/>
        </dgm:presLayoutVars>
      </dgm:prSet>
      <dgm:spPr/>
    </dgm:pt>
    <dgm:pt modelId="{66436B8F-A083-45E2-8F10-47D0ECAB31C3}" type="pres">
      <dgm:prSet presAssocID="{AA243F0B-4521-47A9-9136-A0B04BD0511C}" presName="node" presStyleLbl="node1" presStyleIdx="0" presStyleCnt="3">
        <dgm:presLayoutVars>
          <dgm:bulletEnabled val="1"/>
        </dgm:presLayoutVars>
      </dgm:prSet>
      <dgm:spPr/>
    </dgm:pt>
    <dgm:pt modelId="{FF77D53D-8D05-4522-9FE5-FED217445E33}" type="pres">
      <dgm:prSet presAssocID="{FE513AD6-46E4-433C-AADA-D2FD5DC91B58}" presName="sibTrans" presStyleLbl="sibTrans2D1" presStyleIdx="0" presStyleCnt="2"/>
      <dgm:spPr/>
    </dgm:pt>
    <dgm:pt modelId="{D1531752-41C2-416B-BF7E-0D7C7D654E53}" type="pres">
      <dgm:prSet presAssocID="{FE513AD6-46E4-433C-AADA-D2FD5DC91B58}" presName="connectorText" presStyleLbl="sibTrans2D1" presStyleIdx="0" presStyleCnt="2"/>
      <dgm:spPr/>
    </dgm:pt>
    <dgm:pt modelId="{39889B5E-1ED5-4A4C-96CF-472D0B5FCDF4}" type="pres">
      <dgm:prSet presAssocID="{265BFEEC-9AEF-42AC-A154-54661F0DBF01}" presName="node" presStyleLbl="node1" presStyleIdx="1" presStyleCnt="3">
        <dgm:presLayoutVars>
          <dgm:bulletEnabled val="1"/>
        </dgm:presLayoutVars>
      </dgm:prSet>
      <dgm:spPr/>
    </dgm:pt>
    <dgm:pt modelId="{6A4D920D-6D48-4BBA-B524-1AE89676252E}" type="pres">
      <dgm:prSet presAssocID="{9D86727E-E579-4C03-A3C1-0821D3E4761E}" presName="sibTrans" presStyleLbl="sibTrans2D1" presStyleIdx="1" presStyleCnt="2"/>
      <dgm:spPr/>
    </dgm:pt>
    <dgm:pt modelId="{FCAF78A7-185E-4D70-859E-5888F3EBB979}" type="pres">
      <dgm:prSet presAssocID="{9D86727E-E579-4C03-A3C1-0821D3E4761E}" presName="connectorText" presStyleLbl="sibTrans2D1" presStyleIdx="1" presStyleCnt="2"/>
      <dgm:spPr/>
    </dgm:pt>
    <dgm:pt modelId="{F93DD0D5-5558-4E3D-9465-4128C0E73EF4}" type="pres">
      <dgm:prSet presAssocID="{47E943EB-6ED1-4A75-BFF6-FB64A008CDE9}" presName="node" presStyleLbl="node1" presStyleIdx="2" presStyleCnt="3">
        <dgm:presLayoutVars>
          <dgm:bulletEnabled val="1"/>
        </dgm:presLayoutVars>
      </dgm:prSet>
      <dgm:spPr/>
    </dgm:pt>
  </dgm:ptLst>
  <dgm:cxnLst>
    <dgm:cxn modelId="{857D4D01-AD75-4B66-8B07-8F65E576D14B}" type="presOf" srcId="{9D86727E-E579-4C03-A3C1-0821D3E4761E}" destId="{6A4D920D-6D48-4BBA-B524-1AE89676252E}" srcOrd="0" destOrd="0" presId="urn:microsoft.com/office/officeart/2005/8/layout/process1"/>
    <dgm:cxn modelId="{6C1ABC24-A1B8-45B7-8B71-B60AE1B0D408}" srcId="{6817B2CD-1F7F-4605-AA60-0369236EDEF5}" destId="{AA243F0B-4521-47A9-9136-A0B04BD0511C}" srcOrd="0" destOrd="0" parTransId="{41701013-FED8-4950-9F7C-FCA33D6CD2EC}" sibTransId="{FE513AD6-46E4-433C-AADA-D2FD5DC91B58}"/>
    <dgm:cxn modelId="{E08A522C-952C-469D-BAE6-733E932CD8D1}" type="presOf" srcId="{FE513AD6-46E4-433C-AADA-D2FD5DC91B58}" destId="{D1531752-41C2-416B-BF7E-0D7C7D654E53}" srcOrd="1" destOrd="0" presId="urn:microsoft.com/office/officeart/2005/8/layout/process1"/>
    <dgm:cxn modelId="{F718E53B-9080-4B75-8198-B5C432C25534}" type="presOf" srcId="{6817B2CD-1F7F-4605-AA60-0369236EDEF5}" destId="{0D8E6657-1122-48A7-8787-E12DC56145E7}" srcOrd="0" destOrd="0" presId="urn:microsoft.com/office/officeart/2005/8/layout/process1"/>
    <dgm:cxn modelId="{7BB48B3F-1259-496B-9316-083C70719216}" type="presOf" srcId="{AA243F0B-4521-47A9-9136-A0B04BD0511C}" destId="{66436B8F-A083-45E2-8F10-47D0ECAB31C3}" srcOrd="0" destOrd="0" presId="urn:microsoft.com/office/officeart/2005/8/layout/process1"/>
    <dgm:cxn modelId="{A980624D-5FF8-4BBF-9C40-BBF864FEDBB2}" type="presOf" srcId="{47E943EB-6ED1-4A75-BFF6-FB64A008CDE9}" destId="{F93DD0D5-5558-4E3D-9465-4128C0E73EF4}" srcOrd="0" destOrd="0" presId="urn:microsoft.com/office/officeart/2005/8/layout/process1"/>
    <dgm:cxn modelId="{B93D1388-A684-4D18-827C-35257DEC1B99}" type="presOf" srcId="{9D86727E-E579-4C03-A3C1-0821D3E4761E}" destId="{FCAF78A7-185E-4D70-859E-5888F3EBB979}" srcOrd="1" destOrd="0" presId="urn:microsoft.com/office/officeart/2005/8/layout/process1"/>
    <dgm:cxn modelId="{6C18A798-3FBA-41E1-8EDE-E5DFB2B94F15}" type="presOf" srcId="{265BFEEC-9AEF-42AC-A154-54661F0DBF01}" destId="{39889B5E-1ED5-4A4C-96CF-472D0B5FCDF4}" srcOrd="0" destOrd="0" presId="urn:microsoft.com/office/officeart/2005/8/layout/process1"/>
    <dgm:cxn modelId="{91AEF99B-4054-47A6-9526-F3A58FCDCAFA}" srcId="{6817B2CD-1F7F-4605-AA60-0369236EDEF5}" destId="{265BFEEC-9AEF-42AC-A154-54661F0DBF01}" srcOrd="1" destOrd="0" parTransId="{BB7175AD-36B5-4DF6-92B4-56E972DB824C}" sibTransId="{9D86727E-E579-4C03-A3C1-0821D3E4761E}"/>
    <dgm:cxn modelId="{1D9B05B7-D0E0-407F-ADAC-0ECD6FEF2CA7}" type="presOf" srcId="{FE513AD6-46E4-433C-AADA-D2FD5DC91B58}" destId="{FF77D53D-8D05-4522-9FE5-FED217445E33}" srcOrd="0" destOrd="0" presId="urn:microsoft.com/office/officeart/2005/8/layout/process1"/>
    <dgm:cxn modelId="{6BE613D2-A692-4CC3-9569-E45CD7F45409}" srcId="{6817B2CD-1F7F-4605-AA60-0369236EDEF5}" destId="{47E943EB-6ED1-4A75-BFF6-FB64A008CDE9}" srcOrd="2" destOrd="0" parTransId="{DA751338-0238-45D8-AA07-99E399A52BC2}" sibTransId="{9ED811BC-1407-4714-BCA4-8ED0A2F6BA02}"/>
    <dgm:cxn modelId="{33EA8332-3C06-428C-A418-DBFB634D7535}" type="presParOf" srcId="{0D8E6657-1122-48A7-8787-E12DC56145E7}" destId="{66436B8F-A083-45E2-8F10-47D0ECAB31C3}" srcOrd="0" destOrd="0" presId="urn:microsoft.com/office/officeart/2005/8/layout/process1"/>
    <dgm:cxn modelId="{DB113EEF-2071-4811-8893-15D4BAF1853E}" type="presParOf" srcId="{0D8E6657-1122-48A7-8787-E12DC56145E7}" destId="{FF77D53D-8D05-4522-9FE5-FED217445E33}" srcOrd="1" destOrd="0" presId="urn:microsoft.com/office/officeart/2005/8/layout/process1"/>
    <dgm:cxn modelId="{950C0507-0196-4D93-86EA-E6A46021D0F9}" type="presParOf" srcId="{FF77D53D-8D05-4522-9FE5-FED217445E33}" destId="{D1531752-41C2-416B-BF7E-0D7C7D654E53}" srcOrd="0" destOrd="0" presId="urn:microsoft.com/office/officeart/2005/8/layout/process1"/>
    <dgm:cxn modelId="{686AF4B2-A381-4C4E-81A3-EF4AAB7E1489}" type="presParOf" srcId="{0D8E6657-1122-48A7-8787-E12DC56145E7}" destId="{39889B5E-1ED5-4A4C-96CF-472D0B5FCDF4}" srcOrd="2" destOrd="0" presId="urn:microsoft.com/office/officeart/2005/8/layout/process1"/>
    <dgm:cxn modelId="{5DF7D25A-98C7-48B3-A48A-5BED6F506731}" type="presParOf" srcId="{0D8E6657-1122-48A7-8787-E12DC56145E7}" destId="{6A4D920D-6D48-4BBA-B524-1AE89676252E}" srcOrd="3" destOrd="0" presId="urn:microsoft.com/office/officeart/2005/8/layout/process1"/>
    <dgm:cxn modelId="{2BDE1569-1D94-40EE-8733-122CF0111914}" type="presParOf" srcId="{6A4D920D-6D48-4BBA-B524-1AE89676252E}" destId="{FCAF78A7-185E-4D70-859E-5888F3EBB979}" srcOrd="0" destOrd="0" presId="urn:microsoft.com/office/officeart/2005/8/layout/process1"/>
    <dgm:cxn modelId="{F1D75EB7-CAF0-4F9F-9163-8F15553F8286}" type="presParOf" srcId="{0D8E6657-1122-48A7-8787-E12DC56145E7}" destId="{F93DD0D5-5558-4E3D-9465-4128C0E73EF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36B8F-A083-45E2-8F10-47D0ECAB31C3}">
      <dsp:nvSpPr>
        <dsp:cNvPr id="0" name=""/>
        <dsp:cNvSpPr/>
      </dsp:nvSpPr>
      <dsp:spPr>
        <a:xfrm>
          <a:off x="725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Alpha</a:t>
          </a:r>
        </a:p>
      </dsp:txBody>
      <dsp:txXfrm>
        <a:off x="45364" y="1927544"/>
        <a:ext cx="2092331" cy="1224911"/>
      </dsp:txXfrm>
    </dsp:sp>
    <dsp:sp modelId="{FF77D53D-8D05-4522-9FE5-FED217445E33}">
      <dsp:nvSpPr>
        <dsp:cNvPr id="0" name=""/>
        <dsp:cNvSpPr/>
      </dsp:nvSpPr>
      <dsp:spPr>
        <a:xfrm>
          <a:off x="2392660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92660" y="2378659"/>
        <a:ext cx="321812" cy="322680"/>
      </dsp:txXfrm>
    </dsp:sp>
    <dsp:sp modelId="{39889B5E-1ED5-4A4C-96CF-472D0B5FCDF4}">
      <dsp:nvSpPr>
        <dsp:cNvPr id="0" name=""/>
        <dsp:cNvSpPr/>
      </dsp:nvSpPr>
      <dsp:spPr>
        <a:xfrm>
          <a:off x="3043225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Beta has a noticeably longer label than the others</a:t>
          </a:r>
        </a:p>
      </dsp:txBody>
      <dsp:txXfrm>
        <a:off x="3081334" y="1927544"/>
        <a:ext cx="2092331" cy="1224911"/>
      </dsp:txXfrm>
    </dsp:sp>
    <dsp:sp modelId="{6A4D920D-6D48-4BBA-B524-1AE89676252E}">
      <dsp:nvSpPr>
        <dsp:cNvPr id="0" name=""/>
        <dsp:cNvSpPr/>
      </dsp:nvSpPr>
      <dsp:spPr>
        <a:xfrm>
          <a:off x="5428629" y="2271099"/>
          <a:ext cx="459732" cy="5378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428629" y="2378659"/>
        <a:ext cx="321812" cy="322680"/>
      </dsp:txXfrm>
    </dsp:sp>
    <dsp:sp modelId="{F93DD0D5-5558-4E3D-9465-4128C0E73EF4}">
      <dsp:nvSpPr>
        <dsp:cNvPr id="0" name=""/>
        <dsp:cNvSpPr/>
      </dsp:nvSpPr>
      <dsp:spPr>
        <a:xfrm>
          <a:off x="6079194" y="1889435"/>
          <a:ext cx="2168549" cy="13011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Gamma</a:t>
          </a:r>
        </a:p>
      </dsp:txBody>
      <dsp:txXfrm>
        <a:off x="6117303" y="1927544"/>
        <a:ext cx="2092331" cy="1224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79E5-2386-38EB-76A4-9E0F2B703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0F248-8D4C-5C15-8FB7-087E9AA4A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99E00-055B-0D2B-9B9C-D565F20C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7F64-3A0A-4F47-33C2-12D9FECB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394A9-63FD-C0BC-ABA3-9E4D60D7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6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A443-A684-6069-9876-D48B733B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E809-B850-4AAE-8FDE-B888EB4B6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810AC-0F95-9332-EEB0-5BAFD5AE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5E7F3-3FB8-2FED-186D-CE5C7FC6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24159-6856-A743-4CB2-DFA9E0B8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5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C13D-CD98-66B3-C6C9-1E2E6CDE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B3D4B-BB11-60CA-1A31-BFA91F1D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8EEC0-F445-CC84-3EB6-661DAFBA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5D2B-5F87-F289-9B76-9F356384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3ED2-FAC4-7F4E-5618-C85EDB75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5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CCAD-D320-1277-197D-94F3C75D7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BADE-0025-9FB6-FCC9-36CEAEC03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4E125-E1DF-1EAA-2AE1-7AAEDCA47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9DF16-2114-55DB-9179-9EABA857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F4A1F-4174-B7AA-82B5-0B2AA0A6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1709A-6511-31BD-DE9D-895F334F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2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5262-0BDB-3E4B-81A8-FEFB11FA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3E547-2A73-D90A-AB53-D21E2166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24AAF-189F-FFA3-7384-D3755DAD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B14F5-912F-CBCA-1539-3304CEB4C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FB8DF-8350-6A22-09E2-CADA0B764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6AAACB-DF65-7EA7-65F8-9BFA49A1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8338D2-091E-DBCA-D27B-49EFA871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81648-7C27-DC38-BEBF-3C6F5613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9399-1540-CD12-ECF1-5686A80E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D76FA-096F-FA12-C90A-697C8295B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958E7-1757-53F1-24E7-18CB4169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2C21-3031-E300-D490-72970E76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4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809C0-60D9-4470-9B09-C9232095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83A98-969F-08E9-9132-FDEDC9DA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FAFF9-A0F2-6C03-23F7-AFB1F597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3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C031-D4ED-E70A-EB21-41F3022B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4267-7DAF-1274-EA08-3FC10EC9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8AF17-8976-1E2D-4A6D-238BA5F8B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D3100-8728-1AB7-9D02-B5CE9E7D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22F98-AE0A-316B-A200-467E169A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063B0-42FF-595F-EF8A-70559302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AB80-059B-70D7-4C06-1B61DDD7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E87F5-6FBF-5BFF-951B-6D955ABA1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8C33E-2E56-3509-7A91-0321DC37C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FD845-7939-D747-A803-2B68240E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DED0C-BFD4-9416-3268-405DD45D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E2BD8-7FDB-83F3-62F2-23C1EB7E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2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4494-BC4C-C2F7-F61B-B447BE65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D0061-2FB3-7143-7443-AB869C8AA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8E000-AA92-93A2-D5F2-DC133352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CCF66-AB7F-D3B3-56A1-21502A71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87C4-F552-4D4A-4C2A-F2ED3250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2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036BD-786C-3197-9D42-44CC877F0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85715-7A45-9E1E-155C-286EC581C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A29CC-A2FC-E60D-36F0-9B9DA404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3A191-CCC5-F9D4-D4DD-3CDD2B2E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E02DD-BD9E-63EF-7524-FBEC822C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8EBEE-BD62-4107-154E-2D80EA72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B3A12-869C-1484-E625-4DC885054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22993-A595-06DA-CD38-FA21C8F1D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47AA6-E0CD-4FDF-96FB-92BEDA234A9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A7AAD-88A6-17E9-16CE-96FDA2825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6050D-66BC-0067-09DC-397A8CD9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9925C-0693-4520-B295-74752380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F68AB6C-9D6F-42A5-8C84-CBCADFB5F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8020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823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2026-09-06T08:13:16Z</dcterms:created>
  <dcterms:modified xsi:type="dcterms:W3CDTF">2026-09-06T08:13:17Z</dcterms:modified>
</cp:coreProperties>
</file>