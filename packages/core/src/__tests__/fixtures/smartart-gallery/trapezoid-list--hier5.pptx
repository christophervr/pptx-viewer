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AED51B-DF0F-4292-9D6A-879397E1F696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FF6C89-A533-46D0-B773-D35213207777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3571A549-0048-4010-B4AA-5EEBC3BFD0E8}" type="parTrans" cxnId="{1D2EDD67-6CE9-4708-A5DA-754ECAB4E376}">
      <dgm:prSet/>
      <dgm:spPr/>
    </dgm:pt>
    <dgm:pt modelId="{0EBD6A0D-516D-411F-8E6F-DC84A09C094A}" type="sibTrans" cxnId="{1D2EDD67-6CE9-4708-A5DA-754ECAB4E376}">
      <dgm:prSet/>
      <dgm:spPr/>
    </dgm:pt>
    <dgm:pt modelId="{B377AA3E-7B18-4B40-8D63-BD04F1BF5729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CBF2D95B-1ADB-4428-9D5C-D20B817BBDFB}" type="parTrans" cxnId="{02D67B0F-01F2-4BC0-AB16-7D0A4D548444}">
      <dgm:prSet/>
      <dgm:spPr/>
    </dgm:pt>
    <dgm:pt modelId="{0AEDFDD1-ED83-4D86-805B-B799CA17E0E9}" type="sibTrans" cxnId="{02D67B0F-01F2-4BC0-AB16-7D0A4D548444}">
      <dgm:prSet/>
      <dgm:spPr/>
    </dgm:pt>
    <dgm:pt modelId="{A78755CF-321F-4EB4-A2F2-04D2014C7525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C7C406A5-ED1E-480C-BBB8-A657C01E918A}" type="parTrans" cxnId="{61CEC997-085A-4B0F-AE07-7B35D05852E5}">
      <dgm:prSet/>
      <dgm:spPr/>
    </dgm:pt>
    <dgm:pt modelId="{2AB29122-332F-4B9C-ADAB-A381645286B0}" type="sibTrans" cxnId="{61CEC997-085A-4B0F-AE07-7B35D05852E5}">
      <dgm:prSet/>
      <dgm:spPr/>
    </dgm:pt>
    <dgm:pt modelId="{2E1C239D-06B9-488F-B217-AEABAFA35A55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80727F1E-583F-4DEF-9DAF-88BBF4D66A33}" type="parTrans" cxnId="{FBC5B815-16F3-4787-8A3D-55CEC2F5D816}">
      <dgm:prSet/>
      <dgm:spPr/>
    </dgm:pt>
    <dgm:pt modelId="{29B0A404-0FF5-4DDC-A77C-6EB812A11F2F}" type="sibTrans" cxnId="{FBC5B815-16F3-4787-8A3D-55CEC2F5D816}">
      <dgm:prSet/>
      <dgm:spPr/>
    </dgm:pt>
    <dgm:pt modelId="{A8106A5E-BB1D-4ECD-9B70-9213FB97C29A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5226F111-1937-489E-839E-34398B6EFD1F}" type="parTrans" cxnId="{1F74DAD7-31B2-4984-B4B7-DB4D89652191}">
      <dgm:prSet/>
      <dgm:spPr/>
    </dgm:pt>
    <dgm:pt modelId="{1C723020-8771-4FDF-A4B5-E1A6EAA6C7D4}" type="sibTrans" cxnId="{1F74DAD7-31B2-4984-B4B7-DB4D89652191}">
      <dgm:prSet/>
      <dgm:spPr/>
    </dgm:pt>
    <dgm:pt modelId="{BEA3E038-5C2F-4A0F-9CD2-8F2BDD915317}" type="pres">
      <dgm:prSet presAssocID="{37AED51B-DF0F-4292-9D6A-879397E1F696}" presName="Name0" presStyleCnt="0">
        <dgm:presLayoutVars>
          <dgm:dir/>
          <dgm:resizeHandles val="exact"/>
        </dgm:presLayoutVars>
      </dgm:prSet>
      <dgm:spPr/>
    </dgm:pt>
    <dgm:pt modelId="{986CDA03-0A2A-4215-824D-3B2386D6C8FD}" type="pres">
      <dgm:prSet presAssocID="{26FF6C89-A533-46D0-B773-D35213207777}" presName="node" presStyleLbl="node1" presStyleIdx="0" presStyleCnt="3">
        <dgm:presLayoutVars>
          <dgm:bulletEnabled val="1"/>
        </dgm:presLayoutVars>
      </dgm:prSet>
      <dgm:spPr/>
    </dgm:pt>
    <dgm:pt modelId="{C8E8E5E0-6B32-4035-8A32-B58F58E0AE8C}" type="pres">
      <dgm:prSet presAssocID="{0EBD6A0D-516D-411F-8E6F-DC84A09C094A}" presName="sibTrans" presStyleCnt="0"/>
      <dgm:spPr/>
    </dgm:pt>
    <dgm:pt modelId="{4936B661-35B3-4C7E-B58A-AF98DCBFB92E}" type="pres">
      <dgm:prSet presAssocID="{A78755CF-321F-4EB4-A2F2-04D2014C7525}" presName="node" presStyleLbl="node1" presStyleIdx="1" presStyleCnt="3">
        <dgm:presLayoutVars>
          <dgm:bulletEnabled val="1"/>
        </dgm:presLayoutVars>
      </dgm:prSet>
      <dgm:spPr/>
    </dgm:pt>
    <dgm:pt modelId="{967B9753-58FC-4E4F-BF4D-2FCF3DF18262}" type="pres">
      <dgm:prSet presAssocID="{2AB29122-332F-4B9C-ADAB-A381645286B0}" presName="sibTrans" presStyleCnt="0"/>
      <dgm:spPr/>
    </dgm:pt>
    <dgm:pt modelId="{6ADF0124-DB06-426B-AEFA-4B2EB62AEDDB}" type="pres">
      <dgm:prSet presAssocID="{2E1C239D-06B9-488F-B217-AEABAFA35A55}" presName="node" presStyleLbl="node1" presStyleIdx="2" presStyleCnt="3">
        <dgm:presLayoutVars>
          <dgm:bulletEnabled val="1"/>
        </dgm:presLayoutVars>
      </dgm:prSet>
      <dgm:spPr/>
    </dgm:pt>
  </dgm:ptLst>
  <dgm:cxnLst>
    <dgm:cxn modelId="{02D67B0F-01F2-4BC0-AB16-7D0A4D548444}" srcId="{26FF6C89-A533-46D0-B773-D35213207777}" destId="{B377AA3E-7B18-4B40-8D63-BD04F1BF5729}" srcOrd="0" destOrd="0" parTransId="{CBF2D95B-1ADB-4428-9D5C-D20B817BBDFB}" sibTransId="{0AEDFDD1-ED83-4D86-805B-B799CA17E0E9}"/>
    <dgm:cxn modelId="{FBC5B815-16F3-4787-8A3D-55CEC2F5D816}" srcId="{37AED51B-DF0F-4292-9D6A-879397E1F696}" destId="{2E1C239D-06B9-488F-B217-AEABAFA35A55}" srcOrd="2" destOrd="0" parTransId="{80727F1E-583F-4DEF-9DAF-88BBF4D66A33}" sibTransId="{29B0A404-0FF5-4DDC-A77C-6EB812A11F2F}"/>
    <dgm:cxn modelId="{D4A4A717-0B41-4884-B951-F8C41DF03AC2}" type="presOf" srcId="{A8106A5E-BB1D-4ECD-9B70-9213FB97C29A}" destId="{6ADF0124-DB06-426B-AEFA-4B2EB62AEDDB}" srcOrd="0" destOrd="1" presId="urn:microsoft.com/office/officeart/2005/8/layout/hList6"/>
    <dgm:cxn modelId="{1D2EDD67-6CE9-4708-A5DA-754ECAB4E376}" srcId="{37AED51B-DF0F-4292-9D6A-879397E1F696}" destId="{26FF6C89-A533-46D0-B773-D35213207777}" srcOrd="0" destOrd="0" parTransId="{3571A549-0048-4010-B4AA-5EEBC3BFD0E8}" sibTransId="{0EBD6A0D-516D-411F-8E6F-DC84A09C094A}"/>
    <dgm:cxn modelId="{8C475193-501D-4185-AF97-3A3405AC3BC5}" type="presOf" srcId="{26FF6C89-A533-46D0-B773-D35213207777}" destId="{986CDA03-0A2A-4215-824D-3B2386D6C8FD}" srcOrd="0" destOrd="0" presId="urn:microsoft.com/office/officeart/2005/8/layout/hList6"/>
    <dgm:cxn modelId="{61CEC997-085A-4B0F-AE07-7B35D05852E5}" srcId="{37AED51B-DF0F-4292-9D6A-879397E1F696}" destId="{A78755CF-321F-4EB4-A2F2-04D2014C7525}" srcOrd="1" destOrd="0" parTransId="{C7C406A5-ED1E-480C-BBB8-A657C01E918A}" sibTransId="{2AB29122-332F-4B9C-ADAB-A381645286B0}"/>
    <dgm:cxn modelId="{7A3B1DA6-F5FF-4A62-82F8-CAC80558D043}" type="presOf" srcId="{A78755CF-321F-4EB4-A2F2-04D2014C7525}" destId="{4936B661-35B3-4C7E-B58A-AF98DCBFB92E}" srcOrd="0" destOrd="0" presId="urn:microsoft.com/office/officeart/2005/8/layout/hList6"/>
    <dgm:cxn modelId="{1F74DAD7-31B2-4984-B4B7-DB4D89652191}" srcId="{2E1C239D-06B9-488F-B217-AEABAFA35A55}" destId="{A8106A5E-BB1D-4ECD-9B70-9213FB97C29A}" srcOrd="0" destOrd="0" parTransId="{5226F111-1937-489E-839E-34398B6EFD1F}" sibTransId="{1C723020-8771-4FDF-A4B5-E1A6EAA6C7D4}"/>
    <dgm:cxn modelId="{DB2CA9DA-C03F-4701-8D91-B0FD81233BD6}" type="presOf" srcId="{37AED51B-DF0F-4292-9D6A-879397E1F696}" destId="{BEA3E038-5C2F-4A0F-9CD2-8F2BDD915317}" srcOrd="0" destOrd="0" presId="urn:microsoft.com/office/officeart/2005/8/layout/hList6"/>
    <dgm:cxn modelId="{458657DB-959E-49E9-90CE-4B9A29D9E080}" type="presOf" srcId="{B377AA3E-7B18-4B40-8D63-BD04F1BF5729}" destId="{986CDA03-0A2A-4215-824D-3B2386D6C8FD}" srcOrd="0" destOrd="1" presId="urn:microsoft.com/office/officeart/2005/8/layout/hList6"/>
    <dgm:cxn modelId="{222EBFE2-809B-4238-B2A5-ABB7F6C04F19}" type="presOf" srcId="{2E1C239D-06B9-488F-B217-AEABAFA35A55}" destId="{6ADF0124-DB06-426B-AEFA-4B2EB62AEDDB}" srcOrd="0" destOrd="0" presId="urn:microsoft.com/office/officeart/2005/8/layout/hList6"/>
    <dgm:cxn modelId="{2FA686BB-7D24-4902-9BCC-18C861582434}" type="presParOf" srcId="{BEA3E038-5C2F-4A0F-9CD2-8F2BDD915317}" destId="{986CDA03-0A2A-4215-824D-3B2386D6C8FD}" srcOrd="0" destOrd="0" presId="urn:microsoft.com/office/officeart/2005/8/layout/hList6"/>
    <dgm:cxn modelId="{4A3DE7D6-7867-4D04-B8CA-BD8B165ACFD3}" type="presParOf" srcId="{BEA3E038-5C2F-4A0F-9CD2-8F2BDD915317}" destId="{C8E8E5E0-6B32-4035-8A32-B58F58E0AE8C}" srcOrd="1" destOrd="0" presId="urn:microsoft.com/office/officeart/2005/8/layout/hList6"/>
    <dgm:cxn modelId="{52F5183F-70C7-426C-9FA3-26A204F65761}" type="presParOf" srcId="{BEA3E038-5C2F-4A0F-9CD2-8F2BDD915317}" destId="{4936B661-35B3-4C7E-B58A-AF98DCBFB92E}" srcOrd="2" destOrd="0" presId="urn:microsoft.com/office/officeart/2005/8/layout/hList6"/>
    <dgm:cxn modelId="{E2EF7E44-7096-4DF2-984F-919AE1D8AC32}" type="presParOf" srcId="{BEA3E038-5C2F-4A0F-9CD2-8F2BDD915317}" destId="{967B9753-58FC-4E4F-BF4D-2FCF3DF18262}" srcOrd="3" destOrd="0" presId="urn:microsoft.com/office/officeart/2005/8/layout/hList6"/>
    <dgm:cxn modelId="{71C40DDD-5FCE-4589-A150-4248366E3704}" type="presParOf" srcId="{BEA3E038-5C2F-4A0F-9CD2-8F2BDD915317}" destId="{6ADF0124-DB06-426B-AEFA-4B2EB62AEDDB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CDA03-0A2A-4215-824D-3B2386D6C8FD}">
      <dsp:nvSpPr>
        <dsp:cNvPr id="0" name=""/>
        <dsp:cNvSpPr/>
      </dsp:nvSpPr>
      <dsp:spPr>
        <a:xfrm rot="16200000">
          <a:off x="-1228994" y="1230002"/>
          <a:ext cx="5080000" cy="2619995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0" rIns="246063" bIns="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Node One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Node Two has a longer label</a:t>
          </a:r>
        </a:p>
      </dsp:txBody>
      <dsp:txXfrm rot="5400000">
        <a:off x="1008" y="1016000"/>
        <a:ext cx="2619995" cy="3048000"/>
      </dsp:txXfrm>
    </dsp:sp>
    <dsp:sp modelId="{4936B661-35B3-4C7E-B58A-AF98DCBFB92E}">
      <dsp:nvSpPr>
        <dsp:cNvPr id="0" name=""/>
        <dsp:cNvSpPr/>
      </dsp:nvSpPr>
      <dsp:spPr>
        <a:xfrm rot="16200000">
          <a:off x="1587500" y="1230002"/>
          <a:ext cx="5080000" cy="2619995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0" rIns="246063" bIns="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Node Three</a:t>
          </a:r>
        </a:p>
      </dsp:txBody>
      <dsp:txXfrm rot="5400000">
        <a:off x="2817502" y="1016000"/>
        <a:ext cx="2619995" cy="3048000"/>
      </dsp:txXfrm>
    </dsp:sp>
    <dsp:sp modelId="{6ADF0124-DB06-426B-AEFA-4B2EB62AEDDB}">
      <dsp:nvSpPr>
        <dsp:cNvPr id="0" name=""/>
        <dsp:cNvSpPr/>
      </dsp:nvSpPr>
      <dsp:spPr>
        <a:xfrm rot="16200000">
          <a:off x="4403994" y="1230002"/>
          <a:ext cx="5080000" cy="2619995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0" rIns="246063" bIns="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Node Four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Node Five</a:t>
          </a:r>
        </a:p>
      </dsp:txBody>
      <dsp:txXfrm rot="5400000">
        <a:off x="5633996" y="1016000"/>
        <a:ext cx="2619995" cy="3048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F8596-64BD-A2FD-044C-8BA0C959C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7155B-8F90-37D2-2AC8-86A1C2B75D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6DEE3-C58A-A532-CE73-177DA5E7F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651D-E7A2-4CEA-898D-0E67C6454B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6E05C-6CFF-9969-C0A0-6C2C5110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DE8B8-689B-01A8-3FBD-BE4A5EB1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21422-5B19-4FD3-9F6B-59C93DFEF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061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8E71B-B49F-C4BD-2C2C-146EF049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10A7-9B6C-0399-A676-405CBA76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3D6AD-2BC3-6554-7D00-489CDC069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651D-E7A2-4CEA-898D-0E67C6454B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6D17C-81F1-4755-214C-BAAE92271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00FE0-8682-9FCD-BDAA-64EF1AB2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21422-5B19-4FD3-9F6B-59C93DFEF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33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FDCEB-B840-A49F-2E47-C4F23ADF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86185-756D-4A99-89A7-1E4CAE536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F828F-7931-E22C-32E9-F3B072AF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651D-E7A2-4CEA-898D-0E67C6454B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A6C6E-763F-DA8D-6DA5-A293AC1C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59535-A121-7EBF-176E-684EC810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21422-5B19-4FD3-9F6B-59C93DFEF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04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26CBC-6473-2817-E166-AB1FF92E1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557C9-4E2D-49F9-9DB0-B8CBB3693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C7EC4-D731-5824-FD57-96A498663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6A94B-21AB-3E6A-1469-898241981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651D-E7A2-4CEA-898D-0E67C6454B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E358-A1B1-E9F6-2563-8856596B8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61149-205D-5AAD-3455-02EF5A43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21422-5B19-4FD3-9F6B-59C93DFEF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65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3B177-0EB4-8527-B1C9-8FC7EE4D9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76ECA-947F-E5AB-73A2-68901DCD0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AC8D7-3FA8-A0C5-9F06-F7AAED889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797412-B599-421E-46F2-A4EA12C642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BDC591-E184-B50C-D537-39B369029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941FEA-40A1-83BF-26B4-5FA348F75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651D-E7A2-4CEA-898D-0E67C6454B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732087-1DED-6C52-632C-3AE6F9DA0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E906E4-B638-B10D-7E42-F89241B3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21422-5B19-4FD3-9F6B-59C93DFEF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86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886AA-7945-ED0B-83B7-5B0FF7AE8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35C81-8368-60C4-EDB8-C9948126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651D-E7A2-4CEA-898D-0E67C6454B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FAE223-DE87-F637-58E7-A5090F460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75637-2EA1-95F9-4651-9C229AE01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21422-5B19-4FD3-9F6B-59C93DFEF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22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07FF9C-CBFF-0ADF-7E6F-13F90205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651D-E7A2-4CEA-898D-0E67C6454B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402B23-9044-F382-1BF2-AA277D4A9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4FD02-079C-E3C3-8DD6-C7F3ABF4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21422-5B19-4FD3-9F6B-59C93DFEF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70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68E20-7685-5AAE-5340-24E07B2DF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C7079-0A25-E964-4574-FE01C1FBF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923F8-B156-028B-8C6F-BC171A80B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3F9CB-88E4-C0B3-6998-57D4F89A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651D-E7A2-4CEA-898D-0E67C6454B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C29A1B-C39B-2F49-1F53-D37CCF0F0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177B5-FD8C-9B9B-7DF0-690CD592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21422-5B19-4FD3-9F6B-59C93DFEF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0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C97C2-6A50-5C97-9057-3B6F1A873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D7BF86-F671-799A-8939-CB6C841B1C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F4790-D715-F643-1099-194CB96E6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70A58-8B64-18A3-E5C0-A8CCCE687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651D-E7A2-4CEA-898D-0E67C6454B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94C62-282A-9525-7D66-FF641F2B6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05DB6-EB77-CA51-FF32-D1FEA4F28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21422-5B19-4FD3-9F6B-59C93DFEF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7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EB920-8D92-06F2-2588-257D5CC7B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36019-FACB-FEBF-3862-CF3F8435F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F6D59-D989-D5A8-5BC5-0930F5BA1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651D-E7A2-4CEA-898D-0E67C6454B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9B874-D034-5C8E-C6D6-952D59C53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DDA87-1B07-D492-EA57-8679CE91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21422-5B19-4FD3-9F6B-59C93DFEF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74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1FDD40-63FC-E385-CCBD-D1193E765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1FAD7-FA06-8E8C-9C8B-644EF4930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AE1CB-FAB5-4992-0D7D-186E4E0B1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C651D-E7A2-4CEA-898D-0E67C6454B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E032E-9A6D-392B-2112-0F835408C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A2A2A-06C0-6E54-0D93-07A8809CB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21422-5B19-4FD3-9F6B-59C93DFEF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3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718E5-ACFE-CC9F-06F4-C1A479C84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19B39-4838-1544-D6AB-46D27344B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5605F-1E72-8C84-6129-72C9A4DB11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C651D-E7A2-4CEA-898D-0E67C6454BB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9ABBE-0DCB-47BD-20E8-DAE159282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2B1AB-0B50-E0A0-7F81-4817E3AEE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B21422-5B19-4FD3-9F6B-59C93DFEF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56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46FCB19-E8C2-6F49-0FEF-89C04C1300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389072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8701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2026-09-06T08:13:03Z</dcterms:created>
  <dcterms:modified xsi:type="dcterms:W3CDTF">2026-09-06T08:13:03Z</dcterms:modified>
</cp:coreProperties>
</file>