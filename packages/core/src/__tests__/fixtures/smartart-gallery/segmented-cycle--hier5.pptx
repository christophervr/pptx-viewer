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3CAF57-1259-49DE-A93D-E21F345F08E2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</dgm:pt>
    <dgm:pt modelId="{95446135-30D7-4500-B5D1-E675F27E5B34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7234150E-A613-40E3-ABAC-CA9765F1BBA1}" type="parTrans" cxnId="{F447EBF6-03BB-4766-BD55-4F916CFABFA6}">
      <dgm:prSet/>
      <dgm:spPr/>
    </dgm:pt>
    <dgm:pt modelId="{29D21D0D-6049-45A8-A360-1131C690477D}" type="sibTrans" cxnId="{F447EBF6-03BB-4766-BD55-4F916CFABFA6}">
      <dgm:prSet/>
      <dgm:spPr/>
    </dgm:pt>
    <dgm:pt modelId="{5101C8FC-5DC1-4796-9EB9-8BABAEB19690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B00C200D-34F9-4B3F-A90E-C5E0D2C24791}" type="parTrans" cxnId="{BD741489-83F5-455E-A1FC-D30F2826F637}">
      <dgm:prSet/>
      <dgm:spPr/>
    </dgm:pt>
    <dgm:pt modelId="{64B026E3-64EB-4917-822B-C2A20269BC3D}" type="sibTrans" cxnId="{BD741489-83F5-455E-A1FC-D30F2826F637}">
      <dgm:prSet/>
      <dgm:spPr/>
    </dgm:pt>
    <dgm:pt modelId="{AF471B3F-2F1B-4354-9CC0-B6E306B5CA3B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BEB6206C-377D-4C8D-AD8A-00CF233434E7}" type="parTrans" cxnId="{06908090-AA8C-4BB3-936B-974EA9B9EBF1}">
      <dgm:prSet/>
      <dgm:spPr/>
    </dgm:pt>
    <dgm:pt modelId="{7794104B-A12B-4801-B298-85EDB61C872C}" type="sibTrans" cxnId="{06908090-AA8C-4BB3-936B-974EA9B9EBF1}">
      <dgm:prSet/>
      <dgm:spPr/>
    </dgm:pt>
    <dgm:pt modelId="{F647807E-3F7C-48DC-A423-8A840F8FBE37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5A0AF789-9568-49DC-BE89-B5E706C4EC10}" type="parTrans" cxnId="{02F6D13B-D5FC-4530-948B-B8D6AB862144}">
      <dgm:prSet/>
      <dgm:spPr/>
    </dgm:pt>
    <dgm:pt modelId="{F201D85B-D586-4CE9-8EC0-4E46D78E19C8}" type="sibTrans" cxnId="{02F6D13B-D5FC-4530-948B-B8D6AB862144}">
      <dgm:prSet/>
      <dgm:spPr/>
    </dgm:pt>
    <dgm:pt modelId="{D483CF99-4330-46B9-99B2-C307AD02E896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55D3A5A6-944E-408C-B709-839EF36631C9}" type="parTrans" cxnId="{82352389-DC4E-4645-A6E9-1DCE73A5582A}">
      <dgm:prSet/>
      <dgm:spPr/>
    </dgm:pt>
    <dgm:pt modelId="{80F1BE24-EDA6-4457-B3EB-0AEBBCCCE6F2}" type="sibTrans" cxnId="{82352389-DC4E-4645-A6E9-1DCE73A5582A}">
      <dgm:prSet/>
      <dgm:spPr/>
    </dgm:pt>
    <dgm:pt modelId="{B791CD2C-F5D6-4941-9F73-4B664B8F467C}" type="pres">
      <dgm:prSet presAssocID="{7E3CAF57-1259-49DE-A93D-E21F345F08E2}" presName="compositeShape" presStyleCnt="0">
        <dgm:presLayoutVars>
          <dgm:chMax val="7"/>
          <dgm:dir/>
          <dgm:resizeHandles val="exact"/>
        </dgm:presLayoutVars>
      </dgm:prSet>
      <dgm:spPr/>
    </dgm:pt>
    <dgm:pt modelId="{18095731-1585-44CE-B9EF-C317ABA189DA}" type="pres">
      <dgm:prSet presAssocID="{7E3CAF57-1259-49DE-A93D-E21F345F08E2}" presName="wedge1" presStyleLbl="node1" presStyleIdx="0" presStyleCnt="3"/>
      <dgm:spPr/>
    </dgm:pt>
    <dgm:pt modelId="{8DB2CCC1-0821-45C1-A745-011F990E297A}" type="pres">
      <dgm:prSet presAssocID="{7E3CAF57-1259-49DE-A93D-E21F345F08E2}" presName="dummy1a" presStyleCnt="0"/>
      <dgm:spPr/>
    </dgm:pt>
    <dgm:pt modelId="{C127EDBA-A83A-4E6E-B978-3AA9A9C85936}" type="pres">
      <dgm:prSet presAssocID="{7E3CAF57-1259-49DE-A93D-E21F345F08E2}" presName="dummy1b" presStyleCnt="0"/>
      <dgm:spPr/>
    </dgm:pt>
    <dgm:pt modelId="{1283BD40-E6F8-4B50-A543-8E2DEDA32F83}" type="pres">
      <dgm:prSet presAssocID="{7E3CAF57-1259-49DE-A93D-E21F345F08E2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63405699-DD44-4494-B2FB-F5874F738741}" type="pres">
      <dgm:prSet presAssocID="{7E3CAF57-1259-49DE-A93D-E21F345F08E2}" presName="wedge2" presStyleLbl="node1" presStyleIdx="1" presStyleCnt="3"/>
      <dgm:spPr/>
    </dgm:pt>
    <dgm:pt modelId="{8B226677-D0EB-4D70-AE8B-3803BC97795C}" type="pres">
      <dgm:prSet presAssocID="{7E3CAF57-1259-49DE-A93D-E21F345F08E2}" presName="dummy2a" presStyleCnt="0"/>
      <dgm:spPr/>
    </dgm:pt>
    <dgm:pt modelId="{7AE1A62A-A5DC-4C34-81A1-67C5D00B7905}" type="pres">
      <dgm:prSet presAssocID="{7E3CAF57-1259-49DE-A93D-E21F345F08E2}" presName="dummy2b" presStyleCnt="0"/>
      <dgm:spPr/>
    </dgm:pt>
    <dgm:pt modelId="{FB924BB0-8012-40BC-91AC-7F407CAB25C1}" type="pres">
      <dgm:prSet presAssocID="{7E3CAF57-1259-49DE-A93D-E21F345F08E2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7B536CAB-7DB1-4DCB-B859-7EE494A9A201}" type="pres">
      <dgm:prSet presAssocID="{7E3CAF57-1259-49DE-A93D-E21F345F08E2}" presName="wedge3" presStyleLbl="node1" presStyleIdx="2" presStyleCnt="3"/>
      <dgm:spPr/>
    </dgm:pt>
    <dgm:pt modelId="{2B1DC6AA-9824-4601-A8D1-F63224459425}" type="pres">
      <dgm:prSet presAssocID="{7E3CAF57-1259-49DE-A93D-E21F345F08E2}" presName="dummy3a" presStyleCnt="0"/>
      <dgm:spPr/>
    </dgm:pt>
    <dgm:pt modelId="{6EA1E684-B10F-4920-B920-4346074A86D7}" type="pres">
      <dgm:prSet presAssocID="{7E3CAF57-1259-49DE-A93D-E21F345F08E2}" presName="dummy3b" presStyleCnt="0"/>
      <dgm:spPr/>
    </dgm:pt>
    <dgm:pt modelId="{CCEBC008-67A1-4A40-A740-8F5BA6E72068}" type="pres">
      <dgm:prSet presAssocID="{7E3CAF57-1259-49DE-A93D-E21F345F08E2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65EED80B-741D-48C5-AABF-B33A89122A6E}" type="pres">
      <dgm:prSet presAssocID="{29D21D0D-6049-45A8-A360-1131C690477D}" presName="arrowWedge1" presStyleLbl="fgSibTrans2D1" presStyleIdx="0" presStyleCnt="3"/>
      <dgm:spPr/>
    </dgm:pt>
    <dgm:pt modelId="{FDEAFD0A-7767-45B1-8A7C-611F19314BEC}" type="pres">
      <dgm:prSet presAssocID="{7794104B-A12B-4801-B298-85EDB61C872C}" presName="arrowWedge2" presStyleLbl="fgSibTrans2D1" presStyleIdx="1" presStyleCnt="3"/>
      <dgm:spPr/>
    </dgm:pt>
    <dgm:pt modelId="{CB3D95BE-7F8C-4FB5-9A8F-E989E774C598}" type="pres">
      <dgm:prSet presAssocID="{F201D85B-D586-4CE9-8EC0-4E46D78E19C8}" presName="arrowWedge3" presStyleLbl="fgSibTrans2D1" presStyleIdx="2" presStyleCnt="3"/>
      <dgm:spPr/>
    </dgm:pt>
  </dgm:ptLst>
  <dgm:cxnLst>
    <dgm:cxn modelId="{A000FC04-C85A-465C-8C4E-0AE6D4B72823}" type="presOf" srcId="{7E3CAF57-1259-49DE-A93D-E21F345F08E2}" destId="{B791CD2C-F5D6-4941-9F73-4B664B8F467C}" srcOrd="0" destOrd="0" presId="urn:microsoft.com/office/officeart/2005/8/layout/cycle8"/>
    <dgm:cxn modelId="{7089640F-13DC-4B2D-A8FC-5D815645B2D2}" type="presOf" srcId="{D483CF99-4330-46B9-99B2-C307AD02E896}" destId="{7B536CAB-7DB1-4DCB-B859-7EE494A9A201}" srcOrd="0" destOrd="1" presId="urn:microsoft.com/office/officeart/2005/8/layout/cycle8"/>
    <dgm:cxn modelId="{02F6D13B-D5FC-4530-948B-B8D6AB862144}" srcId="{7E3CAF57-1259-49DE-A93D-E21F345F08E2}" destId="{F647807E-3F7C-48DC-A423-8A840F8FBE37}" srcOrd="2" destOrd="0" parTransId="{5A0AF789-9568-49DC-BE89-B5E706C4EC10}" sibTransId="{F201D85B-D586-4CE9-8EC0-4E46D78E19C8}"/>
    <dgm:cxn modelId="{A5517D70-99D2-4A5A-BEB2-A889C74B4109}" type="presOf" srcId="{D483CF99-4330-46B9-99B2-C307AD02E896}" destId="{CCEBC008-67A1-4A40-A740-8F5BA6E72068}" srcOrd="1" destOrd="1" presId="urn:microsoft.com/office/officeart/2005/8/layout/cycle8"/>
    <dgm:cxn modelId="{F0A46D75-D1C1-4BDB-9821-C159179DFB66}" type="presOf" srcId="{AF471B3F-2F1B-4354-9CC0-B6E306B5CA3B}" destId="{63405699-DD44-4494-B2FB-F5874F738741}" srcOrd="0" destOrd="0" presId="urn:microsoft.com/office/officeart/2005/8/layout/cycle8"/>
    <dgm:cxn modelId="{9633535A-7237-4B76-9418-D13CAF589B23}" type="presOf" srcId="{95446135-30D7-4500-B5D1-E675F27E5B34}" destId="{18095731-1585-44CE-B9EF-C317ABA189DA}" srcOrd="0" destOrd="0" presId="urn:microsoft.com/office/officeart/2005/8/layout/cycle8"/>
    <dgm:cxn modelId="{BD741489-83F5-455E-A1FC-D30F2826F637}" srcId="{95446135-30D7-4500-B5D1-E675F27E5B34}" destId="{5101C8FC-5DC1-4796-9EB9-8BABAEB19690}" srcOrd="0" destOrd="0" parTransId="{B00C200D-34F9-4B3F-A90E-C5E0D2C24791}" sibTransId="{64B026E3-64EB-4917-822B-C2A20269BC3D}"/>
    <dgm:cxn modelId="{82352389-DC4E-4645-A6E9-1DCE73A5582A}" srcId="{F647807E-3F7C-48DC-A423-8A840F8FBE37}" destId="{D483CF99-4330-46B9-99B2-C307AD02E896}" srcOrd="0" destOrd="0" parTransId="{55D3A5A6-944E-408C-B709-839EF36631C9}" sibTransId="{80F1BE24-EDA6-4457-B3EB-0AEBBCCCE6F2}"/>
    <dgm:cxn modelId="{1AE08F8E-80A0-414B-B08D-E666EA6E8C12}" type="presOf" srcId="{5101C8FC-5DC1-4796-9EB9-8BABAEB19690}" destId="{1283BD40-E6F8-4B50-A543-8E2DEDA32F83}" srcOrd="1" destOrd="1" presId="urn:microsoft.com/office/officeart/2005/8/layout/cycle8"/>
    <dgm:cxn modelId="{06908090-AA8C-4BB3-936B-974EA9B9EBF1}" srcId="{7E3CAF57-1259-49DE-A93D-E21F345F08E2}" destId="{AF471B3F-2F1B-4354-9CC0-B6E306B5CA3B}" srcOrd="1" destOrd="0" parTransId="{BEB6206C-377D-4C8D-AD8A-00CF233434E7}" sibTransId="{7794104B-A12B-4801-B298-85EDB61C872C}"/>
    <dgm:cxn modelId="{84E1FECE-4A9E-4561-9BB2-5F5B1C13A19C}" type="presOf" srcId="{5101C8FC-5DC1-4796-9EB9-8BABAEB19690}" destId="{18095731-1585-44CE-B9EF-C317ABA189DA}" srcOrd="0" destOrd="1" presId="urn:microsoft.com/office/officeart/2005/8/layout/cycle8"/>
    <dgm:cxn modelId="{3FFB36D3-8DBD-423B-9CC6-931F9E8BD9D3}" type="presOf" srcId="{95446135-30D7-4500-B5D1-E675F27E5B34}" destId="{1283BD40-E6F8-4B50-A543-8E2DEDA32F83}" srcOrd="1" destOrd="0" presId="urn:microsoft.com/office/officeart/2005/8/layout/cycle8"/>
    <dgm:cxn modelId="{A30FE1DD-211F-4947-BBF8-856C6ED44802}" type="presOf" srcId="{F647807E-3F7C-48DC-A423-8A840F8FBE37}" destId="{7B536CAB-7DB1-4DCB-B859-7EE494A9A201}" srcOrd="0" destOrd="0" presId="urn:microsoft.com/office/officeart/2005/8/layout/cycle8"/>
    <dgm:cxn modelId="{878D7CED-9228-4C41-A3CF-40573EC7507E}" type="presOf" srcId="{AF471B3F-2F1B-4354-9CC0-B6E306B5CA3B}" destId="{FB924BB0-8012-40BC-91AC-7F407CAB25C1}" srcOrd="1" destOrd="0" presId="urn:microsoft.com/office/officeart/2005/8/layout/cycle8"/>
    <dgm:cxn modelId="{F447EBF6-03BB-4766-BD55-4F916CFABFA6}" srcId="{7E3CAF57-1259-49DE-A93D-E21F345F08E2}" destId="{95446135-30D7-4500-B5D1-E675F27E5B34}" srcOrd="0" destOrd="0" parTransId="{7234150E-A613-40E3-ABAC-CA9765F1BBA1}" sibTransId="{29D21D0D-6049-45A8-A360-1131C690477D}"/>
    <dgm:cxn modelId="{B24C98FA-929D-42E3-9631-814C4D550F9C}" type="presOf" srcId="{F647807E-3F7C-48DC-A423-8A840F8FBE37}" destId="{CCEBC008-67A1-4A40-A740-8F5BA6E72068}" srcOrd="1" destOrd="0" presId="urn:microsoft.com/office/officeart/2005/8/layout/cycle8"/>
    <dgm:cxn modelId="{73F4A0A2-CCF0-4A4A-AB6F-EB4A0394C623}" type="presParOf" srcId="{B791CD2C-F5D6-4941-9F73-4B664B8F467C}" destId="{18095731-1585-44CE-B9EF-C317ABA189DA}" srcOrd="0" destOrd="0" presId="urn:microsoft.com/office/officeart/2005/8/layout/cycle8"/>
    <dgm:cxn modelId="{DF3E7515-F5CD-4F47-888D-102EB7801344}" type="presParOf" srcId="{B791CD2C-F5D6-4941-9F73-4B664B8F467C}" destId="{8DB2CCC1-0821-45C1-A745-011F990E297A}" srcOrd="1" destOrd="0" presId="urn:microsoft.com/office/officeart/2005/8/layout/cycle8"/>
    <dgm:cxn modelId="{31741166-4485-4317-A287-EBB174C5993F}" type="presParOf" srcId="{B791CD2C-F5D6-4941-9F73-4B664B8F467C}" destId="{C127EDBA-A83A-4E6E-B978-3AA9A9C85936}" srcOrd="2" destOrd="0" presId="urn:microsoft.com/office/officeart/2005/8/layout/cycle8"/>
    <dgm:cxn modelId="{4FE941AD-9E05-4C3E-AFA2-21579B7E5391}" type="presParOf" srcId="{B791CD2C-F5D6-4941-9F73-4B664B8F467C}" destId="{1283BD40-E6F8-4B50-A543-8E2DEDA32F83}" srcOrd="3" destOrd="0" presId="urn:microsoft.com/office/officeart/2005/8/layout/cycle8"/>
    <dgm:cxn modelId="{B5DA239A-209A-4D4F-A2D5-67B586EB0AE8}" type="presParOf" srcId="{B791CD2C-F5D6-4941-9F73-4B664B8F467C}" destId="{63405699-DD44-4494-B2FB-F5874F738741}" srcOrd="4" destOrd="0" presId="urn:microsoft.com/office/officeart/2005/8/layout/cycle8"/>
    <dgm:cxn modelId="{702F1168-1A27-4179-92D4-E80C660A5C9F}" type="presParOf" srcId="{B791CD2C-F5D6-4941-9F73-4B664B8F467C}" destId="{8B226677-D0EB-4D70-AE8B-3803BC97795C}" srcOrd="5" destOrd="0" presId="urn:microsoft.com/office/officeart/2005/8/layout/cycle8"/>
    <dgm:cxn modelId="{07E0D214-7939-4AB1-814B-052AF5616022}" type="presParOf" srcId="{B791CD2C-F5D6-4941-9F73-4B664B8F467C}" destId="{7AE1A62A-A5DC-4C34-81A1-67C5D00B7905}" srcOrd="6" destOrd="0" presId="urn:microsoft.com/office/officeart/2005/8/layout/cycle8"/>
    <dgm:cxn modelId="{8B7BE771-0B76-4E2C-97F7-1D383B28B513}" type="presParOf" srcId="{B791CD2C-F5D6-4941-9F73-4B664B8F467C}" destId="{FB924BB0-8012-40BC-91AC-7F407CAB25C1}" srcOrd="7" destOrd="0" presId="urn:microsoft.com/office/officeart/2005/8/layout/cycle8"/>
    <dgm:cxn modelId="{5241C05B-57AA-411B-B685-5A2551CBD79D}" type="presParOf" srcId="{B791CD2C-F5D6-4941-9F73-4B664B8F467C}" destId="{7B536CAB-7DB1-4DCB-B859-7EE494A9A201}" srcOrd="8" destOrd="0" presId="urn:microsoft.com/office/officeart/2005/8/layout/cycle8"/>
    <dgm:cxn modelId="{69B50556-06A2-4F7F-A215-DE6C401D58AC}" type="presParOf" srcId="{B791CD2C-F5D6-4941-9F73-4B664B8F467C}" destId="{2B1DC6AA-9824-4601-A8D1-F63224459425}" srcOrd="9" destOrd="0" presId="urn:microsoft.com/office/officeart/2005/8/layout/cycle8"/>
    <dgm:cxn modelId="{8B7E309C-74C2-4139-AA33-AEB9A5F3DB6A}" type="presParOf" srcId="{B791CD2C-F5D6-4941-9F73-4B664B8F467C}" destId="{6EA1E684-B10F-4920-B920-4346074A86D7}" srcOrd="10" destOrd="0" presId="urn:microsoft.com/office/officeart/2005/8/layout/cycle8"/>
    <dgm:cxn modelId="{CF9E0D5D-D9C7-4F22-BDAD-6133F7FA01FC}" type="presParOf" srcId="{B791CD2C-F5D6-4941-9F73-4B664B8F467C}" destId="{CCEBC008-67A1-4A40-A740-8F5BA6E72068}" srcOrd="11" destOrd="0" presId="urn:microsoft.com/office/officeart/2005/8/layout/cycle8"/>
    <dgm:cxn modelId="{5DD65F07-E44B-44E5-973E-EA1859BCAE3E}" type="presParOf" srcId="{B791CD2C-F5D6-4941-9F73-4B664B8F467C}" destId="{65EED80B-741D-48C5-AABF-B33A89122A6E}" srcOrd="12" destOrd="0" presId="urn:microsoft.com/office/officeart/2005/8/layout/cycle8"/>
    <dgm:cxn modelId="{664C9AAF-32DF-4C52-BE24-89398F26967D}" type="presParOf" srcId="{B791CD2C-F5D6-4941-9F73-4B664B8F467C}" destId="{FDEAFD0A-7767-45B1-8A7C-611F19314BEC}" srcOrd="13" destOrd="0" presId="urn:microsoft.com/office/officeart/2005/8/layout/cycle8"/>
    <dgm:cxn modelId="{6C95C280-0AF8-499E-B4B6-F9A0B5401B7B}" type="presParOf" srcId="{B791CD2C-F5D6-4941-9F73-4B664B8F467C}" destId="{CB3D95BE-7F8C-4FB5-9A8F-E989E774C598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95731-1585-44CE-B9EF-C317ABA189DA}">
      <dsp:nvSpPr>
        <dsp:cNvPr id="0" name=""/>
        <dsp:cNvSpPr/>
      </dsp:nvSpPr>
      <dsp:spPr>
        <a:xfrm>
          <a:off x="2081783" y="330200"/>
          <a:ext cx="4267200" cy="4267200"/>
        </a:xfrm>
        <a:prstGeom prst="pie">
          <a:avLst>
            <a:gd name="adj1" fmla="val 16200000"/>
            <a:gd name="adj2" fmla="val 1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One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Node Two has a longer label</a:t>
          </a:r>
        </a:p>
      </dsp:txBody>
      <dsp:txXfrm>
        <a:off x="4330699" y="1234440"/>
        <a:ext cx="1524000" cy="1270000"/>
      </dsp:txXfrm>
    </dsp:sp>
    <dsp:sp modelId="{63405699-DD44-4494-B2FB-F5874F738741}">
      <dsp:nvSpPr>
        <dsp:cNvPr id="0" name=""/>
        <dsp:cNvSpPr/>
      </dsp:nvSpPr>
      <dsp:spPr>
        <a:xfrm>
          <a:off x="1993899" y="482600"/>
          <a:ext cx="4267200" cy="4267200"/>
        </a:xfrm>
        <a:prstGeom prst="pie">
          <a:avLst>
            <a:gd name="adj1" fmla="val 18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Three</a:t>
          </a:r>
        </a:p>
      </dsp:txBody>
      <dsp:txXfrm>
        <a:off x="3009899" y="3251200"/>
        <a:ext cx="2286000" cy="1117600"/>
      </dsp:txXfrm>
    </dsp:sp>
    <dsp:sp modelId="{7B536CAB-7DB1-4DCB-B859-7EE494A9A201}">
      <dsp:nvSpPr>
        <dsp:cNvPr id="0" name=""/>
        <dsp:cNvSpPr/>
      </dsp:nvSpPr>
      <dsp:spPr>
        <a:xfrm>
          <a:off x="1906015" y="330200"/>
          <a:ext cx="4267200" cy="4267200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29210" rIns="29210" bIns="2921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Four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Node Five</a:t>
          </a:r>
        </a:p>
      </dsp:txBody>
      <dsp:txXfrm>
        <a:off x="2400299" y="1234440"/>
        <a:ext cx="1524000" cy="1270000"/>
      </dsp:txXfrm>
    </dsp:sp>
    <dsp:sp modelId="{65EED80B-741D-48C5-AABF-B33A89122A6E}">
      <dsp:nvSpPr>
        <dsp:cNvPr id="0" name=""/>
        <dsp:cNvSpPr/>
      </dsp:nvSpPr>
      <dsp:spPr>
        <a:xfrm>
          <a:off x="1817976" y="66039"/>
          <a:ext cx="4795520" cy="4795520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EAFD0A-7767-45B1-8A7C-611F19314BEC}">
      <dsp:nvSpPr>
        <dsp:cNvPr id="0" name=""/>
        <dsp:cNvSpPr/>
      </dsp:nvSpPr>
      <dsp:spPr>
        <a:xfrm>
          <a:off x="1729739" y="218170"/>
          <a:ext cx="4795520" cy="4795520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3D95BE-7F8C-4FB5-9A8F-E989E774C598}">
      <dsp:nvSpPr>
        <dsp:cNvPr id="0" name=""/>
        <dsp:cNvSpPr/>
      </dsp:nvSpPr>
      <dsp:spPr>
        <a:xfrm>
          <a:off x="1641503" y="66039"/>
          <a:ext cx="4795520" cy="4795520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000B7-2523-EF0A-03F4-413569A09D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73408-97A5-EC49-B637-894AC3DA7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D3B41-7ECC-A202-7D23-E61FED2F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9F6B-C2C9-4BBC-A92A-B4005DD954C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C97C9-A296-43C0-AA5E-5BD9D0FBB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02174-0997-772E-EB35-34269EDE3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6B2FE-A2CD-47BF-B302-B31751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98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19394-C723-D044-6E63-F186906D6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8532A-87E7-9DC6-5952-3724325B3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4A73D-4196-DE72-88A0-80108EB90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9F6B-C2C9-4BBC-A92A-B4005DD954C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A2A36-CF09-144E-8DF5-8FC0B769F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950C2-B098-7D32-6744-3C27828E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6B2FE-A2CD-47BF-B302-B31751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106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CA89E-6F28-86BF-9D27-A7FC6DBA9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429DF-184E-A3B5-FE98-9329F415D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9C68C-A41A-3E83-F90A-99BF77D68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9F6B-C2C9-4BBC-A92A-B4005DD954C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3FA22-62AD-9838-21DE-65BB7474B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41106-E4BF-96EF-843A-8C0DB1E29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6B2FE-A2CD-47BF-B302-B31751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391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75A1C-A394-EF11-7D1F-33073673A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1C7E4-ADE2-FA5E-15EA-775C99DAC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A2ED68-9653-4D3E-8A45-DC9F7337D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28E17-9EAF-7864-7A9B-20AEA3C14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9F6B-C2C9-4BBC-A92A-B4005DD954C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C4DF7-64C1-4F8D-BE1E-6399E4389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B7A62-A052-74C8-7137-CF4E0FBFC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6B2FE-A2CD-47BF-B302-B31751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900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242A-CDD1-CD8B-8B4C-844468601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7063F-CF3E-5FDB-EB0D-99E81F747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D746EA-B371-7EC6-349C-E6B9AFCA2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F43940-4C01-B551-4F98-A68AA6EB0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4EEC95-DA7A-14B9-958F-094CD40C4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96D437-9320-3553-6AF0-814743143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9F6B-C2C9-4BBC-A92A-B4005DD954C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186FD5-4319-9A76-BFCD-59E021D11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FA89AC-D798-7252-8FA8-D3E0AD5F1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6B2FE-A2CD-47BF-B302-B31751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46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6770A-A484-8EA5-8781-342F3D669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E29868-9AD8-5826-C5D9-DF0D5101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9F6B-C2C9-4BBC-A92A-B4005DD954C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F6580-0634-D135-5E9C-6C9923D59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2F473-E6A8-9F39-B792-7AA7AFA23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6B2FE-A2CD-47BF-B302-B31751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99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9ECAE-6E9C-534F-1043-14C65E191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9F6B-C2C9-4BBC-A92A-B4005DD954C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9D6610-3AE9-55E5-02D9-6CBA53E8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45FE0-AAB1-6E49-F450-281F09A3D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6B2FE-A2CD-47BF-B302-B31751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61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8C89E-BB73-F45C-BEA8-D34392A24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5A91B-B3D1-B454-B279-0BC567DBD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D0DD6-2F8F-239A-711E-B6BBB0BB3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A4457-2EEE-F413-B71B-C4242E50F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9F6B-C2C9-4BBC-A92A-B4005DD954C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21384-5B91-DFD4-5616-C7FF5C602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DB3B7-A034-264D-A427-4EEE9F31B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6B2FE-A2CD-47BF-B302-B31751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049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599D9-1DB6-E94C-13AE-F67288D5C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482EC4-9AB1-7411-BB27-1FC83CF145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7A155-50BA-2AD3-2D7A-57C0483E1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BD032-3479-007F-8950-2F75109D3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9F6B-C2C9-4BBC-A92A-B4005DD954C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30754-9BF7-4027-30D8-964FA0DB6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143742-E9B1-3BA5-AA87-4D7E11B29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6B2FE-A2CD-47BF-B302-B31751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66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DDF9-52A7-5AAB-2BAD-60CCFC834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6E756E-61B3-4E45-7193-9722D40D2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490A7-F62F-5241-A78F-3EF02A941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9F6B-C2C9-4BBC-A92A-B4005DD954C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26A25-4037-7B30-E869-AA706C046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589D0-FE0D-E6BC-12E8-82BDB83C6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6B2FE-A2CD-47BF-B302-B31751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51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34D719-6DA8-AB01-18F4-AE1B2F55EF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FF833-0CE5-35C6-9D69-ADDAA1929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25458-874B-51BD-DDD9-4D65A50F9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39F6B-C2C9-4BBC-A92A-B4005DD954C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5338C-E831-0AA4-F709-70C742918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5B3C5-34DB-F078-E571-3BEDD09C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A6B2FE-A2CD-47BF-B302-B31751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53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2E8779-C96E-44CD-83B9-04E8E58E7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7DFDC-72D6-5FDF-CA8D-4E939047E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3DA98-F024-88AC-B9FD-2E64D602A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A39F6B-C2C9-4BBC-A92A-B4005DD954C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3C3F6-C5F3-7BA8-C22B-CE2BB4E1BE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80619-3DB7-6EED-4B78-9E863EA3F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A6B2FE-A2CD-47BF-B302-B3175131C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8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8A9B013-5979-CE15-4199-C8C62962C9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869233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8948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2026-09-06T08:14:11Z</dcterms:created>
  <dcterms:modified xsi:type="dcterms:W3CDTF">2026-09-06T08:14:11Z</dcterms:modified>
</cp:coreProperties>
</file>