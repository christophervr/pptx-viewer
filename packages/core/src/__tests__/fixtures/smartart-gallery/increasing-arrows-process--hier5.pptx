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99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8469640-1DED-46C4-AFC0-AF81CE756916}" type="doc">
      <dgm:prSet loTypeId="urn:microsoft.com/office/officeart/2009/3/layout/IncreasingArrowsProcess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44984FE-2E0C-473C-B934-C2369CB4656B}">
      <dgm:prSet phldrT="[Text]"/>
      <dgm:spPr/>
      <dgm:t>
        <a:bodyPr/>
        <a:lstStyle/>
        <a:p>
          <a:r>
            <a:rPr lang="en-US"/>
            <a:t>Node One</a:t>
          </a:r>
        </a:p>
      </dgm:t>
    </dgm:pt>
    <dgm:pt modelId="{B7C97229-A8BE-4B19-8682-21034B638AA8}" type="parTrans" cxnId="{D50F0D53-B061-4416-AC40-72E8027FD759}">
      <dgm:prSet/>
      <dgm:spPr/>
    </dgm:pt>
    <dgm:pt modelId="{9E7B04D1-0B1E-40E5-B1B9-EFC804E29804}" type="sibTrans" cxnId="{D50F0D53-B061-4416-AC40-72E8027FD759}">
      <dgm:prSet/>
      <dgm:spPr/>
    </dgm:pt>
    <dgm:pt modelId="{2804D574-C911-46D2-8D7C-EEA9510E5A3F}">
      <dgm:prSet phldrT="[Text]"/>
      <dgm:spPr/>
      <dgm:t>
        <a:bodyPr/>
        <a:lstStyle/>
        <a:p>
          <a:r>
            <a:rPr lang="en-US"/>
            <a:t>Node Two has a longer label</a:t>
          </a:r>
        </a:p>
      </dgm:t>
    </dgm:pt>
    <dgm:pt modelId="{56F44397-61BE-411D-BF71-C7E9F61F46D8}" type="parTrans" cxnId="{6E9D6972-2673-45CE-97E0-F14290D20B94}">
      <dgm:prSet/>
      <dgm:spPr/>
    </dgm:pt>
    <dgm:pt modelId="{C463CB88-18D3-4256-8767-3CB7FD671522}" type="sibTrans" cxnId="{6E9D6972-2673-45CE-97E0-F14290D20B94}">
      <dgm:prSet/>
      <dgm:spPr/>
    </dgm:pt>
    <dgm:pt modelId="{8413F162-64E7-4E03-98E8-E59BFB4B8925}">
      <dgm:prSet phldrT="[Text]"/>
      <dgm:spPr/>
      <dgm:t>
        <a:bodyPr/>
        <a:lstStyle/>
        <a:p>
          <a:r>
            <a:rPr lang="en-US"/>
            <a:t>Node Three</a:t>
          </a:r>
        </a:p>
      </dgm:t>
    </dgm:pt>
    <dgm:pt modelId="{17C0A7FA-61D9-4C08-BD46-1729F1072D79}" type="parTrans" cxnId="{A9AE3548-FC0D-4A37-BAF4-6A0ABED7ED56}">
      <dgm:prSet/>
      <dgm:spPr/>
    </dgm:pt>
    <dgm:pt modelId="{828E7AF2-6D3A-4218-9208-A43625DF2355}" type="sibTrans" cxnId="{A9AE3548-FC0D-4A37-BAF4-6A0ABED7ED56}">
      <dgm:prSet/>
      <dgm:spPr/>
    </dgm:pt>
    <dgm:pt modelId="{5A0A294A-594D-4F5B-BA6E-F32518AACD97}">
      <dgm:prSet phldrT="[Text]"/>
      <dgm:spPr/>
      <dgm:t>
        <a:bodyPr/>
        <a:lstStyle/>
        <a:p>
          <a:r>
            <a:rPr lang="en-US"/>
            <a:t>Node Four</a:t>
          </a:r>
        </a:p>
      </dgm:t>
    </dgm:pt>
    <dgm:pt modelId="{CC353247-69A2-4C94-B556-D27976D7C0EE}" type="parTrans" cxnId="{7E3EDB59-81CF-428C-9DD7-71A12F222F85}">
      <dgm:prSet/>
      <dgm:spPr/>
    </dgm:pt>
    <dgm:pt modelId="{06F715E9-8BE7-4B30-A4CE-2F6CF075D2D0}" type="sibTrans" cxnId="{7E3EDB59-81CF-428C-9DD7-71A12F222F85}">
      <dgm:prSet/>
      <dgm:spPr/>
    </dgm:pt>
    <dgm:pt modelId="{4D22FD07-5E48-4181-8065-9678AA933623}">
      <dgm:prSet phldrT="[Text]"/>
      <dgm:spPr/>
      <dgm:t>
        <a:bodyPr/>
        <a:lstStyle/>
        <a:p>
          <a:r>
            <a:rPr lang="en-US"/>
            <a:t>Node Five</a:t>
          </a:r>
        </a:p>
      </dgm:t>
    </dgm:pt>
    <dgm:pt modelId="{7878B589-8304-4BC8-BACE-DD161B525E21}" type="parTrans" cxnId="{FE1C769A-0567-4E7A-A663-5EF4DAD7A38A}">
      <dgm:prSet/>
      <dgm:spPr/>
    </dgm:pt>
    <dgm:pt modelId="{5B234020-7888-411C-B884-10FCA63746BF}" type="sibTrans" cxnId="{FE1C769A-0567-4E7A-A663-5EF4DAD7A38A}">
      <dgm:prSet/>
      <dgm:spPr/>
    </dgm:pt>
    <dgm:pt modelId="{AB6C6CFD-E9E3-4434-9613-606C76E29205}" type="pres">
      <dgm:prSet presAssocID="{38469640-1DED-46C4-AFC0-AF81CE756916}" presName="Name0" presStyleCnt="0">
        <dgm:presLayoutVars>
          <dgm:chMax val="5"/>
          <dgm:chPref val="5"/>
          <dgm:dir/>
          <dgm:animLvl val="lvl"/>
        </dgm:presLayoutVars>
      </dgm:prSet>
      <dgm:spPr/>
    </dgm:pt>
    <dgm:pt modelId="{52303F77-5780-4647-92C0-179B1C507F49}" type="pres">
      <dgm:prSet presAssocID="{944984FE-2E0C-473C-B934-C2369CB4656B}" presName="parentText1" presStyleLbl="node1" presStyleIdx="0" presStyleCnt="3">
        <dgm:presLayoutVars>
          <dgm:chMax/>
          <dgm:chPref val="3"/>
          <dgm:bulletEnabled val="1"/>
        </dgm:presLayoutVars>
      </dgm:prSet>
      <dgm:spPr/>
    </dgm:pt>
    <dgm:pt modelId="{214113A8-BAEF-4BA9-9B1B-EA0C953172D8}" type="pres">
      <dgm:prSet presAssocID="{944984FE-2E0C-473C-B934-C2369CB4656B}" presName="childText1" presStyleLbl="solidAlignAcc1" presStyleIdx="0" presStyleCnt="2">
        <dgm:presLayoutVars>
          <dgm:chMax val="0"/>
          <dgm:chPref val="0"/>
          <dgm:bulletEnabled val="1"/>
        </dgm:presLayoutVars>
      </dgm:prSet>
      <dgm:spPr/>
    </dgm:pt>
    <dgm:pt modelId="{000BA64D-52DB-4AB4-94B2-7A685BCFD9A9}" type="pres">
      <dgm:prSet presAssocID="{8413F162-64E7-4E03-98E8-E59BFB4B8925}" presName="parentText2" presStyleLbl="node1" presStyleIdx="1" presStyleCnt="3">
        <dgm:presLayoutVars>
          <dgm:chMax/>
          <dgm:chPref val="3"/>
          <dgm:bulletEnabled val="1"/>
        </dgm:presLayoutVars>
      </dgm:prSet>
      <dgm:spPr/>
    </dgm:pt>
    <dgm:pt modelId="{053F47D1-C376-4B8D-96B7-C344904B1299}" type="pres">
      <dgm:prSet presAssocID="{5A0A294A-594D-4F5B-BA6E-F32518AACD97}" presName="parentText3" presStyleLbl="node1" presStyleIdx="2" presStyleCnt="3">
        <dgm:presLayoutVars>
          <dgm:chMax/>
          <dgm:chPref val="3"/>
          <dgm:bulletEnabled val="1"/>
        </dgm:presLayoutVars>
      </dgm:prSet>
      <dgm:spPr/>
    </dgm:pt>
    <dgm:pt modelId="{3BD45789-82BA-4225-8854-05A0FFE722E8}" type="pres">
      <dgm:prSet presAssocID="{5A0A294A-594D-4F5B-BA6E-F32518AACD97}" presName="childText3" presStyleLbl="solidAlignAcc1" presStyleIdx="1" presStyleCnt="2">
        <dgm:presLayoutVars>
          <dgm:chMax val="0"/>
          <dgm:chPref val="0"/>
          <dgm:bulletEnabled val="1"/>
        </dgm:presLayoutVars>
      </dgm:prSet>
      <dgm:spPr/>
    </dgm:pt>
  </dgm:ptLst>
  <dgm:cxnLst>
    <dgm:cxn modelId="{172E481F-DD42-4F13-A840-B64F79BBA23E}" type="presOf" srcId="{4D22FD07-5E48-4181-8065-9678AA933623}" destId="{3BD45789-82BA-4225-8854-05A0FFE722E8}" srcOrd="0" destOrd="0" presId="urn:microsoft.com/office/officeart/2009/3/layout/IncreasingArrowsProcess"/>
    <dgm:cxn modelId="{EEA87C2A-6686-4ED9-844D-49AD60246B40}" type="presOf" srcId="{38469640-1DED-46C4-AFC0-AF81CE756916}" destId="{AB6C6CFD-E9E3-4434-9613-606C76E29205}" srcOrd="0" destOrd="0" presId="urn:microsoft.com/office/officeart/2009/3/layout/IncreasingArrowsProcess"/>
    <dgm:cxn modelId="{85B2E52A-466D-4BD6-AD66-D1BAB4DED28F}" type="presOf" srcId="{2804D574-C911-46D2-8D7C-EEA9510E5A3F}" destId="{214113A8-BAEF-4BA9-9B1B-EA0C953172D8}" srcOrd="0" destOrd="0" presId="urn:microsoft.com/office/officeart/2009/3/layout/IncreasingArrowsProcess"/>
    <dgm:cxn modelId="{6C43743F-9E73-44DF-B6C9-D3C114DCCC7C}" type="presOf" srcId="{944984FE-2E0C-473C-B934-C2369CB4656B}" destId="{52303F77-5780-4647-92C0-179B1C507F49}" srcOrd="0" destOrd="0" presId="urn:microsoft.com/office/officeart/2009/3/layout/IncreasingArrowsProcess"/>
    <dgm:cxn modelId="{A9AE3548-FC0D-4A37-BAF4-6A0ABED7ED56}" srcId="{38469640-1DED-46C4-AFC0-AF81CE756916}" destId="{8413F162-64E7-4E03-98E8-E59BFB4B8925}" srcOrd="1" destOrd="0" parTransId="{17C0A7FA-61D9-4C08-BD46-1729F1072D79}" sibTransId="{828E7AF2-6D3A-4218-9208-A43625DF2355}"/>
    <dgm:cxn modelId="{6E9D6972-2673-45CE-97E0-F14290D20B94}" srcId="{944984FE-2E0C-473C-B934-C2369CB4656B}" destId="{2804D574-C911-46D2-8D7C-EEA9510E5A3F}" srcOrd="0" destOrd="0" parTransId="{56F44397-61BE-411D-BF71-C7E9F61F46D8}" sibTransId="{C463CB88-18D3-4256-8767-3CB7FD671522}"/>
    <dgm:cxn modelId="{D50F0D53-B061-4416-AC40-72E8027FD759}" srcId="{38469640-1DED-46C4-AFC0-AF81CE756916}" destId="{944984FE-2E0C-473C-B934-C2369CB4656B}" srcOrd="0" destOrd="0" parTransId="{B7C97229-A8BE-4B19-8682-21034B638AA8}" sibTransId="{9E7B04D1-0B1E-40E5-B1B9-EFC804E29804}"/>
    <dgm:cxn modelId="{7E3EDB59-81CF-428C-9DD7-71A12F222F85}" srcId="{38469640-1DED-46C4-AFC0-AF81CE756916}" destId="{5A0A294A-594D-4F5B-BA6E-F32518AACD97}" srcOrd="2" destOrd="0" parTransId="{CC353247-69A2-4C94-B556-D27976D7C0EE}" sibTransId="{06F715E9-8BE7-4B30-A4CE-2F6CF075D2D0}"/>
    <dgm:cxn modelId="{7C566281-B23E-43BB-81A1-7BB44B07131C}" type="presOf" srcId="{8413F162-64E7-4E03-98E8-E59BFB4B8925}" destId="{000BA64D-52DB-4AB4-94B2-7A685BCFD9A9}" srcOrd="0" destOrd="0" presId="urn:microsoft.com/office/officeart/2009/3/layout/IncreasingArrowsProcess"/>
    <dgm:cxn modelId="{FE1C769A-0567-4E7A-A663-5EF4DAD7A38A}" srcId="{5A0A294A-594D-4F5B-BA6E-F32518AACD97}" destId="{4D22FD07-5E48-4181-8065-9678AA933623}" srcOrd="0" destOrd="0" parTransId="{7878B589-8304-4BC8-BACE-DD161B525E21}" sibTransId="{5B234020-7888-411C-B884-10FCA63746BF}"/>
    <dgm:cxn modelId="{4AA90FE4-88D5-4449-AA01-2D1F00B10FBD}" type="presOf" srcId="{5A0A294A-594D-4F5B-BA6E-F32518AACD97}" destId="{053F47D1-C376-4B8D-96B7-C344904B1299}" srcOrd="0" destOrd="0" presId="urn:microsoft.com/office/officeart/2009/3/layout/IncreasingArrowsProcess"/>
    <dgm:cxn modelId="{B1440CD2-E350-4F8D-A26D-C869F2402C06}" type="presParOf" srcId="{AB6C6CFD-E9E3-4434-9613-606C76E29205}" destId="{52303F77-5780-4647-92C0-179B1C507F49}" srcOrd="0" destOrd="0" presId="urn:microsoft.com/office/officeart/2009/3/layout/IncreasingArrowsProcess"/>
    <dgm:cxn modelId="{E2A7EA5E-350F-44B4-A708-D32483DCE436}" type="presParOf" srcId="{AB6C6CFD-E9E3-4434-9613-606C76E29205}" destId="{214113A8-BAEF-4BA9-9B1B-EA0C953172D8}" srcOrd="1" destOrd="0" presId="urn:microsoft.com/office/officeart/2009/3/layout/IncreasingArrowsProcess"/>
    <dgm:cxn modelId="{C2F1A3E3-55CA-4554-8985-1E242E408BEF}" type="presParOf" srcId="{AB6C6CFD-E9E3-4434-9613-606C76E29205}" destId="{000BA64D-52DB-4AB4-94B2-7A685BCFD9A9}" srcOrd="2" destOrd="0" presId="urn:microsoft.com/office/officeart/2009/3/layout/IncreasingArrowsProcess"/>
    <dgm:cxn modelId="{387D5021-119E-4F0B-AB3B-2258AF9F55A3}" type="presParOf" srcId="{AB6C6CFD-E9E3-4434-9613-606C76E29205}" destId="{053F47D1-C376-4B8D-96B7-C344904B1299}" srcOrd="3" destOrd="0" presId="urn:microsoft.com/office/officeart/2009/3/layout/IncreasingArrowsProcess"/>
    <dgm:cxn modelId="{5A9D9313-5645-4661-A162-6570C1E761E3}" type="presParOf" srcId="{AB6C6CFD-E9E3-4434-9613-606C76E29205}" destId="{3BD45789-82BA-4225-8854-05A0FFE722E8}" srcOrd="4" destOrd="0" presId="urn:microsoft.com/office/officeart/2009/3/layout/IncreasingArrows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2303F77-5780-4647-92C0-179B1C507F49}">
      <dsp:nvSpPr>
        <dsp:cNvPr id="0" name=""/>
        <dsp:cNvSpPr/>
      </dsp:nvSpPr>
      <dsp:spPr>
        <a:xfrm>
          <a:off x="0" y="534667"/>
          <a:ext cx="8255000" cy="1202242"/>
        </a:xfrm>
        <a:prstGeom prst="rightArrow">
          <a:avLst>
            <a:gd name="adj1" fmla="val 50000"/>
            <a:gd name="adj2" fmla="val 5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254000" bIns="190856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Node One</a:t>
          </a:r>
        </a:p>
      </dsp:txBody>
      <dsp:txXfrm>
        <a:off x="0" y="835228"/>
        <a:ext cx="7954440" cy="601121"/>
      </dsp:txXfrm>
    </dsp:sp>
    <dsp:sp modelId="{214113A8-BAEF-4BA9-9B1B-EA0C953172D8}">
      <dsp:nvSpPr>
        <dsp:cNvPr id="0" name=""/>
        <dsp:cNvSpPr/>
      </dsp:nvSpPr>
      <dsp:spPr>
        <a:xfrm>
          <a:off x="0" y="1461769"/>
          <a:ext cx="2542540" cy="2315961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Node Two has a longer label</a:t>
          </a:r>
        </a:p>
      </dsp:txBody>
      <dsp:txXfrm>
        <a:off x="0" y="1461769"/>
        <a:ext cx="2542540" cy="2315961"/>
      </dsp:txXfrm>
    </dsp:sp>
    <dsp:sp modelId="{000BA64D-52DB-4AB4-94B2-7A685BCFD9A9}">
      <dsp:nvSpPr>
        <dsp:cNvPr id="0" name=""/>
        <dsp:cNvSpPr/>
      </dsp:nvSpPr>
      <dsp:spPr>
        <a:xfrm>
          <a:off x="2542539" y="935414"/>
          <a:ext cx="5712460" cy="1202242"/>
        </a:xfrm>
        <a:prstGeom prst="rightArrow">
          <a:avLst>
            <a:gd name="adj1" fmla="val 50000"/>
            <a:gd name="adj2" fmla="val 5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254000" bIns="190856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Node Three</a:t>
          </a:r>
        </a:p>
      </dsp:txBody>
      <dsp:txXfrm>
        <a:off x="2542539" y="1235975"/>
        <a:ext cx="5411900" cy="601121"/>
      </dsp:txXfrm>
    </dsp:sp>
    <dsp:sp modelId="{053F47D1-C376-4B8D-96B7-C344904B1299}">
      <dsp:nvSpPr>
        <dsp:cNvPr id="0" name=""/>
        <dsp:cNvSpPr/>
      </dsp:nvSpPr>
      <dsp:spPr>
        <a:xfrm>
          <a:off x="5085079" y="1336162"/>
          <a:ext cx="3169920" cy="1202242"/>
        </a:xfrm>
        <a:prstGeom prst="rightArrow">
          <a:avLst>
            <a:gd name="adj1" fmla="val 50000"/>
            <a:gd name="adj2" fmla="val 5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254000" bIns="190856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Node Four</a:t>
          </a:r>
        </a:p>
      </dsp:txBody>
      <dsp:txXfrm>
        <a:off x="5085079" y="1636723"/>
        <a:ext cx="2869360" cy="601121"/>
      </dsp:txXfrm>
    </dsp:sp>
    <dsp:sp modelId="{3BD45789-82BA-4225-8854-05A0FFE722E8}">
      <dsp:nvSpPr>
        <dsp:cNvPr id="0" name=""/>
        <dsp:cNvSpPr/>
      </dsp:nvSpPr>
      <dsp:spPr>
        <a:xfrm>
          <a:off x="5085079" y="2263264"/>
          <a:ext cx="2542540" cy="228206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Node Five</a:t>
          </a:r>
        </a:p>
      </dsp:txBody>
      <dsp:txXfrm>
        <a:off x="5085079" y="2263264"/>
        <a:ext cx="2542540" cy="228206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9/3/layout/IncreasingArrowsProcess">
  <dgm:title val=""/>
  <dgm:desc val=""/>
  <dgm:catLst>
    <dgm:cat type="process" pri="5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clrData>
  <dgm:layoutNode name="Name0">
    <dgm:varLst>
      <dgm:chMax val="5"/>
      <dgm:chPref val="5"/>
      <dgm:dir/>
      <dgm:animLvl val="lvl"/>
    </dgm:varLst>
    <dgm:shape xmlns:r="http://schemas.openxmlformats.org/officeDocument/2006/relationships" r:blip="">
      <dgm:adjLst/>
    </dgm:shape>
    <dgm:choose name="Name1">
      <dgm:if name="Name2" axis="ch" ptType="node" func="cnt" op="equ" val="1">
        <dgm:choose name="Name3">
          <dgm:if name="Name4" axis="ch ch" ptType="node node" func="cnt" op="equ" val="0">
            <dgm:alg type="composite">
              <dgm:param type="ar" val="6.8662"/>
            </dgm:alg>
            <dgm:choose name="Name5">
              <dgm:if name="Name6" func="var" arg="dir" op="equ" val="norm">
                <dgm:constrLst>
                  <dgm:constr type="primFontSz" for="des" forName="parentText1" val="65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/>
                </dgm:constrLst>
              </dgm:if>
              <dgm:else name="Name7">
                <dgm:constrLst>
                  <dgm:constr type="primFontSz" for="des" forName="parentText1" val="65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/>
                </dgm:constrLst>
              </dgm:else>
            </dgm:choose>
          </dgm:if>
          <dgm:else name="Name8">
            <dgm:alg type="composite">
              <dgm:param type="ar" val="1.9864"/>
            </dgm:alg>
            <dgm:choose name="Name9">
              <dgm:if name="Name10" func="var" arg="dir" op="equ" val="norm">
                <dgm:constrLst>
                  <dgm:constr type="primFontSz" for="des" forName="childText1" val="65"/>
                  <dgm:constr type="primFontSz" for="des" forName="parentText1" val="65"/>
                  <dgm:constr type="primFontSz" for="des" forName="childText1" refType="primFontSz" refFor="des" refForName="parentText1" op="lte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2893"/>
                  <dgm:constr type="l" for="ch" forName="childText1" refType="w" fact="0"/>
                  <dgm:constr type="t" for="ch" forName="childText1" refType="h" fact="0.224"/>
                  <dgm:constr type="w" for="ch" forName="childText1" refType="w" fact="0.9241"/>
                  <dgm:constr type="h" for="ch" forName="childText1" refType="h" fact="0.776"/>
                </dgm:constrLst>
              </dgm:if>
              <dgm:else name="Name11">
                <dgm:constrLst>
                  <dgm:constr type="primFontSz" for="des" forName="childText1" val="65"/>
                  <dgm:constr type="primFontSz" for="des" forName="parentText1" val="65"/>
                  <dgm:constr type="primFontSz" for="des" forName="childText1" refType="primFontSz" refFor="des" refForName="parentText1" op="lte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2893"/>
                  <dgm:constr type="l" for="ch" forName="childText1" refType="w" fact="0.076"/>
                  <dgm:constr type="t" for="ch" forName="childText1" refType="h" fact="0.224"/>
                  <dgm:constr type="w" for="ch" forName="childText1" refType="w" fact="0.9241"/>
                  <dgm:constr type="h" for="ch" forName="childText1" refType="h" fact="0.776"/>
                </dgm:constrLst>
              </dgm:else>
            </dgm:choose>
          </dgm:else>
        </dgm:choose>
      </dgm:if>
      <dgm:if name="Name12" axis="ch" ptType="node" func="cnt" op="equ" val="2">
        <dgm:choose name="Name13">
          <dgm:if name="Name14" axis="ch ch" ptType="node node" func="cnt" op="equ" val="0">
            <dgm:alg type="composite">
              <dgm:param type="ar" val="5.1498"/>
            </dgm:alg>
            <dgm:choose name="Name15">
              <dgm:if name="Name16" func="var" arg="dir" op="equ" val="norm">
                <dgm:constrLst>
                  <dgm:constr type="primFontSz" for="des" forName="parentText1" val="65"/>
                  <dgm:constr type="primFontSz" for="des" forName="parentText2" refType="primFontSz" refFor="des" refForName="parentText1" op="equ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7501"/>
                  <dgm:constr type="l" for="ch" forName="parentText2" refType="w" fact="0.462"/>
                  <dgm:constr type="t" for="ch" forName="parentText2" refType="h" fact="0.2499"/>
                  <dgm:constr type="w" for="ch" forName="parentText2" refType="w" fact="0.538"/>
                  <dgm:constr type="h" for="ch" forName="parentText2" refType="h" fact="0.7501"/>
                </dgm:constrLst>
              </dgm:if>
              <dgm:else name="Name17">
                <dgm:constrLst>
                  <dgm:constr type="primFontSz" for="des" forName="parentText1" val="65"/>
                  <dgm:constr type="primFontSz" for="des" forName="parentText2" refType="primFontSz" refFor="des" refForName="parentText1" op="equ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7501"/>
                  <dgm:constr type="l" for="ch" forName="parentText2" refType="w" fact="0"/>
                  <dgm:constr type="t" for="ch" forName="parentText2" refType="h" fact="0.2499"/>
                  <dgm:constr type="w" for="ch" forName="parentText2" refType="w" fact="0.538"/>
                  <dgm:constr type="h" for="ch" forName="parentText2" refType="h" fact="0.7501"/>
                </dgm:constrLst>
              </dgm:else>
            </dgm:choose>
          </dgm:if>
          <dgm:else name="Name18">
            <dgm:alg type="composite">
              <dgm:param type="ar" val="2.0563"/>
            </dgm:alg>
            <dgm:choose name="Name19">
              <dgm:if name="Name20" func="var" arg="dir" op="equ" val="norm">
                <dgm:constrLst>
                  <dgm:constr type="primFontSz" for="des" forName="childText1" val="65"/>
                  <dgm:constr type="primFontSz" for="des" forName="parentText1" val="65"/>
                  <dgm:constr type="primFontSz" for="des" forName="childText1" refType="primFontSz" refFor="des" refForName="parentText1" op="lte"/>
                  <dgm:constr type="primFontSz" for="des" forName="childText2" refType="primFontSz" refFor="des" refForName="parentText1" op="lte"/>
                  <dgm:constr type="primFontSz" for="des" forName="childText1" refType="primFontSz" refFor="des" refForName="parentText2" op="lte"/>
                  <dgm:constr type="primFontSz" for="des" forName="childText2" refType="primFontSz" refFor="des" refForName="parentText2" op="lte"/>
                  <dgm:constr type="primFontSz" for="des" forName="parentText2" refType="primFontSz" refFor="des" refForName="parentText1" op="equ"/>
                  <dgm:constr type="primFontSz" for="des" forName="childText2" refType="primFontSz" refFor="des" refForName="childText1" op="equ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2995"/>
                  <dgm:constr type="l" for="ch" forName="parentText2" refType="w" fact="0.462"/>
                  <dgm:constr type="t" for="ch" forName="parentText2" refType="h" fact="0.0998"/>
                  <dgm:constr type="w" for="ch" forName="parentText2" refType="w" fact="0.538"/>
                  <dgm:constr type="h" for="ch" forName="parentText2" refType="h" fact="0.2995"/>
                  <dgm:constr type="l" for="ch" forName="childText1" refType="w" fact="0"/>
                  <dgm:constr type="t" for="ch" forName="childText1" refType="h" fact="0.2317"/>
                  <dgm:constr type="w" for="ch" forName="childText1" refType="w" fact="0.462"/>
                  <dgm:constr type="h" for="ch" forName="childText1" refType="h" fact="0.6685"/>
                  <dgm:constr type="l" for="ch" forName="childText2" refType="w" fact="0.462"/>
                  <dgm:constr type="t" for="ch" forName="childText2" refType="h" fact="0.3315"/>
                  <dgm:constr type="w" for="ch" forName="childText2" refType="w" fact="0.462"/>
                  <dgm:constr type="h" for="ch" forName="childText2" refType="h" fact="0.6685"/>
                </dgm:constrLst>
              </dgm:if>
              <dgm:else name="Name21">
                <dgm:constrLst>
                  <dgm:constr type="primFontSz" for="des" forName="childText1" val="65"/>
                  <dgm:constr type="primFontSz" for="des" forName="parentText1" val="65"/>
                  <dgm:constr type="primFontSz" for="des" forName="childText1" refType="primFontSz" refFor="des" refForName="parentText1" op="lte"/>
                  <dgm:constr type="primFontSz" for="des" forName="childText2" refType="primFontSz" refFor="des" refForName="parentText1" op="lte"/>
                  <dgm:constr type="primFontSz" for="des" forName="childText1" refType="primFontSz" refFor="des" refForName="parentText2" op="lte"/>
                  <dgm:constr type="primFontSz" for="des" forName="childText2" refType="primFontSz" refFor="des" refForName="parentText2" op="lte"/>
                  <dgm:constr type="primFontSz" for="des" forName="parentText2" refType="primFontSz" refFor="des" refForName="parentText1" op="equ"/>
                  <dgm:constr type="primFontSz" for="des" forName="childText2" refType="primFontSz" refFor="des" refForName="childText1" op="equ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2995"/>
                  <dgm:constr type="l" for="ch" forName="parentText2" refType="w" fact="0"/>
                  <dgm:constr type="t" for="ch" forName="parentText2" refType="h" fact="0.0998"/>
                  <dgm:constr type="w" for="ch" forName="parentText2" refType="w" fact="0.538"/>
                  <dgm:constr type="h" for="ch" forName="parentText2" refType="h" fact="0.2995"/>
                  <dgm:constr type="l" for="ch" forName="childText1" refType="w" fact="0.538"/>
                  <dgm:constr type="t" for="ch" forName="childText1" refType="h" fact="0.2317"/>
                  <dgm:constr type="w" for="ch" forName="childText1" refType="w" fact="0.462"/>
                  <dgm:constr type="h" for="ch" forName="childText1" refType="h" fact="0.6685"/>
                  <dgm:constr type="l" for="ch" forName="childText2" refType="w" fact="0.076"/>
                  <dgm:constr type="t" for="ch" forName="childText2" refType="h" fact="0.3315"/>
                  <dgm:constr type="w" for="ch" forName="childText2" refType="w" fact="0.462"/>
                  <dgm:constr type="h" for="ch" forName="childText2" refType="h" fact="0.6685"/>
                </dgm:constrLst>
              </dgm:else>
            </dgm:choose>
          </dgm:else>
        </dgm:choose>
      </dgm:if>
      <dgm:if name="Name22" axis="ch" ptType="node" func="cnt" op="equ" val="3">
        <dgm:choose name="Name23">
          <dgm:if name="Name24" axis="ch ch" ptType="node node" func="cnt" op="equ" val="0">
            <dgm:alg type="composite">
              <dgm:param type="ar" val="4.1198"/>
            </dgm:alg>
            <dgm:choose name="Name25">
              <dgm:if name="Name26" func="var" arg="dir" op="equ" val="norm">
                <dgm:constrLst>
                  <dgm:constr type="primFontSz" for="des" forName="parentText1" val="65"/>
                  <dgm:constr type="primFontSz" for="des" forName="parentText2" refType="primFontSz" refFor="des" refForName="parentText1" op="equ"/>
                  <dgm:constr type="primFontSz" for="des" forName="parentText3" refType="primFontSz" refFor="des" refForName="parentText1" op="equ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6"/>
                  <dgm:constr type="l" for="ch" forName="parentText2" refType="w" fact="0.308"/>
                  <dgm:constr type="t" for="ch" forName="parentText2" refType="h" fact="0.2"/>
                  <dgm:constr type="w" for="ch" forName="parentText2" refType="w" fact="0.692"/>
                  <dgm:constr type="h" for="ch" forName="parentText2" refType="h" fact="0.6"/>
                  <dgm:constr type="l" for="ch" forName="parentText3" refType="w" fact="0.616"/>
                  <dgm:constr type="t" for="ch" forName="parentText3" refType="h" fact="0.4"/>
                  <dgm:constr type="w" for="ch" forName="parentText3" refType="w" fact="0.384"/>
                  <dgm:constr type="h" for="ch" forName="parentText3" refType="h" fact="0.6"/>
                </dgm:constrLst>
              </dgm:if>
              <dgm:else name="Name27">
                <dgm:constrLst>
                  <dgm:constr type="primFontSz" for="des" forName="parentText1" val="65"/>
                  <dgm:constr type="primFontSz" for="des" forName="parentText2" refType="primFontSz" refFor="des" refForName="parentText1" op="equ"/>
                  <dgm:constr type="primFontSz" for="des" forName="parentText3" refType="primFontSz" refFor="des" refForName="parentText1" op="equ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6"/>
                  <dgm:constr type="l" for="ch" forName="parentText2" refType="w" fact="0"/>
                  <dgm:constr type="t" for="ch" forName="parentText2" refType="h" fact="0.2"/>
                  <dgm:constr type="w" for="ch" forName="parentText2" refType="w" fact="0.692"/>
                  <dgm:constr type="h" for="ch" forName="parentText2" refType="h" fact="0.6"/>
                  <dgm:constr type="l" for="ch" forName="parentText3" refType="w" fact="0"/>
                  <dgm:constr type="t" for="ch" forName="parentText3" refType="h" fact="0.4"/>
                  <dgm:constr type="w" for="ch" forName="parentText3" refType="w" fact="0.384"/>
                  <dgm:constr type="h" for="ch" forName="parentText3" refType="h" fact="0.6"/>
                </dgm:constrLst>
              </dgm:else>
            </dgm:choose>
          </dgm:if>
          <dgm:else name="Name28">
            <dgm:alg type="composite">
              <dgm:param type="ar" val="2.0702"/>
            </dgm:alg>
            <dgm:choose name="Name29">
              <dgm:if name="Name30" func="var" arg="dir" op="equ" val="norm">
                <dgm:constrLst>
                  <dgm:constr type="primFontSz" for="des" forName="childText1" val="65"/>
                  <dgm:constr type="primFontSz" for="des" forName="parentText1" val="65"/>
                  <dgm:constr type="primFontSz" for="des" forName="childText1" refType="primFontSz" refFor="des" refForName="parentText1" op="lte"/>
                  <dgm:constr type="primFontSz" for="des" forName="childText2" refType="primFontSz" refFor="des" refForName="parentText1" op="lte"/>
                  <dgm:constr type="primFontSz" for="des" forName="childText3" refType="primFontSz" refFor="des" refForName="parentText1" op="lte"/>
                  <dgm:constr type="primFontSz" for="des" forName="childText1" refType="primFontSz" refFor="des" refForName="parentText2" op="lte"/>
                  <dgm:constr type="primFontSz" for="des" forName="childText2" refType="primFontSz" refFor="des" refForName="parentText2" op="lte"/>
                  <dgm:constr type="primFontSz" for="des" forName="childText3" refType="primFontSz" refFor="des" refForName="parentText2" op="lte"/>
                  <dgm:constr type="primFontSz" for="des" forName="childText1" refType="primFontSz" refFor="des" refForName="parentText3" op="lte"/>
                  <dgm:constr type="primFontSz" for="des" forName="childText2" refType="primFontSz" refFor="des" refForName="parentText3" op="lte"/>
                  <dgm:constr type="primFontSz" for="des" forName="childText3" refType="primFontSz" refFor="des" refForName="parentText3" op="lte"/>
                  <dgm:constr type="primFontSz" for="des" forName="parentText2" refType="primFontSz" refFor="des" refForName="parentText1" op="equ"/>
                  <dgm:constr type="primFontSz" for="des" forName="parentText3" refType="primFontSz" refFor="des" refForName="parentText1" op="equ"/>
                  <dgm:constr type="primFontSz" for="des" forName="childText2" refType="primFontSz" refFor="des" refForName="childText1" op="equ"/>
                  <dgm:constr type="primFontSz" for="des" forName="childText3" refType="primFontSz" refFor="des" refForName="childText1" op="equ"/>
                  <dgm:constr type="l" for="ch" forName="childText1" refType="w" fact="0"/>
                  <dgm:constr type="t" for="ch" forName="childText1" refType="h" fact="0.2325"/>
                  <dgm:constr type="w" for="ch" forName="childText1" refType="w" fact="0.308"/>
                  <dgm:constr type="h" for="ch" forName="childText1" refType="h" fact="0.5808"/>
                  <dgm:constr type="l" for="ch" forName="childText2" refType="w" fact="0.308"/>
                  <dgm:constr type="t" for="ch" forName="childText2" refType="h" fact="0.333"/>
                  <dgm:constr type="w" for="ch" forName="childText2" refType="w" fact="0.308"/>
                  <dgm:constr type="h" for="ch" forName="childText2" refType="h" fact="0.5808"/>
                  <dgm:constr type="l" for="ch" forName="childText3" refType="w" fact="0.616"/>
                  <dgm:constr type="t" for="ch" forName="childText3" refType="h" fact="0.4335"/>
                  <dgm:constr type="w" for="ch" forName="childText3" refType="w" fact="0.308"/>
                  <dgm:constr type="h" for="ch" forName="childText3" refType="h" fact="0.5723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3015"/>
                  <dgm:constr type="l" for="ch" forName="parentText2" refType="w" fact="0.308"/>
                  <dgm:constr type="t" for="ch" forName="parentText2" refType="h" fact="0.1005"/>
                  <dgm:constr type="w" for="ch" forName="parentText2" refType="w" fact="0.692"/>
                  <dgm:constr type="h" for="ch" forName="parentText2" refType="h" fact="0.3015"/>
                  <dgm:constr type="l" for="ch" forName="parentText3" refType="w" fact="0.616"/>
                  <dgm:constr type="t" for="ch" forName="parentText3" refType="h" fact="0.201"/>
                  <dgm:constr type="w" for="ch" forName="parentText3" refType="w" fact="0.384"/>
                  <dgm:constr type="h" for="ch" forName="parentText3" refType="h" fact="0.3015"/>
                </dgm:constrLst>
              </dgm:if>
              <dgm:else name="Name31">
                <dgm:constrLst>
                  <dgm:constr type="primFontSz" for="des" forName="childText1" val="65"/>
                  <dgm:constr type="primFontSz" for="des" forName="parentText1" val="65"/>
                  <dgm:constr type="primFontSz" for="des" forName="childText1" refType="primFontSz" refFor="des" refForName="parentText1" op="lte"/>
                  <dgm:constr type="primFontSz" for="des" forName="childText2" refType="primFontSz" refFor="des" refForName="parentText1" op="lte"/>
                  <dgm:constr type="primFontSz" for="des" forName="childText3" refType="primFontSz" refFor="des" refForName="parentText1" op="lte"/>
                  <dgm:constr type="primFontSz" for="des" forName="childText1" refType="primFontSz" refFor="des" refForName="parentText2" op="lte"/>
                  <dgm:constr type="primFontSz" for="des" forName="childText2" refType="primFontSz" refFor="des" refForName="parentText2" op="lte"/>
                  <dgm:constr type="primFontSz" for="des" forName="childText3" refType="primFontSz" refFor="des" refForName="parentText2" op="lte"/>
                  <dgm:constr type="primFontSz" for="des" forName="childText1" refType="primFontSz" refFor="des" refForName="parentText3" op="lte"/>
                  <dgm:constr type="primFontSz" for="des" forName="childText2" refType="primFontSz" refFor="des" refForName="parentText3" op="lte"/>
                  <dgm:constr type="primFontSz" for="des" forName="childText3" refType="primFontSz" refFor="des" refForName="parentText3" op="lte"/>
                  <dgm:constr type="primFontSz" for="des" forName="parentText2" refType="primFontSz" refFor="des" refForName="parentText1" op="equ"/>
                  <dgm:constr type="primFontSz" for="des" forName="parentText3" refType="primFontSz" refFor="des" refForName="parentText1" op="equ"/>
                  <dgm:constr type="primFontSz" for="des" forName="childText2" refType="primFontSz" refFor="des" refForName="childText1" op="equ"/>
                  <dgm:constr type="primFontSz" for="des" forName="childText3" refType="primFontSz" refFor="des" refForName="childText1" op="equ"/>
                  <dgm:constr type="l" for="ch" forName="childText1" refType="w" fact="0.692"/>
                  <dgm:constr type="t" for="ch" forName="childText1" refType="h" fact="0.2325"/>
                  <dgm:constr type="w" for="ch" forName="childText1" refType="w" fact="0.308"/>
                  <dgm:constr type="h" for="ch" forName="childText1" refType="h" fact="0.5808"/>
                  <dgm:constr type="l" for="ch" forName="childText2" refType="w" fact="0.384"/>
                  <dgm:constr type="t" for="ch" forName="childText2" refType="h" fact="0.333"/>
                  <dgm:constr type="w" for="ch" forName="childText2" refType="w" fact="0.308"/>
                  <dgm:constr type="h" for="ch" forName="childText2" refType="h" fact="0.5808"/>
                  <dgm:constr type="l" for="ch" forName="childText3" refType="w" fact="0.076"/>
                  <dgm:constr type="t" for="ch" forName="childText3" refType="h" fact="0.4335"/>
                  <dgm:constr type="w" for="ch" forName="childText3" refType="w" fact="0.308"/>
                  <dgm:constr type="h" for="ch" forName="childText3" refType="h" fact="0.5723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3015"/>
                  <dgm:constr type="l" for="ch" forName="parentText2" refType="w" fact="0"/>
                  <dgm:constr type="t" for="ch" forName="parentText2" refType="h" fact="0.1005"/>
                  <dgm:constr type="w" for="ch" forName="parentText2" refType="w" fact="0.692"/>
                  <dgm:constr type="h" for="ch" forName="parentText2" refType="h" fact="0.3015"/>
                  <dgm:constr type="l" for="ch" forName="parentText3" refType="w" fact="0"/>
                  <dgm:constr type="t" for="ch" forName="parentText3" refType="h" fact="0.201"/>
                  <dgm:constr type="w" for="ch" forName="parentText3" refType="w" fact="0.384"/>
                  <dgm:constr type="h" for="ch" forName="parentText3" refType="h" fact="0.3015"/>
                </dgm:constrLst>
              </dgm:else>
            </dgm:choose>
          </dgm:else>
        </dgm:choose>
      </dgm:if>
      <dgm:if name="Name32" axis="ch" ptType="node" func="cnt" op="equ" val="4">
        <dgm:choose name="Name33">
          <dgm:if name="Name34" axis="ch ch" ptType="node node" func="cnt" op="equ" val="0">
            <dgm:alg type="composite">
              <dgm:param type="ar" val="3.435"/>
            </dgm:alg>
            <dgm:choose name="Name35">
              <dgm:if name="Name36" func="var" arg="dir" op="equ" val="norm">
                <dgm:constrLst>
                  <dgm:constr type="primFontSz" for="des" forName="parentText1" val="65"/>
                  <dgm:constr type="primFontSz" for="des" forName="parentText2" refType="primFontSz" refFor="des" refForName="parentText1" op="equ"/>
                  <dgm:constr type="primFontSz" for="des" forName="parentText3" refType="primFontSz" refFor="des" refForName="parentText1" op="equ"/>
                  <dgm:constr type="primFontSz" for="des" forName="parentText4" refType="primFontSz" refFor="des" refForName="parentText1" op="equ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5001"/>
                  <dgm:constr type="l" for="ch" forName="parentText2" refType="w" fact="0.2305"/>
                  <dgm:constr type="t" for="ch" forName="parentText2" refType="h" fact="0.1666"/>
                  <dgm:constr type="w" for="ch" forName="parentText2" refType="w" fact="0.7695"/>
                  <dgm:constr type="h" for="ch" forName="parentText2" refType="h" fact="0.5001"/>
                  <dgm:constr type="l" for="ch" forName="parentText3" refType="w" fact="0.461"/>
                  <dgm:constr type="t" for="ch" forName="parentText3" refType="h" fact="0.3333"/>
                  <dgm:constr type="w" for="ch" forName="parentText3" refType="w" fact="0.539"/>
                  <dgm:constr type="h" for="ch" forName="parentText3" refType="h" fact="0.5001"/>
                  <dgm:constr type="l" for="ch" forName="parentText4" refType="w" fact="0.6915"/>
                  <dgm:constr type="t" for="ch" forName="parentText4" refType="h" fact="0.4999"/>
                  <dgm:constr type="w" for="ch" forName="parentText4" refType="w" fact="0.3085"/>
                  <dgm:constr type="h" for="ch" forName="parentText4" refType="h" fact="0.5001"/>
                </dgm:constrLst>
              </dgm:if>
              <dgm:else name="Name37">
                <dgm:constrLst>
                  <dgm:constr type="primFontSz" for="des" forName="parentText1" val="65"/>
                  <dgm:constr type="primFontSz" for="des" forName="parentText2" refType="primFontSz" refFor="des" refForName="parentText1" op="equ"/>
                  <dgm:constr type="primFontSz" for="des" forName="parentText3" refType="primFontSz" refFor="des" refForName="parentText1" op="equ"/>
                  <dgm:constr type="primFontSz" for="des" forName="parentText4" refType="primFontSz" refFor="des" refForName="parentText1" op="equ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5001"/>
                  <dgm:constr type="l" for="ch" forName="parentText2" refType="w" fact="0"/>
                  <dgm:constr type="t" for="ch" forName="parentText2" refType="h" fact="0.1666"/>
                  <dgm:constr type="w" for="ch" forName="parentText2" refType="w" fact="0.7695"/>
                  <dgm:constr type="h" for="ch" forName="parentText2" refType="h" fact="0.5001"/>
                  <dgm:constr type="l" for="ch" forName="parentText3" refType="w" fact="0"/>
                  <dgm:constr type="t" for="ch" forName="parentText3" refType="h" fact="0.3333"/>
                  <dgm:constr type="w" for="ch" forName="parentText3" refType="w" fact="0.539"/>
                  <dgm:constr type="h" for="ch" forName="parentText3" refType="h" fact="0.5001"/>
                  <dgm:constr type="l" for="ch" forName="parentText4" refType="w" fact="0"/>
                  <dgm:constr type="t" for="ch" forName="parentText4" refType="h" fact="0.4999"/>
                  <dgm:constr type="w" for="ch" forName="parentText4" refType="w" fact="0.3085"/>
                  <dgm:constr type="h" for="ch" forName="parentText4" refType="h" fact="0.5001"/>
                </dgm:constrLst>
              </dgm:else>
            </dgm:choose>
          </dgm:if>
          <dgm:else name="Name38">
            <dgm:alg type="composite">
              <dgm:param type="ar" val="1.9377"/>
            </dgm:alg>
            <dgm:choose name="Name39">
              <dgm:if name="Name40" func="var" arg="dir" op="equ" val="norm">
                <dgm:constrLst>
                  <dgm:constr type="primFontSz" for="des" forName="childText1" val="65"/>
                  <dgm:constr type="primFontSz" for="des" forName="parentText1" val="65"/>
                  <dgm:constr type="primFontSz" for="des" forName="childText1" refType="primFontSz" refFor="des" refForName="parentText1" op="lte"/>
                  <dgm:constr type="primFontSz" for="des" forName="childText2" refType="primFontSz" refFor="des" refForName="parentText1" op="lte"/>
                  <dgm:constr type="primFontSz" for="des" forName="childText3" refType="primFontSz" refFor="des" refForName="parentText1" op="lte"/>
                  <dgm:constr type="primFontSz" for="des" forName="childText4" refType="primFontSz" refFor="des" refForName="parentText1" op="lte"/>
                  <dgm:constr type="primFontSz" for="des" forName="childText1" refType="primFontSz" refFor="des" refForName="parentText2" op="lte"/>
                  <dgm:constr type="primFontSz" for="des" forName="childText2" refType="primFontSz" refFor="des" refForName="parentText2" op="lte"/>
                  <dgm:constr type="primFontSz" for="des" forName="childText3" refType="primFontSz" refFor="des" refForName="parentText2" op="lte"/>
                  <dgm:constr type="primFontSz" for="des" forName="childText4" refType="primFontSz" refFor="des" refForName="parentText2" op="lte"/>
                  <dgm:constr type="primFontSz" for="des" forName="childText1" refType="primFontSz" refFor="des" refForName="parentText3" op="lte"/>
                  <dgm:constr type="primFontSz" for="des" forName="childText2" refType="primFontSz" refFor="des" refForName="parentText3" op="lte"/>
                  <dgm:constr type="primFontSz" for="des" forName="childText3" refType="primFontSz" refFor="des" refForName="parentText3" op="lte"/>
                  <dgm:constr type="primFontSz" for="des" forName="childText4" refType="primFontSz" refFor="des" refForName="parentText3" op="lte"/>
                  <dgm:constr type="primFontSz" for="des" forName="childText1" refType="primFontSz" refFor="des" refForName="parentText4" op="lte"/>
                  <dgm:constr type="primFontSz" for="des" forName="childText2" refType="primFontSz" refFor="des" refForName="parentText4" op="lte"/>
                  <dgm:constr type="primFontSz" for="des" forName="childText3" refType="primFontSz" refFor="des" refForName="parentText4" op="lte"/>
                  <dgm:constr type="primFontSz" for="des" forName="childText4" refType="primFontSz" refFor="des" refForName="parentText4" op="lte"/>
                  <dgm:constr type="primFontSz" for="des" forName="parentText2" refType="primFontSz" refFor="des" refForName="parentText1" op="equ"/>
                  <dgm:constr type="primFontSz" for="des" forName="parentText3" refType="primFontSz" refFor="des" refForName="parentText1" op="equ"/>
                  <dgm:constr type="primFontSz" for="des" forName="parentText4" refType="primFontSz" refFor="des" refForName="parentText1" op="equ"/>
                  <dgm:constr type="primFontSz" for="des" forName="childText2" refType="primFontSz" refFor="des" refForName="childText1" op="equ"/>
                  <dgm:constr type="primFontSz" for="des" forName="childText3" refType="primFontSz" refFor="des" refForName="childText1" op="equ"/>
                  <dgm:constr type="primFontSz" for="des" forName="childText4" refType="primFontSz" refFor="des" refForName="childText1" op="equ"/>
                  <dgm:constr type="l" for="ch" forName="childText1" refType="w" fact="0"/>
                  <dgm:constr type="t" for="ch" forName="childText1" refType="h" fact="0.218"/>
                  <dgm:constr type="w" for="ch" forName="childText1" refType="w" fact="0.2305"/>
                  <dgm:constr type="h" for="ch" forName="childText1" refType="h" fact="0.5218"/>
                  <dgm:constr type="l" for="ch" forName="childText2" refType="w" fact="0.2305"/>
                  <dgm:constr type="t" for="ch" forName="childText2" refType="h" fact="0.312"/>
                  <dgm:constr type="w" for="ch" forName="childText2" refType="w" fact="0.2305"/>
                  <dgm:constr type="h" for="ch" forName="childText2" refType="h" fact="0.5085"/>
                  <dgm:constr type="l" for="ch" forName="childText3" refType="w" fact="0.461"/>
                  <dgm:constr type="t" for="ch" forName="childText3" refType="h" fact="0.406"/>
                  <dgm:constr type="w" for="ch" forName="childText3" refType="w" fact="0.2305"/>
                  <dgm:constr type="h" for="ch" forName="childText3" refType="h" fact="0.5119"/>
                  <dgm:constr type="l" for="ch" forName="childText4" refType="w" fact="0.6915"/>
                  <dgm:constr type="t" for="ch" forName="childText4" refType="h" fact="0.5"/>
                  <dgm:constr type="w" for="ch" forName="childText4" refType="w" fact="0.2326"/>
                  <dgm:constr type="h" for="ch" forName="childText4" refType="h" fact="0.5179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2821"/>
                  <dgm:constr type="l" for="ch" forName="parentText2" refType="w" fact="0.2305"/>
                  <dgm:constr type="t" for="ch" forName="parentText2" refType="h" fact="0.094"/>
                  <dgm:constr type="w" for="ch" forName="parentText2" refType="w" fact="0.7695"/>
                  <dgm:constr type="h" for="ch" forName="parentText2" refType="h" fact="0.2821"/>
                  <dgm:constr type="l" for="ch" forName="parentText3" refType="w" fact="0.461"/>
                  <dgm:constr type="t" for="ch" forName="parentText3" refType="h" fact="0.188"/>
                  <dgm:constr type="w" for="ch" forName="parentText3" refType="w" fact="0.539"/>
                  <dgm:constr type="h" for="ch" forName="parentText3" refType="h" fact="0.2821"/>
                  <dgm:constr type="l" for="ch" forName="parentText4" refType="w" fact="0.6915"/>
                  <dgm:constr type="t" for="ch" forName="parentText4" refType="h" fact="0.282"/>
                  <dgm:constr type="w" for="ch" forName="parentText4" refType="w" fact="0.3085"/>
                  <dgm:constr type="h" for="ch" forName="parentText4" refType="h" fact="0.2821"/>
                </dgm:constrLst>
              </dgm:if>
              <dgm:else name="Name41">
                <dgm:constrLst>
                  <dgm:constr type="primFontSz" for="des" forName="childText1" val="65"/>
                  <dgm:constr type="primFontSz" for="des" forName="parentText1" val="65"/>
                  <dgm:constr type="primFontSz" for="des" forName="childText1" refType="primFontSz" refFor="des" refForName="parentText1" op="lte"/>
                  <dgm:constr type="primFontSz" for="des" forName="childText2" refType="primFontSz" refFor="des" refForName="parentText1" op="lte"/>
                  <dgm:constr type="primFontSz" for="des" forName="childText3" refType="primFontSz" refFor="des" refForName="parentText1" op="lte"/>
                  <dgm:constr type="primFontSz" for="des" forName="childText4" refType="primFontSz" refFor="des" refForName="parentText1" op="lte"/>
                  <dgm:constr type="primFontSz" for="des" forName="childText1" refType="primFontSz" refFor="des" refForName="parentText2" op="lte"/>
                  <dgm:constr type="primFontSz" for="des" forName="childText2" refType="primFontSz" refFor="des" refForName="parentText2" op="lte"/>
                  <dgm:constr type="primFontSz" for="des" forName="childText3" refType="primFontSz" refFor="des" refForName="parentText2" op="lte"/>
                  <dgm:constr type="primFontSz" for="des" forName="childText4" refType="primFontSz" refFor="des" refForName="parentText2" op="lte"/>
                  <dgm:constr type="primFontSz" for="des" forName="childText1" refType="primFontSz" refFor="des" refForName="parentText3" op="lte"/>
                  <dgm:constr type="primFontSz" for="des" forName="childText2" refType="primFontSz" refFor="des" refForName="parentText3" op="lte"/>
                  <dgm:constr type="primFontSz" for="des" forName="childText3" refType="primFontSz" refFor="des" refForName="parentText3" op="lte"/>
                  <dgm:constr type="primFontSz" for="des" forName="childText4" refType="primFontSz" refFor="des" refForName="parentText3" op="lte"/>
                  <dgm:constr type="primFontSz" for="des" forName="childText1" refType="primFontSz" refFor="des" refForName="parentText4" op="lte"/>
                  <dgm:constr type="primFontSz" for="des" forName="childText2" refType="primFontSz" refFor="des" refForName="parentText4" op="lte"/>
                  <dgm:constr type="primFontSz" for="des" forName="childText3" refType="primFontSz" refFor="des" refForName="parentText4" op="lte"/>
                  <dgm:constr type="primFontSz" for="des" forName="childText4" refType="primFontSz" refFor="des" refForName="parentText4" op="lte"/>
                  <dgm:constr type="primFontSz" for="des" forName="parentText2" refType="primFontSz" refFor="des" refForName="parentText1" op="equ"/>
                  <dgm:constr type="primFontSz" for="des" forName="parentText3" refType="primFontSz" refFor="des" refForName="parentText1" op="equ"/>
                  <dgm:constr type="primFontSz" for="des" forName="parentText4" refType="primFontSz" refFor="des" refForName="parentText1" op="equ"/>
                  <dgm:constr type="primFontSz" for="des" forName="childText2" refType="primFontSz" refFor="des" refForName="childText1" op="equ"/>
                  <dgm:constr type="primFontSz" for="des" forName="childText3" refType="primFontSz" refFor="des" refForName="childText1" op="equ"/>
                  <dgm:constr type="primFontSz" for="des" forName="childText4" refType="primFontSz" refFor="des" refForName="childText1" op="equ"/>
                  <dgm:constr type="l" for="ch" forName="childText1" refType="w" fact="0.7695"/>
                  <dgm:constr type="t" for="ch" forName="childText1" refType="h" fact="0.218"/>
                  <dgm:constr type="w" for="ch" forName="childText1" refType="w" fact="0.2305"/>
                  <dgm:constr type="h" for="ch" forName="childText1" refType="h" fact="0.5218"/>
                  <dgm:constr type="l" for="ch" forName="childText2" refType="w" fact="0.539"/>
                  <dgm:constr type="t" for="ch" forName="childText2" refType="h" fact="0.312"/>
                  <dgm:constr type="w" for="ch" forName="childText2" refType="w" fact="0.2305"/>
                  <dgm:constr type="h" for="ch" forName="childText2" refType="h" fact="0.5085"/>
                  <dgm:constr type="l" for="ch" forName="childText3" refType="w" fact="0.3085"/>
                  <dgm:constr type="t" for="ch" forName="childText3" refType="h" fact="0.406"/>
                  <dgm:constr type="w" for="ch" forName="childText3" refType="w" fact="0.2305"/>
                  <dgm:constr type="h" for="ch" forName="childText3" refType="h" fact="0.5119"/>
                  <dgm:constr type="l" for="ch" forName="childText4" refType="w" fact="0.076"/>
                  <dgm:constr type="t" for="ch" forName="childText4" refType="h" fact="0.5"/>
                  <dgm:constr type="w" for="ch" forName="childText4" refType="w" fact="0.2346"/>
                  <dgm:constr type="h" for="ch" forName="childText4" refType="h" fact="0.5179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2821"/>
                  <dgm:constr type="l" for="ch" forName="parentText2" refType="w" fact="0"/>
                  <dgm:constr type="t" for="ch" forName="parentText2" refType="h" fact="0.094"/>
                  <dgm:constr type="w" for="ch" forName="parentText2" refType="w" fact="0.7695"/>
                  <dgm:constr type="h" for="ch" forName="parentText2" refType="h" fact="0.2821"/>
                  <dgm:constr type="l" for="ch" forName="parentText3" refType="w" fact="0"/>
                  <dgm:constr type="t" for="ch" forName="parentText3" refType="h" fact="0.188"/>
                  <dgm:constr type="w" for="ch" forName="parentText3" refType="w" fact="0.539"/>
                  <dgm:constr type="h" for="ch" forName="parentText3" refType="h" fact="0.2821"/>
                  <dgm:constr type="l" for="ch" forName="parentText4" refType="w" fact="0"/>
                  <dgm:constr type="t" for="ch" forName="parentText4" refType="h" fact="0.282"/>
                  <dgm:constr type="w" for="ch" forName="parentText4" refType="w" fact="0.3085"/>
                  <dgm:constr type="h" for="ch" forName="parentText4" refType="h" fact="0.2821"/>
                </dgm:constrLst>
              </dgm:else>
            </dgm:choose>
          </dgm:else>
        </dgm:choose>
      </dgm:if>
      <dgm:else name="Name42">
        <dgm:choose name="Name43">
          <dgm:if name="Name44" axis="ch ch" ptType="node node" func="cnt" op="equ" val="0">
            <dgm:alg type="composite">
              <dgm:param type="ar" val="2.9463"/>
            </dgm:alg>
            <dgm:choose name="Name45">
              <dgm:if name="Name46" func="var" arg="dir" op="equ" val="norm">
                <dgm:constrLst>
                  <dgm:constr type="primFontSz" for="des" forName="parentText1" val="65"/>
                  <dgm:constr type="primFontSz" for="des" forName="parentText2" refType="primFontSz" refFor="des" refForName="parentText1" op="equ"/>
                  <dgm:constr type="primFontSz" for="des" forName="parentText3" refType="primFontSz" refFor="des" refForName="parentText1" op="equ"/>
                  <dgm:constr type="primFontSz" for="des" forName="parentText4" refType="primFontSz" refFor="des" refForName="parentText1" op="equ"/>
                  <dgm:constr type="primFontSz" for="des" forName="parentText5" refType="primFontSz" refFor="des" refForName="parentText1" op="equ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4285"/>
                  <dgm:constr type="l" for="ch" forName="parentText2" refType="w" fact="0.1848"/>
                  <dgm:constr type="t" for="ch" forName="parentText2" refType="h" fact="0.1429"/>
                  <dgm:constr type="w" for="ch" forName="parentText2" refType="w" fact="0.8152"/>
                  <dgm:constr type="h" for="ch" forName="parentText2" refType="h" fact="0.4285"/>
                  <dgm:constr type="l" for="ch" forName="parentText3" refType="w" fact="0.3696"/>
                  <dgm:constr type="t" for="ch" forName="parentText3" refType="h" fact="0.2858"/>
                  <dgm:constr type="w" for="ch" forName="parentText3" refType="w" fact="0.6304"/>
                  <dgm:constr type="h" for="ch" forName="parentText3" refType="h" fact="0.4285"/>
                  <dgm:constr type="l" for="ch" forName="parentText4" refType="w" fact="0.5545"/>
                  <dgm:constr type="t" for="ch" forName="parentText4" refType="h" fact="0.4286"/>
                  <dgm:constr type="w" for="ch" forName="parentText4" refType="w" fact="0.4455"/>
                  <dgm:constr type="h" for="ch" forName="parentText4" refType="h" fact="0.4285"/>
                  <dgm:constr type="l" for="ch" forName="parentText5" refType="w" fact="0.7393"/>
                  <dgm:constr type="t" for="ch" forName="parentText5" refType="h" fact="0.5715"/>
                  <dgm:constr type="w" for="ch" forName="parentText5" refType="w" fact="0.2607"/>
                  <dgm:constr type="h" for="ch" forName="parentText5" refType="h" fact="0.4285"/>
                </dgm:constrLst>
              </dgm:if>
              <dgm:else name="Name47">
                <dgm:constrLst>
                  <dgm:constr type="primFontSz" for="des" forName="parentText1" val="65"/>
                  <dgm:constr type="primFontSz" for="des" forName="parentText2" refType="primFontSz" refFor="des" refForName="parentText1" op="equ"/>
                  <dgm:constr type="primFontSz" for="des" forName="parentText3" refType="primFontSz" refFor="des" refForName="parentText1" op="equ"/>
                  <dgm:constr type="primFontSz" for="des" forName="parentText4" refType="primFontSz" refFor="des" refForName="parentText1" op="equ"/>
                  <dgm:constr type="primFontSz" for="des" forName="parentText5" refType="primFontSz" refFor="des" refForName="parentText1" op="equ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4285"/>
                  <dgm:constr type="l" for="ch" forName="parentText2" refType="w" fact="0"/>
                  <dgm:constr type="t" for="ch" forName="parentText2" refType="h" fact="0.1429"/>
                  <dgm:constr type="w" for="ch" forName="parentText2" refType="w" fact="0.8152"/>
                  <dgm:constr type="h" for="ch" forName="parentText2" refType="h" fact="0.4285"/>
                  <dgm:constr type="l" for="ch" forName="parentText3" refType="w" fact="0"/>
                  <dgm:constr type="t" for="ch" forName="parentText3" refType="h" fact="0.2858"/>
                  <dgm:constr type="w" for="ch" forName="parentText3" refType="w" fact="0.6304"/>
                  <dgm:constr type="h" for="ch" forName="parentText3" refType="h" fact="0.4285"/>
                  <dgm:constr type="l" for="ch" forName="parentText4" refType="w" fact="0"/>
                  <dgm:constr type="t" for="ch" forName="parentText4" refType="h" fact="0.4286"/>
                  <dgm:constr type="w" for="ch" forName="parentText4" refType="w" fact="0.4455"/>
                  <dgm:constr type="h" for="ch" forName="parentText4" refType="h" fact="0.4285"/>
                  <dgm:constr type="l" for="ch" forName="parentText5" refType="w" fact="0"/>
                  <dgm:constr type="t" for="ch" forName="parentText5" refType="h" fact="0.5715"/>
                  <dgm:constr type="w" for="ch" forName="parentText5" refType="w" fact="0.2607"/>
                  <dgm:constr type="h" for="ch" forName="parentText5" refType="h" fact="0.4285"/>
                </dgm:constrLst>
              </dgm:else>
            </dgm:choose>
          </dgm:if>
          <dgm:else name="Name48">
            <dgm:alg type="composite">
              <dgm:param type="ar" val="1.7837"/>
            </dgm:alg>
            <dgm:choose name="Name49">
              <dgm:if name="Name50" func="var" arg="dir" op="equ" val="norm">
                <dgm:constrLst>
                  <dgm:constr type="primFontSz" for="des" forName="childText1" val="65"/>
                  <dgm:constr type="primFontSz" for="des" forName="parentText1" val="65"/>
                  <dgm:constr type="primFontSz" for="des" forName="childText1" refType="primFontSz" refFor="des" refForName="parentText1" op="lte"/>
                  <dgm:constr type="primFontSz" for="des" forName="childText2" refType="primFontSz" refFor="des" refForName="parentText1" op="lte"/>
                  <dgm:constr type="primFontSz" for="des" forName="childText3" refType="primFontSz" refFor="des" refForName="parentText1" op="lte"/>
                  <dgm:constr type="primFontSz" for="des" forName="childText4" refType="primFontSz" refFor="des" refForName="parentText1" op="lte"/>
                  <dgm:constr type="primFontSz" for="des" forName="childText5" refType="primFontSz" refFor="des" refForName="parentText1" op="lte"/>
                  <dgm:constr type="primFontSz" for="des" forName="childText1" refType="primFontSz" refFor="des" refForName="parentText2" op="lte"/>
                  <dgm:constr type="primFontSz" for="des" forName="childText2" refType="primFontSz" refFor="des" refForName="parentText2" op="lte"/>
                  <dgm:constr type="primFontSz" for="des" forName="childText3" refType="primFontSz" refFor="des" refForName="parentText2" op="lte"/>
                  <dgm:constr type="primFontSz" for="des" forName="childText4" refType="primFontSz" refFor="des" refForName="parentText2" op="lte"/>
                  <dgm:constr type="primFontSz" for="des" forName="childText5" refType="primFontSz" refFor="des" refForName="parentText2" op="lte"/>
                  <dgm:constr type="primFontSz" for="des" forName="childText1" refType="primFontSz" refFor="des" refForName="parentText3" op="lte"/>
                  <dgm:constr type="primFontSz" for="des" forName="childText2" refType="primFontSz" refFor="des" refForName="parentText3" op="lte"/>
                  <dgm:constr type="primFontSz" for="des" forName="childText3" refType="primFontSz" refFor="des" refForName="parentText3" op="lte"/>
                  <dgm:constr type="primFontSz" for="des" forName="childText4" refType="primFontSz" refFor="des" refForName="parentText3" op="lte"/>
                  <dgm:constr type="primFontSz" for="des" forName="childText5" refType="primFontSz" refFor="des" refForName="parentText3" op="lte"/>
                  <dgm:constr type="primFontSz" for="des" forName="childText1" refType="primFontSz" refFor="des" refForName="parentText4" op="lte"/>
                  <dgm:constr type="primFontSz" for="des" forName="childText2" refType="primFontSz" refFor="des" refForName="parentText4" op="lte"/>
                  <dgm:constr type="primFontSz" for="des" forName="childText3" refType="primFontSz" refFor="des" refForName="parentText4" op="lte"/>
                  <dgm:constr type="primFontSz" for="des" forName="childText4" refType="primFontSz" refFor="des" refForName="parentText4" op="lte"/>
                  <dgm:constr type="primFontSz" for="des" forName="childText5" refType="primFontSz" refFor="des" refForName="parentText4" op="lte"/>
                  <dgm:constr type="primFontSz" for="des" forName="childText1" refType="primFontSz" refFor="des" refForName="parentText5" op="lte"/>
                  <dgm:constr type="primFontSz" for="des" forName="childText2" refType="primFontSz" refFor="des" refForName="parentText5" op="lte"/>
                  <dgm:constr type="primFontSz" for="des" forName="childText3" refType="primFontSz" refFor="des" refForName="parentText5" op="lte"/>
                  <dgm:constr type="primFontSz" for="des" forName="childText4" refType="primFontSz" refFor="des" refForName="parentText5" op="lte"/>
                  <dgm:constr type="primFontSz" for="des" forName="childText5" refType="primFontSz" refFor="des" refForName="parentText5" op="lte"/>
                  <dgm:constr type="primFontSz" for="des" forName="parentText2" refType="primFontSz" refFor="des" refForName="parentText1" op="equ"/>
                  <dgm:constr type="primFontSz" for="des" forName="parentText3" refType="primFontSz" refFor="des" refForName="parentText1" op="equ"/>
                  <dgm:constr type="primFontSz" for="des" forName="parentText4" refType="primFontSz" refFor="des" refForName="parentText1" op="equ"/>
                  <dgm:constr type="primFontSz" for="des" forName="parentText5" refType="primFontSz" refFor="des" refForName="parentText1" op="equ"/>
                  <dgm:constr type="primFontSz" for="des" forName="childText2" refType="primFontSz" refFor="des" refForName="childText1" op="equ"/>
                  <dgm:constr type="primFontSz" for="des" forName="childText3" refType="primFontSz" refFor="des" refForName="childText1" op="equ"/>
                  <dgm:constr type="primFontSz" for="des" forName="childText4" refType="primFontSz" refFor="des" refForName="childText1" op="equ"/>
                  <dgm:constr type="primFontSz" for="des" forName="childText5" refType="primFontSz" refFor="des" refForName="childText1" op="equ"/>
                  <dgm:constr type="l" for="ch" forName="childText1" refType="w" fact="0"/>
                  <dgm:constr type="t" for="ch" forName="childText1" refType="h" fact="0.1997"/>
                  <dgm:constr type="w" for="ch" forName="childText1" refType="w" fact="0.18482"/>
                  <dgm:constr type="h" for="ch" forName="childText1" refType="h" fact="0.4763"/>
                  <dgm:constr type="l" for="ch" forName="childText2" refType="w" fact="0.1848"/>
                  <dgm:constr type="t" for="ch" forName="childText2" refType="h" fact="0.2862"/>
                  <dgm:constr type="w" for="ch" forName="childText2" refType="w" fact="0.18482"/>
                  <dgm:constr type="h" for="ch" forName="childText2" refType="h" fact="0.4763"/>
                  <dgm:constr type="l" for="ch" forName="childText3" refType="w" fact="0.3696"/>
                  <dgm:constr type="t" for="ch" forName="childText3" refType="h" fact="0.3727"/>
                  <dgm:constr type="w" for="ch" forName="childText3" refType="w" fact="0.18482"/>
                  <dgm:constr type="h" for="ch" forName="childText3" refType="h" fact="0.4763"/>
                  <dgm:constr type="l" for="ch" forName="childText4" refType="w" fact="0.5545"/>
                  <dgm:constr type="t" for="ch" forName="childText4" refType="h" fact="0.4592"/>
                  <dgm:constr type="w" for="ch" forName="childText4" refType="w" fact="0.18482"/>
                  <dgm:constr type="h" for="ch" forName="childText4" refType="h" fact="0.4763"/>
                  <dgm:constr type="l" for="ch" forName="childText5" refType="w" fact="0.7393"/>
                  <dgm:constr type="t" for="ch" forName="childText5" refType="h" fact="0.5457"/>
                  <dgm:constr type="w" for="ch" forName="childText5" refType="w" fact="0.18482"/>
                  <dgm:constr type="h" for="ch" forName="childText5" refType="h" fact="0.4763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2594"/>
                  <dgm:constr type="l" for="ch" forName="parentText2" refType="w" fact="0.1848"/>
                  <dgm:constr type="t" for="ch" forName="parentText2" refType="h" fact="0.0865"/>
                  <dgm:constr type="w" for="ch" forName="parentText2" refType="w" fact="0.8152"/>
                  <dgm:constr type="h" for="ch" forName="parentText2" refType="h" fact="0.2594"/>
                  <dgm:constr type="l" for="ch" forName="parentText3" refType="w" fact="0.3696"/>
                  <dgm:constr type="t" for="ch" forName="parentText3" refType="h" fact="0.173"/>
                  <dgm:constr type="w" for="ch" forName="parentText3" refType="w" fact="0.6304"/>
                  <dgm:constr type="h" for="ch" forName="parentText3" refType="h" fact="0.2594"/>
                  <dgm:constr type="l" for="ch" forName="parentText4" refType="w" fact="0.5545"/>
                  <dgm:constr type="t" for="ch" forName="parentText4" refType="h" fact="0.2595"/>
                  <dgm:constr type="w" for="ch" forName="parentText4" refType="w" fact="0.4455"/>
                  <dgm:constr type="h" for="ch" forName="parentText4" refType="h" fact="0.2594"/>
                  <dgm:constr type="l" for="ch" forName="parentText5" refType="w" fact="0.7393"/>
                  <dgm:constr type="t" for="ch" forName="parentText5" refType="h" fact="0.346"/>
                  <dgm:constr type="w" for="ch" forName="parentText5" refType="w" fact="0.2607"/>
                  <dgm:constr type="h" for="ch" forName="parentText5" refType="h" fact="0.2594"/>
                </dgm:constrLst>
              </dgm:if>
              <dgm:else name="Name51">
                <dgm:constrLst>
                  <dgm:constr type="primFontSz" for="des" forName="childText1" val="65"/>
                  <dgm:constr type="primFontSz" for="des" forName="parentText1" val="65"/>
                  <dgm:constr type="primFontSz" for="des" forName="childText1" refType="primFontSz" refFor="des" refForName="parentText1" op="lte"/>
                  <dgm:constr type="primFontSz" for="des" forName="childText2" refType="primFontSz" refFor="des" refForName="parentText1" op="lte"/>
                  <dgm:constr type="primFontSz" for="des" forName="childText3" refType="primFontSz" refFor="des" refForName="parentText1" op="lte"/>
                  <dgm:constr type="primFontSz" for="des" forName="childText4" refType="primFontSz" refFor="des" refForName="parentText1" op="lte"/>
                  <dgm:constr type="primFontSz" for="des" forName="childText5" refType="primFontSz" refFor="des" refForName="parentText1" op="lte"/>
                  <dgm:constr type="primFontSz" for="des" forName="childText1" refType="primFontSz" refFor="des" refForName="parentText2" op="lte"/>
                  <dgm:constr type="primFontSz" for="des" forName="childText2" refType="primFontSz" refFor="des" refForName="parentText2" op="lte"/>
                  <dgm:constr type="primFontSz" for="des" forName="childText3" refType="primFontSz" refFor="des" refForName="parentText2" op="lte"/>
                  <dgm:constr type="primFontSz" for="des" forName="childText4" refType="primFontSz" refFor="des" refForName="parentText2" op="lte"/>
                  <dgm:constr type="primFontSz" for="des" forName="childText5" refType="primFontSz" refFor="des" refForName="parentText2" op="lte"/>
                  <dgm:constr type="primFontSz" for="des" forName="childText1" refType="primFontSz" refFor="des" refForName="parentText3" op="lte"/>
                  <dgm:constr type="primFontSz" for="des" forName="childText2" refType="primFontSz" refFor="des" refForName="parentText3" op="lte"/>
                  <dgm:constr type="primFontSz" for="des" forName="childText3" refType="primFontSz" refFor="des" refForName="parentText3" op="lte"/>
                  <dgm:constr type="primFontSz" for="des" forName="childText4" refType="primFontSz" refFor="des" refForName="parentText3" op="lte"/>
                  <dgm:constr type="primFontSz" for="des" forName="childText5" refType="primFontSz" refFor="des" refForName="parentText3" op="lte"/>
                  <dgm:constr type="primFontSz" for="des" forName="childText1" refType="primFontSz" refFor="des" refForName="parentText4" op="lte"/>
                  <dgm:constr type="primFontSz" for="des" forName="childText2" refType="primFontSz" refFor="des" refForName="parentText4" op="lte"/>
                  <dgm:constr type="primFontSz" for="des" forName="childText3" refType="primFontSz" refFor="des" refForName="parentText4" op="lte"/>
                  <dgm:constr type="primFontSz" for="des" forName="childText4" refType="primFontSz" refFor="des" refForName="parentText4" op="lte"/>
                  <dgm:constr type="primFontSz" for="des" forName="childText5" refType="primFontSz" refFor="des" refForName="parentText4" op="lte"/>
                  <dgm:constr type="primFontSz" for="des" forName="childText1" refType="primFontSz" refFor="des" refForName="parentText5" op="lte"/>
                  <dgm:constr type="primFontSz" for="des" forName="childText2" refType="primFontSz" refFor="des" refForName="parentText5" op="lte"/>
                  <dgm:constr type="primFontSz" for="des" forName="childText3" refType="primFontSz" refFor="des" refForName="parentText5" op="lte"/>
                  <dgm:constr type="primFontSz" for="des" forName="childText4" refType="primFontSz" refFor="des" refForName="parentText5" op="lte"/>
                  <dgm:constr type="primFontSz" for="des" forName="childText5" refType="primFontSz" refFor="des" refForName="parentText5" op="lte"/>
                  <dgm:constr type="primFontSz" for="des" forName="parentText2" refType="primFontSz" refFor="des" refForName="parentText1" op="equ"/>
                  <dgm:constr type="primFontSz" for="des" forName="parentText3" refType="primFontSz" refFor="des" refForName="parentText1" op="equ"/>
                  <dgm:constr type="primFontSz" for="des" forName="parentText4" refType="primFontSz" refFor="des" refForName="parentText1" op="equ"/>
                  <dgm:constr type="primFontSz" for="des" forName="parentText5" refType="primFontSz" refFor="des" refForName="parentText1" op="equ"/>
                  <dgm:constr type="primFontSz" for="des" forName="childText2" refType="primFontSz" refFor="des" refForName="childText1" op="equ"/>
                  <dgm:constr type="primFontSz" for="des" forName="childText3" refType="primFontSz" refFor="des" refForName="childText1" op="equ"/>
                  <dgm:constr type="primFontSz" for="des" forName="childText4" refType="primFontSz" refFor="des" refForName="childText1" op="equ"/>
                  <dgm:constr type="primFontSz" for="des" forName="childText5" refType="primFontSz" refFor="des" refForName="childText1" op="equ"/>
                  <dgm:constr type="l" for="ch" forName="childText1" refType="w" fact="0.81518"/>
                  <dgm:constr type="t" for="ch" forName="childText1" refType="h" fact="0.1997"/>
                  <dgm:constr type="w" for="ch" forName="childText1" refType="w" fact="0.18482"/>
                  <dgm:constr type="h" for="ch" forName="childText1" refType="h" fact="0.4763"/>
                  <dgm:constr type="l" for="ch" forName="childText2" refType="w" fact="0.63036"/>
                  <dgm:constr type="t" for="ch" forName="childText2" refType="h" fact="0.2862"/>
                  <dgm:constr type="w" for="ch" forName="childText2" refType="w" fact="0.18482"/>
                  <dgm:constr type="h" for="ch" forName="childText2" refType="h" fact="0.4763"/>
                  <dgm:constr type="l" for="ch" forName="childText3" refType="w" fact="0.44554"/>
                  <dgm:constr type="t" for="ch" forName="childText3" refType="h" fact="0.3727"/>
                  <dgm:constr type="w" for="ch" forName="childText3" refType="w" fact="0.18482"/>
                  <dgm:constr type="h" for="ch" forName="childText3" refType="h" fact="0.4763"/>
                  <dgm:constr type="l" for="ch" forName="childText4" refType="w" fact="0.26072"/>
                  <dgm:constr type="t" for="ch" forName="childText4" refType="h" fact="0.4592"/>
                  <dgm:constr type="w" for="ch" forName="childText4" refType="w" fact="0.18482"/>
                  <dgm:constr type="h" for="ch" forName="childText4" refType="h" fact="0.4763"/>
                  <dgm:constr type="l" for="ch" forName="childText5" refType="w" fact="0.0759"/>
                  <dgm:constr type="t" for="ch" forName="childText5" refType="h" fact="0.5457"/>
                  <dgm:constr type="w" for="ch" forName="childText5" refType="w" fact="0.18482"/>
                  <dgm:constr type="h" for="ch" forName="childText5" refType="h" fact="0.4763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2594"/>
                  <dgm:constr type="l" for="ch" forName="parentText2" refType="w" fact="0"/>
                  <dgm:constr type="t" for="ch" forName="parentText2" refType="h" fact="0.0865"/>
                  <dgm:constr type="w" for="ch" forName="parentText2" refType="w" fact="0.8152"/>
                  <dgm:constr type="h" for="ch" forName="parentText2" refType="h" fact="0.2594"/>
                  <dgm:constr type="l" for="ch" forName="parentText3" refType="w" fact="0"/>
                  <dgm:constr type="t" for="ch" forName="parentText3" refType="h" fact="0.173"/>
                  <dgm:constr type="w" for="ch" forName="parentText3" refType="w" fact="0.6304"/>
                  <dgm:constr type="h" for="ch" forName="parentText3" refType="h" fact="0.2594"/>
                  <dgm:constr type="l" for="ch" forName="parentText4" refType="w" fact="0"/>
                  <dgm:constr type="t" for="ch" forName="parentText4" refType="h" fact="0.2595"/>
                  <dgm:constr type="w" for="ch" forName="parentText4" refType="w" fact="0.4455"/>
                  <dgm:constr type="h" for="ch" forName="parentText4" refType="h" fact="0.2594"/>
                  <dgm:constr type="l" for="ch" forName="parentText5" refType="w" fact="0"/>
                  <dgm:constr type="t" for="ch" forName="parentText5" refType="h" fact="0.346"/>
                  <dgm:constr type="w" for="ch" forName="parentText5" refType="w" fact="0.2607"/>
                  <dgm:constr type="h" for="ch" forName="parentText5" refType="h" fact="0.2594"/>
                </dgm:constrLst>
              </dgm:else>
            </dgm:choose>
          </dgm:else>
        </dgm:choose>
      </dgm:else>
    </dgm:choose>
    <dgm:forEach name="Name52" axis="ch" ptType="node" cnt="1">
      <dgm:layoutNode name="parentText1" styleLbl="node1">
        <dgm:varLst>
          <dgm:chMax/>
          <dgm:chPref val="3"/>
          <dgm:bulletEnabled val="1"/>
        </dgm:varLst>
        <dgm:choose name="Name53">
          <dgm:if name="Name54" func="var" arg="dir" op="equ" val="norm">
            <dgm:alg type="tx">
              <dgm:param type="parTxLTRAlign" val="l"/>
            </dgm:alg>
            <dgm:shape xmlns:r="http://schemas.openxmlformats.org/officeDocument/2006/relationships" type="rightArrow" r:blip="">
              <dgm:adjLst>
                <dgm:adj idx="1" val="0.5"/>
                <dgm:adj idx="2" val="0.5"/>
              </dgm:adjLst>
            </dgm:shape>
            <dgm:constrLst>
              <dgm:constr type="lMarg" refType="primFontSz" fact="0.3"/>
              <dgm:constr type="rMarg" val="20"/>
              <dgm:constr type="tMarg" refType="primFontSz" fact="0.3"/>
              <dgm:constr type="bMarg" refType="h" fact="0.45"/>
            </dgm:constrLst>
          </dgm:if>
          <dgm:else name="Name55">
            <dgm:alg type="tx">
              <dgm:param type="parTxLTRAlign" val="r"/>
            </dgm:alg>
            <dgm:shape xmlns:r="http://schemas.openxmlformats.org/officeDocument/2006/relationships" type="leftArrow" r:blip="">
              <dgm:adjLst>
                <dgm:adj idx="1" val="0.5"/>
                <dgm:adj idx="2" val="0.5"/>
              </dgm:adjLst>
            </dgm:shape>
            <dgm:constrLst>
              <dgm:constr type="lMarg" val="20"/>
              <dgm:constr type="rMarg" refType="primFontSz" fact="0.3"/>
              <dgm:constr type="tMarg" refType="primFontSz" fact="0.3"/>
              <dgm:constr type="bMarg" refType="h" fact="0.45"/>
            </dgm:constrLst>
          </dgm:else>
        </dgm:choose>
        <dgm:presOf axis="self" ptType="node"/>
        <dgm:ruleLst>
          <dgm:rule type="primFontSz" val="5" fact="NaN" max="NaN"/>
        </dgm:ruleLst>
      </dgm:layoutNode>
      <dgm:choose name="Name56">
        <dgm:if name="Name57" axis="ch" ptType="node" func="cnt" op="gte" val="1">
          <dgm:layoutNode name="childText1" styleLbl="solidAlignAcc1">
            <dgm:varLst>
              <dgm:chMax val="0"/>
              <dgm:chPref val="0"/>
              <dgm:bulletEnabled val="1"/>
            </dgm:varLst>
            <dgm:alg type="tx">
              <dgm:param type="txAnchorVert" val="t"/>
              <dgm:param type="parTxLTRAlign" val="l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58"/>
      </dgm:choose>
    </dgm:forEach>
    <dgm:forEach name="Name59" axis="ch" ptType="node" st="2" cnt="1">
      <dgm:layoutNode name="parentText2" styleLbl="node1">
        <dgm:varLst>
          <dgm:chMax/>
          <dgm:chPref val="3"/>
          <dgm:bulletEnabled val="1"/>
        </dgm:varLst>
        <dgm:choose name="Name60">
          <dgm:if name="Name61" func="var" arg="dir" op="equ" val="norm">
            <dgm:alg type="tx">
              <dgm:param type="parTxLTRAlign" val="l"/>
            </dgm:alg>
            <dgm:shape xmlns:r="http://schemas.openxmlformats.org/officeDocument/2006/relationships" type="rightArrow" r:blip="">
              <dgm:adjLst>
                <dgm:adj idx="1" val="0.5"/>
                <dgm:adj idx="2" val="0.5"/>
              </dgm:adjLst>
            </dgm:shape>
            <dgm:constrLst>
              <dgm:constr type="lMarg" refType="primFontSz" fact="0.3"/>
              <dgm:constr type="rMarg" val="20"/>
              <dgm:constr type="tMarg" refType="primFontSz" fact="0.3"/>
              <dgm:constr type="bMarg" refType="h" fact="0.45"/>
            </dgm:constrLst>
          </dgm:if>
          <dgm:else name="Name62">
            <dgm:alg type="tx">
              <dgm:param type="parTxLTRAlign" val="r"/>
            </dgm:alg>
            <dgm:shape xmlns:r="http://schemas.openxmlformats.org/officeDocument/2006/relationships" type="leftArrow" r:blip="">
              <dgm:adjLst>
                <dgm:adj idx="1" val="0.5"/>
                <dgm:adj idx="2" val="0.5"/>
              </dgm:adjLst>
            </dgm:shape>
            <dgm:constrLst>
              <dgm:constr type="lMarg" val="20"/>
              <dgm:constr type="rMarg" refType="primFontSz" fact="0.3"/>
              <dgm:constr type="tMarg" refType="primFontSz" fact="0.3"/>
              <dgm:constr type="bMarg" refType="h" fact="0.45"/>
            </dgm:constrLst>
          </dgm:else>
        </dgm:choose>
        <dgm:presOf axis="self" ptType="node"/>
        <dgm:ruleLst>
          <dgm:rule type="primFontSz" val="5" fact="NaN" max="NaN"/>
        </dgm:ruleLst>
      </dgm:layoutNode>
      <dgm:choose name="Name63">
        <dgm:if name="Name64" axis="ch" ptType="node" func="cnt" op="gte" val="1">
          <dgm:layoutNode name="childText2" styleLbl="solidAlignAcc1">
            <dgm:varLst>
              <dgm:chMax val="0"/>
              <dgm:chPref val="0"/>
              <dgm:bulletEnabled val="1"/>
            </dgm:varLst>
            <dgm:alg type="tx">
              <dgm:param type="txAnchorVert" val="t"/>
              <dgm:param type="parTxLTRAlign" val="l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65"/>
      </dgm:choose>
    </dgm:forEach>
    <dgm:forEach name="Name66" axis="ch" ptType="node" st="3" cnt="1">
      <dgm:layoutNode name="parentText3" styleLbl="node1">
        <dgm:varLst>
          <dgm:chMax/>
          <dgm:chPref val="3"/>
          <dgm:bulletEnabled val="1"/>
        </dgm:varLst>
        <dgm:choose name="Name67">
          <dgm:if name="Name68" func="var" arg="dir" op="equ" val="norm">
            <dgm:alg type="tx">
              <dgm:param type="parTxLTRAlign" val="l"/>
            </dgm:alg>
            <dgm:shape xmlns:r="http://schemas.openxmlformats.org/officeDocument/2006/relationships" type="rightArrow" r:blip="">
              <dgm:adjLst>
                <dgm:adj idx="1" val="0.5"/>
                <dgm:adj idx="2" val="0.5"/>
              </dgm:adjLst>
            </dgm:shape>
            <dgm:constrLst>
              <dgm:constr type="lMarg" refType="primFontSz" fact="0.3"/>
              <dgm:constr type="rMarg" val="20"/>
              <dgm:constr type="tMarg" refType="primFontSz" fact="0.3"/>
              <dgm:constr type="bMarg" refType="h" fact="0.45"/>
            </dgm:constrLst>
          </dgm:if>
          <dgm:else name="Name69">
            <dgm:alg type="tx">
              <dgm:param type="parTxLTRAlign" val="r"/>
            </dgm:alg>
            <dgm:shape xmlns:r="http://schemas.openxmlformats.org/officeDocument/2006/relationships" type="leftArrow" r:blip="">
              <dgm:adjLst>
                <dgm:adj idx="1" val="0.5"/>
                <dgm:adj idx="2" val="0.5"/>
              </dgm:adjLst>
            </dgm:shape>
            <dgm:constrLst>
              <dgm:constr type="lMarg" val="20"/>
              <dgm:constr type="rMarg" refType="primFontSz" fact="0.3"/>
              <dgm:constr type="tMarg" refType="primFontSz" fact="0.3"/>
              <dgm:constr type="bMarg" refType="h" fact="0.45"/>
            </dgm:constrLst>
          </dgm:else>
        </dgm:choose>
        <dgm:presOf axis="self" ptType="node"/>
        <dgm:ruleLst>
          <dgm:rule type="primFontSz" val="5" fact="NaN" max="NaN"/>
        </dgm:ruleLst>
      </dgm:layoutNode>
      <dgm:choose name="Name70">
        <dgm:if name="Name71" axis="ch" ptType="node" func="cnt" op="gte" val="1">
          <dgm:layoutNode name="childText3" styleLbl="solidAlignAcc1">
            <dgm:varLst>
              <dgm:chMax val="0"/>
              <dgm:chPref val="0"/>
              <dgm:bulletEnabled val="1"/>
            </dgm:varLst>
            <dgm:alg type="tx">
              <dgm:param type="txAnchorVert" val="t"/>
              <dgm:param type="parTxLTRAlign" val="l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72"/>
      </dgm:choose>
    </dgm:forEach>
    <dgm:forEach name="Name73" axis="ch" ptType="node" st="4" cnt="1">
      <dgm:layoutNode name="parentText4" styleLbl="node1">
        <dgm:varLst>
          <dgm:chMax/>
          <dgm:chPref val="3"/>
          <dgm:bulletEnabled val="1"/>
        </dgm:varLst>
        <dgm:choose name="Name74">
          <dgm:if name="Name75" func="var" arg="dir" op="equ" val="norm">
            <dgm:alg type="tx">
              <dgm:param type="parTxLTRAlign" val="l"/>
            </dgm:alg>
            <dgm:shape xmlns:r="http://schemas.openxmlformats.org/officeDocument/2006/relationships" type="rightArrow" r:blip="">
              <dgm:adjLst>
                <dgm:adj idx="1" val="0.5"/>
                <dgm:adj idx="2" val="0.5"/>
              </dgm:adjLst>
            </dgm:shape>
            <dgm:constrLst>
              <dgm:constr type="lMarg" refType="primFontSz" fact="0.3"/>
              <dgm:constr type="rMarg" val="20"/>
              <dgm:constr type="tMarg" refType="primFontSz" fact="0.3"/>
              <dgm:constr type="bMarg" refType="h" fact="0.45"/>
            </dgm:constrLst>
          </dgm:if>
          <dgm:else name="Name76">
            <dgm:alg type="tx">
              <dgm:param type="parTxLTRAlign" val="r"/>
            </dgm:alg>
            <dgm:shape xmlns:r="http://schemas.openxmlformats.org/officeDocument/2006/relationships" type="leftArrow" r:blip="">
              <dgm:adjLst>
                <dgm:adj idx="1" val="0.5"/>
                <dgm:adj idx="2" val="0.5"/>
              </dgm:adjLst>
            </dgm:shape>
            <dgm:constrLst>
              <dgm:constr type="lMarg" val="20"/>
              <dgm:constr type="rMarg" refType="primFontSz" fact="0.3"/>
              <dgm:constr type="tMarg" refType="primFontSz" fact="0.3"/>
              <dgm:constr type="bMarg" refType="h" fact="0.45"/>
            </dgm:constrLst>
          </dgm:else>
        </dgm:choose>
        <dgm:presOf axis="self" ptType="node"/>
        <dgm:ruleLst>
          <dgm:rule type="primFontSz" val="5" fact="NaN" max="NaN"/>
        </dgm:ruleLst>
      </dgm:layoutNode>
      <dgm:choose name="Name77">
        <dgm:if name="Name78" axis="ch" ptType="node" func="cnt" op="gte" val="1">
          <dgm:layoutNode name="childText4" styleLbl="solidAlignAcc1">
            <dgm:varLst>
              <dgm:chMax val="0"/>
              <dgm:chPref val="0"/>
              <dgm:bulletEnabled val="1"/>
            </dgm:varLst>
            <dgm:alg type="tx">
              <dgm:param type="txAnchorVert" val="t"/>
              <dgm:param type="parTxLTRAlign" val="l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79"/>
      </dgm:choose>
    </dgm:forEach>
    <dgm:forEach name="Name80" axis="ch" ptType="node" st="5" cnt="1">
      <dgm:layoutNode name="parentText5" styleLbl="node1">
        <dgm:varLst>
          <dgm:chMax/>
          <dgm:chPref val="3"/>
          <dgm:bulletEnabled val="1"/>
        </dgm:varLst>
        <dgm:choose name="Name81">
          <dgm:if name="Name82" func="var" arg="dir" op="equ" val="norm">
            <dgm:alg type="tx">
              <dgm:param type="parTxLTRAlign" val="l"/>
            </dgm:alg>
            <dgm:shape xmlns:r="http://schemas.openxmlformats.org/officeDocument/2006/relationships" type="rightArrow" r:blip="">
              <dgm:adjLst>
                <dgm:adj idx="1" val="0.5"/>
                <dgm:adj idx="2" val="0.5"/>
              </dgm:adjLst>
            </dgm:shape>
            <dgm:constrLst>
              <dgm:constr type="lMarg" refType="primFontSz" fact="0.3"/>
              <dgm:constr type="rMarg" val="20"/>
              <dgm:constr type="tMarg" refType="primFontSz" fact="0.3"/>
              <dgm:constr type="bMarg" refType="h" fact="0.45"/>
            </dgm:constrLst>
          </dgm:if>
          <dgm:else name="Name83">
            <dgm:alg type="tx">
              <dgm:param type="parTxLTRAlign" val="r"/>
            </dgm:alg>
            <dgm:shape xmlns:r="http://schemas.openxmlformats.org/officeDocument/2006/relationships" type="leftArrow" r:blip="">
              <dgm:adjLst>
                <dgm:adj idx="1" val="0.5"/>
                <dgm:adj idx="2" val="0.5"/>
              </dgm:adjLst>
            </dgm:shape>
            <dgm:constrLst>
              <dgm:constr type="lMarg" val="20"/>
              <dgm:constr type="rMarg" refType="primFontSz" fact="0.3"/>
              <dgm:constr type="tMarg" refType="primFontSz" fact="0.3"/>
              <dgm:constr type="bMarg" refType="h" fact="0.45"/>
            </dgm:constrLst>
          </dgm:else>
        </dgm:choose>
        <dgm:presOf axis="self" ptType="node"/>
        <dgm:ruleLst>
          <dgm:rule type="primFontSz" val="5" fact="NaN" max="NaN"/>
        </dgm:ruleLst>
      </dgm:layoutNode>
      <dgm:choose name="Name84">
        <dgm:if name="Name85" axis="ch" ptType="node" func="cnt" op="gte" val="1">
          <dgm:layoutNode name="childText5" styleLbl="solidAlignAcc1">
            <dgm:varLst>
              <dgm:chMax val="0"/>
              <dgm:chPref val="0"/>
              <dgm:bulletEnabled val="1"/>
            </dgm:varLst>
            <dgm:alg type="tx">
              <dgm:param type="txAnchorVert" val="t"/>
              <dgm:param type="parTxLTRAlign" val="l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86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A7B373-8D0F-42D6-53CC-2EBE63C7B2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1FC1E77-37FA-6A55-4981-528CEEBE13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4A1C92-EF0E-854C-FDEF-D0B4A5761A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5838C7-5E49-45EF-816A-E89A02BDD362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97AEB5-D664-621F-7B5A-FCA698F1B6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3683EC-05BC-6F71-689E-A824393659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018AE-79D3-4884-92DA-8DAAD06A41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88673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97799A-252C-6D30-1CFC-143B91428E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5A70D0-174D-EE29-1129-E94C775C15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B553A0-BFBC-D845-15ED-D620BF3516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5838C7-5E49-45EF-816A-E89A02BDD362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4A02E7-611E-99AE-BBA4-0CBCFCED85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46D308-59E0-D38D-4E60-D36B829B0E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018AE-79D3-4884-92DA-8DAAD06A41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34837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22EA32-BDA0-BCCE-F06C-0E9D9B8D20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9D2235-E709-986B-4487-F4F300DDAD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C26F80-2919-5F22-BC85-CDAD7D5A80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5838C7-5E49-45EF-816A-E89A02BDD362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6ABF34-87AB-D05D-A3FF-0CCE6E673E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B87214-FC75-BD84-0101-E6FC172000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018AE-79D3-4884-92DA-8DAAD06A41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42226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6E9E49-6285-4782-8085-4130307757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08DA35-6A00-DA2A-6DE0-FBA3090B5E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CB194F-BEE4-71DC-B822-78ABCF144F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D9EC1B-02EC-7027-BEDF-417A71EE45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5838C7-5E49-45EF-816A-E89A02BDD362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DF0FAC-5C0B-3A72-60E2-6AA35C400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1D5C2D-7301-191F-7622-62BE0F1493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018AE-79D3-4884-92DA-8DAAD06A41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99540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FEDF21-4B51-73C3-06AF-E24DAE37CE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398667-D725-CFB5-A8A0-79705A24FB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3FE7E9-706F-91AF-DE7D-8D9A2E3B5C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FF46952-7B13-706F-0E5A-4425D28C6D3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6752DE0-0D30-56FF-9F6F-1034F82A96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3266DE0-0876-6053-75A0-E102F18545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5838C7-5E49-45EF-816A-E89A02BDD362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99AE685-EC9F-D087-C6BF-ABA776F18C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5F8F1E2-771A-C909-6267-498341E51E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018AE-79D3-4884-92DA-8DAAD06A41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436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149814-D1C6-618B-D0E2-DCB6BAFB41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BB1EA25-3E2C-7EF1-6272-F54980A62D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5838C7-5E49-45EF-816A-E89A02BDD362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FDB2D01-3FBA-EE1A-7A45-4016EA065C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6F84C4-2DD5-2B6F-B125-F3FCE6205D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018AE-79D3-4884-92DA-8DAAD06A41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79389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E5BA3B2-C947-7EF1-022F-BDCF4223F0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5838C7-5E49-45EF-816A-E89A02BDD362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BACD6EE-0025-576D-258D-111E7F22BB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1678D4-6C7E-6007-E05C-F1D192EDF4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018AE-79D3-4884-92DA-8DAAD06A41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9204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E0E5C0-7E88-A4EE-95FF-5E4E11DE9B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B9003C-29AF-4CC4-3F5D-C03D381F12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744A28-7B05-136E-E4BB-DA84225925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F36B1A-E013-E21B-1E27-ECB8398E21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5838C7-5E49-45EF-816A-E89A02BDD362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E9082E-2A73-B825-A8C9-0520A09B80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025B02-451D-A672-FCEA-D636E0A046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018AE-79D3-4884-92DA-8DAAD06A41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3866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BA2CB9-A57D-982B-84BF-797B37D681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C391CAE-5F99-69FC-9DA7-FB7D798B153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6FB4BC-BCA6-1A5E-2138-60FEF915E7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44F78D-6EF7-CD98-D86A-40BC3B777B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5838C7-5E49-45EF-816A-E89A02BDD362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829137-A854-34B5-7E01-739000AD1C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C546DA-E18B-96EA-E755-B238725C1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018AE-79D3-4884-92DA-8DAAD06A41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62386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D0FA5E-F2FE-FE8E-9CE9-EF9301DCA5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136C7D-1141-89C0-A219-AB2DD25041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32BF7D-612F-FB0A-1BC4-22C869CCAB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5838C7-5E49-45EF-816A-E89A02BDD362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8F1CEB-6345-9414-F4E0-F3F945F4C0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31ECBD-664D-2D0E-6FB2-C3E7126798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018AE-79D3-4884-92DA-8DAAD06A41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35648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642BC26-2A96-72CD-3899-D598F47A786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7E29CC-A327-05D9-A99B-61CFBA151A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847631-2B15-0477-9C2F-243E51B487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5838C7-5E49-45EF-816A-E89A02BDD362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11477C-EFAF-6C51-AEA2-B07C2BAB4C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520571-58FF-DCF9-5A9D-21A19CC798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018AE-79D3-4884-92DA-8DAAD06A41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92162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E475155-8CB6-B72F-51F4-5DFCB192BB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DE8B34-6B8F-B578-1ABA-815E7D2FFF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CC37C9-5318-FF87-59F7-BE0ADADF63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A5838C7-5E49-45EF-816A-E89A02BDD362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566BF0-A3A4-6E5C-FC25-4C082989D6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AE90E8-A16A-B649-4E5F-DAAC2EA39B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30018AE-79D3-4884-92DA-8DAAD06A41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32678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CBFC4750-BCB5-019A-28A7-F94A05CCB4E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02492934"/>
              </p:ext>
            </p:extLst>
          </p:nvPr>
        </p:nvGraphicFramePr>
        <p:xfrm>
          <a:off x="508000" y="1143000"/>
          <a:ext cx="8255000" cy="508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28414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</Words>
  <Application>Microsoft Office PowerPoint</Application>
  <PresentationFormat>Widescreen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Christopher van Rooyen</dc:creator>
  <cp:lastModifiedBy>Christopher van Rooyen</cp:lastModifiedBy>
  <cp:revision>1</cp:revision>
  <dcterms:created xsi:type="dcterms:W3CDTF">2026-09-06T08:13:27Z</dcterms:created>
  <dcterms:modified xsi:type="dcterms:W3CDTF">2026-09-06T08:13:27Z</dcterms:modified>
</cp:coreProperties>
</file>