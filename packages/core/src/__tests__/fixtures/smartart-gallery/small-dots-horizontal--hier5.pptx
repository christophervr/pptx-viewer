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2DEE0-1B23-4F11-BAC1-61BC034E6A0D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EE92E-2788-423A-81FB-18F32CE087B3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One</a:t>
          </a:r>
        </a:p>
      </dgm:t>
    </dgm:pt>
    <dgm:pt modelId="{F66333A0-BC6F-4EF1-8081-70B374346772}" type="parTrans" cxnId="{26ABBF10-1A57-46D4-9E7A-27562AC0C6BD}">
      <dgm:prSet/>
      <dgm:spPr/>
    </dgm:pt>
    <dgm:pt modelId="{47DB6C7E-F093-4702-8829-19B9A4D7D90C}" type="sibTrans" cxnId="{26ABBF10-1A57-46D4-9E7A-27562AC0C6BD}">
      <dgm:prSet/>
      <dgm:spPr/>
    </dgm:pt>
    <dgm:pt modelId="{6AE899B4-2B7C-43D7-8796-716473A4394C}">
      <dgm:prSet phldrT="Description" phldr="1"/>
      <dgm:spPr/>
      <dgm:t>
        <a:bodyPr/>
        <a:lstStyle/>
        <a:p>
          <a:endParaRPr lang="en-US"/>
        </a:p>
      </dgm:t>
    </dgm:pt>
    <dgm:pt modelId="{ED68FB0E-5416-4C06-A3CC-F628253F4CFA}" type="parTrans" cxnId="{D708C9F3-D052-41A8-9D88-B7BC54A6FB7D}">
      <dgm:prSet/>
      <dgm:spPr/>
    </dgm:pt>
    <dgm:pt modelId="{F5F7B2BE-D48F-409A-BF46-7DEE8AB5B839}" type="sibTrans" cxnId="{D708C9F3-D052-41A8-9D88-B7BC54A6FB7D}">
      <dgm:prSet/>
      <dgm:spPr/>
    </dgm:pt>
    <dgm:pt modelId="{BC309C8B-7101-49DE-AE27-E66D4BBDD5FA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Two has a longer label</a:t>
          </a:r>
        </a:p>
      </dgm:t>
    </dgm:pt>
    <dgm:pt modelId="{C511A0B4-66DA-436A-A51B-492A93308D39}" type="parTrans" cxnId="{D6AD181F-F198-494B-A581-6E62FE361F08}">
      <dgm:prSet/>
      <dgm:spPr/>
    </dgm:pt>
    <dgm:pt modelId="{FF050A6E-B753-4BA7-A1B3-DD83D6B7986C}" type="sibTrans" cxnId="{D6AD181F-F198-494B-A581-6E62FE361F08}">
      <dgm:prSet/>
      <dgm:spPr/>
    </dgm:pt>
    <dgm:pt modelId="{29355C89-DFA4-41BA-ACE2-779DFB0F5AF7}">
      <dgm:prSet phldrT="Description" phldr="1"/>
      <dgm:spPr/>
      <dgm:t>
        <a:bodyPr/>
        <a:lstStyle/>
        <a:p>
          <a:endParaRPr lang="en-US"/>
        </a:p>
      </dgm:t>
    </dgm:pt>
    <dgm:pt modelId="{E1726267-CDE9-45F2-B62A-8F7FF2FDE29A}" type="parTrans" cxnId="{A5EDF923-57A7-43DF-A767-0D9AE31EBEF7}">
      <dgm:prSet/>
      <dgm:spPr/>
    </dgm:pt>
    <dgm:pt modelId="{F455F4F2-9D8E-4F9A-89D1-ABFF2C0E8230}" type="sibTrans" cxnId="{A5EDF923-57A7-43DF-A767-0D9AE31EBEF7}">
      <dgm:prSet/>
      <dgm:spPr/>
    </dgm:pt>
    <dgm:pt modelId="{1B5FA8A0-620D-4A31-85A0-AC50B9B8BA74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C5CC62D2-06E4-499A-8324-27245C80DD44}" type="parTrans" cxnId="{B10EA648-2283-456B-811A-3E1247DADCD0}">
      <dgm:prSet/>
      <dgm:spPr/>
    </dgm:pt>
    <dgm:pt modelId="{376883D6-ABFF-49B3-B31E-08D32CBA4A8A}" type="sibTrans" cxnId="{B10EA648-2283-456B-811A-3E1247DADCD0}">
      <dgm:prSet/>
      <dgm:spPr/>
    </dgm:pt>
    <dgm:pt modelId="{F0490CD6-AAAE-4F0E-B699-1DCA9D031390}">
      <dgm:prSet phldrT="Description" phldr="1"/>
      <dgm:spPr/>
      <dgm:t>
        <a:bodyPr/>
        <a:lstStyle/>
        <a:p>
          <a:endParaRPr lang="en-US"/>
        </a:p>
      </dgm:t>
    </dgm:pt>
    <dgm:pt modelId="{5B67A0C3-81C8-4D34-B173-6AD74726590D}" type="parTrans" cxnId="{FFB9FF64-00D1-4A45-BE43-AE11AE047F20}">
      <dgm:prSet/>
      <dgm:spPr/>
    </dgm:pt>
    <dgm:pt modelId="{7E2584C1-1B32-4376-A170-B1A20ED8863D}" type="sibTrans" cxnId="{FFB9FF64-00D1-4A45-BE43-AE11AE047F20}">
      <dgm:prSet/>
      <dgm:spPr/>
    </dgm:pt>
    <dgm:pt modelId="{FAF1F02F-7526-410A-9F14-D7BC138F629B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Four</a:t>
          </a:r>
        </a:p>
      </dgm:t>
    </dgm:pt>
    <dgm:pt modelId="{509C1190-98B8-4213-B7D0-3F184459B114}" type="parTrans" cxnId="{ABFFFA68-B246-4CA0-9B78-D80746D649B2}">
      <dgm:prSet/>
      <dgm:spPr/>
    </dgm:pt>
    <dgm:pt modelId="{5D5B0C92-74C0-4A4B-BACC-37DFED19A033}" type="sibTrans" cxnId="{ABFFFA68-B246-4CA0-9B78-D80746D649B2}">
      <dgm:prSet/>
      <dgm:spPr/>
    </dgm:pt>
    <dgm:pt modelId="{3401A740-F077-4A81-817A-556635C4C7F3}">
      <dgm:prSet phldrT="Description" phldr="1"/>
      <dgm:spPr/>
      <dgm:t>
        <a:bodyPr/>
        <a:lstStyle/>
        <a:p>
          <a:endParaRPr lang="en-US"/>
        </a:p>
      </dgm:t>
    </dgm:pt>
    <dgm:pt modelId="{AB3FBE91-F2C5-4496-93FF-87F8ED9CDDF5}" type="parTrans" cxnId="{20945263-0793-4A68-BECE-E6C01104B2B7}">
      <dgm:prSet/>
      <dgm:spPr/>
    </dgm:pt>
    <dgm:pt modelId="{5BB136F8-BD92-4E79-9EFF-3DF5BED641DE}" type="sibTrans" cxnId="{20945263-0793-4A68-BECE-E6C01104B2B7}">
      <dgm:prSet/>
      <dgm:spPr/>
    </dgm:pt>
    <dgm:pt modelId="{662B0237-4F8C-4875-B90F-AF8B425C1310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Five</a:t>
          </a:r>
        </a:p>
      </dgm:t>
    </dgm:pt>
    <dgm:pt modelId="{D7ED67B1-E8F8-4CDF-A989-2D2A683586FA}" type="parTrans" cxnId="{B131B056-9BE7-440A-AC96-AE3D21E32FFA}">
      <dgm:prSet/>
      <dgm:spPr/>
    </dgm:pt>
    <dgm:pt modelId="{DED091EE-CBC9-490F-B145-577D97D6F78A}" type="sibTrans" cxnId="{B131B056-9BE7-440A-AC96-AE3D21E32FFA}">
      <dgm:prSet/>
      <dgm:spPr/>
    </dgm:pt>
    <dgm:pt modelId="{786C64F8-DD9C-46BF-BF3E-6B655695449B}">
      <dgm:prSet phldrT="Description" phldr="1"/>
      <dgm:spPr/>
      <dgm:t>
        <a:bodyPr/>
        <a:lstStyle/>
        <a:p>
          <a:endParaRPr lang="en-US"/>
        </a:p>
      </dgm:t>
    </dgm:pt>
    <dgm:pt modelId="{8E85CAA1-6A97-449F-8172-89269F8846EC}" type="parTrans" cxnId="{7FB0CB1E-84C5-4295-92B0-3D317CF7E0D8}">
      <dgm:prSet/>
      <dgm:spPr/>
    </dgm:pt>
    <dgm:pt modelId="{B3C05198-5894-4145-B63B-D03A70953239}" type="sibTrans" cxnId="{7FB0CB1E-84C5-4295-92B0-3D317CF7E0D8}">
      <dgm:prSet/>
      <dgm:spPr/>
    </dgm:pt>
    <dgm:pt modelId="{8D2E0AAC-7E7F-4AD9-A833-1843938E8D8D}" type="pres">
      <dgm:prSet presAssocID="{E4A2DEE0-1B23-4F11-BAC1-61BC034E6A0D}" presName="root" presStyleCnt="0">
        <dgm:presLayoutVars>
          <dgm:dir/>
          <dgm:resizeHandles val="exact"/>
        </dgm:presLayoutVars>
      </dgm:prSet>
      <dgm:spPr/>
    </dgm:pt>
    <dgm:pt modelId="{D6A3879E-E768-4CCF-BCA9-C3D16A80266B}" type="pres">
      <dgm:prSet presAssocID="{E4A2DEE0-1B23-4F11-BAC1-61BC034E6A0D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D29A8A1-25DD-4CC3-AA22-2DD6A8329DF5}" type="pres">
      <dgm:prSet presAssocID="{E4A2DEE0-1B23-4F11-BAC1-61BC034E6A0D}" presName="itemsFlow" presStyleCnt="0"/>
      <dgm:spPr/>
    </dgm:pt>
    <dgm:pt modelId="{04C77D9F-E994-4E99-95CB-A562D03EF116}" type="pres">
      <dgm:prSet presAssocID="{365EE92E-2788-423A-81FB-18F32CE087B3}" presName="item" presStyleCnt="0"/>
      <dgm:spPr/>
    </dgm:pt>
    <dgm:pt modelId="{7D9A4C4F-54DF-4F7F-AD5B-F2463990FB6F}" type="pres">
      <dgm:prSet presAssocID="{365EE92E-2788-423A-81FB-18F32CE087B3}" presName="anchor" presStyleCnt="0"/>
      <dgm:spPr/>
    </dgm:pt>
    <dgm:pt modelId="{463839B5-FBC4-476A-AF1D-F726C1DCE2AE}" type="pres">
      <dgm:prSet presAssocID="{365EE92E-2788-423A-81FB-18F32CE087B3}" presName="titleText" presStyleLbl="revTx" presStyleIdx="0" presStyleCnt="0">
        <dgm:presLayoutVars>
          <dgm:chMax val="0"/>
          <dgm:chPref val="0"/>
        </dgm:presLayoutVars>
      </dgm:prSet>
      <dgm:spPr/>
    </dgm:pt>
    <dgm:pt modelId="{46FFBF47-15D1-47BE-A7EF-152DFA9C445D}" type="pres">
      <dgm:prSet presAssocID="{365EE92E-2788-423A-81FB-18F32CE087B3}" presName="dot" presStyleLbl="node1NoLn" presStyleIdx="0" presStyleCnt="4"/>
      <dgm:spPr/>
    </dgm:pt>
    <dgm:pt modelId="{0D326C60-558D-49E9-9658-BB18E1986E1A}" type="pres">
      <dgm:prSet presAssocID="{365EE92E-2788-423A-81FB-18F32CE087B3}" presName="descText" presStyleLbl="revTx" presStyleIdx="0" presStyleCnt="0">
        <dgm:presLayoutVars>
          <dgm:chMax val="0"/>
          <dgm:chPref val="0"/>
        </dgm:presLayoutVars>
      </dgm:prSet>
      <dgm:spPr/>
    </dgm:pt>
    <dgm:pt modelId="{4C560484-D8FE-43B1-B3A1-2249D53DC8DD}" type="pres">
      <dgm:prSet presAssocID="{47DB6C7E-F093-4702-8829-19B9A4D7D90C}" presName="spacer" presStyleCnt="0"/>
      <dgm:spPr/>
    </dgm:pt>
    <dgm:pt modelId="{FD81F313-0FAC-4B2B-A387-327B482570EF}" type="pres">
      <dgm:prSet presAssocID="{BC309C8B-7101-49DE-AE27-E66D4BBDD5FA}" presName="item" presStyleCnt="0"/>
      <dgm:spPr/>
    </dgm:pt>
    <dgm:pt modelId="{96B4D8BA-6C0D-4754-84BF-688AA27C82DB}" type="pres">
      <dgm:prSet presAssocID="{BC309C8B-7101-49DE-AE27-E66D4BBDD5FA}" presName="anchor" presStyleCnt="0"/>
      <dgm:spPr/>
    </dgm:pt>
    <dgm:pt modelId="{07EFD4C1-C197-473F-826E-492069DD5FDF}" type="pres">
      <dgm:prSet presAssocID="{BC309C8B-7101-49DE-AE27-E66D4BBDD5FA}" presName="titleText" presStyleLbl="revTx" presStyleIdx="0" presStyleCnt="0">
        <dgm:presLayoutVars>
          <dgm:chMax val="0"/>
          <dgm:chPref val="0"/>
        </dgm:presLayoutVars>
      </dgm:prSet>
      <dgm:spPr/>
    </dgm:pt>
    <dgm:pt modelId="{23CDE84B-1E2C-49B2-9018-776B8A43B7AC}" type="pres">
      <dgm:prSet presAssocID="{BC309C8B-7101-49DE-AE27-E66D4BBDD5FA}" presName="dot" presStyleLbl="node1NoLn" presStyleIdx="1" presStyleCnt="4"/>
      <dgm:spPr/>
    </dgm:pt>
    <dgm:pt modelId="{005DC875-A495-48F2-8192-E6E8B3457C85}" type="pres">
      <dgm:prSet presAssocID="{BC309C8B-7101-49DE-AE27-E66D4BBDD5FA}" presName="descText" presStyleLbl="revTx" presStyleIdx="0" presStyleCnt="0">
        <dgm:presLayoutVars>
          <dgm:chMax val="0"/>
          <dgm:chPref val="0"/>
        </dgm:presLayoutVars>
      </dgm:prSet>
      <dgm:spPr/>
    </dgm:pt>
    <dgm:pt modelId="{F50BE4F0-B3BE-454E-85FE-05C640C30106}" type="pres">
      <dgm:prSet presAssocID="{FF050A6E-B753-4BA7-A1B3-DD83D6B7986C}" presName="spacer" presStyleCnt="0"/>
      <dgm:spPr/>
    </dgm:pt>
    <dgm:pt modelId="{9F89B77E-D520-4C9E-BBCD-9D32F8DF3FE6}" type="pres">
      <dgm:prSet presAssocID="{FAF1F02F-7526-410A-9F14-D7BC138F629B}" presName="item" presStyleCnt="0"/>
      <dgm:spPr/>
    </dgm:pt>
    <dgm:pt modelId="{D9BB1B73-3E6F-4DF9-8CE6-DB2C4AFF5C23}" type="pres">
      <dgm:prSet presAssocID="{FAF1F02F-7526-410A-9F14-D7BC138F629B}" presName="anchor" presStyleCnt="0"/>
      <dgm:spPr/>
    </dgm:pt>
    <dgm:pt modelId="{91FB3F3B-9B4E-4E17-A230-B94910A19014}" type="pres">
      <dgm:prSet presAssocID="{FAF1F02F-7526-410A-9F14-D7BC138F629B}" presName="titleText" presStyleLbl="revTx" presStyleIdx="0" presStyleCnt="0">
        <dgm:presLayoutVars>
          <dgm:chMax val="0"/>
          <dgm:chPref val="0"/>
        </dgm:presLayoutVars>
      </dgm:prSet>
      <dgm:spPr/>
    </dgm:pt>
    <dgm:pt modelId="{FC816A4F-8EB5-4C20-9A33-02A755992CF6}" type="pres">
      <dgm:prSet presAssocID="{FAF1F02F-7526-410A-9F14-D7BC138F629B}" presName="dot" presStyleLbl="node1NoLn" presStyleIdx="2" presStyleCnt="4"/>
      <dgm:spPr/>
    </dgm:pt>
    <dgm:pt modelId="{1FE33EF3-0375-45E3-B16C-737DE4D2A6CA}" type="pres">
      <dgm:prSet presAssocID="{FAF1F02F-7526-410A-9F14-D7BC138F629B}" presName="descText" presStyleLbl="revTx" presStyleIdx="0" presStyleCnt="0">
        <dgm:presLayoutVars>
          <dgm:chMax val="0"/>
          <dgm:chPref val="0"/>
        </dgm:presLayoutVars>
      </dgm:prSet>
      <dgm:spPr/>
    </dgm:pt>
    <dgm:pt modelId="{2A270BC2-5743-4A5A-A3DB-D9B86D44AB7B}" type="pres">
      <dgm:prSet presAssocID="{5D5B0C92-74C0-4A4B-BACC-37DFED19A033}" presName="spacer" presStyleCnt="0"/>
      <dgm:spPr/>
    </dgm:pt>
    <dgm:pt modelId="{968715E6-AC05-4F80-B44E-3528EE4C4B91}" type="pres">
      <dgm:prSet presAssocID="{662B0237-4F8C-4875-B90F-AF8B425C1310}" presName="item" presStyleCnt="0"/>
      <dgm:spPr/>
    </dgm:pt>
    <dgm:pt modelId="{2A686EC6-813B-4D22-B908-1A4454D843F8}" type="pres">
      <dgm:prSet presAssocID="{662B0237-4F8C-4875-B90F-AF8B425C1310}" presName="anchor" presStyleCnt="0"/>
      <dgm:spPr/>
    </dgm:pt>
    <dgm:pt modelId="{77C4716A-9EA2-4EF7-B244-AB3AC8C27213}" type="pres">
      <dgm:prSet presAssocID="{662B0237-4F8C-4875-B90F-AF8B425C1310}" presName="titleText" presStyleLbl="revTx" presStyleIdx="0" presStyleCnt="0">
        <dgm:presLayoutVars>
          <dgm:chMax val="0"/>
          <dgm:chPref val="0"/>
        </dgm:presLayoutVars>
      </dgm:prSet>
      <dgm:spPr/>
    </dgm:pt>
    <dgm:pt modelId="{059D395D-D88C-4178-9BD4-DA0C2B1E007A}" type="pres">
      <dgm:prSet presAssocID="{662B0237-4F8C-4875-B90F-AF8B425C1310}" presName="dot" presStyleLbl="node1NoLn" presStyleIdx="3" presStyleCnt="4"/>
      <dgm:spPr/>
    </dgm:pt>
    <dgm:pt modelId="{AB4DAC94-1981-4BA1-9DCB-64BD08C9D0C6}" type="pres">
      <dgm:prSet presAssocID="{662B0237-4F8C-4875-B90F-AF8B425C1310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26ABBF10-1A57-46D4-9E7A-27562AC0C6BD}" srcId="{E4A2DEE0-1B23-4F11-BAC1-61BC034E6A0D}" destId="{365EE92E-2788-423A-81FB-18F32CE087B3}" srcOrd="0" destOrd="0" parTransId="{F66333A0-BC6F-4EF1-8081-70B374346772}" sibTransId="{47DB6C7E-F093-4702-8829-19B9A4D7D90C}"/>
    <dgm:cxn modelId="{7FB0CB1E-84C5-4295-92B0-3D317CF7E0D8}" srcId="{662B0237-4F8C-4875-B90F-AF8B425C1310}" destId="{786C64F8-DD9C-46BF-BF3E-6B655695449B}" srcOrd="0" destOrd="0" parTransId="{8E85CAA1-6A97-449F-8172-89269F8846EC}" sibTransId="{B3C05198-5894-4145-B63B-D03A70953239}"/>
    <dgm:cxn modelId="{D6AD181F-F198-494B-A581-6E62FE361F08}" srcId="{E4A2DEE0-1B23-4F11-BAC1-61BC034E6A0D}" destId="{BC309C8B-7101-49DE-AE27-E66D4BBDD5FA}" srcOrd="1" destOrd="0" parTransId="{C511A0B4-66DA-436A-A51B-492A93308D39}" sibTransId="{FF050A6E-B753-4BA7-A1B3-DD83D6B7986C}"/>
    <dgm:cxn modelId="{A5EDF923-57A7-43DF-A767-0D9AE31EBEF7}" srcId="{BC309C8B-7101-49DE-AE27-E66D4BBDD5FA}" destId="{29355C89-DFA4-41BA-ACE2-779DFB0F5AF7}" srcOrd="0" destOrd="0" parTransId="{E1726267-CDE9-45F2-B62A-8F7FF2FDE29A}" sibTransId="{F455F4F2-9D8E-4F9A-89D1-ABFF2C0E8230}"/>
    <dgm:cxn modelId="{42BC395D-A145-41ED-8B83-0E4B33EA4751}" type="presOf" srcId="{365EE92E-2788-423A-81FB-18F32CE087B3}" destId="{463839B5-FBC4-476A-AF1D-F726C1DCE2AE}" srcOrd="0" destOrd="0" presId="urn:microsoft.com/office/officeart/2026/layout/SmallDotsHorizontal"/>
    <dgm:cxn modelId="{20945263-0793-4A68-BECE-E6C01104B2B7}" srcId="{FAF1F02F-7526-410A-9F14-D7BC138F629B}" destId="{3401A740-F077-4A81-817A-556635C4C7F3}" srcOrd="0" destOrd="0" parTransId="{AB3FBE91-F2C5-4496-93FF-87F8ED9CDDF5}" sibTransId="{5BB136F8-BD92-4E79-9EFF-3DF5BED641DE}"/>
    <dgm:cxn modelId="{FFB9FF64-00D1-4A45-BE43-AE11AE047F20}" srcId="{BC309C8B-7101-49DE-AE27-E66D4BBDD5FA}" destId="{F0490CD6-AAAE-4F0E-B699-1DCA9D031390}" srcOrd="2" destOrd="0" parTransId="{5B67A0C3-81C8-4D34-B173-6AD74726590D}" sibTransId="{7E2584C1-1B32-4376-A170-B1A20ED8863D}"/>
    <dgm:cxn modelId="{B10EA648-2283-456B-811A-3E1247DADCD0}" srcId="{BC309C8B-7101-49DE-AE27-E66D4BBDD5FA}" destId="{1B5FA8A0-620D-4A31-85A0-AC50B9B8BA74}" srcOrd="1" destOrd="0" parTransId="{C5CC62D2-06E4-499A-8324-27245C80DD44}" sibTransId="{376883D6-ABFF-49B3-B31E-08D32CBA4A8A}"/>
    <dgm:cxn modelId="{ABFFFA68-B246-4CA0-9B78-D80746D649B2}" srcId="{E4A2DEE0-1B23-4F11-BAC1-61BC034E6A0D}" destId="{FAF1F02F-7526-410A-9F14-D7BC138F629B}" srcOrd="2" destOrd="0" parTransId="{509C1190-98B8-4213-B7D0-3F184459B114}" sibTransId="{5D5B0C92-74C0-4A4B-BACC-37DFED19A033}"/>
    <dgm:cxn modelId="{F682214A-021F-4727-AC41-9A51537778AC}" type="presOf" srcId="{786C64F8-DD9C-46BF-BF3E-6B655695449B}" destId="{AB4DAC94-1981-4BA1-9DCB-64BD08C9D0C6}" srcOrd="0" destOrd="0" presId="urn:microsoft.com/office/officeart/2026/layout/SmallDotsHorizontal"/>
    <dgm:cxn modelId="{55E29E53-7C7B-4A36-BB6C-1ADD54173188}" type="presOf" srcId="{F0490CD6-AAAE-4F0E-B699-1DCA9D031390}" destId="{005DC875-A495-48F2-8192-E6E8B3457C85}" srcOrd="0" destOrd="2" presId="urn:microsoft.com/office/officeart/2026/layout/SmallDotsHorizontal"/>
    <dgm:cxn modelId="{B131B056-9BE7-440A-AC96-AE3D21E32FFA}" srcId="{E4A2DEE0-1B23-4F11-BAC1-61BC034E6A0D}" destId="{662B0237-4F8C-4875-B90F-AF8B425C1310}" srcOrd="3" destOrd="0" parTransId="{D7ED67B1-E8F8-4CDF-A989-2D2A683586FA}" sibTransId="{DED091EE-CBC9-490F-B145-577D97D6F78A}"/>
    <dgm:cxn modelId="{3C1BEE8F-9A9C-4548-9CCE-186389B38355}" type="presOf" srcId="{1B5FA8A0-620D-4A31-85A0-AC50B9B8BA74}" destId="{005DC875-A495-48F2-8192-E6E8B3457C85}" srcOrd="0" destOrd="1" presId="urn:microsoft.com/office/officeart/2026/layout/SmallDotsHorizontal"/>
    <dgm:cxn modelId="{6EF98891-604D-45E8-B1F5-7C442845F2AB}" type="presOf" srcId="{29355C89-DFA4-41BA-ACE2-779DFB0F5AF7}" destId="{005DC875-A495-48F2-8192-E6E8B3457C85}" srcOrd="0" destOrd="0" presId="urn:microsoft.com/office/officeart/2026/layout/SmallDotsHorizontal"/>
    <dgm:cxn modelId="{C4507893-79C9-458B-ADE4-9F70607D5D00}" type="presOf" srcId="{E4A2DEE0-1B23-4F11-BAC1-61BC034E6A0D}" destId="{8D2E0AAC-7E7F-4AD9-A833-1843938E8D8D}" srcOrd="0" destOrd="0" presId="urn:microsoft.com/office/officeart/2026/layout/SmallDotsHorizontal"/>
    <dgm:cxn modelId="{850026CC-6E65-48CE-B377-2303B0C98C38}" type="presOf" srcId="{BC309C8B-7101-49DE-AE27-E66D4BBDD5FA}" destId="{07EFD4C1-C197-473F-826E-492069DD5FDF}" srcOrd="0" destOrd="0" presId="urn:microsoft.com/office/officeart/2026/layout/SmallDotsHorizontal"/>
    <dgm:cxn modelId="{F1D2C0CC-5241-4AAE-A4BA-8A2219A54877}" type="presOf" srcId="{3401A740-F077-4A81-817A-556635C4C7F3}" destId="{1FE33EF3-0375-45E3-B16C-737DE4D2A6CA}" srcOrd="0" destOrd="0" presId="urn:microsoft.com/office/officeart/2026/layout/SmallDotsHorizontal"/>
    <dgm:cxn modelId="{33985CD7-663C-4A46-A268-90B048DCC2A0}" type="presOf" srcId="{6AE899B4-2B7C-43D7-8796-716473A4394C}" destId="{0D326C60-558D-49E9-9658-BB18E1986E1A}" srcOrd="0" destOrd="0" presId="urn:microsoft.com/office/officeart/2026/layout/SmallDotsHorizontal"/>
    <dgm:cxn modelId="{B99F9BE6-CB7B-4E59-BFA0-1CDD2B9962F9}" type="presOf" srcId="{FAF1F02F-7526-410A-9F14-D7BC138F629B}" destId="{91FB3F3B-9B4E-4E17-A230-B94910A19014}" srcOrd="0" destOrd="0" presId="urn:microsoft.com/office/officeart/2026/layout/SmallDotsHorizontal"/>
    <dgm:cxn modelId="{3B9F42F0-1D62-478D-B525-181B3870EE1B}" type="presOf" srcId="{662B0237-4F8C-4875-B90F-AF8B425C1310}" destId="{77C4716A-9EA2-4EF7-B244-AB3AC8C27213}" srcOrd="0" destOrd="0" presId="urn:microsoft.com/office/officeart/2026/layout/SmallDotsHorizontal"/>
    <dgm:cxn modelId="{D708C9F3-D052-41A8-9D88-B7BC54A6FB7D}" srcId="{365EE92E-2788-423A-81FB-18F32CE087B3}" destId="{6AE899B4-2B7C-43D7-8796-716473A4394C}" srcOrd="0" destOrd="0" parTransId="{ED68FB0E-5416-4C06-A3CC-F628253F4CFA}" sibTransId="{F5F7B2BE-D48F-409A-BF46-7DEE8AB5B839}"/>
    <dgm:cxn modelId="{ECDC0AE2-6D9E-4531-B983-AE318A61D921}" type="presParOf" srcId="{8D2E0AAC-7E7F-4AD9-A833-1843938E8D8D}" destId="{D6A3879E-E768-4CCF-BCA9-C3D16A80266B}" srcOrd="0" destOrd="0" presId="urn:microsoft.com/office/officeart/2026/layout/SmallDotsHorizontal"/>
    <dgm:cxn modelId="{4D76FD4F-5E61-4E65-95CE-5F992C52ABA6}" type="presParOf" srcId="{8D2E0AAC-7E7F-4AD9-A833-1843938E8D8D}" destId="{6D29A8A1-25DD-4CC3-AA22-2DD6A8329DF5}" srcOrd="1" destOrd="0" presId="urn:microsoft.com/office/officeart/2026/layout/SmallDotsHorizontal"/>
    <dgm:cxn modelId="{BE82C825-C591-4F90-A972-B57A9264DC2D}" type="presParOf" srcId="{6D29A8A1-25DD-4CC3-AA22-2DD6A8329DF5}" destId="{04C77D9F-E994-4E99-95CB-A562D03EF116}" srcOrd="0" destOrd="0" presId="urn:microsoft.com/office/officeart/2026/layout/SmallDotsHorizontal"/>
    <dgm:cxn modelId="{252217D3-6CBE-4196-9B5B-42C5DDACA36F}" type="presParOf" srcId="{04C77D9F-E994-4E99-95CB-A562D03EF116}" destId="{7D9A4C4F-54DF-4F7F-AD5B-F2463990FB6F}" srcOrd="0" destOrd="0" presId="urn:microsoft.com/office/officeart/2026/layout/SmallDotsHorizontal"/>
    <dgm:cxn modelId="{E8FA6ECF-3EC4-4D33-ACE3-F58A51421772}" type="presParOf" srcId="{04C77D9F-E994-4E99-95CB-A562D03EF116}" destId="{463839B5-FBC4-476A-AF1D-F726C1DCE2AE}" srcOrd="1" destOrd="0" presId="urn:microsoft.com/office/officeart/2026/layout/SmallDotsHorizontal"/>
    <dgm:cxn modelId="{7D342707-A946-4B85-A2CE-F9E36E63D606}" type="presParOf" srcId="{04C77D9F-E994-4E99-95CB-A562D03EF116}" destId="{46FFBF47-15D1-47BE-A7EF-152DFA9C445D}" srcOrd="2" destOrd="0" presId="urn:microsoft.com/office/officeart/2026/layout/SmallDotsHorizontal"/>
    <dgm:cxn modelId="{F932DD54-E4C2-437A-8549-1E0C04D4E289}" type="presParOf" srcId="{04C77D9F-E994-4E99-95CB-A562D03EF116}" destId="{0D326C60-558D-49E9-9658-BB18E1986E1A}" srcOrd="3" destOrd="0" presId="urn:microsoft.com/office/officeart/2026/layout/SmallDotsHorizontal"/>
    <dgm:cxn modelId="{7491F2B6-FE20-4808-8ED8-114BD793E8A8}" type="presParOf" srcId="{6D29A8A1-25DD-4CC3-AA22-2DD6A8329DF5}" destId="{4C560484-D8FE-43B1-B3A1-2249D53DC8DD}" srcOrd="1" destOrd="0" presId="urn:microsoft.com/office/officeart/2026/layout/SmallDotsHorizontal"/>
    <dgm:cxn modelId="{CD93070E-4BD6-46F6-B789-6951DB72C383}" type="presParOf" srcId="{6D29A8A1-25DD-4CC3-AA22-2DD6A8329DF5}" destId="{FD81F313-0FAC-4B2B-A387-327B482570EF}" srcOrd="2" destOrd="0" presId="urn:microsoft.com/office/officeart/2026/layout/SmallDotsHorizontal"/>
    <dgm:cxn modelId="{AC0B37DE-C023-45DA-8544-339C12480E1C}" type="presParOf" srcId="{FD81F313-0FAC-4B2B-A387-327B482570EF}" destId="{96B4D8BA-6C0D-4754-84BF-688AA27C82DB}" srcOrd="0" destOrd="0" presId="urn:microsoft.com/office/officeart/2026/layout/SmallDotsHorizontal"/>
    <dgm:cxn modelId="{2ACB3142-92B7-4105-840D-9E39B50B09ED}" type="presParOf" srcId="{FD81F313-0FAC-4B2B-A387-327B482570EF}" destId="{07EFD4C1-C197-473F-826E-492069DD5FDF}" srcOrd="1" destOrd="0" presId="urn:microsoft.com/office/officeart/2026/layout/SmallDotsHorizontal"/>
    <dgm:cxn modelId="{1A7F43A2-8D4B-4163-9E9B-5F8F851AA067}" type="presParOf" srcId="{FD81F313-0FAC-4B2B-A387-327B482570EF}" destId="{23CDE84B-1E2C-49B2-9018-776B8A43B7AC}" srcOrd="2" destOrd="0" presId="urn:microsoft.com/office/officeart/2026/layout/SmallDotsHorizontal"/>
    <dgm:cxn modelId="{50C4E6F0-23A8-4A45-95E1-1F18B2CB163E}" type="presParOf" srcId="{FD81F313-0FAC-4B2B-A387-327B482570EF}" destId="{005DC875-A495-48F2-8192-E6E8B3457C85}" srcOrd="3" destOrd="0" presId="urn:microsoft.com/office/officeart/2026/layout/SmallDotsHorizontal"/>
    <dgm:cxn modelId="{3458FD43-A590-47CF-9098-98B9342CE57A}" type="presParOf" srcId="{6D29A8A1-25DD-4CC3-AA22-2DD6A8329DF5}" destId="{F50BE4F0-B3BE-454E-85FE-05C640C30106}" srcOrd="3" destOrd="0" presId="urn:microsoft.com/office/officeart/2026/layout/SmallDotsHorizontal"/>
    <dgm:cxn modelId="{4F3B216C-FA1B-45DE-810C-7797E065783C}" type="presParOf" srcId="{6D29A8A1-25DD-4CC3-AA22-2DD6A8329DF5}" destId="{9F89B77E-D520-4C9E-BBCD-9D32F8DF3FE6}" srcOrd="4" destOrd="0" presId="urn:microsoft.com/office/officeart/2026/layout/SmallDotsHorizontal"/>
    <dgm:cxn modelId="{987E0068-4FC4-4D65-AB25-E8AEFBF3A010}" type="presParOf" srcId="{9F89B77E-D520-4C9E-BBCD-9D32F8DF3FE6}" destId="{D9BB1B73-3E6F-4DF9-8CE6-DB2C4AFF5C23}" srcOrd="0" destOrd="0" presId="urn:microsoft.com/office/officeart/2026/layout/SmallDotsHorizontal"/>
    <dgm:cxn modelId="{C272DE4C-1CF6-4581-9DC0-A5C4E44A75DF}" type="presParOf" srcId="{9F89B77E-D520-4C9E-BBCD-9D32F8DF3FE6}" destId="{91FB3F3B-9B4E-4E17-A230-B94910A19014}" srcOrd="1" destOrd="0" presId="urn:microsoft.com/office/officeart/2026/layout/SmallDotsHorizontal"/>
    <dgm:cxn modelId="{83184CFC-8B46-4555-A630-6C17C6C2BD77}" type="presParOf" srcId="{9F89B77E-D520-4C9E-BBCD-9D32F8DF3FE6}" destId="{FC816A4F-8EB5-4C20-9A33-02A755992CF6}" srcOrd="2" destOrd="0" presId="urn:microsoft.com/office/officeart/2026/layout/SmallDotsHorizontal"/>
    <dgm:cxn modelId="{9E762461-93C2-4E16-B7FC-32EF6A7C767C}" type="presParOf" srcId="{9F89B77E-D520-4C9E-BBCD-9D32F8DF3FE6}" destId="{1FE33EF3-0375-45E3-B16C-737DE4D2A6CA}" srcOrd="3" destOrd="0" presId="urn:microsoft.com/office/officeart/2026/layout/SmallDotsHorizontal"/>
    <dgm:cxn modelId="{29C71C38-1D3C-4ACA-9553-D2DB9A5FD7E8}" type="presParOf" srcId="{6D29A8A1-25DD-4CC3-AA22-2DD6A8329DF5}" destId="{2A270BC2-5743-4A5A-A3DB-D9B86D44AB7B}" srcOrd="5" destOrd="0" presId="urn:microsoft.com/office/officeart/2026/layout/SmallDotsHorizontal"/>
    <dgm:cxn modelId="{021B6F52-9E16-445A-8896-30523E96AB06}" type="presParOf" srcId="{6D29A8A1-25DD-4CC3-AA22-2DD6A8329DF5}" destId="{968715E6-AC05-4F80-B44E-3528EE4C4B91}" srcOrd="6" destOrd="0" presId="urn:microsoft.com/office/officeart/2026/layout/SmallDotsHorizontal"/>
    <dgm:cxn modelId="{6E1A3A7F-AFA2-450E-A86C-6BBDA2E31D08}" type="presParOf" srcId="{968715E6-AC05-4F80-B44E-3528EE4C4B91}" destId="{2A686EC6-813B-4D22-B908-1A4454D843F8}" srcOrd="0" destOrd="0" presId="urn:microsoft.com/office/officeart/2026/layout/SmallDotsHorizontal"/>
    <dgm:cxn modelId="{C81BF33F-BD39-436F-9557-AC50BA65EF94}" type="presParOf" srcId="{968715E6-AC05-4F80-B44E-3528EE4C4B91}" destId="{77C4716A-9EA2-4EF7-B244-AB3AC8C27213}" srcOrd="1" destOrd="0" presId="urn:microsoft.com/office/officeart/2026/layout/SmallDotsHorizontal"/>
    <dgm:cxn modelId="{D9A89D9D-C191-4F3E-953E-2725C3C72F8E}" type="presParOf" srcId="{968715E6-AC05-4F80-B44E-3528EE4C4B91}" destId="{059D395D-D88C-4178-9BD4-DA0C2B1E007A}" srcOrd="2" destOrd="0" presId="urn:microsoft.com/office/officeart/2026/layout/SmallDotsHorizontal"/>
    <dgm:cxn modelId="{85EF2E1B-E0B8-4AAE-9CC5-D6FD4E666780}" type="presParOf" srcId="{968715E6-AC05-4F80-B44E-3528EE4C4B91}" destId="{AB4DAC94-1981-4BA1-9DCB-64BD08C9D0C6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A3879E-E768-4CCF-BCA9-C3D16A80266B}">
      <dsp:nvSpPr>
        <dsp:cNvPr id="0" name=""/>
        <dsp:cNvSpPr/>
      </dsp:nvSpPr>
      <dsp:spPr>
        <a:xfrm>
          <a:off x="165100" y="2430145"/>
          <a:ext cx="7924800" cy="1651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3839B5-FBC4-476A-AF1D-F726C1DCE2AE}">
      <dsp:nvSpPr>
        <dsp:cNvPr id="0" name=""/>
        <dsp:cNvSpPr/>
      </dsp:nvSpPr>
      <dsp:spPr>
        <a:xfrm>
          <a:off x="169066" y="497839"/>
          <a:ext cx="1907678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Node One</a:t>
          </a:r>
        </a:p>
      </dsp:txBody>
      <dsp:txXfrm>
        <a:off x="169066" y="497839"/>
        <a:ext cx="1907678" cy="1554480"/>
      </dsp:txXfrm>
    </dsp:sp>
    <dsp:sp modelId="{46FFBF47-15D1-47BE-A7EF-152DFA9C445D}">
      <dsp:nvSpPr>
        <dsp:cNvPr id="0" name=""/>
        <dsp:cNvSpPr/>
      </dsp:nvSpPr>
      <dsp:spPr>
        <a:xfrm>
          <a:off x="1031465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26C60-558D-49E9-9658-BB18E1986E1A}">
      <dsp:nvSpPr>
        <dsp:cNvPr id="0" name=""/>
        <dsp:cNvSpPr/>
      </dsp:nvSpPr>
      <dsp:spPr>
        <a:xfrm>
          <a:off x="169066" y="2829559"/>
          <a:ext cx="1907678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9066" y="2829559"/>
        <a:ext cx="1907678" cy="2250440"/>
      </dsp:txXfrm>
    </dsp:sp>
    <dsp:sp modelId="{07EFD4C1-C197-473F-826E-492069DD5FDF}">
      <dsp:nvSpPr>
        <dsp:cNvPr id="0" name=""/>
        <dsp:cNvSpPr/>
      </dsp:nvSpPr>
      <dsp:spPr>
        <a:xfrm>
          <a:off x="2172129" y="497839"/>
          <a:ext cx="1907678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Node Two has a longer label</a:t>
          </a:r>
        </a:p>
      </dsp:txBody>
      <dsp:txXfrm>
        <a:off x="2172129" y="497839"/>
        <a:ext cx="1907678" cy="1554480"/>
      </dsp:txXfrm>
    </dsp:sp>
    <dsp:sp modelId="{23CDE84B-1E2C-49B2-9018-776B8A43B7AC}">
      <dsp:nvSpPr>
        <dsp:cNvPr id="0" name=""/>
        <dsp:cNvSpPr/>
      </dsp:nvSpPr>
      <dsp:spPr>
        <a:xfrm>
          <a:off x="3034528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DC875-A495-48F2-8192-E6E8B3457C85}">
      <dsp:nvSpPr>
        <dsp:cNvPr id="0" name=""/>
        <dsp:cNvSpPr/>
      </dsp:nvSpPr>
      <dsp:spPr>
        <a:xfrm>
          <a:off x="2172129" y="2829559"/>
          <a:ext cx="1907678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172129" y="2829559"/>
        <a:ext cx="1907678" cy="2250440"/>
      </dsp:txXfrm>
    </dsp:sp>
    <dsp:sp modelId="{91FB3F3B-9B4E-4E17-A230-B94910A19014}">
      <dsp:nvSpPr>
        <dsp:cNvPr id="0" name=""/>
        <dsp:cNvSpPr/>
      </dsp:nvSpPr>
      <dsp:spPr>
        <a:xfrm>
          <a:off x="4175191" y="497839"/>
          <a:ext cx="1907678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Node Four</a:t>
          </a:r>
        </a:p>
      </dsp:txBody>
      <dsp:txXfrm>
        <a:off x="4175191" y="497839"/>
        <a:ext cx="1907678" cy="1554480"/>
      </dsp:txXfrm>
    </dsp:sp>
    <dsp:sp modelId="{FC816A4F-8EB5-4C20-9A33-02A755992CF6}">
      <dsp:nvSpPr>
        <dsp:cNvPr id="0" name=""/>
        <dsp:cNvSpPr/>
      </dsp:nvSpPr>
      <dsp:spPr>
        <a:xfrm>
          <a:off x="5037591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33EF3-0375-45E3-B16C-737DE4D2A6CA}">
      <dsp:nvSpPr>
        <dsp:cNvPr id="0" name=""/>
        <dsp:cNvSpPr/>
      </dsp:nvSpPr>
      <dsp:spPr>
        <a:xfrm>
          <a:off x="4175191" y="2829559"/>
          <a:ext cx="1907678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75191" y="2829559"/>
        <a:ext cx="1907678" cy="2250440"/>
      </dsp:txXfrm>
    </dsp:sp>
    <dsp:sp modelId="{77C4716A-9EA2-4EF7-B244-AB3AC8C27213}">
      <dsp:nvSpPr>
        <dsp:cNvPr id="0" name=""/>
        <dsp:cNvSpPr/>
      </dsp:nvSpPr>
      <dsp:spPr>
        <a:xfrm>
          <a:off x="6178254" y="497839"/>
          <a:ext cx="1907678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Node Five</a:t>
          </a:r>
        </a:p>
      </dsp:txBody>
      <dsp:txXfrm>
        <a:off x="6178254" y="497839"/>
        <a:ext cx="1907678" cy="1554480"/>
      </dsp:txXfrm>
    </dsp:sp>
    <dsp:sp modelId="{059D395D-D88C-4178-9BD4-DA0C2B1E007A}">
      <dsp:nvSpPr>
        <dsp:cNvPr id="0" name=""/>
        <dsp:cNvSpPr/>
      </dsp:nvSpPr>
      <dsp:spPr>
        <a:xfrm>
          <a:off x="7040654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DAC94-1981-4BA1-9DCB-64BD08C9D0C6}">
      <dsp:nvSpPr>
        <dsp:cNvPr id="0" name=""/>
        <dsp:cNvSpPr/>
      </dsp:nvSpPr>
      <dsp:spPr>
        <a:xfrm>
          <a:off x="6178254" y="2829559"/>
          <a:ext cx="1907678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178254" y="2829559"/>
        <a:ext cx="1907678" cy="2250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F735-5CAD-BBFE-57AB-A98EAD1D4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3D08D-4448-A86B-68BD-24183E3F5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F97AC-B6EC-E9AE-27B5-432EE0F7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97A85-14EC-ACFC-FA49-59ACC5A6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EF57-F718-13CF-9FAA-1637666B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8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B893-8CB3-E6F6-DE9D-847BAB38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4151-9562-E2B8-4323-30B39FEF2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1CED6-B008-4515-468E-E2E519F3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D9AE-2C43-D51F-EC44-41B45085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CA2EE-E827-CA9D-C6ED-BB9DBD36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1209-5C03-11B8-3B51-08FA682C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71899-0F5D-AD10-D74C-0DA9B3158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3EF7C-7B34-DC9F-58FB-B764E239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61620-A212-E91A-F3FD-04367415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5F3DC-F5A6-C682-3510-D757724A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3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DDA3-D74F-8D4C-8115-52067C05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7DA4-4DE5-2DBA-965D-DB9D96DEE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51253-BFE0-A38E-743D-9B19DD124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4C751-E745-A1C3-33F1-2463870C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48678-960E-643C-8388-8F1BEF24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BD08A-25FC-67A6-E944-820D0B49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1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1307-ED8A-8D0A-64F2-DA853138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FC76F-BE86-19C2-C920-E6AD983FD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91AF3-80A1-B711-31C0-ECECEB94D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21E66-F4EB-7960-B031-6EEEE9735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173A-313A-8CE4-A4C4-765698B6E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E52AA-EECA-F073-ABA6-B70D206E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57858-A7EC-9DD6-A972-F4D24355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05942-F92B-2B61-3C12-C300B31F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4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D986-D536-FD4C-7E9A-64F58C3D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B122D-C2D8-1664-F5C1-8A3B0E8C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652B4-40CD-A749-1A2F-2F834BF3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9A556-62D4-9A14-6CAA-416D33BB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2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4FFA6-08D3-EEA7-8A79-9994F834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1924A-B802-F9E5-4187-C6643796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BC5D2-1A80-BD27-D99F-D8E000DE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ABCE-BAF2-3239-B046-913727FD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05061-BB2A-C4C9-5A3E-B02C9D1A7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8E8E0-F1B1-67D0-6D29-D5F12BAFA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EDCB-DEA0-32C7-802F-36A361CA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DB940-E340-CAC1-BB8A-A77CD693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F03CE-2016-10D7-4C91-25F0DC30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1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5F94-B32B-D818-9B42-E8D43FF4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63333-5556-8486-9856-28A176FB7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C5BA2-8426-1FCC-2A50-6CB84EEDC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95DB4-8794-3002-94B5-F6EFE42B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A87A8-BEE9-28D4-D274-1BFE5775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C7F7F-EF1B-47B4-8405-3255F5FF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3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AC4B-C8F0-F5B4-CECC-4FDBFF08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95918-CFEC-7845-B02E-564D76EDD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DCB2-10B5-7F37-4B2B-010FBA3E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41A4F-F065-AE32-CB37-66C01FB6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DE636-CF95-F446-3901-8E621DDA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7796C-B155-41DF-43E3-0F2144E91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F0148-BAAD-C317-6B59-B71F3D8C8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83416-1021-F6D6-B1AD-92733D97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EBCFA-C5A4-8595-B1B1-6308EA6D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F5041-A0A6-3B56-0B75-12A22762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9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C4A33-7ADF-3B2E-AEAA-4C2E6BB8C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8232-F852-1CAB-D91B-852B01AE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96993-C9E5-F70D-F46E-E40A87567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EB2BF-2FFA-4C33-A04C-C1F139E916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8A2E-0305-CBC7-B781-44DCD6514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C7FC6-244A-4ADF-5496-839CD22CE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F2007-6065-42D1-A83E-D0655E0A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6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C5991F-0427-6AFA-FB46-F152E7A10A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410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3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2026-09-06T08:15:09Z</dcterms:created>
  <dcterms:modified xsi:type="dcterms:W3CDTF">2026-09-06T08:15:10Z</dcterms:modified>
</cp:coreProperties>
</file>