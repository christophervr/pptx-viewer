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0E7D6A-B633-40EF-8476-E66FF1BB4F92}" type="doc">
      <dgm:prSet loTypeId="urn:microsoft.com/office/officeart/2005/8/layout/rings+Icon" loCatId="relationship" qsTypeId="urn:microsoft.com/office/officeart/2005/8/quickstyle/simple1" qsCatId="simple" csTypeId="urn:microsoft.com/office/officeart/2005/8/colors/accent1_2" csCatId="accent1" phldr="1"/>
      <dgm:spPr/>
    </dgm:pt>
    <dgm:pt modelId="{599B4744-39B6-4310-BC68-61E74FC51E37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1C0EFE3B-DE59-406F-8463-7A7119E22F50}" type="parTrans" cxnId="{271BD511-3289-471D-B434-40C3C9B78952}">
      <dgm:prSet/>
      <dgm:spPr/>
    </dgm:pt>
    <dgm:pt modelId="{25BEC07F-3FEE-4760-B575-91D6D5BA6391}" type="sibTrans" cxnId="{271BD511-3289-471D-B434-40C3C9B78952}">
      <dgm:prSet/>
      <dgm:spPr/>
    </dgm:pt>
    <dgm:pt modelId="{7B9A9E08-CC16-42C5-93B1-8016C4E72D79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8B73D81C-2F4C-4F95-BA3D-B049E30E4FFE}" type="parTrans" cxnId="{7ED3B37A-C131-429F-892C-74DCDA78FC9E}">
      <dgm:prSet/>
      <dgm:spPr/>
    </dgm:pt>
    <dgm:pt modelId="{B0C71D5F-F193-4458-9BBB-35D8ED4771A7}" type="sibTrans" cxnId="{7ED3B37A-C131-429F-892C-74DCDA78FC9E}">
      <dgm:prSet/>
      <dgm:spPr/>
    </dgm:pt>
    <dgm:pt modelId="{7B30E793-08E9-4DFA-B238-EDBBB382451E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9C1BB957-FCE5-44FD-B2EF-3DD2AF768467}" type="parTrans" cxnId="{F631E8A4-A883-459F-8353-10F9BC39CD39}">
      <dgm:prSet/>
      <dgm:spPr/>
    </dgm:pt>
    <dgm:pt modelId="{A52C75BE-D8EA-44C1-8342-077A2EAEA8E9}" type="sibTrans" cxnId="{F631E8A4-A883-459F-8353-10F9BC39CD39}">
      <dgm:prSet/>
      <dgm:spPr/>
    </dgm:pt>
    <dgm:pt modelId="{E0D578F6-2E50-4D69-8776-E2111BD62D42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946D85E0-7C3F-4B46-AC3D-5391B456BF9A}" type="parTrans" cxnId="{EA9C4D60-FC41-4810-A013-374D12A25B49}">
      <dgm:prSet/>
      <dgm:spPr/>
    </dgm:pt>
    <dgm:pt modelId="{F6AE4F54-B3A8-4C7F-B5AC-A89881594155}" type="sibTrans" cxnId="{EA9C4D60-FC41-4810-A013-374D12A25B49}">
      <dgm:prSet/>
      <dgm:spPr/>
    </dgm:pt>
    <dgm:pt modelId="{8E8DC402-002E-44A6-9381-A2B679D637B8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EC748E3E-F487-4EDA-ACE5-42B49F35C168}" type="parTrans" cxnId="{C9E199AD-DCBA-47C9-A570-C1DEEB3F4F30}">
      <dgm:prSet/>
      <dgm:spPr/>
    </dgm:pt>
    <dgm:pt modelId="{6E564BA9-1AFD-4669-A7F5-CFF6EDF6281E}" type="sibTrans" cxnId="{C9E199AD-DCBA-47C9-A570-C1DEEB3F4F30}">
      <dgm:prSet/>
      <dgm:spPr/>
    </dgm:pt>
    <dgm:pt modelId="{46565DE7-F6B3-4937-A3BF-5F01D2D64E2A}" type="pres">
      <dgm:prSet presAssocID="{F50E7D6A-B633-40EF-8476-E66FF1BB4F92}" presName="Name0" presStyleCnt="0">
        <dgm:presLayoutVars>
          <dgm:chMax val="7"/>
          <dgm:dir/>
          <dgm:resizeHandles val="exact"/>
        </dgm:presLayoutVars>
      </dgm:prSet>
      <dgm:spPr/>
    </dgm:pt>
    <dgm:pt modelId="{68B786A0-E86B-4BF3-829E-330253810643}" type="pres">
      <dgm:prSet presAssocID="{F50E7D6A-B633-40EF-8476-E66FF1BB4F92}" presName="ellipse1" presStyleLbl="vennNode1" presStyleIdx="0" presStyleCnt="3">
        <dgm:presLayoutVars>
          <dgm:bulletEnabled val="1"/>
        </dgm:presLayoutVars>
      </dgm:prSet>
      <dgm:spPr/>
    </dgm:pt>
    <dgm:pt modelId="{F9B2A616-33F3-4710-83BC-DD9AEA14E6B1}" type="pres">
      <dgm:prSet presAssocID="{F50E7D6A-B633-40EF-8476-E66FF1BB4F92}" presName="ellipse2" presStyleLbl="vennNode1" presStyleIdx="1" presStyleCnt="3">
        <dgm:presLayoutVars>
          <dgm:bulletEnabled val="1"/>
        </dgm:presLayoutVars>
      </dgm:prSet>
      <dgm:spPr/>
    </dgm:pt>
    <dgm:pt modelId="{8E413199-FA5B-4C50-A107-F39CEB1480E2}" type="pres">
      <dgm:prSet presAssocID="{F50E7D6A-B633-40EF-8476-E66FF1BB4F92}" presName="ellipse3" presStyleLbl="vennNode1" presStyleIdx="2" presStyleCnt="3">
        <dgm:presLayoutVars>
          <dgm:bulletEnabled val="1"/>
        </dgm:presLayoutVars>
      </dgm:prSet>
      <dgm:spPr/>
    </dgm:pt>
  </dgm:ptLst>
  <dgm:cxnLst>
    <dgm:cxn modelId="{7A174902-FFC4-4C5E-94D1-C1000C133FE1}" type="presOf" srcId="{599B4744-39B6-4310-BC68-61E74FC51E37}" destId="{68B786A0-E86B-4BF3-829E-330253810643}" srcOrd="0" destOrd="0" presId="urn:microsoft.com/office/officeart/2005/8/layout/rings+Icon"/>
    <dgm:cxn modelId="{42099D0E-5CB0-4638-845E-3182695251AB}" type="presOf" srcId="{F50E7D6A-B633-40EF-8476-E66FF1BB4F92}" destId="{46565DE7-F6B3-4937-A3BF-5F01D2D64E2A}" srcOrd="0" destOrd="0" presId="urn:microsoft.com/office/officeart/2005/8/layout/rings+Icon"/>
    <dgm:cxn modelId="{271BD511-3289-471D-B434-40C3C9B78952}" srcId="{F50E7D6A-B633-40EF-8476-E66FF1BB4F92}" destId="{599B4744-39B6-4310-BC68-61E74FC51E37}" srcOrd="0" destOrd="0" parTransId="{1C0EFE3B-DE59-406F-8463-7A7119E22F50}" sibTransId="{25BEC07F-3FEE-4760-B575-91D6D5BA6391}"/>
    <dgm:cxn modelId="{4A6FBD17-7E99-48F5-85A3-5EEE899396FE}" type="presOf" srcId="{8E8DC402-002E-44A6-9381-A2B679D637B8}" destId="{8E413199-FA5B-4C50-A107-F39CEB1480E2}" srcOrd="0" destOrd="1" presId="urn:microsoft.com/office/officeart/2005/8/layout/rings+Icon"/>
    <dgm:cxn modelId="{F1A1EF36-8262-4564-BEA6-9199137E8687}" type="presOf" srcId="{E0D578F6-2E50-4D69-8776-E2111BD62D42}" destId="{8E413199-FA5B-4C50-A107-F39CEB1480E2}" srcOrd="0" destOrd="0" presId="urn:microsoft.com/office/officeart/2005/8/layout/rings+Icon"/>
    <dgm:cxn modelId="{EA9C4D60-FC41-4810-A013-374D12A25B49}" srcId="{F50E7D6A-B633-40EF-8476-E66FF1BB4F92}" destId="{E0D578F6-2E50-4D69-8776-E2111BD62D42}" srcOrd="2" destOrd="0" parTransId="{946D85E0-7C3F-4B46-AC3D-5391B456BF9A}" sibTransId="{F6AE4F54-B3A8-4C7F-B5AC-A89881594155}"/>
    <dgm:cxn modelId="{59627A70-5C01-480D-8CD1-8253ECE2C6B5}" type="presOf" srcId="{7B9A9E08-CC16-42C5-93B1-8016C4E72D79}" destId="{68B786A0-E86B-4BF3-829E-330253810643}" srcOrd="0" destOrd="1" presId="urn:microsoft.com/office/officeart/2005/8/layout/rings+Icon"/>
    <dgm:cxn modelId="{7ED3B37A-C131-429F-892C-74DCDA78FC9E}" srcId="{599B4744-39B6-4310-BC68-61E74FC51E37}" destId="{7B9A9E08-CC16-42C5-93B1-8016C4E72D79}" srcOrd="0" destOrd="0" parTransId="{8B73D81C-2F4C-4F95-BA3D-B049E30E4FFE}" sibTransId="{B0C71D5F-F193-4458-9BBB-35D8ED4771A7}"/>
    <dgm:cxn modelId="{BFC7D297-F348-467E-B2D5-8E19208894BF}" type="presOf" srcId="{7B30E793-08E9-4DFA-B238-EDBBB382451E}" destId="{F9B2A616-33F3-4710-83BC-DD9AEA14E6B1}" srcOrd="0" destOrd="0" presId="urn:microsoft.com/office/officeart/2005/8/layout/rings+Icon"/>
    <dgm:cxn modelId="{F631E8A4-A883-459F-8353-10F9BC39CD39}" srcId="{F50E7D6A-B633-40EF-8476-E66FF1BB4F92}" destId="{7B30E793-08E9-4DFA-B238-EDBBB382451E}" srcOrd="1" destOrd="0" parTransId="{9C1BB957-FCE5-44FD-B2EF-3DD2AF768467}" sibTransId="{A52C75BE-D8EA-44C1-8342-077A2EAEA8E9}"/>
    <dgm:cxn modelId="{C9E199AD-DCBA-47C9-A570-C1DEEB3F4F30}" srcId="{E0D578F6-2E50-4D69-8776-E2111BD62D42}" destId="{8E8DC402-002E-44A6-9381-A2B679D637B8}" srcOrd="0" destOrd="0" parTransId="{EC748E3E-F487-4EDA-ACE5-42B49F35C168}" sibTransId="{6E564BA9-1AFD-4669-A7F5-CFF6EDF6281E}"/>
    <dgm:cxn modelId="{51AA4BD8-33EC-48FA-A59A-1976B775826B}" type="presParOf" srcId="{46565DE7-F6B3-4937-A3BF-5F01D2D64E2A}" destId="{68B786A0-E86B-4BF3-829E-330253810643}" srcOrd="0" destOrd="0" presId="urn:microsoft.com/office/officeart/2005/8/layout/rings+Icon"/>
    <dgm:cxn modelId="{5AE6C71F-2EA8-46E6-A2AA-C9E0CA68C3FB}" type="presParOf" srcId="{46565DE7-F6B3-4937-A3BF-5F01D2D64E2A}" destId="{F9B2A616-33F3-4710-83BC-DD9AEA14E6B1}" srcOrd="1" destOrd="0" presId="urn:microsoft.com/office/officeart/2005/8/layout/rings+Icon"/>
    <dgm:cxn modelId="{F41E6DBC-9DB9-44E8-AD23-B7B55927936E}" type="presParOf" srcId="{46565DE7-F6B3-4937-A3BF-5F01D2D64E2A}" destId="{8E413199-FA5B-4C50-A107-F39CEB1480E2}" srcOrd="2" destOrd="0" presId="urn:microsoft.com/office/officeart/2005/8/layout/rings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B786A0-E86B-4BF3-829E-330253810643}">
      <dsp:nvSpPr>
        <dsp:cNvPr id="0" name=""/>
        <dsp:cNvSpPr/>
      </dsp:nvSpPr>
      <dsp:spPr>
        <a:xfrm>
          <a:off x="1036066" y="0"/>
          <a:ext cx="3047535" cy="304749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Node One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Node Two has a longer label</a:t>
          </a:r>
        </a:p>
      </dsp:txBody>
      <dsp:txXfrm>
        <a:off x="1482367" y="446295"/>
        <a:ext cx="2154933" cy="2154902"/>
      </dsp:txXfrm>
    </dsp:sp>
    <dsp:sp modelId="{F9B2A616-33F3-4710-83BC-DD9AEA14E6B1}">
      <dsp:nvSpPr>
        <dsp:cNvPr id="0" name=""/>
        <dsp:cNvSpPr/>
      </dsp:nvSpPr>
      <dsp:spPr>
        <a:xfrm>
          <a:off x="2604659" y="2032508"/>
          <a:ext cx="3047535" cy="304749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Node Three</a:t>
          </a:r>
        </a:p>
      </dsp:txBody>
      <dsp:txXfrm>
        <a:off x="3050960" y="2478803"/>
        <a:ext cx="2154933" cy="2154902"/>
      </dsp:txXfrm>
    </dsp:sp>
    <dsp:sp modelId="{8E413199-FA5B-4C50-A107-F39CEB1480E2}">
      <dsp:nvSpPr>
        <dsp:cNvPr id="0" name=""/>
        <dsp:cNvSpPr/>
      </dsp:nvSpPr>
      <dsp:spPr>
        <a:xfrm>
          <a:off x="4171398" y="0"/>
          <a:ext cx="3047535" cy="304749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Node Four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Node Five</a:t>
          </a:r>
        </a:p>
      </dsp:txBody>
      <dsp:txXfrm>
        <a:off x="4617699" y="446295"/>
        <a:ext cx="2154933" cy="21549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ings+Icon">
  <dgm:title val="Interconnected Rings"/>
  <dgm:desc val="Use to show overlapping or interconnected ideas or concepts. The first seven lines of Level 1 text correspond with a circle. Unused text does not appear, but remains available if you switch layouts.  "/>
  <dgm:catLst>
    <dgm:cat type="relationship" pri="32000"/>
    <dgm:cat type="officeonline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0"/>
        <dgm:pt modelId="20"/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/>
        <dgm:pt modelId="20"/>
        <dgm:pt modelId="30"/>
        <dgm:pt modelId="40"/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2" destOrd="0"/>
      </dgm:cxnLst>
      <dgm:bg/>
      <dgm:whole/>
    </dgm:dataModel>
  </dgm:clrData>
  <dgm:layoutNode name="Name0">
    <dgm:varLst>
      <dgm:chMax val="7"/>
      <dgm:dir/>
      <dgm:resizeHandles val="exact"/>
    </dgm:varLst>
    <dgm:choose name="Name1">
      <dgm:if name="Name2" axis="ch" ptType="node" func="cnt" op="lt" val="1">
        <dgm:alg type="composite"/>
        <dgm:shape xmlns:r="http://schemas.openxmlformats.org/officeDocument/2006/relationships" r:blip="">
          <dgm:adjLst/>
        </dgm:shape>
        <dgm:presOf/>
        <dgm:constrLst/>
        <dgm:ruleLst/>
      </dgm:if>
      <dgm:if name="Name3" axis="ch" ptType="node" func="cnt" op="equ" val="1">
        <dgm:alg type="composite">
          <dgm:param type="ar" val="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/>
          <dgm:constr type="h" for="ch" forName="ellipse1" refType="h"/>
        </dgm:constrLst>
      </dgm:if>
      <dgm:if name="Name4" axis="ch" ptType="node" func="cnt" op="equ" val="2">
        <dgm:alg type="composite">
          <dgm:param type="ar" val="0.908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6602"/>
          <dgm:constr type="h" for="ch" forName="ellipse1" refType="h" fact="0.5999"/>
          <dgm:constr type="l" for="ch" forName="ellipse2" refType="w" fact="0.3398"/>
          <dgm:constr type="t" for="ch" forName="ellipse2" refType="h" fact="0.4001"/>
          <dgm:constr type="w" for="ch" forName="ellipse2" refType="w" fact="0.6602"/>
          <dgm:constr type="h" for="ch" forName="ellipse2" refType="h" fact="0.5999"/>
        </dgm:constrLst>
      </dgm:if>
      <dgm:if name="Name5" axis="ch" ptType="node" func="cnt" op="equ" val="3">
        <dgm:alg type="composite">
          <dgm:param type="ar" val="1.217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4929"/>
          <dgm:constr type="h" for="ch" forName="ellipse1" refType="h" fact="0.5999"/>
          <dgm:constr type="l" for="ch" forName="ellipse2" refType="w" fact="0.2537"/>
          <dgm:constr type="t" for="ch" forName="ellipse2" refType="h" fact="0.4001"/>
          <dgm:constr type="w" for="ch" forName="ellipse2" refType="w" fact="0.4929"/>
          <dgm:constr type="h" for="ch" forName="ellipse2" refType="h" fact="0.5999"/>
          <dgm:constr type="l" for="ch" forName="ellipse3" refType="w" fact="0.5071"/>
          <dgm:constr type="t" for="ch" forName="ellipse3" refType="h" fact="0"/>
          <dgm:constr type="w" for="ch" forName="ellipse3" refType="w" fact="0.4929"/>
          <dgm:constr type="h" for="ch" forName="ellipse3" refType="h" fact="0.5999"/>
        </dgm:constrLst>
      </dgm:if>
      <dgm:if name="Name6" axis="ch" ptType="node" func="cnt" op="equ" val="4">
        <dgm:alg type="composite">
          <dgm:param type="ar" val="1.5255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932"/>
          <dgm:constr type="h" for="ch" forName="ellipse1" refType="h" fact="0.5999"/>
          <dgm:constr type="l" for="ch" forName="ellipse2" refType="w" fact="0.2023"/>
          <dgm:constr type="t" for="ch" forName="ellipse2" refType="h" fact="0.4001"/>
          <dgm:constr type="w" for="ch" forName="ellipse2" refType="w" fact="0.3932"/>
          <dgm:constr type="h" for="ch" forName="ellipse2" refType="h" fact="0.5999"/>
          <dgm:constr type="l" for="ch" forName="ellipse3" refType="w" fact="0.4045"/>
          <dgm:constr type="t" for="ch" forName="ellipse3" refType="h" fact="0"/>
          <dgm:constr type="w" for="ch" forName="ellipse3" refType="w" fact="0.3932"/>
          <dgm:constr type="h" for="ch" forName="ellipse3" refType="h" fact="0.5999"/>
          <dgm:constr type="l" for="ch" forName="ellipse4" refType="w" fact="0.6068"/>
          <dgm:constr type="t" for="ch" forName="ellipse4" refType="h" fact="0.4001"/>
          <dgm:constr type="w" for="ch" forName="ellipse4" refType="w" fact="0.3932"/>
          <dgm:constr type="h" for="ch" forName="ellipse4" refType="h" fact="0.5999"/>
        </dgm:constrLst>
      </dgm:if>
      <dgm:if name="Name7" axis="ch" ptType="node" func="cnt" op="equ" val="5">
        <dgm:alg type="composite">
          <dgm:param type="ar" val="1.834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271"/>
          <dgm:constr type="h" for="ch" forName="ellipse1" refType="h" fact="0.5999"/>
          <dgm:constr type="l" for="ch" forName="ellipse2" refType="w" fact="0.1682"/>
          <dgm:constr type="t" for="ch" forName="ellipse2" refType="h" fact="0.4001"/>
          <dgm:constr type="w" for="ch" forName="ellipse2" refType="w" fact="0.3271"/>
          <dgm:constr type="h" for="ch" forName="ellipse2" refType="h" fact="0.5999"/>
          <dgm:constr type="l" for="ch" forName="ellipse3" refType="w" fact="0.3365"/>
          <dgm:constr type="t" for="ch" forName="ellipse3" refType="h" fact="0"/>
          <dgm:constr type="w" for="ch" forName="ellipse3" refType="w" fact="0.3271"/>
          <dgm:constr type="h" for="ch" forName="ellipse3" refType="h" fact="0.5999"/>
          <dgm:constr type="l" for="ch" forName="ellipse4" refType="w" fact="0.5047"/>
          <dgm:constr type="t" for="ch" forName="ellipse4" refType="h" fact="0.4001"/>
          <dgm:constr type="w" for="ch" forName="ellipse4" refType="w" fact="0.3271"/>
          <dgm:constr type="h" for="ch" forName="ellipse4" refType="h" fact="0.5999"/>
          <dgm:constr type="l" for="ch" forName="ellipse5" refType="w" fact="0.6729"/>
          <dgm:constr type="t" for="ch" forName="ellipse5" refType="h" fact="0"/>
          <dgm:constr type="w" for="ch" forName="ellipse5" refType="w" fact="0.3271"/>
          <dgm:constr type="h" for="ch" forName="ellipse5" refType="h" fact="0.5999"/>
        </dgm:constrLst>
      </dgm:if>
      <dgm:if name="Name8" axis="ch" ptType="node" func="cnt" op="equ" val="6">
        <dgm:alg type="composite">
          <dgm:param type="ar" val="2.1873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78"/>
          <dgm:constr type="h" for="ch" forName="ellipse1" refType="h" fact="0.6081"/>
          <dgm:constr type="l" for="ch" forName="ellipse2" refType="w" fact="0.1444"/>
          <dgm:constr type="t" for="ch" forName="ellipse2" refType="h" fact="0.3919"/>
          <dgm:constr type="w" for="ch" forName="ellipse2" refType="w" fact="0.278"/>
          <dgm:constr type="h" for="ch" forName="ellipse2" refType="h" fact="0.6081"/>
          <dgm:constr type="l" for="ch" forName="ellipse3" refType="w" fact="0.2888"/>
          <dgm:constr type="t" for="ch" forName="ellipse3" refType="h" fact="0"/>
          <dgm:constr type="w" for="ch" forName="ellipse3" refType="w" fact="0.278"/>
          <dgm:constr type="h" for="ch" forName="ellipse3" refType="h" fact="0.6081"/>
          <dgm:constr type="l" for="ch" forName="ellipse4" refType="w" fact="0.4332"/>
          <dgm:constr type="t" for="ch" forName="ellipse4" refType="h" fact="0.3919"/>
          <dgm:constr type="w" for="ch" forName="ellipse4" refType="w" fact="0.278"/>
          <dgm:constr type="h" for="ch" forName="ellipse4" refType="h" fact="0.6081"/>
          <dgm:constr type="l" for="ch" forName="ellipse5" refType="w" fact="0.5776"/>
          <dgm:constr type="t" for="ch" forName="ellipse5" refType="h" fact="0"/>
          <dgm:constr type="w" for="ch" forName="ellipse5" refType="w" fact="0.278"/>
          <dgm:constr type="h" for="ch" forName="ellipse5" refType="h" fact="0.6081"/>
          <dgm:constr type="l" for="ch" forName="ellipse6" refType="w" fact="0.722"/>
          <dgm:constr type="t" for="ch" forName="ellipse6" refType="h" fact="0.3919"/>
          <dgm:constr type="w" for="ch" forName="ellipse6" refType="w" fact="0.278"/>
          <dgm:constr type="h" for="ch" forName="ellipse6" refType="h" fact="0.6081"/>
        </dgm:constrLst>
      </dgm:if>
      <dgm:else name="Name9">
        <dgm:alg type="composite">
          <dgm:param type="ar" val="2.346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455"/>
          <dgm:constr type="h" for="ch" forName="ellipse1" refType="h" fact="0.5761"/>
          <dgm:constr type="l" for="ch" forName="ellipse2" refType="w" fact="0.1257"/>
          <dgm:constr type="t" for="ch" forName="ellipse2" refType="h" fact="0.4239"/>
          <dgm:constr type="w" for="ch" forName="ellipse2" refType="w" fact="0.2455"/>
          <dgm:constr type="h" for="ch" forName="ellipse2" refType="h" fact="0.5761"/>
          <dgm:constr type="l" for="ch" forName="ellipse3" refType="w" fact="0.2515"/>
          <dgm:constr type="t" for="ch" forName="ellipse3" refType="h" fact="0"/>
          <dgm:constr type="w" for="ch" forName="ellipse3" refType="w" fact="0.2455"/>
          <dgm:constr type="h" for="ch" forName="ellipse3" refType="h" fact="0.5761"/>
          <dgm:constr type="l" for="ch" forName="ellipse4" refType="w" fact="0.3772"/>
          <dgm:constr type="t" for="ch" forName="ellipse4" refType="h" fact="0.4239"/>
          <dgm:constr type="w" for="ch" forName="ellipse4" refType="w" fact="0.2455"/>
          <dgm:constr type="h" for="ch" forName="ellipse4" refType="h" fact="0.5761"/>
          <dgm:constr type="l" for="ch" forName="ellipse5" refType="w" fact="0.503"/>
          <dgm:constr type="t" for="ch" forName="ellipse5" refType="h" fact="0"/>
          <dgm:constr type="w" for="ch" forName="ellipse5" refType="w" fact="0.2455"/>
          <dgm:constr type="h" for="ch" forName="ellipse5" refType="h" fact="0.5761"/>
          <dgm:constr type="l" for="ch" forName="ellipse6" refType="w" fact="0.6287"/>
          <dgm:constr type="t" for="ch" forName="ellipse6" refType="h" fact="0.4239"/>
          <dgm:constr type="w" for="ch" forName="ellipse6" refType="w" fact="0.2455"/>
          <dgm:constr type="h" for="ch" forName="ellipse6" refType="h" fact="0.5761"/>
          <dgm:constr type="l" for="ch" forName="ellipse7" refType="w" fact="0.7545"/>
          <dgm:constr type="t" for="ch" forName="ellipse7" refType="h" fact="0"/>
          <dgm:constr type="w" for="ch" forName="ellipse7" refType="w" fact="0.2455"/>
          <dgm:constr type="h" for="ch" forName="ellipse7" refType="h" fact="0.5761"/>
        </dgm:constrLst>
      </dgm:else>
    </dgm:choose>
    <dgm:choose name="Name10">
      <dgm:if name="Name11" axis="ch" ptType="node" func="cnt" op="gte" val="1">
        <dgm:layoutNode name="ellipse1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12">
            <dgm:if name="Name13" func="var" arg="dir" op="equ" val="norm">
              <dgm:presOf axis="ch desOrSelf" ptType="node node" st="1 1" cnt="1 0"/>
            </dgm:if>
            <dgm:else name="Name14">
              <dgm:choose name="Name15">
                <dgm:if name="Name16" axis="ch" ptType="node" func="cnt" op="equ" val="1">
                  <dgm:presOf axis="ch desOrSelf" ptType="node node" st="1 1" cnt="1 0"/>
                </dgm:if>
                <dgm:if name="Name17" axis="ch" ptType="node" func="cnt" op="equ" val="2">
                  <dgm:presOf axis="ch desOrSelf" ptType="node node" st="2 1" cnt="1 0"/>
                </dgm:if>
                <dgm:if name="Name18" axis="ch" ptType="node" func="cnt" op="equ" val="3">
                  <dgm:presOf axis="ch desOrSelf" ptType="node node" st="3 1" cnt="1 0"/>
                </dgm:if>
                <dgm:if name="Name19" axis="ch" ptType="node" func="cnt" op="equ" val="4">
                  <dgm:presOf axis="ch desOrSelf" ptType="node node" st="4 1" cnt="1 0"/>
                </dgm:if>
                <dgm:if name="Name20" axis="ch" ptType="node" func="cnt" op="equ" val="5">
                  <dgm:presOf axis="ch desOrSelf" ptType="node node" st="5 1" cnt="1 0"/>
                </dgm:if>
                <dgm:if name="Name21" axis="ch" ptType="node" func="cnt" op="equ" val="6">
                  <dgm:presOf axis="ch desOrSelf" ptType="node node" st="6 1" cnt="1 0"/>
                </dgm:if>
                <dgm:if name="Name22" axis="ch" ptType="node" func="cnt" op="gte" val="7">
                  <dgm:presOf axis="ch desOrSelf" ptType="node node" st="7 1" cnt="1 0"/>
                </dgm:if>
                <dgm:else name="Name2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24"/>
    </dgm:choose>
    <dgm:choose name="Name25">
      <dgm:if name="Name26" axis="ch" ptType="node" func="cnt" op="gte" val="2">
        <dgm:layoutNode name="ellipse2" styleLbl="vennNode1">
          <dgm:varLst>
            <dgm:bulletEnabled val="1"/>
          </dgm:varLst>
          <dgm:alg type="tx"/>
          <dgm:choose name="Name27">
            <dgm:if name="Name2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2 1" cnt="1 0"/>
            </dgm:if>
            <dgm:else name="Name29">
              <dgm:shape xmlns:r="http://schemas.openxmlformats.org/officeDocument/2006/relationships" type="ellipse" r:blip="" zOrderOff="-2">
                <dgm:adjLst/>
              </dgm:shape>
              <dgm:choose name="Name30">
                <dgm:if name="Name31" axis="ch" ptType="node" func="cnt" op="equ" val="2">
                  <dgm:presOf axis="ch desOrSelf" ptType="node node" st="1 1" cnt="1 0"/>
                </dgm:if>
                <dgm:if name="Name32" axis="ch" ptType="node" func="cnt" op="equ" val="3">
                  <dgm:presOf axis="ch desOrSelf" ptType="node node" st="2 1" cnt="1 0"/>
                </dgm:if>
                <dgm:if name="Name33" axis="ch" ptType="node" func="cnt" op="equ" val="4">
                  <dgm:presOf axis="ch desOrSelf" ptType="node node" st="3 1" cnt="1 0"/>
                </dgm:if>
                <dgm:if name="Name34" axis="ch" ptType="node" func="cnt" op="equ" val="5">
                  <dgm:presOf axis="ch desOrSelf" ptType="node node" st="4 1" cnt="1 0"/>
                </dgm:if>
                <dgm:if name="Name35" axis="ch" ptType="node" func="cnt" op="equ" val="6">
                  <dgm:presOf axis="ch desOrSelf" ptType="node node" st="5 1" cnt="1 0"/>
                </dgm:if>
                <dgm:if name="Name36" axis="ch" ptType="node" func="cnt" op="gte" val="7">
                  <dgm:presOf axis="ch desOrSelf" ptType="node node" st="6 1" cnt="1 0"/>
                </dgm:if>
                <dgm:else name="Name37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  <dgm:choose name="Name39">
      <dgm:if name="Name40" axis="ch" ptType="node" func="cnt" op="gte" val="3">
        <dgm:layoutNode name="ellipse3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41">
            <dgm:if name="Name42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3 1" cnt="1 0"/>
            </dgm:if>
            <dgm:else name="Name43">
              <dgm:shape xmlns:r="http://schemas.openxmlformats.org/officeDocument/2006/relationships" type="ellipse" r:blip="" zOrderOff="-4">
                <dgm:adjLst/>
              </dgm:shape>
              <dgm:choose name="Name44">
                <dgm:if name="Name45" axis="ch" ptType="node" func="cnt" op="equ" val="3">
                  <dgm:presOf axis="ch desOrSelf" ptType="node node" st="1 1" cnt="1 0"/>
                </dgm:if>
                <dgm:if name="Name46" axis="ch" ptType="node" func="cnt" op="equ" val="4">
                  <dgm:presOf axis="ch desOrSelf" ptType="node node" st="2 1" cnt="1 0"/>
                </dgm:if>
                <dgm:if name="Name47" axis="ch" ptType="node" func="cnt" op="equ" val="5">
                  <dgm:presOf axis="ch desOrSelf" ptType="node node" st="3 1" cnt="1 0"/>
                </dgm:if>
                <dgm:if name="Name48" axis="ch" ptType="node" func="cnt" op="equ" val="6">
                  <dgm:presOf axis="ch desOrSelf" ptType="node node" st="4 1" cnt="1 0"/>
                </dgm:if>
                <dgm:if name="Name49" axis="ch" ptType="node" func="cnt" op="gte" val="7">
                  <dgm:presOf axis="ch desOrSelf" ptType="node node" st="5 1" cnt="1 0"/>
                </dgm:if>
                <dgm:else name="Name50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1"/>
    </dgm:choose>
    <dgm:choose name="Name52">
      <dgm:if name="Name53" axis="ch" ptType="node" func="cnt" op="gte" val="4">
        <dgm:layoutNode name="ellipse4" styleLbl="vennNode1">
          <dgm:varLst>
            <dgm:bulletEnabled val="1"/>
          </dgm:varLst>
          <dgm:alg type="tx"/>
          <dgm:choose name="Name54">
            <dgm:if name="Name55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4 1" cnt="1 0"/>
            </dgm:if>
            <dgm:else name="Name56">
              <dgm:shape xmlns:r="http://schemas.openxmlformats.org/officeDocument/2006/relationships" type="ellipse" r:blip="" zOrderOff="-6">
                <dgm:adjLst/>
              </dgm:shape>
              <dgm:choose name="Name57">
                <dgm:if name="Name58" axis="ch" ptType="node" func="cnt" op="equ" val="4">
                  <dgm:presOf axis="ch desOrSelf" ptType="node node" st="1 1" cnt="1 0"/>
                </dgm:if>
                <dgm:if name="Name59" axis="ch" ptType="node" func="cnt" op="equ" val="5">
                  <dgm:presOf axis="ch desOrSelf" ptType="node node" st="2 1" cnt="1 0"/>
                </dgm:if>
                <dgm:if name="Name60" axis="ch" ptType="node" func="cnt" op="equ" val="6">
                  <dgm:presOf axis="ch desOrSelf" ptType="node node" st="3 1" cnt="1 0"/>
                </dgm:if>
                <dgm:if name="Name61" axis="ch" ptType="node" func="cnt" op="gte" val="7">
                  <dgm:presOf axis="ch desOrSelf" ptType="node node" st="4 1" cnt="1 0"/>
                </dgm:if>
                <dgm:else name="Name62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63"/>
    </dgm:choose>
    <dgm:choose name="Name64">
      <dgm:if name="Name65" axis="ch" ptType="node" func="cnt" op="gte" val="5">
        <dgm:layoutNode name="ellipse5" styleLbl="vennNode1">
          <dgm:varLst>
            <dgm:bulletEnabled val="1"/>
          </dgm:varLst>
          <dgm:alg type="tx"/>
          <dgm:choose name="Name66">
            <dgm:if name="Name67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5 1" cnt="1 0"/>
            </dgm:if>
            <dgm:else name="Name68">
              <dgm:shape xmlns:r="http://schemas.openxmlformats.org/officeDocument/2006/relationships" type="ellipse" r:blip="" zOrderOff="-8">
                <dgm:adjLst/>
              </dgm:shape>
              <dgm:choose name="Name69">
                <dgm:if name="Name70" axis="ch" ptType="node" func="cnt" op="equ" val="5">
                  <dgm:presOf axis="ch desOrSelf" ptType="node node" st="1 1" cnt="1 0"/>
                </dgm:if>
                <dgm:if name="Name71" axis="ch" ptType="node" func="cnt" op="equ" val="6">
                  <dgm:presOf axis="ch desOrSelf" ptType="node node" st="2 1" cnt="1 0"/>
                </dgm:if>
                <dgm:if name="Name72" axis="ch" ptType="node" func="cnt" op="gte" val="7">
                  <dgm:presOf axis="ch desOrSelf" ptType="node node" st="3 1" cnt="1 0"/>
                </dgm:if>
                <dgm:else name="Name7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74"/>
    </dgm:choose>
    <dgm:choose name="Name75">
      <dgm:if name="Name76" axis="ch" ptType="node" func="cnt" op="gte" val="6">
        <dgm:layoutNode name="ellipse6" styleLbl="vennNode1">
          <dgm:varLst>
            <dgm:bulletEnabled val="1"/>
          </dgm:varLst>
          <dgm:alg type="tx"/>
          <dgm:choose name="Name77">
            <dgm:if name="Name7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6 1" cnt="1 0"/>
            </dgm:if>
            <dgm:else name="Name79">
              <dgm:shape xmlns:r="http://schemas.openxmlformats.org/officeDocument/2006/relationships" type="ellipse" r:blip="" zOrderOff="-10">
                <dgm:adjLst/>
              </dgm:shape>
              <dgm:choose name="Name80">
                <dgm:if name="Name81" axis="ch" ptType="node" func="cnt" op="equ" val="6">
                  <dgm:presOf axis="ch desOrSelf" ptType="node node" st="1 1" cnt="1 0"/>
                </dgm:if>
                <dgm:if name="Name82" axis="ch" ptType="node" func="cnt" op="gte" val="7">
                  <dgm:presOf axis="ch desOrSelf" ptType="node node" st="2 1" cnt="1 0"/>
                </dgm:if>
                <dgm:else name="Name8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84"/>
    </dgm:choose>
    <dgm:choose name="Name85">
      <dgm:if name="Name86" axis="ch" ptType="node" func="cnt" op="gte" val="7">
        <dgm:layoutNode name="ellipse7" styleLbl="vennNode1">
          <dgm:varLst>
            <dgm:bulletEnabled val="1"/>
          </dgm:varLst>
          <dgm:alg type="tx"/>
          <dgm:choose name="Name87">
            <dgm:if name="Name8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7 1" cnt="1 0"/>
            </dgm:if>
            <dgm:else name="Name89">
              <dgm:shape xmlns:r="http://schemas.openxmlformats.org/officeDocument/2006/relationships" type="ellipse" r:blip="" zOrderOff="-12">
                <dgm:adjLst/>
              </dgm:shape>
              <dgm:presOf axis="ch desOrSelf" ptType="node node" st="1 1" cnt="1 0"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9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A2AD2-4BC0-6C3D-5DF1-BF07689A1D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FD41CB-90EE-1548-0F62-147B11D7AA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B1ED9-61DA-6B33-A820-48306CC97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0FB0D-72BA-4C87-B955-9CEBE0744BB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02FA2-BAA1-C4E6-C275-F471B5EFF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4268C-52AB-DF74-CA5B-EE8F71450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A3A1B-63E3-4D21-8554-E7645D24C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9CA11-D282-DAC6-2BF3-828013D23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D8394-6AC3-CEF9-89EC-F023C2F56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5EBB1-4003-0934-A1C8-78042E13B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0FB0D-72BA-4C87-B955-9CEBE0744BB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BF857-1BF6-4267-E2FE-52AF6688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89796-0FE5-233A-660F-1FED0FC83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A3A1B-63E3-4D21-8554-E7645D24C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54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BAD7B-7B84-9A96-51CD-2A87114E0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9E3D4-9EEC-4BFE-522F-D8A381CAF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4292A-65DF-D87C-E0CA-849487B0C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0FB0D-72BA-4C87-B955-9CEBE0744BB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23A82-25AB-68FF-E0DC-5C10E3CD6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9F3B5-6B02-AE9F-9B2E-ED33E7572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A3A1B-63E3-4D21-8554-E7645D24C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49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96E7A-23A2-E102-7BE3-CEB0BBDBE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D6A4D-F247-B7A1-E6D0-08E112523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5EC06E-9BC0-88DA-0002-14E54B473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EAC358-CDA9-F106-EAD6-41160DD4C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0FB0D-72BA-4C87-B955-9CEBE0744BB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1A641E-47A8-5079-ABC2-A778089DB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F9173E-9785-1610-C8B0-820E573F0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A3A1B-63E3-4D21-8554-E7645D24C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143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17A34-93C0-0804-586F-0E6959991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DDAFA-6B18-0CD1-F91F-9CC832C1B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0AF23A-7826-D9AB-5800-85200795D2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5A34DF-8FDF-5C49-EB97-A378DAA327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7756BD-67AE-8E32-BA1E-FDC8CC4787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AE824C-0883-3F60-717C-63BD0C945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0FB0D-72BA-4C87-B955-9CEBE0744BB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53BB79-16D4-BFC1-6A32-2359B5095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633DFC-7CC9-99B7-2DB8-800D3A13A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A3A1B-63E3-4D21-8554-E7645D24C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271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B7F47-55BC-1190-1F8D-50AB87F70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FD0990-3362-B688-B667-6C047DBF3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0FB0D-72BA-4C87-B955-9CEBE0744BB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227CC9-B506-97CC-CD0E-A7C345116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1B00E4-A3FD-A219-2589-ADE21C7C9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A3A1B-63E3-4D21-8554-E7645D24C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096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BB983A-5C37-E184-7585-AD381F18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0FB0D-72BA-4C87-B955-9CEBE0744BB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FEF457-0064-05E4-E742-98689CBD5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831E74-1713-DBEA-A02C-0D38AD6DB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A3A1B-63E3-4D21-8554-E7645D24C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447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3AD71-4386-A51D-2CB1-2DC913239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0034A-0513-373F-3DBD-8A704FD1A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268631-A142-03B0-C7C4-8EADC598B9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F8A066-605D-5419-4D6B-F46F08311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0FB0D-72BA-4C87-B955-9CEBE0744BB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81B734-0559-BA2A-4F2A-B67973AF6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8337C-2514-E4E9-D84F-7070B2043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A3A1B-63E3-4D21-8554-E7645D24C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953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7959B-578E-8CEE-A9E9-2287522ED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84FA74-04A2-0B1B-7ED8-1FF0174EFA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DB4556-B170-A83C-3629-4F3AF34D75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CA325C-0099-C783-5F32-EB2DD4636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0FB0D-72BA-4C87-B955-9CEBE0744BB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893F75-4EFF-2CFD-35C4-5BFE1AF34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CE34E9-932A-E2BF-CF46-B25EDCA25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A3A1B-63E3-4D21-8554-E7645D24C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735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9729C-09F3-13A2-DB43-969FC5F36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D4DABA-72D4-B147-EEFC-5ECBE497F6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C4B01-FE43-A76E-C88D-D9497C131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0FB0D-72BA-4C87-B955-9CEBE0744BB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813A4-8543-9814-0ECB-0AA7ED123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37015-FC98-839E-DB2E-95A671699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A3A1B-63E3-4D21-8554-E7645D24C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645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575F7A-C1D0-B04E-8934-23C2B385CA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0C7BEB-D557-E0CD-C499-77FBADDD4F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CC413-B167-6771-D1E8-07747756D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0FB0D-72BA-4C87-B955-9CEBE0744BB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94324-E85F-D60E-A30F-704534542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9FD9B-B354-546C-4746-60804941E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A3A1B-63E3-4D21-8554-E7645D24C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978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FCD1A4-0251-7F36-0346-4D07D78CE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F1C80-7F7D-65E0-B5C6-1D3E47F42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5A2E8-476B-B42A-A3F5-78A58B0C11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90FB0D-72BA-4C87-B955-9CEBE0744BB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A73DB-F3C3-8D05-0309-0A1F11F131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93D27-A9C1-1B68-988B-C476ABAE04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9A3A1B-63E3-4D21-8554-E7645D24C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006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0B002E0-9E55-463B-7F16-6D7DFFE09E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3925691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9272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2026-09-06T08:14:46Z</dcterms:created>
  <dcterms:modified xsi:type="dcterms:W3CDTF">2026-09-06T08:14:46Z</dcterms:modified>
</cp:coreProperties>
</file>