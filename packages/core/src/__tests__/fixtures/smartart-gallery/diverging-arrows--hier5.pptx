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E7EADC0-0A61-44E1-9AF1-20761DF28177}" type="doc">
      <dgm:prSet loTypeId="urn:microsoft.com/office/officeart/2005/8/layout/arrow1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162BD92-D228-47E7-9EEE-D93635554B30}">
      <dgm:prSet phldrT="[Text]"/>
      <dgm:spPr/>
      <dgm:t>
        <a:bodyPr/>
        <a:lstStyle/>
        <a:p>
          <a:r>
            <a:rPr lang="en-US"/>
            <a:t>Node One</a:t>
          </a:r>
        </a:p>
      </dgm:t>
    </dgm:pt>
    <dgm:pt modelId="{813B8B3D-0C70-4383-9A69-CC011E61C857}" type="parTrans" cxnId="{3A1BA74F-50A2-4D4A-BA86-20FDF383866B}">
      <dgm:prSet/>
      <dgm:spPr/>
    </dgm:pt>
    <dgm:pt modelId="{9D9CDE01-7399-43F7-996C-61D50F4B86E3}" type="sibTrans" cxnId="{3A1BA74F-50A2-4D4A-BA86-20FDF383866B}">
      <dgm:prSet/>
      <dgm:spPr/>
    </dgm:pt>
    <dgm:pt modelId="{02F07BC5-D0DD-4B43-B2EA-69647F6D9037}">
      <dgm:prSet phldrT="[Text]"/>
      <dgm:spPr/>
      <dgm:t>
        <a:bodyPr/>
        <a:lstStyle/>
        <a:p>
          <a:r>
            <a:rPr lang="en-US"/>
            <a:t>Node Two has a longer label</a:t>
          </a:r>
        </a:p>
      </dgm:t>
    </dgm:pt>
    <dgm:pt modelId="{5220C40C-598C-4712-A04F-EA901BA7E89F}" type="parTrans" cxnId="{2CB9A1FF-FD56-4451-A2AF-03BAA1633470}">
      <dgm:prSet/>
      <dgm:spPr/>
    </dgm:pt>
    <dgm:pt modelId="{90E2DD88-F011-41EC-B48E-DC233FD3506E}" type="sibTrans" cxnId="{2CB9A1FF-FD56-4451-A2AF-03BAA1633470}">
      <dgm:prSet/>
      <dgm:spPr/>
    </dgm:pt>
    <dgm:pt modelId="{9964501B-11CE-4F05-AABE-35BB3545AA39}">
      <dgm:prSet phldrT="[Text]"/>
      <dgm:spPr/>
      <dgm:t>
        <a:bodyPr/>
        <a:lstStyle/>
        <a:p>
          <a:r>
            <a:rPr lang="en-US"/>
            <a:t>Node Three</a:t>
          </a:r>
        </a:p>
      </dgm:t>
    </dgm:pt>
    <dgm:pt modelId="{8C106EDD-9569-4082-BCFA-95CBC56C7132}" type="parTrans" cxnId="{AE6C0EA9-394C-48A2-910B-FA311619040B}">
      <dgm:prSet/>
      <dgm:spPr/>
    </dgm:pt>
    <dgm:pt modelId="{F0168611-E736-40D4-952F-12AAAF86C27C}" type="sibTrans" cxnId="{AE6C0EA9-394C-48A2-910B-FA311619040B}">
      <dgm:prSet/>
      <dgm:spPr/>
    </dgm:pt>
    <dgm:pt modelId="{7A2ECC9A-EBAE-40A4-B3AA-E0C8BC9C892F}">
      <dgm:prSet phldrT="[Text]"/>
      <dgm:spPr/>
      <dgm:t>
        <a:bodyPr/>
        <a:lstStyle/>
        <a:p>
          <a:r>
            <a:rPr lang="en-US"/>
            <a:t>Node Four</a:t>
          </a:r>
        </a:p>
      </dgm:t>
    </dgm:pt>
    <dgm:pt modelId="{6590AD77-E03A-4DA8-B778-E1BFC071AE00}" type="parTrans" cxnId="{2901CCCC-9796-4FDF-9572-4C42B49B51C7}">
      <dgm:prSet/>
      <dgm:spPr/>
    </dgm:pt>
    <dgm:pt modelId="{4F854ED4-8726-4947-8383-5C06DAEC9531}" type="sibTrans" cxnId="{2901CCCC-9796-4FDF-9572-4C42B49B51C7}">
      <dgm:prSet/>
      <dgm:spPr/>
    </dgm:pt>
    <dgm:pt modelId="{00E40710-2CE7-40E7-B224-4B4847ADD661}">
      <dgm:prSet phldrT="[Text]"/>
      <dgm:spPr/>
      <dgm:t>
        <a:bodyPr/>
        <a:lstStyle/>
        <a:p>
          <a:r>
            <a:rPr lang="en-US"/>
            <a:t>Node Five</a:t>
          </a:r>
        </a:p>
      </dgm:t>
    </dgm:pt>
    <dgm:pt modelId="{AE0C47B6-BDC3-4C34-AB46-10A73121A5FF}" type="parTrans" cxnId="{67FA7B62-1514-404E-A59E-94789888C2F0}">
      <dgm:prSet/>
      <dgm:spPr/>
    </dgm:pt>
    <dgm:pt modelId="{3FC9B094-56EF-496B-B180-F37C9E2AF4DB}" type="sibTrans" cxnId="{67FA7B62-1514-404E-A59E-94789888C2F0}">
      <dgm:prSet/>
      <dgm:spPr/>
    </dgm:pt>
    <dgm:pt modelId="{9F793FCF-F627-4E11-98D9-4C58D76CAC95}" type="pres">
      <dgm:prSet presAssocID="{4E7EADC0-0A61-44E1-9AF1-20761DF28177}" presName="cycle" presStyleCnt="0">
        <dgm:presLayoutVars>
          <dgm:dir/>
          <dgm:resizeHandles val="exact"/>
        </dgm:presLayoutVars>
      </dgm:prSet>
      <dgm:spPr/>
    </dgm:pt>
    <dgm:pt modelId="{763AC39E-40A9-4A30-B40B-DA2C1595EB91}" type="pres">
      <dgm:prSet presAssocID="{F162BD92-D228-47E7-9EEE-D93635554B30}" presName="arrow" presStyleLbl="node1" presStyleIdx="0" presStyleCnt="3">
        <dgm:presLayoutVars>
          <dgm:bulletEnabled val="1"/>
        </dgm:presLayoutVars>
      </dgm:prSet>
      <dgm:spPr/>
    </dgm:pt>
    <dgm:pt modelId="{776C223F-B53E-4585-A801-6EFE558762A6}" type="pres">
      <dgm:prSet presAssocID="{9964501B-11CE-4F05-AABE-35BB3545AA39}" presName="arrow" presStyleLbl="node1" presStyleIdx="1" presStyleCnt="3">
        <dgm:presLayoutVars>
          <dgm:bulletEnabled val="1"/>
        </dgm:presLayoutVars>
      </dgm:prSet>
      <dgm:spPr/>
    </dgm:pt>
    <dgm:pt modelId="{985B2FA9-6F9F-4D88-95F9-ABEE01E2E02A}" type="pres">
      <dgm:prSet presAssocID="{7A2ECC9A-EBAE-40A4-B3AA-E0C8BC9C892F}" presName="arrow" presStyleLbl="node1" presStyleIdx="2" presStyleCnt="3">
        <dgm:presLayoutVars>
          <dgm:bulletEnabled val="1"/>
        </dgm:presLayoutVars>
      </dgm:prSet>
      <dgm:spPr/>
    </dgm:pt>
  </dgm:ptLst>
  <dgm:cxnLst>
    <dgm:cxn modelId="{77BCDB37-3FC0-4285-B7E8-7BD5F9BB6161}" type="presOf" srcId="{7A2ECC9A-EBAE-40A4-B3AA-E0C8BC9C892F}" destId="{985B2FA9-6F9F-4D88-95F9-ABEE01E2E02A}" srcOrd="0" destOrd="0" presId="urn:microsoft.com/office/officeart/2005/8/layout/arrow1"/>
    <dgm:cxn modelId="{8C644662-46E2-44F3-8E70-3E54EC2A1791}" type="presOf" srcId="{9964501B-11CE-4F05-AABE-35BB3545AA39}" destId="{776C223F-B53E-4585-A801-6EFE558762A6}" srcOrd="0" destOrd="0" presId="urn:microsoft.com/office/officeart/2005/8/layout/arrow1"/>
    <dgm:cxn modelId="{67FA7B62-1514-404E-A59E-94789888C2F0}" srcId="{7A2ECC9A-EBAE-40A4-B3AA-E0C8BC9C892F}" destId="{00E40710-2CE7-40E7-B224-4B4847ADD661}" srcOrd="0" destOrd="0" parTransId="{AE0C47B6-BDC3-4C34-AB46-10A73121A5FF}" sibTransId="{3FC9B094-56EF-496B-B180-F37C9E2AF4DB}"/>
    <dgm:cxn modelId="{3A1BA74F-50A2-4D4A-BA86-20FDF383866B}" srcId="{4E7EADC0-0A61-44E1-9AF1-20761DF28177}" destId="{F162BD92-D228-47E7-9EEE-D93635554B30}" srcOrd="0" destOrd="0" parTransId="{813B8B3D-0C70-4383-9A69-CC011E61C857}" sibTransId="{9D9CDE01-7399-43F7-996C-61D50F4B86E3}"/>
    <dgm:cxn modelId="{B6C6A673-5E0D-48EE-B79C-28C19AE1B80B}" type="presOf" srcId="{F162BD92-D228-47E7-9EEE-D93635554B30}" destId="{763AC39E-40A9-4A30-B40B-DA2C1595EB91}" srcOrd="0" destOrd="0" presId="urn:microsoft.com/office/officeart/2005/8/layout/arrow1"/>
    <dgm:cxn modelId="{1DA2B774-0291-47BF-B376-CF76740D4229}" type="presOf" srcId="{00E40710-2CE7-40E7-B224-4B4847ADD661}" destId="{985B2FA9-6F9F-4D88-95F9-ABEE01E2E02A}" srcOrd="0" destOrd="1" presId="urn:microsoft.com/office/officeart/2005/8/layout/arrow1"/>
    <dgm:cxn modelId="{D331E197-05F0-411C-8706-E9546644F43E}" type="presOf" srcId="{02F07BC5-D0DD-4B43-B2EA-69647F6D9037}" destId="{763AC39E-40A9-4A30-B40B-DA2C1595EB91}" srcOrd="0" destOrd="1" presId="urn:microsoft.com/office/officeart/2005/8/layout/arrow1"/>
    <dgm:cxn modelId="{AE6C0EA9-394C-48A2-910B-FA311619040B}" srcId="{4E7EADC0-0A61-44E1-9AF1-20761DF28177}" destId="{9964501B-11CE-4F05-AABE-35BB3545AA39}" srcOrd="1" destOrd="0" parTransId="{8C106EDD-9569-4082-BCFA-95CBC56C7132}" sibTransId="{F0168611-E736-40D4-952F-12AAAF86C27C}"/>
    <dgm:cxn modelId="{2901CCCC-9796-4FDF-9572-4C42B49B51C7}" srcId="{4E7EADC0-0A61-44E1-9AF1-20761DF28177}" destId="{7A2ECC9A-EBAE-40A4-B3AA-E0C8BC9C892F}" srcOrd="2" destOrd="0" parTransId="{6590AD77-E03A-4DA8-B778-E1BFC071AE00}" sibTransId="{4F854ED4-8726-4947-8383-5C06DAEC9531}"/>
    <dgm:cxn modelId="{67CD42CD-1F14-4184-8D11-E34884EE7EFF}" type="presOf" srcId="{4E7EADC0-0A61-44E1-9AF1-20761DF28177}" destId="{9F793FCF-F627-4E11-98D9-4C58D76CAC95}" srcOrd="0" destOrd="0" presId="urn:microsoft.com/office/officeart/2005/8/layout/arrow1"/>
    <dgm:cxn modelId="{2CB9A1FF-FD56-4451-A2AF-03BAA1633470}" srcId="{F162BD92-D228-47E7-9EEE-D93635554B30}" destId="{02F07BC5-D0DD-4B43-B2EA-69647F6D9037}" srcOrd="0" destOrd="0" parTransId="{5220C40C-598C-4712-A04F-EA901BA7E89F}" sibTransId="{90E2DD88-F011-41EC-B48E-DC233FD3506E}"/>
    <dgm:cxn modelId="{2A86D94F-7810-44CF-B4E0-8A750CF940AE}" type="presParOf" srcId="{9F793FCF-F627-4E11-98D9-4C58D76CAC95}" destId="{763AC39E-40A9-4A30-B40B-DA2C1595EB91}" srcOrd="0" destOrd="0" presId="urn:microsoft.com/office/officeart/2005/8/layout/arrow1"/>
    <dgm:cxn modelId="{B5FA2217-7FBF-4B7E-9D26-E82C6E48C174}" type="presParOf" srcId="{9F793FCF-F627-4E11-98D9-4C58D76CAC95}" destId="{776C223F-B53E-4585-A801-6EFE558762A6}" srcOrd="1" destOrd="0" presId="urn:microsoft.com/office/officeart/2005/8/layout/arrow1"/>
    <dgm:cxn modelId="{D107DD1E-9707-4C02-86CB-DDCC3CC313B3}" type="presParOf" srcId="{9F793FCF-F627-4E11-98D9-4C58D76CAC95}" destId="{985B2FA9-6F9F-4D88-95F9-ABEE01E2E02A}" srcOrd="2" destOrd="0" presId="urn:microsoft.com/office/officeart/2005/8/layout/arrow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63AC39E-40A9-4A30-B40B-DA2C1595EB91}">
      <dsp:nvSpPr>
        <dsp:cNvPr id="0" name=""/>
        <dsp:cNvSpPr/>
      </dsp:nvSpPr>
      <dsp:spPr>
        <a:xfrm>
          <a:off x="2859825" y="194"/>
          <a:ext cx="2535349" cy="2535349"/>
        </a:xfrm>
        <a:prstGeom prst="upArrow">
          <a:avLst>
            <a:gd name="adj1" fmla="val 50000"/>
            <a:gd name="adj2" fmla="val 3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464" tIns="156464" rIns="156464" bIns="156464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Node One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Node Two has a longer label</a:t>
          </a:r>
        </a:p>
      </dsp:txBody>
      <dsp:txXfrm>
        <a:off x="3493662" y="443880"/>
        <a:ext cx="1267675" cy="2091663"/>
      </dsp:txXfrm>
    </dsp:sp>
    <dsp:sp modelId="{776C223F-B53E-4585-A801-6EFE558762A6}">
      <dsp:nvSpPr>
        <dsp:cNvPr id="0" name=""/>
        <dsp:cNvSpPr/>
      </dsp:nvSpPr>
      <dsp:spPr>
        <a:xfrm rot="7200000">
          <a:off x="4328755" y="2544456"/>
          <a:ext cx="2535349" cy="2535349"/>
        </a:xfrm>
        <a:prstGeom prst="upArrow">
          <a:avLst>
            <a:gd name="adj1" fmla="val 50000"/>
            <a:gd name="adj2" fmla="val 3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464" tIns="156464" rIns="156464" bIns="156464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Node Three</a:t>
          </a:r>
        </a:p>
      </dsp:txBody>
      <dsp:txXfrm rot="-5400000">
        <a:off x="4358476" y="3067372"/>
        <a:ext cx="2091663" cy="1267675"/>
      </dsp:txXfrm>
    </dsp:sp>
    <dsp:sp modelId="{985B2FA9-6F9F-4D88-95F9-ABEE01E2E02A}">
      <dsp:nvSpPr>
        <dsp:cNvPr id="0" name=""/>
        <dsp:cNvSpPr/>
      </dsp:nvSpPr>
      <dsp:spPr>
        <a:xfrm rot="14400000">
          <a:off x="1390895" y="2544456"/>
          <a:ext cx="2535349" cy="2535349"/>
        </a:xfrm>
        <a:prstGeom prst="upArrow">
          <a:avLst>
            <a:gd name="adj1" fmla="val 50000"/>
            <a:gd name="adj2" fmla="val 3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464" tIns="156464" rIns="156464" bIns="156464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Node Four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Node Five</a:t>
          </a:r>
        </a:p>
      </dsp:txBody>
      <dsp:txXfrm rot="5400000">
        <a:off x="1804860" y="3067372"/>
        <a:ext cx="2091663" cy="126767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arrow1">
  <dgm:title val=""/>
  <dgm:desc val=""/>
  <dgm:catLst>
    <dgm:cat type="relationship" pri="7000"/>
    <dgm:cat type="process" pri="3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4" srcId="0" destId="1" srcOrd="0" destOrd="0"/>
        <dgm:cxn modelId="5" srcId="0" destId="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axis="ch" ptType="node" func="cnt" op="equ" val="2">
        <dgm:choose name="Name2">
          <dgm:if name="Name3" func="var" arg="dir" op="equ" val="norm">
            <dgm:alg type="cycle">
              <dgm:param type="rotPath" val="alongPath"/>
              <dgm:param type="stAng" val="270"/>
            </dgm:alg>
          </dgm:if>
          <dgm:else name="Name4">
            <dgm:alg type="cycle">
              <dgm:param type="rotPath" val="alongPath"/>
              <dgm:param type="stAng" val="90"/>
              <dgm:param type="spanAng" val="-360"/>
            </dgm:alg>
          </dgm:else>
        </dgm:choose>
      </dgm:if>
      <dgm:else name="Name5">
        <dgm:choose name="Name6">
          <dgm:if name="Name7" func="var" arg="dir" op="equ" val="norm">
            <dgm:alg type="cycle">
              <dgm:param type="rotPath" val="alongPath"/>
            </dgm:alg>
          </dgm:if>
          <dgm:else name="Name8">
            <dgm:alg type="cycle">
              <dgm:param type="rotPath" val="alongPath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2">
        <dgm:constrLst>
          <dgm:constr type="primFontSz" for="ch" ptType="node" op="equ" val="65"/>
          <dgm:constr type="w" for="ch" ptType="node" refType="w"/>
          <dgm:constr type="h" for="ch" ptType="node" refType="w" refFor="ch" refPtType="node"/>
          <dgm:constr type="sibSp" refType="w" refFor="ch" refPtType="node" fact="0.1"/>
          <dgm:constr type="diam" refType="w" refFor="ch" refPtType="node" fact="1.1"/>
        </dgm:constrLst>
      </dgm:if>
      <dgm:if name="Name11" axis="ch" ptType="node" func="cnt" op="equ" val="5">
        <dgm:constrLst>
          <dgm:constr type="primFontSz" for="ch" ptType="node" op="equ" val="65"/>
          <dgm:constr type="w" for="ch" ptType="node" refType="w"/>
          <dgm:constr type="h" for="ch" ptType="node" refType="w" refFor="ch" refPtType="node"/>
          <dgm:constr type="sibSp" refType="w" refFor="ch" refPtType="node" fact="-0.24"/>
        </dgm:constrLst>
      </dgm:if>
      <dgm:if name="Name12" axis="ch" ptType="node" func="cnt" op="equ" val="6">
        <dgm:constrLst>
          <dgm:constr type="primFontSz" for="ch" ptType="node" op="equ" val="65"/>
          <dgm:constr type="w" for="ch" ptType="node" refType="w"/>
          <dgm:constr type="h" for="ch" ptType="node" refType="w" refFor="ch" refPtType="node"/>
          <dgm:constr type="sibSp" refType="w" refFor="ch" refPtType="node" fact="-0.2"/>
        </dgm:constrLst>
      </dgm:if>
      <dgm:if name="Name13" axis="ch" ptType="node" func="cnt" op="equ" val="8">
        <dgm:constrLst>
          <dgm:constr type="primFontSz" for="ch" ptType="node" op="equ" val="65"/>
          <dgm:constr type="w" for="ch" ptType="node" refType="w"/>
          <dgm:constr type="h" for="ch" ptType="node" refType="w" refFor="ch" refPtType="node"/>
          <dgm:constr type="sibSp" refType="w" refFor="ch" refPtType="node" fact="-0.15"/>
        </dgm:constrLst>
      </dgm:if>
      <dgm:if name="Name14" axis="ch" ptType="node" func="cnt" op="equ" val="10">
        <dgm:constrLst>
          <dgm:constr type="primFontSz" for="ch" ptType="node" op="lte" val="65"/>
          <dgm:constr type="w" for="ch" ptType="node" refType="w"/>
          <dgm:constr type="h" for="ch" ptType="node" refType="w" refFor="ch" refPtType="node"/>
          <dgm:constr type="sibSp" refType="w" refFor="ch" refPtType="node" fact="-0.24"/>
        </dgm:constrLst>
      </dgm:if>
      <dgm:else name="Name15">
        <dgm:constrLst>
          <dgm:constr type="primFontSz" for="ch" ptType="node" op="equ" val="65"/>
          <dgm:constr type="w" for="ch" ptType="node" refType="w"/>
          <dgm:constr type="h" for="ch" ptType="node" refType="w" refFor="ch" refPtType="node"/>
          <dgm:constr type="sibSp" refType="w" refFor="ch" refPtType="node" fact="-0.35"/>
        </dgm:constrLst>
      </dgm:else>
    </dgm:choose>
    <dgm:ruleLst/>
    <dgm:forEach name="Name16" axis="ch" ptType="node">
      <dgm:layoutNode name="arrow">
        <dgm:varLst>
          <dgm:bulletEnabled val="1"/>
        </dgm:varLst>
        <dgm:alg type="tx"/>
        <dgm:shape xmlns:r="http://schemas.openxmlformats.org/officeDocument/2006/relationships" type="upArrow" r:blip="">
          <dgm:adjLst>
            <dgm:adj idx="2" val="0.35"/>
          </dgm:adjLst>
        </dgm:shape>
        <dgm:presOf axis="desOrSelf" ptType="node"/>
        <dgm:constrLst/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75F2C3-C0EC-5CEC-FDA9-A961A79547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B9FD1E-CC62-A926-F10C-B356465D7E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38CF0A-DE2B-5066-8E3C-CA97431285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6E4FA8-0834-4369-9FC9-F694027800BC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13693E-062E-4018-5926-1BE083BC1C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3CC502-C68A-5132-FDA1-2722B0397E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95DC0-5FD7-4955-A86A-CCF73CE7DB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57853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B2128-1947-71CA-EAAB-70D40A6247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53F6D6-CF7F-EFF6-9F8F-DE69209B63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AC045A-BF0D-3AA8-A94A-928D1D62A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6E4FA8-0834-4369-9FC9-F694027800BC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740907-2340-7038-DFA1-7258638B9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7AAB02-586D-65C5-8FC9-A8F73ACCD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95DC0-5FD7-4955-A86A-CCF73CE7DB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7564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AE1B8C-3208-D7C0-9A4D-3FA289F136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8DA09C-3A64-50ED-BC27-A5E7803FB4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A7F46A-9D63-E3B8-AFB4-3ACC41D63C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6E4FA8-0834-4369-9FC9-F694027800BC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F776E3-C358-7360-5A78-6C9C6F956B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610269-AC3D-1AA3-D49B-2A89190EA8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95DC0-5FD7-4955-A86A-CCF73CE7DB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94347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9642DF-1B1A-42D6-F7A1-285C504B11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4070B8-7E14-7793-B8BE-A91033DEB2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5279BE-38EA-E7ED-0000-E281E6C8D6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5708B5-644A-7667-08C5-9FF535D298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6E4FA8-0834-4369-9FC9-F694027800BC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157CB0-B268-5DFD-FB9D-E7D8C7D66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92D43E-862E-5996-9334-05E94C3B40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95DC0-5FD7-4955-A86A-CCF73CE7DB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7750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87F13-8079-9B24-ADA5-198C7374D5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121054-A8AC-3AAD-1288-5F345FF572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B9C00E-DACE-6BD9-4CA3-622F107685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753EE4-0346-AF37-9477-735A3B7E49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5C8218C-9815-41B1-EB89-3F6A6CFBD7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1CB8CF8-7EF3-640F-A940-A366DA39C4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6E4FA8-0834-4369-9FC9-F694027800BC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C3CB562-2ECC-D5A8-429D-1BE278A115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77E997-6407-F5A4-C6E7-715211ED4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95DC0-5FD7-4955-A86A-CCF73CE7DB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91188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12D84C-0E65-53D1-9BA6-66DB1950E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BE58D0-3F2D-CB27-EFC4-7028178034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6E4FA8-0834-4369-9FC9-F694027800BC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C6D37B-E41D-C805-0CE5-AD87890967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0B9711-A7FE-A555-117D-F91163F7C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95DC0-5FD7-4955-A86A-CCF73CE7DB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68999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CEE8854-4071-963A-450E-94FA82374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6E4FA8-0834-4369-9FC9-F694027800BC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37A41B-A39D-20B3-E44A-0EF192878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0EAB43-679B-A484-3A5D-AC32F2E73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95DC0-5FD7-4955-A86A-CCF73CE7DB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88116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E9B7E-2673-6649-D2B3-311A628F16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0A59F0-8D34-A27E-3752-7638E50D5D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AF0E0C-9E22-1C9A-411A-AF32C99833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CBFCF8-1C13-1E68-5D5C-A642AF0AC8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6E4FA8-0834-4369-9FC9-F694027800BC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99817C-0742-6254-CF5E-342787FFB3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4D7B43-B723-A826-9775-141F7D6085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95DC0-5FD7-4955-A86A-CCF73CE7DB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2066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AB3559-50BF-056B-9253-89FBDD03F1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0B4B66B-9FB2-7FAA-6D64-8CA707A8D3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3F4474-73BF-D034-2505-E82D95DAE6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8AEB36-49EE-EB57-8665-3F6277D9D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6E4FA8-0834-4369-9FC9-F694027800BC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43970C-7799-0ED0-FCD8-C4AAD56DB8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F97989-BDF1-F82E-2BAD-9E9C0D592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95DC0-5FD7-4955-A86A-CCF73CE7DB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7771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2AE2F6-673B-0CFB-F2CD-6AC89D0014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D76FE1-CA14-0C7D-1050-AE7D91A380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24AE4C-53AC-4450-47C4-E41C52779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6E4FA8-0834-4369-9FC9-F694027800BC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6184D1-3A66-6384-0DA0-D7AF9682AD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D0C7CA-7A8C-F7F2-E66F-438162E237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95DC0-5FD7-4955-A86A-CCF73CE7DB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44325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693A6B2-2361-0FC5-7D58-CD7B80539F1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384901-2C88-FE60-F971-DD7956F47A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AE7CD0-006E-95A2-8859-FC026834A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6E4FA8-0834-4369-9FC9-F694027800BC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E38FCD-F30E-90FB-A90D-4AD3FE543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C7B140-42DC-42FC-A1BA-AAB69772BA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95DC0-5FD7-4955-A86A-CCF73CE7DB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0416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CFF2C2A-83A2-5F91-8CD4-F54C08ECBF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E8F6B8-1F9E-44E7-4FD6-459429EB69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5199B2-F1E0-C447-4552-742CA9C41D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6E4FA8-0834-4369-9FC9-F694027800BC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D12BC2-1D09-B884-31D0-050BB8E5F3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00DD4F-6529-845E-E434-7D5D43077C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E95DC0-5FD7-4955-A86A-CCF73CE7DB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85047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76875391-29A2-29B0-3F7F-94674F57AE3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17869649"/>
              </p:ext>
            </p:extLst>
          </p:nvPr>
        </p:nvGraphicFramePr>
        <p:xfrm>
          <a:off x="508000" y="1143000"/>
          <a:ext cx="8255000" cy="50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270702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2026-09-06T08:14:01Z</dcterms:created>
  <dcterms:modified xsi:type="dcterms:W3CDTF">2026-09-06T08:14:02Z</dcterms:modified>
</cp:coreProperties>
</file>