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F0C5B2-FA09-4EF3-85C3-597B0040A8FF}" type="doc">
      <dgm:prSet loTypeId="urn:microsoft.com/office/officeart/2026/layout/SmallDotsHorizont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2C3A14-124A-4EC9-844F-A53FD61DB65D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Alpha</a:t>
          </a:r>
        </a:p>
      </dgm:t>
    </dgm:pt>
    <dgm:pt modelId="{459BE117-5D30-4F6F-8ADD-E05A88CD8BF3}" type="parTrans" cxnId="{672D966F-B0FE-48B2-82BA-ED5EB41DB994}">
      <dgm:prSet/>
      <dgm:spPr/>
    </dgm:pt>
    <dgm:pt modelId="{80803152-DC13-4425-816B-FC688A9EAE67}" type="sibTrans" cxnId="{672D966F-B0FE-48B2-82BA-ED5EB41DB994}">
      <dgm:prSet/>
      <dgm:spPr/>
    </dgm:pt>
    <dgm:pt modelId="{28F30465-5C10-4179-A554-905A12F3728A}">
      <dgm:prSet phldrT="Description" phldr="1"/>
      <dgm:spPr/>
      <dgm:t>
        <a:bodyPr/>
        <a:lstStyle/>
        <a:p>
          <a:endParaRPr lang="en-US"/>
        </a:p>
      </dgm:t>
    </dgm:pt>
    <dgm:pt modelId="{8BAA6A30-1B18-4F2C-BEFC-0FE3528E2AD8}" type="parTrans" cxnId="{8B2E079E-2F78-4C16-80B5-0BA575E1F4E5}">
      <dgm:prSet/>
      <dgm:spPr/>
    </dgm:pt>
    <dgm:pt modelId="{29DF9E69-1EA2-4EF0-9A54-BB310E02D331}" type="sibTrans" cxnId="{8B2E079E-2F78-4C16-80B5-0BA575E1F4E5}">
      <dgm:prSet/>
      <dgm:spPr/>
    </dgm:pt>
    <dgm:pt modelId="{D460C9FC-4546-4ECA-BB62-C425C044E131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Beta has a noticeably longer label than the others</a:t>
          </a:r>
        </a:p>
      </dgm:t>
    </dgm:pt>
    <dgm:pt modelId="{E811E5A4-3852-494D-A40F-45ECB455B5A4}" type="parTrans" cxnId="{523CB91B-3ACC-4739-B8DE-1096298184BE}">
      <dgm:prSet/>
      <dgm:spPr/>
    </dgm:pt>
    <dgm:pt modelId="{E2F7D00B-D984-4B85-B7B7-919773189D6F}" type="sibTrans" cxnId="{523CB91B-3ACC-4739-B8DE-1096298184BE}">
      <dgm:prSet/>
      <dgm:spPr/>
    </dgm:pt>
    <dgm:pt modelId="{3E70BA5F-44E6-4B2D-B559-C1C62A260E17}">
      <dgm:prSet phldrT="Description" phldr="1"/>
      <dgm:spPr/>
      <dgm:t>
        <a:bodyPr/>
        <a:lstStyle/>
        <a:p>
          <a:endParaRPr lang="en-US"/>
        </a:p>
      </dgm:t>
    </dgm:pt>
    <dgm:pt modelId="{E9EEF05F-6177-42C0-B85E-A41F52F4BE1B}" type="parTrans" cxnId="{F6AAB99C-7F69-451B-A22B-34E6C8B83027}">
      <dgm:prSet/>
      <dgm:spPr/>
    </dgm:pt>
    <dgm:pt modelId="{C7A7DE81-A508-4609-9E62-A4BD84881E23}" type="sibTrans" cxnId="{F6AAB99C-7F69-451B-A22B-34E6C8B83027}">
      <dgm:prSet/>
      <dgm:spPr/>
    </dgm:pt>
    <dgm:pt modelId="{AD8017ED-307D-4DEF-A815-96A33FE25949}">
      <dgm:prSet phldrT="Title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/>
            <a:t>Gamma</a:t>
          </a:r>
        </a:p>
      </dgm:t>
    </dgm:pt>
    <dgm:pt modelId="{9E742E02-A322-4841-AEE8-840955C2E60E}" type="parTrans" cxnId="{FEA5C164-786D-4187-942D-2555D478F910}">
      <dgm:prSet/>
      <dgm:spPr/>
    </dgm:pt>
    <dgm:pt modelId="{3EEECDB5-36E4-444D-8232-F4529A1DCA87}" type="sibTrans" cxnId="{FEA5C164-786D-4187-942D-2555D478F910}">
      <dgm:prSet/>
      <dgm:spPr/>
    </dgm:pt>
    <dgm:pt modelId="{4ECAE71F-1DB2-4ACE-B238-C387846950EA}">
      <dgm:prSet phldrT="Description" phldr="1"/>
      <dgm:spPr/>
      <dgm:t>
        <a:bodyPr/>
        <a:lstStyle/>
        <a:p>
          <a:endParaRPr lang="en-US"/>
        </a:p>
      </dgm:t>
    </dgm:pt>
    <dgm:pt modelId="{35BB0E3B-4753-419D-B30C-998DBF00EA29}" type="parTrans" cxnId="{46806F23-6BFA-42EF-AC2C-5A3465F9138D}">
      <dgm:prSet/>
      <dgm:spPr/>
    </dgm:pt>
    <dgm:pt modelId="{F0625D9A-7458-411F-9008-ECF3DAA92DFF}" type="sibTrans" cxnId="{46806F23-6BFA-42EF-AC2C-5A3465F9138D}">
      <dgm:prSet/>
      <dgm:spPr/>
    </dgm:pt>
    <dgm:pt modelId="{3AD3CF94-27CE-477E-9ED1-D82B21268631}" type="pres">
      <dgm:prSet presAssocID="{DBF0C5B2-FA09-4EF3-85C3-597B0040A8FF}" presName="root" presStyleCnt="0">
        <dgm:presLayoutVars>
          <dgm:dir/>
          <dgm:resizeHandles val="exact"/>
        </dgm:presLayoutVars>
      </dgm:prSet>
      <dgm:spPr/>
    </dgm:pt>
    <dgm:pt modelId="{8F0A6890-94EE-48AE-BC61-48B8DE6309E3}" type="pres">
      <dgm:prSet presAssocID="{DBF0C5B2-FA09-4EF3-85C3-597B0040A8FF}" presName="connLine" presStyleLbl="dkBgShp" presStyleIdx="0" presStyleCnt="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91A6FBA-4088-48EA-AE88-2F7D13CBEE1E}" type="pres">
      <dgm:prSet presAssocID="{DBF0C5B2-FA09-4EF3-85C3-597B0040A8FF}" presName="itemsFlow" presStyleCnt="0"/>
      <dgm:spPr/>
    </dgm:pt>
    <dgm:pt modelId="{B8DCF7B3-7D7A-48C1-806B-7CF3FE464698}" type="pres">
      <dgm:prSet presAssocID="{572C3A14-124A-4EC9-844F-A53FD61DB65D}" presName="item" presStyleCnt="0"/>
      <dgm:spPr/>
    </dgm:pt>
    <dgm:pt modelId="{5E2D2375-0307-44B9-B50D-812B5FA7DFE0}" type="pres">
      <dgm:prSet presAssocID="{572C3A14-124A-4EC9-844F-A53FD61DB65D}" presName="anchor" presStyleCnt="0"/>
      <dgm:spPr/>
    </dgm:pt>
    <dgm:pt modelId="{0ABED54B-738A-46EA-9013-119367C05B2F}" type="pres">
      <dgm:prSet presAssocID="{572C3A14-124A-4EC9-844F-A53FD61DB65D}" presName="titleText" presStyleLbl="revTx" presStyleIdx="0" presStyleCnt="0">
        <dgm:presLayoutVars>
          <dgm:chMax val="0"/>
          <dgm:chPref val="0"/>
        </dgm:presLayoutVars>
      </dgm:prSet>
      <dgm:spPr/>
    </dgm:pt>
    <dgm:pt modelId="{8F5168D3-2FEE-498E-8C60-9BC4108E173D}" type="pres">
      <dgm:prSet presAssocID="{572C3A14-124A-4EC9-844F-A53FD61DB65D}" presName="dot" presStyleLbl="node1NoLn" presStyleIdx="0" presStyleCnt="3"/>
      <dgm:spPr/>
    </dgm:pt>
    <dgm:pt modelId="{19FE795D-55D8-493D-9ACB-BDA1878FA1B4}" type="pres">
      <dgm:prSet presAssocID="{572C3A14-124A-4EC9-844F-A53FD61DB65D}" presName="descText" presStyleLbl="revTx" presStyleIdx="0" presStyleCnt="0">
        <dgm:presLayoutVars>
          <dgm:chMax val="0"/>
          <dgm:chPref val="0"/>
        </dgm:presLayoutVars>
      </dgm:prSet>
      <dgm:spPr/>
    </dgm:pt>
    <dgm:pt modelId="{4063AAD4-FD71-4EED-B3CE-934B15FB1374}" type="pres">
      <dgm:prSet presAssocID="{80803152-DC13-4425-816B-FC688A9EAE67}" presName="spacer" presStyleCnt="0"/>
      <dgm:spPr/>
    </dgm:pt>
    <dgm:pt modelId="{9275686D-7640-4C38-861F-188D71F0FC42}" type="pres">
      <dgm:prSet presAssocID="{D460C9FC-4546-4ECA-BB62-C425C044E131}" presName="item" presStyleCnt="0"/>
      <dgm:spPr/>
    </dgm:pt>
    <dgm:pt modelId="{1DE76407-1351-4FF5-BACF-1F05EDCB6F1E}" type="pres">
      <dgm:prSet presAssocID="{D460C9FC-4546-4ECA-BB62-C425C044E131}" presName="anchor" presStyleCnt="0"/>
      <dgm:spPr/>
    </dgm:pt>
    <dgm:pt modelId="{76C0658A-60F5-4B35-9271-C48019CC6FEE}" type="pres">
      <dgm:prSet presAssocID="{D460C9FC-4546-4ECA-BB62-C425C044E131}" presName="titleText" presStyleLbl="revTx" presStyleIdx="0" presStyleCnt="0">
        <dgm:presLayoutVars>
          <dgm:chMax val="0"/>
          <dgm:chPref val="0"/>
        </dgm:presLayoutVars>
      </dgm:prSet>
      <dgm:spPr/>
    </dgm:pt>
    <dgm:pt modelId="{76C21597-F68D-450B-8A98-E38C3D496FA0}" type="pres">
      <dgm:prSet presAssocID="{D460C9FC-4546-4ECA-BB62-C425C044E131}" presName="dot" presStyleLbl="node1NoLn" presStyleIdx="1" presStyleCnt="3"/>
      <dgm:spPr/>
    </dgm:pt>
    <dgm:pt modelId="{0C979C8F-775D-4EF3-9F41-9AEA19E9081F}" type="pres">
      <dgm:prSet presAssocID="{D460C9FC-4546-4ECA-BB62-C425C044E131}" presName="descText" presStyleLbl="revTx" presStyleIdx="0" presStyleCnt="0">
        <dgm:presLayoutVars>
          <dgm:chMax val="0"/>
          <dgm:chPref val="0"/>
        </dgm:presLayoutVars>
      </dgm:prSet>
      <dgm:spPr/>
    </dgm:pt>
    <dgm:pt modelId="{649728AD-78F2-4ADE-8A4A-49260DF687F4}" type="pres">
      <dgm:prSet presAssocID="{E2F7D00B-D984-4B85-B7B7-919773189D6F}" presName="spacer" presStyleCnt="0"/>
      <dgm:spPr/>
    </dgm:pt>
    <dgm:pt modelId="{941C71CD-9DD5-4BCA-9746-F8702AA3BCB8}" type="pres">
      <dgm:prSet presAssocID="{AD8017ED-307D-4DEF-A815-96A33FE25949}" presName="item" presStyleCnt="0"/>
      <dgm:spPr/>
    </dgm:pt>
    <dgm:pt modelId="{7079BDF2-C4A9-4E19-ADA3-C380679209C0}" type="pres">
      <dgm:prSet presAssocID="{AD8017ED-307D-4DEF-A815-96A33FE25949}" presName="anchor" presStyleCnt="0"/>
      <dgm:spPr/>
    </dgm:pt>
    <dgm:pt modelId="{051A18DC-1105-4317-9FC3-8002D66578FF}" type="pres">
      <dgm:prSet presAssocID="{AD8017ED-307D-4DEF-A815-96A33FE25949}" presName="titleText" presStyleLbl="revTx" presStyleIdx="0" presStyleCnt="0">
        <dgm:presLayoutVars>
          <dgm:chMax val="0"/>
          <dgm:chPref val="0"/>
        </dgm:presLayoutVars>
      </dgm:prSet>
      <dgm:spPr/>
    </dgm:pt>
    <dgm:pt modelId="{A9CE2076-0F6A-4901-8301-D1B894D80FB8}" type="pres">
      <dgm:prSet presAssocID="{AD8017ED-307D-4DEF-A815-96A33FE25949}" presName="dot" presStyleLbl="node1NoLn" presStyleIdx="2" presStyleCnt="3"/>
      <dgm:spPr/>
    </dgm:pt>
    <dgm:pt modelId="{3810225D-5DC3-4334-8329-045ACE3016F5}" type="pres">
      <dgm:prSet presAssocID="{AD8017ED-307D-4DEF-A815-96A33FE25949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B4B36E11-B170-4152-A40E-F9913AD5AB27}" type="presOf" srcId="{572C3A14-124A-4EC9-844F-A53FD61DB65D}" destId="{0ABED54B-738A-46EA-9013-119367C05B2F}" srcOrd="0" destOrd="0" presId="urn:microsoft.com/office/officeart/2026/layout/SmallDotsHorizontal"/>
    <dgm:cxn modelId="{523CB91B-3ACC-4739-B8DE-1096298184BE}" srcId="{DBF0C5B2-FA09-4EF3-85C3-597B0040A8FF}" destId="{D460C9FC-4546-4ECA-BB62-C425C044E131}" srcOrd="1" destOrd="0" parTransId="{E811E5A4-3852-494D-A40F-45ECB455B5A4}" sibTransId="{E2F7D00B-D984-4B85-B7B7-919773189D6F}"/>
    <dgm:cxn modelId="{957BC41D-A98A-42D0-ADE8-5A75466B3801}" type="presOf" srcId="{DBF0C5B2-FA09-4EF3-85C3-597B0040A8FF}" destId="{3AD3CF94-27CE-477E-9ED1-D82B21268631}" srcOrd="0" destOrd="0" presId="urn:microsoft.com/office/officeart/2026/layout/SmallDotsHorizontal"/>
    <dgm:cxn modelId="{46806F23-6BFA-42EF-AC2C-5A3465F9138D}" srcId="{AD8017ED-307D-4DEF-A815-96A33FE25949}" destId="{4ECAE71F-1DB2-4ACE-B238-C387846950EA}" srcOrd="0" destOrd="0" parTransId="{35BB0E3B-4753-419D-B30C-998DBF00EA29}" sibTransId="{F0625D9A-7458-411F-9008-ECF3DAA92DFF}"/>
    <dgm:cxn modelId="{FEA5C164-786D-4187-942D-2555D478F910}" srcId="{DBF0C5B2-FA09-4EF3-85C3-597B0040A8FF}" destId="{AD8017ED-307D-4DEF-A815-96A33FE25949}" srcOrd="2" destOrd="0" parTransId="{9E742E02-A322-4841-AEE8-840955C2E60E}" sibTransId="{3EEECDB5-36E4-444D-8232-F4529A1DCA87}"/>
    <dgm:cxn modelId="{D6484069-8239-4F36-883D-846CA8EB8381}" type="presOf" srcId="{4ECAE71F-1DB2-4ACE-B238-C387846950EA}" destId="{3810225D-5DC3-4334-8329-045ACE3016F5}" srcOrd="0" destOrd="0" presId="urn:microsoft.com/office/officeart/2026/layout/SmallDotsHorizontal"/>
    <dgm:cxn modelId="{672D966F-B0FE-48B2-82BA-ED5EB41DB994}" srcId="{DBF0C5B2-FA09-4EF3-85C3-597B0040A8FF}" destId="{572C3A14-124A-4EC9-844F-A53FD61DB65D}" srcOrd="0" destOrd="0" parTransId="{459BE117-5D30-4F6F-8ADD-E05A88CD8BF3}" sibTransId="{80803152-DC13-4425-816B-FC688A9EAE67}"/>
    <dgm:cxn modelId="{3852C678-B562-422A-99D0-F4B8ED7BDA9E}" type="presOf" srcId="{D460C9FC-4546-4ECA-BB62-C425C044E131}" destId="{76C0658A-60F5-4B35-9271-C48019CC6FEE}" srcOrd="0" destOrd="0" presId="urn:microsoft.com/office/officeart/2026/layout/SmallDotsHorizontal"/>
    <dgm:cxn modelId="{9FE4CA8B-8C5B-42CC-8EA0-DE354C38C3E8}" type="presOf" srcId="{28F30465-5C10-4179-A554-905A12F3728A}" destId="{19FE795D-55D8-493D-9ACB-BDA1878FA1B4}" srcOrd="0" destOrd="0" presId="urn:microsoft.com/office/officeart/2026/layout/SmallDotsHorizontal"/>
    <dgm:cxn modelId="{F6AAB99C-7F69-451B-A22B-34E6C8B83027}" srcId="{D460C9FC-4546-4ECA-BB62-C425C044E131}" destId="{3E70BA5F-44E6-4B2D-B559-C1C62A260E17}" srcOrd="0" destOrd="0" parTransId="{E9EEF05F-6177-42C0-B85E-A41F52F4BE1B}" sibTransId="{C7A7DE81-A508-4609-9E62-A4BD84881E23}"/>
    <dgm:cxn modelId="{8B2E079E-2F78-4C16-80B5-0BA575E1F4E5}" srcId="{572C3A14-124A-4EC9-844F-A53FD61DB65D}" destId="{28F30465-5C10-4179-A554-905A12F3728A}" srcOrd="0" destOrd="0" parTransId="{8BAA6A30-1B18-4F2C-BEFC-0FE3528E2AD8}" sibTransId="{29DF9E69-1EA2-4EF0-9A54-BB310E02D331}"/>
    <dgm:cxn modelId="{E77520AC-55F5-4C2C-87B1-D1FEF70D7E2D}" type="presOf" srcId="{3E70BA5F-44E6-4B2D-B559-C1C62A260E17}" destId="{0C979C8F-775D-4EF3-9F41-9AEA19E9081F}" srcOrd="0" destOrd="0" presId="urn:microsoft.com/office/officeart/2026/layout/SmallDotsHorizontal"/>
    <dgm:cxn modelId="{0F7B2FFE-77E9-4093-A7AC-F625D47F783D}" type="presOf" srcId="{AD8017ED-307D-4DEF-A815-96A33FE25949}" destId="{051A18DC-1105-4317-9FC3-8002D66578FF}" srcOrd="0" destOrd="0" presId="urn:microsoft.com/office/officeart/2026/layout/SmallDotsHorizontal"/>
    <dgm:cxn modelId="{040C1175-223B-4347-8495-817131A90669}" type="presParOf" srcId="{3AD3CF94-27CE-477E-9ED1-D82B21268631}" destId="{8F0A6890-94EE-48AE-BC61-48B8DE6309E3}" srcOrd="0" destOrd="0" presId="urn:microsoft.com/office/officeart/2026/layout/SmallDotsHorizontal"/>
    <dgm:cxn modelId="{52378437-652D-4820-A174-2DCC50045FDF}" type="presParOf" srcId="{3AD3CF94-27CE-477E-9ED1-D82B21268631}" destId="{591A6FBA-4088-48EA-AE88-2F7D13CBEE1E}" srcOrd="1" destOrd="0" presId="urn:microsoft.com/office/officeart/2026/layout/SmallDotsHorizontal"/>
    <dgm:cxn modelId="{1AFD06C5-ACC0-4BE8-92DF-26C30801CF17}" type="presParOf" srcId="{591A6FBA-4088-48EA-AE88-2F7D13CBEE1E}" destId="{B8DCF7B3-7D7A-48C1-806B-7CF3FE464698}" srcOrd="0" destOrd="0" presId="urn:microsoft.com/office/officeart/2026/layout/SmallDotsHorizontal"/>
    <dgm:cxn modelId="{F7274131-E6C2-4B6F-B7A9-6A7B6098536B}" type="presParOf" srcId="{B8DCF7B3-7D7A-48C1-806B-7CF3FE464698}" destId="{5E2D2375-0307-44B9-B50D-812B5FA7DFE0}" srcOrd="0" destOrd="0" presId="urn:microsoft.com/office/officeart/2026/layout/SmallDotsHorizontal"/>
    <dgm:cxn modelId="{6ECC5F34-5A58-4B8A-9EDB-000F49B92E22}" type="presParOf" srcId="{B8DCF7B3-7D7A-48C1-806B-7CF3FE464698}" destId="{0ABED54B-738A-46EA-9013-119367C05B2F}" srcOrd="1" destOrd="0" presId="urn:microsoft.com/office/officeart/2026/layout/SmallDotsHorizontal"/>
    <dgm:cxn modelId="{652D92AF-3201-4A6E-B4B8-0638822106A4}" type="presParOf" srcId="{B8DCF7B3-7D7A-48C1-806B-7CF3FE464698}" destId="{8F5168D3-2FEE-498E-8C60-9BC4108E173D}" srcOrd="2" destOrd="0" presId="urn:microsoft.com/office/officeart/2026/layout/SmallDotsHorizontal"/>
    <dgm:cxn modelId="{D116E38C-ECA7-43BD-8F39-039F2C0855DD}" type="presParOf" srcId="{B8DCF7B3-7D7A-48C1-806B-7CF3FE464698}" destId="{19FE795D-55D8-493D-9ACB-BDA1878FA1B4}" srcOrd="3" destOrd="0" presId="urn:microsoft.com/office/officeart/2026/layout/SmallDotsHorizontal"/>
    <dgm:cxn modelId="{8D2FC12C-B007-4212-9F84-2CABAE7B0D40}" type="presParOf" srcId="{591A6FBA-4088-48EA-AE88-2F7D13CBEE1E}" destId="{4063AAD4-FD71-4EED-B3CE-934B15FB1374}" srcOrd="1" destOrd="0" presId="urn:microsoft.com/office/officeart/2026/layout/SmallDotsHorizontal"/>
    <dgm:cxn modelId="{9B635937-D0E4-4116-B5DB-6E3C63F25138}" type="presParOf" srcId="{591A6FBA-4088-48EA-AE88-2F7D13CBEE1E}" destId="{9275686D-7640-4C38-861F-188D71F0FC42}" srcOrd="2" destOrd="0" presId="urn:microsoft.com/office/officeart/2026/layout/SmallDotsHorizontal"/>
    <dgm:cxn modelId="{6C8D219D-47A4-4F39-94C0-28AB26B4591D}" type="presParOf" srcId="{9275686D-7640-4C38-861F-188D71F0FC42}" destId="{1DE76407-1351-4FF5-BACF-1F05EDCB6F1E}" srcOrd="0" destOrd="0" presId="urn:microsoft.com/office/officeart/2026/layout/SmallDotsHorizontal"/>
    <dgm:cxn modelId="{17F6257B-BF41-4394-AFEF-B4188BB71F2B}" type="presParOf" srcId="{9275686D-7640-4C38-861F-188D71F0FC42}" destId="{76C0658A-60F5-4B35-9271-C48019CC6FEE}" srcOrd="1" destOrd="0" presId="urn:microsoft.com/office/officeart/2026/layout/SmallDotsHorizontal"/>
    <dgm:cxn modelId="{59E86C25-4B02-4DB9-BF20-DDCF180956BA}" type="presParOf" srcId="{9275686D-7640-4C38-861F-188D71F0FC42}" destId="{76C21597-F68D-450B-8A98-E38C3D496FA0}" srcOrd="2" destOrd="0" presId="urn:microsoft.com/office/officeart/2026/layout/SmallDotsHorizontal"/>
    <dgm:cxn modelId="{8EAB1E9B-EEC5-4ABE-A531-B5F7FA9AE774}" type="presParOf" srcId="{9275686D-7640-4C38-861F-188D71F0FC42}" destId="{0C979C8F-775D-4EF3-9F41-9AEA19E9081F}" srcOrd="3" destOrd="0" presId="urn:microsoft.com/office/officeart/2026/layout/SmallDotsHorizontal"/>
    <dgm:cxn modelId="{3AFE8C9B-081E-419A-8843-F9C45BDBA88A}" type="presParOf" srcId="{591A6FBA-4088-48EA-AE88-2F7D13CBEE1E}" destId="{649728AD-78F2-4ADE-8A4A-49260DF687F4}" srcOrd="3" destOrd="0" presId="urn:microsoft.com/office/officeart/2026/layout/SmallDotsHorizontal"/>
    <dgm:cxn modelId="{B1E0C96B-DFB7-4EB5-B1DF-04D417251DEC}" type="presParOf" srcId="{591A6FBA-4088-48EA-AE88-2F7D13CBEE1E}" destId="{941C71CD-9DD5-4BCA-9746-F8702AA3BCB8}" srcOrd="4" destOrd="0" presId="urn:microsoft.com/office/officeart/2026/layout/SmallDotsHorizontal"/>
    <dgm:cxn modelId="{7B529CD3-4261-4DA7-9682-82662DF7C7B1}" type="presParOf" srcId="{941C71CD-9DD5-4BCA-9746-F8702AA3BCB8}" destId="{7079BDF2-C4A9-4E19-ADA3-C380679209C0}" srcOrd="0" destOrd="0" presId="urn:microsoft.com/office/officeart/2026/layout/SmallDotsHorizontal"/>
    <dgm:cxn modelId="{52B457E0-FD38-45FB-B1D7-FFF4A5A27D8B}" type="presParOf" srcId="{941C71CD-9DD5-4BCA-9746-F8702AA3BCB8}" destId="{051A18DC-1105-4317-9FC3-8002D66578FF}" srcOrd="1" destOrd="0" presId="urn:microsoft.com/office/officeart/2026/layout/SmallDotsHorizontal"/>
    <dgm:cxn modelId="{C303EBA3-FBDB-4D01-BEE6-11360637C692}" type="presParOf" srcId="{941C71CD-9DD5-4BCA-9746-F8702AA3BCB8}" destId="{A9CE2076-0F6A-4901-8301-D1B894D80FB8}" srcOrd="2" destOrd="0" presId="urn:microsoft.com/office/officeart/2026/layout/SmallDotsHorizontal"/>
    <dgm:cxn modelId="{4CA6FE82-625E-4F15-9670-402D5939AD17}" type="presParOf" srcId="{941C71CD-9DD5-4BCA-9746-F8702AA3BCB8}" destId="{3810225D-5DC3-4334-8329-045ACE3016F5}" srcOrd="3" destOrd="0" presId="urn:microsoft.com/office/officeart/2026/layout/SmallDotsHorizont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0A6890-94EE-48AE-BC61-48B8DE6309E3}">
      <dsp:nvSpPr>
        <dsp:cNvPr id="0" name=""/>
        <dsp:cNvSpPr/>
      </dsp:nvSpPr>
      <dsp:spPr>
        <a:xfrm>
          <a:off x="165100" y="2430145"/>
          <a:ext cx="7924800" cy="1651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ED54B-738A-46EA-9013-119367C05B2F}">
      <dsp:nvSpPr>
        <dsp:cNvPr id="0" name=""/>
        <dsp:cNvSpPr/>
      </dsp:nvSpPr>
      <dsp:spPr>
        <a:xfrm>
          <a:off x="168969" y="497839"/>
          <a:ext cx="2553890" cy="15544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b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700" kern="1200"/>
            <a:t>Alpha</a:t>
          </a:r>
        </a:p>
      </dsp:txBody>
      <dsp:txXfrm>
        <a:off x="168969" y="497839"/>
        <a:ext cx="2553890" cy="1554480"/>
      </dsp:txXfrm>
    </dsp:sp>
    <dsp:sp modelId="{8F5168D3-2FEE-498E-8C60-9BC4108E173D}">
      <dsp:nvSpPr>
        <dsp:cNvPr id="0" name=""/>
        <dsp:cNvSpPr/>
      </dsp:nvSpPr>
      <dsp:spPr>
        <a:xfrm>
          <a:off x="1354474" y="2346959"/>
          <a:ext cx="182880" cy="1828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FE795D-55D8-493D-9ACB-BDA1878FA1B4}">
      <dsp:nvSpPr>
        <dsp:cNvPr id="0" name=""/>
        <dsp:cNvSpPr/>
      </dsp:nvSpPr>
      <dsp:spPr>
        <a:xfrm>
          <a:off x="168969" y="2829559"/>
          <a:ext cx="2553890" cy="22504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68969" y="2829559"/>
        <a:ext cx="2553890" cy="2250440"/>
      </dsp:txXfrm>
    </dsp:sp>
    <dsp:sp modelId="{76C0658A-60F5-4B35-9271-C48019CC6FEE}">
      <dsp:nvSpPr>
        <dsp:cNvPr id="0" name=""/>
        <dsp:cNvSpPr/>
      </dsp:nvSpPr>
      <dsp:spPr>
        <a:xfrm>
          <a:off x="2850554" y="497839"/>
          <a:ext cx="2553890" cy="15544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b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700" kern="1200"/>
            <a:t>Beta has a noticeably longer label than the others</a:t>
          </a:r>
        </a:p>
      </dsp:txBody>
      <dsp:txXfrm>
        <a:off x="2850554" y="497839"/>
        <a:ext cx="2553890" cy="1554480"/>
      </dsp:txXfrm>
    </dsp:sp>
    <dsp:sp modelId="{76C21597-F68D-450B-8A98-E38C3D496FA0}">
      <dsp:nvSpPr>
        <dsp:cNvPr id="0" name=""/>
        <dsp:cNvSpPr/>
      </dsp:nvSpPr>
      <dsp:spPr>
        <a:xfrm>
          <a:off x="4036059" y="2346959"/>
          <a:ext cx="182880" cy="1828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79C8F-775D-4EF3-9F41-9AEA19E9081F}">
      <dsp:nvSpPr>
        <dsp:cNvPr id="0" name=""/>
        <dsp:cNvSpPr/>
      </dsp:nvSpPr>
      <dsp:spPr>
        <a:xfrm>
          <a:off x="2850554" y="2829559"/>
          <a:ext cx="2553890" cy="22504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850554" y="2829559"/>
        <a:ext cx="2553890" cy="2250440"/>
      </dsp:txXfrm>
    </dsp:sp>
    <dsp:sp modelId="{051A18DC-1105-4317-9FC3-8002D66578FF}">
      <dsp:nvSpPr>
        <dsp:cNvPr id="0" name=""/>
        <dsp:cNvSpPr/>
      </dsp:nvSpPr>
      <dsp:spPr>
        <a:xfrm>
          <a:off x="5532139" y="497839"/>
          <a:ext cx="2553890" cy="155448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b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700" kern="1200"/>
            <a:t>Gamma</a:t>
          </a:r>
        </a:p>
      </dsp:txBody>
      <dsp:txXfrm>
        <a:off x="5532139" y="497839"/>
        <a:ext cx="2553890" cy="1554480"/>
      </dsp:txXfrm>
    </dsp:sp>
    <dsp:sp modelId="{A9CE2076-0F6A-4901-8301-D1B894D80FB8}">
      <dsp:nvSpPr>
        <dsp:cNvPr id="0" name=""/>
        <dsp:cNvSpPr/>
      </dsp:nvSpPr>
      <dsp:spPr>
        <a:xfrm>
          <a:off x="6717645" y="2346959"/>
          <a:ext cx="182880" cy="1828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0225D-5DC3-4334-8329-045ACE3016F5}">
      <dsp:nvSpPr>
        <dsp:cNvPr id="0" name=""/>
        <dsp:cNvSpPr/>
      </dsp:nvSpPr>
      <dsp:spPr>
        <a:xfrm>
          <a:off x="5532139" y="2829559"/>
          <a:ext cx="2553890" cy="22504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532139" y="2829559"/>
        <a:ext cx="2553890" cy="2250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SmallDotsHorizontal">
  <dgm:title val=""/>
  <dgm:desc val=""/>
  <dgm:catLst>
    <dgm:cat type="timeline" pri="107"/>
  </dgm:catLst>
  <dgm:sampData>
    <dgm:dataModel>
      <dgm:ptLst>
        <dgm:pt modelId="0" type="doc"/>
        <dgm:pt modelId="100">
          <dgm:prSet phldrT="Title" phldr="1"/>
        </dgm:pt>
        <dgm:pt modelId="101">
          <dgm:prSet phldrT="Description" phldr="1"/>
        </dgm:pt>
        <dgm:pt modelId="200">
          <dgm:prSet phldrT="Title" phldr="1"/>
        </dgm:pt>
        <dgm:pt modelId="201">
          <dgm:prSet phldrT="Description" phldr="1"/>
        </dgm:pt>
        <dgm:pt modelId="300">
          <dgm:prSet phldrT="Title" phldr="1"/>
        </dgm:pt>
        <dgm:pt modelId="301">
          <dgm:prSet phldrT="Description" phldr="1"/>
        </dgm:pt>
        <dgm:pt modelId="400">
          <dgm:prSet phldrT="Title" phldr="1"/>
        </dgm:pt>
        <dgm:pt modelId="401">
          <dgm:prSet phldrT="Description" phldr="1"/>
        </dgm:pt>
      </dgm:ptLst>
      <dgm:cxnLst>
        <dgm:cxn modelId="1000" srcId="0" destId="100" srcOrd="0" destOrd="0"/>
        <dgm:cxn modelId="1001" srcId="100" destId="101" srcOrd="0" destOrd="0"/>
        <dgm:cxn modelId="2000" srcId="0" destId="200" srcOrd="1" destOrd="0"/>
        <dgm:cxn modelId="2001" srcId="200" destId="201" srcOrd="0" destOrd="0"/>
        <dgm:cxn modelId="3000" srcId="0" destId="300" srcOrd="2" destOrd="0"/>
        <dgm:cxn modelId="3001" srcId="300" destId="301" srcOrd="0" destOrd="0"/>
        <dgm:cxn modelId="4000" srcId="0" destId="400" srcOrd="3" destOrd="0"/>
        <dgm:cxn modelId="4001" srcId="400" destId="4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l" for="ch" forName="connLine" refType="w" fact="0.02"/>
      <dgm:constr type="w" for="ch" forName="connLine" refType="w" fact="0.96"/>
      <dgm:constr type="ctrY" for="ch" forName="connLine" refType="h" fact="0.48"/>
      <dgm:constr type="h" for="ch" forName="connLine" refType="w" fact="0.002"/>
      <dgm:constr type="l" for="ch" forName="itemsFlow" refType="w" fact="0.02"/>
      <dgm:constr type="w" for="ch" forName="itemsFlow" refType="w" fact="0.96"/>
      <dgm:constr type="t" for="ch" forName="itemsFlow"/>
      <dgm:constr type="h" for="ch" forName="itemsFlow" refType="h"/>
    </dgm:constrLst>
    <dgm:ruleLst/>
    <dgm:layoutNode name="connLine" styleLbl="dkBgShp">
      <dgm:alg type="sp"/>
      <dgm:shape xmlns:r="http://schemas.openxmlformats.org/officeDocument/2006/relationships" type="rect" r:blip="">
        <dgm:adjLst/>
        <dgm:extLst>
          <a:ext uri="{B698B0E9-8C71-41B9-8309-B3DCBF30829C}">
            <dgm1612:spPr xmlns:dgm1612="http://schemas.microsoft.com/office/drawing/2016/12/diagram">
              <a:gradFill rotWithShape="0">
                <a:gsLst>
                  <a:gs pos="0">
                    <a:schemeClr val="accent1">
                      <a:tint val="76000"/>
                    </a:schemeClr>
                  </a:gs>
                  <a:gs pos="100000">
                    <a:schemeClr val="accent1">
                      <a:tint val="76000"/>
                    </a:schemeClr>
                  </a:gs>
                </a:gsLst>
                <a:lin ang="0" scaled="0"/>
              </a:gradFill>
            </dgm1612:spPr>
          </a:ext>
        </dgm:extLst>
      </dgm:shape>
      <dgm:presOf/>
      <dgm:constrLst/>
      <dgm:ruleLst/>
    </dgm:layoutNode>
    <dgm:layoutNode name="itemsFlow">
      <dgm:choose name="dirChoose">
        <dgm:if name="dirNorm" func="var" arg="dir" op="equ" val="norm">
          <dgm:alg type="lin">
            <dgm:param type="linDir" val="fromL"/>
            <dgm:param type="fallback" val="1D"/>
          </dgm:alg>
        </dgm:if>
        <dgm:else name="dirRev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h" for="ch" forName="item" refType="h"/>
        <dgm:constr type="w" for="ch" forName="item" refType="w"/>
        <dgm:constr type="w" for="ch" forName="spacer" refType="w" refFor="ch" refForName="item" fact="0.0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t" for="ch" forName="titleText" refType="h" fact="0.098"/>
            <dgm:constr type="w" for="ch" forName="titleText" refType="w"/>
            <dgm:constr type="h" for="ch" forName="titleText" refType="h" fact="0.306"/>
            <dgm:constr type="ctrX" for="ch" forName="dot" refType="w" fact="0.5"/>
            <dgm:constr type="ctrY" for="ch" forName="dot" refType="h" fact="0.48"/>
            <dgm:constr type="w" for="ch" forName="dot" refType="h" fact="0.036"/>
            <dgm:constr type="h" for="ch" forName="dot" refType="h" fact="0.036"/>
            <dgm:constr type="l" for="ch" forName="descText"/>
            <dgm:constr type="t" for="ch" forName="descText" refType="h" fact="0.557"/>
            <dgm:constr type="w" for="ch" forName="descText" refType="w"/>
            <dgm:constr type="h" for="ch" forName="descText" refType="h" fact="0.443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b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28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layoutNode name="dot" styleLbl="node1NoLn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descText" styleLbl="revTx">
            <dgm:varLst>
              <dgm:chMax val="0"/>
              <dgm:chPref val="0"/>
            </dgm:varLst>
            <dgm:alg type="tx">
              <dgm:param type="txAnchorVert" val="t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8"/>
              <dgm:constr type="primFontSz" refType="secFontSz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spac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AB9EB-7347-D68D-4D62-0422D7613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251EC-F5AF-01FB-A5F3-6C760E164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7BBF5-B1EA-1664-0295-85A67C866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5D91-71D1-4A52-8B4E-C3DC3C63F89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EE6F2-C7EF-C506-1C90-4EC6D79CC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15441-BF1F-C692-D18A-5E63D012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02B-F967-4CD4-A4CC-10C16FB79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60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0AFA2-3C64-F8C8-61CD-F29F5383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1E93B-4EE1-7F48-4B39-E153C3286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9CD0F-606B-1271-2552-8A2279208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5D91-71D1-4A52-8B4E-C3DC3C63F89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56EA6-56BE-CF85-7B23-A8438FBCA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07D5D-C5F8-D208-A438-18924570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02B-F967-4CD4-A4CC-10C16FB79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43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7FD9A-5107-4BBC-6B5D-B4E3B0198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921F0-3E5E-6B0F-A54E-76C8542B6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F1AEA-3CBF-1F44-0FE7-22F245A72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5D91-71D1-4A52-8B4E-C3DC3C63F89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1579C-ADDD-DC2A-6D53-A19576148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6951F-656C-5F0E-8118-4F54AB94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02B-F967-4CD4-A4CC-10C16FB79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8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DF3AB-7A89-EC25-A74D-097BE52C6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7EBF2-1ED6-A19D-01DF-A214AFC7CE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A65B1-0B10-B176-B164-49D973AE2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CC7F8-A8F4-C776-5499-F3F3A75FF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5D91-71D1-4A52-8B4E-C3DC3C63F89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A57306-512F-4195-6A57-82B868CA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2FF58-3040-1CF2-991E-60B957B2A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02B-F967-4CD4-A4CC-10C16FB79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26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69073-8D78-EE28-7A56-3D2D4B3BB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5E1A8-63A2-9572-31C1-4E8EE20E1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5C664-632E-A350-0320-7C189ADCC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C3EDB3-0873-C2E6-7A96-2279C9E2DD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9DFCFF-8B9D-5310-59C6-762C0DB81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EF30E-EA6F-D7EC-A770-4858E2A3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5D91-71D1-4A52-8B4E-C3DC3C63F89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64A258-D473-FC5B-0852-0FBCB0AD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C029B-CB05-6C4D-4E33-EA325D8E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02B-F967-4CD4-A4CC-10C16FB79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4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9E298-3CDC-94F2-BA83-C376ADDA1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40688-96DD-D847-4DA0-12DED0237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5D91-71D1-4A52-8B4E-C3DC3C63F89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5E843-62C2-D796-9377-FD7CBD291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DB62E-2818-6064-3F9D-2FBB7B09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02B-F967-4CD4-A4CC-10C16FB79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4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97A83-FEEB-29E8-83C0-DB343197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5D91-71D1-4A52-8B4E-C3DC3C63F89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13573C-58D1-7FA8-8CB6-E9BD7A4A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36585-FE71-8600-CDBE-ACB91B2A4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02B-F967-4CD4-A4CC-10C16FB79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35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A6384-BBB9-6A0F-352D-ED673CF43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D2736-6C9D-9041-FC70-87DE7E414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794ED6-F68A-86CB-83C4-F9D8B1247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F6CD9-2B2F-4BC2-8CE6-DD747F669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5D91-71D1-4A52-8B4E-C3DC3C63F89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5AF8E-2151-3350-0F01-91B147234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B348F-FEAA-D54D-AA8E-C759C4B6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02B-F967-4CD4-A4CC-10C16FB79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7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F8D5-792B-A745-015D-66C9B6E0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E99E2A-29B7-FFD4-BE61-FE8C1D41D6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CED4D-2417-F5B0-67F7-4C72264F5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5DDE6-78C4-AE12-8E1F-E5D71DC7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5D91-71D1-4A52-8B4E-C3DC3C63F89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431EA-1F7E-52E2-1BCE-3E83DFC33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745FB-E848-4FD5-CEEE-9EE2AE66C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02B-F967-4CD4-A4CC-10C16FB79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8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CAF18-0B44-F36F-15C3-61E7B70A6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9ABDB-EC6E-B12A-6B60-5C51BE8A9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489FB-E240-F6D9-9FC9-A1AF68807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5D91-71D1-4A52-8B4E-C3DC3C63F89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D7FA1-7A39-24D1-0D07-31D2C758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425C1-146C-F345-ED78-7C05320A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02B-F967-4CD4-A4CC-10C16FB79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32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3661A9-281C-5F4C-91FA-79FD87AB83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6BDAC-8DB3-D579-EAE1-2739B06FA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9B635-2492-19F1-746A-7C17FA3D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5D91-71D1-4A52-8B4E-C3DC3C63F89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CC457-68E0-F182-97C5-1400779A7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C408C-0AC4-F938-F445-84B4D5B2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602B-F967-4CD4-A4CC-10C16FB79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20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BA654D-52D4-D591-5063-7F1C5175A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1C2E7-F44D-C73D-7A7D-74515DF9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4CD04-E3A5-028A-82A4-712182BA5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05D91-71D1-4A52-8B4E-C3DC3C63F89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E0FDC-46F7-AC0D-97DD-DCF19EEB1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56255-D7AF-FA58-C0CB-9399CFCD7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C602B-F967-4CD4-A4CC-10C16FB79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34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AF22865-F1C7-8C61-F1A0-EE792496D5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430147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6127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2026-09-06T08:15:10Z</dcterms:created>
  <dcterms:modified xsi:type="dcterms:W3CDTF">2026-09-06T08:15:10Z</dcterms:modified>
</cp:coreProperties>
</file>