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565DC78-699A-4137-8281-38C1CB528A53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EC93A8B9-E37F-47C8-B69E-46D59D19538A}">
      <dgm:prSet phldrT="[Text]"/>
      <dgm:spPr/>
      <dgm:t>
        <a:bodyPr/>
        <a:lstStyle/>
        <a:p>
          <a:r>
            <a:rPr lang="en-US"/>
            <a:t>Branch A Root</a:t>
          </a:r>
        </a:p>
      </dgm:t>
    </dgm:pt>
    <dgm:pt modelId="{2B8079D3-DB0E-4077-93D7-4D09F57ADCCE}" type="parTrans" cxnId="{D31E6580-CD6B-4231-AD6E-32DFB43B8ADB}">
      <dgm:prSet/>
      <dgm:spPr/>
    </dgm:pt>
    <dgm:pt modelId="{28011A5F-8222-494F-AB38-A22B9FC5F04A}" type="sibTrans" cxnId="{D31E6580-CD6B-4231-AD6E-32DFB43B8ADB}">
      <dgm:prSet/>
      <dgm:spPr/>
    </dgm:pt>
    <dgm:pt modelId="{F60B4570-435B-457B-A804-F0F4A8B79FDF}">
      <dgm:prSet phldrT="[Text]"/>
      <dgm:spPr/>
      <dgm:t>
        <a:bodyPr/>
        <a:lstStyle/>
        <a:p>
          <a:r>
            <a:rPr lang="en-US"/>
            <a:t>Branch A Child</a:t>
          </a:r>
        </a:p>
      </dgm:t>
    </dgm:pt>
    <dgm:pt modelId="{A8D9DC24-2C8F-47A9-8D81-9C9A4FEF8A90}" type="parTrans" cxnId="{1E22AA27-B310-4B65-A9E3-0123E63DCFCA}">
      <dgm:prSet/>
      <dgm:spPr/>
    </dgm:pt>
    <dgm:pt modelId="{209F76CD-57E7-4118-A2DA-898777D4B478}" type="sibTrans" cxnId="{1E22AA27-B310-4B65-A9E3-0123E63DCFCA}">
      <dgm:prSet/>
      <dgm:spPr/>
    </dgm:pt>
    <dgm:pt modelId="{427BA53C-C12A-4851-8B16-CCF5D7E67D42}">
      <dgm:prSet phldrT="[Text]"/>
      <dgm:spPr/>
      <dgm:t>
        <a:bodyPr/>
        <a:lstStyle/>
        <a:p>
          <a:r>
            <a:rPr lang="en-US"/>
            <a:t>Branch A Grandchild with long text</a:t>
          </a:r>
        </a:p>
      </dgm:t>
    </dgm:pt>
    <dgm:pt modelId="{033C3A34-3810-442C-981E-9738BFD99289}" type="parTrans" cxnId="{79715390-8A00-40ED-9DEA-AA5D4E57ECD3}">
      <dgm:prSet/>
      <dgm:spPr/>
    </dgm:pt>
    <dgm:pt modelId="{6DC59055-DAE4-4749-8A43-47D103C214FB}" type="sibTrans" cxnId="{79715390-8A00-40ED-9DEA-AA5D4E57ECD3}">
      <dgm:prSet/>
      <dgm:spPr/>
    </dgm:pt>
    <dgm:pt modelId="{D91B8CF6-2CF0-4D73-B7C7-5B15841C04F1}">
      <dgm:prSet phldrT="[Text]"/>
      <dgm:spPr/>
      <dgm:t>
        <a:bodyPr/>
        <a:lstStyle/>
        <a:p>
          <a:r>
            <a:rPr lang="en-US"/>
            <a:t>Branch B Root</a:t>
          </a:r>
        </a:p>
      </dgm:t>
    </dgm:pt>
    <dgm:pt modelId="{9032A9AD-D6A7-4E43-9F02-6A38C16B2A9C}" type="parTrans" cxnId="{57DFED6C-6480-407D-9567-2AB2A9B7A77A}">
      <dgm:prSet/>
      <dgm:spPr/>
    </dgm:pt>
    <dgm:pt modelId="{BF680747-FC5F-46E1-9AB1-7030D75C028F}" type="sibTrans" cxnId="{57DFED6C-6480-407D-9567-2AB2A9B7A77A}">
      <dgm:prSet/>
      <dgm:spPr/>
    </dgm:pt>
    <dgm:pt modelId="{522F2E83-8D28-4247-8CEF-C669105A7818}">
      <dgm:prSet phldrT="[Text]"/>
      <dgm:spPr/>
      <dgm:t>
        <a:bodyPr/>
        <a:lstStyle/>
        <a:p>
          <a:r>
            <a:rPr lang="en-US"/>
            <a:t>Branch B Child</a:t>
          </a:r>
        </a:p>
      </dgm:t>
    </dgm:pt>
    <dgm:pt modelId="{977E5D9A-CF8F-44D4-9D59-8967B5D4709A}" type="parTrans" cxnId="{E543A59C-7980-4CB1-BFEB-9497B61FFC62}">
      <dgm:prSet/>
      <dgm:spPr/>
    </dgm:pt>
    <dgm:pt modelId="{642E9205-A9EC-42D4-9E6F-DF38A4F2C675}" type="sibTrans" cxnId="{E543A59C-7980-4CB1-BFEB-9497B61FFC62}">
      <dgm:prSet/>
      <dgm:spPr/>
    </dgm:pt>
    <dgm:pt modelId="{EA2F015E-1B23-4B62-BD36-B5DC9C3AB4BD}">
      <dgm:prSet phldrT="[Text]"/>
      <dgm:spPr/>
      <dgm:t>
        <a:bodyPr/>
        <a:lstStyle/>
        <a:p>
          <a:r>
            <a:rPr lang="en-US"/>
            <a:t>Branch B Grandchild</a:t>
          </a:r>
        </a:p>
      </dgm:t>
    </dgm:pt>
    <dgm:pt modelId="{A85A4C29-5BAC-4E66-A9B3-1EC9D7948520}" type="parTrans" cxnId="{3FE12935-F929-42DB-B6D5-15FE1C1B8C0B}">
      <dgm:prSet/>
      <dgm:spPr/>
    </dgm:pt>
    <dgm:pt modelId="{0B48F742-8655-4847-9B37-773C3EE53B1E}" type="sibTrans" cxnId="{3FE12935-F929-42DB-B6D5-15FE1C1B8C0B}">
      <dgm:prSet/>
      <dgm:spPr/>
    </dgm:pt>
    <dgm:pt modelId="{E9906F36-5C5F-4E84-A3C5-6605303E75EC}">
      <dgm:prSet phldrT="[Text]"/>
      <dgm:spPr/>
      <dgm:t>
        <a:bodyPr/>
        <a:lstStyle/>
        <a:p>
          <a:r>
            <a:rPr lang="en-US"/>
            <a:t>Branch C Root</a:t>
          </a:r>
        </a:p>
      </dgm:t>
    </dgm:pt>
    <dgm:pt modelId="{B028D97E-5B6B-4982-92EB-4AF692369C45}" type="parTrans" cxnId="{DA5B7294-CDC9-4214-BBCF-CBF7EA5AA242}">
      <dgm:prSet/>
      <dgm:spPr/>
    </dgm:pt>
    <dgm:pt modelId="{9D58F9A9-5CCA-480E-A607-1C3D5424A0BF}" type="sibTrans" cxnId="{DA5B7294-CDC9-4214-BBCF-CBF7EA5AA242}">
      <dgm:prSet/>
      <dgm:spPr/>
    </dgm:pt>
    <dgm:pt modelId="{A2B313A3-10CB-4546-9427-83D6936DA589}">
      <dgm:prSet phldrT="[Text]"/>
      <dgm:spPr/>
      <dgm:t>
        <a:bodyPr/>
        <a:lstStyle/>
        <a:p>
          <a:r>
            <a:rPr lang="en-US"/>
            <a:t>Branch C Child</a:t>
          </a:r>
        </a:p>
      </dgm:t>
    </dgm:pt>
    <dgm:pt modelId="{6595B8C6-6F30-4D3E-B7F7-13DE6526FAB0}" type="parTrans" cxnId="{A3EFECBF-EB27-4873-85B0-35E0F3391648}">
      <dgm:prSet/>
      <dgm:spPr/>
    </dgm:pt>
    <dgm:pt modelId="{B0FC45CE-3735-4079-8845-6DB02F947995}" type="sibTrans" cxnId="{A3EFECBF-EB27-4873-85B0-35E0F3391648}">
      <dgm:prSet/>
      <dgm:spPr/>
    </dgm:pt>
    <dgm:pt modelId="{2531B2AA-F0AB-4458-97CB-88437CB507A8}" type="pres">
      <dgm:prSet presAssocID="{7565DC78-699A-4137-8281-38C1CB528A53}" presName="Name0" presStyleCnt="0">
        <dgm:presLayoutVars>
          <dgm:dir/>
          <dgm:animLvl val="lvl"/>
          <dgm:resizeHandles val="exact"/>
        </dgm:presLayoutVars>
      </dgm:prSet>
      <dgm:spPr/>
    </dgm:pt>
    <dgm:pt modelId="{63C34747-D248-4B68-8710-EFCA6AEED336}" type="pres">
      <dgm:prSet presAssocID="{EC93A8B9-E37F-47C8-B69E-46D59D19538A}" presName="composite" presStyleCnt="0"/>
      <dgm:spPr/>
    </dgm:pt>
    <dgm:pt modelId="{19101CF7-18FA-4718-A7C4-4F81DC1DFF57}" type="pres">
      <dgm:prSet presAssocID="{EC93A8B9-E37F-47C8-B69E-46D59D19538A}" presName="par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E53D2289-A1AC-45A6-BA99-F93235ED9FBF}" type="pres">
      <dgm:prSet presAssocID="{EC93A8B9-E37F-47C8-B69E-46D59D19538A}" presName="desTx" presStyleLbl="revTx" presStyleIdx="0" presStyleCnt="3">
        <dgm:presLayoutVars>
          <dgm:bulletEnabled val="1"/>
        </dgm:presLayoutVars>
      </dgm:prSet>
      <dgm:spPr/>
    </dgm:pt>
    <dgm:pt modelId="{B95DFF9E-4C60-4F83-B546-5A82D9570DA1}" type="pres">
      <dgm:prSet presAssocID="{28011A5F-8222-494F-AB38-A22B9FC5F04A}" presName="space" presStyleCnt="0"/>
      <dgm:spPr/>
    </dgm:pt>
    <dgm:pt modelId="{FC476F2E-1AAC-4182-AA38-95C37AF60DD7}" type="pres">
      <dgm:prSet presAssocID="{D91B8CF6-2CF0-4D73-B7C7-5B15841C04F1}" presName="composite" presStyleCnt="0"/>
      <dgm:spPr/>
    </dgm:pt>
    <dgm:pt modelId="{3A29F3C2-1E68-47AC-809E-1A46C7F550B6}" type="pres">
      <dgm:prSet presAssocID="{D91B8CF6-2CF0-4D73-B7C7-5B15841C04F1}" presName="parTx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3D868896-3BC7-4DD5-9A6C-A12DE60691FB}" type="pres">
      <dgm:prSet presAssocID="{D91B8CF6-2CF0-4D73-B7C7-5B15841C04F1}" presName="desTx" presStyleLbl="revTx" presStyleIdx="1" presStyleCnt="3">
        <dgm:presLayoutVars>
          <dgm:bulletEnabled val="1"/>
        </dgm:presLayoutVars>
      </dgm:prSet>
      <dgm:spPr/>
    </dgm:pt>
    <dgm:pt modelId="{257AED33-2F4C-4DCB-BAB3-D51CD34F5216}" type="pres">
      <dgm:prSet presAssocID="{BF680747-FC5F-46E1-9AB1-7030D75C028F}" presName="space" presStyleCnt="0"/>
      <dgm:spPr/>
    </dgm:pt>
    <dgm:pt modelId="{09C7738F-339F-43B9-A8E9-30A6D3B9E69D}" type="pres">
      <dgm:prSet presAssocID="{E9906F36-5C5F-4E84-A3C5-6605303E75EC}" presName="composite" presStyleCnt="0"/>
      <dgm:spPr/>
    </dgm:pt>
    <dgm:pt modelId="{1C04338C-7907-449F-BF9F-CB833956BCC7}" type="pres">
      <dgm:prSet presAssocID="{E9906F36-5C5F-4E84-A3C5-6605303E75EC}" presName="parTx" presStyleLbl="node1" presStyleIdx="2" presStyleCnt="3">
        <dgm:presLayoutVars>
          <dgm:chMax val="0"/>
          <dgm:chPref val="0"/>
          <dgm:bulletEnabled val="1"/>
        </dgm:presLayoutVars>
      </dgm:prSet>
      <dgm:spPr/>
    </dgm:pt>
    <dgm:pt modelId="{0FBD0703-4931-41F7-B1EB-1F39D9E624A0}" type="pres">
      <dgm:prSet presAssocID="{E9906F36-5C5F-4E84-A3C5-6605303E75EC}" presName="desTx" presStyleLbl="revTx" presStyleIdx="2" presStyleCnt="3">
        <dgm:presLayoutVars>
          <dgm:bulletEnabled val="1"/>
        </dgm:presLayoutVars>
      </dgm:prSet>
      <dgm:spPr/>
    </dgm:pt>
  </dgm:ptLst>
  <dgm:cxnLst>
    <dgm:cxn modelId="{9CA0BE1E-AC82-4744-8BDA-F04CBCAB4213}" type="presOf" srcId="{EC93A8B9-E37F-47C8-B69E-46D59D19538A}" destId="{19101CF7-18FA-4718-A7C4-4F81DC1DFF57}" srcOrd="0" destOrd="0" presId="urn:microsoft.com/office/officeart/2005/8/layout/chevron1"/>
    <dgm:cxn modelId="{1E22AA27-B310-4B65-A9E3-0123E63DCFCA}" srcId="{EC93A8B9-E37F-47C8-B69E-46D59D19538A}" destId="{F60B4570-435B-457B-A804-F0F4A8B79FDF}" srcOrd="0" destOrd="0" parTransId="{A8D9DC24-2C8F-47A9-8D81-9C9A4FEF8A90}" sibTransId="{209F76CD-57E7-4118-A2DA-898777D4B478}"/>
    <dgm:cxn modelId="{3FE12935-F929-42DB-B6D5-15FE1C1B8C0B}" srcId="{D91B8CF6-2CF0-4D73-B7C7-5B15841C04F1}" destId="{EA2F015E-1B23-4B62-BD36-B5DC9C3AB4BD}" srcOrd="1" destOrd="0" parTransId="{A85A4C29-5BAC-4E66-A9B3-1EC9D7948520}" sibTransId="{0B48F742-8655-4847-9B37-773C3EE53B1E}"/>
    <dgm:cxn modelId="{02C08136-5076-4145-BFF3-B301AB59C857}" type="presOf" srcId="{E9906F36-5C5F-4E84-A3C5-6605303E75EC}" destId="{1C04338C-7907-449F-BF9F-CB833956BCC7}" srcOrd="0" destOrd="0" presId="urn:microsoft.com/office/officeart/2005/8/layout/chevron1"/>
    <dgm:cxn modelId="{5158D762-37CC-40E9-AC0E-11B86B25416F}" type="presOf" srcId="{A2B313A3-10CB-4546-9427-83D6936DA589}" destId="{0FBD0703-4931-41F7-B1EB-1F39D9E624A0}" srcOrd="0" destOrd="0" presId="urn:microsoft.com/office/officeart/2005/8/layout/chevron1"/>
    <dgm:cxn modelId="{57DFED6C-6480-407D-9567-2AB2A9B7A77A}" srcId="{7565DC78-699A-4137-8281-38C1CB528A53}" destId="{D91B8CF6-2CF0-4D73-B7C7-5B15841C04F1}" srcOrd="1" destOrd="0" parTransId="{9032A9AD-D6A7-4E43-9F02-6A38C16B2A9C}" sibTransId="{BF680747-FC5F-46E1-9AB1-7030D75C028F}"/>
    <dgm:cxn modelId="{E2D3E04F-8820-4747-8C92-060B6A94F4D3}" type="presOf" srcId="{427BA53C-C12A-4851-8B16-CCF5D7E67D42}" destId="{E53D2289-A1AC-45A6-BA99-F93235ED9FBF}" srcOrd="0" destOrd="1" presId="urn:microsoft.com/office/officeart/2005/8/layout/chevron1"/>
    <dgm:cxn modelId="{D31E6580-CD6B-4231-AD6E-32DFB43B8ADB}" srcId="{7565DC78-699A-4137-8281-38C1CB528A53}" destId="{EC93A8B9-E37F-47C8-B69E-46D59D19538A}" srcOrd="0" destOrd="0" parTransId="{2B8079D3-DB0E-4077-93D7-4D09F57ADCCE}" sibTransId="{28011A5F-8222-494F-AB38-A22B9FC5F04A}"/>
    <dgm:cxn modelId="{08309A8C-14D4-424A-BF7E-751492E3F02B}" type="presOf" srcId="{F60B4570-435B-457B-A804-F0F4A8B79FDF}" destId="{E53D2289-A1AC-45A6-BA99-F93235ED9FBF}" srcOrd="0" destOrd="0" presId="urn:microsoft.com/office/officeart/2005/8/layout/chevron1"/>
    <dgm:cxn modelId="{79715390-8A00-40ED-9DEA-AA5D4E57ECD3}" srcId="{EC93A8B9-E37F-47C8-B69E-46D59D19538A}" destId="{427BA53C-C12A-4851-8B16-CCF5D7E67D42}" srcOrd="1" destOrd="0" parTransId="{033C3A34-3810-442C-981E-9738BFD99289}" sibTransId="{6DC59055-DAE4-4749-8A43-47D103C214FB}"/>
    <dgm:cxn modelId="{DA5B7294-CDC9-4214-BBCF-CBF7EA5AA242}" srcId="{7565DC78-699A-4137-8281-38C1CB528A53}" destId="{E9906F36-5C5F-4E84-A3C5-6605303E75EC}" srcOrd="2" destOrd="0" parTransId="{B028D97E-5B6B-4982-92EB-4AF692369C45}" sibTransId="{9D58F9A9-5CCA-480E-A607-1C3D5424A0BF}"/>
    <dgm:cxn modelId="{E543A59C-7980-4CB1-BFEB-9497B61FFC62}" srcId="{D91B8CF6-2CF0-4D73-B7C7-5B15841C04F1}" destId="{522F2E83-8D28-4247-8CEF-C669105A7818}" srcOrd="0" destOrd="0" parTransId="{977E5D9A-CF8F-44D4-9D59-8967B5D4709A}" sibTransId="{642E9205-A9EC-42D4-9E6F-DF38A4F2C675}"/>
    <dgm:cxn modelId="{79B24FA3-4A69-4662-B90B-162EE5DF4BA2}" type="presOf" srcId="{522F2E83-8D28-4247-8CEF-C669105A7818}" destId="{3D868896-3BC7-4DD5-9A6C-A12DE60691FB}" srcOrd="0" destOrd="0" presId="urn:microsoft.com/office/officeart/2005/8/layout/chevron1"/>
    <dgm:cxn modelId="{6F1816A4-B6A0-4E1F-92D6-95FE208B42C5}" type="presOf" srcId="{7565DC78-699A-4137-8281-38C1CB528A53}" destId="{2531B2AA-F0AB-4458-97CB-88437CB507A8}" srcOrd="0" destOrd="0" presId="urn:microsoft.com/office/officeart/2005/8/layout/chevron1"/>
    <dgm:cxn modelId="{A3EFECBF-EB27-4873-85B0-35E0F3391648}" srcId="{E9906F36-5C5F-4E84-A3C5-6605303E75EC}" destId="{A2B313A3-10CB-4546-9427-83D6936DA589}" srcOrd="0" destOrd="0" parTransId="{6595B8C6-6F30-4D3E-B7F7-13DE6526FAB0}" sibTransId="{B0FC45CE-3735-4079-8845-6DB02F947995}"/>
    <dgm:cxn modelId="{51F9A4CD-6D03-4A37-9AF2-E9EB14D3BF92}" type="presOf" srcId="{D91B8CF6-2CF0-4D73-B7C7-5B15841C04F1}" destId="{3A29F3C2-1E68-47AC-809E-1A46C7F550B6}" srcOrd="0" destOrd="0" presId="urn:microsoft.com/office/officeart/2005/8/layout/chevron1"/>
    <dgm:cxn modelId="{F30B5BE4-9046-49F2-AEEE-3200BC9FF579}" type="presOf" srcId="{EA2F015E-1B23-4B62-BD36-B5DC9C3AB4BD}" destId="{3D868896-3BC7-4DD5-9A6C-A12DE60691FB}" srcOrd="0" destOrd="1" presId="urn:microsoft.com/office/officeart/2005/8/layout/chevron1"/>
    <dgm:cxn modelId="{1953FEEF-66FC-4F18-8BD2-646FFCB0DB9D}" type="presParOf" srcId="{2531B2AA-F0AB-4458-97CB-88437CB507A8}" destId="{63C34747-D248-4B68-8710-EFCA6AEED336}" srcOrd="0" destOrd="0" presId="urn:microsoft.com/office/officeart/2005/8/layout/chevron1"/>
    <dgm:cxn modelId="{F15C4348-6849-49F8-8182-57808CC43481}" type="presParOf" srcId="{63C34747-D248-4B68-8710-EFCA6AEED336}" destId="{19101CF7-18FA-4718-A7C4-4F81DC1DFF57}" srcOrd="0" destOrd="0" presId="urn:microsoft.com/office/officeart/2005/8/layout/chevron1"/>
    <dgm:cxn modelId="{5F6291B2-F1A8-4377-B54C-2A6DBAE3E7FD}" type="presParOf" srcId="{63C34747-D248-4B68-8710-EFCA6AEED336}" destId="{E53D2289-A1AC-45A6-BA99-F93235ED9FBF}" srcOrd="1" destOrd="0" presId="urn:microsoft.com/office/officeart/2005/8/layout/chevron1"/>
    <dgm:cxn modelId="{E1910289-C99F-4473-A742-37B74B94CB00}" type="presParOf" srcId="{2531B2AA-F0AB-4458-97CB-88437CB507A8}" destId="{B95DFF9E-4C60-4F83-B546-5A82D9570DA1}" srcOrd="1" destOrd="0" presId="urn:microsoft.com/office/officeart/2005/8/layout/chevron1"/>
    <dgm:cxn modelId="{63423E62-B7C9-4E49-90B6-B18CB55DEEE3}" type="presParOf" srcId="{2531B2AA-F0AB-4458-97CB-88437CB507A8}" destId="{FC476F2E-1AAC-4182-AA38-95C37AF60DD7}" srcOrd="2" destOrd="0" presId="urn:microsoft.com/office/officeart/2005/8/layout/chevron1"/>
    <dgm:cxn modelId="{D8592E37-0CD2-4E36-829A-ADEC6C6432E1}" type="presParOf" srcId="{FC476F2E-1AAC-4182-AA38-95C37AF60DD7}" destId="{3A29F3C2-1E68-47AC-809E-1A46C7F550B6}" srcOrd="0" destOrd="0" presId="urn:microsoft.com/office/officeart/2005/8/layout/chevron1"/>
    <dgm:cxn modelId="{C939399B-39E7-40F7-875B-0604E7F13629}" type="presParOf" srcId="{FC476F2E-1AAC-4182-AA38-95C37AF60DD7}" destId="{3D868896-3BC7-4DD5-9A6C-A12DE60691FB}" srcOrd="1" destOrd="0" presId="urn:microsoft.com/office/officeart/2005/8/layout/chevron1"/>
    <dgm:cxn modelId="{F55BA88C-589F-4274-996A-9D411F51A443}" type="presParOf" srcId="{2531B2AA-F0AB-4458-97CB-88437CB507A8}" destId="{257AED33-2F4C-4DCB-BAB3-D51CD34F5216}" srcOrd="3" destOrd="0" presId="urn:microsoft.com/office/officeart/2005/8/layout/chevron1"/>
    <dgm:cxn modelId="{EB721E40-6333-4D22-9780-A1CD2ECBE288}" type="presParOf" srcId="{2531B2AA-F0AB-4458-97CB-88437CB507A8}" destId="{09C7738F-339F-43B9-A8E9-30A6D3B9E69D}" srcOrd="4" destOrd="0" presId="urn:microsoft.com/office/officeart/2005/8/layout/chevron1"/>
    <dgm:cxn modelId="{E4F38870-D7CA-46EE-AC67-3CB4CB6D3951}" type="presParOf" srcId="{09C7738F-339F-43B9-A8E9-30A6D3B9E69D}" destId="{1C04338C-7907-449F-BF9F-CB833956BCC7}" srcOrd="0" destOrd="0" presId="urn:microsoft.com/office/officeart/2005/8/layout/chevron1"/>
    <dgm:cxn modelId="{53F6BAC4-B0E5-421E-994C-B0C481EBDF91}" type="presParOf" srcId="{09C7738F-339F-43B9-A8E9-30A6D3B9E69D}" destId="{0FBD0703-4931-41F7-B1EB-1F39D9E624A0}" srcOrd="1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101CF7-18FA-4718-A7C4-4F81DC1DFF57}">
      <dsp:nvSpPr>
        <dsp:cNvPr id="0" name=""/>
        <dsp:cNvSpPr/>
      </dsp:nvSpPr>
      <dsp:spPr>
        <a:xfrm>
          <a:off x="2369" y="440955"/>
          <a:ext cx="2894086" cy="115763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2017" tIns="44006" rIns="44006" bIns="44006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Branch A Root</a:t>
          </a:r>
        </a:p>
      </dsp:txBody>
      <dsp:txXfrm>
        <a:off x="581186" y="440955"/>
        <a:ext cx="1736452" cy="1157634"/>
      </dsp:txXfrm>
    </dsp:sp>
    <dsp:sp modelId="{E53D2289-A1AC-45A6-BA99-F93235ED9FBF}">
      <dsp:nvSpPr>
        <dsp:cNvPr id="0" name=""/>
        <dsp:cNvSpPr/>
      </dsp:nvSpPr>
      <dsp:spPr>
        <a:xfrm>
          <a:off x="2369" y="1743294"/>
          <a:ext cx="2315269" cy="2895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300" kern="1200"/>
            <a:t>Branch A Child</a:t>
          </a:r>
        </a:p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300" kern="1200"/>
            <a:t>Branch A Grandchild with long text</a:t>
          </a:r>
        </a:p>
      </dsp:txBody>
      <dsp:txXfrm>
        <a:off x="2369" y="1743294"/>
        <a:ext cx="2315269" cy="2895750"/>
      </dsp:txXfrm>
    </dsp:sp>
    <dsp:sp modelId="{3A29F3C2-1E68-47AC-809E-1A46C7F550B6}">
      <dsp:nvSpPr>
        <dsp:cNvPr id="0" name=""/>
        <dsp:cNvSpPr/>
      </dsp:nvSpPr>
      <dsp:spPr>
        <a:xfrm>
          <a:off x="2680456" y="440955"/>
          <a:ext cx="2894086" cy="115763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2017" tIns="44006" rIns="44006" bIns="44006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Branch B Root</a:t>
          </a:r>
        </a:p>
      </dsp:txBody>
      <dsp:txXfrm>
        <a:off x="3259273" y="440955"/>
        <a:ext cx="1736452" cy="1157634"/>
      </dsp:txXfrm>
    </dsp:sp>
    <dsp:sp modelId="{3D868896-3BC7-4DD5-9A6C-A12DE60691FB}">
      <dsp:nvSpPr>
        <dsp:cNvPr id="0" name=""/>
        <dsp:cNvSpPr/>
      </dsp:nvSpPr>
      <dsp:spPr>
        <a:xfrm>
          <a:off x="2680456" y="1743294"/>
          <a:ext cx="2315269" cy="2895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300" kern="1200"/>
            <a:t>Branch B Child</a:t>
          </a:r>
        </a:p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300" kern="1200"/>
            <a:t>Branch B Grandchild</a:t>
          </a:r>
        </a:p>
      </dsp:txBody>
      <dsp:txXfrm>
        <a:off x="2680456" y="1743294"/>
        <a:ext cx="2315269" cy="2895750"/>
      </dsp:txXfrm>
    </dsp:sp>
    <dsp:sp modelId="{1C04338C-7907-449F-BF9F-CB833956BCC7}">
      <dsp:nvSpPr>
        <dsp:cNvPr id="0" name=""/>
        <dsp:cNvSpPr/>
      </dsp:nvSpPr>
      <dsp:spPr>
        <a:xfrm>
          <a:off x="5358543" y="440955"/>
          <a:ext cx="2894086" cy="115763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2017" tIns="44006" rIns="44006" bIns="44006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Branch C Root</a:t>
          </a:r>
        </a:p>
      </dsp:txBody>
      <dsp:txXfrm>
        <a:off x="5937360" y="440955"/>
        <a:ext cx="1736452" cy="1157634"/>
      </dsp:txXfrm>
    </dsp:sp>
    <dsp:sp modelId="{0FBD0703-4931-41F7-B1EB-1F39D9E624A0}">
      <dsp:nvSpPr>
        <dsp:cNvPr id="0" name=""/>
        <dsp:cNvSpPr/>
      </dsp:nvSpPr>
      <dsp:spPr>
        <a:xfrm>
          <a:off x="5358543" y="1743294"/>
          <a:ext cx="2315269" cy="2895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300" kern="1200"/>
            <a:t>Branch C Child</a:t>
          </a:r>
        </a:p>
      </dsp:txBody>
      <dsp:txXfrm>
        <a:off x="5358543" y="1743294"/>
        <a:ext cx="2315269" cy="28957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F0A8F-0DA6-8060-C7C9-1D43D5A5B6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8A13AB-0FA9-4250-A698-BB4B323E87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D7B2B6-CCCD-08E9-C873-0029262BF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E500F-F182-4649-9BB7-0F65B9D251C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AC372E-2B55-EEF5-F5E1-1C61A33E5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044E28-763F-9034-35C5-A12BB476C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53F33-614C-49DB-94A3-64E47E38BE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1533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8393E-3DBD-95BC-D0F2-A26BC2E8F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C94456-D5D2-560C-466B-8EC92DE948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C7D77-A25A-E37D-D374-13B3522FD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E500F-F182-4649-9BB7-0F65B9D251C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BC3201-50DD-FC66-177E-58C8C8135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1F0362-57E2-E1DE-CC83-2979FC935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53F33-614C-49DB-94A3-64E47E38BE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7775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0281E-9F3A-620E-5DA1-3EA77E949C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AE7865-60AD-72D4-12E0-7E7F1CC1DE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99977F-80CC-40DF-6337-30D6CB422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E500F-F182-4649-9BB7-0F65B9D251C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B2E2DD-4E80-45A4-0F97-4FA567BD4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EBE968-90EB-79A1-E2F9-4F1D4D445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53F33-614C-49DB-94A3-64E47E38BE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5445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DBB73-559E-AE1F-3AA7-F7856DDBA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63869C-48F3-E0AE-EEB3-7A84B3DB29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658451-E80B-5535-5F48-937F73E6C0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C91A66-102D-2691-3D49-B64D3DEB3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E500F-F182-4649-9BB7-0F65B9D251C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F3E0B5-9E05-3CE0-DA04-9FDF9CE70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FA9EA2-E62B-C9A9-A619-FDE0BB592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53F33-614C-49DB-94A3-64E47E38BE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9630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6BB1E-ED7F-76B6-37B4-07682B213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025CE8-33CD-6238-59FC-401BA76B93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FE4A22-EB1B-450A-3C7C-40CA05B00B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2E2C3F-EB1D-F962-1353-C43C07EF97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8FC318-AEAA-E11C-3E00-D88D5EE4ED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CEE08E-4251-88A6-0153-875675B6A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E500F-F182-4649-9BB7-0F65B9D251C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4199A0-688F-A343-BA47-F1AA3B82A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6036DC-9289-2B80-79A2-9E8C6E9E9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53F33-614C-49DB-94A3-64E47E38BE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4379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BD2A6-AE49-0B54-7D20-BE921C50E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0FB1E9-5F18-18D4-304C-569A67932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E500F-F182-4649-9BB7-0F65B9D251C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B284F1-7944-D477-1200-E7AA1B927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DF67F6-3722-8869-A7BE-FCF4C46C9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53F33-614C-49DB-94A3-64E47E38BE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9538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FA66B6-DE1A-560F-24BD-8DAD40B3D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E500F-F182-4649-9BB7-0F65B9D251C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4B3076-9C87-C615-C9F8-B09CAF5AC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BAA920-7313-E894-99AC-6A48CB5B1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53F33-614C-49DB-94A3-64E47E38BE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4899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807C2-0AAB-5C2B-CC20-95E51C4B8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752B4B-25D3-983E-9F59-69597411DE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4C0EB2-A42F-64A4-9532-9DC6D700B6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5EC547-099A-79B5-E609-5E205EC16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E500F-F182-4649-9BB7-0F65B9D251C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69E811-D982-D141-AB53-1C013EBA4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A3AE35-6B23-4493-1A44-DA0309B71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53F33-614C-49DB-94A3-64E47E38BE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9404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3C2DD-3352-B9E4-DA61-CC06CF6EA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620483-F3DB-D75C-30B9-61340FD5BA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B329FE-4B6F-2E2A-1B42-E5C1A418F6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E5E2AE-7EA5-A16F-7B18-58B84197D5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E500F-F182-4649-9BB7-0F65B9D251C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16FFB9-80BB-51BD-F0CF-934F79910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CD7662-9D2F-D7AB-B56A-8AF25E7C4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53F33-614C-49DB-94A3-64E47E38BE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6342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B12BA-F38E-A153-E585-3E1B4CE25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734DF0-4D0B-4E73-AA4C-4EAA17BA2E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AE060F-F870-2A44-C477-E63EF12AB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E500F-F182-4649-9BB7-0F65B9D251C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5A64F6-04AE-48FE-97E6-D6CBCA5F8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A361F7-5F34-1A82-50D9-D86A96D64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53F33-614C-49DB-94A3-64E47E38BE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8853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A77F65-C6B4-D212-A07C-15764DE2C3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EE210B-1C6D-524D-438C-0D10361327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41329-1156-87AA-EF27-6B7C31654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E500F-F182-4649-9BB7-0F65B9D251C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59E2E2-9797-258A-0C38-F551B72E9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A932E6-8B16-AE1D-6DA3-A1C94388B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53F33-614C-49DB-94A3-64E47E38BE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036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17C611-1D36-8FDC-33BF-6E1E2FC68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03636B-788D-2409-2C73-EB808C3CC6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96DF4E-4CD4-591F-2E8B-F7ACF985B4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CE500F-F182-4649-9BB7-0F65B9D251C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22AC5C-8398-7851-C8DC-48BA09E9EA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BADB37-4BA0-DD31-4876-A5F1FEFA93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953F33-614C-49DB-94A3-64E47E38BE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0364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014B20D1-C85E-4B33-55CD-1555C9F0F06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08634370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371204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2026-09-06T08:13:38Z</dcterms:created>
  <dcterms:modified xsi:type="dcterms:W3CDTF">2026-09-06T08:13:39Z</dcterms:modified>
</cp:coreProperties>
</file>