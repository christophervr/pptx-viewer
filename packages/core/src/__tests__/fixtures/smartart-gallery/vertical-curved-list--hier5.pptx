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B4BF33-4B88-451C-BB71-FC320A7D3C0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F9C522-D886-41E8-B582-1F7B30583681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89DAC02-7101-4D29-9C15-DEAEC6ADA8D3}" type="parTrans" cxnId="{F03FDE80-5F85-4FCB-B27F-A2423E3986A2}">
      <dgm:prSet/>
      <dgm:spPr/>
    </dgm:pt>
    <dgm:pt modelId="{59EF3645-32F6-4815-B446-BB144B58882F}" type="sibTrans" cxnId="{F03FDE80-5F85-4FCB-B27F-A2423E3986A2}">
      <dgm:prSet/>
      <dgm:spPr/>
    </dgm:pt>
    <dgm:pt modelId="{25579034-757B-4CEF-A856-B27C74D7B247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66DB1D1A-1EE5-4815-9E85-3D08FA2AAAE1}" type="parTrans" cxnId="{DFE5ABCC-0A57-452F-A864-E05D1C801C67}">
      <dgm:prSet/>
      <dgm:spPr/>
    </dgm:pt>
    <dgm:pt modelId="{1686B8FB-4E3D-4032-BE34-B4C0D7D0FFAF}" type="sibTrans" cxnId="{DFE5ABCC-0A57-452F-A864-E05D1C801C67}">
      <dgm:prSet/>
      <dgm:spPr/>
    </dgm:pt>
    <dgm:pt modelId="{7DA8F948-6F30-4EAE-BA11-BE773378CFFD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EFA370E9-21D4-4514-95C1-4A1E718DACC3}" type="parTrans" cxnId="{00D3BC9F-0989-43EA-BCC6-D3DD0F7FEB90}">
      <dgm:prSet/>
      <dgm:spPr/>
    </dgm:pt>
    <dgm:pt modelId="{1ED97136-DD5E-4871-8743-3CFE6AD80578}" type="sibTrans" cxnId="{00D3BC9F-0989-43EA-BCC6-D3DD0F7FEB90}">
      <dgm:prSet/>
      <dgm:spPr/>
    </dgm:pt>
    <dgm:pt modelId="{C8C07AC3-F3A8-4F10-98DB-EC28FA5A4404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4CA716D0-55FC-4675-A852-DAD5CC451C9B}" type="parTrans" cxnId="{479E491A-05EC-4AE8-9C30-F01EA5E093C5}">
      <dgm:prSet/>
      <dgm:spPr/>
    </dgm:pt>
    <dgm:pt modelId="{FA078854-8B6A-4CA5-81A2-8ED6836A09FA}" type="sibTrans" cxnId="{479E491A-05EC-4AE8-9C30-F01EA5E093C5}">
      <dgm:prSet/>
      <dgm:spPr/>
    </dgm:pt>
    <dgm:pt modelId="{6B5AD972-A42F-4E8F-9D4A-13B09913F29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F8A804AF-3AD5-42A4-8B87-AC4B0D942E14}" type="parTrans" cxnId="{5DFB7564-24B9-4AFA-8C5A-9801FEB66E6F}">
      <dgm:prSet/>
      <dgm:spPr/>
    </dgm:pt>
    <dgm:pt modelId="{A344CB8B-DA83-49EF-9BF5-1A50DE6B8DBE}" type="sibTrans" cxnId="{5DFB7564-24B9-4AFA-8C5A-9801FEB66E6F}">
      <dgm:prSet/>
      <dgm:spPr/>
    </dgm:pt>
    <dgm:pt modelId="{B2BD427A-4CE1-498A-9EBF-E3477C6AC252}" type="pres">
      <dgm:prSet presAssocID="{B3B4BF33-4B88-451C-BB71-FC320A7D3C00}" presName="Name0" presStyleCnt="0">
        <dgm:presLayoutVars>
          <dgm:chMax val="7"/>
          <dgm:chPref val="7"/>
          <dgm:dir/>
        </dgm:presLayoutVars>
      </dgm:prSet>
      <dgm:spPr/>
    </dgm:pt>
    <dgm:pt modelId="{58201936-064C-4D4B-AA72-DEB8F1FEA22B}" type="pres">
      <dgm:prSet presAssocID="{B3B4BF33-4B88-451C-BB71-FC320A7D3C00}" presName="Name1" presStyleCnt="0"/>
      <dgm:spPr/>
    </dgm:pt>
    <dgm:pt modelId="{D715FFEB-6EEF-4DDB-9018-6CC79D6477EB}" type="pres">
      <dgm:prSet presAssocID="{B3B4BF33-4B88-451C-BB71-FC320A7D3C00}" presName="cycle" presStyleCnt="0"/>
      <dgm:spPr/>
    </dgm:pt>
    <dgm:pt modelId="{CB6D2935-ABAD-4C7F-AB00-C57FF4106848}" type="pres">
      <dgm:prSet presAssocID="{B3B4BF33-4B88-451C-BB71-FC320A7D3C00}" presName="srcNode" presStyleLbl="node1" presStyleIdx="0" presStyleCnt="3"/>
      <dgm:spPr/>
    </dgm:pt>
    <dgm:pt modelId="{BC97FAE2-AC52-4459-90ED-3E9DDF16565B}" type="pres">
      <dgm:prSet presAssocID="{B3B4BF33-4B88-451C-BB71-FC320A7D3C00}" presName="conn" presStyleLbl="parChTrans1D2" presStyleIdx="0" presStyleCnt="1"/>
      <dgm:spPr/>
    </dgm:pt>
    <dgm:pt modelId="{A56AF47A-F425-474E-8E32-38201CF8E69C}" type="pres">
      <dgm:prSet presAssocID="{B3B4BF33-4B88-451C-BB71-FC320A7D3C00}" presName="extraNode" presStyleLbl="node1" presStyleIdx="0" presStyleCnt="3"/>
      <dgm:spPr/>
    </dgm:pt>
    <dgm:pt modelId="{1323C10E-FF2E-4754-80DF-F28733A2B04C}" type="pres">
      <dgm:prSet presAssocID="{B3B4BF33-4B88-451C-BB71-FC320A7D3C00}" presName="dstNode" presStyleLbl="node1" presStyleIdx="0" presStyleCnt="3"/>
      <dgm:spPr/>
    </dgm:pt>
    <dgm:pt modelId="{C1A7173D-5F5F-44A8-A5B8-FD48EBC38024}" type="pres">
      <dgm:prSet presAssocID="{EFF9C522-D886-41E8-B582-1F7B30583681}" presName="text_1" presStyleLbl="node1" presStyleIdx="0" presStyleCnt="3">
        <dgm:presLayoutVars>
          <dgm:bulletEnabled val="1"/>
        </dgm:presLayoutVars>
      </dgm:prSet>
      <dgm:spPr/>
    </dgm:pt>
    <dgm:pt modelId="{6B5018B9-5ADE-46D3-B447-AC37EB1E53BF}" type="pres">
      <dgm:prSet presAssocID="{EFF9C522-D886-41E8-B582-1F7B30583681}" presName="accent_1" presStyleCnt="0"/>
      <dgm:spPr/>
    </dgm:pt>
    <dgm:pt modelId="{CEC3109E-85F8-4A9D-BC51-E920C2A77231}" type="pres">
      <dgm:prSet presAssocID="{EFF9C522-D886-41E8-B582-1F7B30583681}" presName="accentRepeatNode" presStyleLbl="solidFgAcc1" presStyleIdx="0" presStyleCnt="3"/>
      <dgm:spPr/>
    </dgm:pt>
    <dgm:pt modelId="{B5F96369-93CE-4084-B28D-1C571FA31BBE}" type="pres">
      <dgm:prSet presAssocID="{7DA8F948-6F30-4EAE-BA11-BE773378CFFD}" presName="text_2" presStyleLbl="node1" presStyleIdx="1" presStyleCnt="3">
        <dgm:presLayoutVars>
          <dgm:bulletEnabled val="1"/>
        </dgm:presLayoutVars>
      </dgm:prSet>
      <dgm:spPr/>
    </dgm:pt>
    <dgm:pt modelId="{014A0FC1-5874-4623-910F-C5EAECA9E12B}" type="pres">
      <dgm:prSet presAssocID="{7DA8F948-6F30-4EAE-BA11-BE773378CFFD}" presName="accent_2" presStyleCnt="0"/>
      <dgm:spPr/>
    </dgm:pt>
    <dgm:pt modelId="{4C8394EB-5B12-4AB5-8BCC-2A25A88D5552}" type="pres">
      <dgm:prSet presAssocID="{7DA8F948-6F30-4EAE-BA11-BE773378CFFD}" presName="accentRepeatNode" presStyleLbl="solidFgAcc1" presStyleIdx="1" presStyleCnt="3"/>
      <dgm:spPr/>
    </dgm:pt>
    <dgm:pt modelId="{55E6CC09-1D4A-4BA6-9797-C700591C5F97}" type="pres">
      <dgm:prSet presAssocID="{C8C07AC3-F3A8-4F10-98DB-EC28FA5A4404}" presName="text_3" presStyleLbl="node1" presStyleIdx="2" presStyleCnt="3">
        <dgm:presLayoutVars>
          <dgm:bulletEnabled val="1"/>
        </dgm:presLayoutVars>
      </dgm:prSet>
      <dgm:spPr/>
    </dgm:pt>
    <dgm:pt modelId="{798C664D-2EA6-43CB-84D9-D6AE7FD4B73C}" type="pres">
      <dgm:prSet presAssocID="{C8C07AC3-F3A8-4F10-98DB-EC28FA5A4404}" presName="accent_3" presStyleCnt="0"/>
      <dgm:spPr/>
    </dgm:pt>
    <dgm:pt modelId="{DCDDA0DB-C924-4AEF-A4FF-DE7CFF849572}" type="pres">
      <dgm:prSet presAssocID="{C8C07AC3-F3A8-4F10-98DB-EC28FA5A4404}" presName="accentRepeatNode" presStyleLbl="solidFgAcc1" presStyleIdx="2" presStyleCnt="3"/>
      <dgm:spPr/>
    </dgm:pt>
  </dgm:ptLst>
  <dgm:cxnLst>
    <dgm:cxn modelId="{479E491A-05EC-4AE8-9C30-F01EA5E093C5}" srcId="{B3B4BF33-4B88-451C-BB71-FC320A7D3C00}" destId="{C8C07AC3-F3A8-4F10-98DB-EC28FA5A4404}" srcOrd="2" destOrd="0" parTransId="{4CA716D0-55FC-4675-A852-DAD5CC451C9B}" sibTransId="{FA078854-8B6A-4CA5-81A2-8ED6836A09FA}"/>
    <dgm:cxn modelId="{5DFB7564-24B9-4AFA-8C5A-9801FEB66E6F}" srcId="{C8C07AC3-F3A8-4F10-98DB-EC28FA5A4404}" destId="{6B5AD972-A42F-4E8F-9D4A-13B09913F29C}" srcOrd="0" destOrd="0" parTransId="{F8A804AF-3AD5-42A4-8B87-AC4B0D942E14}" sibTransId="{A344CB8B-DA83-49EF-9BF5-1A50DE6B8DBE}"/>
    <dgm:cxn modelId="{0422F871-5FC4-4B08-9640-452929C26520}" type="presOf" srcId="{7DA8F948-6F30-4EAE-BA11-BE773378CFFD}" destId="{B5F96369-93CE-4084-B28D-1C571FA31BBE}" srcOrd="0" destOrd="0" presId="urn:microsoft.com/office/officeart/2008/layout/VerticalCurvedList"/>
    <dgm:cxn modelId="{D363AA59-864D-4297-A526-11F9D02DB275}" type="presOf" srcId="{1686B8FB-4E3D-4032-BE34-B4C0D7D0FFAF}" destId="{BC97FAE2-AC52-4459-90ED-3E9DDF16565B}" srcOrd="0" destOrd="0" presId="urn:microsoft.com/office/officeart/2008/layout/VerticalCurvedList"/>
    <dgm:cxn modelId="{F03FDE80-5F85-4FCB-B27F-A2423E3986A2}" srcId="{B3B4BF33-4B88-451C-BB71-FC320A7D3C00}" destId="{EFF9C522-D886-41E8-B582-1F7B30583681}" srcOrd="0" destOrd="0" parTransId="{189DAC02-7101-4D29-9C15-DEAEC6ADA8D3}" sibTransId="{59EF3645-32F6-4815-B446-BB144B58882F}"/>
    <dgm:cxn modelId="{1DA5A287-834E-4828-905C-A35890A49E8E}" type="presOf" srcId="{6B5AD972-A42F-4E8F-9D4A-13B09913F29C}" destId="{55E6CC09-1D4A-4BA6-9797-C700591C5F97}" srcOrd="0" destOrd="1" presId="urn:microsoft.com/office/officeart/2008/layout/VerticalCurvedList"/>
    <dgm:cxn modelId="{66AB189D-7E3E-4A4B-A74D-C3A2AEA8F0A6}" type="presOf" srcId="{25579034-757B-4CEF-A856-B27C74D7B247}" destId="{C1A7173D-5F5F-44A8-A5B8-FD48EBC38024}" srcOrd="0" destOrd="1" presId="urn:microsoft.com/office/officeart/2008/layout/VerticalCurvedList"/>
    <dgm:cxn modelId="{00D3BC9F-0989-43EA-BCC6-D3DD0F7FEB90}" srcId="{B3B4BF33-4B88-451C-BB71-FC320A7D3C00}" destId="{7DA8F948-6F30-4EAE-BA11-BE773378CFFD}" srcOrd="1" destOrd="0" parTransId="{EFA370E9-21D4-4514-95C1-4A1E718DACC3}" sibTransId="{1ED97136-DD5E-4871-8743-3CFE6AD80578}"/>
    <dgm:cxn modelId="{DFE5ABCC-0A57-452F-A864-E05D1C801C67}" srcId="{EFF9C522-D886-41E8-B582-1F7B30583681}" destId="{25579034-757B-4CEF-A856-B27C74D7B247}" srcOrd="0" destOrd="0" parTransId="{66DB1D1A-1EE5-4815-9E85-3D08FA2AAAE1}" sibTransId="{1686B8FB-4E3D-4032-BE34-B4C0D7D0FFAF}"/>
    <dgm:cxn modelId="{9D8362E7-D25A-400A-99F9-990C20E5181B}" type="presOf" srcId="{EFF9C522-D886-41E8-B582-1F7B30583681}" destId="{C1A7173D-5F5F-44A8-A5B8-FD48EBC38024}" srcOrd="0" destOrd="0" presId="urn:microsoft.com/office/officeart/2008/layout/VerticalCurvedList"/>
    <dgm:cxn modelId="{51DDD2FA-093E-42D0-8863-7DC1C3CC5C20}" type="presOf" srcId="{B3B4BF33-4B88-451C-BB71-FC320A7D3C00}" destId="{B2BD427A-4CE1-498A-9EBF-E3477C6AC252}" srcOrd="0" destOrd="0" presId="urn:microsoft.com/office/officeart/2008/layout/VerticalCurvedList"/>
    <dgm:cxn modelId="{964F36FF-2373-4EA4-A354-E3FCA03D1A1A}" type="presOf" srcId="{C8C07AC3-F3A8-4F10-98DB-EC28FA5A4404}" destId="{55E6CC09-1D4A-4BA6-9797-C700591C5F97}" srcOrd="0" destOrd="0" presId="urn:microsoft.com/office/officeart/2008/layout/VerticalCurvedList"/>
    <dgm:cxn modelId="{6F89922A-8968-4823-A518-797A70E015B8}" type="presParOf" srcId="{B2BD427A-4CE1-498A-9EBF-E3477C6AC252}" destId="{58201936-064C-4D4B-AA72-DEB8F1FEA22B}" srcOrd="0" destOrd="0" presId="urn:microsoft.com/office/officeart/2008/layout/VerticalCurvedList"/>
    <dgm:cxn modelId="{EF7D4186-05A8-45EF-AB55-CD99A3EBB62E}" type="presParOf" srcId="{58201936-064C-4D4B-AA72-DEB8F1FEA22B}" destId="{D715FFEB-6EEF-4DDB-9018-6CC79D6477EB}" srcOrd="0" destOrd="0" presId="urn:microsoft.com/office/officeart/2008/layout/VerticalCurvedList"/>
    <dgm:cxn modelId="{F7A58639-FDDD-4338-BD12-82B380AD7474}" type="presParOf" srcId="{D715FFEB-6EEF-4DDB-9018-6CC79D6477EB}" destId="{CB6D2935-ABAD-4C7F-AB00-C57FF4106848}" srcOrd="0" destOrd="0" presId="urn:microsoft.com/office/officeart/2008/layout/VerticalCurvedList"/>
    <dgm:cxn modelId="{D9E0ABB2-31E7-4D25-9D21-9D9E3721C576}" type="presParOf" srcId="{D715FFEB-6EEF-4DDB-9018-6CC79D6477EB}" destId="{BC97FAE2-AC52-4459-90ED-3E9DDF16565B}" srcOrd="1" destOrd="0" presId="urn:microsoft.com/office/officeart/2008/layout/VerticalCurvedList"/>
    <dgm:cxn modelId="{60FFE768-32B5-4856-A958-FF77F19C774B}" type="presParOf" srcId="{D715FFEB-6EEF-4DDB-9018-6CC79D6477EB}" destId="{A56AF47A-F425-474E-8E32-38201CF8E69C}" srcOrd="2" destOrd="0" presId="urn:microsoft.com/office/officeart/2008/layout/VerticalCurvedList"/>
    <dgm:cxn modelId="{2CAB215C-9062-4BD5-8B31-78FD58A603CD}" type="presParOf" srcId="{D715FFEB-6EEF-4DDB-9018-6CC79D6477EB}" destId="{1323C10E-FF2E-4754-80DF-F28733A2B04C}" srcOrd="3" destOrd="0" presId="urn:microsoft.com/office/officeart/2008/layout/VerticalCurvedList"/>
    <dgm:cxn modelId="{97C58A14-F348-473C-BA9E-E51CF5A51F69}" type="presParOf" srcId="{58201936-064C-4D4B-AA72-DEB8F1FEA22B}" destId="{C1A7173D-5F5F-44A8-A5B8-FD48EBC38024}" srcOrd="1" destOrd="0" presId="urn:microsoft.com/office/officeart/2008/layout/VerticalCurvedList"/>
    <dgm:cxn modelId="{47CD7865-1C3B-4209-BB93-DA059C0E55E1}" type="presParOf" srcId="{58201936-064C-4D4B-AA72-DEB8F1FEA22B}" destId="{6B5018B9-5ADE-46D3-B447-AC37EB1E53BF}" srcOrd="2" destOrd="0" presId="urn:microsoft.com/office/officeart/2008/layout/VerticalCurvedList"/>
    <dgm:cxn modelId="{BC8EE927-9BC7-4BAC-B828-83BE05EAA226}" type="presParOf" srcId="{6B5018B9-5ADE-46D3-B447-AC37EB1E53BF}" destId="{CEC3109E-85F8-4A9D-BC51-E920C2A77231}" srcOrd="0" destOrd="0" presId="urn:microsoft.com/office/officeart/2008/layout/VerticalCurvedList"/>
    <dgm:cxn modelId="{A9F7E902-D777-4C63-8B37-AF9CF9FF9223}" type="presParOf" srcId="{58201936-064C-4D4B-AA72-DEB8F1FEA22B}" destId="{B5F96369-93CE-4084-B28D-1C571FA31BBE}" srcOrd="3" destOrd="0" presId="urn:microsoft.com/office/officeart/2008/layout/VerticalCurvedList"/>
    <dgm:cxn modelId="{3B1F41CE-6426-4EF2-8CA5-EE3E4003FF39}" type="presParOf" srcId="{58201936-064C-4D4B-AA72-DEB8F1FEA22B}" destId="{014A0FC1-5874-4623-910F-C5EAECA9E12B}" srcOrd="4" destOrd="0" presId="urn:microsoft.com/office/officeart/2008/layout/VerticalCurvedList"/>
    <dgm:cxn modelId="{5D2CF66D-7667-482A-ADCF-896ACB57ACBE}" type="presParOf" srcId="{014A0FC1-5874-4623-910F-C5EAECA9E12B}" destId="{4C8394EB-5B12-4AB5-8BCC-2A25A88D5552}" srcOrd="0" destOrd="0" presId="urn:microsoft.com/office/officeart/2008/layout/VerticalCurvedList"/>
    <dgm:cxn modelId="{7B4C9DD5-BFF8-40B1-A7F4-F94B75A514A8}" type="presParOf" srcId="{58201936-064C-4D4B-AA72-DEB8F1FEA22B}" destId="{55E6CC09-1D4A-4BA6-9797-C700591C5F97}" srcOrd="5" destOrd="0" presId="urn:microsoft.com/office/officeart/2008/layout/VerticalCurvedList"/>
    <dgm:cxn modelId="{3FC4E7D7-B7E3-44B5-8AB1-35F9E3729171}" type="presParOf" srcId="{58201936-064C-4D4B-AA72-DEB8F1FEA22B}" destId="{798C664D-2EA6-43CB-84D9-D6AE7FD4B73C}" srcOrd="6" destOrd="0" presId="urn:microsoft.com/office/officeart/2008/layout/VerticalCurvedList"/>
    <dgm:cxn modelId="{8061D737-EEEC-44BF-8334-20E047F85BAA}" type="presParOf" srcId="{798C664D-2EA6-43CB-84D9-D6AE7FD4B73C}" destId="{DCDDA0DB-C924-4AEF-A4FF-DE7CFF84957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7FAE2-AC52-4459-90ED-3E9DDF16565B}">
      <dsp:nvSpPr>
        <dsp:cNvPr id="0" name=""/>
        <dsp:cNvSpPr/>
      </dsp:nvSpPr>
      <dsp:spPr>
        <a:xfrm>
          <a:off x="-5742690" y="-879159"/>
          <a:ext cx="6838320" cy="6838320"/>
        </a:xfrm>
        <a:prstGeom prst="blockArc">
          <a:avLst>
            <a:gd name="adj1" fmla="val 18900000"/>
            <a:gd name="adj2" fmla="val 2700000"/>
            <a:gd name="adj3" fmla="val 316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A7173D-5F5F-44A8-A5B8-FD48EBC38024}">
      <dsp:nvSpPr>
        <dsp:cNvPr id="0" name=""/>
        <dsp:cNvSpPr/>
      </dsp:nvSpPr>
      <dsp:spPr>
        <a:xfrm>
          <a:off x="705104" y="508000"/>
          <a:ext cx="7479792" cy="101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6450" tIns="71120" rIns="71120" bIns="7112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One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Node Two has a longer label</a:t>
          </a:r>
        </a:p>
      </dsp:txBody>
      <dsp:txXfrm>
        <a:off x="705104" y="508000"/>
        <a:ext cx="7479792" cy="1016000"/>
      </dsp:txXfrm>
    </dsp:sp>
    <dsp:sp modelId="{CEC3109E-85F8-4A9D-BC51-E920C2A77231}">
      <dsp:nvSpPr>
        <dsp:cNvPr id="0" name=""/>
        <dsp:cNvSpPr/>
      </dsp:nvSpPr>
      <dsp:spPr>
        <a:xfrm>
          <a:off x="70103" y="381000"/>
          <a:ext cx="1270000" cy="12700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96369-93CE-4084-B28D-1C571FA31BBE}">
      <dsp:nvSpPr>
        <dsp:cNvPr id="0" name=""/>
        <dsp:cNvSpPr/>
      </dsp:nvSpPr>
      <dsp:spPr>
        <a:xfrm>
          <a:off x="1074420" y="2032000"/>
          <a:ext cx="7110475" cy="101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645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Three</a:t>
          </a:r>
        </a:p>
      </dsp:txBody>
      <dsp:txXfrm>
        <a:off x="1074420" y="2032000"/>
        <a:ext cx="7110475" cy="1016000"/>
      </dsp:txXfrm>
    </dsp:sp>
    <dsp:sp modelId="{4C8394EB-5B12-4AB5-8BCC-2A25A88D5552}">
      <dsp:nvSpPr>
        <dsp:cNvPr id="0" name=""/>
        <dsp:cNvSpPr/>
      </dsp:nvSpPr>
      <dsp:spPr>
        <a:xfrm>
          <a:off x="439420" y="1905000"/>
          <a:ext cx="1270000" cy="12700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E6CC09-1D4A-4BA6-9797-C700591C5F97}">
      <dsp:nvSpPr>
        <dsp:cNvPr id="0" name=""/>
        <dsp:cNvSpPr/>
      </dsp:nvSpPr>
      <dsp:spPr>
        <a:xfrm>
          <a:off x="705104" y="3556000"/>
          <a:ext cx="7479792" cy="101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6450" tIns="71120" rIns="71120" bIns="7112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Four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Node Five</a:t>
          </a:r>
        </a:p>
      </dsp:txBody>
      <dsp:txXfrm>
        <a:off x="705104" y="3556000"/>
        <a:ext cx="7479792" cy="1016000"/>
      </dsp:txXfrm>
    </dsp:sp>
    <dsp:sp modelId="{DCDDA0DB-C924-4AEF-A4FF-DE7CFF849572}">
      <dsp:nvSpPr>
        <dsp:cNvPr id="0" name=""/>
        <dsp:cNvSpPr/>
      </dsp:nvSpPr>
      <dsp:spPr>
        <a:xfrm>
          <a:off x="70103" y="3429000"/>
          <a:ext cx="1270000" cy="12700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4712-D46D-FB87-AD01-07F7AA3D8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74560-1644-7D3C-25C0-EF9DA9E15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ADF31-7253-C5C2-1F6D-966E3FA8E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1E5E-0066-4952-8075-470621EA25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08C2-9B89-B010-1CB6-D53AD7F5E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EE9A-1A70-0178-C841-4855443C9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00C1-BEF5-41AE-A551-D446E460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4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926BB-5163-AB7C-4C20-A7FE57D2D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9CF53-498F-EF70-C159-1768999A5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54F52-5128-A718-EA32-606ED4EAD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1E5E-0066-4952-8075-470621EA25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F9BA5-8470-DFD6-8ABE-2977DD839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474C9-FF1C-5322-0E5F-D26DDEC6F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00C1-BEF5-41AE-A551-D446E460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4E31-AE37-78F3-35E3-8AC590E6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9AD32-2D8B-E8E3-FCFA-36A4FDD95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89B00-B8C7-FBAC-680F-24337E9DE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1E5E-0066-4952-8075-470621EA25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9B3D9-97BD-4672-579B-6EE4BCF0B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D8049-E674-1D48-A0EB-A8F9413A5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00C1-BEF5-41AE-A551-D446E460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1F900-0838-E6DC-3347-423B9BC5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F616E-4EE1-7EB5-BB27-B15543FCD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3E2B1-2050-0C93-7998-292BAA090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A22EB-D651-C747-A512-04735A98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1E5E-0066-4952-8075-470621EA25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18205-C2D5-2405-A80B-E3338AE6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FEE95-47E4-1D73-3AF4-551B497D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00C1-BEF5-41AE-A551-D446E460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6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7E87-2FF1-876E-3A66-9DDA97C80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CF385-98E4-2E0A-7156-40065C0CD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45741-EE57-DEBC-9830-76E0DD00D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A67F5-D461-8962-C3DD-0B02D1451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82243E-8C6D-A6AF-AEC1-F31A781B2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7C0F1-5DA4-891E-CF8C-81328EC1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1E5E-0066-4952-8075-470621EA25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80C41-D2A1-5114-A90C-B0E3E4F9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A35614-7086-0DF9-7435-4DAF5959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00C1-BEF5-41AE-A551-D446E460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3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7758-B0A8-C2C3-D162-C3B3C219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B84B1-D061-91C8-B9DE-F259E8B3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1E5E-0066-4952-8075-470621EA25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36EE2-BF20-47E3-1F2C-FF5568AC1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F1D7B-01E1-441B-72BE-105733EA4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00C1-BEF5-41AE-A551-D446E460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0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CD0E5-2577-4615-CC2B-3A2F9065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1E5E-0066-4952-8075-470621EA25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4884EA-ADD7-896C-68D6-0BF20A00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41B27-D662-02A8-7220-0499704D4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00C1-BEF5-41AE-A551-D446E460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9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17AD-CC6C-EE27-C241-63618E6C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6F73C-B12C-27E7-0EF0-7D5143995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89B68-4EA9-7CE3-064F-A865FB6B3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6F755-2AD9-07DF-9FD9-24FC6EF5C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1E5E-0066-4952-8075-470621EA25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5E825-7AD8-62E7-CA32-16B1A0421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7DEE7-A7CD-6EF7-D947-1FBBDBC2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00C1-BEF5-41AE-A551-D446E460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5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83E16-BFE7-BE39-62C9-63305F1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D06CA-252C-2A19-BF63-95ADA23F15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720B5-E6DC-2B39-C239-2DEED61F9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956C7-3F41-19B0-CC7D-C1FD308B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1E5E-0066-4952-8075-470621EA25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78C46-1C15-2D61-B1B1-8DCB6AECF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8C8AC-3AC8-5EBC-E417-CEA5AAFA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00C1-BEF5-41AE-A551-D446E460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5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2CCE-BB66-20A1-83CF-0E34B0181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92A5E-5302-0F44-C409-9B051959B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BE72F-5040-7774-0EB5-723C281C9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1E5E-0066-4952-8075-470621EA25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181AA-701D-9AEF-A15A-396D3E8F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01F4F-038D-05BC-BE58-FC8E2BF3E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00C1-BEF5-41AE-A551-D446E460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4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2CA86-A6A5-6AA6-8CE5-600D489C1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06262E-9D9D-40BD-2CFB-175E90895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61E69-AEE0-A68B-478B-0C5C74ABF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1E5E-0066-4952-8075-470621EA25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F8C82-CFEA-700F-F4B4-31B3CB0F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5CE6-AF97-EA63-25E4-5BB8A748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00C1-BEF5-41AE-A551-D446E460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9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0A474-0892-61A0-BF3B-8A7931677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16CCC-E366-63B1-4566-F5DE845E4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FD05F-E1C7-E5E1-D97B-2C7B5D7E8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71E5E-0066-4952-8075-470621EA25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FC588-2147-43FC-1E2C-2A21EDC2C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6122-D717-C336-1C4D-8B67D4AA5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A00C1-BEF5-41AE-A551-D446E460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3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EA9E763-9935-F955-FB4E-C97A163299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486466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7129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2026-09-06T08:13:07Z</dcterms:created>
  <dcterms:modified xsi:type="dcterms:W3CDTF">2026-09-06T08:13:07Z</dcterms:modified>
</cp:coreProperties>
</file>