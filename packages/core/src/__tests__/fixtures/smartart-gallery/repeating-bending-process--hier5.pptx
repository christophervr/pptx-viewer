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149C4F-5E2A-4387-A568-05F10C4F62F0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604936-B42B-4DEB-B7B5-542C4DEF820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0344CBB0-023B-4A0F-A284-7EBEC33D30C4}" type="parTrans" cxnId="{4A35FE99-2DA6-4AAC-8B12-D5AAC2486731}">
      <dgm:prSet/>
      <dgm:spPr/>
    </dgm:pt>
    <dgm:pt modelId="{4BC3224E-BB88-42C7-8AAB-5B1F1E71BEB7}" type="sibTrans" cxnId="{4A35FE99-2DA6-4AAC-8B12-D5AAC2486731}">
      <dgm:prSet/>
      <dgm:spPr/>
      <dgm:t>
        <a:bodyPr/>
        <a:lstStyle/>
        <a:p>
          <a:endParaRPr lang="en-US"/>
        </a:p>
      </dgm:t>
    </dgm:pt>
    <dgm:pt modelId="{BC13CD8A-DA1E-4AC7-9B38-D4C4CEC06F93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ECCA70C5-6BDF-4B5E-A587-2EAB42105CE2}" type="parTrans" cxnId="{865BD31E-67EE-41AE-8AE4-A30D7D54EE44}">
      <dgm:prSet/>
      <dgm:spPr/>
    </dgm:pt>
    <dgm:pt modelId="{2146E81A-5A17-4623-AE08-8AB8F8E376A9}" type="sibTrans" cxnId="{865BD31E-67EE-41AE-8AE4-A30D7D54EE44}">
      <dgm:prSet/>
      <dgm:spPr/>
      <dgm:t>
        <a:bodyPr/>
        <a:lstStyle/>
        <a:p>
          <a:endParaRPr lang="en-US"/>
        </a:p>
      </dgm:t>
    </dgm:pt>
    <dgm:pt modelId="{5EDEA1DA-871C-4634-97F3-601E7CE911A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25526CA-6692-4EF5-AD1A-73EC8183C56C}" type="parTrans" cxnId="{840BFE28-A39D-49B5-AA38-DD4086D3BD70}">
      <dgm:prSet/>
      <dgm:spPr/>
    </dgm:pt>
    <dgm:pt modelId="{03B74F64-B3C8-4E66-82B0-446D3E9826E8}" type="sibTrans" cxnId="{840BFE28-A39D-49B5-AA38-DD4086D3BD70}">
      <dgm:prSet/>
      <dgm:spPr/>
      <dgm:t>
        <a:bodyPr/>
        <a:lstStyle/>
        <a:p>
          <a:endParaRPr lang="en-US"/>
        </a:p>
      </dgm:t>
    </dgm:pt>
    <dgm:pt modelId="{9828052A-FADC-4B57-912D-026751FCE53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A65EEBF1-BDCC-49EB-B01C-F2FAE6B0256E}" type="parTrans" cxnId="{82D7084A-5204-4972-9277-041D6800B66A}">
      <dgm:prSet/>
      <dgm:spPr/>
    </dgm:pt>
    <dgm:pt modelId="{D2BEBC80-FB19-4F7C-8B4E-1965B9934889}" type="sibTrans" cxnId="{82D7084A-5204-4972-9277-041D6800B66A}">
      <dgm:prSet/>
      <dgm:spPr/>
      <dgm:t>
        <a:bodyPr/>
        <a:lstStyle/>
        <a:p>
          <a:endParaRPr lang="en-US"/>
        </a:p>
      </dgm:t>
    </dgm:pt>
    <dgm:pt modelId="{70E7CA2B-247A-4558-9CB5-0CABE7CD2461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60001A32-7E38-4BCD-9302-DAB4EFC74D20}" type="parTrans" cxnId="{1B2F6975-CAF0-408C-9F87-16E534DB1D00}">
      <dgm:prSet/>
      <dgm:spPr/>
    </dgm:pt>
    <dgm:pt modelId="{D1E94CDD-F60E-40A6-B067-7958E58BA701}" type="sibTrans" cxnId="{1B2F6975-CAF0-408C-9F87-16E534DB1D00}">
      <dgm:prSet/>
      <dgm:spPr/>
    </dgm:pt>
    <dgm:pt modelId="{9A1904B4-A21B-449D-B789-75C4E60D1328}" type="pres">
      <dgm:prSet presAssocID="{48149C4F-5E2A-4387-A568-05F10C4F62F0}" presName="Name0" presStyleCnt="0">
        <dgm:presLayoutVars>
          <dgm:dir/>
          <dgm:resizeHandles val="exact"/>
        </dgm:presLayoutVars>
      </dgm:prSet>
      <dgm:spPr/>
    </dgm:pt>
    <dgm:pt modelId="{99C7B700-F68E-4BC9-91AB-7366BC065E50}" type="pres">
      <dgm:prSet presAssocID="{6D604936-B42B-4DEB-B7B5-542C4DEF820B}" presName="node" presStyleLbl="node1" presStyleIdx="0" presStyleCnt="3">
        <dgm:presLayoutVars>
          <dgm:bulletEnabled val="1"/>
        </dgm:presLayoutVars>
      </dgm:prSet>
      <dgm:spPr/>
    </dgm:pt>
    <dgm:pt modelId="{D7F6E8CE-A0AB-4885-A5AB-E768BA69BCE3}" type="pres">
      <dgm:prSet presAssocID="{4BC3224E-BB88-42C7-8AAB-5B1F1E71BEB7}" presName="sibTrans" presStyleLbl="sibTrans1D1" presStyleIdx="0" presStyleCnt="2"/>
      <dgm:spPr/>
    </dgm:pt>
    <dgm:pt modelId="{C4008799-1033-4559-B834-ACB325C2F606}" type="pres">
      <dgm:prSet presAssocID="{4BC3224E-BB88-42C7-8AAB-5B1F1E71BEB7}" presName="connectorText" presStyleLbl="sibTrans1D1" presStyleIdx="0" presStyleCnt="2"/>
      <dgm:spPr/>
    </dgm:pt>
    <dgm:pt modelId="{DB234216-6D25-4A81-8ABD-641A99480E8B}" type="pres">
      <dgm:prSet presAssocID="{5EDEA1DA-871C-4634-97F3-601E7CE911AB}" presName="node" presStyleLbl="node1" presStyleIdx="1" presStyleCnt="3">
        <dgm:presLayoutVars>
          <dgm:bulletEnabled val="1"/>
        </dgm:presLayoutVars>
      </dgm:prSet>
      <dgm:spPr/>
    </dgm:pt>
    <dgm:pt modelId="{BC99FB8A-1185-480B-ACEF-865CAFF30AAB}" type="pres">
      <dgm:prSet presAssocID="{03B74F64-B3C8-4E66-82B0-446D3E9826E8}" presName="sibTrans" presStyleLbl="sibTrans1D1" presStyleIdx="1" presStyleCnt="2"/>
      <dgm:spPr/>
    </dgm:pt>
    <dgm:pt modelId="{C46AFE89-0CBE-4CB8-9AD0-F91AB3A325EF}" type="pres">
      <dgm:prSet presAssocID="{03B74F64-B3C8-4E66-82B0-446D3E9826E8}" presName="connectorText" presStyleLbl="sibTrans1D1" presStyleIdx="1" presStyleCnt="2"/>
      <dgm:spPr/>
    </dgm:pt>
    <dgm:pt modelId="{74903E12-4137-4425-AB09-E8F5BC3E459C}" type="pres">
      <dgm:prSet presAssocID="{9828052A-FADC-4B57-912D-026751FCE53F}" presName="node" presStyleLbl="node1" presStyleIdx="2" presStyleCnt="3">
        <dgm:presLayoutVars>
          <dgm:bulletEnabled val="1"/>
        </dgm:presLayoutVars>
      </dgm:prSet>
      <dgm:spPr/>
    </dgm:pt>
  </dgm:ptLst>
  <dgm:cxnLst>
    <dgm:cxn modelId="{865BD31E-67EE-41AE-8AE4-A30D7D54EE44}" srcId="{6D604936-B42B-4DEB-B7B5-542C4DEF820B}" destId="{BC13CD8A-DA1E-4AC7-9B38-D4C4CEC06F93}" srcOrd="0" destOrd="0" parTransId="{ECCA70C5-6BDF-4B5E-A587-2EAB42105CE2}" sibTransId="{2146E81A-5A17-4623-AE08-8AB8F8E376A9}"/>
    <dgm:cxn modelId="{039EB824-0D9E-457A-8D84-FF73203DF8C0}" type="presOf" srcId="{48149C4F-5E2A-4387-A568-05F10C4F62F0}" destId="{9A1904B4-A21B-449D-B789-75C4E60D1328}" srcOrd="0" destOrd="0" presId="urn:microsoft.com/office/officeart/2005/8/layout/bProcess3"/>
    <dgm:cxn modelId="{840BFE28-A39D-49B5-AA38-DD4086D3BD70}" srcId="{48149C4F-5E2A-4387-A568-05F10C4F62F0}" destId="{5EDEA1DA-871C-4634-97F3-601E7CE911AB}" srcOrd="1" destOrd="0" parTransId="{E25526CA-6692-4EF5-AD1A-73EC8183C56C}" sibTransId="{03B74F64-B3C8-4E66-82B0-446D3E9826E8}"/>
    <dgm:cxn modelId="{9EB9DF2A-7386-466B-816C-89EC894E5642}" type="presOf" srcId="{BC13CD8A-DA1E-4AC7-9B38-D4C4CEC06F93}" destId="{99C7B700-F68E-4BC9-91AB-7366BC065E50}" srcOrd="0" destOrd="1" presId="urn:microsoft.com/office/officeart/2005/8/layout/bProcess3"/>
    <dgm:cxn modelId="{1BF79C5F-0982-409E-BD1B-E98C10B71A16}" type="presOf" srcId="{03B74F64-B3C8-4E66-82B0-446D3E9826E8}" destId="{BC99FB8A-1185-480B-ACEF-865CAFF30AAB}" srcOrd="0" destOrd="0" presId="urn:microsoft.com/office/officeart/2005/8/layout/bProcess3"/>
    <dgm:cxn modelId="{240DA844-95D4-40F4-A34E-C0A5B5982881}" type="presOf" srcId="{9828052A-FADC-4B57-912D-026751FCE53F}" destId="{74903E12-4137-4425-AB09-E8F5BC3E459C}" srcOrd="0" destOrd="0" presId="urn:microsoft.com/office/officeart/2005/8/layout/bProcess3"/>
    <dgm:cxn modelId="{82D7084A-5204-4972-9277-041D6800B66A}" srcId="{48149C4F-5E2A-4387-A568-05F10C4F62F0}" destId="{9828052A-FADC-4B57-912D-026751FCE53F}" srcOrd="2" destOrd="0" parTransId="{A65EEBF1-BDCC-49EB-B01C-F2FAE6B0256E}" sibTransId="{D2BEBC80-FB19-4F7C-8B4E-1965B9934889}"/>
    <dgm:cxn modelId="{1B2F6975-CAF0-408C-9F87-16E534DB1D00}" srcId="{9828052A-FADC-4B57-912D-026751FCE53F}" destId="{70E7CA2B-247A-4558-9CB5-0CABE7CD2461}" srcOrd="0" destOrd="0" parTransId="{60001A32-7E38-4BCD-9302-DAB4EFC74D20}" sibTransId="{D1E94CDD-F60E-40A6-B067-7958E58BA701}"/>
    <dgm:cxn modelId="{C8840196-B2E9-45A2-8892-ACB4FEA9CEBA}" type="presOf" srcId="{5EDEA1DA-871C-4634-97F3-601E7CE911AB}" destId="{DB234216-6D25-4A81-8ABD-641A99480E8B}" srcOrd="0" destOrd="0" presId="urn:microsoft.com/office/officeart/2005/8/layout/bProcess3"/>
    <dgm:cxn modelId="{4A35FE99-2DA6-4AAC-8B12-D5AAC2486731}" srcId="{48149C4F-5E2A-4387-A568-05F10C4F62F0}" destId="{6D604936-B42B-4DEB-B7B5-542C4DEF820B}" srcOrd="0" destOrd="0" parTransId="{0344CBB0-023B-4A0F-A284-7EBEC33D30C4}" sibTransId="{4BC3224E-BB88-42C7-8AAB-5B1F1E71BEB7}"/>
    <dgm:cxn modelId="{CF56CD9F-2A62-42D5-B2FD-3A17AB0A5EB3}" type="presOf" srcId="{70E7CA2B-247A-4558-9CB5-0CABE7CD2461}" destId="{74903E12-4137-4425-AB09-E8F5BC3E459C}" srcOrd="0" destOrd="1" presId="urn:microsoft.com/office/officeart/2005/8/layout/bProcess3"/>
    <dgm:cxn modelId="{59EBA5B5-2429-4A85-8D33-CC6484ADAFB2}" type="presOf" srcId="{4BC3224E-BB88-42C7-8AAB-5B1F1E71BEB7}" destId="{D7F6E8CE-A0AB-4885-A5AB-E768BA69BCE3}" srcOrd="0" destOrd="0" presId="urn:microsoft.com/office/officeart/2005/8/layout/bProcess3"/>
    <dgm:cxn modelId="{68E2C3C8-2948-42AE-BBCA-7AD9EECBDAFE}" type="presOf" srcId="{03B74F64-B3C8-4E66-82B0-446D3E9826E8}" destId="{C46AFE89-0CBE-4CB8-9AD0-F91AB3A325EF}" srcOrd="1" destOrd="0" presId="urn:microsoft.com/office/officeart/2005/8/layout/bProcess3"/>
    <dgm:cxn modelId="{7DA778CD-5631-43C5-9A85-A3F9C6E4208D}" type="presOf" srcId="{6D604936-B42B-4DEB-B7B5-542C4DEF820B}" destId="{99C7B700-F68E-4BC9-91AB-7366BC065E50}" srcOrd="0" destOrd="0" presId="urn:microsoft.com/office/officeart/2005/8/layout/bProcess3"/>
    <dgm:cxn modelId="{C91AFED3-9BEC-423F-BE51-1B70B3BAA76D}" type="presOf" srcId="{4BC3224E-BB88-42C7-8AAB-5B1F1E71BEB7}" destId="{C4008799-1033-4559-B834-ACB325C2F606}" srcOrd="1" destOrd="0" presId="urn:microsoft.com/office/officeart/2005/8/layout/bProcess3"/>
    <dgm:cxn modelId="{049D51CE-FBF6-4508-B95D-637280C90406}" type="presParOf" srcId="{9A1904B4-A21B-449D-B789-75C4E60D1328}" destId="{99C7B700-F68E-4BC9-91AB-7366BC065E50}" srcOrd="0" destOrd="0" presId="urn:microsoft.com/office/officeart/2005/8/layout/bProcess3"/>
    <dgm:cxn modelId="{FE55DB80-59B9-434C-B543-10F33F3B6803}" type="presParOf" srcId="{9A1904B4-A21B-449D-B789-75C4E60D1328}" destId="{D7F6E8CE-A0AB-4885-A5AB-E768BA69BCE3}" srcOrd="1" destOrd="0" presId="urn:microsoft.com/office/officeart/2005/8/layout/bProcess3"/>
    <dgm:cxn modelId="{93E420F9-57CE-46BA-99E8-0297205082FC}" type="presParOf" srcId="{D7F6E8CE-A0AB-4885-A5AB-E768BA69BCE3}" destId="{C4008799-1033-4559-B834-ACB325C2F606}" srcOrd="0" destOrd="0" presId="urn:microsoft.com/office/officeart/2005/8/layout/bProcess3"/>
    <dgm:cxn modelId="{3DF22B21-2F7D-462A-AD5C-4C9AC280A61C}" type="presParOf" srcId="{9A1904B4-A21B-449D-B789-75C4E60D1328}" destId="{DB234216-6D25-4A81-8ABD-641A99480E8B}" srcOrd="2" destOrd="0" presId="urn:microsoft.com/office/officeart/2005/8/layout/bProcess3"/>
    <dgm:cxn modelId="{FD11B2AE-9E43-4F04-B90A-68B9D9DA130E}" type="presParOf" srcId="{9A1904B4-A21B-449D-B789-75C4E60D1328}" destId="{BC99FB8A-1185-480B-ACEF-865CAFF30AAB}" srcOrd="3" destOrd="0" presId="urn:microsoft.com/office/officeart/2005/8/layout/bProcess3"/>
    <dgm:cxn modelId="{8664A424-0112-47EF-9026-5F8BC731DDC0}" type="presParOf" srcId="{BC99FB8A-1185-480B-ACEF-865CAFF30AAB}" destId="{C46AFE89-0CBE-4CB8-9AD0-F91AB3A325EF}" srcOrd="0" destOrd="0" presId="urn:microsoft.com/office/officeart/2005/8/layout/bProcess3"/>
    <dgm:cxn modelId="{6DB0761D-546A-49AB-8D70-F0B24ADBA1BD}" type="presParOf" srcId="{9A1904B4-A21B-449D-B789-75C4E60D1328}" destId="{74903E12-4137-4425-AB09-E8F5BC3E459C}" srcOrd="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6E8CE-A0AB-4885-A5AB-E768BA69BCE3}">
      <dsp:nvSpPr>
        <dsp:cNvPr id="0" name=""/>
        <dsp:cNvSpPr/>
      </dsp:nvSpPr>
      <dsp:spPr>
        <a:xfrm>
          <a:off x="3717323" y="1020573"/>
          <a:ext cx="7861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8615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89981" y="1062209"/>
        <a:ext cx="40837" cy="8167"/>
      </dsp:txXfrm>
    </dsp:sp>
    <dsp:sp modelId="{99C7B700-F68E-4BC9-91AB-7366BC065E50}">
      <dsp:nvSpPr>
        <dsp:cNvPr id="0" name=""/>
        <dsp:cNvSpPr/>
      </dsp:nvSpPr>
      <dsp:spPr>
        <a:xfrm>
          <a:off x="168022" y="962"/>
          <a:ext cx="3551101" cy="2130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Node One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Two has a longer label</a:t>
          </a:r>
        </a:p>
      </dsp:txBody>
      <dsp:txXfrm>
        <a:off x="168022" y="962"/>
        <a:ext cx="3551101" cy="2130660"/>
      </dsp:txXfrm>
    </dsp:sp>
    <dsp:sp modelId="{BC99FB8A-1185-480B-ACEF-865CAFF30AAB}">
      <dsp:nvSpPr>
        <dsp:cNvPr id="0" name=""/>
        <dsp:cNvSpPr/>
      </dsp:nvSpPr>
      <dsp:spPr>
        <a:xfrm>
          <a:off x="1943572" y="2129823"/>
          <a:ext cx="4367854" cy="786153"/>
        </a:xfrm>
        <a:custGeom>
          <a:avLst/>
          <a:gdLst/>
          <a:ahLst/>
          <a:cxnLst/>
          <a:rect l="0" t="0" r="0" b="0"/>
          <a:pathLst>
            <a:path>
              <a:moveTo>
                <a:pt x="4367854" y="0"/>
              </a:moveTo>
              <a:lnTo>
                <a:pt x="4367854" y="410176"/>
              </a:lnTo>
              <a:lnTo>
                <a:pt x="0" y="410176"/>
              </a:lnTo>
              <a:lnTo>
                <a:pt x="0" y="78615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16410" y="2518816"/>
        <a:ext cx="222178" cy="8167"/>
      </dsp:txXfrm>
    </dsp:sp>
    <dsp:sp modelId="{DB234216-6D25-4A81-8ABD-641A99480E8B}">
      <dsp:nvSpPr>
        <dsp:cNvPr id="0" name=""/>
        <dsp:cNvSpPr/>
      </dsp:nvSpPr>
      <dsp:spPr>
        <a:xfrm>
          <a:off x="4535876" y="962"/>
          <a:ext cx="3551101" cy="2130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Node Three</a:t>
          </a:r>
        </a:p>
      </dsp:txBody>
      <dsp:txXfrm>
        <a:off x="4535876" y="962"/>
        <a:ext cx="3551101" cy="2130660"/>
      </dsp:txXfrm>
    </dsp:sp>
    <dsp:sp modelId="{74903E12-4137-4425-AB09-E8F5BC3E459C}">
      <dsp:nvSpPr>
        <dsp:cNvPr id="0" name=""/>
        <dsp:cNvSpPr/>
      </dsp:nvSpPr>
      <dsp:spPr>
        <a:xfrm>
          <a:off x="168022" y="2948376"/>
          <a:ext cx="3551101" cy="21306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Node Four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Five</a:t>
          </a:r>
        </a:p>
      </dsp:txBody>
      <dsp:txXfrm>
        <a:off x="168022" y="2948376"/>
        <a:ext cx="3551101" cy="2130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94FD-EE71-2C8F-8ED8-63FEF1FA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4E426-564E-D015-4BB6-8CD78EA49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4D48E-4493-919D-1FE3-0857212D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D14BD-E75F-1E06-1770-15259376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12D74-A901-7E9E-188F-C0F91F3B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46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1B59-7FAC-0CD4-E6F3-9DF15ACF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12A47-B172-5978-EC3C-95E07A2FB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42689-2150-BB6D-85B0-F6056E18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434EE-DE84-76A6-EE34-84491EE08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6E31F-6EBC-4200-D693-EFAC6997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9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7B83-4FCE-C81C-77D1-4976135AE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1B42E-952F-E647-ED73-2A6483BDD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98DDC-AA30-85B0-66CC-7917B3E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E8439-1365-C328-0031-1C2F8BC32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B7A21-9807-F990-A7E7-3E5F8348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3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1308-A029-EC37-56E2-2D7560C8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1E311-0D59-F0E6-B566-BEA5B8F77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62753-D37F-20A6-54E9-9F9D871F5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7AA6D-36C8-CE4B-2E3C-ABAA0FC2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B00C8-73E1-A949-1772-7873D2FE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2241E-5670-E66B-65EE-CD0ECC5F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6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D410-BD0D-61C6-B82E-DF94BF84C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DFBA1-5FC9-419F-FF09-879A80FFD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D9707-1AAC-9D96-C33B-21824C066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612EB-E760-9898-6B0A-FD9602347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52062-B688-58C6-90D1-F409C6CEB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457DC-01AE-2FA6-3006-B05FD67C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2CD9E3-049A-0D97-709A-9382C1B8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021428-52C1-BE56-2E10-97C01146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7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2400-C23B-5BFB-F414-89151B7C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F3CD3-B2F1-EE24-04CB-DA49DF1F5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B694C-A90B-B6C8-EDE9-418E025F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B6F2D-4C60-ABAB-8211-61B1BD1E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3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CFD9A-B201-A292-ECD1-2EAC99FE1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A711C-296C-E897-839C-B17FB3D9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777EB-C0FC-E9AB-1DAD-756807BC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09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B4F5-B8F5-65D1-7295-7826F0FA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9EC62-96A6-D9E7-5BD1-5F30F307E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1A495-BCDA-2835-EE0A-07CFDB3B0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0A8DF-940B-70BB-72C7-53920738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F3D6A-303D-08AD-F659-D6563842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1EBB4-B6B9-DBCC-8D4A-60487A70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4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CF6E-2B2C-7E35-77D9-C4FC833E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48A87-528C-C777-872E-C0DE2052B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652B6-774E-F03C-0B71-796D455F4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A42BA-69E0-B38A-C740-F27967068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F3BE9-5FEC-4D7F-0B44-16CBC094C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9ADB2-D8CC-3AEF-C604-6420DAEE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6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75E2-9F16-E983-D845-298EDC34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3BE57-0174-85DF-9189-D941B8D52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9EA91-B8EF-8FB1-9F94-173DF554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994B5-2361-2BE3-ED35-E93E6FEC8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83A75-3838-217F-8E42-92D93F7B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74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13749-2D64-12AF-48D2-7C8500E5C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A247D-00DE-6461-43CB-66144F024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6BA7-7BAB-B35A-5FB8-3D045BAC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53293-0E08-B19B-4FBB-A599D631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6A15D-D407-719B-0241-6C3DABC0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8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4DCE86-F5F3-45B3-7326-2CDA5D8A6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8E7A1-1EF0-C34D-9BB2-91B1E11CA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C750B-1B4A-E0A8-CED2-6A51B4824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F171E-CC20-481F-9F47-40495AB9018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07F43-9FFC-BD13-EB9B-82EDF6E49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FE9B6-79C6-778A-2B09-613C1589E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4F245E-CEF0-49D5-A389-B012F6A82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2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34377AE-36C7-CC97-1AA6-49AFAA3494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7088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3336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2026-09-06T08:13:46Z</dcterms:created>
  <dcterms:modified xsi:type="dcterms:W3CDTF">2026-09-06T08:13:46Z</dcterms:modified>
</cp:coreProperties>
</file>