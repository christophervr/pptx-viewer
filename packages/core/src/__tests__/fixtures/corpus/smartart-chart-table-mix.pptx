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Quarterly Performance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125</c:v>
                </c:pt>
                <c:pt idx="2">
                  <c:v>150</c:v>
                </c:pt>
                <c:pt idx="3">
                  <c:v>175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9E8-4D48-A3A3-3D1FF06F50D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9E8-4D48-A3A3-3D1FF06F50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90624992"/>
        <c:axId val="82170896"/>
      </c:barChart>
      <c:catAx>
        <c:axId val="15906249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2170896"/>
        <c:crosses val="autoZero"/>
        <c:auto val="1"/>
        <c:lblAlgn val="ctr"/>
        <c:lblOffset val="100"/>
        <c:noMultiLvlLbl val="0"/>
      </c:catAx>
      <c:valAx>
        <c:axId val="821708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906249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3D65326-7255-4C21-AED0-FCC746D95DC0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F09EB6BB-1FDE-4DF3-8A8E-7B7B189834DE}">
      <dgm:prSet phldrT="[Text]"/>
      <dgm:spPr/>
      <dgm:t>
        <a:bodyPr/>
        <a:lstStyle/>
        <a:p>
          <a:r>
            <a:rPr lang="en-US"/>
            <a:t>Discover</a:t>
          </a:r>
        </a:p>
      </dgm:t>
    </dgm:pt>
    <dgm:pt modelId="{87BE6292-ED00-489B-9805-67996E8B4542}" type="parTrans" cxnId="{210E5F80-652B-481F-A560-21CD691C5D9A}">
      <dgm:prSet/>
      <dgm:spPr/>
    </dgm:pt>
    <dgm:pt modelId="{542C1CD1-A308-47CC-B102-04A7C6353FCF}" type="sibTrans" cxnId="{210E5F80-652B-481F-A560-21CD691C5D9A}">
      <dgm:prSet/>
      <dgm:spPr/>
      <dgm:t>
        <a:bodyPr/>
        <a:lstStyle/>
        <a:p>
          <a:endParaRPr lang="en-US"/>
        </a:p>
      </dgm:t>
    </dgm:pt>
    <dgm:pt modelId="{C877234E-9A74-4527-B5FD-FC67151ACCDB}">
      <dgm:prSet phldrT="[Text]"/>
      <dgm:spPr/>
      <dgm:t>
        <a:bodyPr/>
        <a:lstStyle/>
        <a:p>
          <a:r>
            <a:rPr lang="en-US"/>
            <a:t>Design</a:t>
          </a:r>
        </a:p>
      </dgm:t>
    </dgm:pt>
    <dgm:pt modelId="{7EAB43BB-8B6B-41DB-8929-9E8F7C92008A}" type="parTrans" cxnId="{B1FB423E-12EC-4821-9458-F4459B2ED3D5}">
      <dgm:prSet/>
      <dgm:spPr/>
    </dgm:pt>
    <dgm:pt modelId="{269BDB49-F87D-4932-AB22-398A731B64E5}" type="sibTrans" cxnId="{B1FB423E-12EC-4821-9458-F4459B2ED3D5}">
      <dgm:prSet/>
      <dgm:spPr/>
      <dgm:t>
        <a:bodyPr/>
        <a:lstStyle/>
        <a:p>
          <a:endParaRPr lang="en-US"/>
        </a:p>
      </dgm:t>
    </dgm:pt>
    <dgm:pt modelId="{69FE0BE9-92D7-4E39-9E88-C299CD82555F}">
      <dgm:prSet phldrT="[Text]"/>
      <dgm:spPr/>
      <dgm:t>
        <a:bodyPr/>
        <a:lstStyle/>
        <a:p>
          <a:r>
            <a:rPr lang="en-US"/>
            <a:t>Build</a:t>
          </a:r>
        </a:p>
      </dgm:t>
    </dgm:pt>
    <dgm:pt modelId="{FF41BCAE-893B-4507-A097-5E56972CF27D}" type="parTrans" cxnId="{003083DE-2432-41A8-9FBF-F665D7CE77B2}">
      <dgm:prSet/>
      <dgm:spPr/>
    </dgm:pt>
    <dgm:pt modelId="{544B2BDF-297F-43C7-B05A-41CD17A802E6}" type="sibTrans" cxnId="{003083DE-2432-41A8-9FBF-F665D7CE77B2}">
      <dgm:prSet/>
      <dgm:spPr/>
    </dgm:pt>
    <dgm:pt modelId="{55FCE9D3-026E-44C2-BDD4-658BF7B40553}" type="pres">
      <dgm:prSet presAssocID="{43D65326-7255-4C21-AED0-FCC746D95DC0}" presName="Name0" presStyleCnt="0">
        <dgm:presLayoutVars>
          <dgm:dir/>
          <dgm:resizeHandles val="exact"/>
        </dgm:presLayoutVars>
      </dgm:prSet>
      <dgm:spPr/>
    </dgm:pt>
    <dgm:pt modelId="{736761AC-9FCE-4A87-89D1-DDB271BB1110}" type="pres">
      <dgm:prSet presAssocID="{F09EB6BB-1FDE-4DF3-8A8E-7B7B189834DE}" presName="node" presStyleLbl="node1" presStyleIdx="0" presStyleCnt="3">
        <dgm:presLayoutVars>
          <dgm:bulletEnabled val="1"/>
        </dgm:presLayoutVars>
      </dgm:prSet>
      <dgm:spPr/>
    </dgm:pt>
    <dgm:pt modelId="{DB350019-E4EE-498A-8135-444255E0FDD6}" type="pres">
      <dgm:prSet presAssocID="{542C1CD1-A308-47CC-B102-04A7C6353FCF}" presName="sibTrans" presStyleLbl="sibTrans2D1" presStyleIdx="0" presStyleCnt="2"/>
      <dgm:spPr/>
    </dgm:pt>
    <dgm:pt modelId="{A941A863-DD23-4C95-A1A9-BF2212691AC4}" type="pres">
      <dgm:prSet presAssocID="{542C1CD1-A308-47CC-B102-04A7C6353FCF}" presName="connectorText" presStyleLbl="sibTrans2D1" presStyleIdx="0" presStyleCnt="2"/>
      <dgm:spPr/>
    </dgm:pt>
    <dgm:pt modelId="{83F19980-0236-44C2-949E-8E8F0EB820E8}" type="pres">
      <dgm:prSet presAssocID="{C877234E-9A74-4527-B5FD-FC67151ACCDB}" presName="node" presStyleLbl="node1" presStyleIdx="1" presStyleCnt="3">
        <dgm:presLayoutVars>
          <dgm:bulletEnabled val="1"/>
        </dgm:presLayoutVars>
      </dgm:prSet>
      <dgm:spPr/>
    </dgm:pt>
    <dgm:pt modelId="{74F71556-29D0-49D0-9F9A-6B16D479A047}" type="pres">
      <dgm:prSet presAssocID="{269BDB49-F87D-4932-AB22-398A731B64E5}" presName="sibTrans" presStyleLbl="sibTrans2D1" presStyleIdx="1" presStyleCnt="2"/>
      <dgm:spPr/>
    </dgm:pt>
    <dgm:pt modelId="{3BFD7F2D-FB2F-4408-A99E-BA08D3756B9D}" type="pres">
      <dgm:prSet presAssocID="{269BDB49-F87D-4932-AB22-398A731B64E5}" presName="connectorText" presStyleLbl="sibTrans2D1" presStyleIdx="1" presStyleCnt="2"/>
      <dgm:spPr/>
    </dgm:pt>
    <dgm:pt modelId="{F9AE02A7-59CC-4AA5-8A0A-8E6A59CFEBD9}" type="pres">
      <dgm:prSet presAssocID="{69FE0BE9-92D7-4E39-9E88-C299CD82555F}" presName="node" presStyleLbl="node1" presStyleIdx="2" presStyleCnt="3">
        <dgm:presLayoutVars>
          <dgm:bulletEnabled val="1"/>
        </dgm:presLayoutVars>
      </dgm:prSet>
      <dgm:spPr/>
    </dgm:pt>
  </dgm:ptLst>
  <dgm:cxnLst>
    <dgm:cxn modelId="{B1FB423E-12EC-4821-9458-F4459B2ED3D5}" srcId="{43D65326-7255-4C21-AED0-FCC746D95DC0}" destId="{C877234E-9A74-4527-B5FD-FC67151ACCDB}" srcOrd="1" destOrd="0" parTransId="{7EAB43BB-8B6B-41DB-8929-9E8F7C92008A}" sibTransId="{269BDB49-F87D-4932-AB22-398A731B64E5}"/>
    <dgm:cxn modelId="{B81FD13F-E006-4D91-83BE-F80E5C1CD3E7}" type="presOf" srcId="{F09EB6BB-1FDE-4DF3-8A8E-7B7B189834DE}" destId="{736761AC-9FCE-4A87-89D1-DDB271BB1110}" srcOrd="0" destOrd="0" presId="urn:microsoft.com/office/officeart/2005/8/layout/process1"/>
    <dgm:cxn modelId="{E246C440-2B9F-4011-843B-AE587EF0F8D6}" type="presOf" srcId="{269BDB49-F87D-4932-AB22-398A731B64E5}" destId="{3BFD7F2D-FB2F-4408-A99E-BA08D3756B9D}" srcOrd="1" destOrd="0" presId="urn:microsoft.com/office/officeart/2005/8/layout/process1"/>
    <dgm:cxn modelId="{FF5A0646-63A4-4202-BBA7-A45C15BDFCBB}" type="presOf" srcId="{43D65326-7255-4C21-AED0-FCC746D95DC0}" destId="{55FCE9D3-026E-44C2-BDD4-658BF7B40553}" srcOrd="0" destOrd="0" presId="urn:microsoft.com/office/officeart/2005/8/layout/process1"/>
    <dgm:cxn modelId="{C3E2744C-0950-42FB-B765-91CED5B0E18F}" type="presOf" srcId="{269BDB49-F87D-4932-AB22-398A731B64E5}" destId="{74F71556-29D0-49D0-9F9A-6B16D479A047}" srcOrd="0" destOrd="0" presId="urn:microsoft.com/office/officeart/2005/8/layout/process1"/>
    <dgm:cxn modelId="{BE066F7C-5E89-4C60-809C-49F0A39BCD91}" type="presOf" srcId="{C877234E-9A74-4527-B5FD-FC67151ACCDB}" destId="{83F19980-0236-44C2-949E-8E8F0EB820E8}" srcOrd="0" destOrd="0" presId="urn:microsoft.com/office/officeart/2005/8/layout/process1"/>
    <dgm:cxn modelId="{210E5F80-652B-481F-A560-21CD691C5D9A}" srcId="{43D65326-7255-4C21-AED0-FCC746D95DC0}" destId="{F09EB6BB-1FDE-4DF3-8A8E-7B7B189834DE}" srcOrd="0" destOrd="0" parTransId="{87BE6292-ED00-489B-9805-67996E8B4542}" sibTransId="{542C1CD1-A308-47CC-B102-04A7C6353FCF}"/>
    <dgm:cxn modelId="{41B0FE8A-43EB-4C38-9F4F-BE85042A08A2}" type="presOf" srcId="{69FE0BE9-92D7-4E39-9E88-C299CD82555F}" destId="{F9AE02A7-59CC-4AA5-8A0A-8E6A59CFEBD9}" srcOrd="0" destOrd="0" presId="urn:microsoft.com/office/officeart/2005/8/layout/process1"/>
    <dgm:cxn modelId="{823C2BC5-9581-4F19-9DB4-29450DBE710B}" type="presOf" srcId="{542C1CD1-A308-47CC-B102-04A7C6353FCF}" destId="{DB350019-E4EE-498A-8135-444255E0FDD6}" srcOrd="0" destOrd="0" presId="urn:microsoft.com/office/officeart/2005/8/layout/process1"/>
    <dgm:cxn modelId="{003083DE-2432-41A8-9FBF-F665D7CE77B2}" srcId="{43D65326-7255-4C21-AED0-FCC746D95DC0}" destId="{69FE0BE9-92D7-4E39-9E88-C299CD82555F}" srcOrd="2" destOrd="0" parTransId="{FF41BCAE-893B-4507-A097-5E56972CF27D}" sibTransId="{544B2BDF-297F-43C7-B05A-41CD17A802E6}"/>
    <dgm:cxn modelId="{F06536F6-B6E8-435B-BC23-EC8E1C292901}" type="presOf" srcId="{542C1CD1-A308-47CC-B102-04A7C6353FCF}" destId="{A941A863-DD23-4C95-A1A9-BF2212691AC4}" srcOrd="1" destOrd="0" presId="urn:microsoft.com/office/officeart/2005/8/layout/process1"/>
    <dgm:cxn modelId="{978F5DEA-80D6-44ED-BD32-7B4F2578A459}" type="presParOf" srcId="{55FCE9D3-026E-44C2-BDD4-658BF7B40553}" destId="{736761AC-9FCE-4A87-89D1-DDB271BB1110}" srcOrd="0" destOrd="0" presId="urn:microsoft.com/office/officeart/2005/8/layout/process1"/>
    <dgm:cxn modelId="{1275C702-F3B6-4B79-B536-DD89E2D546E9}" type="presParOf" srcId="{55FCE9D3-026E-44C2-BDD4-658BF7B40553}" destId="{DB350019-E4EE-498A-8135-444255E0FDD6}" srcOrd="1" destOrd="0" presId="urn:microsoft.com/office/officeart/2005/8/layout/process1"/>
    <dgm:cxn modelId="{CA705444-9254-472D-9AF2-C3E8230B989A}" type="presParOf" srcId="{DB350019-E4EE-498A-8135-444255E0FDD6}" destId="{A941A863-DD23-4C95-A1A9-BF2212691AC4}" srcOrd="0" destOrd="0" presId="urn:microsoft.com/office/officeart/2005/8/layout/process1"/>
    <dgm:cxn modelId="{0DF785A5-D56A-47BF-8F78-647EEC5813E5}" type="presParOf" srcId="{55FCE9D3-026E-44C2-BDD4-658BF7B40553}" destId="{83F19980-0236-44C2-949E-8E8F0EB820E8}" srcOrd="2" destOrd="0" presId="urn:microsoft.com/office/officeart/2005/8/layout/process1"/>
    <dgm:cxn modelId="{EDFB268A-B7AB-4B41-916F-5504632C1683}" type="presParOf" srcId="{55FCE9D3-026E-44C2-BDD4-658BF7B40553}" destId="{74F71556-29D0-49D0-9F9A-6B16D479A047}" srcOrd="3" destOrd="0" presId="urn:microsoft.com/office/officeart/2005/8/layout/process1"/>
    <dgm:cxn modelId="{F885E9D4-FE6C-45E7-BDAA-515386C06E9F}" type="presParOf" srcId="{74F71556-29D0-49D0-9F9A-6B16D479A047}" destId="{3BFD7F2D-FB2F-4408-A99E-BA08D3756B9D}" srcOrd="0" destOrd="0" presId="urn:microsoft.com/office/officeart/2005/8/layout/process1"/>
    <dgm:cxn modelId="{D2DC6432-121D-4793-9044-3D39F9AF2902}" type="presParOf" srcId="{55FCE9D3-026E-44C2-BDD4-658BF7B40553}" destId="{F9AE02A7-59CC-4AA5-8A0A-8E6A59CFEBD9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79FDEA7-F821-4047-8DD0-D161432BA915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5CDC276-0F71-440B-BDA6-932C97E9FEAD}">
      <dgm:prSet phldrT="[Text]"/>
      <dgm:spPr/>
      <dgm:t>
        <a:bodyPr/>
        <a:lstStyle/>
        <a:p>
          <a:r>
            <a:rPr lang="en-US"/>
            <a:t>Plan</a:t>
          </a:r>
        </a:p>
      </dgm:t>
    </dgm:pt>
    <dgm:pt modelId="{9A542CE1-C32F-4940-9917-D1447D03153B}" type="parTrans" cxnId="{86F28719-180F-4B90-86CE-F095A83BD046}">
      <dgm:prSet/>
      <dgm:spPr/>
      <dgm:t>
        <a:bodyPr/>
        <a:lstStyle/>
        <a:p>
          <a:endParaRPr lang="en-US"/>
        </a:p>
      </dgm:t>
    </dgm:pt>
    <dgm:pt modelId="{90FE1071-9705-47E5-AB87-495302575B25}" type="sibTrans" cxnId="{86F28719-180F-4B90-86CE-F095A83BD046}">
      <dgm:prSet/>
      <dgm:spPr/>
      <dgm:t>
        <a:bodyPr/>
        <a:lstStyle/>
        <a:p>
          <a:endParaRPr lang="en-US"/>
        </a:p>
      </dgm:t>
    </dgm:pt>
    <dgm:pt modelId="{BCE79DA2-FF29-42A8-BDA1-FD0B23711DBE}">
      <dgm:prSet phldrT="[Text]"/>
      <dgm:spPr/>
      <dgm:t>
        <a:bodyPr/>
        <a:lstStyle/>
        <a:p>
          <a:r>
            <a:rPr lang="en-US"/>
            <a:t>Do</a:t>
          </a:r>
        </a:p>
      </dgm:t>
    </dgm:pt>
    <dgm:pt modelId="{9BE7588A-95AA-4A41-B609-B831B530FDA2}" type="parTrans" cxnId="{9E635700-E89D-4B7E-9D7F-930FA11911FF}">
      <dgm:prSet/>
      <dgm:spPr/>
      <dgm:t>
        <a:bodyPr/>
        <a:lstStyle/>
        <a:p>
          <a:endParaRPr lang="en-US"/>
        </a:p>
      </dgm:t>
    </dgm:pt>
    <dgm:pt modelId="{2BD518B1-14E8-48C3-89D5-CEEA76DF1B16}" type="sibTrans" cxnId="{9E635700-E89D-4B7E-9D7F-930FA11911FF}">
      <dgm:prSet/>
      <dgm:spPr/>
      <dgm:t>
        <a:bodyPr/>
        <a:lstStyle/>
        <a:p>
          <a:endParaRPr lang="en-US"/>
        </a:p>
      </dgm:t>
    </dgm:pt>
    <dgm:pt modelId="{03836047-9BFB-44A8-AE55-64A0F17351F7}">
      <dgm:prSet phldrT="[Text]"/>
      <dgm:spPr/>
      <dgm:t>
        <a:bodyPr/>
        <a:lstStyle/>
        <a:p>
          <a:r>
            <a:rPr lang="en-US"/>
            <a:t>Check</a:t>
          </a:r>
        </a:p>
      </dgm:t>
    </dgm:pt>
    <dgm:pt modelId="{6E0EFE67-F6BE-4A5C-A94F-85DAC88F3FC0}" type="parTrans" cxnId="{3B6F43BF-3858-4EEB-9B2D-3E951A8909E2}">
      <dgm:prSet/>
      <dgm:spPr/>
      <dgm:t>
        <a:bodyPr/>
        <a:lstStyle/>
        <a:p>
          <a:endParaRPr lang="en-US"/>
        </a:p>
      </dgm:t>
    </dgm:pt>
    <dgm:pt modelId="{E72BD637-CD12-4A8B-84B8-7BFE4EA36D3C}" type="sibTrans" cxnId="{3B6F43BF-3858-4EEB-9B2D-3E951A8909E2}">
      <dgm:prSet/>
      <dgm:spPr/>
      <dgm:t>
        <a:bodyPr/>
        <a:lstStyle/>
        <a:p>
          <a:endParaRPr lang="en-US"/>
        </a:p>
      </dgm:t>
    </dgm:pt>
    <dgm:pt modelId="{1899AF8E-165D-4675-B220-F79A0F0B3DA9}">
      <dgm:prSet phldrT="[Text]"/>
      <dgm:spPr/>
      <dgm:t>
        <a:bodyPr/>
        <a:lstStyle/>
        <a:p>
          <a:r>
            <a:rPr lang="en-US"/>
            <a:t>Act</a:t>
          </a:r>
        </a:p>
      </dgm:t>
    </dgm:pt>
    <dgm:pt modelId="{475DDF4D-300F-4338-A648-B028C9F25211}" type="parTrans" cxnId="{A554AEEF-9763-4E7E-912E-6B2F73096B46}">
      <dgm:prSet/>
      <dgm:spPr/>
      <dgm:t>
        <a:bodyPr/>
        <a:lstStyle/>
        <a:p>
          <a:endParaRPr lang="en-US"/>
        </a:p>
      </dgm:t>
    </dgm:pt>
    <dgm:pt modelId="{8CDEEB4C-9108-485F-8A23-330B43F588D7}" type="sibTrans" cxnId="{A554AEEF-9763-4E7E-912E-6B2F73096B46}">
      <dgm:prSet/>
      <dgm:spPr/>
      <dgm:t>
        <a:bodyPr/>
        <a:lstStyle/>
        <a:p>
          <a:endParaRPr lang="en-US"/>
        </a:p>
      </dgm:t>
    </dgm:pt>
    <dgm:pt modelId="{A72F890F-6E4E-4881-A5A9-1AF4DB70D7AD}">
      <dgm:prSet phldrT="[Text]" phldr="1"/>
      <dgm:spPr/>
      <dgm:t>
        <a:bodyPr/>
        <a:lstStyle/>
        <a:p>
          <a:endParaRPr lang="en-US"/>
        </a:p>
      </dgm:t>
    </dgm:pt>
    <dgm:pt modelId="{8B93D8F3-975B-4D77-80AE-68AC700A6DCC}" type="parTrans" cxnId="{4FAE78BA-FDA5-4AD7-BC2B-30F685DF4273}">
      <dgm:prSet/>
      <dgm:spPr/>
      <dgm:t>
        <a:bodyPr/>
        <a:lstStyle/>
        <a:p>
          <a:endParaRPr lang="en-US"/>
        </a:p>
      </dgm:t>
    </dgm:pt>
    <dgm:pt modelId="{2BAD598D-EACD-4CAC-81BF-788195B713CD}" type="sibTrans" cxnId="{4FAE78BA-FDA5-4AD7-BC2B-30F685DF4273}">
      <dgm:prSet/>
      <dgm:spPr/>
      <dgm:t>
        <a:bodyPr/>
        <a:lstStyle/>
        <a:p>
          <a:endParaRPr lang="en-US"/>
        </a:p>
      </dgm:t>
    </dgm:pt>
    <dgm:pt modelId="{59097E56-9CAB-4353-8E48-BDEE8092434E}" type="pres">
      <dgm:prSet presAssocID="{679FDEA7-F821-4047-8DD0-D161432BA915}" presName="cycle" presStyleCnt="0">
        <dgm:presLayoutVars>
          <dgm:dir/>
          <dgm:resizeHandles val="exact"/>
        </dgm:presLayoutVars>
      </dgm:prSet>
      <dgm:spPr/>
    </dgm:pt>
    <dgm:pt modelId="{C240CBC0-B99C-42A9-ABEE-E0EA9EF0A124}" type="pres">
      <dgm:prSet presAssocID="{45CDC276-0F71-440B-BDA6-932C97E9FEAD}" presName="node" presStyleLbl="node1" presStyleIdx="0" presStyleCnt="5">
        <dgm:presLayoutVars>
          <dgm:bulletEnabled val="1"/>
        </dgm:presLayoutVars>
      </dgm:prSet>
      <dgm:spPr/>
    </dgm:pt>
    <dgm:pt modelId="{3E773F27-F06F-4E2D-B812-00B2C879508B}" type="pres">
      <dgm:prSet presAssocID="{90FE1071-9705-47E5-AB87-495302575B25}" presName="sibTrans" presStyleLbl="sibTrans2D1" presStyleIdx="0" presStyleCnt="5"/>
      <dgm:spPr/>
    </dgm:pt>
    <dgm:pt modelId="{8ABFD75E-7DA3-4610-91D2-2DE905AB4D2C}" type="pres">
      <dgm:prSet presAssocID="{90FE1071-9705-47E5-AB87-495302575B25}" presName="connectorText" presStyleLbl="sibTrans2D1" presStyleIdx="0" presStyleCnt="5"/>
      <dgm:spPr/>
    </dgm:pt>
    <dgm:pt modelId="{72F649E3-3E3F-4E64-BBCB-21620A016141}" type="pres">
      <dgm:prSet presAssocID="{BCE79DA2-FF29-42A8-BDA1-FD0B23711DBE}" presName="node" presStyleLbl="node1" presStyleIdx="1" presStyleCnt="5">
        <dgm:presLayoutVars>
          <dgm:bulletEnabled val="1"/>
        </dgm:presLayoutVars>
      </dgm:prSet>
      <dgm:spPr/>
    </dgm:pt>
    <dgm:pt modelId="{1FFB8890-584A-4D86-958B-4C7FF8BE25FC}" type="pres">
      <dgm:prSet presAssocID="{2BD518B1-14E8-48C3-89D5-CEEA76DF1B16}" presName="sibTrans" presStyleLbl="sibTrans2D1" presStyleIdx="1" presStyleCnt="5"/>
      <dgm:spPr/>
    </dgm:pt>
    <dgm:pt modelId="{67958FEB-4C59-43F2-B95A-D64F80F70D49}" type="pres">
      <dgm:prSet presAssocID="{2BD518B1-14E8-48C3-89D5-CEEA76DF1B16}" presName="connectorText" presStyleLbl="sibTrans2D1" presStyleIdx="1" presStyleCnt="5"/>
      <dgm:spPr/>
    </dgm:pt>
    <dgm:pt modelId="{5899C58D-B067-4292-863B-18DEB772E4A8}" type="pres">
      <dgm:prSet presAssocID="{03836047-9BFB-44A8-AE55-64A0F17351F7}" presName="node" presStyleLbl="node1" presStyleIdx="2" presStyleCnt="5">
        <dgm:presLayoutVars>
          <dgm:bulletEnabled val="1"/>
        </dgm:presLayoutVars>
      </dgm:prSet>
      <dgm:spPr/>
    </dgm:pt>
    <dgm:pt modelId="{AEA51873-2264-48DF-8661-79A86AF7D9E7}" type="pres">
      <dgm:prSet presAssocID="{E72BD637-CD12-4A8B-84B8-7BFE4EA36D3C}" presName="sibTrans" presStyleLbl="sibTrans2D1" presStyleIdx="2" presStyleCnt="5"/>
      <dgm:spPr/>
    </dgm:pt>
    <dgm:pt modelId="{CCADEB00-0D3C-41ED-98A0-4ECF73512F43}" type="pres">
      <dgm:prSet presAssocID="{E72BD637-CD12-4A8B-84B8-7BFE4EA36D3C}" presName="connectorText" presStyleLbl="sibTrans2D1" presStyleIdx="2" presStyleCnt="5"/>
      <dgm:spPr/>
    </dgm:pt>
    <dgm:pt modelId="{9E9DF0E9-471B-4C28-881D-5B36FC680E5B}" type="pres">
      <dgm:prSet presAssocID="{1899AF8E-165D-4675-B220-F79A0F0B3DA9}" presName="node" presStyleLbl="node1" presStyleIdx="3" presStyleCnt="5">
        <dgm:presLayoutVars>
          <dgm:bulletEnabled val="1"/>
        </dgm:presLayoutVars>
      </dgm:prSet>
      <dgm:spPr/>
    </dgm:pt>
    <dgm:pt modelId="{917EDADE-C393-4234-A215-7F807D6E08B8}" type="pres">
      <dgm:prSet presAssocID="{8CDEEB4C-9108-485F-8A23-330B43F588D7}" presName="sibTrans" presStyleLbl="sibTrans2D1" presStyleIdx="3" presStyleCnt="5"/>
      <dgm:spPr/>
    </dgm:pt>
    <dgm:pt modelId="{C2322745-BDC0-4E3F-A4BD-4499B5A1F9E1}" type="pres">
      <dgm:prSet presAssocID="{8CDEEB4C-9108-485F-8A23-330B43F588D7}" presName="connectorText" presStyleLbl="sibTrans2D1" presStyleIdx="3" presStyleCnt="5"/>
      <dgm:spPr/>
    </dgm:pt>
    <dgm:pt modelId="{E081EA35-DA7F-47EC-A68C-8612B31330DE}" type="pres">
      <dgm:prSet presAssocID="{A72F890F-6E4E-4881-A5A9-1AF4DB70D7AD}" presName="node" presStyleLbl="node1" presStyleIdx="4" presStyleCnt="5">
        <dgm:presLayoutVars>
          <dgm:bulletEnabled val="1"/>
        </dgm:presLayoutVars>
      </dgm:prSet>
      <dgm:spPr/>
    </dgm:pt>
    <dgm:pt modelId="{78A18FF8-92AF-4947-8E90-7EC2CBB7A370}" type="pres">
      <dgm:prSet presAssocID="{2BAD598D-EACD-4CAC-81BF-788195B713CD}" presName="sibTrans" presStyleLbl="sibTrans2D1" presStyleIdx="4" presStyleCnt="5"/>
      <dgm:spPr/>
    </dgm:pt>
    <dgm:pt modelId="{C4BFF52D-1EE0-4FB9-9039-8AF5740DB945}" type="pres">
      <dgm:prSet presAssocID="{2BAD598D-EACD-4CAC-81BF-788195B713CD}" presName="connectorText" presStyleLbl="sibTrans2D1" presStyleIdx="4" presStyleCnt="5"/>
      <dgm:spPr/>
    </dgm:pt>
  </dgm:ptLst>
  <dgm:cxnLst>
    <dgm:cxn modelId="{9E635700-E89D-4B7E-9D7F-930FA11911FF}" srcId="{679FDEA7-F821-4047-8DD0-D161432BA915}" destId="{BCE79DA2-FF29-42A8-BDA1-FD0B23711DBE}" srcOrd="1" destOrd="0" parTransId="{9BE7588A-95AA-4A41-B609-B831B530FDA2}" sibTransId="{2BD518B1-14E8-48C3-89D5-CEEA76DF1B16}"/>
    <dgm:cxn modelId="{86F28719-180F-4B90-86CE-F095A83BD046}" srcId="{679FDEA7-F821-4047-8DD0-D161432BA915}" destId="{45CDC276-0F71-440B-BDA6-932C97E9FEAD}" srcOrd="0" destOrd="0" parTransId="{9A542CE1-C32F-4940-9917-D1447D03153B}" sibTransId="{90FE1071-9705-47E5-AB87-495302575B25}"/>
    <dgm:cxn modelId="{757A0D24-3399-4B6D-B04C-8D4909F38C8D}" type="presOf" srcId="{BCE79DA2-FF29-42A8-BDA1-FD0B23711DBE}" destId="{72F649E3-3E3F-4E64-BBCB-21620A016141}" srcOrd="0" destOrd="0" presId="urn:microsoft.com/office/officeart/2005/8/layout/cycle2"/>
    <dgm:cxn modelId="{443E1C30-1D2F-4218-909B-1D2DBF5BA6CB}" type="presOf" srcId="{8CDEEB4C-9108-485F-8A23-330B43F588D7}" destId="{917EDADE-C393-4234-A215-7F807D6E08B8}" srcOrd="0" destOrd="0" presId="urn:microsoft.com/office/officeart/2005/8/layout/cycle2"/>
    <dgm:cxn modelId="{49F5C643-6106-4545-B20D-938AC040AB4D}" type="presOf" srcId="{2BAD598D-EACD-4CAC-81BF-788195B713CD}" destId="{C4BFF52D-1EE0-4FB9-9039-8AF5740DB945}" srcOrd="1" destOrd="0" presId="urn:microsoft.com/office/officeart/2005/8/layout/cycle2"/>
    <dgm:cxn modelId="{7EEE9D4C-23F2-443C-AA6D-8B14847F67D5}" type="presOf" srcId="{45CDC276-0F71-440B-BDA6-932C97E9FEAD}" destId="{C240CBC0-B99C-42A9-ABEE-E0EA9EF0A124}" srcOrd="0" destOrd="0" presId="urn:microsoft.com/office/officeart/2005/8/layout/cycle2"/>
    <dgm:cxn modelId="{5DA7624F-69B5-4192-8AC2-D41428D3C816}" type="presOf" srcId="{E72BD637-CD12-4A8B-84B8-7BFE4EA36D3C}" destId="{AEA51873-2264-48DF-8661-79A86AF7D9E7}" srcOrd="0" destOrd="0" presId="urn:microsoft.com/office/officeart/2005/8/layout/cycle2"/>
    <dgm:cxn modelId="{A437BF76-C798-42D9-9829-7B85459161DA}" type="presOf" srcId="{1899AF8E-165D-4675-B220-F79A0F0B3DA9}" destId="{9E9DF0E9-471B-4C28-881D-5B36FC680E5B}" srcOrd="0" destOrd="0" presId="urn:microsoft.com/office/officeart/2005/8/layout/cycle2"/>
    <dgm:cxn modelId="{23481C86-338A-4AD5-835E-6986B006C206}" type="presOf" srcId="{2BD518B1-14E8-48C3-89D5-CEEA76DF1B16}" destId="{67958FEB-4C59-43F2-B95A-D64F80F70D49}" srcOrd="1" destOrd="0" presId="urn:microsoft.com/office/officeart/2005/8/layout/cycle2"/>
    <dgm:cxn modelId="{ACEA1195-2A13-4949-A0BF-78732E051730}" type="presOf" srcId="{A72F890F-6E4E-4881-A5A9-1AF4DB70D7AD}" destId="{E081EA35-DA7F-47EC-A68C-8612B31330DE}" srcOrd="0" destOrd="0" presId="urn:microsoft.com/office/officeart/2005/8/layout/cycle2"/>
    <dgm:cxn modelId="{A4ADDB96-7757-4E88-A697-D4DA8E52DDB5}" type="presOf" srcId="{90FE1071-9705-47E5-AB87-495302575B25}" destId="{3E773F27-F06F-4E2D-B812-00B2C879508B}" srcOrd="0" destOrd="0" presId="urn:microsoft.com/office/officeart/2005/8/layout/cycle2"/>
    <dgm:cxn modelId="{3148329B-6D66-4976-89BA-87B6B8AE4255}" type="presOf" srcId="{03836047-9BFB-44A8-AE55-64A0F17351F7}" destId="{5899C58D-B067-4292-863B-18DEB772E4A8}" srcOrd="0" destOrd="0" presId="urn:microsoft.com/office/officeart/2005/8/layout/cycle2"/>
    <dgm:cxn modelId="{4FAE78BA-FDA5-4AD7-BC2B-30F685DF4273}" srcId="{679FDEA7-F821-4047-8DD0-D161432BA915}" destId="{A72F890F-6E4E-4881-A5A9-1AF4DB70D7AD}" srcOrd="4" destOrd="0" parTransId="{8B93D8F3-975B-4D77-80AE-68AC700A6DCC}" sibTransId="{2BAD598D-EACD-4CAC-81BF-788195B713CD}"/>
    <dgm:cxn modelId="{3B6F43BF-3858-4EEB-9B2D-3E951A8909E2}" srcId="{679FDEA7-F821-4047-8DD0-D161432BA915}" destId="{03836047-9BFB-44A8-AE55-64A0F17351F7}" srcOrd="2" destOrd="0" parTransId="{6E0EFE67-F6BE-4A5C-A94F-85DAC88F3FC0}" sibTransId="{E72BD637-CD12-4A8B-84B8-7BFE4EA36D3C}"/>
    <dgm:cxn modelId="{028486C8-C5AC-42C0-8E38-98B5967C706F}" type="presOf" srcId="{2BAD598D-EACD-4CAC-81BF-788195B713CD}" destId="{78A18FF8-92AF-4947-8E90-7EC2CBB7A370}" srcOrd="0" destOrd="0" presId="urn:microsoft.com/office/officeart/2005/8/layout/cycle2"/>
    <dgm:cxn modelId="{0253E1D2-1EBB-46FD-92A7-CAD5D6DC68DE}" type="presOf" srcId="{2BD518B1-14E8-48C3-89D5-CEEA76DF1B16}" destId="{1FFB8890-584A-4D86-958B-4C7FF8BE25FC}" srcOrd="0" destOrd="0" presId="urn:microsoft.com/office/officeart/2005/8/layout/cycle2"/>
    <dgm:cxn modelId="{4E3E99EB-4F02-4BEF-BC7B-2D88FF42C73A}" type="presOf" srcId="{8CDEEB4C-9108-485F-8A23-330B43F588D7}" destId="{C2322745-BDC0-4E3F-A4BD-4499B5A1F9E1}" srcOrd="1" destOrd="0" presId="urn:microsoft.com/office/officeart/2005/8/layout/cycle2"/>
    <dgm:cxn modelId="{C46B39EC-D547-4FD3-8D57-027A2D5EDE77}" type="presOf" srcId="{90FE1071-9705-47E5-AB87-495302575B25}" destId="{8ABFD75E-7DA3-4610-91D2-2DE905AB4D2C}" srcOrd="1" destOrd="0" presId="urn:microsoft.com/office/officeart/2005/8/layout/cycle2"/>
    <dgm:cxn modelId="{A554AEEF-9763-4E7E-912E-6B2F73096B46}" srcId="{679FDEA7-F821-4047-8DD0-D161432BA915}" destId="{1899AF8E-165D-4675-B220-F79A0F0B3DA9}" srcOrd="3" destOrd="0" parTransId="{475DDF4D-300F-4338-A648-B028C9F25211}" sibTransId="{8CDEEB4C-9108-485F-8A23-330B43F588D7}"/>
    <dgm:cxn modelId="{F173B5F4-9C96-4D99-BCA8-3A88CE35A308}" type="presOf" srcId="{E72BD637-CD12-4A8B-84B8-7BFE4EA36D3C}" destId="{CCADEB00-0D3C-41ED-98A0-4ECF73512F43}" srcOrd="1" destOrd="0" presId="urn:microsoft.com/office/officeart/2005/8/layout/cycle2"/>
    <dgm:cxn modelId="{FCD77FFC-246B-446F-976C-B47B625162E5}" type="presOf" srcId="{679FDEA7-F821-4047-8DD0-D161432BA915}" destId="{59097E56-9CAB-4353-8E48-BDEE8092434E}" srcOrd="0" destOrd="0" presId="urn:microsoft.com/office/officeart/2005/8/layout/cycle2"/>
    <dgm:cxn modelId="{B065F6A1-1729-479E-907D-E921798291B1}" type="presParOf" srcId="{59097E56-9CAB-4353-8E48-BDEE8092434E}" destId="{C240CBC0-B99C-42A9-ABEE-E0EA9EF0A124}" srcOrd="0" destOrd="0" presId="urn:microsoft.com/office/officeart/2005/8/layout/cycle2"/>
    <dgm:cxn modelId="{BF923BDF-EF49-4BAB-87C7-CC30E84C637D}" type="presParOf" srcId="{59097E56-9CAB-4353-8E48-BDEE8092434E}" destId="{3E773F27-F06F-4E2D-B812-00B2C879508B}" srcOrd="1" destOrd="0" presId="urn:microsoft.com/office/officeart/2005/8/layout/cycle2"/>
    <dgm:cxn modelId="{90C385C0-1FE5-46A1-91B2-E2E3FB33F4AB}" type="presParOf" srcId="{3E773F27-F06F-4E2D-B812-00B2C879508B}" destId="{8ABFD75E-7DA3-4610-91D2-2DE905AB4D2C}" srcOrd="0" destOrd="0" presId="urn:microsoft.com/office/officeart/2005/8/layout/cycle2"/>
    <dgm:cxn modelId="{F0F6B70A-E316-4256-A957-0716D6C91153}" type="presParOf" srcId="{59097E56-9CAB-4353-8E48-BDEE8092434E}" destId="{72F649E3-3E3F-4E64-BBCB-21620A016141}" srcOrd="2" destOrd="0" presId="urn:microsoft.com/office/officeart/2005/8/layout/cycle2"/>
    <dgm:cxn modelId="{F7444A3B-AA07-4FDD-B6F5-33594FA6C54E}" type="presParOf" srcId="{59097E56-9CAB-4353-8E48-BDEE8092434E}" destId="{1FFB8890-584A-4D86-958B-4C7FF8BE25FC}" srcOrd="3" destOrd="0" presId="urn:microsoft.com/office/officeart/2005/8/layout/cycle2"/>
    <dgm:cxn modelId="{78D8AFC1-0D56-4906-99AB-D7512DF934EE}" type="presParOf" srcId="{1FFB8890-584A-4D86-958B-4C7FF8BE25FC}" destId="{67958FEB-4C59-43F2-B95A-D64F80F70D49}" srcOrd="0" destOrd="0" presId="urn:microsoft.com/office/officeart/2005/8/layout/cycle2"/>
    <dgm:cxn modelId="{77F25693-CEB0-43CF-B792-5088D7690782}" type="presParOf" srcId="{59097E56-9CAB-4353-8E48-BDEE8092434E}" destId="{5899C58D-B067-4292-863B-18DEB772E4A8}" srcOrd="4" destOrd="0" presId="urn:microsoft.com/office/officeart/2005/8/layout/cycle2"/>
    <dgm:cxn modelId="{DA3E3E7C-BB62-4460-9DE2-9C4CF3852B52}" type="presParOf" srcId="{59097E56-9CAB-4353-8E48-BDEE8092434E}" destId="{AEA51873-2264-48DF-8661-79A86AF7D9E7}" srcOrd="5" destOrd="0" presId="urn:microsoft.com/office/officeart/2005/8/layout/cycle2"/>
    <dgm:cxn modelId="{81147F46-0C5C-437B-89E8-A5CA46850167}" type="presParOf" srcId="{AEA51873-2264-48DF-8661-79A86AF7D9E7}" destId="{CCADEB00-0D3C-41ED-98A0-4ECF73512F43}" srcOrd="0" destOrd="0" presId="urn:microsoft.com/office/officeart/2005/8/layout/cycle2"/>
    <dgm:cxn modelId="{A58368FA-1C91-4129-89E3-351FC3268534}" type="presParOf" srcId="{59097E56-9CAB-4353-8E48-BDEE8092434E}" destId="{9E9DF0E9-471B-4C28-881D-5B36FC680E5B}" srcOrd="6" destOrd="0" presId="urn:microsoft.com/office/officeart/2005/8/layout/cycle2"/>
    <dgm:cxn modelId="{13D05E9C-48F4-4D8D-82A3-6E3D88C15E96}" type="presParOf" srcId="{59097E56-9CAB-4353-8E48-BDEE8092434E}" destId="{917EDADE-C393-4234-A215-7F807D6E08B8}" srcOrd="7" destOrd="0" presId="urn:microsoft.com/office/officeart/2005/8/layout/cycle2"/>
    <dgm:cxn modelId="{084294B4-A68C-47ED-B0EF-FC7E25B8685C}" type="presParOf" srcId="{917EDADE-C393-4234-A215-7F807D6E08B8}" destId="{C2322745-BDC0-4E3F-A4BD-4499B5A1F9E1}" srcOrd="0" destOrd="0" presId="urn:microsoft.com/office/officeart/2005/8/layout/cycle2"/>
    <dgm:cxn modelId="{2D03B44A-74DE-486F-AE12-69E07C674C09}" type="presParOf" srcId="{59097E56-9CAB-4353-8E48-BDEE8092434E}" destId="{E081EA35-DA7F-47EC-A68C-8612B31330DE}" srcOrd="8" destOrd="0" presId="urn:microsoft.com/office/officeart/2005/8/layout/cycle2"/>
    <dgm:cxn modelId="{58891EE7-90AA-40A1-978B-88F35143ACA3}" type="presParOf" srcId="{59097E56-9CAB-4353-8E48-BDEE8092434E}" destId="{78A18FF8-92AF-4947-8E90-7EC2CBB7A370}" srcOrd="9" destOrd="0" presId="urn:microsoft.com/office/officeart/2005/8/layout/cycle2"/>
    <dgm:cxn modelId="{1BAF8169-BB56-4061-ADC8-01FC02B146BA}" type="presParOf" srcId="{78A18FF8-92AF-4947-8E90-7EC2CBB7A370}" destId="{C4BFF52D-1EE0-4FB9-9039-8AF5740DB945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9388642-0EAF-4E2F-A802-266869290AD2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5EFA916-F4CB-4328-9632-44E8FC57C2CB}">
      <dgm:prSet phldrT="[Text]"/>
      <dgm:spPr/>
      <dgm:t>
        <a:bodyPr/>
        <a:lstStyle/>
        <a:p>
          <a:r>
            <a:rPr lang="en-US"/>
            <a:t>CEO</a:t>
          </a:r>
        </a:p>
      </dgm:t>
    </dgm:pt>
    <dgm:pt modelId="{85ED798E-0990-4F39-82AD-0D99BB910D73}" type="parTrans" cxnId="{63A6DFA5-A227-4D5A-B951-4E23ABAFB839}">
      <dgm:prSet/>
      <dgm:spPr/>
      <dgm:t>
        <a:bodyPr/>
        <a:lstStyle/>
        <a:p>
          <a:endParaRPr lang="en-US"/>
        </a:p>
      </dgm:t>
    </dgm:pt>
    <dgm:pt modelId="{90C4FE16-2D5F-400A-8F9E-BD061DFE0759}" type="sibTrans" cxnId="{63A6DFA5-A227-4D5A-B951-4E23ABAFB839}">
      <dgm:prSet/>
      <dgm:spPr/>
      <dgm:t>
        <a:bodyPr/>
        <a:lstStyle/>
        <a:p>
          <a:endParaRPr lang="en-US"/>
        </a:p>
      </dgm:t>
    </dgm:pt>
    <dgm:pt modelId="{2FC48FB4-13F4-44E0-BC73-0049AD413A5A}">
      <dgm:prSet phldrT="[Text]"/>
      <dgm:spPr/>
      <dgm:t>
        <a:bodyPr/>
        <a:lstStyle/>
        <a:p>
          <a:r>
            <a:rPr lang="en-US"/>
            <a:t>VP Eng</a:t>
          </a:r>
        </a:p>
      </dgm:t>
    </dgm:pt>
    <dgm:pt modelId="{028EBD24-BA10-4383-8FEC-C7DDC135353B}" type="parTrans" cxnId="{F73A5B5D-C01C-4FF1-806A-9CC1083635B5}">
      <dgm:prSet/>
      <dgm:spPr/>
      <dgm:t>
        <a:bodyPr/>
        <a:lstStyle/>
        <a:p>
          <a:endParaRPr lang="en-US"/>
        </a:p>
      </dgm:t>
    </dgm:pt>
    <dgm:pt modelId="{B2690F55-263D-4990-BAB5-7A8ACAAA1DEA}" type="sibTrans" cxnId="{F73A5B5D-C01C-4FF1-806A-9CC1083635B5}">
      <dgm:prSet/>
      <dgm:spPr/>
      <dgm:t>
        <a:bodyPr/>
        <a:lstStyle/>
        <a:p>
          <a:endParaRPr lang="en-US"/>
        </a:p>
      </dgm:t>
    </dgm:pt>
    <dgm:pt modelId="{BFF302D9-C8C7-4361-982D-22D2864DB823}">
      <dgm:prSet phldrT="[Text]"/>
      <dgm:spPr/>
      <dgm:t>
        <a:bodyPr/>
        <a:lstStyle/>
        <a:p>
          <a:r>
            <a:rPr lang="en-US"/>
            <a:t>VP Sales</a:t>
          </a:r>
        </a:p>
      </dgm:t>
    </dgm:pt>
    <dgm:pt modelId="{2441BA59-94D8-46E9-8CCE-343D5D8AA41F}" type="parTrans" cxnId="{602EBB9A-ED33-45D6-8BED-053CBA5595BD}">
      <dgm:prSet/>
      <dgm:spPr/>
      <dgm:t>
        <a:bodyPr/>
        <a:lstStyle/>
        <a:p>
          <a:endParaRPr lang="en-US"/>
        </a:p>
      </dgm:t>
    </dgm:pt>
    <dgm:pt modelId="{3835DDD6-EC88-43C3-95C0-F913A62F1BAD}" type="sibTrans" cxnId="{602EBB9A-ED33-45D6-8BED-053CBA5595BD}">
      <dgm:prSet/>
      <dgm:spPr/>
      <dgm:t>
        <a:bodyPr/>
        <a:lstStyle/>
        <a:p>
          <a:endParaRPr lang="en-US"/>
        </a:p>
      </dgm:t>
    </dgm:pt>
    <dgm:pt modelId="{283A8D1A-16A4-40E9-B171-1640B83AD06C}">
      <dgm:prSet phldrT="[Text]"/>
      <dgm:spPr/>
      <dgm:t>
        <a:bodyPr/>
        <a:lstStyle/>
        <a:p>
          <a:r>
            <a:rPr lang="en-US"/>
            <a:t>Team A</a:t>
          </a:r>
        </a:p>
      </dgm:t>
    </dgm:pt>
    <dgm:pt modelId="{BB5BCCDD-AEB8-4E25-B40A-3B5EEB5802F5}" type="parTrans" cxnId="{0F41A67D-0747-4ECC-93B8-282102764FC6}">
      <dgm:prSet/>
      <dgm:spPr/>
      <dgm:t>
        <a:bodyPr/>
        <a:lstStyle/>
        <a:p>
          <a:endParaRPr lang="en-US"/>
        </a:p>
      </dgm:t>
    </dgm:pt>
    <dgm:pt modelId="{7DC62F77-9B85-4377-A63A-1F6B76B04566}" type="sibTrans" cxnId="{0F41A67D-0747-4ECC-93B8-282102764FC6}">
      <dgm:prSet/>
      <dgm:spPr/>
      <dgm:t>
        <a:bodyPr/>
        <a:lstStyle/>
        <a:p>
          <a:endParaRPr lang="en-US"/>
        </a:p>
      </dgm:t>
    </dgm:pt>
    <dgm:pt modelId="{EE2E8135-5AB0-4059-8B85-1DEDA777E490}">
      <dgm:prSet phldrT="[Text]"/>
      <dgm:spPr/>
      <dgm:t>
        <a:bodyPr/>
        <a:lstStyle/>
        <a:p>
          <a:r>
            <a:rPr lang="en-US"/>
            <a:t>Team B</a:t>
          </a:r>
        </a:p>
      </dgm:t>
    </dgm:pt>
    <dgm:pt modelId="{4683D90C-14AD-4C6E-9DA2-6CEC4FBC5FEC}" type="parTrans" cxnId="{9AB38DE1-99C9-4E3A-9F58-BF0490EBDF18}">
      <dgm:prSet/>
      <dgm:spPr/>
      <dgm:t>
        <a:bodyPr/>
        <a:lstStyle/>
        <a:p>
          <a:endParaRPr lang="en-US"/>
        </a:p>
      </dgm:t>
    </dgm:pt>
    <dgm:pt modelId="{B1E20E79-89D7-4063-B74A-10E11F1FD921}" type="sibTrans" cxnId="{9AB38DE1-99C9-4E3A-9F58-BF0490EBDF18}">
      <dgm:prSet/>
      <dgm:spPr/>
      <dgm:t>
        <a:bodyPr/>
        <a:lstStyle/>
        <a:p>
          <a:endParaRPr lang="en-US"/>
        </a:p>
      </dgm:t>
    </dgm:pt>
    <dgm:pt modelId="{597B7185-480D-4AEC-BCE1-0DB15C5D6830}">
      <dgm:prSet phldrT="[Text]" phldr="1"/>
      <dgm:spPr/>
      <dgm:t>
        <a:bodyPr/>
        <a:lstStyle/>
        <a:p>
          <a:endParaRPr lang="en-US"/>
        </a:p>
      </dgm:t>
    </dgm:pt>
    <dgm:pt modelId="{8E2B6EE5-483A-4B5E-B662-EF1B5989E253}" type="parTrans" cxnId="{0C62D8E7-4C81-48F9-A5FA-A124F439C071}">
      <dgm:prSet/>
      <dgm:spPr/>
      <dgm:t>
        <a:bodyPr/>
        <a:lstStyle/>
        <a:p>
          <a:endParaRPr lang="en-US"/>
        </a:p>
      </dgm:t>
    </dgm:pt>
    <dgm:pt modelId="{26239548-C9AC-4D24-B431-19E66CA8BF28}" type="sibTrans" cxnId="{0C62D8E7-4C81-48F9-A5FA-A124F439C071}">
      <dgm:prSet/>
      <dgm:spPr/>
      <dgm:t>
        <a:bodyPr/>
        <a:lstStyle/>
        <a:p>
          <a:endParaRPr lang="en-US"/>
        </a:p>
      </dgm:t>
    </dgm:pt>
    <dgm:pt modelId="{BAB6026C-D37F-4314-A870-0745D68F57A4}" type="pres">
      <dgm:prSet presAssocID="{79388642-0EAF-4E2F-A802-266869290AD2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2B83477-F4F2-4361-901E-431FD8C1D638}" type="pres">
      <dgm:prSet presAssocID="{65EFA916-F4CB-4328-9632-44E8FC57C2CB}" presName="hierRoot1" presStyleCnt="0"/>
      <dgm:spPr/>
    </dgm:pt>
    <dgm:pt modelId="{25A501D4-2CB6-4F8F-B48E-7151D8F5C496}" type="pres">
      <dgm:prSet presAssocID="{65EFA916-F4CB-4328-9632-44E8FC57C2CB}" presName="composite" presStyleCnt="0"/>
      <dgm:spPr/>
    </dgm:pt>
    <dgm:pt modelId="{0BE1BBFB-FBCE-41AC-A775-6D39FEF145D0}" type="pres">
      <dgm:prSet presAssocID="{65EFA916-F4CB-4328-9632-44E8FC57C2CB}" presName="background" presStyleLbl="node0" presStyleIdx="0" presStyleCnt="1"/>
      <dgm:spPr/>
    </dgm:pt>
    <dgm:pt modelId="{F02CC474-8116-4058-A9F9-2D39BF6A5BAB}" type="pres">
      <dgm:prSet presAssocID="{65EFA916-F4CB-4328-9632-44E8FC57C2CB}" presName="text" presStyleLbl="fgAcc0" presStyleIdx="0" presStyleCnt="1">
        <dgm:presLayoutVars>
          <dgm:chPref val="3"/>
        </dgm:presLayoutVars>
      </dgm:prSet>
      <dgm:spPr/>
    </dgm:pt>
    <dgm:pt modelId="{3F8994E9-AEC2-49F1-9445-12F9118835AB}" type="pres">
      <dgm:prSet presAssocID="{65EFA916-F4CB-4328-9632-44E8FC57C2CB}" presName="hierChild2" presStyleCnt="0"/>
      <dgm:spPr/>
    </dgm:pt>
    <dgm:pt modelId="{0BCAF5AD-23C1-4DAD-9FE1-6F5B749DFCD6}" type="pres">
      <dgm:prSet presAssocID="{028EBD24-BA10-4383-8FEC-C7DDC135353B}" presName="Name10" presStyleLbl="parChTrans1D2" presStyleIdx="0" presStyleCnt="2"/>
      <dgm:spPr/>
    </dgm:pt>
    <dgm:pt modelId="{F601C302-0DEF-449C-98B0-3035ED8F8754}" type="pres">
      <dgm:prSet presAssocID="{2FC48FB4-13F4-44E0-BC73-0049AD413A5A}" presName="hierRoot2" presStyleCnt="0"/>
      <dgm:spPr/>
    </dgm:pt>
    <dgm:pt modelId="{6516ED9B-D82E-42B9-91A0-4EFB1479B548}" type="pres">
      <dgm:prSet presAssocID="{2FC48FB4-13F4-44E0-BC73-0049AD413A5A}" presName="composite2" presStyleCnt="0"/>
      <dgm:spPr/>
    </dgm:pt>
    <dgm:pt modelId="{05322A62-A90B-42FB-A3A7-A9672D219FD2}" type="pres">
      <dgm:prSet presAssocID="{2FC48FB4-13F4-44E0-BC73-0049AD413A5A}" presName="background2" presStyleLbl="node2" presStyleIdx="0" presStyleCnt="2"/>
      <dgm:spPr/>
    </dgm:pt>
    <dgm:pt modelId="{F646BD1E-CAC2-4EE6-9DD7-78EAA6F49185}" type="pres">
      <dgm:prSet presAssocID="{2FC48FB4-13F4-44E0-BC73-0049AD413A5A}" presName="text2" presStyleLbl="fgAcc2" presStyleIdx="0" presStyleCnt="2">
        <dgm:presLayoutVars>
          <dgm:chPref val="3"/>
        </dgm:presLayoutVars>
      </dgm:prSet>
      <dgm:spPr/>
    </dgm:pt>
    <dgm:pt modelId="{4DDABE09-B4AD-48E5-A717-55E960AB0A70}" type="pres">
      <dgm:prSet presAssocID="{2FC48FB4-13F4-44E0-BC73-0049AD413A5A}" presName="hierChild3" presStyleCnt="0"/>
      <dgm:spPr/>
    </dgm:pt>
    <dgm:pt modelId="{245EAD38-A8D3-48CF-A066-1CB2998A0B93}" type="pres">
      <dgm:prSet presAssocID="{2441BA59-94D8-46E9-8CCE-343D5D8AA41F}" presName="Name17" presStyleLbl="parChTrans1D3" presStyleIdx="0" presStyleCnt="3"/>
      <dgm:spPr/>
    </dgm:pt>
    <dgm:pt modelId="{6D2B44FF-A3AC-4AD7-B967-7A65D9115EFE}" type="pres">
      <dgm:prSet presAssocID="{BFF302D9-C8C7-4361-982D-22D2864DB823}" presName="hierRoot3" presStyleCnt="0"/>
      <dgm:spPr/>
    </dgm:pt>
    <dgm:pt modelId="{A5508377-99DE-4090-9F9D-05FF6AC5AD01}" type="pres">
      <dgm:prSet presAssocID="{BFF302D9-C8C7-4361-982D-22D2864DB823}" presName="composite3" presStyleCnt="0"/>
      <dgm:spPr/>
    </dgm:pt>
    <dgm:pt modelId="{24404DBE-8EDF-4BDF-BEDF-8997A3AE5F2E}" type="pres">
      <dgm:prSet presAssocID="{BFF302D9-C8C7-4361-982D-22D2864DB823}" presName="background3" presStyleLbl="node3" presStyleIdx="0" presStyleCnt="3"/>
      <dgm:spPr/>
    </dgm:pt>
    <dgm:pt modelId="{9397E56D-5800-4869-854C-F571BA1071AE}" type="pres">
      <dgm:prSet presAssocID="{BFF302D9-C8C7-4361-982D-22D2864DB823}" presName="text3" presStyleLbl="fgAcc3" presStyleIdx="0" presStyleCnt="3">
        <dgm:presLayoutVars>
          <dgm:chPref val="3"/>
        </dgm:presLayoutVars>
      </dgm:prSet>
      <dgm:spPr/>
    </dgm:pt>
    <dgm:pt modelId="{AED2EA0B-E601-4CBE-9ECF-7CFE4FAC8B5F}" type="pres">
      <dgm:prSet presAssocID="{BFF302D9-C8C7-4361-982D-22D2864DB823}" presName="hierChild4" presStyleCnt="0"/>
      <dgm:spPr/>
    </dgm:pt>
    <dgm:pt modelId="{E3621F0B-7C2E-4163-8157-87B0E44361AB}" type="pres">
      <dgm:prSet presAssocID="{BB5BCCDD-AEB8-4E25-B40A-3B5EEB5802F5}" presName="Name17" presStyleLbl="parChTrans1D3" presStyleIdx="1" presStyleCnt="3"/>
      <dgm:spPr/>
    </dgm:pt>
    <dgm:pt modelId="{ADF09ADD-1EE7-495F-A3A2-57BCA38BBFD6}" type="pres">
      <dgm:prSet presAssocID="{283A8D1A-16A4-40E9-B171-1640B83AD06C}" presName="hierRoot3" presStyleCnt="0"/>
      <dgm:spPr/>
    </dgm:pt>
    <dgm:pt modelId="{D705B4FA-5B0C-46D0-9C75-B7125A713549}" type="pres">
      <dgm:prSet presAssocID="{283A8D1A-16A4-40E9-B171-1640B83AD06C}" presName="composite3" presStyleCnt="0"/>
      <dgm:spPr/>
    </dgm:pt>
    <dgm:pt modelId="{5095226C-4F2D-4152-9C7B-BD8AE7F57E06}" type="pres">
      <dgm:prSet presAssocID="{283A8D1A-16A4-40E9-B171-1640B83AD06C}" presName="background3" presStyleLbl="node3" presStyleIdx="1" presStyleCnt="3"/>
      <dgm:spPr/>
    </dgm:pt>
    <dgm:pt modelId="{14B75130-27AA-407A-86BF-D031C83EC2A6}" type="pres">
      <dgm:prSet presAssocID="{283A8D1A-16A4-40E9-B171-1640B83AD06C}" presName="text3" presStyleLbl="fgAcc3" presStyleIdx="1" presStyleCnt="3">
        <dgm:presLayoutVars>
          <dgm:chPref val="3"/>
        </dgm:presLayoutVars>
      </dgm:prSet>
      <dgm:spPr/>
    </dgm:pt>
    <dgm:pt modelId="{5FFEE521-1FB0-4CCE-A231-71647E2005C6}" type="pres">
      <dgm:prSet presAssocID="{283A8D1A-16A4-40E9-B171-1640B83AD06C}" presName="hierChild4" presStyleCnt="0"/>
      <dgm:spPr/>
    </dgm:pt>
    <dgm:pt modelId="{0DA2F996-0828-4E5A-A21B-82A106A889F4}" type="pres">
      <dgm:prSet presAssocID="{4683D90C-14AD-4C6E-9DA2-6CEC4FBC5FEC}" presName="Name10" presStyleLbl="parChTrans1D2" presStyleIdx="1" presStyleCnt="2"/>
      <dgm:spPr/>
    </dgm:pt>
    <dgm:pt modelId="{FFD268A8-4D4F-4131-AAD1-7216CC71597E}" type="pres">
      <dgm:prSet presAssocID="{EE2E8135-5AB0-4059-8B85-1DEDA777E490}" presName="hierRoot2" presStyleCnt="0"/>
      <dgm:spPr/>
    </dgm:pt>
    <dgm:pt modelId="{8C6CE023-7E61-407A-AA06-31FA699654DD}" type="pres">
      <dgm:prSet presAssocID="{EE2E8135-5AB0-4059-8B85-1DEDA777E490}" presName="composite2" presStyleCnt="0"/>
      <dgm:spPr/>
    </dgm:pt>
    <dgm:pt modelId="{94A64E93-D805-47A4-A450-FECD83DC4177}" type="pres">
      <dgm:prSet presAssocID="{EE2E8135-5AB0-4059-8B85-1DEDA777E490}" presName="background2" presStyleLbl="node2" presStyleIdx="1" presStyleCnt="2"/>
      <dgm:spPr/>
    </dgm:pt>
    <dgm:pt modelId="{9F71260C-3F8E-469F-BC49-010FE3AB107B}" type="pres">
      <dgm:prSet presAssocID="{EE2E8135-5AB0-4059-8B85-1DEDA777E490}" presName="text2" presStyleLbl="fgAcc2" presStyleIdx="1" presStyleCnt="2">
        <dgm:presLayoutVars>
          <dgm:chPref val="3"/>
        </dgm:presLayoutVars>
      </dgm:prSet>
      <dgm:spPr/>
    </dgm:pt>
    <dgm:pt modelId="{C42A27B2-7AC2-4395-B129-514527ADD4BF}" type="pres">
      <dgm:prSet presAssocID="{EE2E8135-5AB0-4059-8B85-1DEDA777E490}" presName="hierChild3" presStyleCnt="0"/>
      <dgm:spPr/>
    </dgm:pt>
    <dgm:pt modelId="{A6510676-1A01-42CD-8158-6BA4FC0D710D}" type="pres">
      <dgm:prSet presAssocID="{8E2B6EE5-483A-4B5E-B662-EF1B5989E253}" presName="Name17" presStyleLbl="parChTrans1D3" presStyleIdx="2" presStyleCnt="3"/>
      <dgm:spPr/>
    </dgm:pt>
    <dgm:pt modelId="{E1658DD4-F2B9-4437-BD51-1FC086F5EF24}" type="pres">
      <dgm:prSet presAssocID="{597B7185-480D-4AEC-BCE1-0DB15C5D6830}" presName="hierRoot3" presStyleCnt="0"/>
      <dgm:spPr/>
    </dgm:pt>
    <dgm:pt modelId="{95B8DF09-B040-4C81-80EA-F90A69E44515}" type="pres">
      <dgm:prSet presAssocID="{597B7185-480D-4AEC-BCE1-0DB15C5D6830}" presName="composite3" presStyleCnt="0"/>
      <dgm:spPr/>
    </dgm:pt>
    <dgm:pt modelId="{D3988071-688D-4F20-BF8A-D9A4FC124978}" type="pres">
      <dgm:prSet presAssocID="{597B7185-480D-4AEC-BCE1-0DB15C5D6830}" presName="background3" presStyleLbl="node3" presStyleIdx="2" presStyleCnt="3"/>
      <dgm:spPr/>
    </dgm:pt>
    <dgm:pt modelId="{B4724564-DE4A-4072-925B-9B74715B76EC}" type="pres">
      <dgm:prSet presAssocID="{597B7185-480D-4AEC-BCE1-0DB15C5D6830}" presName="text3" presStyleLbl="fgAcc3" presStyleIdx="2" presStyleCnt="3">
        <dgm:presLayoutVars>
          <dgm:chPref val="3"/>
        </dgm:presLayoutVars>
      </dgm:prSet>
      <dgm:spPr/>
    </dgm:pt>
    <dgm:pt modelId="{166F9D61-3C24-4AD7-8E6E-2DABACD19EF6}" type="pres">
      <dgm:prSet presAssocID="{597B7185-480D-4AEC-BCE1-0DB15C5D6830}" presName="hierChild4" presStyleCnt="0"/>
      <dgm:spPr/>
    </dgm:pt>
  </dgm:ptLst>
  <dgm:cxnLst>
    <dgm:cxn modelId="{826F020F-167C-408F-AABC-1C718632120E}" type="presOf" srcId="{79388642-0EAF-4E2F-A802-266869290AD2}" destId="{BAB6026C-D37F-4314-A870-0745D68F57A4}" srcOrd="0" destOrd="0" presId="urn:microsoft.com/office/officeart/2005/8/layout/hierarchy1"/>
    <dgm:cxn modelId="{E7335B11-0C39-4A7E-B96E-B18F58AC3733}" type="presOf" srcId="{2441BA59-94D8-46E9-8CCE-343D5D8AA41F}" destId="{245EAD38-A8D3-48CF-A066-1CB2998A0B93}" srcOrd="0" destOrd="0" presId="urn:microsoft.com/office/officeart/2005/8/layout/hierarchy1"/>
    <dgm:cxn modelId="{F73A5B5D-C01C-4FF1-806A-9CC1083635B5}" srcId="{65EFA916-F4CB-4328-9632-44E8FC57C2CB}" destId="{2FC48FB4-13F4-44E0-BC73-0049AD413A5A}" srcOrd="0" destOrd="0" parTransId="{028EBD24-BA10-4383-8FEC-C7DDC135353B}" sibTransId="{B2690F55-263D-4990-BAB5-7A8ACAAA1DEA}"/>
    <dgm:cxn modelId="{9C55C563-3290-47B2-9089-6D4F6D9267B2}" type="presOf" srcId="{2FC48FB4-13F4-44E0-BC73-0049AD413A5A}" destId="{F646BD1E-CAC2-4EE6-9DD7-78EAA6F49185}" srcOrd="0" destOrd="0" presId="urn:microsoft.com/office/officeart/2005/8/layout/hierarchy1"/>
    <dgm:cxn modelId="{40764046-74E8-4736-8858-3A4FB85CF127}" type="presOf" srcId="{4683D90C-14AD-4C6E-9DA2-6CEC4FBC5FEC}" destId="{0DA2F996-0828-4E5A-A21B-82A106A889F4}" srcOrd="0" destOrd="0" presId="urn:microsoft.com/office/officeart/2005/8/layout/hierarchy1"/>
    <dgm:cxn modelId="{9FFD8F67-1DAB-4045-8639-859D6CE500DF}" type="presOf" srcId="{8E2B6EE5-483A-4B5E-B662-EF1B5989E253}" destId="{A6510676-1A01-42CD-8158-6BA4FC0D710D}" srcOrd="0" destOrd="0" presId="urn:microsoft.com/office/officeart/2005/8/layout/hierarchy1"/>
    <dgm:cxn modelId="{5B892A69-AA89-4A6A-9A67-E18F5E55CC80}" type="presOf" srcId="{EE2E8135-5AB0-4059-8B85-1DEDA777E490}" destId="{9F71260C-3F8E-469F-BC49-010FE3AB107B}" srcOrd="0" destOrd="0" presId="urn:microsoft.com/office/officeart/2005/8/layout/hierarchy1"/>
    <dgm:cxn modelId="{0F41A67D-0747-4ECC-93B8-282102764FC6}" srcId="{2FC48FB4-13F4-44E0-BC73-0049AD413A5A}" destId="{283A8D1A-16A4-40E9-B171-1640B83AD06C}" srcOrd="1" destOrd="0" parTransId="{BB5BCCDD-AEB8-4E25-B40A-3B5EEB5802F5}" sibTransId="{7DC62F77-9B85-4377-A63A-1F6B76B04566}"/>
    <dgm:cxn modelId="{8D073A93-7B6E-4839-8FA4-75CF03110075}" type="presOf" srcId="{65EFA916-F4CB-4328-9632-44E8FC57C2CB}" destId="{F02CC474-8116-4058-A9F9-2D39BF6A5BAB}" srcOrd="0" destOrd="0" presId="urn:microsoft.com/office/officeart/2005/8/layout/hierarchy1"/>
    <dgm:cxn modelId="{602EBB9A-ED33-45D6-8BED-053CBA5595BD}" srcId="{2FC48FB4-13F4-44E0-BC73-0049AD413A5A}" destId="{BFF302D9-C8C7-4361-982D-22D2864DB823}" srcOrd="0" destOrd="0" parTransId="{2441BA59-94D8-46E9-8CCE-343D5D8AA41F}" sibTransId="{3835DDD6-EC88-43C3-95C0-F913A62F1BAD}"/>
    <dgm:cxn modelId="{63A6DFA5-A227-4D5A-B951-4E23ABAFB839}" srcId="{79388642-0EAF-4E2F-A802-266869290AD2}" destId="{65EFA916-F4CB-4328-9632-44E8FC57C2CB}" srcOrd="0" destOrd="0" parTransId="{85ED798E-0990-4F39-82AD-0D99BB910D73}" sibTransId="{90C4FE16-2D5F-400A-8F9E-BD061DFE0759}"/>
    <dgm:cxn modelId="{615006A8-A36F-432A-B660-FBD73B034449}" type="presOf" srcId="{028EBD24-BA10-4383-8FEC-C7DDC135353B}" destId="{0BCAF5AD-23C1-4DAD-9FE1-6F5B749DFCD6}" srcOrd="0" destOrd="0" presId="urn:microsoft.com/office/officeart/2005/8/layout/hierarchy1"/>
    <dgm:cxn modelId="{0D3832D2-6D20-4CD9-884D-CA4C64CE5FBC}" type="presOf" srcId="{597B7185-480D-4AEC-BCE1-0DB15C5D6830}" destId="{B4724564-DE4A-4072-925B-9B74715B76EC}" srcOrd="0" destOrd="0" presId="urn:microsoft.com/office/officeart/2005/8/layout/hierarchy1"/>
    <dgm:cxn modelId="{7A5250D3-7779-4C9E-BE45-0F5F7C5EDDA8}" type="presOf" srcId="{BB5BCCDD-AEB8-4E25-B40A-3B5EEB5802F5}" destId="{E3621F0B-7C2E-4163-8157-87B0E44361AB}" srcOrd="0" destOrd="0" presId="urn:microsoft.com/office/officeart/2005/8/layout/hierarchy1"/>
    <dgm:cxn modelId="{ACA9F9D6-9E09-4F1D-8B7E-F9BBD831C5C6}" type="presOf" srcId="{BFF302D9-C8C7-4361-982D-22D2864DB823}" destId="{9397E56D-5800-4869-854C-F571BA1071AE}" srcOrd="0" destOrd="0" presId="urn:microsoft.com/office/officeart/2005/8/layout/hierarchy1"/>
    <dgm:cxn modelId="{9AB38DE1-99C9-4E3A-9F58-BF0490EBDF18}" srcId="{65EFA916-F4CB-4328-9632-44E8FC57C2CB}" destId="{EE2E8135-5AB0-4059-8B85-1DEDA777E490}" srcOrd="1" destOrd="0" parTransId="{4683D90C-14AD-4C6E-9DA2-6CEC4FBC5FEC}" sibTransId="{B1E20E79-89D7-4063-B74A-10E11F1FD921}"/>
    <dgm:cxn modelId="{0C62D8E7-4C81-48F9-A5FA-A124F439C071}" srcId="{EE2E8135-5AB0-4059-8B85-1DEDA777E490}" destId="{597B7185-480D-4AEC-BCE1-0DB15C5D6830}" srcOrd="0" destOrd="0" parTransId="{8E2B6EE5-483A-4B5E-B662-EF1B5989E253}" sibTransId="{26239548-C9AC-4D24-B431-19E66CA8BF28}"/>
    <dgm:cxn modelId="{FD37EDF7-7B95-43FF-9B41-2982CFBDE470}" type="presOf" srcId="{283A8D1A-16A4-40E9-B171-1640B83AD06C}" destId="{14B75130-27AA-407A-86BF-D031C83EC2A6}" srcOrd="0" destOrd="0" presId="urn:microsoft.com/office/officeart/2005/8/layout/hierarchy1"/>
    <dgm:cxn modelId="{E276515A-73E7-422B-9E02-6B30716C35F6}" type="presParOf" srcId="{BAB6026C-D37F-4314-A870-0745D68F57A4}" destId="{42B83477-F4F2-4361-901E-431FD8C1D638}" srcOrd="0" destOrd="0" presId="urn:microsoft.com/office/officeart/2005/8/layout/hierarchy1"/>
    <dgm:cxn modelId="{C2708864-5C04-4872-82D6-C4D6E2613BD6}" type="presParOf" srcId="{42B83477-F4F2-4361-901E-431FD8C1D638}" destId="{25A501D4-2CB6-4F8F-B48E-7151D8F5C496}" srcOrd="0" destOrd="0" presId="urn:microsoft.com/office/officeart/2005/8/layout/hierarchy1"/>
    <dgm:cxn modelId="{BD0F45C8-D377-442C-B6B1-07A8B27889F0}" type="presParOf" srcId="{25A501D4-2CB6-4F8F-B48E-7151D8F5C496}" destId="{0BE1BBFB-FBCE-41AC-A775-6D39FEF145D0}" srcOrd="0" destOrd="0" presId="urn:microsoft.com/office/officeart/2005/8/layout/hierarchy1"/>
    <dgm:cxn modelId="{4DCD14A9-7DC3-423C-86EF-B0A4A4D37592}" type="presParOf" srcId="{25A501D4-2CB6-4F8F-B48E-7151D8F5C496}" destId="{F02CC474-8116-4058-A9F9-2D39BF6A5BAB}" srcOrd="1" destOrd="0" presId="urn:microsoft.com/office/officeart/2005/8/layout/hierarchy1"/>
    <dgm:cxn modelId="{8DA0BB6C-AFAE-4E4C-A6FD-F2DD5EF73034}" type="presParOf" srcId="{42B83477-F4F2-4361-901E-431FD8C1D638}" destId="{3F8994E9-AEC2-49F1-9445-12F9118835AB}" srcOrd="1" destOrd="0" presId="urn:microsoft.com/office/officeart/2005/8/layout/hierarchy1"/>
    <dgm:cxn modelId="{E324DB79-0A81-480C-80E0-2E82DD573A0D}" type="presParOf" srcId="{3F8994E9-AEC2-49F1-9445-12F9118835AB}" destId="{0BCAF5AD-23C1-4DAD-9FE1-6F5B749DFCD6}" srcOrd="0" destOrd="0" presId="urn:microsoft.com/office/officeart/2005/8/layout/hierarchy1"/>
    <dgm:cxn modelId="{78F13134-F236-40AE-9CE2-C46E80C8C50B}" type="presParOf" srcId="{3F8994E9-AEC2-49F1-9445-12F9118835AB}" destId="{F601C302-0DEF-449C-98B0-3035ED8F8754}" srcOrd="1" destOrd="0" presId="urn:microsoft.com/office/officeart/2005/8/layout/hierarchy1"/>
    <dgm:cxn modelId="{DABAFFBA-B2E5-45A5-9A23-042A48111AF4}" type="presParOf" srcId="{F601C302-0DEF-449C-98B0-3035ED8F8754}" destId="{6516ED9B-D82E-42B9-91A0-4EFB1479B548}" srcOrd="0" destOrd="0" presId="urn:microsoft.com/office/officeart/2005/8/layout/hierarchy1"/>
    <dgm:cxn modelId="{C08D448D-F6FC-48EB-9AB4-D843EBFA3FE7}" type="presParOf" srcId="{6516ED9B-D82E-42B9-91A0-4EFB1479B548}" destId="{05322A62-A90B-42FB-A3A7-A9672D219FD2}" srcOrd="0" destOrd="0" presId="urn:microsoft.com/office/officeart/2005/8/layout/hierarchy1"/>
    <dgm:cxn modelId="{309B2389-B703-4081-BDEB-8B4135007802}" type="presParOf" srcId="{6516ED9B-D82E-42B9-91A0-4EFB1479B548}" destId="{F646BD1E-CAC2-4EE6-9DD7-78EAA6F49185}" srcOrd="1" destOrd="0" presId="urn:microsoft.com/office/officeart/2005/8/layout/hierarchy1"/>
    <dgm:cxn modelId="{F6957450-F454-4C93-AE4D-B6E5AD9A3B67}" type="presParOf" srcId="{F601C302-0DEF-449C-98B0-3035ED8F8754}" destId="{4DDABE09-B4AD-48E5-A717-55E960AB0A70}" srcOrd="1" destOrd="0" presId="urn:microsoft.com/office/officeart/2005/8/layout/hierarchy1"/>
    <dgm:cxn modelId="{A2BE0F8F-E93A-47C9-B0A3-838149112DC8}" type="presParOf" srcId="{4DDABE09-B4AD-48E5-A717-55E960AB0A70}" destId="{245EAD38-A8D3-48CF-A066-1CB2998A0B93}" srcOrd="0" destOrd="0" presId="urn:microsoft.com/office/officeart/2005/8/layout/hierarchy1"/>
    <dgm:cxn modelId="{8FA646D6-0520-41B7-97B6-ADC6952E535F}" type="presParOf" srcId="{4DDABE09-B4AD-48E5-A717-55E960AB0A70}" destId="{6D2B44FF-A3AC-4AD7-B967-7A65D9115EFE}" srcOrd="1" destOrd="0" presId="urn:microsoft.com/office/officeart/2005/8/layout/hierarchy1"/>
    <dgm:cxn modelId="{850E4BE9-103F-4F6A-AFA9-797BA8406325}" type="presParOf" srcId="{6D2B44FF-A3AC-4AD7-B967-7A65D9115EFE}" destId="{A5508377-99DE-4090-9F9D-05FF6AC5AD01}" srcOrd="0" destOrd="0" presId="urn:microsoft.com/office/officeart/2005/8/layout/hierarchy1"/>
    <dgm:cxn modelId="{5D1715F5-FB87-4279-816D-4EDF7B16D5D9}" type="presParOf" srcId="{A5508377-99DE-4090-9F9D-05FF6AC5AD01}" destId="{24404DBE-8EDF-4BDF-BEDF-8997A3AE5F2E}" srcOrd="0" destOrd="0" presId="urn:microsoft.com/office/officeart/2005/8/layout/hierarchy1"/>
    <dgm:cxn modelId="{2EDC8A8B-794C-4FFC-B8B8-EA2B0D60DFA8}" type="presParOf" srcId="{A5508377-99DE-4090-9F9D-05FF6AC5AD01}" destId="{9397E56D-5800-4869-854C-F571BA1071AE}" srcOrd="1" destOrd="0" presId="urn:microsoft.com/office/officeart/2005/8/layout/hierarchy1"/>
    <dgm:cxn modelId="{BE934C52-B1B3-433E-9E6A-5BDF5743D1C0}" type="presParOf" srcId="{6D2B44FF-A3AC-4AD7-B967-7A65D9115EFE}" destId="{AED2EA0B-E601-4CBE-9ECF-7CFE4FAC8B5F}" srcOrd="1" destOrd="0" presId="urn:microsoft.com/office/officeart/2005/8/layout/hierarchy1"/>
    <dgm:cxn modelId="{6B5B1122-931C-400E-9A31-6B3360A534D6}" type="presParOf" srcId="{4DDABE09-B4AD-48E5-A717-55E960AB0A70}" destId="{E3621F0B-7C2E-4163-8157-87B0E44361AB}" srcOrd="2" destOrd="0" presId="urn:microsoft.com/office/officeart/2005/8/layout/hierarchy1"/>
    <dgm:cxn modelId="{775C9ED7-99F0-4BCF-942D-D902805C797E}" type="presParOf" srcId="{4DDABE09-B4AD-48E5-A717-55E960AB0A70}" destId="{ADF09ADD-1EE7-495F-A3A2-57BCA38BBFD6}" srcOrd="3" destOrd="0" presId="urn:microsoft.com/office/officeart/2005/8/layout/hierarchy1"/>
    <dgm:cxn modelId="{243440BB-3B20-42AD-A440-41D3CA6C9534}" type="presParOf" srcId="{ADF09ADD-1EE7-495F-A3A2-57BCA38BBFD6}" destId="{D705B4FA-5B0C-46D0-9C75-B7125A713549}" srcOrd="0" destOrd="0" presId="urn:microsoft.com/office/officeart/2005/8/layout/hierarchy1"/>
    <dgm:cxn modelId="{36D10BCD-F51F-49FE-98CD-38530E0B6BC4}" type="presParOf" srcId="{D705B4FA-5B0C-46D0-9C75-B7125A713549}" destId="{5095226C-4F2D-4152-9C7B-BD8AE7F57E06}" srcOrd="0" destOrd="0" presId="urn:microsoft.com/office/officeart/2005/8/layout/hierarchy1"/>
    <dgm:cxn modelId="{8EE64AE5-94A4-4E92-A091-54CF678142E0}" type="presParOf" srcId="{D705B4FA-5B0C-46D0-9C75-B7125A713549}" destId="{14B75130-27AA-407A-86BF-D031C83EC2A6}" srcOrd="1" destOrd="0" presId="urn:microsoft.com/office/officeart/2005/8/layout/hierarchy1"/>
    <dgm:cxn modelId="{6EDD5A22-A374-467A-A8E7-C7F05E6F6AC1}" type="presParOf" srcId="{ADF09ADD-1EE7-495F-A3A2-57BCA38BBFD6}" destId="{5FFEE521-1FB0-4CCE-A231-71647E2005C6}" srcOrd="1" destOrd="0" presId="urn:microsoft.com/office/officeart/2005/8/layout/hierarchy1"/>
    <dgm:cxn modelId="{6CEF54ED-E682-4DE0-A3E9-869D9F7C6DA0}" type="presParOf" srcId="{3F8994E9-AEC2-49F1-9445-12F9118835AB}" destId="{0DA2F996-0828-4E5A-A21B-82A106A889F4}" srcOrd="2" destOrd="0" presId="urn:microsoft.com/office/officeart/2005/8/layout/hierarchy1"/>
    <dgm:cxn modelId="{DEFD7F97-2640-4AC6-B830-78148AF9E06E}" type="presParOf" srcId="{3F8994E9-AEC2-49F1-9445-12F9118835AB}" destId="{FFD268A8-4D4F-4131-AAD1-7216CC71597E}" srcOrd="3" destOrd="0" presId="urn:microsoft.com/office/officeart/2005/8/layout/hierarchy1"/>
    <dgm:cxn modelId="{3E34184D-2A93-4F21-A7F3-9362BA9723C8}" type="presParOf" srcId="{FFD268A8-4D4F-4131-AAD1-7216CC71597E}" destId="{8C6CE023-7E61-407A-AA06-31FA699654DD}" srcOrd="0" destOrd="0" presId="urn:microsoft.com/office/officeart/2005/8/layout/hierarchy1"/>
    <dgm:cxn modelId="{5DC821AD-9FDB-4B58-A648-792BAE0D04D4}" type="presParOf" srcId="{8C6CE023-7E61-407A-AA06-31FA699654DD}" destId="{94A64E93-D805-47A4-A450-FECD83DC4177}" srcOrd="0" destOrd="0" presId="urn:microsoft.com/office/officeart/2005/8/layout/hierarchy1"/>
    <dgm:cxn modelId="{AC74ECFC-9776-4177-BEAE-CB496624ACF9}" type="presParOf" srcId="{8C6CE023-7E61-407A-AA06-31FA699654DD}" destId="{9F71260C-3F8E-469F-BC49-010FE3AB107B}" srcOrd="1" destOrd="0" presId="urn:microsoft.com/office/officeart/2005/8/layout/hierarchy1"/>
    <dgm:cxn modelId="{55104B08-9CA0-4593-8ACB-F84FB1C927A4}" type="presParOf" srcId="{FFD268A8-4D4F-4131-AAD1-7216CC71597E}" destId="{C42A27B2-7AC2-4395-B129-514527ADD4BF}" srcOrd="1" destOrd="0" presId="urn:microsoft.com/office/officeart/2005/8/layout/hierarchy1"/>
    <dgm:cxn modelId="{27C126FC-B666-436B-B16C-AFE3178008A8}" type="presParOf" srcId="{C42A27B2-7AC2-4395-B129-514527ADD4BF}" destId="{A6510676-1A01-42CD-8158-6BA4FC0D710D}" srcOrd="0" destOrd="0" presId="urn:microsoft.com/office/officeart/2005/8/layout/hierarchy1"/>
    <dgm:cxn modelId="{624010EB-5C58-4EA0-9A10-94B4F94560E4}" type="presParOf" srcId="{C42A27B2-7AC2-4395-B129-514527ADD4BF}" destId="{E1658DD4-F2B9-4437-BD51-1FC086F5EF24}" srcOrd="1" destOrd="0" presId="urn:microsoft.com/office/officeart/2005/8/layout/hierarchy1"/>
    <dgm:cxn modelId="{B3941F72-FD48-4DED-81D5-6B519D040124}" type="presParOf" srcId="{E1658DD4-F2B9-4437-BD51-1FC086F5EF24}" destId="{95B8DF09-B040-4C81-80EA-F90A69E44515}" srcOrd="0" destOrd="0" presId="urn:microsoft.com/office/officeart/2005/8/layout/hierarchy1"/>
    <dgm:cxn modelId="{2FB22ED7-78D2-411D-A12B-B406E3156366}" type="presParOf" srcId="{95B8DF09-B040-4C81-80EA-F90A69E44515}" destId="{D3988071-688D-4F20-BF8A-D9A4FC124978}" srcOrd="0" destOrd="0" presId="urn:microsoft.com/office/officeart/2005/8/layout/hierarchy1"/>
    <dgm:cxn modelId="{CB7E40BD-8D70-4A39-B1C7-0069F5BEBA1E}" type="presParOf" srcId="{95B8DF09-B040-4C81-80EA-F90A69E44515}" destId="{B4724564-DE4A-4072-925B-9B74715B76EC}" srcOrd="1" destOrd="0" presId="urn:microsoft.com/office/officeart/2005/8/layout/hierarchy1"/>
    <dgm:cxn modelId="{463778A5-517E-44AA-B43D-F9E6E29C3E8C}" type="presParOf" srcId="{E1658DD4-F2B9-4437-BD51-1FC086F5EF24}" destId="{166F9D61-3C24-4AD7-8E6E-2DABACD19EF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4C3D48B-E2E1-4EF4-9D19-EBA8FB39AFD6}" type="doc">
      <dgm:prSet loTypeId="urn:microsoft.com/office/officeart/2005/8/layout/pyramid1" loCatId="pyramid" qsTypeId="urn:microsoft.com/office/officeart/2005/8/quickstyle/simple1" qsCatId="simple" csTypeId="urn:microsoft.com/office/officeart/2005/8/colors/accent1_2" csCatId="accent1" phldr="1"/>
      <dgm:spPr/>
    </dgm:pt>
    <dgm:pt modelId="{955A6F28-21C7-45E0-86AC-C27A4550C6B7}">
      <dgm:prSet phldrT="[Text]"/>
      <dgm:spPr/>
      <dgm:t>
        <a:bodyPr/>
        <a:lstStyle/>
        <a:p>
          <a:r>
            <a:rPr lang="en-US"/>
            <a:t>Vision</a:t>
          </a:r>
        </a:p>
      </dgm:t>
    </dgm:pt>
    <dgm:pt modelId="{952F12F9-5FA6-4AF2-8EA8-3C1610B29B24}" type="parTrans" cxnId="{E4AF4A5D-7913-43B2-953D-2E7E6B0F4476}">
      <dgm:prSet/>
      <dgm:spPr/>
    </dgm:pt>
    <dgm:pt modelId="{CF051F8E-459A-4DF3-AFD5-1453C348E9BE}" type="sibTrans" cxnId="{E4AF4A5D-7913-43B2-953D-2E7E6B0F4476}">
      <dgm:prSet/>
      <dgm:spPr/>
    </dgm:pt>
    <dgm:pt modelId="{0A31CF16-83AA-414A-BE9F-40F3087A4613}">
      <dgm:prSet phldrT="[Text]"/>
      <dgm:spPr/>
      <dgm:t>
        <a:bodyPr/>
        <a:lstStyle/>
        <a:p>
          <a:r>
            <a:rPr lang="en-US"/>
            <a:t>Strategy</a:t>
          </a:r>
        </a:p>
      </dgm:t>
    </dgm:pt>
    <dgm:pt modelId="{26333BB8-99BD-4524-9387-7CAD92E431A5}" type="parTrans" cxnId="{0E14E415-AC81-4F1D-9F0E-CAD14D2A1D2B}">
      <dgm:prSet/>
      <dgm:spPr/>
    </dgm:pt>
    <dgm:pt modelId="{4AF8619B-1D92-4763-B9E2-00C309A4F6AB}" type="sibTrans" cxnId="{0E14E415-AC81-4F1D-9F0E-CAD14D2A1D2B}">
      <dgm:prSet/>
      <dgm:spPr/>
    </dgm:pt>
    <dgm:pt modelId="{2132E4B9-75CA-4F61-8B28-715E2E89E78F}">
      <dgm:prSet phldrT="[Text]"/>
      <dgm:spPr/>
      <dgm:t>
        <a:bodyPr/>
        <a:lstStyle/>
        <a:p>
          <a:r>
            <a:rPr lang="en-US"/>
            <a:t>Execution</a:t>
          </a:r>
        </a:p>
      </dgm:t>
    </dgm:pt>
    <dgm:pt modelId="{6A9F21F4-0AFA-47D8-9A49-597FB70F53D4}" type="parTrans" cxnId="{83B9D3AE-DEC3-42F8-BCAE-FBD32A2AE0FD}">
      <dgm:prSet/>
      <dgm:spPr/>
    </dgm:pt>
    <dgm:pt modelId="{0097B0AE-6701-4E63-B7AD-457621CB81F5}" type="sibTrans" cxnId="{83B9D3AE-DEC3-42F8-BCAE-FBD32A2AE0FD}">
      <dgm:prSet/>
      <dgm:spPr/>
    </dgm:pt>
    <dgm:pt modelId="{B802C530-ACC3-4D20-B675-9BF0B5ACC0C6}" type="pres">
      <dgm:prSet presAssocID="{94C3D48B-E2E1-4EF4-9D19-EBA8FB39AFD6}" presName="Name0" presStyleCnt="0">
        <dgm:presLayoutVars>
          <dgm:dir/>
          <dgm:animLvl val="lvl"/>
          <dgm:resizeHandles val="exact"/>
        </dgm:presLayoutVars>
      </dgm:prSet>
      <dgm:spPr/>
    </dgm:pt>
    <dgm:pt modelId="{274BFD24-3D84-4EA2-A9A3-29B2BA0C6642}" type="pres">
      <dgm:prSet presAssocID="{955A6F28-21C7-45E0-86AC-C27A4550C6B7}" presName="Name8" presStyleCnt="0"/>
      <dgm:spPr/>
    </dgm:pt>
    <dgm:pt modelId="{3F011AA8-5457-4E7F-8145-78E3B2E72C88}" type="pres">
      <dgm:prSet presAssocID="{955A6F28-21C7-45E0-86AC-C27A4550C6B7}" presName="level" presStyleLbl="node1" presStyleIdx="0" presStyleCnt="3">
        <dgm:presLayoutVars>
          <dgm:chMax val="1"/>
          <dgm:bulletEnabled val="1"/>
        </dgm:presLayoutVars>
      </dgm:prSet>
      <dgm:spPr/>
    </dgm:pt>
    <dgm:pt modelId="{DBEACF34-A957-4965-9CC9-B8E08E7D9F28}" type="pres">
      <dgm:prSet presAssocID="{955A6F28-21C7-45E0-86AC-C27A4550C6B7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ED0C24B1-9A73-4712-A905-728C724CAC60}" type="pres">
      <dgm:prSet presAssocID="{0A31CF16-83AA-414A-BE9F-40F3087A4613}" presName="Name8" presStyleCnt="0"/>
      <dgm:spPr/>
    </dgm:pt>
    <dgm:pt modelId="{37038C7D-0D34-47C7-89F6-D3E37FDE9BBC}" type="pres">
      <dgm:prSet presAssocID="{0A31CF16-83AA-414A-BE9F-40F3087A4613}" presName="level" presStyleLbl="node1" presStyleIdx="1" presStyleCnt="3">
        <dgm:presLayoutVars>
          <dgm:chMax val="1"/>
          <dgm:bulletEnabled val="1"/>
        </dgm:presLayoutVars>
      </dgm:prSet>
      <dgm:spPr/>
    </dgm:pt>
    <dgm:pt modelId="{85976220-6444-44FD-8187-CEA83E10A2A6}" type="pres">
      <dgm:prSet presAssocID="{0A31CF16-83AA-414A-BE9F-40F3087A461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3831D4A-156B-4E45-9E01-AAB52E479C42}" type="pres">
      <dgm:prSet presAssocID="{2132E4B9-75CA-4F61-8B28-715E2E89E78F}" presName="Name8" presStyleCnt="0"/>
      <dgm:spPr/>
    </dgm:pt>
    <dgm:pt modelId="{D73CBC4F-9881-4B92-A4B4-1EF98F32FF9F}" type="pres">
      <dgm:prSet presAssocID="{2132E4B9-75CA-4F61-8B28-715E2E89E78F}" presName="level" presStyleLbl="node1" presStyleIdx="2" presStyleCnt="3">
        <dgm:presLayoutVars>
          <dgm:chMax val="1"/>
          <dgm:bulletEnabled val="1"/>
        </dgm:presLayoutVars>
      </dgm:prSet>
      <dgm:spPr/>
    </dgm:pt>
    <dgm:pt modelId="{D551F946-B51F-4626-B019-16E3DA5D4EDE}" type="pres">
      <dgm:prSet presAssocID="{2132E4B9-75CA-4F61-8B28-715E2E89E78F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7AC09600-19E3-439C-85EC-6C5EE2D74381}" type="presOf" srcId="{955A6F28-21C7-45E0-86AC-C27A4550C6B7}" destId="{3F011AA8-5457-4E7F-8145-78E3B2E72C88}" srcOrd="0" destOrd="0" presId="urn:microsoft.com/office/officeart/2005/8/layout/pyramid1"/>
    <dgm:cxn modelId="{0E14E415-AC81-4F1D-9F0E-CAD14D2A1D2B}" srcId="{94C3D48B-E2E1-4EF4-9D19-EBA8FB39AFD6}" destId="{0A31CF16-83AA-414A-BE9F-40F3087A4613}" srcOrd="1" destOrd="0" parTransId="{26333BB8-99BD-4524-9387-7CAD92E431A5}" sibTransId="{4AF8619B-1D92-4763-B9E2-00C309A4F6AB}"/>
    <dgm:cxn modelId="{E4AF4A5D-7913-43B2-953D-2E7E6B0F4476}" srcId="{94C3D48B-E2E1-4EF4-9D19-EBA8FB39AFD6}" destId="{955A6F28-21C7-45E0-86AC-C27A4550C6B7}" srcOrd="0" destOrd="0" parTransId="{952F12F9-5FA6-4AF2-8EA8-3C1610B29B24}" sibTransId="{CF051F8E-459A-4DF3-AFD5-1453C348E9BE}"/>
    <dgm:cxn modelId="{E703F866-9AE3-4CED-97E2-954E9239B391}" type="presOf" srcId="{94C3D48B-E2E1-4EF4-9D19-EBA8FB39AFD6}" destId="{B802C530-ACC3-4D20-B675-9BF0B5ACC0C6}" srcOrd="0" destOrd="0" presId="urn:microsoft.com/office/officeart/2005/8/layout/pyramid1"/>
    <dgm:cxn modelId="{8CDA4B56-3759-4632-875E-2EA7FB52400D}" type="presOf" srcId="{0A31CF16-83AA-414A-BE9F-40F3087A4613}" destId="{85976220-6444-44FD-8187-CEA83E10A2A6}" srcOrd="1" destOrd="0" presId="urn:microsoft.com/office/officeart/2005/8/layout/pyramid1"/>
    <dgm:cxn modelId="{EA90A779-C5D3-4E38-A4B8-76362FD53F2A}" type="presOf" srcId="{2132E4B9-75CA-4F61-8B28-715E2E89E78F}" destId="{D551F946-B51F-4626-B019-16E3DA5D4EDE}" srcOrd="1" destOrd="0" presId="urn:microsoft.com/office/officeart/2005/8/layout/pyramid1"/>
    <dgm:cxn modelId="{0951A881-FA5A-4082-9CCC-1C3A24DC66FC}" type="presOf" srcId="{955A6F28-21C7-45E0-86AC-C27A4550C6B7}" destId="{DBEACF34-A957-4965-9CC9-B8E08E7D9F28}" srcOrd="1" destOrd="0" presId="urn:microsoft.com/office/officeart/2005/8/layout/pyramid1"/>
    <dgm:cxn modelId="{33936385-7B2F-488D-9088-08621F38A1D9}" type="presOf" srcId="{0A31CF16-83AA-414A-BE9F-40F3087A4613}" destId="{37038C7D-0D34-47C7-89F6-D3E37FDE9BBC}" srcOrd="0" destOrd="0" presId="urn:microsoft.com/office/officeart/2005/8/layout/pyramid1"/>
    <dgm:cxn modelId="{83B9D3AE-DEC3-42F8-BCAE-FBD32A2AE0FD}" srcId="{94C3D48B-E2E1-4EF4-9D19-EBA8FB39AFD6}" destId="{2132E4B9-75CA-4F61-8B28-715E2E89E78F}" srcOrd="2" destOrd="0" parTransId="{6A9F21F4-0AFA-47D8-9A49-597FB70F53D4}" sibTransId="{0097B0AE-6701-4E63-B7AD-457621CB81F5}"/>
    <dgm:cxn modelId="{DD5E8DDA-000C-4933-9C40-660987C7B245}" type="presOf" srcId="{2132E4B9-75CA-4F61-8B28-715E2E89E78F}" destId="{D73CBC4F-9881-4B92-A4B4-1EF98F32FF9F}" srcOrd="0" destOrd="0" presId="urn:microsoft.com/office/officeart/2005/8/layout/pyramid1"/>
    <dgm:cxn modelId="{A500E2B8-5C06-467E-B550-99DEEA67623F}" type="presParOf" srcId="{B802C530-ACC3-4D20-B675-9BF0B5ACC0C6}" destId="{274BFD24-3D84-4EA2-A9A3-29B2BA0C6642}" srcOrd="0" destOrd="0" presId="urn:microsoft.com/office/officeart/2005/8/layout/pyramid1"/>
    <dgm:cxn modelId="{A10DB9F3-437B-491B-9FBF-81818B0EDFE5}" type="presParOf" srcId="{274BFD24-3D84-4EA2-A9A3-29B2BA0C6642}" destId="{3F011AA8-5457-4E7F-8145-78E3B2E72C88}" srcOrd="0" destOrd="0" presId="urn:microsoft.com/office/officeart/2005/8/layout/pyramid1"/>
    <dgm:cxn modelId="{0C59D00D-579B-4D1B-A5A8-9AC6E9B89E65}" type="presParOf" srcId="{274BFD24-3D84-4EA2-A9A3-29B2BA0C6642}" destId="{DBEACF34-A957-4965-9CC9-B8E08E7D9F28}" srcOrd="1" destOrd="0" presId="urn:microsoft.com/office/officeart/2005/8/layout/pyramid1"/>
    <dgm:cxn modelId="{971C99D3-5163-4132-996A-501B0B43CB4A}" type="presParOf" srcId="{B802C530-ACC3-4D20-B675-9BF0B5ACC0C6}" destId="{ED0C24B1-9A73-4712-A905-728C724CAC60}" srcOrd="1" destOrd="0" presId="urn:microsoft.com/office/officeart/2005/8/layout/pyramid1"/>
    <dgm:cxn modelId="{9B41A8BA-11E5-442D-931E-B89A0A0DA711}" type="presParOf" srcId="{ED0C24B1-9A73-4712-A905-728C724CAC60}" destId="{37038C7D-0D34-47C7-89F6-D3E37FDE9BBC}" srcOrd="0" destOrd="0" presId="urn:microsoft.com/office/officeart/2005/8/layout/pyramid1"/>
    <dgm:cxn modelId="{2D6F5C16-1F2D-42B5-BD2E-2E3C508286ED}" type="presParOf" srcId="{ED0C24B1-9A73-4712-A905-728C724CAC60}" destId="{85976220-6444-44FD-8187-CEA83E10A2A6}" srcOrd="1" destOrd="0" presId="urn:microsoft.com/office/officeart/2005/8/layout/pyramid1"/>
    <dgm:cxn modelId="{97799F41-2421-4B9D-84A9-C043A45516E0}" type="presParOf" srcId="{B802C530-ACC3-4D20-B675-9BF0B5ACC0C6}" destId="{63831D4A-156B-4E45-9E01-AAB52E479C42}" srcOrd="2" destOrd="0" presId="urn:microsoft.com/office/officeart/2005/8/layout/pyramid1"/>
    <dgm:cxn modelId="{3BE59338-AF96-4C68-AE85-775CB9BB114B}" type="presParOf" srcId="{63831D4A-156B-4E45-9E01-AAB52E479C42}" destId="{D73CBC4F-9881-4B92-A4B4-1EF98F32FF9F}" srcOrd="0" destOrd="0" presId="urn:microsoft.com/office/officeart/2005/8/layout/pyramid1"/>
    <dgm:cxn modelId="{ADDC9172-974F-42F2-A633-285B017D58B3}" type="presParOf" srcId="{63831D4A-156B-4E45-9E01-AAB52E479C42}" destId="{D551F946-B51F-4626-B019-16E3DA5D4EDE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6761AC-9FCE-4A87-89D1-DDB271BB1110}">
      <dsp:nvSpPr>
        <dsp:cNvPr id="0" name=""/>
        <dsp:cNvSpPr/>
      </dsp:nvSpPr>
      <dsp:spPr>
        <a:xfrm>
          <a:off x="9487" y="736761"/>
          <a:ext cx="2835795" cy="17014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/>
            <a:t>Discover</a:t>
          </a:r>
        </a:p>
      </dsp:txBody>
      <dsp:txXfrm>
        <a:off x="59322" y="786596"/>
        <a:ext cx="2736125" cy="1601807"/>
      </dsp:txXfrm>
    </dsp:sp>
    <dsp:sp modelId="{DB350019-E4EE-498A-8135-444255E0FDD6}">
      <dsp:nvSpPr>
        <dsp:cNvPr id="0" name=""/>
        <dsp:cNvSpPr/>
      </dsp:nvSpPr>
      <dsp:spPr>
        <a:xfrm>
          <a:off x="3128863" y="1235861"/>
          <a:ext cx="601188" cy="70327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0" kern="1200"/>
        </a:p>
      </dsp:txBody>
      <dsp:txXfrm>
        <a:off x="3128863" y="1376516"/>
        <a:ext cx="420832" cy="421967"/>
      </dsp:txXfrm>
    </dsp:sp>
    <dsp:sp modelId="{83F19980-0236-44C2-949E-8E8F0EB820E8}">
      <dsp:nvSpPr>
        <dsp:cNvPr id="0" name=""/>
        <dsp:cNvSpPr/>
      </dsp:nvSpPr>
      <dsp:spPr>
        <a:xfrm>
          <a:off x="3979602" y="736761"/>
          <a:ext cx="2835795" cy="17014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/>
            <a:t>Design</a:t>
          </a:r>
        </a:p>
      </dsp:txBody>
      <dsp:txXfrm>
        <a:off x="4029437" y="786596"/>
        <a:ext cx="2736125" cy="1601807"/>
      </dsp:txXfrm>
    </dsp:sp>
    <dsp:sp modelId="{74F71556-29D0-49D0-9F9A-6B16D479A047}">
      <dsp:nvSpPr>
        <dsp:cNvPr id="0" name=""/>
        <dsp:cNvSpPr/>
      </dsp:nvSpPr>
      <dsp:spPr>
        <a:xfrm>
          <a:off x="7098977" y="1235861"/>
          <a:ext cx="601188" cy="70327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0" kern="1200"/>
        </a:p>
      </dsp:txBody>
      <dsp:txXfrm>
        <a:off x="7098977" y="1376516"/>
        <a:ext cx="420832" cy="421967"/>
      </dsp:txXfrm>
    </dsp:sp>
    <dsp:sp modelId="{F9AE02A7-59CC-4AA5-8A0A-8E6A59CFEBD9}">
      <dsp:nvSpPr>
        <dsp:cNvPr id="0" name=""/>
        <dsp:cNvSpPr/>
      </dsp:nvSpPr>
      <dsp:spPr>
        <a:xfrm>
          <a:off x="7949716" y="736761"/>
          <a:ext cx="2835795" cy="17014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/>
            <a:t>Build</a:t>
          </a:r>
        </a:p>
      </dsp:txBody>
      <dsp:txXfrm>
        <a:off x="7999551" y="786596"/>
        <a:ext cx="2736125" cy="160180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40CBC0-B99C-42A9-ABEE-E0EA9EF0A124}">
      <dsp:nvSpPr>
        <dsp:cNvPr id="0" name=""/>
        <dsp:cNvSpPr/>
      </dsp:nvSpPr>
      <dsp:spPr>
        <a:xfrm>
          <a:off x="2851918" y="2253"/>
          <a:ext cx="1916162" cy="191616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Plan</a:t>
          </a:r>
        </a:p>
      </dsp:txBody>
      <dsp:txXfrm>
        <a:off x="3132533" y="282868"/>
        <a:ext cx="1354932" cy="1354932"/>
      </dsp:txXfrm>
    </dsp:sp>
    <dsp:sp modelId="{3E773F27-F06F-4E2D-B812-00B2C879508B}">
      <dsp:nvSpPr>
        <dsp:cNvPr id="0" name=""/>
        <dsp:cNvSpPr/>
      </dsp:nvSpPr>
      <dsp:spPr>
        <a:xfrm rot="2160000">
          <a:off x="4707661" y="1474425"/>
          <a:ext cx="509961" cy="64670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4722270" y="1558804"/>
        <a:ext cx="356973" cy="388022"/>
      </dsp:txXfrm>
    </dsp:sp>
    <dsp:sp modelId="{72F649E3-3E3F-4E64-BBCB-21620A016141}">
      <dsp:nvSpPr>
        <dsp:cNvPr id="0" name=""/>
        <dsp:cNvSpPr/>
      </dsp:nvSpPr>
      <dsp:spPr>
        <a:xfrm>
          <a:off x="5180556" y="1694107"/>
          <a:ext cx="1916162" cy="191616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Do</a:t>
          </a:r>
        </a:p>
      </dsp:txBody>
      <dsp:txXfrm>
        <a:off x="5461171" y="1974722"/>
        <a:ext cx="1354932" cy="1354932"/>
      </dsp:txXfrm>
    </dsp:sp>
    <dsp:sp modelId="{1FFB8890-584A-4D86-958B-4C7FF8BE25FC}">
      <dsp:nvSpPr>
        <dsp:cNvPr id="0" name=""/>
        <dsp:cNvSpPr/>
      </dsp:nvSpPr>
      <dsp:spPr>
        <a:xfrm rot="6480000">
          <a:off x="5443386" y="3683848"/>
          <a:ext cx="509961" cy="64670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 rot="10800000">
        <a:off x="5543518" y="3740439"/>
        <a:ext cx="356973" cy="388022"/>
      </dsp:txXfrm>
    </dsp:sp>
    <dsp:sp modelId="{5899C58D-B067-4292-863B-18DEB772E4A8}">
      <dsp:nvSpPr>
        <dsp:cNvPr id="0" name=""/>
        <dsp:cNvSpPr/>
      </dsp:nvSpPr>
      <dsp:spPr>
        <a:xfrm>
          <a:off x="4291096" y="4431584"/>
          <a:ext cx="1916162" cy="191616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Check</a:t>
          </a:r>
        </a:p>
      </dsp:txBody>
      <dsp:txXfrm>
        <a:off x="4571711" y="4712199"/>
        <a:ext cx="1354932" cy="1354932"/>
      </dsp:txXfrm>
    </dsp:sp>
    <dsp:sp modelId="{AEA51873-2264-48DF-8661-79A86AF7D9E7}">
      <dsp:nvSpPr>
        <dsp:cNvPr id="0" name=""/>
        <dsp:cNvSpPr/>
      </dsp:nvSpPr>
      <dsp:spPr>
        <a:xfrm rot="10800000">
          <a:off x="3569451" y="5066313"/>
          <a:ext cx="509961" cy="64670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 rot="10800000">
        <a:off x="3722439" y="5195654"/>
        <a:ext cx="356973" cy="388022"/>
      </dsp:txXfrm>
    </dsp:sp>
    <dsp:sp modelId="{9E9DF0E9-471B-4C28-881D-5B36FC680E5B}">
      <dsp:nvSpPr>
        <dsp:cNvPr id="0" name=""/>
        <dsp:cNvSpPr/>
      </dsp:nvSpPr>
      <dsp:spPr>
        <a:xfrm>
          <a:off x="1412741" y="4431584"/>
          <a:ext cx="1916162" cy="191616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Act</a:t>
          </a:r>
        </a:p>
      </dsp:txBody>
      <dsp:txXfrm>
        <a:off x="1693356" y="4712199"/>
        <a:ext cx="1354932" cy="1354932"/>
      </dsp:txXfrm>
    </dsp:sp>
    <dsp:sp modelId="{917EDADE-C393-4234-A215-7F807D6E08B8}">
      <dsp:nvSpPr>
        <dsp:cNvPr id="0" name=""/>
        <dsp:cNvSpPr/>
      </dsp:nvSpPr>
      <dsp:spPr>
        <a:xfrm rot="15120000">
          <a:off x="1675571" y="3711301"/>
          <a:ext cx="509961" cy="64670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 rot="10800000">
        <a:off x="1775703" y="3913392"/>
        <a:ext cx="356973" cy="388022"/>
      </dsp:txXfrm>
    </dsp:sp>
    <dsp:sp modelId="{E081EA35-DA7F-47EC-A68C-8612B31330DE}">
      <dsp:nvSpPr>
        <dsp:cNvPr id="0" name=""/>
        <dsp:cNvSpPr/>
      </dsp:nvSpPr>
      <dsp:spPr>
        <a:xfrm>
          <a:off x="523281" y="1694107"/>
          <a:ext cx="1916162" cy="191616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500" kern="1200"/>
        </a:p>
      </dsp:txBody>
      <dsp:txXfrm>
        <a:off x="803896" y="1974722"/>
        <a:ext cx="1354932" cy="1354932"/>
      </dsp:txXfrm>
    </dsp:sp>
    <dsp:sp modelId="{78A18FF8-92AF-4947-8E90-7EC2CBB7A370}">
      <dsp:nvSpPr>
        <dsp:cNvPr id="0" name=""/>
        <dsp:cNvSpPr/>
      </dsp:nvSpPr>
      <dsp:spPr>
        <a:xfrm rot="19440000">
          <a:off x="2379023" y="1491392"/>
          <a:ext cx="509961" cy="64670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2393632" y="1665695"/>
        <a:ext cx="356973" cy="38802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510676-1A01-42CD-8158-6BA4FC0D710D}">
      <dsp:nvSpPr>
        <dsp:cNvPr id="0" name=""/>
        <dsp:cNvSpPr/>
      </dsp:nvSpPr>
      <dsp:spPr>
        <a:xfrm>
          <a:off x="7257059" y="3823443"/>
          <a:ext cx="91440" cy="71240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712403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DA2F996-0828-4E5A-A21B-82A106A889F4}">
      <dsp:nvSpPr>
        <dsp:cNvPr id="0" name=""/>
        <dsp:cNvSpPr/>
      </dsp:nvSpPr>
      <dsp:spPr>
        <a:xfrm>
          <a:off x="5057381" y="1555591"/>
          <a:ext cx="2245397" cy="71240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85482"/>
              </a:lnTo>
              <a:lnTo>
                <a:pt x="2245397" y="485482"/>
              </a:lnTo>
              <a:lnTo>
                <a:pt x="2245397" y="712403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3621F0B-7C2E-4163-8157-87B0E44361AB}">
      <dsp:nvSpPr>
        <dsp:cNvPr id="0" name=""/>
        <dsp:cNvSpPr/>
      </dsp:nvSpPr>
      <dsp:spPr>
        <a:xfrm>
          <a:off x="2811983" y="3823443"/>
          <a:ext cx="1496931" cy="71240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85482"/>
              </a:lnTo>
              <a:lnTo>
                <a:pt x="1496931" y="485482"/>
              </a:lnTo>
              <a:lnTo>
                <a:pt x="1496931" y="712403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45EAD38-A8D3-48CF-A066-1CB2998A0B93}">
      <dsp:nvSpPr>
        <dsp:cNvPr id="0" name=""/>
        <dsp:cNvSpPr/>
      </dsp:nvSpPr>
      <dsp:spPr>
        <a:xfrm>
          <a:off x="1315051" y="3823443"/>
          <a:ext cx="1496931" cy="712403"/>
        </a:xfrm>
        <a:custGeom>
          <a:avLst/>
          <a:gdLst/>
          <a:ahLst/>
          <a:cxnLst/>
          <a:rect l="0" t="0" r="0" b="0"/>
          <a:pathLst>
            <a:path>
              <a:moveTo>
                <a:pt x="1496931" y="0"/>
              </a:moveTo>
              <a:lnTo>
                <a:pt x="1496931" y="485482"/>
              </a:lnTo>
              <a:lnTo>
                <a:pt x="0" y="485482"/>
              </a:lnTo>
              <a:lnTo>
                <a:pt x="0" y="712403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CAF5AD-23C1-4DAD-9FE1-6F5B749DFCD6}">
      <dsp:nvSpPr>
        <dsp:cNvPr id="0" name=""/>
        <dsp:cNvSpPr/>
      </dsp:nvSpPr>
      <dsp:spPr>
        <a:xfrm>
          <a:off x="2811983" y="1555591"/>
          <a:ext cx="2245397" cy="712403"/>
        </a:xfrm>
        <a:custGeom>
          <a:avLst/>
          <a:gdLst/>
          <a:ahLst/>
          <a:cxnLst/>
          <a:rect l="0" t="0" r="0" b="0"/>
          <a:pathLst>
            <a:path>
              <a:moveTo>
                <a:pt x="2245397" y="0"/>
              </a:moveTo>
              <a:lnTo>
                <a:pt x="2245397" y="485482"/>
              </a:lnTo>
              <a:lnTo>
                <a:pt x="0" y="485482"/>
              </a:lnTo>
              <a:lnTo>
                <a:pt x="0" y="712403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E1BBFB-FBCE-41AC-A775-6D39FEF145D0}">
      <dsp:nvSpPr>
        <dsp:cNvPr id="0" name=""/>
        <dsp:cNvSpPr/>
      </dsp:nvSpPr>
      <dsp:spPr>
        <a:xfrm>
          <a:off x="3832618" y="143"/>
          <a:ext cx="2449524" cy="15554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2CC474-8116-4058-A9F9-2D39BF6A5BAB}">
      <dsp:nvSpPr>
        <dsp:cNvPr id="0" name=""/>
        <dsp:cNvSpPr/>
      </dsp:nvSpPr>
      <dsp:spPr>
        <a:xfrm>
          <a:off x="4104788" y="258704"/>
          <a:ext cx="2449524" cy="15554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CEO</a:t>
          </a:r>
        </a:p>
      </dsp:txBody>
      <dsp:txXfrm>
        <a:off x="4150346" y="304262"/>
        <a:ext cx="2358408" cy="1464332"/>
      </dsp:txXfrm>
    </dsp:sp>
    <dsp:sp modelId="{05322A62-A90B-42FB-A3A7-A9672D219FD2}">
      <dsp:nvSpPr>
        <dsp:cNvPr id="0" name=""/>
        <dsp:cNvSpPr/>
      </dsp:nvSpPr>
      <dsp:spPr>
        <a:xfrm>
          <a:off x="1587220" y="2267995"/>
          <a:ext cx="2449524" cy="15554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46BD1E-CAC2-4EE6-9DD7-78EAA6F49185}">
      <dsp:nvSpPr>
        <dsp:cNvPr id="0" name=""/>
        <dsp:cNvSpPr/>
      </dsp:nvSpPr>
      <dsp:spPr>
        <a:xfrm>
          <a:off x="1859390" y="2526556"/>
          <a:ext cx="2449524" cy="15554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VP Eng</a:t>
          </a:r>
        </a:p>
      </dsp:txBody>
      <dsp:txXfrm>
        <a:off x="1904948" y="2572114"/>
        <a:ext cx="2358408" cy="1464332"/>
      </dsp:txXfrm>
    </dsp:sp>
    <dsp:sp modelId="{24404DBE-8EDF-4BDF-BEDF-8997A3AE5F2E}">
      <dsp:nvSpPr>
        <dsp:cNvPr id="0" name=""/>
        <dsp:cNvSpPr/>
      </dsp:nvSpPr>
      <dsp:spPr>
        <a:xfrm>
          <a:off x="90289" y="4535847"/>
          <a:ext cx="2449524" cy="15554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97E56D-5800-4869-854C-F571BA1071AE}">
      <dsp:nvSpPr>
        <dsp:cNvPr id="0" name=""/>
        <dsp:cNvSpPr/>
      </dsp:nvSpPr>
      <dsp:spPr>
        <a:xfrm>
          <a:off x="362458" y="4794408"/>
          <a:ext cx="2449524" cy="15554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VP Sales</a:t>
          </a:r>
        </a:p>
      </dsp:txBody>
      <dsp:txXfrm>
        <a:off x="408016" y="4839966"/>
        <a:ext cx="2358408" cy="1464332"/>
      </dsp:txXfrm>
    </dsp:sp>
    <dsp:sp modelId="{5095226C-4F2D-4152-9C7B-BD8AE7F57E06}">
      <dsp:nvSpPr>
        <dsp:cNvPr id="0" name=""/>
        <dsp:cNvSpPr/>
      </dsp:nvSpPr>
      <dsp:spPr>
        <a:xfrm>
          <a:off x="3084152" y="4535847"/>
          <a:ext cx="2449524" cy="15554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B75130-27AA-407A-86BF-D031C83EC2A6}">
      <dsp:nvSpPr>
        <dsp:cNvPr id="0" name=""/>
        <dsp:cNvSpPr/>
      </dsp:nvSpPr>
      <dsp:spPr>
        <a:xfrm>
          <a:off x="3356322" y="4794408"/>
          <a:ext cx="2449524" cy="15554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Team A</a:t>
          </a:r>
        </a:p>
      </dsp:txBody>
      <dsp:txXfrm>
        <a:off x="3401880" y="4839966"/>
        <a:ext cx="2358408" cy="1464332"/>
      </dsp:txXfrm>
    </dsp:sp>
    <dsp:sp modelId="{94A64E93-D805-47A4-A450-FECD83DC4177}">
      <dsp:nvSpPr>
        <dsp:cNvPr id="0" name=""/>
        <dsp:cNvSpPr/>
      </dsp:nvSpPr>
      <dsp:spPr>
        <a:xfrm>
          <a:off x="6078016" y="2267995"/>
          <a:ext cx="2449524" cy="15554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71260C-3F8E-469F-BC49-010FE3AB107B}">
      <dsp:nvSpPr>
        <dsp:cNvPr id="0" name=""/>
        <dsp:cNvSpPr/>
      </dsp:nvSpPr>
      <dsp:spPr>
        <a:xfrm>
          <a:off x="6350186" y="2526556"/>
          <a:ext cx="2449524" cy="15554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Team B</a:t>
          </a:r>
        </a:p>
      </dsp:txBody>
      <dsp:txXfrm>
        <a:off x="6395744" y="2572114"/>
        <a:ext cx="2358408" cy="1464332"/>
      </dsp:txXfrm>
    </dsp:sp>
    <dsp:sp modelId="{D3988071-688D-4F20-BF8A-D9A4FC124978}">
      <dsp:nvSpPr>
        <dsp:cNvPr id="0" name=""/>
        <dsp:cNvSpPr/>
      </dsp:nvSpPr>
      <dsp:spPr>
        <a:xfrm>
          <a:off x="6078016" y="4535847"/>
          <a:ext cx="2449524" cy="15554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724564-DE4A-4072-925B-9B74715B76EC}">
      <dsp:nvSpPr>
        <dsp:cNvPr id="0" name=""/>
        <dsp:cNvSpPr/>
      </dsp:nvSpPr>
      <dsp:spPr>
        <a:xfrm>
          <a:off x="6350186" y="4794408"/>
          <a:ext cx="2449524" cy="15554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200" kern="1200"/>
        </a:p>
      </dsp:txBody>
      <dsp:txXfrm>
        <a:off x="6395744" y="4839966"/>
        <a:ext cx="2358408" cy="146433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011AA8-5457-4E7F-8145-78E3B2E72C88}">
      <dsp:nvSpPr>
        <dsp:cNvPr id="0" name=""/>
        <dsp:cNvSpPr/>
      </dsp:nvSpPr>
      <dsp:spPr>
        <a:xfrm>
          <a:off x="2328333" y="0"/>
          <a:ext cx="2328333" cy="2116666"/>
        </a:xfrm>
        <a:prstGeom prst="trapezoid">
          <a:avLst>
            <a:gd name="adj" fmla="val 5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1280" tIns="81280" rIns="81280" bIns="81280" numCol="1" spcCol="1270" anchor="ctr" anchorCtr="0">
          <a:noAutofit/>
        </a:bodyPr>
        <a:lstStyle/>
        <a:p>
          <a:pPr marL="0" lvl="0" indent="0" algn="ctr" defTabSz="2844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400" kern="1200"/>
            <a:t>Vision</a:t>
          </a:r>
        </a:p>
      </dsp:txBody>
      <dsp:txXfrm>
        <a:off x="2328333" y="0"/>
        <a:ext cx="2328333" cy="2116666"/>
      </dsp:txXfrm>
    </dsp:sp>
    <dsp:sp modelId="{37038C7D-0D34-47C7-89F6-D3E37FDE9BBC}">
      <dsp:nvSpPr>
        <dsp:cNvPr id="0" name=""/>
        <dsp:cNvSpPr/>
      </dsp:nvSpPr>
      <dsp:spPr>
        <a:xfrm>
          <a:off x="1164166" y="2116666"/>
          <a:ext cx="4656666" cy="2116666"/>
        </a:xfrm>
        <a:prstGeom prst="trapezoid">
          <a:avLst>
            <a:gd name="adj" fmla="val 5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1280" tIns="81280" rIns="81280" bIns="81280" numCol="1" spcCol="1270" anchor="ctr" anchorCtr="0">
          <a:noAutofit/>
        </a:bodyPr>
        <a:lstStyle/>
        <a:p>
          <a:pPr marL="0" lvl="0" indent="0" algn="ctr" defTabSz="2844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400" kern="1200"/>
            <a:t>Strategy</a:t>
          </a:r>
        </a:p>
      </dsp:txBody>
      <dsp:txXfrm>
        <a:off x="1979083" y="2116666"/>
        <a:ext cx="3026833" cy="2116666"/>
      </dsp:txXfrm>
    </dsp:sp>
    <dsp:sp modelId="{D73CBC4F-9881-4B92-A4B4-1EF98F32FF9F}">
      <dsp:nvSpPr>
        <dsp:cNvPr id="0" name=""/>
        <dsp:cNvSpPr/>
      </dsp:nvSpPr>
      <dsp:spPr>
        <a:xfrm>
          <a:off x="0" y="4233333"/>
          <a:ext cx="6985000" cy="2116666"/>
        </a:xfrm>
        <a:prstGeom prst="trapezoid">
          <a:avLst>
            <a:gd name="adj" fmla="val 5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1280" tIns="81280" rIns="81280" bIns="81280" numCol="1" spcCol="1270" anchor="ctr" anchorCtr="0">
          <a:noAutofit/>
        </a:bodyPr>
        <a:lstStyle/>
        <a:p>
          <a:pPr marL="0" lvl="0" indent="0" algn="ctr" defTabSz="2844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400" kern="1200"/>
            <a:t>Execution</a:t>
          </a:r>
        </a:p>
      </dsp:txBody>
      <dsp:txXfrm>
        <a:off x="1222374" y="4233333"/>
        <a:ext cx="4540250" cy="21166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FB6CB-5749-7A33-66E4-BEA5C48DE8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7B38B9-8945-09A4-A66D-51BA0D714F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577DB1-3797-8E57-667C-99B0682C8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D7907-B9B1-45AF-856E-7927814DF1E1}" type="datetimeFigureOut">
              <a:rPr lang="en-US" smtClean="0"/>
              <a:t>2026-07-09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BF5297-632C-F032-33C4-4A839E17C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195F7-B642-F1AD-D053-2A983CF8C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39D5D-E647-487E-8AE9-D985487673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475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A0E09-C48A-9337-E6DA-F4A594B58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86E538-5433-0EAA-7CC3-CBB65A6C5D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3B25BC-D082-1462-BE35-432A5330E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D7907-B9B1-45AF-856E-7927814DF1E1}" type="datetimeFigureOut">
              <a:rPr lang="en-US" smtClean="0"/>
              <a:t>2026-07-09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330A1E-6686-B113-81ED-7A881BB7B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8B8597-AC39-AF7D-9208-1F4BB229F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39D5D-E647-487E-8AE9-D985487673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291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11C22-8B3E-3A37-C4FC-EB5445763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7F0C51-F0B3-4D68-E054-D48A841643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E84A26-EB37-1927-01EA-D5FB86CE5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D7907-B9B1-45AF-856E-7927814DF1E1}" type="datetimeFigureOut">
              <a:rPr lang="en-US" smtClean="0"/>
              <a:t>2026-07-09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10D2F4-E33E-DD8F-F927-74A7A7E0E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CD3387-85FE-BEA5-6911-D13FD4E3B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39D5D-E647-487E-8AE9-D985487673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872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A7FDA-9A4B-6940-D335-D36814BB3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6352E6-A0E5-DF49-76DF-984EDD817E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DE03AA-1C55-AF98-1806-8C5BFDDF87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75F5F6-9094-A9B5-08EA-305DD13E5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D7907-B9B1-45AF-856E-7927814DF1E1}" type="datetimeFigureOut">
              <a:rPr lang="en-US" smtClean="0"/>
              <a:t>2026-07-09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4A97A6-D1D4-D7C6-D2E4-7E0E82E00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F42F64-2688-8251-74DB-941B48997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39D5D-E647-487E-8AE9-D985487673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109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27CD4-8453-FF02-99E2-CFC909C83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541558-3023-82E9-CEF4-F633FEB1EF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B0A456-5C2E-A18D-4054-5DEA1834AC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C4F5A9-4067-8858-328E-B4298D3F7D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8CEB6E-A67C-6A1C-76F2-EECFCE1EDA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CC7E08-EBEC-AA61-4C88-AAAA927FD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D7907-B9B1-45AF-856E-7927814DF1E1}" type="datetimeFigureOut">
              <a:rPr lang="en-US" smtClean="0"/>
              <a:t>2026-07-09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79E02A-7254-99E0-9F91-F51FE7D80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66EE45-703E-932C-9E75-C25777AD6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39D5D-E647-487E-8AE9-D985487673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057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9A8A6-CC04-4ADA-07F0-7946088F6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45D0CB-807A-8CDB-F184-5033D7FBE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D7907-B9B1-45AF-856E-7927814DF1E1}" type="datetimeFigureOut">
              <a:rPr lang="en-US" smtClean="0"/>
              <a:t>2026-07-09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656BBA-86E0-F5D8-2956-5E3542774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5C8A7B-813F-887E-73FB-0E708EE94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39D5D-E647-487E-8AE9-D985487673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561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946E4C-F2A6-F8E2-99BB-85903E7E9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D7907-B9B1-45AF-856E-7927814DF1E1}" type="datetimeFigureOut">
              <a:rPr lang="en-US" smtClean="0"/>
              <a:t>2026-07-09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7FED95-1DE1-E683-027D-FC4A1F877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C019CF-7164-6C7E-977D-84C157965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39D5D-E647-487E-8AE9-D985487673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246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3185B-0078-36CD-24D2-4C3CD6069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E220B-B971-8924-3639-5600AEEF1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126B06-9B25-83C9-5CA7-E90BF6B32C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047388-D567-2EB7-A421-5DAB8919C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D7907-B9B1-45AF-856E-7927814DF1E1}" type="datetimeFigureOut">
              <a:rPr lang="en-US" smtClean="0"/>
              <a:t>2026-07-09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DEBDCE-D1A7-CF56-B37D-D841A8035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BB4808-3C95-2731-B5ED-1A980BFEC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39D5D-E647-487E-8AE9-D985487673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864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69DEF-4250-1A4F-C70D-C483E06BD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00C474-A925-C533-E32B-B5F3E5AC2E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EBEA04-7273-3AB3-451B-988C2A296D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A267F4-6EEC-6A89-FC82-5E8330040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D7907-B9B1-45AF-856E-7927814DF1E1}" type="datetimeFigureOut">
              <a:rPr lang="en-US" smtClean="0"/>
              <a:t>2026-07-09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CB72AD-9900-F611-F051-970595282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888516-A398-7BB6-A6A7-7E7E3F8E0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39D5D-E647-487E-8AE9-D985487673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396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F3C8C-8E7A-3BE8-0681-DB24A2C19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78651D-0380-14C6-84A6-63F0D2E3D8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A0B4D9-DA5E-B1E7-AFD4-DD9A7A6F2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D7907-B9B1-45AF-856E-7927814DF1E1}" type="datetimeFigureOut">
              <a:rPr lang="en-US" smtClean="0"/>
              <a:t>2026-07-09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3BA3C1-BEFE-C158-F15A-A300FEC8F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52F25C-7A2D-080D-1DE8-B3403E4C5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39D5D-E647-487E-8AE9-D985487673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254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634620-AEBB-5742-9C3A-9813B26C04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FE355C-5527-600C-25AE-DA03C8FD61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1E0C07-3FCF-76DD-BFA5-ECE6EEED1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D7907-B9B1-45AF-856E-7927814DF1E1}" type="datetimeFigureOut">
              <a:rPr lang="en-US" smtClean="0"/>
              <a:t>2026-07-09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845164-27AB-E52A-4918-00014E68C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AD6338-CA14-5056-E98F-B8CBF24DD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39D5D-E647-487E-8AE9-D985487673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374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DB63B4-4EEB-98AD-929C-629CA01FD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DFC0A0-EBCF-C2AC-3DD9-E5E7C833FD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3ED0F-F8D5-07D7-3111-E0741DD3C2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5D7907-B9B1-45AF-856E-7927814DF1E1}" type="datetimeFigureOut">
              <a:rPr lang="en-US" smtClean="0"/>
              <a:t>2026-07-09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8DE41C-02FC-60CD-162C-D784F27142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B3F164-400F-E80C-4F2F-6F1B071A4B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F39D5D-E647-487E-8AE9-D985487673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027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F7CCD-8C9C-14F9-F96B-172864E4B1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SmartArt, Chart &amp; Table Corpus Deck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9F5A78-5CD1-ECC9-6A8F-FBC07AC53F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Real PowerPoint COM-authored fixture</a:t>
            </a:r>
          </a:p>
        </p:txBody>
      </p:sp>
    </p:spTree>
    <p:extLst>
      <p:ext uri="{BB962C8B-B14F-4D97-AF65-F5344CB8AC3E}">
        <p14:creationId xmlns:p14="http://schemas.microsoft.com/office/powerpoint/2010/main" val="2252153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CCE368A2-2BEE-A92B-DD15-481037BF5EF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6485217"/>
              </p:ext>
            </p:extLst>
          </p:nvPr>
        </p:nvGraphicFramePr>
        <p:xfrm>
          <a:off x="635000" y="635000"/>
          <a:ext cx="10795000" cy="3175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292095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C2321E5E-9CAB-ACFF-7FEC-A18E92245A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07271233"/>
              </p:ext>
            </p:extLst>
          </p:nvPr>
        </p:nvGraphicFramePr>
        <p:xfrm>
          <a:off x="1905000" y="635000"/>
          <a:ext cx="7620000" cy="635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664023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1A3843C7-96FE-9DD9-D2AF-018884C22F8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92150324"/>
              </p:ext>
            </p:extLst>
          </p:nvPr>
        </p:nvGraphicFramePr>
        <p:xfrm>
          <a:off x="1270000" y="381000"/>
          <a:ext cx="8890000" cy="635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03586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E9CA27BA-9ABE-2294-F542-A584DEF5EAB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03762598"/>
              </p:ext>
            </p:extLst>
          </p:nvPr>
        </p:nvGraphicFramePr>
        <p:xfrm>
          <a:off x="2540000" y="381000"/>
          <a:ext cx="6985000" cy="635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723574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2FDA7E88-9FF8-7E5F-1C79-EC4FC6BDA36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56380046"/>
              </p:ext>
            </p:extLst>
          </p:nvPr>
        </p:nvGraphicFramePr>
        <p:xfrm>
          <a:off x="381000" y="762000"/>
          <a:ext cx="6096000" cy="50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9813B61-62AF-A5F3-FA04-C91CF8F776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0419929"/>
              </p:ext>
            </p:extLst>
          </p:nvPr>
        </p:nvGraphicFramePr>
        <p:xfrm>
          <a:off x="6858000" y="762000"/>
          <a:ext cx="4826000" cy="2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8667">
                  <a:extLst>
                    <a:ext uri="{9D8B030D-6E8A-4147-A177-3AD203B41FA5}">
                      <a16:colId xmlns:a16="http://schemas.microsoft.com/office/drawing/2014/main" val="3396091296"/>
                    </a:ext>
                  </a:extLst>
                </a:gridCol>
                <a:gridCol w="1608667">
                  <a:extLst>
                    <a:ext uri="{9D8B030D-6E8A-4147-A177-3AD203B41FA5}">
                      <a16:colId xmlns:a16="http://schemas.microsoft.com/office/drawing/2014/main" val="2863533302"/>
                    </a:ext>
                  </a:extLst>
                </a:gridCol>
                <a:gridCol w="1608667">
                  <a:extLst>
                    <a:ext uri="{9D8B030D-6E8A-4147-A177-3AD203B41FA5}">
                      <a16:colId xmlns:a16="http://schemas.microsoft.com/office/drawing/2014/main" val="1474988610"/>
                    </a:ext>
                  </a:extLst>
                </a:gridCol>
              </a:tblGrid>
              <a:tr h="846667">
                <a:tc>
                  <a:txBody>
                    <a:bodyPr/>
                    <a:lstStyle/>
                    <a:p>
                      <a:r>
                        <a:rPr lang="en-US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Actual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916827"/>
                  </a:ext>
                </a:extLst>
              </a:tr>
              <a:tr h="846667">
                <a:tc>
                  <a:txBody>
                    <a:bodyPr/>
                    <a:lstStyle/>
                    <a:p>
                      <a:r>
                        <a:rPr lang="en-US"/>
                        <a:t>NPS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7679214"/>
                  </a:ext>
                </a:extLst>
              </a:tr>
              <a:tr h="846667">
                <a:tc>
                  <a:txBody>
                    <a:bodyPr/>
                    <a:lstStyle/>
                    <a:p>
                      <a:r>
                        <a:rPr lang="en-US"/>
                        <a:t>Churn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3.2%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7325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50854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</Words>
  <Application>Microsoft Office PowerPoint</Application>
  <PresentationFormat>Widescreen</PresentationFormat>
  <Paragraphs>27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SmartArt, Chart &amp; Table Corpus Deck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2026-07-08T21:06:54Z</dcterms:created>
  <dcterms:modified xsi:type="dcterms:W3CDTF">2026-07-08T21:06:59Z</dcterms:modified>
</cp:coreProperties>
</file>