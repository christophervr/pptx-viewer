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838D-4292-2E13-2235-C69ADDC34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71C69-2BFF-9661-007F-8EF637B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790A9-E4F0-0377-A902-C600F502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BA7D-7C32-DC3A-9F6A-D6CEB67A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C38B5-D164-0C12-5EC1-42C0AAA9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7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F01D-AA81-8D19-6006-5CC2F814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F83AD-E78F-1FDD-DFF3-EBE0E2B25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400A-0E52-C60F-AC30-C9828F9B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B726E-6316-5102-F33C-F960F279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4B139-2F4B-B251-723E-B74929A2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233E-716B-8794-7D1A-DF120B22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F43D6-A0D4-412B-6C69-D4599B95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4DF66-CBC4-A83B-0834-180266C1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401C-2953-CFA3-7EBA-A34EF285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B3B40-1522-2FCB-AA21-011A9A9E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2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88ED-2796-E6CC-397A-AB939F19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13904-5E33-E3F5-62BC-7E5D85C6B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D7C9-3BD2-6B4C-8E6F-AB5193629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DDEA3-7C2E-E079-57E9-B3DF7258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1B3DA-54B8-5318-0650-7AB2E118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5EAD1-0905-7B7C-E3D2-6C474B7A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409D-A936-C792-3F8B-E7D7B840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D0C0A-EDF9-FBC6-2338-C3EFC7115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56D9A-B681-C0F0-B421-D6C9F7A34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F0B64-C7BB-5BC2-1010-D2A7DF7E6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73BDA-D6D9-A530-94BF-E1FF656A2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F998F-48F4-9D12-E6FB-46ABEDC5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580DF-E958-77A8-5CE7-A5356F14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B54F7-7E79-1D01-9969-2F88675C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8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B269-92F8-D462-BE46-62150BE1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A2EFF-2A76-A14D-F324-E97976F0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4BFC2-06B3-E25E-24C1-D15E00C6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22951-B153-C079-03A3-18702EA9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5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DDC42-60AB-3D02-5066-15DA5575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2C93E-44A4-2006-B7F0-79C9D8ED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375CE-4F04-A601-07FE-4A6D8693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2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1415-2C07-EAFF-3177-CAB3AC8E3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964B-DE9F-9D80-9211-15F1AC7E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49019-2F15-AB97-E038-C6BB8519B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2A8FD-FF91-836B-E0CC-47C40C8C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70DB3-D058-1353-413D-B01243BF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C25F4-0FC5-C24C-9F14-D6CE27ED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2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41B0-34C0-D86C-D4E9-B252545C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73828-1CBA-2873-01E9-C441E460F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FFC7F-F8D5-8606-E7E1-7E3458CE4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CCF1E-B29E-5F68-DC73-284A046E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FC481-DD74-A07C-45C4-56625431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76975-5749-01F2-AA4F-1E83A577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BABF-B031-0240-93C0-9067A2D2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CE455-8E3E-30E7-5C7A-422C5E1EE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5F609-B531-991B-D755-8435D5CB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40D2-ED1E-2DA2-0274-E5CF977A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B1DB6-120E-773A-4D53-F4CA72F9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7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165F8-DD45-2223-6266-9B726BB71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ED54D-675E-F357-4166-5B4AFDAEB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18DEA-998C-E940-22F4-5115A2C1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66F4D-2415-F387-A68E-91D588C2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845EA-DE8C-61A7-B2D7-B0C11D75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5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3FF05-17EE-144F-7C67-F7CAE77F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497CA-CF55-0580-088C-5EA71C645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A8783-5C92-12B8-47EF-768AEE94D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3D3D7-6295-4C4F-99D8-67B7E681BAD7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F705D-58E3-942B-531E-A11C3C145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076C1-3678-D1A1-E472-CCBA6524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9486F-6EAD-4D89-A383-B06AE3D60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9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BD90-42D6-DF58-0602-A2DAD7F052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Preset Geometry &amp; WordArt Corpus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84AB9-57AD-9788-6418-B4201B1E8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Uncommon autoshapes (arrows/callouts/stars/banners) plus WordArt text-warp presets</a:t>
            </a:r>
          </a:p>
        </p:txBody>
      </p:sp>
    </p:spTree>
    <p:extLst>
      <p:ext uri="{BB962C8B-B14F-4D97-AF65-F5344CB8AC3E}">
        <p14:creationId xmlns:p14="http://schemas.microsoft.com/office/powerpoint/2010/main" val="353739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DBC3B95-BD9A-D6E7-4DCF-BFCC6FD7658A}"/>
              </a:ext>
            </a:extLst>
          </p:cNvPr>
          <p:cNvSpPr/>
          <p:nvPr/>
        </p:nvSpPr>
        <p:spPr>
          <a:xfrm>
            <a:off x="254000" y="762000"/>
            <a:ext cx="1397000" cy="139700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RightArrow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316DBA4C-CA96-30FA-335C-967EFEB227F8}"/>
              </a:ext>
            </a:extLst>
          </p:cNvPr>
          <p:cNvSpPr/>
          <p:nvPr/>
        </p:nvSpPr>
        <p:spPr>
          <a:xfrm>
            <a:off x="1905000" y="762000"/>
            <a:ext cx="1397000" cy="1397000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5PointStar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D9835403-E73B-B1B2-ACE3-486A7F64A115}"/>
              </a:ext>
            </a:extLst>
          </p:cNvPr>
          <p:cNvSpPr/>
          <p:nvPr/>
        </p:nvSpPr>
        <p:spPr>
          <a:xfrm>
            <a:off x="3556000" y="762000"/>
            <a:ext cx="1397000" cy="1397000"/>
          </a:xfrm>
          <a:prstGeom prst="wedgeRectCallout">
            <a:avLst/>
          </a:prstGeom>
          <a:solidFill>
            <a:schemeClr val="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RectCallout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FDBE6BC-C290-D81E-5A12-6A688C4A78C2}"/>
              </a:ext>
            </a:extLst>
          </p:cNvPr>
          <p:cNvSpPr/>
          <p:nvPr/>
        </p:nvSpPr>
        <p:spPr>
          <a:xfrm>
            <a:off x="5207000" y="762000"/>
            <a:ext cx="1397000" cy="1397000"/>
          </a:xfrm>
          <a:prstGeom prst="wedgeRoundRectCallout">
            <a:avLst/>
          </a:prstGeom>
          <a:solidFill>
            <a:schemeClr val="fol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RoundRectCallout</a:t>
            </a:r>
          </a:p>
        </p:txBody>
      </p:sp>
      <p:sp>
        <p:nvSpPr>
          <p:cNvPr id="6" name="Ribbon: Tilted Up 5">
            <a:extLst>
              <a:ext uri="{FF2B5EF4-FFF2-40B4-BE49-F238E27FC236}">
                <a16:creationId xmlns:a16="http://schemas.microsoft.com/office/drawing/2014/main" id="{0482A9B7-7B07-9B35-0E74-B06FE9F366D5}"/>
              </a:ext>
            </a:extLst>
          </p:cNvPr>
          <p:cNvSpPr/>
          <p:nvPr/>
        </p:nvSpPr>
        <p:spPr>
          <a:xfrm>
            <a:off x="6858000" y="762000"/>
            <a:ext cx="1397000" cy="1397000"/>
          </a:xfrm>
          <a:prstGeom prst="ribbon2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UpRibbon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458FDEC7-D13B-06E9-1C6D-BCFE95013179}"/>
              </a:ext>
            </a:extLst>
          </p:cNvPr>
          <p:cNvSpPr/>
          <p:nvPr/>
        </p:nvSpPr>
        <p:spPr>
          <a:xfrm>
            <a:off x="254000" y="2667000"/>
            <a:ext cx="1397000" cy="1397000"/>
          </a:xfrm>
          <a:prstGeom prst="irregularSeal1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Explosion1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84F3369-66BE-5CBB-7DB6-7D3398560B46}"/>
              </a:ext>
            </a:extLst>
          </p:cNvPr>
          <p:cNvSpPr/>
          <p:nvPr/>
        </p:nvSpPr>
        <p:spPr>
          <a:xfrm>
            <a:off x="1905000" y="2667000"/>
            <a:ext cx="1397000" cy="1397000"/>
          </a:xfrm>
          <a:prstGeom prst="chevr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Chevron</a:t>
            </a:r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A6160E22-DE97-7AE6-7FAD-2B9DD5E03111}"/>
              </a:ext>
            </a:extLst>
          </p:cNvPr>
          <p:cNvSpPr/>
          <p:nvPr/>
        </p:nvSpPr>
        <p:spPr>
          <a:xfrm>
            <a:off x="3556000" y="2667000"/>
            <a:ext cx="1397000" cy="1397000"/>
          </a:xfrm>
          <a:prstGeom prst="heart">
            <a:avLst/>
          </a:prstGeom>
          <a:solidFill>
            <a:schemeClr val="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Heart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580170DF-1A2F-3E26-AA6D-A510D805EFAE}"/>
              </a:ext>
            </a:extLst>
          </p:cNvPr>
          <p:cNvSpPr/>
          <p:nvPr/>
        </p:nvSpPr>
        <p:spPr>
          <a:xfrm>
            <a:off x="5207000" y="2667000"/>
            <a:ext cx="1397000" cy="1397000"/>
          </a:xfrm>
          <a:prstGeom prst="hexagon">
            <a:avLst/>
          </a:prstGeom>
          <a:solidFill>
            <a:schemeClr val="fol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Hexagon</a:t>
            </a:r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43389170-6D65-B97B-8AC2-989AB41DB643}"/>
              </a:ext>
            </a:extLst>
          </p:cNvPr>
          <p:cNvSpPr/>
          <p:nvPr/>
        </p:nvSpPr>
        <p:spPr>
          <a:xfrm>
            <a:off x="6858000" y="2667000"/>
            <a:ext cx="1397000" cy="1397000"/>
          </a:xfrm>
          <a:prstGeom prst="circular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CircularArrow</a:t>
            </a:r>
          </a:p>
        </p:txBody>
      </p:sp>
      <p:sp>
        <p:nvSpPr>
          <p:cNvPr id="12" name="Wave 11">
            <a:extLst>
              <a:ext uri="{FF2B5EF4-FFF2-40B4-BE49-F238E27FC236}">
                <a16:creationId xmlns:a16="http://schemas.microsoft.com/office/drawing/2014/main" id="{C0902CA4-82F8-835A-0A16-17B45732BD7B}"/>
              </a:ext>
            </a:extLst>
          </p:cNvPr>
          <p:cNvSpPr/>
          <p:nvPr/>
        </p:nvSpPr>
        <p:spPr>
          <a:xfrm>
            <a:off x="254000" y="4572000"/>
            <a:ext cx="1397000" cy="1397000"/>
          </a:xfrm>
          <a:prstGeom prst="wav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Wave</a:t>
            </a:r>
          </a:p>
        </p:txBody>
      </p:sp>
      <p:sp>
        <p:nvSpPr>
          <p:cNvPr id="13" name="Double Wave 12">
            <a:extLst>
              <a:ext uri="{FF2B5EF4-FFF2-40B4-BE49-F238E27FC236}">
                <a16:creationId xmlns:a16="http://schemas.microsoft.com/office/drawing/2014/main" id="{3B5FAD78-C650-3C26-6675-15E25221BAAF}"/>
              </a:ext>
            </a:extLst>
          </p:cNvPr>
          <p:cNvSpPr/>
          <p:nvPr/>
        </p:nvSpPr>
        <p:spPr>
          <a:xfrm>
            <a:off x="1905000" y="4572000"/>
            <a:ext cx="1397000" cy="1397000"/>
          </a:xfrm>
          <a:prstGeom prst="doubleWav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DoubleWave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3AF0403F-182B-2F91-B0AF-F7FC96E31BF4}"/>
              </a:ext>
            </a:extLst>
          </p:cNvPr>
          <p:cNvSpPr/>
          <p:nvPr/>
        </p:nvSpPr>
        <p:spPr>
          <a:xfrm>
            <a:off x="3556000" y="4572000"/>
            <a:ext cx="1397000" cy="1397000"/>
          </a:xfrm>
          <a:prstGeom prst="cloud">
            <a:avLst/>
          </a:prstGeom>
          <a:solidFill>
            <a:schemeClr val="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Cloud</a:t>
            </a:r>
          </a:p>
        </p:txBody>
      </p:sp>
      <p:sp>
        <p:nvSpPr>
          <p:cNvPr id="15" name="Sun 14">
            <a:extLst>
              <a:ext uri="{FF2B5EF4-FFF2-40B4-BE49-F238E27FC236}">
                <a16:creationId xmlns:a16="http://schemas.microsoft.com/office/drawing/2014/main" id="{DC745F08-4810-2A03-7BEE-F6FFC85F2752}"/>
              </a:ext>
            </a:extLst>
          </p:cNvPr>
          <p:cNvSpPr/>
          <p:nvPr/>
        </p:nvSpPr>
        <p:spPr>
          <a:xfrm>
            <a:off x="5207000" y="4572000"/>
            <a:ext cx="1397000" cy="1397000"/>
          </a:xfrm>
          <a:prstGeom prst="sun">
            <a:avLst/>
          </a:prstGeom>
          <a:solidFill>
            <a:schemeClr val="fol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Sun</a:t>
            </a:r>
          </a:p>
        </p:txBody>
      </p:sp>
      <p:sp>
        <p:nvSpPr>
          <p:cNvPr id="16" name="Smiley Face 15">
            <a:extLst>
              <a:ext uri="{FF2B5EF4-FFF2-40B4-BE49-F238E27FC236}">
                <a16:creationId xmlns:a16="http://schemas.microsoft.com/office/drawing/2014/main" id="{01E335B9-6483-1E7D-3B87-D9AB6889207D}"/>
              </a:ext>
            </a:extLst>
          </p:cNvPr>
          <p:cNvSpPr/>
          <p:nvPr/>
        </p:nvSpPr>
        <p:spPr>
          <a:xfrm>
            <a:off x="6858000" y="4572000"/>
            <a:ext cx="1397000" cy="1397000"/>
          </a:xfrm>
          <a:prstGeom prst="smileyFac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SmileyFace</a:t>
            </a:r>
          </a:p>
        </p:txBody>
      </p:sp>
    </p:spTree>
    <p:extLst>
      <p:ext uri="{BB962C8B-B14F-4D97-AF65-F5344CB8AC3E}">
        <p14:creationId xmlns:p14="http://schemas.microsoft.com/office/powerpoint/2010/main" val="32651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6CD53F-026A-D8F6-B06C-0C315E497F74}"/>
              </a:ext>
            </a:extLst>
          </p:cNvPr>
          <p:cNvSpPr/>
          <p:nvPr/>
        </p:nvSpPr>
        <p:spPr>
          <a:xfrm>
            <a:off x="508000" y="508000"/>
            <a:ext cx="151836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cap="none" spc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Georgia" panose="02040502050405020303" pitchFamily="18" charset="0"/>
              </a:rPr>
              <a:t>Legacy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4EE2E-0CE4-F528-D81C-46BB1937939C}"/>
              </a:ext>
            </a:extLst>
          </p:cNvPr>
          <p:cNvSpPr/>
          <p:nvPr/>
        </p:nvSpPr>
        <p:spPr>
          <a:xfrm>
            <a:off x="508000" y="1524000"/>
            <a:ext cx="17379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Georgia" panose="02040502050405020303" pitchFamily="18" charset="0"/>
              </a:rPr>
              <a:t>Legacy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A5F6BC-42C4-0A16-FE97-26CD58EBD29D}"/>
              </a:ext>
            </a:extLst>
          </p:cNvPr>
          <p:cNvSpPr txBox="1"/>
          <p:nvPr/>
        </p:nvSpPr>
        <p:spPr>
          <a:xfrm>
            <a:off x="508000" y="2540000"/>
            <a:ext cx="4064000" cy="461665"/>
          </a:xfrm>
          <a:prstGeom prst="rect">
            <a:avLst/>
          </a:prstGeom>
          <a:noFill/>
        </p:spPr>
        <p:txBody>
          <a:bodyPr vert="horz" rtlCol="0">
            <a:prstTxWarp prst="textArchUpPour">
              <a:avLst/>
            </a:prstTxWarp>
            <a:spAutoFit/>
          </a:bodyPr>
          <a:lstStyle/>
          <a:p>
            <a:r>
              <a:rPr lang="en-US" sz="2400"/>
              <a:t>Warp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E0290-DD29-F82B-2F06-BDA7DE127A1A}"/>
              </a:ext>
            </a:extLst>
          </p:cNvPr>
          <p:cNvSpPr txBox="1"/>
          <p:nvPr/>
        </p:nvSpPr>
        <p:spPr>
          <a:xfrm>
            <a:off x="508000" y="3556000"/>
            <a:ext cx="4064000" cy="461665"/>
          </a:xfrm>
          <a:prstGeom prst="rect">
            <a:avLst/>
          </a:prstGeom>
          <a:noFill/>
        </p:spPr>
        <p:txBody>
          <a:bodyPr vert="horz" rtlCol="0">
            <a:prstTxWarp prst="textCurveUp">
              <a:avLst/>
            </a:prstTxWarp>
            <a:spAutoFit/>
          </a:bodyPr>
          <a:lstStyle/>
          <a:p>
            <a:r>
              <a:rPr lang="en-US" sz="2400"/>
              <a:t>Warp 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51E33-09A0-A283-2227-8370158B5725}"/>
              </a:ext>
            </a:extLst>
          </p:cNvPr>
          <p:cNvSpPr txBox="1"/>
          <p:nvPr/>
        </p:nvSpPr>
        <p:spPr>
          <a:xfrm>
            <a:off x="508000" y="4572000"/>
            <a:ext cx="4064000" cy="461665"/>
          </a:xfrm>
          <a:prstGeom prst="rect">
            <a:avLst/>
          </a:prstGeom>
          <a:noFill/>
        </p:spPr>
        <p:txBody>
          <a:bodyPr vert="horz" rtlCol="0">
            <a:prstTxWarp prst="textCanUp">
              <a:avLst/>
            </a:prstTxWarp>
            <a:spAutoFit/>
          </a:bodyPr>
          <a:lstStyle/>
          <a:p>
            <a:r>
              <a:rPr lang="en-US" sz="2400"/>
              <a:t>Warp 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086C0-8FCE-6AE0-0B16-7271B8575624}"/>
              </a:ext>
            </a:extLst>
          </p:cNvPr>
          <p:cNvSpPr txBox="1"/>
          <p:nvPr/>
        </p:nvSpPr>
        <p:spPr>
          <a:xfrm>
            <a:off x="508000" y="5588000"/>
            <a:ext cx="4064000" cy="461665"/>
          </a:xfrm>
          <a:prstGeom prst="rect">
            <a:avLst/>
          </a:prstGeom>
          <a:noFill/>
        </p:spPr>
        <p:txBody>
          <a:bodyPr vert="horz" rtlCol="0">
            <a:prstTxWarp prst="textWave1">
              <a:avLst/>
            </a:prstTxWarp>
            <a:spAutoFit/>
          </a:bodyPr>
          <a:lstStyle/>
          <a:p>
            <a:r>
              <a:rPr lang="en-US" sz="2400"/>
              <a:t>Warp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CBE9D-8B3A-D615-C0DA-CB2EEE5FF939}"/>
              </a:ext>
            </a:extLst>
          </p:cNvPr>
          <p:cNvSpPr txBox="1"/>
          <p:nvPr/>
        </p:nvSpPr>
        <p:spPr>
          <a:xfrm>
            <a:off x="508000" y="6604000"/>
            <a:ext cx="4064000" cy="461665"/>
          </a:xfrm>
          <a:prstGeom prst="rect">
            <a:avLst/>
          </a:prstGeom>
          <a:noFill/>
        </p:spPr>
        <p:txBody>
          <a:bodyPr vert="horz" rtlCol="0">
            <a:prstTxWarp prst="textInflate">
              <a:avLst/>
            </a:prstTxWarp>
            <a:spAutoFit/>
          </a:bodyPr>
          <a:lstStyle/>
          <a:p>
            <a:r>
              <a:rPr lang="en-US" sz="2400"/>
              <a:t>Warp 20</a:t>
            </a:r>
          </a:p>
        </p:txBody>
      </p:sp>
      <p:sp>
        <p:nvSpPr>
          <p:cNvPr id="9" name="Star: 8 Points 8">
            <a:extLst>
              <a:ext uri="{FF2B5EF4-FFF2-40B4-BE49-F238E27FC236}">
                <a16:creationId xmlns:a16="http://schemas.microsoft.com/office/drawing/2014/main" id="{7D8768DD-092A-661C-DB8C-AA63E1000F25}"/>
              </a:ext>
            </a:extLst>
          </p:cNvPr>
          <p:cNvSpPr/>
          <p:nvPr/>
        </p:nvSpPr>
        <p:spPr>
          <a:xfrm rot="900000">
            <a:off x="7620000" y="762000"/>
            <a:ext cx="2032000" cy="2032000"/>
          </a:xfrm>
          <a:prstGeom prst="star8">
            <a:avLst/>
          </a:prstGeom>
          <a:solidFill>
            <a:srgbClr val="317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xplosion: 14 Points 9">
            <a:extLst>
              <a:ext uri="{FF2B5EF4-FFF2-40B4-BE49-F238E27FC236}">
                <a16:creationId xmlns:a16="http://schemas.microsoft.com/office/drawing/2014/main" id="{F3D42667-B6C7-77E3-8F68-B9F04F122A57}"/>
              </a:ext>
            </a:extLst>
          </p:cNvPr>
          <p:cNvSpPr/>
          <p:nvPr/>
        </p:nvSpPr>
        <p:spPr>
          <a:xfrm>
            <a:off x="7620000" y="3302000"/>
            <a:ext cx="2286000" cy="2286000"/>
          </a:xfrm>
          <a:prstGeom prst="irregularSeal2">
            <a:avLst/>
          </a:prstGeom>
          <a:solidFill>
            <a:srgbClr val="784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6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Georgia</vt:lpstr>
      <vt:lpstr>Office Theme</vt:lpstr>
      <vt:lpstr>Preset Geometry &amp; WordArt Corpus Deck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2026-07-08T21:24:24Z</dcterms:created>
  <dcterms:modified xsi:type="dcterms:W3CDTF">2026-07-08T21:24:25Z</dcterms:modified>
</cp:coreProperties>
</file>