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2A69E-AE79-7609-2B01-996FC4BB4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DA659-42E1-BB6C-1987-E418516F4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332F3-E36B-6702-399F-2260F3062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B1BB0-E8D8-4954-93D1-134AF053E01F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B3DB8-91DD-15E0-CF08-89C067397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B3CD9-73E8-29E6-A62F-9CE44AEE8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39EC-6E5D-4665-A07E-675D4A2BA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71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9636D-673B-3DB0-261B-60BB6013E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3895F-A941-129E-A285-0D240192B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735DE-E207-F544-3FB0-0FD28B4D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B1BB0-E8D8-4954-93D1-134AF053E01F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DD719-A6C1-FAFF-151F-302F8062E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48163-4C0C-C481-120B-EA690BD1C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39EC-6E5D-4665-A07E-675D4A2BA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40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F359B-149F-7E3E-B281-E96692FCC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88371-8F9E-F66F-8EFB-233CAFB8E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BB3CE-BE7E-93DD-CFD1-3AE5AE6A0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B1BB0-E8D8-4954-93D1-134AF053E01F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5CDD2-C5FE-BB8C-238B-BB0F9A3DF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BCA1F-A50A-3787-E7DC-88D3CB197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39EC-6E5D-4665-A07E-675D4A2BA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00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5B3C0-9376-D6CF-79A9-6E961248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A11DC-4E13-4C76-EED6-6F2CFCCA1A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6FBF0A-8B55-7A9A-415B-AF9A2DC17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82AE7-DD34-1F16-14E7-9384D7BFB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B1BB0-E8D8-4954-93D1-134AF053E01F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326CD-C237-F8F4-0333-E152AFDBE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37E337-0B4F-F3F4-B42E-FFE6ECB24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39EC-6E5D-4665-A07E-675D4A2BA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122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08D8-7C26-3D3B-8BEB-1D5809DB6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303EE-B82F-F6B9-BC39-6EEA8C074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2F2084-0BB4-0B8F-180F-949648CA5E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19018-FD15-5307-52FB-E412BDCA3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EC49C8-A711-8036-6089-7A8AF7A29E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C55BA9-46F5-290C-F32D-5D2AFD6A9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B1BB0-E8D8-4954-93D1-134AF053E01F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4D5EE7-9234-B65B-EAF2-19B20CA96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EE4AC1-EA92-67DB-605C-34B2197D9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39EC-6E5D-4665-A07E-675D4A2BA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480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7599C-663A-BD33-5194-87EAE6ED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0B3A61-116F-5950-A536-C506D14C4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B1BB0-E8D8-4954-93D1-134AF053E01F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2EFEBF-3CD0-82EB-4E87-3FDAC6545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77F5CA-20A9-5CD7-9EA4-7A02EEDB1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39EC-6E5D-4665-A07E-675D4A2BA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491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B177A0-903A-D820-F6AB-B614B9424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B1BB0-E8D8-4954-93D1-134AF053E01F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157FEE-DC73-356F-03B7-987DCE4B3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2193E-55FC-F3E4-32A8-B04CC41FD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39EC-6E5D-4665-A07E-675D4A2BA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9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0788E-9A00-2481-D5A0-1EAC79324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1CFC0-FF20-DEDE-08C9-6799750BE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D41C60-3F45-0F6B-C32F-B273E214C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1AD88-B76E-12EF-24A4-FF45272EF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B1BB0-E8D8-4954-93D1-134AF053E01F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3C9F5-63ED-5FB8-8F84-031CF0212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C36CE-D524-2437-A83E-4AB8B9EC9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39EC-6E5D-4665-A07E-675D4A2BA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255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440E5-FE72-E0B0-433E-0E2C79DB4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8805E2-ABB3-234E-09AD-F45B7AE5F6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0EB42-8CDC-D1D5-0717-A6EF29D02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300AF-56F0-B588-B92B-6F2DD71A8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B1BB0-E8D8-4954-93D1-134AF053E01F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35459-A091-163A-7710-96BC02D56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CA032-3340-317F-6EE9-7AC69132B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39EC-6E5D-4665-A07E-675D4A2BA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018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365E7-6A66-90AB-9D34-CE0F7159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874DD0-F358-C4B2-D9EF-F6A5E8065C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ADF2A-E4DB-BE32-9E8E-AFE251B6E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B1BB0-E8D8-4954-93D1-134AF053E01F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CF3F5-9A73-17E9-9F96-1290F0AC6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571EC-D9FE-E02F-3B80-0549A211D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39EC-6E5D-4665-A07E-675D4A2BA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74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C98882-DC4C-D873-C4F7-906E3CD131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13EC58-A96D-A99A-E893-7129B1EDA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3DE4F-5564-F4F8-A7E5-57FE7B98A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B1BB0-E8D8-4954-93D1-134AF053E01F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8A4A5-B820-19C0-5992-A55E18755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9E416-2350-8BF7-6320-EB6B0E47A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539EC-6E5D-4665-A07E-675D4A2BA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164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64381F"/>
            </a:gs>
            <a:gs pos="50000">
              <a:srgbClr val="FFFFFF"/>
            </a:gs>
            <a:gs pos="100000">
              <a:srgbClr val="B6752E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E109DA-27E7-B4E4-7533-CCE901425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B6B16-C5BB-9709-5BC9-EF71101D9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2EED7-A9F9-8321-CCB3-3554F777F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DB1BB0-E8D8-4954-93D1-134AF053E01F}" type="datetimeFigureOut">
              <a:rPr lang="en-US" smtClean="0"/>
              <a:t>2026-07-09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CE8E0-B0F6-7984-E944-BF3E77A99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786F4-4FF8-4F6B-DEB0-62C1CA9C9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539EC-6E5D-4665-A07E-675D4A2BA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78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2F2F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2F2F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2F2F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2F2F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2F2F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12B8-C9A8-944A-1598-FE950D453D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Master &amp; Layout Inheritance Corpus Deck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3A7533-BA08-DE8B-96BD-05FB69173F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Custom master fill, placeholder chrome, gradients &amp; patterns</a:t>
            </a:r>
          </a:p>
        </p:txBody>
      </p:sp>
    </p:spTree>
    <p:extLst>
      <p:ext uri="{BB962C8B-B14F-4D97-AF65-F5344CB8AC3E}">
        <p14:creationId xmlns:p14="http://schemas.microsoft.com/office/powerpoint/2010/main" val="2911049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ABDB8-FAAD-2081-0DDE-341DEDC4A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Inherited Placeholder 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1C1A5-11AD-1BED-D71A-032B48CA9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This body text inherits the master's off-white font colour.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AA7611A-F5C4-B677-CA95-0E820B11AF74}"/>
              </a:ext>
            </a:extLst>
          </p:cNvPr>
          <p:cNvSpPr/>
          <p:nvPr/>
        </p:nvSpPr>
        <p:spPr>
          <a:xfrm>
            <a:off x="762000" y="4064000"/>
            <a:ext cx="2794000" cy="1778000"/>
          </a:xfrm>
          <a:prstGeom prst="roundRect">
            <a:avLst/>
          </a:prstGeom>
          <a:gradFill flip="none" rotWithShape="1">
            <a:gsLst>
              <a:gs pos="0">
                <a:srgbClr val="0000C0"/>
              </a:gs>
              <a:gs pos="100000">
                <a:srgbClr val="00C0FF"/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BBEC076-9001-408B-DE3E-F7DE29D7C3F1}"/>
              </a:ext>
            </a:extLst>
          </p:cNvPr>
          <p:cNvSpPr/>
          <p:nvPr/>
        </p:nvSpPr>
        <p:spPr>
          <a:xfrm>
            <a:off x="4064000" y="4064000"/>
            <a:ext cx="2794000" cy="1778000"/>
          </a:xfrm>
          <a:prstGeom prst="ellipse">
            <a:avLst/>
          </a:prstGeom>
          <a:pattFill prst="pct40">
            <a:fgClr>
              <a:srgbClr val="235637"/>
            </a:fgClr>
            <a:bgClr>
              <a:srgbClr val="DAEFE2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B31B1D5F-7416-620D-D697-880D62308F1A}"/>
              </a:ext>
            </a:extLst>
          </p:cNvPr>
          <p:cNvSpPr/>
          <p:nvPr/>
        </p:nvSpPr>
        <p:spPr>
          <a:xfrm>
            <a:off x="7366000" y="4064000"/>
            <a:ext cx="2794000" cy="1778000"/>
          </a:xfrm>
          <a:prstGeom prst="hexagon">
            <a:avLst/>
          </a:prstGeom>
          <a:gradFill flip="none" rotWithShape="1">
            <a:gsLst>
              <a:gs pos="0">
                <a:srgbClr val="A03070"/>
              </a:gs>
              <a:gs pos="100000">
                <a:schemeClr val="accent1">
                  <a:shade val="6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14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2B9BC-0BCF-3B27-E166-8C41EB876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Preset Shapes on Inherited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F2294-DDDC-F6DC-8601-C0A84FEB9F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9E62A-8B58-A2BD-21BD-E91217126A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9B861108-5816-D840-4B09-9BB28B0A769C}"/>
              </a:ext>
            </a:extLst>
          </p:cNvPr>
          <p:cNvSpPr/>
          <p:nvPr/>
        </p:nvSpPr>
        <p:spPr>
          <a:xfrm>
            <a:off x="762000" y="4826000"/>
            <a:ext cx="1905000" cy="1905000"/>
          </a:xfrm>
          <a:prstGeom prst="diamond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DCB7E430-5577-1566-311B-73597E0597B0}"/>
              </a:ext>
            </a:extLst>
          </p:cNvPr>
          <p:cNvSpPr/>
          <p:nvPr/>
        </p:nvSpPr>
        <p:spPr>
          <a:xfrm>
            <a:off x="3302000" y="4826000"/>
            <a:ext cx="1905000" cy="1905000"/>
          </a:xfrm>
          <a:prstGeom prst="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10EF798F-2565-C6EB-3534-2EC1CDAC16F8}"/>
              </a:ext>
            </a:extLst>
          </p:cNvPr>
          <p:cNvSpPr/>
          <p:nvPr/>
        </p:nvSpPr>
        <p:spPr>
          <a:xfrm>
            <a:off x="5842000" y="4826000"/>
            <a:ext cx="1905000" cy="1905000"/>
          </a:xfrm>
          <a:prstGeom prst="cube">
            <a:avLst/>
          </a:prstGeom>
          <a:solidFill>
            <a:schemeClr val="hlink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6623AF38-F5CD-26ED-C12E-C9C8ADBA997C}"/>
              </a:ext>
            </a:extLst>
          </p:cNvPr>
          <p:cNvSpPr/>
          <p:nvPr/>
        </p:nvSpPr>
        <p:spPr>
          <a:xfrm>
            <a:off x="8382000" y="4826000"/>
            <a:ext cx="1905000" cy="1905000"/>
          </a:xfrm>
          <a:prstGeom prst="pentagon">
            <a:avLst/>
          </a:prstGeom>
          <a:solidFill>
            <a:schemeClr val="folHlink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241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87D25-85E7-1DC8-10BD-5CC2C0A6D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Section Break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69C70-94E2-1769-030A-3E7E315E9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Still inherits master gradient &amp; fonts.</a:t>
            </a:r>
          </a:p>
        </p:txBody>
      </p:sp>
    </p:spTree>
    <p:extLst>
      <p:ext uri="{BB962C8B-B14F-4D97-AF65-F5344CB8AC3E}">
        <p14:creationId xmlns:p14="http://schemas.microsoft.com/office/powerpoint/2010/main" val="3672401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Master &amp; Layout Inheritance Corpus Deck</vt:lpstr>
      <vt:lpstr>Inherited Placeholder Styling</vt:lpstr>
      <vt:lpstr>Preset Shapes on Inherited Layout</vt:lpstr>
      <vt:lpstr>Section Break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2026-07-08T21:08:30Z</dcterms:created>
  <dcterms:modified xsi:type="dcterms:W3CDTF">2026-07-08T21:08:32Z</dcterms:modified>
</cp:coreProperties>
</file>