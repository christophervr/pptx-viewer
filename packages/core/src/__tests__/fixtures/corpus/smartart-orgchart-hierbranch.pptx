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F13DFF-862B-4FFB-B076-A2ED592B66D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AD86D7-063D-4284-A507-200E6B82E54C}">
      <dgm:prSet phldrT="[Text]"/>
      <dgm:spPr/>
      <dgm:t>
        <a:bodyPr/>
        <a:lstStyle/>
        <a:p>
          <a:r>
            <a:rPr lang="en-US"/>
            <a:t>Manager</a:t>
          </a:r>
        </a:p>
      </dgm:t>
    </dgm:pt>
    <dgm:pt modelId="{545417B4-A703-44C2-9053-8954B9E06913}" type="parTrans" cxnId="{3D6D026A-13C4-4A5A-B041-A192698729D1}">
      <dgm:prSet/>
      <dgm:spPr/>
      <dgm:t>
        <a:bodyPr/>
        <a:lstStyle/>
        <a:p>
          <a:endParaRPr lang="en-US"/>
        </a:p>
      </dgm:t>
    </dgm:pt>
    <dgm:pt modelId="{9C3CCA17-C5E0-42F5-920A-F8EEF2CD36A4}" type="sibTrans" cxnId="{3D6D026A-13C4-4A5A-B041-A192698729D1}">
      <dgm:prSet/>
      <dgm:spPr/>
      <dgm:t>
        <a:bodyPr/>
        <a:lstStyle/>
        <a:p>
          <a:endParaRPr lang="en-US"/>
        </a:p>
      </dgm:t>
    </dgm:pt>
    <dgm:pt modelId="{132CB9D8-7E6A-4FBC-A092-56982D324135}" type="asst">
      <dgm:prSet phldrT="[Text]" phldr="1"/>
      <dgm:spPr/>
      <dgm:t>
        <a:bodyPr/>
        <a:lstStyle/>
        <a:p>
          <a:endParaRPr lang="en-US"/>
        </a:p>
      </dgm:t>
    </dgm:pt>
    <dgm:pt modelId="{938D7621-78A1-403E-AD8A-BAFB8EAFA223}" type="parTrans" cxnId="{17E56A61-AF9D-4882-9086-0120D93291C8}">
      <dgm:prSet/>
      <dgm:spPr/>
      <dgm:t>
        <a:bodyPr/>
        <a:lstStyle/>
        <a:p>
          <a:endParaRPr lang="en-US"/>
        </a:p>
      </dgm:t>
    </dgm:pt>
    <dgm:pt modelId="{F083E618-8123-46DC-AFCC-A30B55295D09}" type="sibTrans" cxnId="{17E56A61-AF9D-4882-9086-0120D93291C8}">
      <dgm:prSet/>
      <dgm:spPr/>
      <dgm:t>
        <a:bodyPr/>
        <a:lstStyle/>
        <a:p>
          <a:endParaRPr lang="en-US"/>
        </a:p>
      </dgm:t>
    </dgm:pt>
    <dgm:pt modelId="{A86C401F-0020-40E2-AE5D-C08348707CB5}">
      <dgm:prSet phldrT="[Text]" phldr="1"/>
      <dgm:spPr/>
      <dgm:t>
        <a:bodyPr/>
        <a:lstStyle/>
        <a:p>
          <a:endParaRPr lang="en-US"/>
        </a:p>
      </dgm:t>
    </dgm:pt>
    <dgm:pt modelId="{8307CD17-4CE6-46A2-A975-5D3C50921D36}" type="parTrans" cxnId="{9643BF2F-DC6B-4AFB-8723-8F328EAFCF81}">
      <dgm:prSet/>
      <dgm:spPr/>
      <dgm:t>
        <a:bodyPr/>
        <a:lstStyle/>
        <a:p>
          <a:endParaRPr lang="en-US"/>
        </a:p>
      </dgm:t>
    </dgm:pt>
    <dgm:pt modelId="{FDC82DF0-2F9D-4DE9-9469-1B576E587D01}" type="sibTrans" cxnId="{9643BF2F-DC6B-4AFB-8723-8F328EAFCF81}">
      <dgm:prSet/>
      <dgm:spPr/>
      <dgm:t>
        <a:bodyPr/>
        <a:lstStyle/>
        <a:p>
          <a:endParaRPr lang="en-US"/>
        </a:p>
      </dgm:t>
    </dgm:pt>
    <dgm:pt modelId="{DF2A2CAE-1DCA-4DDD-ACA2-670D5B4E50F6}">
      <dgm:prSet phldrT="[Text]" phldr="1"/>
      <dgm:spPr/>
      <dgm:t>
        <a:bodyPr/>
        <a:lstStyle/>
        <a:p>
          <a:endParaRPr lang="en-US"/>
        </a:p>
      </dgm:t>
    </dgm:pt>
    <dgm:pt modelId="{6D815F35-B4B2-41B3-BF50-A9B212ABEEA7}" type="parTrans" cxnId="{83033DC3-F3D7-4299-8D19-5C0A9A2195C6}">
      <dgm:prSet/>
      <dgm:spPr/>
      <dgm:t>
        <a:bodyPr/>
        <a:lstStyle/>
        <a:p>
          <a:endParaRPr lang="en-US"/>
        </a:p>
      </dgm:t>
    </dgm:pt>
    <dgm:pt modelId="{581D712B-E32B-430F-919C-B72572D55828}" type="sibTrans" cxnId="{83033DC3-F3D7-4299-8D19-5C0A9A2195C6}">
      <dgm:prSet/>
      <dgm:spPr/>
      <dgm:t>
        <a:bodyPr/>
        <a:lstStyle/>
        <a:p>
          <a:endParaRPr lang="en-US"/>
        </a:p>
      </dgm:t>
    </dgm:pt>
    <dgm:pt modelId="{E34443B0-F84A-44B4-9E9D-8EEBA1A0CEBD}">
      <dgm:prSet phldrT="[Text]" phldr="1"/>
      <dgm:spPr/>
      <dgm:t>
        <a:bodyPr/>
        <a:lstStyle/>
        <a:p>
          <a:endParaRPr lang="en-US"/>
        </a:p>
      </dgm:t>
    </dgm:pt>
    <dgm:pt modelId="{85A98E47-05A4-4A6B-A346-8E82DEE5F227}" type="parTrans" cxnId="{953F2068-E724-4FD2-A657-26438CA181F7}">
      <dgm:prSet/>
      <dgm:spPr/>
      <dgm:t>
        <a:bodyPr/>
        <a:lstStyle/>
        <a:p>
          <a:endParaRPr lang="en-US"/>
        </a:p>
      </dgm:t>
    </dgm:pt>
    <dgm:pt modelId="{F9E2D484-EF50-4FDD-84B3-17BD02E5FEE7}" type="sibTrans" cxnId="{953F2068-E724-4FD2-A657-26438CA181F7}">
      <dgm:prSet/>
      <dgm:spPr/>
      <dgm:t>
        <a:bodyPr/>
        <a:lstStyle/>
        <a:p>
          <a:endParaRPr lang="en-US"/>
        </a:p>
      </dgm:t>
    </dgm:pt>
    <dgm:pt modelId="{8DC7E309-75B2-4F56-95F6-4E26EDC551ED}" type="asst">
      <dgm:prSet phldrT="[Text]"/>
      <dgm:spPr/>
      <dgm:t>
        <a:bodyPr/>
        <a:lstStyle/>
        <a:p>
          <a:r>
            <a:rPr lang="en-US"/>
            <a:t>Assistant</a:t>
          </a:r>
        </a:p>
      </dgm:t>
    </dgm:pt>
    <dgm:pt modelId="{D605ED7B-AAC9-4716-AABE-DBBA2D3601C4}" type="parTrans" cxnId="{7714BC31-CF21-417A-8F29-39286A6D42E9}">
      <dgm:prSet/>
      <dgm:spPr/>
    </dgm:pt>
    <dgm:pt modelId="{76AB6D24-AD5E-4124-B9D0-4F7CFF8FA813}" type="sibTrans" cxnId="{7714BC31-CF21-417A-8F29-39286A6D42E9}">
      <dgm:prSet/>
      <dgm:spPr/>
    </dgm:pt>
    <dgm:pt modelId="{2EA06069-918F-45ED-BDC1-C78D20278881}">
      <dgm:prSet phldrT="[Text]"/>
      <dgm:spPr/>
      <dgm:t>
        <a:bodyPr/>
        <a:lstStyle/>
        <a:p>
          <a:r>
            <a:rPr lang="en-US"/>
            <a:t>Report One</a:t>
          </a:r>
        </a:p>
      </dgm:t>
    </dgm:pt>
    <dgm:pt modelId="{03524040-2088-4366-8E39-A3744772A13C}" type="parTrans" cxnId="{855A0153-067B-4240-B434-055A0E03BC81}">
      <dgm:prSet/>
      <dgm:spPr/>
    </dgm:pt>
    <dgm:pt modelId="{ABA9553B-AE0C-4FDD-8725-B943A0C48443}" type="sibTrans" cxnId="{855A0153-067B-4240-B434-055A0E03BC81}">
      <dgm:prSet/>
      <dgm:spPr/>
    </dgm:pt>
    <dgm:pt modelId="{128D8F2E-844B-4157-9A3A-6BA26BC28B3A}">
      <dgm:prSet phldrT="[Text]"/>
      <dgm:spPr/>
      <dgm:t>
        <a:bodyPr/>
        <a:lstStyle/>
        <a:p>
          <a:r>
            <a:rPr lang="en-US"/>
            <a:t>Report Two</a:t>
          </a:r>
        </a:p>
      </dgm:t>
    </dgm:pt>
    <dgm:pt modelId="{3FB647E1-61BA-41FE-BC61-251664C6A2EF}" type="parTrans" cxnId="{4BDD93B4-C0B5-445B-8811-45F9E6AAE0E7}">
      <dgm:prSet/>
      <dgm:spPr/>
    </dgm:pt>
    <dgm:pt modelId="{52CCC467-0FC8-49A2-92CD-71C4C97C3EB2}" type="sibTrans" cxnId="{4BDD93B4-C0B5-445B-8811-45F9E6AAE0E7}">
      <dgm:prSet/>
      <dgm:spPr/>
    </dgm:pt>
    <dgm:pt modelId="{D07B7559-A761-4E1B-8626-C2DAE1238824}">
      <dgm:prSet phldrT="[Text]"/>
      <dgm:spPr/>
      <dgm:t>
        <a:bodyPr/>
        <a:lstStyle/>
        <a:p>
          <a:r>
            <a:rPr lang="en-US"/>
            <a:t>Report Three</a:t>
          </a:r>
        </a:p>
      </dgm:t>
    </dgm:pt>
    <dgm:pt modelId="{901CE097-7B71-4CA6-B6BA-E188A159A434}" type="parTrans" cxnId="{C3A82D19-5C9B-4554-A468-3873478DC0FD}">
      <dgm:prSet/>
      <dgm:spPr/>
    </dgm:pt>
    <dgm:pt modelId="{0206C094-B608-45D2-B0C3-32E81F66D35D}" type="sibTrans" cxnId="{C3A82D19-5C9B-4554-A468-3873478DC0FD}">
      <dgm:prSet/>
      <dgm:spPr/>
    </dgm:pt>
    <dgm:pt modelId="{952C776B-65B1-4232-A08D-5B5ECD991E29}">
      <dgm:prSet phldrT="[Text]"/>
      <dgm:spPr/>
      <dgm:t>
        <a:bodyPr/>
        <a:lstStyle/>
        <a:p>
          <a:r>
            <a:rPr lang="en-US"/>
            <a:t>Analyst One</a:t>
          </a:r>
        </a:p>
      </dgm:t>
    </dgm:pt>
    <dgm:pt modelId="{9D3CF9B1-95B7-4C93-A5DC-FC8B24DBB6FD}" type="parTrans" cxnId="{C9B34FF8-4407-4B7B-A0FB-380EEABDE400}">
      <dgm:prSet/>
      <dgm:spPr/>
    </dgm:pt>
    <dgm:pt modelId="{03B82CF7-5787-4CA3-B148-EC76D566F432}" type="sibTrans" cxnId="{C9B34FF8-4407-4B7B-A0FB-380EEABDE400}">
      <dgm:prSet/>
      <dgm:spPr/>
    </dgm:pt>
    <dgm:pt modelId="{6988C76E-CE80-44DD-BEA4-6B21F832FCB5}">
      <dgm:prSet phldrT="[Text]"/>
      <dgm:spPr/>
      <dgm:t>
        <a:bodyPr/>
        <a:lstStyle/>
        <a:p>
          <a:r>
            <a:rPr lang="en-US"/>
            <a:t>Analyst Two</a:t>
          </a:r>
        </a:p>
      </dgm:t>
    </dgm:pt>
    <dgm:pt modelId="{2AEF599F-2987-4463-ADAA-BED011171F1D}" type="parTrans" cxnId="{9D25FD08-11A6-4381-BC7F-CE5C6C9414A1}">
      <dgm:prSet/>
      <dgm:spPr/>
    </dgm:pt>
    <dgm:pt modelId="{141EB7A9-57D3-4A8D-BFB2-C021FFE897CC}" type="sibTrans" cxnId="{9D25FD08-11A6-4381-BC7F-CE5C6C9414A1}">
      <dgm:prSet/>
      <dgm:spPr/>
    </dgm:pt>
    <dgm:pt modelId="{496926EF-1B87-49E7-9CE8-617D704AD27D}" type="pres">
      <dgm:prSet presAssocID="{60F13DFF-862B-4FFB-B076-A2ED592B66D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6271E00-A744-43DB-A713-08CAE61EC378}" type="pres">
      <dgm:prSet presAssocID="{75AD86D7-063D-4284-A507-200E6B82E54C}" presName="hierRoot1" presStyleCnt="0">
        <dgm:presLayoutVars>
          <dgm:hierBranch/>
        </dgm:presLayoutVars>
      </dgm:prSet>
      <dgm:spPr/>
    </dgm:pt>
    <dgm:pt modelId="{34C11B5B-4956-4A34-B499-03086DF7B899}" type="pres">
      <dgm:prSet presAssocID="{75AD86D7-063D-4284-A507-200E6B82E54C}" presName="rootComposite1" presStyleCnt="0"/>
      <dgm:spPr/>
    </dgm:pt>
    <dgm:pt modelId="{5F21EBA5-44C3-4CC3-9331-99F6CB401CD3}" type="pres">
      <dgm:prSet presAssocID="{75AD86D7-063D-4284-A507-200E6B82E54C}" presName="rootText1" presStyleLbl="node0" presStyleIdx="0" presStyleCnt="1">
        <dgm:presLayoutVars>
          <dgm:chPref val="3"/>
        </dgm:presLayoutVars>
      </dgm:prSet>
      <dgm:spPr/>
    </dgm:pt>
    <dgm:pt modelId="{09D22A0B-E6EE-44B5-98C3-C244FAE25C1B}" type="pres">
      <dgm:prSet presAssocID="{75AD86D7-063D-4284-A507-200E6B82E54C}" presName="rootConnector1" presStyleLbl="node1" presStyleIdx="0" presStyleCnt="0"/>
      <dgm:spPr/>
    </dgm:pt>
    <dgm:pt modelId="{2B4AA115-296F-48AF-9C89-BB759C9A032C}" type="pres">
      <dgm:prSet presAssocID="{75AD86D7-063D-4284-A507-200E6B82E54C}" presName="hierChild2" presStyleCnt="0"/>
      <dgm:spPr/>
    </dgm:pt>
    <dgm:pt modelId="{FC980906-3FFE-431E-AAC7-977AC7DFAAC9}" type="pres">
      <dgm:prSet presAssocID="{8307CD17-4CE6-46A2-A975-5D3C50921D36}" presName="Name35" presStyleLbl="parChTrans1D2" presStyleIdx="0" presStyleCnt="5"/>
      <dgm:spPr/>
    </dgm:pt>
    <dgm:pt modelId="{6D9A3A85-36E8-4F79-8EB7-64041C79DE91}" type="pres">
      <dgm:prSet presAssocID="{A86C401F-0020-40E2-AE5D-C08348707CB5}" presName="hierRoot2" presStyleCnt="0">
        <dgm:presLayoutVars>
          <dgm:hierBranch val="init"/>
        </dgm:presLayoutVars>
      </dgm:prSet>
      <dgm:spPr/>
    </dgm:pt>
    <dgm:pt modelId="{CD15C538-A2F6-4C8D-954C-3986F55BA990}" type="pres">
      <dgm:prSet presAssocID="{A86C401F-0020-40E2-AE5D-C08348707CB5}" presName="rootComposite" presStyleCnt="0"/>
      <dgm:spPr/>
    </dgm:pt>
    <dgm:pt modelId="{A8235EF5-B9DB-453F-9936-6564B647A624}" type="pres">
      <dgm:prSet presAssocID="{A86C401F-0020-40E2-AE5D-C08348707CB5}" presName="rootText" presStyleLbl="node2" presStyleIdx="0" presStyleCnt="3">
        <dgm:presLayoutVars>
          <dgm:chPref val="3"/>
        </dgm:presLayoutVars>
      </dgm:prSet>
      <dgm:spPr/>
    </dgm:pt>
    <dgm:pt modelId="{2429D101-A4E3-43AA-A187-69A8647663DC}" type="pres">
      <dgm:prSet presAssocID="{A86C401F-0020-40E2-AE5D-C08348707CB5}" presName="rootConnector" presStyleLbl="node2" presStyleIdx="0" presStyleCnt="3"/>
      <dgm:spPr/>
    </dgm:pt>
    <dgm:pt modelId="{B523E145-AE21-43BE-968A-54A7F94A245C}" type="pres">
      <dgm:prSet presAssocID="{A86C401F-0020-40E2-AE5D-C08348707CB5}" presName="hierChild4" presStyleCnt="0"/>
      <dgm:spPr/>
    </dgm:pt>
    <dgm:pt modelId="{15ABAC0D-B1CB-48C9-82E6-24104BBBAD47}" type="pres">
      <dgm:prSet presAssocID="{03524040-2088-4366-8E39-A3744772A13C}" presName="Name37" presStyleLbl="parChTrans1D3" presStyleIdx="0" presStyleCnt="3"/>
      <dgm:spPr/>
    </dgm:pt>
    <dgm:pt modelId="{29E30791-1019-4829-991A-5064ADD2C698}" type="pres">
      <dgm:prSet presAssocID="{2EA06069-918F-45ED-BDC1-C78D20278881}" presName="hierRoot2" presStyleCnt="0">
        <dgm:presLayoutVars>
          <dgm:hierBranch val="init"/>
        </dgm:presLayoutVars>
      </dgm:prSet>
      <dgm:spPr/>
    </dgm:pt>
    <dgm:pt modelId="{40BD94F0-48BD-4539-B09E-62D2345244A0}" type="pres">
      <dgm:prSet presAssocID="{2EA06069-918F-45ED-BDC1-C78D20278881}" presName="rootComposite" presStyleCnt="0"/>
      <dgm:spPr/>
    </dgm:pt>
    <dgm:pt modelId="{34A81E25-0520-4FB8-B090-70D07FCFBD46}" type="pres">
      <dgm:prSet presAssocID="{2EA06069-918F-45ED-BDC1-C78D20278881}" presName="rootText" presStyleLbl="node3" presStyleIdx="0" presStyleCnt="3">
        <dgm:presLayoutVars>
          <dgm:chPref val="3"/>
        </dgm:presLayoutVars>
      </dgm:prSet>
      <dgm:spPr/>
    </dgm:pt>
    <dgm:pt modelId="{85679E47-23A9-4A41-8F62-A03618910772}" type="pres">
      <dgm:prSet presAssocID="{2EA06069-918F-45ED-BDC1-C78D20278881}" presName="rootConnector" presStyleLbl="node3" presStyleIdx="0" presStyleCnt="3"/>
      <dgm:spPr/>
    </dgm:pt>
    <dgm:pt modelId="{830A8BAE-F452-449C-9129-5D047BBB1CE5}" type="pres">
      <dgm:prSet presAssocID="{2EA06069-918F-45ED-BDC1-C78D20278881}" presName="hierChild4" presStyleCnt="0"/>
      <dgm:spPr/>
    </dgm:pt>
    <dgm:pt modelId="{F81DD089-B040-4E0F-A950-48B06FA35614}" type="pres">
      <dgm:prSet presAssocID="{9D3CF9B1-95B7-4C93-A5DC-FC8B24DBB6FD}" presName="Name37" presStyleLbl="parChTrans1D4" presStyleIdx="0" presStyleCnt="2"/>
      <dgm:spPr/>
    </dgm:pt>
    <dgm:pt modelId="{14F8F8EB-E6D9-49D8-AFF8-F70131AF3DF7}" type="pres">
      <dgm:prSet presAssocID="{952C776B-65B1-4232-A08D-5B5ECD991E29}" presName="hierRoot2" presStyleCnt="0">
        <dgm:presLayoutVars>
          <dgm:hierBranch val="init"/>
        </dgm:presLayoutVars>
      </dgm:prSet>
      <dgm:spPr/>
    </dgm:pt>
    <dgm:pt modelId="{A521E7DE-64A1-4685-9E52-4AA6BBAD6752}" type="pres">
      <dgm:prSet presAssocID="{952C776B-65B1-4232-A08D-5B5ECD991E29}" presName="rootComposite" presStyleCnt="0"/>
      <dgm:spPr/>
    </dgm:pt>
    <dgm:pt modelId="{633C9F9A-3F1B-407F-B6FB-AF7B2A5D432E}" type="pres">
      <dgm:prSet presAssocID="{952C776B-65B1-4232-A08D-5B5ECD991E29}" presName="rootText" presStyleLbl="node4" presStyleIdx="0" presStyleCnt="2">
        <dgm:presLayoutVars>
          <dgm:chPref val="3"/>
        </dgm:presLayoutVars>
      </dgm:prSet>
      <dgm:spPr/>
    </dgm:pt>
    <dgm:pt modelId="{C443D5E1-C98E-4803-859B-FAF42BB21CAC}" type="pres">
      <dgm:prSet presAssocID="{952C776B-65B1-4232-A08D-5B5ECD991E29}" presName="rootConnector" presStyleLbl="node4" presStyleIdx="0" presStyleCnt="2"/>
      <dgm:spPr/>
    </dgm:pt>
    <dgm:pt modelId="{B0AD1552-D54A-41F5-B9D6-0B02A74C1C07}" type="pres">
      <dgm:prSet presAssocID="{952C776B-65B1-4232-A08D-5B5ECD991E29}" presName="hierChild4" presStyleCnt="0"/>
      <dgm:spPr/>
    </dgm:pt>
    <dgm:pt modelId="{5AB2B898-DE42-4153-8CDB-402BE04C59CA}" type="pres">
      <dgm:prSet presAssocID="{952C776B-65B1-4232-A08D-5B5ECD991E29}" presName="hierChild5" presStyleCnt="0"/>
      <dgm:spPr/>
    </dgm:pt>
    <dgm:pt modelId="{0EDB27E7-67EF-4677-9972-D6CABAD5D3B5}" type="pres">
      <dgm:prSet presAssocID="{2AEF599F-2987-4463-ADAA-BED011171F1D}" presName="Name37" presStyleLbl="parChTrans1D4" presStyleIdx="1" presStyleCnt="2"/>
      <dgm:spPr/>
    </dgm:pt>
    <dgm:pt modelId="{1E07393D-64BB-476B-9BFC-FA2438E3F490}" type="pres">
      <dgm:prSet presAssocID="{6988C76E-CE80-44DD-BEA4-6B21F832FCB5}" presName="hierRoot2" presStyleCnt="0">
        <dgm:presLayoutVars>
          <dgm:hierBranch val="init"/>
        </dgm:presLayoutVars>
      </dgm:prSet>
      <dgm:spPr/>
    </dgm:pt>
    <dgm:pt modelId="{9EF8C5D0-4B56-44C2-B1B6-0BF5D41EEB29}" type="pres">
      <dgm:prSet presAssocID="{6988C76E-CE80-44DD-BEA4-6B21F832FCB5}" presName="rootComposite" presStyleCnt="0"/>
      <dgm:spPr/>
    </dgm:pt>
    <dgm:pt modelId="{9689811C-6633-410C-B47A-9883F0735E3F}" type="pres">
      <dgm:prSet presAssocID="{6988C76E-CE80-44DD-BEA4-6B21F832FCB5}" presName="rootText" presStyleLbl="node4" presStyleIdx="1" presStyleCnt="2">
        <dgm:presLayoutVars>
          <dgm:chPref val="3"/>
        </dgm:presLayoutVars>
      </dgm:prSet>
      <dgm:spPr/>
    </dgm:pt>
    <dgm:pt modelId="{9591792D-EC0D-4111-AFDD-C10A901A7C75}" type="pres">
      <dgm:prSet presAssocID="{6988C76E-CE80-44DD-BEA4-6B21F832FCB5}" presName="rootConnector" presStyleLbl="node4" presStyleIdx="1" presStyleCnt="2"/>
      <dgm:spPr/>
    </dgm:pt>
    <dgm:pt modelId="{E41998DE-C6EF-4DB3-AE15-A597DFC78681}" type="pres">
      <dgm:prSet presAssocID="{6988C76E-CE80-44DD-BEA4-6B21F832FCB5}" presName="hierChild4" presStyleCnt="0"/>
      <dgm:spPr/>
    </dgm:pt>
    <dgm:pt modelId="{46F21FA9-E19E-4325-925B-643BD1E06BC6}" type="pres">
      <dgm:prSet presAssocID="{6988C76E-CE80-44DD-BEA4-6B21F832FCB5}" presName="hierChild5" presStyleCnt="0"/>
      <dgm:spPr/>
    </dgm:pt>
    <dgm:pt modelId="{851BFC5F-4032-4498-8EAC-9091F4B61D5E}" type="pres">
      <dgm:prSet presAssocID="{2EA06069-918F-45ED-BDC1-C78D20278881}" presName="hierChild5" presStyleCnt="0"/>
      <dgm:spPr/>
    </dgm:pt>
    <dgm:pt modelId="{34B20C46-9D9D-43C7-AA74-F2B0F5191D16}" type="pres">
      <dgm:prSet presAssocID="{3FB647E1-61BA-41FE-BC61-251664C6A2EF}" presName="Name37" presStyleLbl="parChTrans1D3" presStyleIdx="1" presStyleCnt="3"/>
      <dgm:spPr/>
    </dgm:pt>
    <dgm:pt modelId="{74635856-C6D8-4C3D-A30A-0FFD30B44BEE}" type="pres">
      <dgm:prSet presAssocID="{128D8F2E-844B-4157-9A3A-6BA26BC28B3A}" presName="hierRoot2" presStyleCnt="0">
        <dgm:presLayoutVars>
          <dgm:hierBranch val="init"/>
        </dgm:presLayoutVars>
      </dgm:prSet>
      <dgm:spPr/>
    </dgm:pt>
    <dgm:pt modelId="{9ECACB1D-6C6D-4436-8C0A-3ABB27BE8772}" type="pres">
      <dgm:prSet presAssocID="{128D8F2E-844B-4157-9A3A-6BA26BC28B3A}" presName="rootComposite" presStyleCnt="0"/>
      <dgm:spPr/>
    </dgm:pt>
    <dgm:pt modelId="{DE935A65-197A-488A-8FB5-602633D5D4CF}" type="pres">
      <dgm:prSet presAssocID="{128D8F2E-844B-4157-9A3A-6BA26BC28B3A}" presName="rootText" presStyleLbl="node3" presStyleIdx="1" presStyleCnt="3">
        <dgm:presLayoutVars>
          <dgm:chPref val="3"/>
        </dgm:presLayoutVars>
      </dgm:prSet>
      <dgm:spPr/>
    </dgm:pt>
    <dgm:pt modelId="{67D4B2BC-DAFF-4571-AE9F-338B2F80DAC2}" type="pres">
      <dgm:prSet presAssocID="{128D8F2E-844B-4157-9A3A-6BA26BC28B3A}" presName="rootConnector" presStyleLbl="node3" presStyleIdx="1" presStyleCnt="3"/>
      <dgm:spPr/>
    </dgm:pt>
    <dgm:pt modelId="{0FBC513F-61DA-4630-884B-C8BC81B69357}" type="pres">
      <dgm:prSet presAssocID="{128D8F2E-844B-4157-9A3A-6BA26BC28B3A}" presName="hierChild4" presStyleCnt="0"/>
      <dgm:spPr/>
    </dgm:pt>
    <dgm:pt modelId="{A6D20991-FC98-4757-A30F-4F737058929B}" type="pres">
      <dgm:prSet presAssocID="{128D8F2E-844B-4157-9A3A-6BA26BC28B3A}" presName="hierChild5" presStyleCnt="0"/>
      <dgm:spPr/>
    </dgm:pt>
    <dgm:pt modelId="{A64A3572-1FB1-41E6-8AD5-B226151620F5}" type="pres">
      <dgm:prSet presAssocID="{901CE097-7B71-4CA6-B6BA-E188A159A434}" presName="Name37" presStyleLbl="parChTrans1D3" presStyleIdx="2" presStyleCnt="3"/>
      <dgm:spPr/>
    </dgm:pt>
    <dgm:pt modelId="{9245FE35-D06F-4FEC-AD3C-002C4C54AFA4}" type="pres">
      <dgm:prSet presAssocID="{D07B7559-A761-4E1B-8626-C2DAE1238824}" presName="hierRoot2" presStyleCnt="0">
        <dgm:presLayoutVars>
          <dgm:hierBranch val="init"/>
        </dgm:presLayoutVars>
      </dgm:prSet>
      <dgm:spPr/>
    </dgm:pt>
    <dgm:pt modelId="{B9AB819E-CB26-4BED-B6B1-870903D58C93}" type="pres">
      <dgm:prSet presAssocID="{D07B7559-A761-4E1B-8626-C2DAE1238824}" presName="rootComposite" presStyleCnt="0"/>
      <dgm:spPr/>
    </dgm:pt>
    <dgm:pt modelId="{5175124F-C0D8-4568-A740-B50888414ABE}" type="pres">
      <dgm:prSet presAssocID="{D07B7559-A761-4E1B-8626-C2DAE1238824}" presName="rootText" presStyleLbl="node3" presStyleIdx="2" presStyleCnt="3">
        <dgm:presLayoutVars>
          <dgm:chPref val="3"/>
        </dgm:presLayoutVars>
      </dgm:prSet>
      <dgm:spPr/>
    </dgm:pt>
    <dgm:pt modelId="{D1784F9A-F91E-4E0F-A665-97C2D5654BEE}" type="pres">
      <dgm:prSet presAssocID="{D07B7559-A761-4E1B-8626-C2DAE1238824}" presName="rootConnector" presStyleLbl="node3" presStyleIdx="2" presStyleCnt="3"/>
      <dgm:spPr/>
    </dgm:pt>
    <dgm:pt modelId="{C65502AB-7BA3-40BB-9A17-8D1136DBDF20}" type="pres">
      <dgm:prSet presAssocID="{D07B7559-A761-4E1B-8626-C2DAE1238824}" presName="hierChild4" presStyleCnt="0"/>
      <dgm:spPr/>
    </dgm:pt>
    <dgm:pt modelId="{1DC3EF3C-C3FC-4158-8F22-8AF2C11E4A67}" type="pres">
      <dgm:prSet presAssocID="{D07B7559-A761-4E1B-8626-C2DAE1238824}" presName="hierChild5" presStyleCnt="0"/>
      <dgm:spPr/>
    </dgm:pt>
    <dgm:pt modelId="{97F9C866-E7C5-43BF-9B4C-7E832B6339A8}" type="pres">
      <dgm:prSet presAssocID="{A86C401F-0020-40E2-AE5D-C08348707CB5}" presName="hierChild5" presStyleCnt="0"/>
      <dgm:spPr/>
    </dgm:pt>
    <dgm:pt modelId="{A824EBEF-146A-404B-8661-02221090CB91}" type="pres">
      <dgm:prSet presAssocID="{6D815F35-B4B2-41B3-BF50-A9B212ABEEA7}" presName="Name35" presStyleLbl="parChTrans1D2" presStyleIdx="1" presStyleCnt="5"/>
      <dgm:spPr/>
    </dgm:pt>
    <dgm:pt modelId="{BC19C0BA-EA59-4E99-87D2-D386343EA1EB}" type="pres">
      <dgm:prSet presAssocID="{DF2A2CAE-1DCA-4DDD-ACA2-670D5B4E50F6}" presName="hierRoot2" presStyleCnt="0">
        <dgm:presLayoutVars>
          <dgm:hierBranch val="init"/>
        </dgm:presLayoutVars>
      </dgm:prSet>
      <dgm:spPr/>
    </dgm:pt>
    <dgm:pt modelId="{935D1E5D-12BA-4650-9745-48F55FE20EAF}" type="pres">
      <dgm:prSet presAssocID="{DF2A2CAE-1DCA-4DDD-ACA2-670D5B4E50F6}" presName="rootComposite" presStyleCnt="0"/>
      <dgm:spPr/>
    </dgm:pt>
    <dgm:pt modelId="{5639086D-9CB7-4E1C-8B40-1B7AB6961FCB}" type="pres">
      <dgm:prSet presAssocID="{DF2A2CAE-1DCA-4DDD-ACA2-670D5B4E50F6}" presName="rootText" presStyleLbl="node2" presStyleIdx="1" presStyleCnt="3">
        <dgm:presLayoutVars>
          <dgm:chPref val="3"/>
        </dgm:presLayoutVars>
      </dgm:prSet>
      <dgm:spPr/>
    </dgm:pt>
    <dgm:pt modelId="{DEC4D50A-83A1-4EFB-9C0E-BE9E0F560320}" type="pres">
      <dgm:prSet presAssocID="{DF2A2CAE-1DCA-4DDD-ACA2-670D5B4E50F6}" presName="rootConnector" presStyleLbl="node2" presStyleIdx="1" presStyleCnt="3"/>
      <dgm:spPr/>
    </dgm:pt>
    <dgm:pt modelId="{23CBDFA9-6209-45F3-86DA-802D74AB8F2E}" type="pres">
      <dgm:prSet presAssocID="{DF2A2CAE-1DCA-4DDD-ACA2-670D5B4E50F6}" presName="hierChild4" presStyleCnt="0"/>
      <dgm:spPr/>
    </dgm:pt>
    <dgm:pt modelId="{018B7BE9-0793-4C3A-9E39-30FEE74797D7}" type="pres">
      <dgm:prSet presAssocID="{DF2A2CAE-1DCA-4DDD-ACA2-670D5B4E50F6}" presName="hierChild5" presStyleCnt="0"/>
      <dgm:spPr/>
    </dgm:pt>
    <dgm:pt modelId="{49CEE8C4-0043-48FD-AE20-CB3D9C072FD4}" type="pres">
      <dgm:prSet presAssocID="{85A98E47-05A4-4A6B-A346-8E82DEE5F227}" presName="Name35" presStyleLbl="parChTrans1D2" presStyleIdx="2" presStyleCnt="5"/>
      <dgm:spPr/>
    </dgm:pt>
    <dgm:pt modelId="{D41FA43E-0EDA-43C4-B405-EFDBFA6B636F}" type="pres">
      <dgm:prSet presAssocID="{E34443B0-F84A-44B4-9E9D-8EEBA1A0CEBD}" presName="hierRoot2" presStyleCnt="0">
        <dgm:presLayoutVars>
          <dgm:hierBranch val="init"/>
        </dgm:presLayoutVars>
      </dgm:prSet>
      <dgm:spPr/>
    </dgm:pt>
    <dgm:pt modelId="{CB47580D-3670-426F-9583-60546E44A46E}" type="pres">
      <dgm:prSet presAssocID="{E34443B0-F84A-44B4-9E9D-8EEBA1A0CEBD}" presName="rootComposite" presStyleCnt="0"/>
      <dgm:spPr/>
    </dgm:pt>
    <dgm:pt modelId="{8ADDBE46-8E05-48B0-B856-E6206D95E3AB}" type="pres">
      <dgm:prSet presAssocID="{E34443B0-F84A-44B4-9E9D-8EEBA1A0CEBD}" presName="rootText" presStyleLbl="node2" presStyleIdx="2" presStyleCnt="3">
        <dgm:presLayoutVars>
          <dgm:chPref val="3"/>
        </dgm:presLayoutVars>
      </dgm:prSet>
      <dgm:spPr/>
    </dgm:pt>
    <dgm:pt modelId="{705194D6-1CB9-423D-B8BB-628AD7E5C8DF}" type="pres">
      <dgm:prSet presAssocID="{E34443B0-F84A-44B4-9E9D-8EEBA1A0CEBD}" presName="rootConnector" presStyleLbl="node2" presStyleIdx="2" presStyleCnt="3"/>
      <dgm:spPr/>
    </dgm:pt>
    <dgm:pt modelId="{4442EA8D-0ED2-43F1-91F8-46D8FFC8EF06}" type="pres">
      <dgm:prSet presAssocID="{E34443B0-F84A-44B4-9E9D-8EEBA1A0CEBD}" presName="hierChild4" presStyleCnt="0"/>
      <dgm:spPr/>
    </dgm:pt>
    <dgm:pt modelId="{00C78B9A-69B0-40B4-9AAE-56D9DA365BBB}" type="pres">
      <dgm:prSet presAssocID="{E34443B0-F84A-44B4-9E9D-8EEBA1A0CEBD}" presName="hierChild5" presStyleCnt="0"/>
      <dgm:spPr/>
    </dgm:pt>
    <dgm:pt modelId="{F6387C77-D2E2-4B65-8BFC-B2D0C401C6B9}" type="pres">
      <dgm:prSet presAssocID="{75AD86D7-063D-4284-A507-200E6B82E54C}" presName="hierChild3" presStyleCnt="0"/>
      <dgm:spPr/>
    </dgm:pt>
    <dgm:pt modelId="{77EF4E4D-AAF1-4B65-BF0F-C2B42AEE8039}" type="pres">
      <dgm:prSet presAssocID="{938D7621-78A1-403E-AD8A-BAFB8EAFA223}" presName="Name111" presStyleLbl="parChTrans1D2" presStyleIdx="3" presStyleCnt="5"/>
      <dgm:spPr/>
    </dgm:pt>
    <dgm:pt modelId="{99C2B54B-5F54-4F73-BE77-A0383B1D996E}" type="pres">
      <dgm:prSet presAssocID="{132CB9D8-7E6A-4FBC-A092-56982D324135}" presName="hierRoot3" presStyleCnt="0">
        <dgm:presLayoutVars>
          <dgm:hierBranch val="init"/>
        </dgm:presLayoutVars>
      </dgm:prSet>
      <dgm:spPr/>
    </dgm:pt>
    <dgm:pt modelId="{538C82AD-82DD-4D19-805B-F40FFEC8856E}" type="pres">
      <dgm:prSet presAssocID="{132CB9D8-7E6A-4FBC-A092-56982D324135}" presName="rootComposite3" presStyleCnt="0"/>
      <dgm:spPr/>
    </dgm:pt>
    <dgm:pt modelId="{E8FBA7F7-40ED-4436-95A7-219CE15B45D4}" type="pres">
      <dgm:prSet presAssocID="{132CB9D8-7E6A-4FBC-A092-56982D324135}" presName="rootText3" presStyleLbl="asst1" presStyleIdx="0" presStyleCnt="2">
        <dgm:presLayoutVars>
          <dgm:chPref val="3"/>
        </dgm:presLayoutVars>
      </dgm:prSet>
      <dgm:spPr/>
    </dgm:pt>
    <dgm:pt modelId="{961C2F19-2BD7-4065-BF3D-3C275BCD0344}" type="pres">
      <dgm:prSet presAssocID="{132CB9D8-7E6A-4FBC-A092-56982D324135}" presName="rootConnector3" presStyleLbl="asst1" presStyleIdx="0" presStyleCnt="2"/>
      <dgm:spPr/>
    </dgm:pt>
    <dgm:pt modelId="{C158DC85-5191-43B3-89AA-6FF4416EB01A}" type="pres">
      <dgm:prSet presAssocID="{132CB9D8-7E6A-4FBC-A092-56982D324135}" presName="hierChild6" presStyleCnt="0"/>
      <dgm:spPr/>
    </dgm:pt>
    <dgm:pt modelId="{CDEDEEE2-FE51-4B6D-BA83-9F6A4C44E87E}" type="pres">
      <dgm:prSet presAssocID="{132CB9D8-7E6A-4FBC-A092-56982D324135}" presName="hierChild7" presStyleCnt="0"/>
      <dgm:spPr/>
    </dgm:pt>
    <dgm:pt modelId="{04EF00F4-803E-484F-8C53-926D2097ADDB}" type="pres">
      <dgm:prSet presAssocID="{D605ED7B-AAC9-4716-AABE-DBBA2D3601C4}" presName="Name111" presStyleLbl="parChTrans1D2" presStyleIdx="4" presStyleCnt="5"/>
      <dgm:spPr/>
    </dgm:pt>
    <dgm:pt modelId="{88AA12F0-EE49-4CD8-B688-52F738D148E7}" type="pres">
      <dgm:prSet presAssocID="{8DC7E309-75B2-4F56-95F6-4E26EDC551ED}" presName="hierRoot3" presStyleCnt="0">
        <dgm:presLayoutVars>
          <dgm:hierBranch val="init"/>
        </dgm:presLayoutVars>
      </dgm:prSet>
      <dgm:spPr/>
    </dgm:pt>
    <dgm:pt modelId="{2B90155A-A114-48A6-A312-FE5B0B2932EC}" type="pres">
      <dgm:prSet presAssocID="{8DC7E309-75B2-4F56-95F6-4E26EDC551ED}" presName="rootComposite3" presStyleCnt="0"/>
      <dgm:spPr/>
    </dgm:pt>
    <dgm:pt modelId="{68B7CDDB-4201-430B-AA51-F5784103A841}" type="pres">
      <dgm:prSet presAssocID="{8DC7E309-75B2-4F56-95F6-4E26EDC551ED}" presName="rootText3" presStyleLbl="asst1" presStyleIdx="1" presStyleCnt="2">
        <dgm:presLayoutVars>
          <dgm:chPref val="3"/>
        </dgm:presLayoutVars>
      </dgm:prSet>
      <dgm:spPr/>
    </dgm:pt>
    <dgm:pt modelId="{8AC99AAE-7A3A-4EBE-9861-3FDFE63D6E3A}" type="pres">
      <dgm:prSet presAssocID="{8DC7E309-75B2-4F56-95F6-4E26EDC551ED}" presName="rootConnector3" presStyleLbl="asst1" presStyleIdx="1" presStyleCnt="2"/>
      <dgm:spPr/>
    </dgm:pt>
    <dgm:pt modelId="{62CEB729-C614-4BF2-96CC-48DAC9DA8A49}" type="pres">
      <dgm:prSet presAssocID="{8DC7E309-75B2-4F56-95F6-4E26EDC551ED}" presName="hierChild6" presStyleCnt="0"/>
      <dgm:spPr/>
    </dgm:pt>
    <dgm:pt modelId="{42704AEB-6FA9-4FCA-9263-5AC09CCD34E8}" type="pres">
      <dgm:prSet presAssocID="{8DC7E309-75B2-4F56-95F6-4E26EDC551ED}" presName="hierChild7" presStyleCnt="0"/>
      <dgm:spPr/>
    </dgm:pt>
  </dgm:ptLst>
  <dgm:cxnLst>
    <dgm:cxn modelId="{28D06601-E97B-4CF4-A476-6A99331A93E2}" type="presOf" srcId="{952C776B-65B1-4232-A08D-5B5ECD991E29}" destId="{633C9F9A-3F1B-407F-B6FB-AF7B2A5D432E}" srcOrd="0" destOrd="0" presId="urn:microsoft.com/office/officeart/2005/8/layout/orgChart1"/>
    <dgm:cxn modelId="{9D25FD08-11A6-4381-BC7F-CE5C6C9414A1}" srcId="{2EA06069-918F-45ED-BDC1-C78D20278881}" destId="{6988C76E-CE80-44DD-BEA4-6B21F832FCB5}" srcOrd="1" destOrd="0" parTransId="{2AEF599F-2987-4463-ADAA-BED011171F1D}" sibTransId="{141EB7A9-57D3-4A8D-BFB2-C021FFE897CC}"/>
    <dgm:cxn modelId="{A8258517-25CE-4A80-87D7-9CFD91A0A72D}" type="presOf" srcId="{6988C76E-CE80-44DD-BEA4-6B21F832FCB5}" destId="{9689811C-6633-410C-B47A-9883F0735E3F}" srcOrd="0" destOrd="0" presId="urn:microsoft.com/office/officeart/2005/8/layout/orgChart1"/>
    <dgm:cxn modelId="{C3A82D19-5C9B-4554-A468-3873478DC0FD}" srcId="{A86C401F-0020-40E2-AE5D-C08348707CB5}" destId="{D07B7559-A761-4E1B-8626-C2DAE1238824}" srcOrd="2" destOrd="0" parTransId="{901CE097-7B71-4CA6-B6BA-E188A159A434}" sibTransId="{0206C094-B608-45D2-B0C3-32E81F66D35D}"/>
    <dgm:cxn modelId="{E8ECDC1F-6770-4667-94AD-31CE27CE02FC}" type="presOf" srcId="{60F13DFF-862B-4FFB-B076-A2ED592B66D1}" destId="{496926EF-1B87-49E7-9CE8-617D704AD27D}" srcOrd="0" destOrd="0" presId="urn:microsoft.com/office/officeart/2005/8/layout/orgChart1"/>
    <dgm:cxn modelId="{6AE6A723-0C8D-4E6D-B73A-C45D1C0EC9A6}" type="presOf" srcId="{3FB647E1-61BA-41FE-BC61-251664C6A2EF}" destId="{34B20C46-9D9D-43C7-AA74-F2B0F5191D16}" srcOrd="0" destOrd="0" presId="urn:microsoft.com/office/officeart/2005/8/layout/orgChart1"/>
    <dgm:cxn modelId="{8DC8C924-CA7E-419C-9EAC-E0CDC2E99922}" type="presOf" srcId="{DF2A2CAE-1DCA-4DDD-ACA2-670D5B4E50F6}" destId="{5639086D-9CB7-4E1C-8B40-1B7AB6961FCB}" srcOrd="0" destOrd="0" presId="urn:microsoft.com/office/officeart/2005/8/layout/orgChart1"/>
    <dgm:cxn modelId="{81321F2A-0C54-4966-BFD3-12DB0E29D8DB}" type="presOf" srcId="{6D815F35-B4B2-41B3-BF50-A9B212ABEEA7}" destId="{A824EBEF-146A-404B-8661-02221090CB91}" srcOrd="0" destOrd="0" presId="urn:microsoft.com/office/officeart/2005/8/layout/orgChart1"/>
    <dgm:cxn modelId="{9643BF2F-DC6B-4AFB-8723-8F328EAFCF81}" srcId="{75AD86D7-063D-4284-A507-200E6B82E54C}" destId="{A86C401F-0020-40E2-AE5D-C08348707CB5}" srcOrd="1" destOrd="0" parTransId="{8307CD17-4CE6-46A2-A975-5D3C50921D36}" sibTransId="{FDC82DF0-2F9D-4DE9-9469-1B576E587D01}"/>
    <dgm:cxn modelId="{7714BC31-CF21-417A-8F29-39286A6D42E9}" srcId="{75AD86D7-063D-4284-A507-200E6B82E54C}" destId="{8DC7E309-75B2-4F56-95F6-4E26EDC551ED}" srcOrd="4" destOrd="0" parTransId="{D605ED7B-AAC9-4716-AABE-DBBA2D3601C4}" sibTransId="{76AB6D24-AD5E-4124-B9D0-4F7CFF8FA813}"/>
    <dgm:cxn modelId="{35662160-9A4F-4AD4-B301-0B80FB4E0319}" type="presOf" srcId="{901CE097-7B71-4CA6-B6BA-E188A159A434}" destId="{A64A3572-1FB1-41E6-8AD5-B226151620F5}" srcOrd="0" destOrd="0" presId="urn:microsoft.com/office/officeart/2005/8/layout/orgChart1"/>
    <dgm:cxn modelId="{CD923460-0DAB-436C-B543-5F3A89046A22}" type="presOf" srcId="{132CB9D8-7E6A-4FBC-A092-56982D324135}" destId="{E8FBA7F7-40ED-4436-95A7-219CE15B45D4}" srcOrd="0" destOrd="0" presId="urn:microsoft.com/office/officeart/2005/8/layout/orgChart1"/>
    <dgm:cxn modelId="{17E56A61-AF9D-4882-9086-0120D93291C8}" srcId="{75AD86D7-063D-4284-A507-200E6B82E54C}" destId="{132CB9D8-7E6A-4FBC-A092-56982D324135}" srcOrd="0" destOrd="0" parTransId="{938D7621-78A1-403E-AD8A-BAFB8EAFA223}" sibTransId="{F083E618-8123-46DC-AFCC-A30B55295D09}"/>
    <dgm:cxn modelId="{7DDCDD41-E439-462D-8F8E-EF08E43045A6}" type="presOf" srcId="{8307CD17-4CE6-46A2-A975-5D3C50921D36}" destId="{FC980906-3FFE-431E-AAC7-977AC7DFAAC9}" srcOrd="0" destOrd="0" presId="urn:microsoft.com/office/officeart/2005/8/layout/orgChart1"/>
    <dgm:cxn modelId="{953F2068-E724-4FD2-A657-26438CA181F7}" srcId="{75AD86D7-063D-4284-A507-200E6B82E54C}" destId="{E34443B0-F84A-44B4-9E9D-8EEBA1A0CEBD}" srcOrd="3" destOrd="0" parTransId="{85A98E47-05A4-4A6B-A346-8E82DEE5F227}" sibTransId="{F9E2D484-EF50-4FDD-84B3-17BD02E5FEE7}"/>
    <dgm:cxn modelId="{3D6D026A-13C4-4A5A-B041-A192698729D1}" srcId="{60F13DFF-862B-4FFB-B076-A2ED592B66D1}" destId="{75AD86D7-063D-4284-A507-200E6B82E54C}" srcOrd="0" destOrd="0" parTransId="{545417B4-A703-44C2-9053-8954B9E06913}" sibTransId="{9C3CCA17-C5E0-42F5-920A-F8EEF2CD36A4}"/>
    <dgm:cxn modelId="{D43E144A-96BE-467E-A42A-11EB6A9E498B}" type="presOf" srcId="{952C776B-65B1-4232-A08D-5B5ECD991E29}" destId="{C443D5E1-C98E-4803-859B-FAF42BB21CAC}" srcOrd="1" destOrd="0" presId="urn:microsoft.com/office/officeart/2005/8/layout/orgChart1"/>
    <dgm:cxn modelId="{34E7316B-B0FC-4C06-BAC4-07B6256B8C99}" type="presOf" srcId="{D07B7559-A761-4E1B-8626-C2DAE1238824}" destId="{D1784F9A-F91E-4E0F-A665-97C2D5654BEE}" srcOrd="1" destOrd="0" presId="urn:microsoft.com/office/officeart/2005/8/layout/orgChart1"/>
    <dgm:cxn modelId="{69DF646E-07FD-4EB9-BC49-2447835DDEF2}" type="presOf" srcId="{D07B7559-A761-4E1B-8626-C2DAE1238824}" destId="{5175124F-C0D8-4568-A740-B50888414ABE}" srcOrd="0" destOrd="0" presId="urn:microsoft.com/office/officeart/2005/8/layout/orgChart1"/>
    <dgm:cxn modelId="{B0DC0152-9831-4856-960D-092612175775}" type="presOf" srcId="{8DC7E309-75B2-4F56-95F6-4E26EDC551ED}" destId="{8AC99AAE-7A3A-4EBE-9861-3FDFE63D6E3A}" srcOrd="1" destOrd="0" presId="urn:microsoft.com/office/officeart/2005/8/layout/orgChart1"/>
    <dgm:cxn modelId="{855A0153-067B-4240-B434-055A0E03BC81}" srcId="{A86C401F-0020-40E2-AE5D-C08348707CB5}" destId="{2EA06069-918F-45ED-BDC1-C78D20278881}" srcOrd="0" destOrd="0" parTransId="{03524040-2088-4366-8E39-A3744772A13C}" sibTransId="{ABA9553B-AE0C-4FDD-8725-B943A0C48443}"/>
    <dgm:cxn modelId="{40544C81-5D59-428A-80E4-5FD83D35D676}" type="presOf" srcId="{85A98E47-05A4-4A6B-A346-8E82DEE5F227}" destId="{49CEE8C4-0043-48FD-AE20-CB3D9C072FD4}" srcOrd="0" destOrd="0" presId="urn:microsoft.com/office/officeart/2005/8/layout/orgChart1"/>
    <dgm:cxn modelId="{719A2787-5C5F-40CA-ABEC-0C7612A33D95}" type="presOf" srcId="{128D8F2E-844B-4157-9A3A-6BA26BC28B3A}" destId="{67D4B2BC-DAFF-4571-AE9F-338B2F80DAC2}" srcOrd="1" destOrd="0" presId="urn:microsoft.com/office/officeart/2005/8/layout/orgChart1"/>
    <dgm:cxn modelId="{7650A889-382E-4710-8C15-F5F0174E6874}" type="presOf" srcId="{6988C76E-CE80-44DD-BEA4-6B21F832FCB5}" destId="{9591792D-EC0D-4111-AFDD-C10A901A7C75}" srcOrd="1" destOrd="0" presId="urn:microsoft.com/office/officeart/2005/8/layout/orgChart1"/>
    <dgm:cxn modelId="{865D2199-DF0A-4230-A491-01A4A8B15334}" type="presOf" srcId="{2EA06069-918F-45ED-BDC1-C78D20278881}" destId="{34A81E25-0520-4FB8-B090-70D07FCFBD46}" srcOrd="0" destOrd="0" presId="urn:microsoft.com/office/officeart/2005/8/layout/orgChart1"/>
    <dgm:cxn modelId="{E3B0439D-8AA0-4C92-A277-9766C09266F1}" type="presOf" srcId="{E34443B0-F84A-44B4-9E9D-8EEBA1A0CEBD}" destId="{705194D6-1CB9-423D-B8BB-628AD7E5C8DF}" srcOrd="1" destOrd="0" presId="urn:microsoft.com/office/officeart/2005/8/layout/orgChart1"/>
    <dgm:cxn modelId="{38D7899D-FCF4-45C8-8382-83C75A508862}" type="presOf" srcId="{75AD86D7-063D-4284-A507-200E6B82E54C}" destId="{09D22A0B-E6EE-44B5-98C3-C244FAE25C1B}" srcOrd="1" destOrd="0" presId="urn:microsoft.com/office/officeart/2005/8/layout/orgChart1"/>
    <dgm:cxn modelId="{288959A2-E69C-4964-9B2B-11D80A92B5A7}" type="presOf" srcId="{2AEF599F-2987-4463-ADAA-BED011171F1D}" destId="{0EDB27E7-67EF-4677-9972-D6CABAD5D3B5}" srcOrd="0" destOrd="0" presId="urn:microsoft.com/office/officeart/2005/8/layout/orgChart1"/>
    <dgm:cxn modelId="{96D5DCA8-9554-4660-91FB-410FB103DADB}" type="presOf" srcId="{132CB9D8-7E6A-4FBC-A092-56982D324135}" destId="{961C2F19-2BD7-4065-BF3D-3C275BCD0344}" srcOrd="1" destOrd="0" presId="urn:microsoft.com/office/officeart/2005/8/layout/orgChart1"/>
    <dgm:cxn modelId="{1E927FAD-438D-46FE-B27E-E2D6E593278E}" type="presOf" srcId="{A86C401F-0020-40E2-AE5D-C08348707CB5}" destId="{2429D101-A4E3-43AA-A187-69A8647663DC}" srcOrd="1" destOrd="0" presId="urn:microsoft.com/office/officeart/2005/8/layout/orgChart1"/>
    <dgm:cxn modelId="{4BDD93B4-C0B5-445B-8811-45F9E6AAE0E7}" srcId="{A86C401F-0020-40E2-AE5D-C08348707CB5}" destId="{128D8F2E-844B-4157-9A3A-6BA26BC28B3A}" srcOrd="1" destOrd="0" parTransId="{3FB647E1-61BA-41FE-BC61-251664C6A2EF}" sibTransId="{52CCC467-0FC8-49A2-92CD-71C4C97C3EB2}"/>
    <dgm:cxn modelId="{14A0CEB5-2071-4FF5-91B1-D80320A00545}" type="presOf" srcId="{128D8F2E-844B-4157-9A3A-6BA26BC28B3A}" destId="{DE935A65-197A-488A-8FB5-602633D5D4CF}" srcOrd="0" destOrd="0" presId="urn:microsoft.com/office/officeart/2005/8/layout/orgChart1"/>
    <dgm:cxn modelId="{51A963C1-1105-40F8-9EBE-6F74AEFDE55E}" type="presOf" srcId="{D605ED7B-AAC9-4716-AABE-DBBA2D3601C4}" destId="{04EF00F4-803E-484F-8C53-926D2097ADDB}" srcOrd="0" destOrd="0" presId="urn:microsoft.com/office/officeart/2005/8/layout/orgChart1"/>
    <dgm:cxn modelId="{83033DC3-F3D7-4299-8D19-5C0A9A2195C6}" srcId="{75AD86D7-063D-4284-A507-200E6B82E54C}" destId="{DF2A2CAE-1DCA-4DDD-ACA2-670D5B4E50F6}" srcOrd="2" destOrd="0" parTransId="{6D815F35-B4B2-41B3-BF50-A9B212ABEEA7}" sibTransId="{581D712B-E32B-430F-919C-B72572D55828}"/>
    <dgm:cxn modelId="{63BCE2CC-11FA-47F5-A0B9-B7A17135ADBE}" type="presOf" srcId="{E34443B0-F84A-44B4-9E9D-8EEBA1A0CEBD}" destId="{8ADDBE46-8E05-48B0-B856-E6206D95E3AB}" srcOrd="0" destOrd="0" presId="urn:microsoft.com/office/officeart/2005/8/layout/orgChart1"/>
    <dgm:cxn modelId="{3532B5CD-B423-455E-B83E-7905F6B7BA97}" type="presOf" srcId="{2EA06069-918F-45ED-BDC1-C78D20278881}" destId="{85679E47-23A9-4A41-8F62-A03618910772}" srcOrd="1" destOrd="0" presId="urn:microsoft.com/office/officeart/2005/8/layout/orgChart1"/>
    <dgm:cxn modelId="{94E380CE-3ECC-4353-ACCB-D31DFA9834F4}" type="presOf" srcId="{A86C401F-0020-40E2-AE5D-C08348707CB5}" destId="{A8235EF5-B9DB-453F-9936-6564B647A624}" srcOrd="0" destOrd="0" presId="urn:microsoft.com/office/officeart/2005/8/layout/orgChart1"/>
    <dgm:cxn modelId="{10065EEA-CF16-44E0-BA67-51D426B399FF}" type="presOf" srcId="{DF2A2CAE-1DCA-4DDD-ACA2-670D5B4E50F6}" destId="{DEC4D50A-83A1-4EFB-9C0E-BE9E0F560320}" srcOrd="1" destOrd="0" presId="urn:microsoft.com/office/officeart/2005/8/layout/orgChart1"/>
    <dgm:cxn modelId="{D3E313EE-7085-4CFE-A8AB-E34E8CFC148A}" type="presOf" srcId="{9D3CF9B1-95B7-4C93-A5DC-FC8B24DBB6FD}" destId="{F81DD089-B040-4E0F-A950-48B06FA35614}" srcOrd="0" destOrd="0" presId="urn:microsoft.com/office/officeart/2005/8/layout/orgChart1"/>
    <dgm:cxn modelId="{23D940F1-C490-45E1-9F09-9A3BA917C1F1}" type="presOf" srcId="{03524040-2088-4366-8E39-A3744772A13C}" destId="{15ABAC0D-B1CB-48C9-82E6-24104BBBAD47}" srcOrd="0" destOrd="0" presId="urn:microsoft.com/office/officeart/2005/8/layout/orgChart1"/>
    <dgm:cxn modelId="{2A90D4F1-0CD7-4781-ADE9-B615CC109004}" type="presOf" srcId="{8DC7E309-75B2-4F56-95F6-4E26EDC551ED}" destId="{68B7CDDB-4201-430B-AA51-F5784103A841}" srcOrd="0" destOrd="0" presId="urn:microsoft.com/office/officeart/2005/8/layout/orgChart1"/>
    <dgm:cxn modelId="{4C1DF2F2-8617-4C9C-A481-86EAF228ABD9}" type="presOf" srcId="{75AD86D7-063D-4284-A507-200E6B82E54C}" destId="{5F21EBA5-44C3-4CC3-9331-99F6CB401CD3}" srcOrd="0" destOrd="0" presId="urn:microsoft.com/office/officeart/2005/8/layout/orgChart1"/>
    <dgm:cxn modelId="{C9B34FF8-4407-4B7B-A0FB-380EEABDE400}" srcId="{2EA06069-918F-45ED-BDC1-C78D20278881}" destId="{952C776B-65B1-4232-A08D-5B5ECD991E29}" srcOrd="0" destOrd="0" parTransId="{9D3CF9B1-95B7-4C93-A5DC-FC8B24DBB6FD}" sibTransId="{03B82CF7-5787-4CA3-B148-EC76D566F432}"/>
    <dgm:cxn modelId="{8F4E8BFA-0F6F-4725-8787-BA880F8F4C46}" type="presOf" srcId="{938D7621-78A1-403E-AD8A-BAFB8EAFA223}" destId="{77EF4E4D-AAF1-4B65-BF0F-C2B42AEE8039}" srcOrd="0" destOrd="0" presId="urn:microsoft.com/office/officeart/2005/8/layout/orgChart1"/>
    <dgm:cxn modelId="{89F94C0C-44EA-48B1-8D17-EB98A416B06E}" type="presParOf" srcId="{496926EF-1B87-49E7-9CE8-617D704AD27D}" destId="{66271E00-A744-43DB-A713-08CAE61EC378}" srcOrd="0" destOrd="0" presId="urn:microsoft.com/office/officeart/2005/8/layout/orgChart1"/>
    <dgm:cxn modelId="{8EB698E7-E9EC-48EA-B600-CEB0C931EE22}" type="presParOf" srcId="{66271E00-A744-43DB-A713-08CAE61EC378}" destId="{34C11B5B-4956-4A34-B499-03086DF7B899}" srcOrd="0" destOrd="0" presId="urn:microsoft.com/office/officeart/2005/8/layout/orgChart1"/>
    <dgm:cxn modelId="{F9795310-1832-4678-911B-13666B1289F5}" type="presParOf" srcId="{34C11B5B-4956-4A34-B499-03086DF7B899}" destId="{5F21EBA5-44C3-4CC3-9331-99F6CB401CD3}" srcOrd="0" destOrd="0" presId="urn:microsoft.com/office/officeart/2005/8/layout/orgChart1"/>
    <dgm:cxn modelId="{E8D1AD17-DDE7-4B50-AB65-93EDC3461CA6}" type="presParOf" srcId="{34C11B5B-4956-4A34-B499-03086DF7B899}" destId="{09D22A0B-E6EE-44B5-98C3-C244FAE25C1B}" srcOrd="1" destOrd="0" presId="urn:microsoft.com/office/officeart/2005/8/layout/orgChart1"/>
    <dgm:cxn modelId="{314A0AE8-1E97-4CA6-8D8E-64280A4906E2}" type="presParOf" srcId="{66271E00-A744-43DB-A713-08CAE61EC378}" destId="{2B4AA115-296F-48AF-9C89-BB759C9A032C}" srcOrd="1" destOrd="0" presId="urn:microsoft.com/office/officeart/2005/8/layout/orgChart1"/>
    <dgm:cxn modelId="{B695F173-9D88-4955-B1B2-0A10865F95A3}" type="presParOf" srcId="{2B4AA115-296F-48AF-9C89-BB759C9A032C}" destId="{FC980906-3FFE-431E-AAC7-977AC7DFAAC9}" srcOrd="0" destOrd="0" presId="urn:microsoft.com/office/officeart/2005/8/layout/orgChart1"/>
    <dgm:cxn modelId="{82C5F558-0E7A-4991-880E-48CF80E0DD12}" type="presParOf" srcId="{2B4AA115-296F-48AF-9C89-BB759C9A032C}" destId="{6D9A3A85-36E8-4F79-8EB7-64041C79DE91}" srcOrd="1" destOrd="0" presId="urn:microsoft.com/office/officeart/2005/8/layout/orgChart1"/>
    <dgm:cxn modelId="{471254A0-6CCB-4F4C-A468-13EF987BBD82}" type="presParOf" srcId="{6D9A3A85-36E8-4F79-8EB7-64041C79DE91}" destId="{CD15C538-A2F6-4C8D-954C-3986F55BA990}" srcOrd="0" destOrd="0" presId="urn:microsoft.com/office/officeart/2005/8/layout/orgChart1"/>
    <dgm:cxn modelId="{C152DD63-A404-4080-8342-0173864CA658}" type="presParOf" srcId="{CD15C538-A2F6-4C8D-954C-3986F55BA990}" destId="{A8235EF5-B9DB-453F-9936-6564B647A624}" srcOrd="0" destOrd="0" presId="urn:microsoft.com/office/officeart/2005/8/layout/orgChart1"/>
    <dgm:cxn modelId="{04008DA4-B2BD-4CE0-A01D-D28C4129749E}" type="presParOf" srcId="{CD15C538-A2F6-4C8D-954C-3986F55BA990}" destId="{2429D101-A4E3-43AA-A187-69A8647663DC}" srcOrd="1" destOrd="0" presId="urn:microsoft.com/office/officeart/2005/8/layout/orgChart1"/>
    <dgm:cxn modelId="{090ADA92-8DB8-4AE5-BA53-902537AA5DF2}" type="presParOf" srcId="{6D9A3A85-36E8-4F79-8EB7-64041C79DE91}" destId="{B523E145-AE21-43BE-968A-54A7F94A245C}" srcOrd="1" destOrd="0" presId="urn:microsoft.com/office/officeart/2005/8/layout/orgChart1"/>
    <dgm:cxn modelId="{18EC41E9-9662-428F-BF62-B5536248E770}" type="presParOf" srcId="{B523E145-AE21-43BE-968A-54A7F94A245C}" destId="{15ABAC0D-B1CB-48C9-82E6-24104BBBAD47}" srcOrd="0" destOrd="0" presId="urn:microsoft.com/office/officeart/2005/8/layout/orgChart1"/>
    <dgm:cxn modelId="{B0CAE8F3-5F5E-4D6F-A824-3107425927E8}" type="presParOf" srcId="{B523E145-AE21-43BE-968A-54A7F94A245C}" destId="{29E30791-1019-4829-991A-5064ADD2C698}" srcOrd="1" destOrd="0" presId="urn:microsoft.com/office/officeart/2005/8/layout/orgChart1"/>
    <dgm:cxn modelId="{178AA066-A0BD-4149-B335-28FBB7702CBF}" type="presParOf" srcId="{29E30791-1019-4829-991A-5064ADD2C698}" destId="{40BD94F0-48BD-4539-B09E-62D2345244A0}" srcOrd="0" destOrd="0" presId="urn:microsoft.com/office/officeart/2005/8/layout/orgChart1"/>
    <dgm:cxn modelId="{3C5F547E-225E-433C-A8B4-9E982C4CA127}" type="presParOf" srcId="{40BD94F0-48BD-4539-B09E-62D2345244A0}" destId="{34A81E25-0520-4FB8-B090-70D07FCFBD46}" srcOrd="0" destOrd="0" presId="urn:microsoft.com/office/officeart/2005/8/layout/orgChart1"/>
    <dgm:cxn modelId="{B48161DF-DCE3-4D81-95A3-C1E23FE6F93F}" type="presParOf" srcId="{40BD94F0-48BD-4539-B09E-62D2345244A0}" destId="{85679E47-23A9-4A41-8F62-A03618910772}" srcOrd="1" destOrd="0" presId="urn:microsoft.com/office/officeart/2005/8/layout/orgChart1"/>
    <dgm:cxn modelId="{5FCF4EEB-BC1D-40FB-AF4E-24FB5613EB88}" type="presParOf" srcId="{29E30791-1019-4829-991A-5064ADD2C698}" destId="{830A8BAE-F452-449C-9129-5D047BBB1CE5}" srcOrd="1" destOrd="0" presId="urn:microsoft.com/office/officeart/2005/8/layout/orgChart1"/>
    <dgm:cxn modelId="{D200F998-E974-4EDD-B383-006DBE60B0AE}" type="presParOf" srcId="{830A8BAE-F452-449C-9129-5D047BBB1CE5}" destId="{F81DD089-B040-4E0F-A950-48B06FA35614}" srcOrd="0" destOrd="0" presId="urn:microsoft.com/office/officeart/2005/8/layout/orgChart1"/>
    <dgm:cxn modelId="{3D0B935C-C89D-4AC5-907C-FECC1E41261C}" type="presParOf" srcId="{830A8BAE-F452-449C-9129-5D047BBB1CE5}" destId="{14F8F8EB-E6D9-49D8-AFF8-F70131AF3DF7}" srcOrd="1" destOrd="0" presId="urn:microsoft.com/office/officeart/2005/8/layout/orgChart1"/>
    <dgm:cxn modelId="{AF69F2E3-DE5B-40F8-B512-5BC156480426}" type="presParOf" srcId="{14F8F8EB-E6D9-49D8-AFF8-F70131AF3DF7}" destId="{A521E7DE-64A1-4685-9E52-4AA6BBAD6752}" srcOrd="0" destOrd="0" presId="urn:microsoft.com/office/officeart/2005/8/layout/orgChart1"/>
    <dgm:cxn modelId="{9DE1B52D-837C-427B-96FE-162CBD8EF46A}" type="presParOf" srcId="{A521E7DE-64A1-4685-9E52-4AA6BBAD6752}" destId="{633C9F9A-3F1B-407F-B6FB-AF7B2A5D432E}" srcOrd="0" destOrd="0" presId="urn:microsoft.com/office/officeart/2005/8/layout/orgChart1"/>
    <dgm:cxn modelId="{D9664FC5-903F-49B7-BF8C-F2E49740F872}" type="presParOf" srcId="{A521E7DE-64A1-4685-9E52-4AA6BBAD6752}" destId="{C443D5E1-C98E-4803-859B-FAF42BB21CAC}" srcOrd="1" destOrd="0" presId="urn:microsoft.com/office/officeart/2005/8/layout/orgChart1"/>
    <dgm:cxn modelId="{B789CE86-5DC4-4F4A-AE15-A655EBFE0BAD}" type="presParOf" srcId="{14F8F8EB-E6D9-49D8-AFF8-F70131AF3DF7}" destId="{B0AD1552-D54A-41F5-B9D6-0B02A74C1C07}" srcOrd="1" destOrd="0" presId="urn:microsoft.com/office/officeart/2005/8/layout/orgChart1"/>
    <dgm:cxn modelId="{770BE531-6B75-47C5-A580-9B0BF76CF604}" type="presParOf" srcId="{14F8F8EB-E6D9-49D8-AFF8-F70131AF3DF7}" destId="{5AB2B898-DE42-4153-8CDB-402BE04C59CA}" srcOrd="2" destOrd="0" presId="urn:microsoft.com/office/officeart/2005/8/layout/orgChart1"/>
    <dgm:cxn modelId="{9D5C2248-26AF-4565-BB4C-6848EB538629}" type="presParOf" srcId="{830A8BAE-F452-449C-9129-5D047BBB1CE5}" destId="{0EDB27E7-67EF-4677-9972-D6CABAD5D3B5}" srcOrd="2" destOrd="0" presId="urn:microsoft.com/office/officeart/2005/8/layout/orgChart1"/>
    <dgm:cxn modelId="{AC2349E6-7958-40C7-A20F-10F751B8E2BC}" type="presParOf" srcId="{830A8BAE-F452-449C-9129-5D047BBB1CE5}" destId="{1E07393D-64BB-476B-9BFC-FA2438E3F490}" srcOrd="3" destOrd="0" presId="urn:microsoft.com/office/officeart/2005/8/layout/orgChart1"/>
    <dgm:cxn modelId="{61E8C0B3-1480-4F6C-AEF9-C7A049EAF354}" type="presParOf" srcId="{1E07393D-64BB-476B-9BFC-FA2438E3F490}" destId="{9EF8C5D0-4B56-44C2-B1B6-0BF5D41EEB29}" srcOrd="0" destOrd="0" presId="urn:microsoft.com/office/officeart/2005/8/layout/orgChart1"/>
    <dgm:cxn modelId="{C7154F3F-5536-4493-A1BD-9B9786DE9E8A}" type="presParOf" srcId="{9EF8C5D0-4B56-44C2-B1B6-0BF5D41EEB29}" destId="{9689811C-6633-410C-B47A-9883F0735E3F}" srcOrd="0" destOrd="0" presId="urn:microsoft.com/office/officeart/2005/8/layout/orgChart1"/>
    <dgm:cxn modelId="{A7180FF6-922F-406C-813E-B824F0F57CDB}" type="presParOf" srcId="{9EF8C5D0-4B56-44C2-B1B6-0BF5D41EEB29}" destId="{9591792D-EC0D-4111-AFDD-C10A901A7C75}" srcOrd="1" destOrd="0" presId="urn:microsoft.com/office/officeart/2005/8/layout/orgChart1"/>
    <dgm:cxn modelId="{F41C3970-6D37-4E94-B485-45963B089375}" type="presParOf" srcId="{1E07393D-64BB-476B-9BFC-FA2438E3F490}" destId="{E41998DE-C6EF-4DB3-AE15-A597DFC78681}" srcOrd="1" destOrd="0" presId="urn:microsoft.com/office/officeart/2005/8/layout/orgChart1"/>
    <dgm:cxn modelId="{0CC69109-F130-4FB4-8D9B-10FA04F355DF}" type="presParOf" srcId="{1E07393D-64BB-476B-9BFC-FA2438E3F490}" destId="{46F21FA9-E19E-4325-925B-643BD1E06BC6}" srcOrd="2" destOrd="0" presId="urn:microsoft.com/office/officeart/2005/8/layout/orgChart1"/>
    <dgm:cxn modelId="{D615D79D-2E2F-45DA-B5E8-8406915CE5A4}" type="presParOf" srcId="{29E30791-1019-4829-991A-5064ADD2C698}" destId="{851BFC5F-4032-4498-8EAC-9091F4B61D5E}" srcOrd="2" destOrd="0" presId="urn:microsoft.com/office/officeart/2005/8/layout/orgChart1"/>
    <dgm:cxn modelId="{869D8154-4780-4D7F-B536-A16C75F4B333}" type="presParOf" srcId="{B523E145-AE21-43BE-968A-54A7F94A245C}" destId="{34B20C46-9D9D-43C7-AA74-F2B0F5191D16}" srcOrd="2" destOrd="0" presId="urn:microsoft.com/office/officeart/2005/8/layout/orgChart1"/>
    <dgm:cxn modelId="{1ECFBA8D-BE4F-4231-82B7-787BAF6074A4}" type="presParOf" srcId="{B523E145-AE21-43BE-968A-54A7F94A245C}" destId="{74635856-C6D8-4C3D-A30A-0FFD30B44BEE}" srcOrd="3" destOrd="0" presId="urn:microsoft.com/office/officeart/2005/8/layout/orgChart1"/>
    <dgm:cxn modelId="{BD608EC9-4B5A-44B7-A4E0-D68B28E3BE35}" type="presParOf" srcId="{74635856-C6D8-4C3D-A30A-0FFD30B44BEE}" destId="{9ECACB1D-6C6D-4436-8C0A-3ABB27BE8772}" srcOrd="0" destOrd="0" presId="urn:microsoft.com/office/officeart/2005/8/layout/orgChart1"/>
    <dgm:cxn modelId="{113198E5-82F2-4EC8-A714-7AFF45ECD2A3}" type="presParOf" srcId="{9ECACB1D-6C6D-4436-8C0A-3ABB27BE8772}" destId="{DE935A65-197A-488A-8FB5-602633D5D4CF}" srcOrd="0" destOrd="0" presId="urn:microsoft.com/office/officeart/2005/8/layout/orgChart1"/>
    <dgm:cxn modelId="{7713FA9C-E23D-4327-B53D-8CE8FC57475C}" type="presParOf" srcId="{9ECACB1D-6C6D-4436-8C0A-3ABB27BE8772}" destId="{67D4B2BC-DAFF-4571-AE9F-338B2F80DAC2}" srcOrd="1" destOrd="0" presId="urn:microsoft.com/office/officeart/2005/8/layout/orgChart1"/>
    <dgm:cxn modelId="{7B893A08-2FC3-4AC8-A3C0-8950EF5B7F7F}" type="presParOf" srcId="{74635856-C6D8-4C3D-A30A-0FFD30B44BEE}" destId="{0FBC513F-61DA-4630-884B-C8BC81B69357}" srcOrd="1" destOrd="0" presId="urn:microsoft.com/office/officeart/2005/8/layout/orgChart1"/>
    <dgm:cxn modelId="{16E526C8-4A65-49A7-91E3-DE217E96B89A}" type="presParOf" srcId="{74635856-C6D8-4C3D-A30A-0FFD30B44BEE}" destId="{A6D20991-FC98-4757-A30F-4F737058929B}" srcOrd="2" destOrd="0" presId="urn:microsoft.com/office/officeart/2005/8/layout/orgChart1"/>
    <dgm:cxn modelId="{5CA0D975-C1EC-42E8-ACDD-21F24CABE2EB}" type="presParOf" srcId="{B523E145-AE21-43BE-968A-54A7F94A245C}" destId="{A64A3572-1FB1-41E6-8AD5-B226151620F5}" srcOrd="4" destOrd="0" presId="urn:microsoft.com/office/officeart/2005/8/layout/orgChart1"/>
    <dgm:cxn modelId="{05B9A17D-6E97-4973-97E4-2CB12730193C}" type="presParOf" srcId="{B523E145-AE21-43BE-968A-54A7F94A245C}" destId="{9245FE35-D06F-4FEC-AD3C-002C4C54AFA4}" srcOrd="5" destOrd="0" presId="urn:microsoft.com/office/officeart/2005/8/layout/orgChart1"/>
    <dgm:cxn modelId="{4E177939-6F39-4E50-8F78-65E91F9CF566}" type="presParOf" srcId="{9245FE35-D06F-4FEC-AD3C-002C4C54AFA4}" destId="{B9AB819E-CB26-4BED-B6B1-870903D58C93}" srcOrd="0" destOrd="0" presId="urn:microsoft.com/office/officeart/2005/8/layout/orgChart1"/>
    <dgm:cxn modelId="{D1D9CA1C-40FB-40E2-B203-296232FD9A5A}" type="presParOf" srcId="{B9AB819E-CB26-4BED-B6B1-870903D58C93}" destId="{5175124F-C0D8-4568-A740-B50888414ABE}" srcOrd="0" destOrd="0" presId="urn:microsoft.com/office/officeart/2005/8/layout/orgChart1"/>
    <dgm:cxn modelId="{619D61BD-2842-47A1-9BEB-A6AFA43E4B39}" type="presParOf" srcId="{B9AB819E-CB26-4BED-B6B1-870903D58C93}" destId="{D1784F9A-F91E-4E0F-A665-97C2D5654BEE}" srcOrd="1" destOrd="0" presId="urn:microsoft.com/office/officeart/2005/8/layout/orgChart1"/>
    <dgm:cxn modelId="{9F0295BD-E336-45AA-9A3A-0B342B7D0C3D}" type="presParOf" srcId="{9245FE35-D06F-4FEC-AD3C-002C4C54AFA4}" destId="{C65502AB-7BA3-40BB-9A17-8D1136DBDF20}" srcOrd="1" destOrd="0" presId="urn:microsoft.com/office/officeart/2005/8/layout/orgChart1"/>
    <dgm:cxn modelId="{CF0A2118-7C88-4BA8-8AEF-5D1F96283C55}" type="presParOf" srcId="{9245FE35-D06F-4FEC-AD3C-002C4C54AFA4}" destId="{1DC3EF3C-C3FC-4158-8F22-8AF2C11E4A67}" srcOrd="2" destOrd="0" presId="urn:microsoft.com/office/officeart/2005/8/layout/orgChart1"/>
    <dgm:cxn modelId="{1FA6AE82-7A44-4B1B-8DB5-23167A11B5C0}" type="presParOf" srcId="{6D9A3A85-36E8-4F79-8EB7-64041C79DE91}" destId="{97F9C866-E7C5-43BF-9B4C-7E832B6339A8}" srcOrd="2" destOrd="0" presId="urn:microsoft.com/office/officeart/2005/8/layout/orgChart1"/>
    <dgm:cxn modelId="{CC70382B-717D-4395-BA13-590C693E9F52}" type="presParOf" srcId="{2B4AA115-296F-48AF-9C89-BB759C9A032C}" destId="{A824EBEF-146A-404B-8661-02221090CB91}" srcOrd="2" destOrd="0" presId="urn:microsoft.com/office/officeart/2005/8/layout/orgChart1"/>
    <dgm:cxn modelId="{B585A133-BDBB-41E9-A175-78F1C0A31396}" type="presParOf" srcId="{2B4AA115-296F-48AF-9C89-BB759C9A032C}" destId="{BC19C0BA-EA59-4E99-87D2-D386343EA1EB}" srcOrd="3" destOrd="0" presId="urn:microsoft.com/office/officeart/2005/8/layout/orgChart1"/>
    <dgm:cxn modelId="{A0F90457-6162-4AAA-904B-20DFAD905A29}" type="presParOf" srcId="{BC19C0BA-EA59-4E99-87D2-D386343EA1EB}" destId="{935D1E5D-12BA-4650-9745-48F55FE20EAF}" srcOrd="0" destOrd="0" presId="urn:microsoft.com/office/officeart/2005/8/layout/orgChart1"/>
    <dgm:cxn modelId="{24423103-E8F1-4BCC-9E0C-7DFCC0DD1ED5}" type="presParOf" srcId="{935D1E5D-12BA-4650-9745-48F55FE20EAF}" destId="{5639086D-9CB7-4E1C-8B40-1B7AB6961FCB}" srcOrd="0" destOrd="0" presId="urn:microsoft.com/office/officeart/2005/8/layout/orgChart1"/>
    <dgm:cxn modelId="{1293CBCD-640B-4684-9C4C-26DABF6BC45B}" type="presParOf" srcId="{935D1E5D-12BA-4650-9745-48F55FE20EAF}" destId="{DEC4D50A-83A1-4EFB-9C0E-BE9E0F560320}" srcOrd="1" destOrd="0" presId="urn:microsoft.com/office/officeart/2005/8/layout/orgChart1"/>
    <dgm:cxn modelId="{8AB1868D-C373-40C7-8D04-9642274BF8D0}" type="presParOf" srcId="{BC19C0BA-EA59-4E99-87D2-D386343EA1EB}" destId="{23CBDFA9-6209-45F3-86DA-802D74AB8F2E}" srcOrd="1" destOrd="0" presId="urn:microsoft.com/office/officeart/2005/8/layout/orgChart1"/>
    <dgm:cxn modelId="{BC0BE686-9C47-407B-AB8E-6AE87A99873B}" type="presParOf" srcId="{BC19C0BA-EA59-4E99-87D2-D386343EA1EB}" destId="{018B7BE9-0793-4C3A-9E39-30FEE74797D7}" srcOrd="2" destOrd="0" presId="urn:microsoft.com/office/officeart/2005/8/layout/orgChart1"/>
    <dgm:cxn modelId="{AC69024D-00C2-47E6-9AB4-B535D87B9C36}" type="presParOf" srcId="{2B4AA115-296F-48AF-9C89-BB759C9A032C}" destId="{49CEE8C4-0043-48FD-AE20-CB3D9C072FD4}" srcOrd="4" destOrd="0" presId="urn:microsoft.com/office/officeart/2005/8/layout/orgChart1"/>
    <dgm:cxn modelId="{6A668743-7596-4D3B-B578-2CD2A34F003B}" type="presParOf" srcId="{2B4AA115-296F-48AF-9C89-BB759C9A032C}" destId="{D41FA43E-0EDA-43C4-B405-EFDBFA6B636F}" srcOrd="5" destOrd="0" presId="urn:microsoft.com/office/officeart/2005/8/layout/orgChart1"/>
    <dgm:cxn modelId="{3FC23737-6473-4AF6-AC23-002E385C4DD4}" type="presParOf" srcId="{D41FA43E-0EDA-43C4-B405-EFDBFA6B636F}" destId="{CB47580D-3670-426F-9583-60546E44A46E}" srcOrd="0" destOrd="0" presId="urn:microsoft.com/office/officeart/2005/8/layout/orgChart1"/>
    <dgm:cxn modelId="{7EC3415C-E4BD-4F40-B37D-921D85ACA24D}" type="presParOf" srcId="{CB47580D-3670-426F-9583-60546E44A46E}" destId="{8ADDBE46-8E05-48B0-B856-E6206D95E3AB}" srcOrd="0" destOrd="0" presId="urn:microsoft.com/office/officeart/2005/8/layout/orgChart1"/>
    <dgm:cxn modelId="{6D114F3E-A1F3-4532-9973-1481CE951717}" type="presParOf" srcId="{CB47580D-3670-426F-9583-60546E44A46E}" destId="{705194D6-1CB9-423D-B8BB-628AD7E5C8DF}" srcOrd="1" destOrd="0" presId="urn:microsoft.com/office/officeart/2005/8/layout/orgChart1"/>
    <dgm:cxn modelId="{EA72F57D-C2EB-4998-8E53-1235DE21A200}" type="presParOf" srcId="{D41FA43E-0EDA-43C4-B405-EFDBFA6B636F}" destId="{4442EA8D-0ED2-43F1-91F8-46D8FFC8EF06}" srcOrd="1" destOrd="0" presId="urn:microsoft.com/office/officeart/2005/8/layout/orgChart1"/>
    <dgm:cxn modelId="{44259157-1C27-4A93-9501-3B26F6A305AB}" type="presParOf" srcId="{D41FA43E-0EDA-43C4-B405-EFDBFA6B636F}" destId="{00C78B9A-69B0-40B4-9AAE-56D9DA365BBB}" srcOrd="2" destOrd="0" presId="urn:microsoft.com/office/officeart/2005/8/layout/orgChart1"/>
    <dgm:cxn modelId="{33B1B299-B4D4-48A1-A55D-DCC6B389A118}" type="presParOf" srcId="{66271E00-A744-43DB-A713-08CAE61EC378}" destId="{F6387C77-D2E2-4B65-8BFC-B2D0C401C6B9}" srcOrd="2" destOrd="0" presId="urn:microsoft.com/office/officeart/2005/8/layout/orgChart1"/>
    <dgm:cxn modelId="{DB255B94-5F13-46B6-BD65-B0E214177861}" type="presParOf" srcId="{F6387C77-D2E2-4B65-8BFC-B2D0C401C6B9}" destId="{77EF4E4D-AAF1-4B65-BF0F-C2B42AEE8039}" srcOrd="0" destOrd="0" presId="urn:microsoft.com/office/officeart/2005/8/layout/orgChart1"/>
    <dgm:cxn modelId="{F2A9DE50-9850-466D-91E3-CD14F5067422}" type="presParOf" srcId="{F6387C77-D2E2-4B65-8BFC-B2D0C401C6B9}" destId="{99C2B54B-5F54-4F73-BE77-A0383B1D996E}" srcOrd="1" destOrd="0" presId="urn:microsoft.com/office/officeart/2005/8/layout/orgChart1"/>
    <dgm:cxn modelId="{EA73EB53-7337-4D59-95B1-4EAA0F543D01}" type="presParOf" srcId="{99C2B54B-5F54-4F73-BE77-A0383B1D996E}" destId="{538C82AD-82DD-4D19-805B-F40FFEC8856E}" srcOrd="0" destOrd="0" presId="urn:microsoft.com/office/officeart/2005/8/layout/orgChart1"/>
    <dgm:cxn modelId="{533BF417-486C-4E27-B9F1-05DDC6C79D9D}" type="presParOf" srcId="{538C82AD-82DD-4D19-805B-F40FFEC8856E}" destId="{E8FBA7F7-40ED-4436-95A7-219CE15B45D4}" srcOrd="0" destOrd="0" presId="urn:microsoft.com/office/officeart/2005/8/layout/orgChart1"/>
    <dgm:cxn modelId="{DD902447-5FA3-45CB-893F-5C8C23E852B0}" type="presParOf" srcId="{538C82AD-82DD-4D19-805B-F40FFEC8856E}" destId="{961C2F19-2BD7-4065-BF3D-3C275BCD0344}" srcOrd="1" destOrd="0" presId="urn:microsoft.com/office/officeart/2005/8/layout/orgChart1"/>
    <dgm:cxn modelId="{BCBDFB79-2A0E-4C76-B8B8-70EF36926AB5}" type="presParOf" srcId="{99C2B54B-5F54-4F73-BE77-A0383B1D996E}" destId="{C158DC85-5191-43B3-89AA-6FF4416EB01A}" srcOrd="1" destOrd="0" presId="urn:microsoft.com/office/officeart/2005/8/layout/orgChart1"/>
    <dgm:cxn modelId="{33AD475C-B31A-47DF-B676-BB927553B1FB}" type="presParOf" srcId="{99C2B54B-5F54-4F73-BE77-A0383B1D996E}" destId="{CDEDEEE2-FE51-4B6D-BA83-9F6A4C44E87E}" srcOrd="2" destOrd="0" presId="urn:microsoft.com/office/officeart/2005/8/layout/orgChart1"/>
    <dgm:cxn modelId="{991CD4F7-CB11-4A9B-8441-8CC75DD56C60}" type="presParOf" srcId="{F6387C77-D2E2-4B65-8BFC-B2D0C401C6B9}" destId="{04EF00F4-803E-484F-8C53-926D2097ADDB}" srcOrd="2" destOrd="0" presId="urn:microsoft.com/office/officeart/2005/8/layout/orgChart1"/>
    <dgm:cxn modelId="{7BD35649-DC18-492A-85B5-CE60C4018537}" type="presParOf" srcId="{F6387C77-D2E2-4B65-8BFC-B2D0C401C6B9}" destId="{88AA12F0-EE49-4CD8-B688-52F738D148E7}" srcOrd="3" destOrd="0" presId="urn:microsoft.com/office/officeart/2005/8/layout/orgChart1"/>
    <dgm:cxn modelId="{88DAC17F-6D0A-4183-BBBC-D5FF9D50B421}" type="presParOf" srcId="{88AA12F0-EE49-4CD8-B688-52F738D148E7}" destId="{2B90155A-A114-48A6-A312-FE5B0B2932EC}" srcOrd="0" destOrd="0" presId="urn:microsoft.com/office/officeart/2005/8/layout/orgChart1"/>
    <dgm:cxn modelId="{A7952BCD-13A5-4209-B771-6BCA2503F246}" type="presParOf" srcId="{2B90155A-A114-48A6-A312-FE5B0B2932EC}" destId="{68B7CDDB-4201-430B-AA51-F5784103A841}" srcOrd="0" destOrd="0" presId="urn:microsoft.com/office/officeart/2005/8/layout/orgChart1"/>
    <dgm:cxn modelId="{52BD7FAC-409F-457D-A1CD-ECAE8FD9AA51}" type="presParOf" srcId="{2B90155A-A114-48A6-A312-FE5B0B2932EC}" destId="{8AC99AAE-7A3A-4EBE-9861-3FDFE63D6E3A}" srcOrd="1" destOrd="0" presId="urn:microsoft.com/office/officeart/2005/8/layout/orgChart1"/>
    <dgm:cxn modelId="{A485DD50-919E-4147-9698-61D86A308EBB}" type="presParOf" srcId="{88AA12F0-EE49-4CD8-B688-52F738D148E7}" destId="{62CEB729-C614-4BF2-96CC-48DAC9DA8A49}" srcOrd="1" destOrd="0" presId="urn:microsoft.com/office/officeart/2005/8/layout/orgChart1"/>
    <dgm:cxn modelId="{DC72D8D6-A437-4C1A-B716-816992A754D5}" type="presParOf" srcId="{88AA12F0-EE49-4CD8-B688-52F738D148E7}" destId="{42704AEB-6FA9-4FCA-9263-5AC09CCD34E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B73434-6BB8-425C-8928-938FF1F2951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83FF17-C9AD-4B86-BF90-2D5FF69626BA}">
      <dgm:prSet phldrT="[Text]"/>
      <dgm:spPr/>
      <dgm:t>
        <a:bodyPr/>
        <a:lstStyle/>
        <a:p>
          <a:r>
            <a:rPr lang="en-US"/>
            <a:t>Manager</a:t>
          </a:r>
        </a:p>
      </dgm:t>
    </dgm:pt>
    <dgm:pt modelId="{F7FF2E21-71D0-4967-A46E-A33E9442F5DD}" type="parTrans" cxnId="{5D6A762C-7D7B-44C5-AB62-339B9412F7E0}">
      <dgm:prSet/>
      <dgm:spPr/>
      <dgm:t>
        <a:bodyPr/>
        <a:lstStyle/>
        <a:p>
          <a:endParaRPr lang="en-US"/>
        </a:p>
      </dgm:t>
    </dgm:pt>
    <dgm:pt modelId="{EAEBDB00-E119-4EAB-B039-BB0788FB858D}" type="sibTrans" cxnId="{5D6A762C-7D7B-44C5-AB62-339B9412F7E0}">
      <dgm:prSet/>
      <dgm:spPr/>
      <dgm:t>
        <a:bodyPr/>
        <a:lstStyle/>
        <a:p>
          <a:endParaRPr lang="en-US"/>
        </a:p>
      </dgm:t>
    </dgm:pt>
    <dgm:pt modelId="{8CD4BDC3-6B1A-4CB8-BAE5-3E54B6DE3A68}" type="asst">
      <dgm:prSet phldrT="[Text]" phldr="1"/>
      <dgm:spPr/>
      <dgm:t>
        <a:bodyPr/>
        <a:lstStyle/>
        <a:p>
          <a:endParaRPr lang="en-US"/>
        </a:p>
      </dgm:t>
    </dgm:pt>
    <dgm:pt modelId="{86EB4251-D768-474B-9B96-63E227EED90E}" type="parTrans" cxnId="{AB701F96-3CEE-49E1-BE26-52306A2ABF6C}">
      <dgm:prSet/>
      <dgm:spPr/>
      <dgm:t>
        <a:bodyPr/>
        <a:lstStyle/>
        <a:p>
          <a:endParaRPr lang="en-US"/>
        </a:p>
      </dgm:t>
    </dgm:pt>
    <dgm:pt modelId="{665D666B-C592-42A2-A65E-9A2B3834E44D}" type="sibTrans" cxnId="{AB701F96-3CEE-49E1-BE26-52306A2ABF6C}">
      <dgm:prSet/>
      <dgm:spPr/>
      <dgm:t>
        <a:bodyPr/>
        <a:lstStyle/>
        <a:p>
          <a:endParaRPr lang="en-US"/>
        </a:p>
      </dgm:t>
    </dgm:pt>
    <dgm:pt modelId="{2AC2EF1C-5933-4389-8CBD-05A28EB063D8}">
      <dgm:prSet phldrT="[Text]" phldr="1"/>
      <dgm:spPr/>
      <dgm:t>
        <a:bodyPr/>
        <a:lstStyle/>
        <a:p>
          <a:endParaRPr lang="en-US"/>
        </a:p>
      </dgm:t>
    </dgm:pt>
    <dgm:pt modelId="{7C1FAE37-AF42-4529-A677-F31197F9A942}" type="parTrans" cxnId="{41B56149-C6FA-4C17-9B17-1DFD5716DA9B}">
      <dgm:prSet/>
      <dgm:spPr/>
      <dgm:t>
        <a:bodyPr/>
        <a:lstStyle/>
        <a:p>
          <a:endParaRPr lang="en-US"/>
        </a:p>
      </dgm:t>
    </dgm:pt>
    <dgm:pt modelId="{B7183E95-C1EA-40C6-9A7B-AC2CA4EABC06}" type="sibTrans" cxnId="{41B56149-C6FA-4C17-9B17-1DFD5716DA9B}">
      <dgm:prSet/>
      <dgm:spPr/>
      <dgm:t>
        <a:bodyPr/>
        <a:lstStyle/>
        <a:p>
          <a:endParaRPr lang="en-US"/>
        </a:p>
      </dgm:t>
    </dgm:pt>
    <dgm:pt modelId="{5B8677BB-6E49-47A3-861F-825FBD6AF86A}">
      <dgm:prSet phldrT="[Text]" phldr="1"/>
      <dgm:spPr/>
      <dgm:t>
        <a:bodyPr/>
        <a:lstStyle/>
        <a:p>
          <a:endParaRPr lang="en-US"/>
        </a:p>
      </dgm:t>
    </dgm:pt>
    <dgm:pt modelId="{E96494A9-23D3-4A2E-A825-A77ABDEC8D53}" type="parTrans" cxnId="{7E0BD2AF-2846-4F61-A9A4-6C0F728C71A7}">
      <dgm:prSet/>
      <dgm:spPr/>
      <dgm:t>
        <a:bodyPr/>
        <a:lstStyle/>
        <a:p>
          <a:endParaRPr lang="en-US"/>
        </a:p>
      </dgm:t>
    </dgm:pt>
    <dgm:pt modelId="{F5C48A5A-9107-4A52-B964-CEE4930B54F0}" type="sibTrans" cxnId="{7E0BD2AF-2846-4F61-A9A4-6C0F728C71A7}">
      <dgm:prSet/>
      <dgm:spPr/>
      <dgm:t>
        <a:bodyPr/>
        <a:lstStyle/>
        <a:p>
          <a:endParaRPr lang="en-US"/>
        </a:p>
      </dgm:t>
    </dgm:pt>
    <dgm:pt modelId="{F368C281-4FC9-4131-BAAD-E977839A4249}">
      <dgm:prSet phldrT="[Text]" phldr="1"/>
      <dgm:spPr/>
      <dgm:t>
        <a:bodyPr/>
        <a:lstStyle/>
        <a:p>
          <a:endParaRPr lang="en-US"/>
        </a:p>
      </dgm:t>
    </dgm:pt>
    <dgm:pt modelId="{E0A051FC-55B9-47D5-986A-D7553C0DB159}" type="parTrans" cxnId="{1C7CAAC9-4F06-40E6-8A90-1BDC60C82D40}">
      <dgm:prSet/>
      <dgm:spPr/>
      <dgm:t>
        <a:bodyPr/>
        <a:lstStyle/>
        <a:p>
          <a:endParaRPr lang="en-US"/>
        </a:p>
      </dgm:t>
    </dgm:pt>
    <dgm:pt modelId="{5B7929DA-7EFA-41CC-9E76-2536177D6015}" type="sibTrans" cxnId="{1C7CAAC9-4F06-40E6-8A90-1BDC60C82D40}">
      <dgm:prSet/>
      <dgm:spPr/>
      <dgm:t>
        <a:bodyPr/>
        <a:lstStyle/>
        <a:p>
          <a:endParaRPr lang="en-US"/>
        </a:p>
      </dgm:t>
    </dgm:pt>
    <dgm:pt modelId="{55F909CA-E312-4A4B-8CD5-67678BDF61B8}" type="asst">
      <dgm:prSet phldrT="[Text]"/>
      <dgm:spPr/>
      <dgm:t>
        <a:bodyPr/>
        <a:lstStyle/>
        <a:p>
          <a:r>
            <a:rPr lang="en-US"/>
            <a:t>Assistant</a:t>
          </a:r>
        </a:p>
      </dgm:t>
    </dgm:pt>
    <dgm:pt modelId="{05E040D2-629A-4852-9A24-5EDF5CBE18F0}" type="parTrans" cxnId="{1FF28AC8-84F8-4FE2-934A-ABD3687E6F8D}">
      <dgm:prSet/>
      <dgm:spPr/>
    </dgm:pt>
    <dgm:pt modelId="{2E239CA9-C659-4F6C-B793-DE277E2A17F9}" type="sibTrans" cxnId="{1FF28AC8-84F8-4FE2-934A-ABD3687E6F8D}">
      <dgm:prSet/>
      <dgm:spPr/>
    </dgm:pt>
    <dgm:pt modelId="{21BACEB0-DCE7-4D0D-A0E9-970A5ACE47BB}">
      <dgm:prSet phldrT="[Text]"/>
      <dgm:spPr/>
      <dgm:t>
        <a:bodyPr/>
        <a:lstStyle/>
        <a:p>
          <a:r>
            <a:rPr lang="en-US"/>
            <a:t>Report One</a:t>
          </a:r>
        </a:p>
      </dgm:t>
    </dgm:pt>
    <dgm:pt modelId="{490494A5-D5C2-4F52-A240-85B5F7E8DC2F}" type="parTrans" cxnId="{660ACA3F-CB2F-4524-B36F-A403810CAF6F}">
      <dgm:prSet/>
      <dgm:spPr/>
    </dgm:pt>
    <dgm:pt modelId="{1EB896A5-F772-468B-8FC3-1DBBC4262A3E}" type="sibTrans" cxnId="{660ACA3F-CB2F-4524-B36F-A403810CAF6F}">
      <dgm:prSet/>
      <dgm:spPr/>
    </dgm:pt>
    <dgm:pt modelId="{D63D8830-444E-4CC9-98D8-4B372ACCD22E}">
      <dgm:prSet phldrT="[Text]"/>
      <dgm:spPr/>
      <dgm:t>
        <a:bodyPr/>
        <a:lstStyle/>
        <a:p>
          <a:r>
            <a:rPr lang="en-US"/>
            <a:t>Report Two</a:t>
          </a:r>
        </a:p>
      </dgm:t>
    </dgm:pt>
    <dgm:pt modelId="{20DB46DC-2C25-40DA-B4B9-2AE71F6ED4B1}" type="parTrans" cxnId="{0A35E738-A5A5-4C81-A6A0-90E8A23BF685}">
      <dgm:prSet/>
      <dgm:spPr/>
    </dgm:pt>
    <dgm:pt modelId="{9B445A89-3221-46FC-B60A-3EEC86423AEA}" type="sibTrans" cxnId="{0A35E738-A5A5-4C81-A6A0-90E8A23BF685}">
      <dgm:prSet/>
      <dgm:spPr/>
    </dgm:pt>
    <dgm:pt modelId="{E8AB8A32-3154-45F0-8A1F-DCFCE6B408C9}">
      <dgm:prSet phldrT="[Text]"/>
      <dgm:spPr/>
      <dgm:t>
        <a:bodyPr/>
        <a:lstStyle/>
        <a:p>
          <a:r>
            <a:rPr lang="en-US"/>
            <a:t>Report Three</a:t>
          </a:r>
        </a:p>
      </dgm:t>
    </dgm:pt>
    <dgm:pt modelId="{220C8721-A597-4C64-944A-932DDE27B6A0}" type="parTrans" cxnId="{1714D163-C487-4793-8307-72D5363DA950}">
      <dgm:prSet/>
      <dgm:spPr/>
    </dgm:pt>
    <dgm:pt modelId="{A66B8448-B9A3-4BA0-BE63-C605D17CDC52}" type="sibTrans" cxnId="{1714D163-C487-4793-8307-72D5363DA950}">
      <dgm:prSet/>
      <dgm:spPr/>
    </dgm:pt>
    <dgm:pt modelId="{9BA0E0F1-9BDC-422E-B354-7482ACA7D9CD}">
      <dgm:prSet phldrT="[Text]"/>
      <dgm:spPr/>
      <dgm:t>
        <a:bodyPr/>
        <a:lstStyle/>
        <a:p>
          <a:r>
            <a:rPr lang="en-US"/>
            <a:t>Analyst One</a:t>
          </a:r>
        </a:p>
      </dgm:t>
    </dgm:pt>
    <dgm:pt modelId="{5C7C5DA2-C9D2-4ADD-A493-9D5C0A589CE5}" type="parTrans" cxnId="{2E339FED-BCFD-49E2-9592-70F3EB264C94}">
      <dgm:prSet/>
      <dgm:spPr/>
    </dgm:pt>
    <dgm:pt modelId="{1D8465CC-5D2F-4BC0-8D11-7AEC710A360C}" type="sibTrans" cxnId="{2E339FED-BCFD-49E2-9592-70F3EB264C94}">
      <dgm:prSet/>
      <dgm:spPr/>
    </dgm:pt>
    <dgm:pt modelId="{DBD526D1-80FC-4196-B5CA-558135CDB6C1}">
      <dgm:prSet phldrT="[Text]"/>
      <dgm:spPr/>
      <dgm:t>
        <a:bodyPr/>
        <a:lstStyle/>
        <a:p>
          <a:r>
            <a:rPr lang="en-US"/>
            <a:t>Analyst Two</a:t>
          </a:r>
        </a:p>
      </dgm:t>
    </dgm:pt>
    <dgm:pt modelId="{F890C928-83FB-4E60-BFA2-D662AA9AD243}" type="parTrans" cxnId="{1D1DDD5A-60F1-48D4-A142-32F6F02EEE76}">
      <dgm:prSet/>
      <dgm:spPr/>
    </dgm:pt>
    <dgm:pt modelId="{954955B7-9F62-4940-80F3-39D9F11060CC}" type="sibTrans" cxnId="{1D1DDD5A-60F1-48D4-A142-32F6F02EEE76}">
      <dgm:prSet/>
      <dgm:spPr/>
    </dgm:pt>
    <dgm:pt modelId="{471955A7-1CEA-4095-B25F-A4502B703C35}" type="pres">
      <dgm:prSet presAssocID="{BAB73434-6BB8-425C-8928-938FF1F2951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A878154-AF42-48AC-81E6-40C82F226AE0}" type="pres">
      <dgm:prSet presAssocID="{5283FF17-C9AD-4B86-BF90-2D5FF69626BA}" presName="hierRoot1" presStyleCnt="0">
        <dgm:presLayoutVars>
          <dgm:hierBranch val="hang"/>
        </dgm:presLayoutVars>
      </dgm:prSet>
      <dgm:spPr/>
    </dgm:pt>
    <dgm:pt modelId="{B1D4F5E9-B53C-488B-9DD0-AA2513315A13}" type="pres">
      <dgm:prSet presAssocID="{5283FF17-C9AD-4B86-BF90-2D5FF69626BA}" presName="rootComposite1" presStyleCnt="0"/>
      <dgm:spPr/>
    </dgm:pt>
    <dgm:pt modelId="{26366F91-E0E2-483F-A3B6-CFACD45D60B0}" type="pres">
      <dgm:prSet presAssocID="{5283FF17-C9AD-4B86-BF90-2D5FF69626BA}" presName="rootText1" presStyleLbl="node0" presStyleIdx="0" presStyleCnt="1">
        <dgm:presLayoutVars>
          <dgm:chPref val="3"/>
        </dgm:presLayoutVars>
      </dgm:prSet>
      <dgm:spPr/>
    </dgm:pt>
    <dgm:pt modelId="{5AB464AF-3A91-45C0-AD2B-763D8495E925}" type="pres">
      <dgm:prSet presAssocID="{5283FF17-C9AD-4B86-BF90-2D5FF69626BA}" presName="rootConnector1" presStyleLbl="node1" presStyleIdx="0" presStyleCnt="0"/>
      <dgm:spPr/>
    </dgm:pt>
    <dgm:pt modelId="{7CF1B9C1-97B7-4F9A-A7DA-8D33106FA550}" type="pres">
      <dgm:prSet presAssocID="{5283FF17-C9AD-4B86-BF90-2D5FF69626BA}" presName="hierChild2" presStyleCnt="0"/>
      <dgm:spPr/>
    </dgm:pt>
    <dgm:pt modelId="{65304DAB-321C-40D0-A4E5-D8120A2C809D}" type="pres">
      <dgm:prSet presAssocID="{7C1FAE37-AF42-4529-A677-F31197F9A942}" presName="Name48" presStyleLbl="parChTrans1D2" presStyleIdx="0" presStyleCnt="5"/>
      <dgm:spPr/>
    </dgm:pt>
    <dgm:pt modelId="{A9418F07-B460-4A8C-A0A8-22ACECC0C3A5}" type="pres">
      <dgm:prSet presAssocID="{2AC2EF1C-5933-4389-8CBD-05A28EB063D8}" presName="hierRoot2" presStyleCnt="0">
        <dgm:presLayoutVars>
          <dgm:hierBranch val="init"/>
        </dgm:presLayoutVars>
      </dgm:prSet>
      <dgm:spPr/>
    </dgm:pt>
    <dgm:pt modelId="{9B684741-81E9-4D7F-A9DD-901793A7BDB2}" type="pres">
      <dgm:prSet presAssocID="{2AC2EF1C-5933-4389-8CBD-05A28EB063D8}" presName="rootComposite" presStyleCnt="0"/>
      <dgm:spPr/>
    </dgm:pt>
    <dgm:pt modelId="{08C3AABF-0FFD-486C-B42A-5A4B90707130}" type="pres">
      <dgm:prSet presAssocID="{2AC2EF1C-5933-4389-8CBD-05A28EB063D8}" presName="rootText" presStyleLbl="node2" presStyleIdx="0" presStyleCnt="3">
        <dgm:presLayoutVars>
          <dgm:chPref val="3"/>
        </dgm:presLayoutVars>
      </dgm:prSet>
      <dgm:spPr/>
    </dgm:pt>
    <dgm:pt modelId="{7C351FCC-14D6-4A8C-B0B6-2D0EA6CEB7F5}" type="pres">
      <dgm:prSet presAssocID="{2AC2EF1C-5933-4389-8CBD-05A28EB063D8}" presName="rootConnector" presStyleLbl="node2" presStyleIdx="0" presStyleCnt="3"/>
      <dgm:spPr/>
    </dgm:pt>
    <dgm:pt modelId="{5372FC36-BCB9-44C4-A41D-B7366657DFBA}" type="pres">
      <dgm:prSet presAssocID="{2AC2EF1C-5933-4389-8CBD-05A28EB063D8}" presName="hierChild4" presStyleCnt="0"/>
      <dgm:spPr/>
    </dgm:pt>
    <dgm:pt modelId="{D2C80DDA-49AC-4081-90D2-0BC7C448D715}" type="pres">
      <dgm:prSet presAssocID="{490494A5-D5C2-4F52-A240-85B5F7E8DC2F}" presName="Name37" presStyleLbl="parChTrans1D3" presStyleIdx="0" presStyleCnt="3"/>
      <dgm:spPr/>
    </dgm:pt>
    <dgm:pt modelId="{74A21605-C4E1-42D2-8E46-D59AD4DDDABC}" type="pres">
      <dgm:prSet presAssocID="{21BACEB0-DCE7-4D0D-A0E9-970A5ACE47BB}" presName="hierRoot2" presStyleCnt="0">
        <dgm:presLayoutVars>
          <dgm:hierBranch val="init"/>
        </dgm:presLayoutVars>
      </dgm:prSet>
      <dgm:spPr/>
    </dgm:pt>
    <dgm:pt modelId="{9833F8CC-4E96-4F31-A5E5-C13BE0F19020}" type="pres">
      <dgm:prSet presAssocID="{21BACEB0-DCE7-4D0D-A0E9-970A5ACE47BB}" presName="rootComposite" presStyleCnt="0"/>
      <dgm:spPr/>
    </dgm:pt>
    <dgm:pt modelId="{0180A944-CEE6-466E-B1C2-9F77A8F20C10}" type="pres">
      <dgm:prSet presAssocID="{21BACEB0-DCE7-4D0D-A0E9-970A5ACE47BB}" presName="rootText" presStyleLbl="node3" presStyleIdx="0" presStyleCnt="3">
        <dgm:presLayoutVars>
          <dgm:chPref val="3"/>
        </dgm:presLayoutVars>
      </dgm:prSet>
      <dgm:spPr/>
    </dgm:pt>
    <dgm:pt modelId="{BD1EFB78-239B-40C2-B937-ABCA58A3945E}" type="pres">
      <dgm:prSet presAssocID="{21BACEB0-DCE7-4D0D-A0E9-970A5ACE47BB}" presName="rootConnector" presStyleLbl="node3" presStyleIdx="0" presStyleCnt="3"/>
      <dgm:spPr/>
    </dgm:pt>
    <dgm:pt modelId="{9D4AE832-BEBE-4ADD-B3F2-6E5B4E4481D5}" type="pres">
      <dgm:prSet presAssocID="{21BACEB0-DCE7-4D0D-A0E9-970A5ACE47BB}" presName="hierChild4" presStyleCnt="0"/>
      <dgm:spPr/>
    </dgm:pt>
    <dgm:pt modelId="{027E97ED-68A4-4996-9057-94C2B00865A6}" type="pres">
      <dgm:prSet presAssocID="{5C7C5DA2-C9D2-4ADD-A493-9D5C0A589CE5}" presName="Name37" presStyleLbl="parChTrans1D4" presStyleIdx="0" presStyleCnt="2"/>
      <dgm:spPr/>
    </dgm:pt>
    <dgm:pt modelId="{1B26A612-D1B1-42A6-915F-0B03FEC6652C}" type="pres">
      <dgm:prSet presAssocID="{9BA0E0F1-9BDC-422E-B354-7482ACA7D9CD}" presName="hierRoot2" presStyleCnt="0">
        <dgm:presLayoutVars>
          <dgm:hierBranch val="init"/>
        </dgm:presLayoutVars>
      </dgm:prSet>
      <dgm:spPr/>
    </dgm:pt>
    <dgm:pt modelId="{51971E03-22FD-49D0-ABCB-B808DB8C7764}" type="pres">
      <dgm:prSet presAssocID="{9BA0E0F1-9BDC-422E-B354-7482ACA7D9CD}" presName="rootComposite" presStyleCnt="0"/>
      <dgm:spPr/>
    </dgm:pt>
    <dgm:pt modelId="{9BF3FEEF-2E89-46EB-B0F4-D2EEDE165663}" type="pres">
      <dgm:prSet presAssocID="{9BA0E0F1-9BDC-422E-B354-7482ACA7D9CD}" presName="rootText" presStyleLbl="node4" presStyleIdx="0" presStyleCnt="2">
        <dgm:presLayoutVars>
          <dgm:chPref val="3"/>
        </dgm:presLayoutVars>
      </dgm:prSet>
      <dgm:spPr/>
    </dgm:pt>
    <dgm:pt modelId="{AE4FF150-61A0-4C31-9EE9-73316E59CCBF}" type="pres">
      <dgm:prSet presAssocID="{9BA0E0F1-9BDC-422E-B354-7482ACA7D9CD}" presName="rootConnector" presStyleLbl="node4" presStyleIdx="0" presStyleCnt="2"/>
      <dgm:spPr/>
    </dgm:pt>
    <dgm:pt modelId="{54B8D78B-4A59-4FD5-8039-4D611AEA20D1}" type="pres">
      <dgm:prSet presAssocID="{9BA0E0F1-9BDC-422E-B354-7482ACA7D9CD}" presName="hierChild4" presStyleCnt="0"/>
      <dgm:spPr/>
    </dgm:pt>
    <dgm:pt modelId="{CEC31C1C-DEC6-45B7-950A-06A84C210187}" type="pres">
      <dgm:prSet presAssocID="{9BA0E0F1-9BDC-422E-B354-7482ACA7D9CD}" presName="hierChild5" presStyleCnt="0"/>
      <dgm:spPr/>
    </dgm:pt>
    <dgm:pt modelId="{4ABCE9F7-D709-4A4B-91C9-500B8DC39A1B}" type="pres">
      <dgm:prSet presAssocID="{F890C928-83FB-4E60-BFA2-D662AA9AD243}" presName="Name37" presStyleLbl="parChTrans1D4" presStyleIdx="1" presStyleCnt="2"/>
      <dgm:spPr/>
    </dgm:pt>
    <dgm:pt modelId="{31097273-6BF6-4662-AD26-BDE0FC6E48EA}" type="pres">
      <dgm:prSet presAssocID="{DBD526D1-80FC-4196-B5CA-558135CDB6C1}" presName="hierRoot2" presStyleCnt="0">
        <dgm:presLayoutVars>
          <dgm:hierBranch val="init"/>
        </dgm:presLayoutVars>
      </dgm:prSet>
      <dgm:spPr/>
    </dgm:pt>
    <dgm:pt modelId="{5493B86C-9510-43D7-A040-D4B0056225E3}" type="pres">
      <dgm:prSet presAssocID="{DBD526D1-80FC-4196-B5CA-558135CDB6C1}" presName="rootComposite" presStyleCnt="0"/>
      <dgm:spPr/>
    </dgm:pt>
    <dgm:pt modelId="{5AF0E691-F8FA-489B-BB8F-9DDCED84BEDB}" type="pres">
      <dgm:prSet presAssocID="{DBD526D1-80FC-4196-B5CA-558135CDB6C1}" presName="rootText" presStyleLbl="node4" presStyleIdx="1" presStyleCnt="2">
        <dgm:presLayoutVars>
          <dgm:chPref val="3"/>
        </dgm:presLayoutVars>
      </dgm:prSet>
      <dgm:spPr/>
    </dgm:pt>
    <dgm:pt modelId="{7F151298-9925-47FC-98A5-312D95F2ADF0}" type="pres">
      <dgm:prSet presAssocID="{DBD526D1-80FC-4196-B5CA-558135CDB6C1}" presName="rootConnector" presStyleLbl="node4" presStyleIdx="1" presStyleCnt="2"/>
      <dgm:spPr/>
    </dgm:pt>
    <dgm:pt modelId="{20AD1629-4F50-4923-B377-2E2E20A0ED5C}" type="pres">
      <dgm:prSet presAssocID="{DBD526D1-80FC-4196-B5CA-558135CDB6C1}" presName="hierChild4" presStyleCnt="0"/>
      <dgm:spPr/>
    </dgm:pt>
    <dgm:pt modelId="{8E3AFAFB-97B3-4CDF-A620-6F7F82E94F0A}" type="pres">
      <dgm:prSet presAssocID="{DBD526D1-80FC-4196-B5CA-558135CDB6C1}" presName="hierChild5" presStyleCnt="0"/>
      <dgm:spPr/>
    </dgm:pt>
    <dgm:pt modelId="{D8823362-3A8A-4C39-A298-5F1037812ED0}" type="pres">
      <dgm:prSet presAssocID="{21BACEB0-DCE7-4D0D-A0E9-970A5ACE47BB}" presName="hierChild5" presStyleCnt="0"/>
      <dgm:spPr/>
    </dgm:pt>
    <dgm:pt modelId="{CF12B065-7920-4522-9453-BDF5B4FCDD44}" type="pres">
      <dgm:prSet presAssocID="{20DB46DC-2C25-40DA-B4B9-2AE71F6ED4B1}" presName="Name37" presStyleLbl="parChTrans1D3" presStyleIdx="1" presStyleCnt="3"/>
      <dgm:spPr/>
    </dgm:pt>
    <dgm:pt modelId="{90749430-7B40-450E-BC45-ED093289C4A6}" type="pres">
      <dgm:prSet presAssocID="{D63D8830-444E-4CC9-98D8-4B372ACCD22E}" presName="hierRoot2" presStyleCnt="0">
        <dgm:presLayoutVars>
          <dgm:hierBranch val="init"/>
        </dgm:presLayoutVars>
      </dgm:prSet>
      <dgm:spPr/>
    </dgm:pt>
    <dgm:pt modelId="{5678B8B2-3DFD-463F-B7D7-9FEBFA4F6854}" type="pres">
      <dgm:prSet presAssocID="{D63D8830-444E-4CC9-98D8-4B372ACCD22E}" presName="rootComposite" presStyleCnt="0"/>
      <dgm:spPr/>
    </dgm:pt>
    <dgm:pt modelId="{67D7307E-42A0-4AE3-AFC3-E1C74CB170FD}" type="pres">
      <dgm:prSet presAssocID="{D63D8830-444E-4CC9-98D8-4B372ACCD22E}" presName="rootText" presStyleLbl="node3" presStyleIdx="1" presStyleCnt="3">
        <dgm:presLayoutVars>
          <dgm:chPref val="3"/>
        </dgm:presLayoutVars>
      </dgm:prSet>
      <dgm:spPr/>
    </dgm:pt>
    <dgm:pt modelId="{39F0683C-F90F-49FF-8AF3-63B0A8CC7B62}" type="pres">
      <dgm:prSet presAssocID="{D63D8830-444E-4CC9-98D8-4B372ACCD22E}" presName="rootConnector" presStyleLbl="node3" presStyleIdx="1" presStyleCnt="3"/>
      <dgm:spPr/>
    </dgm:pt>
    <dgm:pt modelId="{D34AB310-0F3D-40B6-B8B9-ED4D26157666}" type="pres">
      <dgm:prSet presAssocID="{D63D8830-444E-4CC9-98D8-4B372ACCD22E}" presName="hierChild4" presStyleCnt="0"/>
      <dgm:spPr/>
    </dgm:pt>
    <dgm:pt modelId="{86D622D0-E064-4940-B71E-F00F334D7EF8}" type="pres">
      <dgm:prSet presAssocID="{D63D8830-444E-4CC9-98D8-4B372ACCD22E}" presName="hierChild5" presStyleCnt="0"/>
      <dgm:spPr/>
    </dgm:pt>
    <dgm:pt modelId="{E406EE17-50D7-4BF8-960E-D95E7442872B}" type="pres">
      <dgm:prSet presAssocID="{220C8721-A597-4C64-944A-932DDE27B6A0}" presName="Name37" presStyleLbl="parChTrans1D3" presStyleIdx="2" presStyleCnt="3"/>
      <dgm:spPr/>
    </dgm:pt>
    <dgm:pt modelId="{762176D1-3FE4-41F0-886A-E79A00BD69D9}" type="pres">
      <dgm:prSet presAssocID="{E8AB8A32-3154-45F0-8A1F-DCFCE6B408C9}" presName="hierRoot2" presStyleCnt="0">
        <dgm:presLayoutVars>
          <dgm:hierBranch val="init"/>
        </dgm:presLayoutVars>
      </dgm:prSet>
      <dgm:spPr/>
    </dgm:pt>
    <dgm:pt modelId="{88EFD0F4-D1D8-43E1-B3BC-1FCD9DBBA484}" type="pres">
      <dgm:prSet presAssocID="{E8AB8A32-3154-45F0-8A1F-DCFCE6B408C9}" presName="rootComposite" presStyleCnt="0"/>
      <dgm:spPr/>
    </dgm:pt>
    <dgm:pt modelId="{3486296A-54C2-40D8-90FA-A29DDFC8F11B}" type="pres">
      <dgm:prSet presAssocID="{E8AB8A32-3154-45F0-8A1F-DCFCE6B408C9}" presName="rootText" presStyleLbl="node3" presStyleIdx="2" presStyleCnt="3">
        <dgm:presLayoutVars>
          <dgm:chPref val="3"/>
        </dgm:presLayoutVars>
      </dgm:prSet>
      <dgm:spPr/>
    </dgm:pt>
    <dgm:pt modelId="{62429F5F-6008-4B8C-9DFB-905D860DD5FC}" type="pres">
      <dgm:prSet presAssocID="{E8AB8A32-3154-45F0-8A1F-DCFCE6B408C9}" presName="rootConnector" presStyleLbl="node3" presStyleIdx="2" presStyleCnt="3"/>
      <dgm:spPr/>
    </dgm:pt>
    <dgm:pt modelId="{6C226952-5643-4483-BC58-BFD4AAC6A5B6}" type="pres">
      <dgm:prSet presAssocID="{E8AB8A32-3154-45F0-8A1F-DCFCE6B408C9}" presName="hierChild4" presStyleCnt="0"/>
      <dgm:spPr/>
    </dgm:pt>
    <dgm:pt modelId="{7C46A972-0D26-4987-A4CA-49A6B77E2C55}" type="pres">
      <dgm:prSet presAssocID="{E8AB8A32-3154-45F0-8A1F-DCFCE6B408C9}" presName="hierChild5" presStyleCnt="0"/>
      <dgm:spPr/>
    </dgm:pt>
    <dgm:pt modelId="{C9E8A5E4-BB63-4FEA-B254-607A670F5CED}" type="pres">
      <dgm:prSet presAssocID="{2AC2EF1C-5933-4389-8CBD-05A28EB063D8}" presName="hierChild5" presStyleCnt="0"/>
      <dgm:spPr/>
    </dgm:pt>
    <dgm:pt modelId="{B823EB75-92BE-4A6D-AF4E-94EB82F12E2E}" type="pres">
      <dgm:prSet presAssocID="{E96494A9-23D3-4A2E-A825-A77ABDEC8D53}" presName="Name48" presStyleLbl="parChTrans1D2" presStyleIdx="1" presStyleCnt="5"/>
      <dgm:spPr/>
    </dgm:pt>
    <dgm:pt modelId="{34FB446C-08F8-4C4A-BE69-E3AB6C234C1D}" type="pres">
      <dgm:prSet presAssocID="{5B8677BB-6E49-47A3-861F-825FBD6AF86A}" presName="hierRoot2" presStyleCnt="0">
        <dgm:presLayoutVars>
          <dgm:hierBranch val="init"/>
        </dgm:presLayoutVars>
      </dgm:prSet>
      <dgm:spPr/>
    </dgm:pt>
    <dgm:pt modelId="{3FC954FA-081F-4F32-8068-1622DF326C20}" type="pres">
      <dgm:prSet presAssocID="{5B8677BB-6E49-47A3-861F-825FBD6AF86A}" presName="rootComposite" presStyleCnt="0"/>
      <dgm:spPr/>
    </dgm:pt>
    <dgm:pt modelId="{3EEFA1FD-5C00-45F2-875C-F7E01FE3ED81}" type="pres">
      <dgm:prSet presAssocID="{5B8677BB-6E49-47A3-861F-825FBD6AF86A}" presName="rootText" presStyleLbl="node2" presStyleIdx="1" presStyleCnt="3">
        <dgm:presLayoutVars>
          <dgm:chPref val="3"/>
        </dgm:presLayoutVars>
      </dgm:prSet>
      <dgm:spPr/>
    </dgm:pt>
    <dgm:pt modelId="{4E2FEB50-AC2A-4FD5-B5DF-06AD13163A29}" type="pres">
      <dgm:prSet presAssocID="{5B8677BB-6E49-47A3-861F-825FBD6AF86A}" presName="rootConnector" presStyleLbl="node2" presStyleIdx="1" presStyleCnt="3"/>
      <dgm:spPr/>
    </dgm:pt>
    <dgm:pt modelId="{7D5A8DE8-9EFF-41FB-AE3F-4C8C367F9F77}" type="pres">
      <dgm:prSet presAssocID="{5B8677BB-6E49-47A3-861F-825FBD6AF86A}" presName="hierChild4" presStyleCnt="0"/>
      <dgm:spPr/>
    </dgm:pt>
    <dgm:pt modelId="{9ACF9DE2-A93B-417E-8A12-24ECE2EF2847}" type="pres">
      <dgm:prSet presAssocID="{5B8677BB-6E49-47A3-861F-825FBD6AF86A}" presName="hierChild5" presStyleCnt="0"/>
      <dgm:spPr/>
    </dgm:pt>
    <dgm:pt modelId="{78453CD0-51B7-4D13-9265-E8F23D430563}" type="pres">
      <dgm:prSet presAssocID="{E0A051FC-55B9-47D5-986A-D7553C0DB159}" presName="Name48" presStyleLbl="parChTrans1D2" presStyleIdx="2" presStyleCnt="5"/>
      <dgm:spPr/>
    </dgm:pt>
    <dgm:pt modelId="{5BB5546C-CE64-49A4-BD1D-CA5F123D48F5}" type="pres">
      <dgm:prSet presAssocID="{F368C281-4FC9-4131-BAAD-E977839A4249}" presName="hierRoot2" presStyleCnt="0">
        <dgm:presLayoutVars>
          <dgm:hierBranch val="init"/>
        </dgm:presLayoutVars>
      </dgm:prSet>
      <dgm:spPr/>
    </dgm:pt>
    <dgm:pt modelId="{66294A2A-2070-43E1-A00B-75E11E569E76}" type="pres">
      <dgm:prSet presAssocID="{F368C281-4FC9-4131-BAAD-E977839A4249}" presName="rootComposite" presStyleCnt="0"/>
      <dgm:spPr/>
    </dgm:pt>
    <dgm:pt modelId="{BA821E9C-E0B6-43EC-B04E-DD8D446B500D}" type="pres">
      <dgm:prSet presAssocID="{F368C281-4FC9-4131-BAAD-E977839A4249}" presName="rootText" presStyleLbl="node2" presStyleIdx="2" presStyleCnt="3">
        <dgm:presLayoutVars>
          <dgm:chPref val="3"/>
        </dgm:presLayoutVars>
      </dgm:prSet>
      <dgm:spPr/>
    </dgm:pt>
    <dgm:pt modelId="{B00CC8D8-7BE7-468D-B292-5EA7B98FFC87}" type="pres">
      <dgm:prSet presAssocID="{F368C281-4FC9-4131-BAAD-E977839A4249}" presName="rootConnector" presStyleLbl="node2" presStyleIdx="2" presStyleCnt="3"/>
      <dgm:spPr/>
    </dgm:pt>
    <dgm:pt modelId="{D4E98FA1-AE4F-443B-BC5D-EEDF4B7C3C59}" type="pres">
      <dgm:prSet presAssocID="{F368C281-4FC9-4131-BAAD-E977839A4249}" presName="hierChild4" presStyleCnt="0"/>
      <dgm:spPr/>
    </dgm:pt>
    <dgm:pt modelId="{CB7E6BD3-C348-4E60-B6CC-03CE6FBBD3A9}" type="pres">
      <dgm:prSet presAssocID="{F368C281-4FC9-4131-BAAD-E977839A4249}" presName="hierChild5" presStyleCnt="0"/>
      <dgm:spPr/>
    </dgm:pt>
    <dgm:pt modelId="{183CFCA2-3D6A-4EC8-955B-2C8DE0A36AD1}" type="pres">
      <dgm:prSet presAssocID="{5283FF17-C9AD-4B86-BF90-2D5FF69626BA}" presName="hierChild3" presStyleCnt="0"/>
      <dgm:spPr/>
    </dgm:pt>
    <dgm:pt modelId="{D089AB89-8695-4472-AF3A-120C0C64E6F8}" type="pres">
      <dgm:prSet presAssocID="{86EB4251-D768-474B-9B96-63E227EED90E}" presName="Name111" presStyleLbl="parChTrans1D2" presStyleIdx="3" presStyleCnt="5"/>
      <dgm:spPr/>
    </dgm:pt>
    <dgm:pt modelId="{495ED07C-3B3D-429F-9BD8-FD2FACC58EFA}" type="pres">
      <dgm:prSet presAssocID="{8CD4BDC3-6B1A-4CB8-BAE5-3E54B6DE3A68}" presName="hierRoot3" presStyleCnt="0">
        <dgm:presLayoutVars>
          <dgm:hierBranch val="init"/>
        </dgm:presLayoutVars>
      </dgm:prSet>
      <dgm:spPr/>
    </dgm:pt>
    <dgm:pt modelId="{305DEC1F-B4CE-4231-BA40-C6D422DD6D4B}" type="pres">
      <dgm:prSet presAssocID="{8CD4BDC3-6B1A-4CB8-BAE5-3E54B6DE3A68}" presName="rootComposite3" presStyleCnt="0"/>
      <dgm:spPr/>
    </dgm:pt>
    <dgm:pt modelId="{DF65E636-C121-42BE-853B-A4E6D2AB6E9C}" type="pres">
      <dgm:prSet presAssocID="{8CD4BDC3-6B1A-4CB8-BAE5-3E54B6DE3A68}" presName="rootText3" presStyleLbl="asst1" presStyleIdx="0" presStyleCnt="2">
        <dgm:presLayoutVars>
          <dgm:chPref val="3"/>
        </dgm:presLayoutVars>
      </dgm:prSet>
      <dgm:spPr/>
    </dgm:pt>
    <dgm:pt modelId="{C0F1C6F6-5F1B-4045-98D1-17BA9F028AB0}" type="pres">
      <dgm:prSet presAssocID="{8CD4BDC3-6B1A-4CB8-BAE5-3E54B6DE3A68}" presName="rootConnector3" presStyleLbl="asst1" presStyleIdx="0" presStyleCnt="2"/>
      <dgm:spPr/>
    </dgm:pt>
    <dgm:pt modelId="{78EAE2B0-9CC7-421B-BA0D-2FB22DBF925F}" type="pres">
      <dgm:prSet presAssocID="{8CD4BDC3-6B1A-4CB8-BAE5-3E54B6DE3A68}" presName="hierChild6" presStyleCnt="0"/>
      <dgm:spPr/>
    </dgm:pt>
    <dgm:pt modelId="{1757840A-1CF4-4864-A8EC-AE4C42BC78A5}" type="pres">
      <dgm:prSet presAssocID="{8CD4BDC3-6B1A-4CB8-BAE5-3E54B6DE3A68}" presName="hierChild7" presStyleCnt="0"/>
      <dgm:spPr/>
    </dgm:pt>
    <dgm:pt modelId="{65FB22D6-32B5-475D-80BC-2DFC85B2E458}" type="pres">
      <dgm:prSet presAssocID="{05E040D2-629A-4852-9A24-5EDF5CBE18F0}" presName="Name111" presStyleLbl="parChTrans1D2" presStyleIdx="4" presStyleCnt="5"/>
      <dgm:spPr/>
    </dgm:pt>
    <dgm:pt modelId="{962295E1-AF2B-4CD1-9E44-166462B79263}" type="pres">
      <dgm:prSet presAssocID="{55F909CA-E312-4A4B-8CD5-67678BDF61B8}" presName="hierRoot3" presStyleCnt="0">
        <dgm:presLayoutVars>
          <dgm:hierBranch val="init"/>
        </dgm:presLayoutVars>
      </dgm:prSet>
      <dgm:spPr/>
    </dgm:pt>
    <dgm:pt modelId="{1B78614F-FE8F-4D92-B4DA-B5A389905C0D}" type="pres">
      <dgm:prSet presAssocID="{55F909CA-E312-4A4B-8CD5-67678BDF61B8}" presName="rootComposite3" presStyleCnt="0"/>
      <dgm:spPr/>
    </dgm:pt>
    <dgm:pt modelId="{B22CF01E-53DC-43F2-92A1-5C2B4461E8B1}" type="pres">
      <dgm:prSet presAssocID="{55F909CA-E312-4A4B-8CD5-67678BDF61B8}" presName="rootText3" presStyleLbl="asst1" presStyleIdx="1" presStyleCnt="2">
        <dgm:presLayoutVars>
          <dgm:chPref val="3"/>
        </dgm:presLayoutVars>
      </dgm:prSet>
      <dgm:spPr/>
    </dgm:pt>
    <dgm:pt modelId="{EDB63646-6BB7-4200-ACCD-5F84F513C093}" type="pres">
      <dgm:prSet presAssocID="{55F909CA-E312-4A4B-8CD5-67678BDF61B8}" presName="rootConnector3" presStyleLbl="asst1" presStyleIdx="1" presStyleCnt="2"/>
      <dgm:spPr/>
    </dgm:pt>
    <dgm:pt modelId="{91289714-B8F1-4A05-9C9E-99446E4BC772}" type="pres">
      <dgm:prSet presAssocID="{55F909CA-E312-4A4B-8CD5-67678BDF61B8}" presName="hierChild6" presStyleCnt="0"/>
      <dgm:spPr/>
    </dgm:pt>
    <dgm:pt modelId="{F906CE9A-4C9A-4530-B427-CBB0FD62694A}" type="pres">
      <dgm:prSet presAssocID="{55F909CA-E312-4A4B-8CD5-67678BDF61B8}" presName="hierChild7" presStyleCnt="0"/>
      <dgm:spPr/>
    </dgm:pt>
  </dgm:ptLst>
  <dgm:cxnLst>
    <dgm:cxn modelId="{D9726101-6912-4CD1-8A6D-41065392B490}" type="presOf" srcId="{5C7C5DA2-C9D2-4ADD-A493-9D5C0A589CE5}" destId="{027E97ED-68A4-4996-9057-94C2B00865A6}" srcOrd="0" destOrd="0" presId="urn:microsoft.com/office/officeart/2005/8/layout/orgChart1"/>
    <dgm:cxn modelId="{289B4212-C007-4255-BC23-58D81A874E65}" type="presOf" srcId="{E96494A9-23D3-4A2E-A825-A77ABDEC8D53}" destId="{B823EB75-92BE-4A6D-AF4E-94EB82F12E2E}" srcOrd="0" destOrd="0" presId="urn:microsoft.com/office/officeart/2005/8/layout/orgChart1"/>
    <dgm:cxn modelId="{9B2B5419-B077-40E9-A89D-D4071643DD40}" type="presOf" srcId="{E0A051FC-55B9-47D5-986A-D7553C0DB159}" destId="{78453CD0-51B7-4D13-9265-E8F23D430563}" srcOrd="0" destOrd="0" presId="urn:microsoft.com/office/officeart/2005/8/layout/orgChart1"/>
    <dgm:cxn modelId="{E6609120-33F0-4681-BD72-733AD5C22E4D}" type="presOf" srcId="{9BA0E0F1-9BDC-422E-B354-7482ACA7D9CD}" destId="{AE4FF150-61A0-4C31-9EE9-73316E59CCBF}" srcOrd="1" destOrd="0" presId="urn:microsoft.com/office/officeart/2005/8/layout/orgChart1"/>
    <dgm:cxn modelId="{5D6A762C-7D7B-44C5-AB62-339B9412F7E0}" srcId="{BAB73434-6BB8-425C-8928-938FF1F29517}" destId="{5283FF17-C9AD-4B86-BF90-2D5FF69626BA}" srcOrd="0" destOrd="0" parTransId="{F7FF2E21-71D0-4967-A46E-A33E9442F5DD}" sibTransId="{EAEBDB00-E119-4EAB-B039-BB0788FB858D}"/>
    <dgm:cxn modelId="{31F5692E-7758-473C-987B-26455D9A1C99}" type="presOf" srcId="{F890C928-83FB-4E60-BFA2-D662AA9AD243}" destId="{4ABCE9F7-D709-4A4B-91C9-500B8DC39A1B}" srcOrd="0" destOrd="0" presId="urn:microsoft.com/office/officeart/2005/8/layout/orgChart1"/>
    <dgm:cxn modelId="{ACFB982E-CEE8-4F05-AA18-C92E8178B1DB}" type="presOf" srcId="{86EB4251-D768-474B-9B96-63E227EED90E}" destId="{D089AB89-8695-4472-AF3A-120C0C64E6F8}" srcOrd="0" destOrd="0" presId="urn:microsoft.com/office/officeart/2005/8/layout/orgChart1"/>
    <dgm:cxn modelId="{0A35E738-A5A5-4C81-A6A0-90E8A23BF685}" srcId="{2AC2EF1C-5933-4389-8CBD-05A28EB063D8}" destId="{D63D8830-444E-4CC9-98D8-4B372ACCD22E}" srcOrd="1" destOrd="0" parTransId="{20DB46DC-2C25-40DA-B4B9-2AE71F6ED4B1}" sibTransId="{9B445A89-3221-46FC-B60A-3EEC86423AEA}"/>
    <dgm:cxn modelId="{88C1603A-A395-4D44-98DD-A8AF27617DC1}" type="presOf" srcId="{5B8677BB-6E49-47A3-861F-825FBD6AF86A}" destId="{4E2FEB50-AC2A-4FD5-B5DF-06AD13163A29}" srcOrd="1" destOrd="0" presId="urn:microsoft.com/office/officeart/2005/8/layout/orgChart1"/>
    <dgm:cxn modelId="{3F96ED3A-90F4-4281-A3F1-1F1D465A8853}" type="presOf" srcId="{220C8721-A597-4C64-944A-932DDE27B6A0}" destId="{E406EE17-50D7-4BF8-960E-D95E7442872B}" srcOrd="0" destOrd="0" presId="urn:microsoft.com/office/officeart/2005/8/layout/orgChart1"/>
    <dgm:cxn modelId="{7F484C3D-94B4-40FE-83DB-19516B8A16CA}" type="presOf" srcId="{E8AB8A32-3154-45F0-8A1F-DCFCE6B408C9}" destId="{62429F5F-6008-4B8C-9DFB-905D860DD5FC}" srcOrd="1" destOrd="0" presId="urn:microsoft.com/office/officeart/2005/8/layout/orgChart1"/>
    <dgm:cxn modelId="{660ACA3F-CB2F-4524-B36F-A403810CAF6F}" srcId="{2AC2EF1C-5933-4389-8CBD-05A28EB063D8}" destId="{21BACEB0-DCE7-4D0D-A0E9-970A5ACE47BB}" srcOrd="0" destOrd="0" parTransId="{490494A5-D5C2-4F52-A240-85B5F7E8DC2F}" sibTransId="{1EB896A5-F772-468B-8FC3-1DBBC4262A3E}"/>
    <dgm:cxn modelId="{633E3B63-F436-46B6-9C2E-B764619165FE}" type="presOf" srcId="{21BACEB0-DCE7-4D0D-A0E9-970A5ACE47BB}" destId="{0180A944-CEE6-466E-B1C2-9F77A8F20C10}" srcOrd="0" destOrd="0" presId="urn:microsoft.com/office/officeart/2005/8/layout/orgChart1"/>
    <dgm:cxn modelId="{1714D163-C487-4793-8307-72D5363DA950}" srcId="{2AC2EF1C-5933-4389-8CBD-05A28EB063D8}" destId="{E8AB8A32-3154-45F0-8A1F-DCFCE6B408C9}" srcOrd="2" destOrd="0" parTransId="{220C8721-A597-4C64-944A-932DDE27B6A0}" sibTransId="{A66B8448-B9A3-4BA0-BE63-C605D17CDC52}"/>
    <dgm:cxn modelId="{9C7A6D64-5E81-4449-8475-91EB2E58C8E7}" type="presOf" srcId="{9BA0E0F1-9BDC-422E-B354-7482ACA7D9CD}" destId="{9BF3FEEF-2E89-46EB-B0F4-D2EEDE165663}" srcOrd="0" destOrd="0" presId="urn:microsoft.com/office/officeart/2005/8/layout/orgChart1"/>
    <dgm:cxn modelId="{7750D267-E7FE-442B-9BDE-9C3E4173F3E2}" type="presOf" srcId="{5283FF17-C9AD-4B86-BF90-2D5FF69626BA}" destId="{5AB464AF-3A91-45C0-AD2B-763D8495E925}" srcOrd="1" destOrd="0" presId="urn:microsoft.com/office/officeart/2005/8/layout/orgChart1"/>
    <dgm:cxn modelId="{41B56149-C6FA-4C17-9B17-1DFD5716DA9B}" srcId="{5283FF17-C9AD-4B86-BF90-2D5FF69626BA}" destId="{2AC2EF1C-5933-4389-8CBD-05A28EB063D8}" srcOrd="1" destOrd="0" parTransId="{7C1FAE37-AF42-4529-A677-F31197F9A942}" sibTransId="{B7183E95-C1EA-40C6-9A7B-AC2CA4EABC06}"/>
    <dgm:cxn modelId="{5F346A73-E3EA-4B39-80C2-9349CAE9F432}" type="presOf" srcId="{490494A5-D5C2-4F52-A240-85B5F7E8DC2F}" destId="{D2C80DDA-49AC-4081-90D2-0BC7C448D715}" srcOrd="0" destOrd="0" presId="urn:microsoft.com/office/officeart/2005/8/layout/orgChart1"/>
    <dgm:cxn modelId="{0A73BD73-7D42-494F-BC3F-8404C968F09D}" type="presOf" srcId="{2AC2EF1C-5933-4389-8CBD-05A28EB063D8}" destId="{08C3AABF-0FFD-486C-B42A-5A4B90707130}" srcOrd="0" destOrd="0" presId="urn:microsoft.com/office/officeart/2005/8/layout/orgChart1"/>
    <dgm:cxn modelId="{B7A8FD73-6951-4E0F-A703-ABF813985BD4}" type="presOf" srcId="{E8AB8A32-3154-45F0-8A1F-DCFCE6B408C9}" destId="{3486296A-54C2-40D8-90FA-A29DDFC8F11B}" srcOrd="0" destOrd="0" presId="urn:microsoft.com/office/officeart/2005/8/layout/orgChart1"/>
    <dgm:cxn modelId="{1D1DDD5A-60F1-48D4-A142-32F6F02EEE76}" srcId="{21BACEB0-DCE7-4D0D-A0E9-970A5ACE47BB}" destId="{DBD526D1-80FC-4196-B5CA-558135CDB6C1}" srcOrd="1" destOrd="0" parTransId="{F890C928-83FB-4E60-BFA2-D662AA9AD243}" sibTransId="{954955B7-9F62-4940-80F3-39D9F11060CC}"/>
    <dgm:cxn modelId="{A954887C-1DB8-4292-82C2-168E1D8EB5B0}" type="presOf" srcId="{55F909CA-E312-4A4B-8CD5-67678BDF61B8}" destId="{EDB63646-6BB7-4200-ACCD-5F84F513C093}" srcOrd="1" destOrd="0" presId="urn:microsoft.com/office/officeart/2005/8/layout/orgChart1"/>
    <dgm:cxn modelId="{034E217E-FF44-477D-85FE-5147FF1155B4}" type="presOf" srcId="{D63D8830-444E-4CC9-98D8-4B372ACCD22E}" destId="{67D7307E-42A0-4AE3-AFC3-E1C74CB170FD}" srcOrd="0" destOrd="0" presId="urn:microsoft.com/office/officeart/2005/8/layout/orgChart1"/>
    <dgm:cxn modelId="{4AD43E80-C3DE-4EC1-8FC6-BDF990BA83EB}" type="presOf" srcId="{21BACEB0-DCE7-4D0D-A0E9-970A5ACE47BB}" destId="{BD1EFB78-239B-40C2-B937-ABCA58A3945E}" srcOrd="1" destOrd="0" presId="urn:microsoft.com/office/officeart/2005/8/layout/orgChart1"/>
    <dgm:cxn modelId="{E8A41191-CC8C-4703-B086-A45EBB4C0FD1}" type="presOf" srcId="{D63D8830-444E-4CC9-98D8-4B372ACCD22E}" destId="{39F0683C-F90F-49FF-8AF3-63B0A8CC7B62}" srcOrd="1" destOrd="0" presId="urn:microsoft.com/office/officeart/2005/8/layout/orgChart1"/>
    <dgm:cxn modelId="{C23F1393-B604-4E68-8FCA-DFFC3C3D5EFF}" type="presOf" srcId="{05E040D2-629A-4852-9A24-5EDF5CBE18F0}" destId="{65FB22D6-32B5-475D-80BC-2DFC85B2E458}" srcOrd="0" destOrd="0" presId="urn:microsoft.com/office/officeart/2005/8/layout/orgChart1"/>
    <dgm:cxn modelId="{AB701F96-3CEE-49E1-BE26-52306A2ABF6C}" srcId="{5283FF17-C9AD-4B86-BF90-2D5FF69626BA}" destId="{8CD4BDC3-6B1A-4CB8-BAE5-3E54B6DE3A68}" srcOrd="0" destOrd="0" parTransId="{86EB4251-D768-474B-9B96-63E227EED90E}" sibTransId="{665D666B-C592-42A2-A65E-9A2B3834E44D}"/>
    <dgm:cxn modelId="{A72A4599-9AED-40CF-9E94-C370F933402C}" type="presOf" srcId="{DBD526D1-80FC-4196-B5CA-558135CDB6C1}" destId="{5AF0E691-F8FA-489B-BB8F-9DDCED84BEDB}" srcOrd="0" destOrd="0" presId="urn:microsoft.com/office/officeart/2005/8/layout/orgChart1"/>
    <dgm:cxn modelId="{7E0BD2AF-2846-4F61-A9A4-6C0F728C71A7}" srcId="{5283FF17-C9AD-4B86-BF90-2D5FF69626BA}" destId="{5B8677BB-6E49-47A3-861F-825FBD6AF86A}" srcOrd="2" destOrd="0" parTransId="{E96494A9-23D3-4A2E-A825-A77ABDEC8D53}" sibTransId="{F5C48A5A-9107-4A52-B964-CEE4930B54F0}"/>
    <dgm:cxn modelId="{FB9764B2-6326-4FD5-8E03-81923920726D}" type="presOf" srcId="{5283FF17-C9AD-4B86-BF90-2D5FF69626BA}" destId="{26366F91-E0E2-483F-A3B6-CFACD45D60B0}" srcOrd="0" destOrd="0" presId="urn:microsoft.com/office/officeart/2005/8/layout/orgChart1"/>
    <dgm:cxn modelId="{0825EEBC-A87E-48B6-AF50-F955F620B2B1}" type="presOf" srcId="{BAB73434-6BB8-425C-8928-938FF1F29517}" destId="{471955A7-1CEA-4095-B25F-A4502B703C35}" srcOrd="0" destOrd="0" presId="urn:microsoft.com/office/officeart/2005/8/layout/orgChart1"/>
    <dgm:cxn modelId="{FE90EDBD-9258-465A-8A79-087316888CB4}" type="presOf" srcId="{F368C281-4FC9-4131-BAAD-E977839A4249}" destId="{BA821E9C-E0B6-43EC-B04E-DD8D446B500D}" srcOrd="0" destOrd="0" presId="urn:microsoft.com/office/officeart/2005/8/layout/orgChart1"/>
    <dgm:cxn modelId="{84C5E6BE-40D4-49F3-9282-135DF70FABEC}" type="presOf" srcId="{8CD4BDC3-6B1A-4CB8-BAE5-3E54B6DE3A68}" destId="{DF65E636-C121-42BE-853B-A4E6D2AB6E9C}" srcOrd="0" destOrd="0" presId="urn:microsoft.com/office/officeart/2005/8/layout/orgChart1"/>
    <dgm:cxn modelId="{F2FF23C0-62A4-4164-AE4E-557FA3C1E2D9}" type="presOf" srcId="{20DB46DC-2C25-40DA-B4B9-2AE71F6ED4B1}" destId="{CF12B065-7920-4522-9453-BDF5B4FCDD44}" srcOrd="0" destOrd="0" presId="urn:microsoft.com/office/officeart/2005/8/layout/orgChart1"/>
    <dgm:cxn modelId="{82C7F3C7-A93A-4856-8393-1F4DA4E0B1DA}" type="presOf" srcId="{DBD526D1-80FC-4196-B5CA-558135CDB6C1}" destId="{7F151298-9925-47FC-98A5-312D95F2ADF0}" srcOrd="1" destOrd="0" presId="urn:microsoft.com/office/officeart/2005/8/layout/orgChart1"/>
    <dgm:cxn modelId="{1FF28AC8-84F8-4FE2-934A-ABD3687E6F8D}" srcId="{5283FF17-C9AD-4B86-BF90-2D5FF69626BA}" destId="{55F909CA-E312-4A4B-8CD5-67678BDF61B8}" srcOrd="4" destOrd="0" parTransId="{05E040D2-629A-4852-9A24-5EDF5CBE18F0}" sibTransId="{2E239CA9-C659-4F6C-B793-DE277E2A17F9}"/>
    <dgm:cxn modelId="{1C7CAAC9-4F06-40E6-8A90-1BDC60C82D40}" srcId="{5283FF17-C9AD-4B86-BF90-2D5FF69626BA}" destId="{F368C281-4FC9-4131-BAAD-E977839A4249}" srcOrd="3" destOrd="0" parTransId="{E0A051FC-55B9-47D5-986A-D7553C0DB159}" sibTransId="{5B7929DA-7EFA-41CC-9E76-2536177D6015}"/>
    <dgm:cxn modelId="{190B29CA-1C13-4BDB-B878-57CB96AF58EF}" type="presOf" srcId="{8CD4BDC3-6B1A-4CB8-BAE5-3E54B6DE3A68}" destId="{C0F1C6F6-5F1B-4045-98D1-17BA9F028AB0}" srcOrd="1" destOrd="0" presId="urn:microsoft.com/office/officeart/2005/8/layout/orgChart1"/>
    <dgm:cxn modelId="{20CC51D8-1D9A-40C5-824D-E4AAB4DF2761}" type="presOf" srcId="{7C1FAE37-AF42-4529-A677-F31197F9A942}" destId="{65304DAB-321C-40D0-A4E5-D8120A2C809D}" srcOrd="0" destOrd="0" presId="urn:microsoft.com/office/officeart/2005/8/layout/orgChart1"/>
    <dgm:cxn modelId="{2608DAD8-4221-4D23-AEE4-C58FCBB4796C}" type="presOf" srcId="{5B8677BB-6E49-47A3-861F-825FBD6AF86A}" destId="{3EEFA1FD-5C00-45F2-875C-F7E01FE3ED81}" srcOrd="0" destOrd="0" presId="urn:microsoft.com/office/officeart/2005/8/layout/orgChart1"/>
    <dgm:cxn modelId="{828744E2-148B-4658-88FD-A09557E3F2DA}" type="presOf" srcId="{F368C281-4FC9-4131-BAAD-E977839A4249}" destId="{B00CC8D8-7BE7-468D-B292-5EA7B98FFC87}" srcOrd="1" destOrd="0" presId="urn:microsoft.com/office/officeart/2005/8/layout/orgChart1"/>
    <dgm:cxn modelId="{804700EB-C05F-4EA4-963D-75446394239C}" type="presOf" srcId="{55F909CA-E312-4A4B-8CD5-67678BDF61B8}" destId="{B22CF01E-53DC-43F2-92A1-5C2B4461E8B1}" srcOrd="0" destOrd="0" presId="urn:microsoft.com/office/officeart/2005/8/layout/orgChart1"/>
    <dgm:cxn modelId="{2E339FED-BCFD-49E2-9592-70F3EB264C94}" srcId="{21BACEB0-DCE7-4D0D-A0E9-970A5ACE47BB}" destId="{9BA0E0F1-9BDC-422E-B354-7482ACA7D9CD}" srcOrd="0" destOrd="0" parTransId="{5C7C5DA2-C9D2-4ADD-A493-9D5C0A589CE5}" sibTransId="{1D8465CC-5D2F-4BC0-8D11-7AEC710A360C}"/>
    <dgm:cxn modelId="{61DE1DF3-518B-4D87-ABB0-B08F4F2DE2C8}" type="presOf" srcId="{2AC2EF1C-5933-4389-8CBD-05A28EB063D8}" destId="{7C351FCC-14D6-4A8C-B0B6-2D0EA6CEB7F5}" srcOrd="1" destOrd="0" presId="urn:microsoft.com/office/officeart/2005/8/layout/orgChart1"/>
    <dgm:cxn modelId="{2EB29A5C-9D21-4009-9C16-CF9F521BE270}" type="presParOf" srcId="{471955A7-1CEA-4095-B25F-A4502B703C35}" destId="{FA878154-AF42-48AC-81E6-40C82F226AE0}" srcOrd="0" destOrd="0" presId="urn:microsoft.com/office/officeart/2005/8/layout/orgChart1"/>
    <dgm:cxn modelId="{F0B158B8-221B-4D0B-816A-3E64BE76B17A}" type="presParOf" srcId="{FA878154-AF42-48AC-81E6-40C82F226AE0}" destId="{B1D4F5E9-B53C-488B-9DD0-AA2513315A13}" srcOrd="0" destOrd="0" presId="urn:microsoft.com/office/officeart/2005/8/layout/orgChart1"/>
    <dgm:cxn modelId="{9D419FF0-FF93-452E-9A4F-31E6640E7B97}" type="presParOf" srcId="{B1D4F5E9-B53C-488B-9DD0-AA2513315A13}" destId="{26366F91-E0E2-483F-A3B6-CFACD45D60B0}" srcOrd="0" destOrd="0" presId="urn:microsoft.com/office/officeart/2005/8/layout/orgChart1"/>
    <dgm:cxn modelId="{393BC096-D646-4D98-B46E-7DDA4D0603FA}" type="presParOf" srcId="{B1D4F5E9-B53C-488B-9DD0-AA2513315A13}" destId="{5AB464AF-3A91-45C0-AD2B-763D8495E925}" srcOrd="1" destOrd="0" presId="urn:microsoft.com/office/officeart/2005/8/layout/orgChart1"/>
    <dgm:cxn modelId="{B778E737-768E-418F-89DA-53136BC4F3C3}" type="presParOf" srcId="{FA878154-AF42-48AC-81E6-40C82F226AE0}" destId="{7CF1B9C1-97B7-4F9A-A7DA-8D33106FA550}" srcOrd="1" destOrd="0" presId="urn:microsoft.com/office/officeart/2005/8/layout/orgChart1"/>
    <dgm:cxn modelId="{AED7D832-017B-418D-983F-B000FABD140F}" type="presParOf" srcId="{7CF1B9C1-97B7-4F9A-A7DA-8D33106FA550}" destId="{65304DAB-321C-40D0-A4E5-D8120A2C809D}" srcOrd="0" destOrd="0" presId="urn:microsoft.com/office/officeart/2005/8/layout/orgChart1"/>
    <dgm:cxn modelId="{FEB2B06D-DED0-4939-AB74-D7B7AE6A0F4D}" type="presParOf" srcId="{7CF1B9C1-97B7-4F9A-A7DA-8D33106FA550}" destId="{A9418F07-B460-4A8C-A0A8-22ACECC0C3A5}" srcOrd="1" destOrd="0" presId="urn:microsoft.com/office/officeart/2005/8/layout/orgChart1"/>
    <dgm:cxn modelId="{208FC80C-7E0E-41DD-925F-EBF8107730E9}" type="presParOf" srcId="{A9418F07-B460-4A8C-A0A8-22ACECC0C3A5}" destId="{9B684741-81E9-4D7F-A9DD-901793A7BDB2}" srcOrd="0" destOrd="0" presId="urn:microsoft.com/office/officeart/2005/8/layout/orgChart1"/>
    <dgm:cxn modelId="{6CBBD105-028C-4122-BAE0-5481EC12E8C4}" type="presParOf" srcId="{9B684741-81E9-4D7F-A9DD-901793A7BDB2}" destId="{08C3AABF-0FFD-486C-B42A-5A4B90707130}" srcOrd="0" destOrd="0" presId="urn:microsoft.com/office/officeart/2005/8/layout/orgChart1"/>
    <dgm:cxn modelId="{4AB177BB-167B-483E-B85B-7380A426695B}" type="presParOf" srcId="{9B684741-81E9-4D7F-A9DD-901793A7BDB2}" destId="{7C351FCC-14D6-4A8C-B0B6-2D0EA6CEB7F5}" srcOrd="1" destOrd="0" presId="urn:microsoft.com/office/officeart/2005/8/layout/orgChart1"/>
    <dgm:cxn modelId="{90B4AFC3-2E7D-4B99-85D7-CCF0AC3549E9}" type="presParOf" srcId="{A9418F07-B460-4A8C-A0A8-22ACECC0C3A5}" destId="{5372FC36-BCB9-44C4-A41D-B7366657DFBA}" srcOrd="1" destOrd="0" presId="urn:microsoft.com/office/officeart/2005/8/layout/orgChart1"/>
    <dgm:cxn modelId="{450AFDEC-857C-42AA-974E-4E91B3578CF0}" type="presParOf" srcId="{5372FC36-BCB9-44C4-A41D-B7366657DFBA}" destId="{D2C80DDA-49AC-4081-90D2-0BC7C448D715}" srcOrd="0" destOrd="0" presId="urn:microsoft.com/office/officeart/2005/8/layout/orgChart1"/>
    <dgm:cxn modelId="{9F236F95-1647-4AD4-A5B9-F6E9DF030D8D}" type="presParOf" srcId="{5372FC36-BCB9-44C4-A41D-B7366657DFBA}" destId="{74A21605-C4E1-42D2-8E46-D59AD4DDDABC}" srcOrd="1" destOrd="0" presId="urn:microsoft.com/office/officeart/2005/8/layout/orgChart1"/>
    <dgm:cxn modelId="{61FF0408-B237-4E27-B01E-F07DC811D95A}" type="presParOf" srcId="{74A21605-C4E1-42D2-8E46-D59AD4DDDABC}" destId="{9833F8CC-4E96-4F31-A5E5-C13BE0F19020}" srcOrd="0" destOrd="0" presId="urn:microsoft.com/office/officeart/2005/8/layout/orgChart1"/>
    <dgm:cxn modelId="{25E31436-8D66-4175-80DE-06DE27C41F66}" type="presParOf" srcId="{9833F8CC-4E96-4F31-A5E5-C13BE0F19020}" destId="{0180A944-CEE6-466E-B1C2-9F77A8F20C10}" srcOrd="0" destOrd="0" presId="urn:microsoft.com/office/officeart/2005/8/layout/orgChart1"/>
    <dgm:cxn modelId="{11FDACD6-300F-49AC-892C-B73339D4B37B}" type="presParOf" srcId="{9833F8CC-4E96-4F31-A5E5-C13BE0F19020}" destId="{BD1EFB78-239B-40C2-B937-ABCA58A3945E}" srcOrd="1" destOrd="0" presId="urn:microsoft.com/office/officeart/2005/8/layout/orgChart1"/>
    <dgm:cxn modelId="{BCEBA946-DAE7-490E-AAED-56F7BF4B2740}" type="presParOf" srcId="{74A21605-C4E1-42D2-8E46-D59AD4DDDABC}" destId="{9D4AE832-BEBE-4ADD-B3F2-6E5B4E4481D5}" srcOrd="1" destOrd="0" presId="urn:microsoft.com/office/officeart/2005/8/layout/orgChart1"/>
    <dgm:cxn modelId="{4B6CD7D1-13F7-4AFC-AB5D-490EFFAEE740}" type="presParOf" srcId="{9D4AE832-BEBE-4ADD-B3F2-6E5B4E4481D5}" destId="{027E97ED-68A4-4996-9057-94C2B00865A6}" srcOrd="0" destOrd="0" presId="urn:microsoft.com/office/officeart/2005/8/layout/orgChart1"/>
    <dgm:cxn modelId="{693EEC64-A1A4-4735-9A9A-FD524A1ACF8A}" type="presParOf" srcId="{9D4AE832-BEBE-4ADD-B3F2-6E5B4E4481D5}" destId="{1B26A612-D1B1-42A6-915F-0B03FEC6652C}" srcOrd="1" destOrd="0" presId="urn:microsoft.com/office/officeart/2005/8/layout/orgChart1"/>
    <dgm:cxn modelId="{C44211BD-42E5-49AD-BDE2-470AF41C950C}" type="presParOf" srcId="{1B26A612-D1B1-42A6-915F-0B03FEC6652C}" destId="{51971E03-22FD-49D0-ABCB-B808DB8C7764}" srcOrd="0" destOrd="0" presId="urn:microsoft.com/office/officeart/2005/8/layout/orgChart1"/>
    <dgm:cxn modelId="{C8573BC8-20BC-4EFE-8DEB-76EFC763029A}" type="presParOf" srcId="{51971E03-22FD-49D0-ABCB-B808DB8C7764}" destId="{9BF3FEEF-2E89-46EB-B0F4-D2EEDE165663}" srcOrd="0" destOrd="0" presId="urn:microsoft.com/office/officeart/2005/8/layout/orgChart1"/>
    <dgm:cxn modelId="{4FEAA5B5-DF9E-463F-BA6E-C55914342349}" type="presParOf" srcId="{51971E03-22FD-49D0-ABCB-B808DB8C7764}" destId="{AE4FF150-61A0-4C31-9EE9-73316E59CCBF}" srcOrd="1" destOrd="0" presId="urn:microsoft.com/office/officeart/2005/8/layout/orgChart1"/>
    <dgm:cxn modelId="{F7322D80-0DF9-4C1B-BCFF-A92C97BEE6B2}" type="presParOf" srcId="{1B26A612-D1B1-42A6-915F-0B03FEC6652C}" destId="{54B8D78B-4A59-4FD5-8039-4D611AEA20D1}" srcOrd="1" destOrd="0" presId="urn:microsoft.com/office/officeart/2005/8/layout/orgChart1"/>
    <dgm:cxn modelId="{0B44FCB6-CDE8-44FE-9052-3CC7FA15AE48}" type="presParOf" srcId="{1B26A612-D1B1-42A6-915F-0B03FEC6652C}" destId="{CEC31C1C-DEC6-45B7-950A-06A84C210187}" srcOrd="2" destOrd="0" presId="urn:microsoft.com/office/officeart/2005/8/layout/orgChart1"/>
    <dgm:cxn modelId="{69F814F5-9376-40BD-9CE1-A327218E317B}" type="presParOf" srcId="{9D4AE832-BEBE-4ADD-B3F2-6E5B4E4481D5}" destId="{4ABCE9F7-D709-4A4B-91C9-500B8DC39A1B}" srcOrd="2" destOrd="0" presId="urn:microsoft.com/office/officeart/2005/8/layout/orgChart1"/>
    <dgm:cxn modelId="{A0E61232-F26D-466B-8D94-CBE73199E1FC}" type="presParOf" srcId="{9D4AE832-BEBE-4ADD-B3F2-6E5B4E4481D5}" destId="{31097273-6BF6-4662-AD26-BDE0FC6E48EA}" srcOrd="3" destOrd="0" presId="urn:microsoft.com/office/officeart/2005/8/layout/orgChart1"/>
    <dgm:cxn modelId="{B7A3BA3E-6402-4726-9DCB-B850432F32D2}" type="presParOf" srcId="{31097273-6BF6-4662-AD26-BDE0FC6E48EA}" destId="{5493B86C-9510-43D7-A040-D4B0056225E3}" srcOrd="0" destOrd="0" presId="urn:microsoft.com/office/officeart/2005/8/layout/orgChart1"/>
    <dgm:cxn modelId="{E2CE5AF8-FEC1-4C1A-9E76-56C599366DAB}" type="presParOf" srcId="{5493B86C-9510-43D7-A040-D4B0056225E3}" destId="{5AF0E691-F8FA-489B-BB8F-9DDCED84BEDB}" srcOrd="0" destOrd="0" presId="urn:microsoft.com/office/officeart/2005/8/layout/orgChart1"/>
    <dgm:cxn modelId="{14326F52-F4C9-49F2-928A-85BB1B4DB3DD}" type="presParOf" srcId="{5493B86C-9510-43D7-A040-D4B0056225E3}" destId="{7F151298-9925-47FC-98A5-312D95F2ADF0}" srcOrd="1" destOrd="0" presId="urn:microsoft.com/office/officeart/2005/8/layout/orgChart1"/>
    <dgm:cxn modelId="{A7CB4DAB-1A8C-4B0D-BCDB-2FB26C604231}" type="presParOf" srcId="{31097273-6BF6-4662-AD26-BDE0FC6E48EA}" destId="{20AD1629-4F50-4923-B377-2E2E20A0ED5C}" srcOrd="1" destOrd="0" presId="urn:microsoft.com/office/officeart/2005/8/layout/orgChart1"/>
    <dgm:cxn modelId="{8F0AE465-FD4F-46E1-8C95-EF9955ECA6FC}" type="presParOf" srcId="{31097273-6BF6-4662-AD26-BDE0FC6E48EA}" destId="{8E3AFAFB-97B3-4CDF-A620-6F7F82E94F0A}" srcOrd="2" destOrd="0" presId="urn:microsoft.com/office/officeart/2005/8/layout/orgChart1"/>
    <dgm:cxn modelId="{42FA0098-A407-475A-B8C3-63AF28F5C150}" type="presParOf" srcId="{74A21605-C4E1-42D2-8E46-D59AD4DDDABC}" destId="{D8823362-3A8A-4C39-A298-5F1037812ED0}" srcOrd="2" destOrd="0" presId="urn:microsoft.com/office/officeart/2005/8/layout/orgChart1"/>
    <dgm:cxn modelId="{6F31CC40-D3DB-4177-BD40-C591C78B2716}" type="presParOf" srcId="{5372FC36-BCB9-44C4-A41D-B7366657DFBA}" destId="{CF12B065-7920-4522-9453-BDF5B4FCDD44}" srcOrd="2" destOrd="0" presId="urn:microsoft.com/office/officeart/2005/8/layout/orgChart1"/>
    <dgm:cxn modelId="{3463586B-59EB-48A9-BFFD-7F37B6CE94C5}" type="presParOf" srcId="{5372FC36-BCB9-44C4-A41D-B7366657DFBA}" destId="{90749430-7B40-450E-BC45-ED093289C4A6}" srcOrd="3" destOrd="0" presId="urn:microsoft.com/office/officeart/2005/8/layout/orgChart1"/>
    <dgm:cxn modelId="{C728B58E-CEA8-49EF-B30E-22FC8D0569DB}" type="presParOf" srcId="{90749430-7B40-450E-BC45-ED093289C4A6}" destId="{5678B8B2-3DFD-463F-B7D7-9FEBFA4F6854}" srcOrd="0" destOrd="0" presId="urn:microsoft.com/office/officeart/2005/8/layout/orgChart1"/>
    <dgm:cxn modelId="{5F32DE2F-C322-4955-B182-A099B6360FE5}" type="presParOf" srcId="{5678B8B2-3DFD-463F-B7D7-9FEBFA4F6854}" destId="{67D7307E-42A0-4AE3-AFC3-E1C74CB170FD}" srcOrd="0" destOrd="0" presId="urn:microsoft.com/office/officeart/2005/8/layout/orgChart1"/>
    <dgm:cxn modelId="{68A3C2CA-F2B9-4A63-92AB-27F1ADEDEFFD}" type="presParOf" srcId="{5678B8B2-3DFD-463F-B7D7-9FEBFA4F6854}" destId="{39F0683C-F90F-49FF-8AF3-63B0A8CC7B62}" srcOrd="1" destOrd="0" presId="urn:microsoft.com/office/officeart/2005/8/layout/orgChart1"/>
    <dgm:cxn modelId="{D38031B2-AE22-4D7E-A537-1896C17ECE5C}" type="presParOf" srcId="{90749430-7B40-450E-BC45-ED093289C4A6}" destId="{D34AB310-0F3D-40B6-B8B9-ED4D26157666}" srcOrd="1" destOrd="0" presId="urn:microsoft.com/office/officeart/2005/8/layout/orgChart1"/>
    <dgm:cxn modelId="{ACFB538A-2F1D-4FA8-808E-1E5F3FC6BF62}" type="presParOf" srcId="{90749430-7B40-450E-BC45-ED093289C4A6}" destId="{86D622D0-E064-4940-B71E-F00F334D7EF8}" srcOrd="2" destOrd="0" presId="urn:microsoft.com/office/officeart/2005/8/layout/orgChart1"/>
    <dgm:cxn modelId="{A0CE7206-039F-4466-A999-2BDF5B896665}" type="presParOf" srcId="{5372FC36-BCB9-44C4-A41D-B7366657DFBA}" destId="{E406EE17-50D7-4BF8-960E-D95E7442872B}" srcOrd="4" destOrd="0" presId="urn:microsoft.com/office/officeart/2005/8/layout/orgChart1"/>
    <dgm:cxn modelId="{69C97494-7A8D-4DCD-BCE8-C1D8669D83E6}" type="presParOf" srcId="{5372FC36-BCB9-44C4-A41D-B7366657DFBA}" destId="{762176D1-3FE4-41F0-886A-E79A00BD69D9}" srcOrd="5" destOrd="0" presId="urn:microsoft.com/office/officeart/2005/8/layout/orgChart1"/>
    <dgm:cxn modelId="{F535DD90-3EA7-4562-A1BB-0FAFA7A97191}" type="presParOf" srcId="{762176D1-3FE4-41F0-886A-E79A00BD69D9}" destId="{88EFD0F4-D1D8-43E1-B3BC-1FCD9DBBA484}" srcOrd="0" destOrd="0" presId="urn:microsoft.com/office/officeart/2005/8/layout/orgChart1"/>
    <dgm:cxn modelId="{1D3D6908-88D2-4687-BF46-F4D3E12699BC}" type="presParOf" srcId="{88EFD0F4-D1D8-43E1-B3BC-1FCD9DBBA484}" destId="{3486296A-54C2-40D8-90FA-A29DDFC8F11B}" srcOrd="0" destOrd="0" presId="urn:microsoft.com/office/officeart/2005/8/layout/orgChart1"/>
    <dgm:cxn modelId="{6B22C752-2F21-4951-A65B-6344BC1827D3}" type="presParOf" srcId="{88EFD0F4-D1D8-43E1-B3BC-1FCD9DBBA484}" destId="{62429F5F-6008-4B8C-9DFB-905D860DD5FC}" srcOrd="1" destOrd="0" presId="urn:microsoft.com/office/officeart/2005/8/layout/orgChart1"/>
    <dgm:cxn modelId="{1518B7ED-ACAB-4146-891D-657CB0DF662B}" type="presParOf" srcId="{762176D1-3FE4-41F0-886A-E79A00BD69D9}" destId="{6C226952-5643-4483-BC58-BFD4AAC6A5B6}" srcOrd="1" destOrd="0" presId="urn:microsoft.com/office/officeart/2005/8/layout/orgChart1"/>
    <dgm:cxn modelId="{644B18E5-A65C-46BD-986E-8724B183D943}" type="presParOf" srcId="{762176D1-3FE4-41F0-886A-E79A00BD69D9}" destId="{7C46A972-0D26-4987-A4CA-49A6B77E2C55}" srcOrd="2" destOrd="0" presId="urn:microsoft.com/office/officeart/2005/8/layout/orgChart1"/>
    <dgm:cxn modelId="{6CB31ACE-C137-48A8-BC8D-F9728DA1AA65}" type="presParOf" srcId="{A9418F07-B460-4A8C-A0A8-22ACECC0C3A5}" destId="{C9E8A5E4-BB63-4FEA-B254-607A670F5CED}" srcOrd="2" destOrd="0" presId="urn:microsoft.com/office/officeart/2005/8/layout/orgChart1"/>
    <dgm:cxn modelId="{59D75994-12FF-4803-AA5E-BFA44F7B4283}" type="presParOf" srcId="{7CF1B9C1-97B7-4F9A-A7DA-8D33106FA550}" destId="{B823EB75-92BE-4A6D-AF4E-94EB82F12E2E}" srcOrd="2" destOrd="0" presId="urn:microsoft.com/office/officeart/2005/8/layout/orgChart1"/>
    <dgm:cxn modelId="{6773D627-4C83-4E3D-915D-608DCF4F824D}" type="presParOf" srcId="{7CF1B9C1-97B7-4F9A-A7DA-8D33106FA550}" destId="{34FB446C-08F8-4C4A-BE69-E3AB6C234C1D}" srcOrd="3" destOrd="0" presId="urn:microsoft.com/office/officeart/2005/8/layout/orgChart1"/>
    <dgm:cxn modelId="{65B97802-C126-4DEA-8FAA-6B81C6D7243F}" type="presParOf" srcId="{34FB446C-08F8-4C4A-BE69-E3AB6C234C1D}" destId="{3FC954FA-081F-4F32-8068-1622DF326C20}" srcOrd="0" destOrd="0" presId="urn:microsoft.com/office/officeart/2005/8/layout/orgChart1"/>
    <dgm:cxn modelId="{1F66DE56-9517-4F99-B742-4CEA463A3D54}" type="presParOf" srcId="{3FC954FA-081F-4F32-8068-1622DF326C20}" destId="{3EEFA1FD-5C00-45F2-875C-F7E01FE3ED81}" srcOrd="0" destOrd="0" presId="urn:microsoft.com/office/officeart/2005/8/layout/orgChart1"/>
    <dgm:cxn modelId="{3A72E857-970A-47F0-91AC-B492A4E60F1D}" type="presParOf" srcId="{3FC954FA-081F-4F32-8068-1622DF326C20}" destId="{4E2FEB50-AC2A-4FD5-B5DF-06AD13163A29}" srcOrd="1" destOrd="0" presId="urn:microsoft.com/office/officeart/2005/8/layout/orgChart1"/>
    <dgm:cxn modelId="{1C77CDED-5CA9-4E2D-954C-054CAB052D6E}" type="presParOf" srcId="{34FB446C-08F8-4C4A-BE69-E3AB6C234C1D}" destId="{7D5A8DE8-9EFF-41FB-AE3F-4C8C367F9F77}" srcOrd="1" destOrd="0" presId="urn:microsoft.com/office/officeart/2005/8/layout/orgChart1"/>
    <dgm:cxn modelId="{AF9CAB94-DBDC-4345-A351-CA1992FB6E92}" type="presParOf" srcId="{34FB446C-08F8-4C4A-BE69-E3AB6C234C1D}" destId="{9ACF9DE2-A93B-417E-8A12-24ECE2EF2847}" srcOrd="2" destOrd="0" presId="urn:microsoft.com/office/officeart/2005/8/layout/orgChart1"/>
    <dgm:cxn modelId="{92013647-2F13-46E3-8954-9E6B5D6F9E73}" type="presParOf" srcId="{7CF1B9C1-97B7-4F9A-A7DA-8D33106FA550}" destId="{78453CD0-51B7-4D13-9265-E8F23D430563}" srcOrd="4" destOrd="0" presId="urn:microsoft.com/office/officeart/2005/8/layout/orgChart1"/>
    <dgm:cxn modelId="{E973A3B4-E0B1-416E-8D83-D9B018D20ED1}" type="presParOf" srcId="{7CF1B9C1-97B7-4F9A-A7DA-8D33106FA550}" destId="{5BB5546C-CE64-49A4-BD1D-CA5F123D48F5}" srcOrd="5" destOrd="0" presId="urn:microsoft.com/office/officeart/2005/8/layout/orgChart1"/>
    <dgm:cxn modelId="{C27D92C9-AE32-495B-8A69-B2FC189F8447}" type="presParOf" srcId="{5BB5546C-CE64-49A4-BD1D-CA5F123D48F5}" destId="{66294A2A-2070-43E1-A00B-75E11E569E76}" srcOrd="0" destOrd="0" presId="urn:microsoft.com/office/officeart/2005/8/layout/orgChart1"/>
    <dgm:cxn modelId="{FAF63A60-C657-4A3D-8DDB-CA7B425FEE9B}" type="presParOf" srcId="{66294A2A-2070-43E1-A00B-75E11E569E76}" destId="{BA821E9C-E0B6-43EC-B04E-DD8D446B500D}" srcOrd="0" destOrd="0" presId="urn:microsoft.com/office/officeart/2005/8/layout/orgChart1"/>
    <dgm:cxn modelId="{D56E2A9D-F990-4132-9861-C1890DA91E79}" type="presParOf" srcId="{66294A2A-2070-43E1-A00B-75E11E569E76}" destId="{B00CC8D8-7BE7-468D-B292-5EA7B98FFC87}" srcOrd="1" destOrd="0" presId="urn:microsoft.com/office/officeart/2005/8/layout/orgChart1"/>
    <dgm:cxn modelId="{F3DD1F9E-D842-4723-A540-AF0DC68B189A}" type="presParOf" srcId="{5BB5546C-CE64-49A4-BD1D-CA5F123D48F5}" destId="{D4E98FA1-AE4F-443B-BC5D-EEDF4B7C3C59}" srcOrd="1" destOrd="0" presId="urn:microsoft.com/office/officeart/2005/8/layout/orgChart1"/>
    <dgm:cxn modelId="{D7B07C2A-656F-4CCF-AC3D-31C4F4F812F2}" type="presParOf" srcId="{5BB5546C-CE64-49A4-BD1D-CA5F123D48F5}" destId="{CB7E6BD3-C348-4E60-B6CC-03CE6FBBD3A9}" srcOrd="2" destOrd="0" presId="urn:microsoft.com/office/officeart/2005/8/layout/orgChart1"/>
    <dgm:cxn modelId="{D58D8C41-6DF9-4C1F-8D79-E4A476488354}" type="presParOf" srcId="{FA878154-AF42-48AC-81E6-40C82F226AE0}" destId="{183CFCA2-3D6A-4EC8-955B-2C8DE0A36AD1}" srcOrd="2" destOrd="0" presId="urn:microsoft.com/office/officeart/2005/8/layout/orgChart1"/>
    <dgm:cxn modelId="{1121B5D5-1F0E-437E-AAF9-4BF664E05ED1}" type="presParOf" srcId="{183CFCA2-3D6A-4EC8-955B-2C8DE0A36AD1}" destId="{D089AB89-8695-4472-AF3A-120C0C64E6F8}" srcOrd="0" destOrd="0" presId="urn:microsoft.com/office/officeart/2005/8/layout/orgChart1"/>
    <dgm:cxn modelId="{E1E095BE-69BF-4802-9679-041CC4DCC5B2}" type="presParOf" srcId="{183CFCA2-3D6A-4EC8-955B-2C8DE0A36AD1}" destId="{495ED07C-3B3D-429F-9BD8-FD2FACC58EFA}" srcOrd="1" destOrd="0" presId="urn:microsoft.com/office/officeart/2005/8/layout/orgChart1"/>
    <dgm:cxn modelId="{11382F3C-4555-431C-9B7B-F05B327BAD87}" type="presParOf" srcId="{495ED07C-3B3D-429F-9BD8-FD2FACC58EFA}" destId="{305DEC1F-B4CE-4231-BA40-C6D422DD6D4B}" srcOrd="0" destOrd="0" presId="urn:microsoft.com/office/officeart/2005/8/layout/orgChart1"/>
    <dgm:cxn modelId="{D29BE51B-BB30-46FD-A9BA-B3582562F7BB}" type="presParOf" srcId="{305DEC1F-B4CE-4231-BA40-C6D422DD6D4B}" destId="{DF65E636-C121-42BE-853B-A4E6D2AB6E9C}" srcOrd="0" destOrd="0" presId="urn:microsoft.com/office/officeart/2005/8/layout/orgChart1"/>
    <dgm:cxn modelId="{43A90659-BEEB-4E77-BCB2-BFC856E4BCA8}" type="presParOf" srcId="{305DEC1F-B4CE-4231-BA40-C6D422DD6D4B}" destId="{C0F1C6F6-5F1B-4045-98D1-17BA9F028AB0}" srcOrd="1" destOrd="0" presId="urn:microsoft.com/office/officeart/2005/8/layout/orgChart1"/>
    <dgm:cxn modelId="{47A8649F-039D-456E-8DB5-269127CF008B}" type="presParOf" srcId="{495ED07C-3B3D-429F-9BD8-FD2FACC58EFA}" destId="{78EAE2B0-9CC7-421B-BA0D-2FB22DBF925F}" srcOrd="1" destOrd="0" presId="urn:microsoft.com/office/officeart/2005/8/layout/orgChart1"/>
    <dgm:cxn modelId="{A3309D57-6B53-4FEE-AA52-298A2590FF2A}" type="presParOf" srcId="{495ED07C-3B3D-429F-9BD8-FD2FACC58EFA}" destId="{1757840A-1CF4-4864-A8EC-AE4C42BC78A5}" srcOrd="2" destOrd="0" presId="urn:microsoft.com/office/officeart/2005/8/layout/orgChart1"/>
    <dgm:cxn modelId="{2F6004C7-07D6-41B1-BA4E-C7F66DDF3891}" type="presParOf" srcId="{183CFCA2-3D6A-4EC8-955B-2C8DE0A36AD1}" destId="{65FB22D6-32B5-475D-80BC-2DFC85B2E458}" srcOrd="2" destOrd="0" presId="urn:microsoft.com/office/officeart/2005/8/layout/orgChart1"/>
    <dgm:cxn modelId="{62098592-3C59-4786-B029-AB4F4E5E8F36}" type="presParOf" srcId="{183CFCA2-3D6A-4EC8-955B-2C8DE0A36AD1}" destId="{962295E1-AF2B-4CD1-9E44-166462B79263}" srcOrd="3" destOrd="0" presId="urn:microsoft.com/office/officeart/2005/8/layout/orgChart1"/>
    <dgm:cxn modelId="{C140AE96-83AE-4E52-849F-A76D20E6C488}" type="presParOf" srcId="{962295E1-AF2B-4CD1-9E44-166462B79263}" destId="{1B78614F-FE8F-4D92-B4DA-B5A389905C0D}" srcOrd="0" destOrd="0" presId="urn:microsoft.com/office/officeart/2005/8/layout/orgChart1"/>
    <dgm:cxn modelId="{E9295C91-014D-4630-AF77-E078DC129A6C}" type="presParOf" srcId="{1B78614F-FE8F-4D92-B4DA-B5A389905C0D}" destId="{B22CF01E-53DC-43F2-92A1-5C2B4461E8B1}" srcOrd="0" destOrd="0" presId="urn:microsoft.com/office/officeart/2005/8/layout/orgChart1"/>
    <dgm:cxn modelId="{C4D4AF19-5FBC-467B-B7F3-EA82B402B27D}" type="presParOf" srcId="{1B78614F-FE8F-4D92-B4DA-B5A389905C0D}" destId="{EDB63646-6BB7-4200-ACCD-5F84F513C093}" srcOrd="1" destOrd="0" presId="urn:microsoft.com/office/officeart/2005/8/layout/orgChart1"/>
    <dgm:cxn modelId="{2082B0E8-D03E-4769-87C5-DC7B60258528}" type="presParOf" srcId="{962295E1-AF2B-4CD1-9E44-166462B79263}" destId="{91289714-B8F1-4A05-9C9E-99446E4BC772}" srcOrd="1" destOrd="0" presId="urn:microsoft.com/office/officeart/2005/8/layout/orgChart1"/>
    <dgm:cxn modelId="{52C8C60D-795D-4A27-8110-4D86BB2F2F85}" type="presParOf" srcId="{962295E1-AF2B-4CD1-9E44-166462B79263}" destId="{F906CE9A-4C9A-4530-B427-CBB0FD62694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222AA4-A676-4EA5-B6F4-42897C7534E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40D995-CFF8-495C-A784-BD2BFD7ECE40}">
      <dgm:prSet phldrT="[Text]"/>
      <dgm:spPr/>
      <dgm:t>
        <a:bodyPr/>
        <a:lstStyle/>
        <a:p>
          <a:r>
            <a:rPr lang="en-US"/>
            <a:t>Manager</a:t>
          </a:r>
        </a:p>
      </dgm:t>
    </dgm:pt>
    <dgm:pt modelId="{823DD41C-0AC0-4432-A4D4-D55707A3DDF8}" type="parTrans" cxnId="{53D64105-48A0-44DB-8619-8FE006843F53}">
      <dgm:prSet/>
      <dgm:spPr/>
      <dgm:t>
        <a:bodyPr/>
        <a:lstStyle/>
        <a:p>
          <a:endParaRPr lang="en-US"/>
        </a:p>
      </dgm:t>
    </dgm:pt>
    <dgm:pt modelId="{D4CD1D74-E2FF-4C06-9E21-8CFB63C46ACC}" type="sibTrans" cxnId="{53D64105-48A0-44DB-8619-8FE006843F53}">
      <dgm:prSet/>
      <dgm:spPr/>
      <dgm:t>
        <a:bodyPr/>
        <a:lstStyle/>
        <a:p>
          <a:endParaRPr lang="en-US"/>
        </a:p>
      </dgm:t>
    </dgm:pt>
    <dgm:pt modelId="{DA12BC20-F6F0-4198-8FFC-B94BEAB456E6}" type="asst">
      <dgm:prSet phldrT="[Text]" phldr="1"/>
      <dgm:spPr/>
      <dgm:t>
        <a:bodyPr/>
        <a:lstStyle/>
        <a:p>
          <a:endParaRPr lang="en-US"/>
        </a:p>
      </dgm:t>
    </dgm:pt>
    <dgm:pt modelId="{51621CC7-C308-4208-9D99-309DFE53C454}" type="parTrans" cxnId="{83808D6F-CD9F-4D25-A223-3DA805E1CCB4}">
      <dgm:prSet/>
      <dgm:spPr/>
      <dgm:t>
        <a:bodyPr/>
        <a:lstStyle/>
        <a:p>
          <a:endParaRPr lang="en-US"/>
        </a:p>
      </dgm:t>
    </dgm:pt>
    <dgm:pt modelId="{C09A4EA6-A1FB-4E41-868B-B1F39C32384A}" type="sibTrans" cxnId="{83808D6F-CD9F-4D25-A223-3DA805E1CCB4}">
      <dgm:prSet/>
      <dgm:spPr/>
      <dgm:t>
        <a:bodyPr/>
        <a:lstStyle/>
        <a:p>
          <a:endParaRPr lang="en-US"/>
        </a:p>
      </dgm:t>
    </dgm:pt>
    <dgm:pt modelId="{81FF4305-CBBD-4106-A0DC-651DC1684988}">
      <dgm:prSet phldrT="[Text]" phldr="1"/>
      <dgm:spPr/>
      <dgm:t>
        <a:bodyPr/>
        <a:lstStyle/>
        <a:p>
          <a:endParaRPr lang="en-US"/>
        </a:p>
      </dgm:t>
    </dgm:pt>
    <dgm:pt modelId="{9CD76BF0-5FBD-44BA-B752-06C290E60333}" type="parTrans" cxnId="{01A27A9C-4A56-4D7F-ADE4-4030FF98C791}">
      <dgm:prSet/>
      <dgm:spPr/>
      <dgm:t>
        <a:bodyPr/>
        <a:lstStyle/>
        <a:p>
          <a:endParaRPr lang="en-US"/>
        </a:p>
      </dgm:t>
    </dgm:pt>
    <dgm:pt modelId="{72FFC9F4-B10D-480A-9041-C4E867B8C604}" type="sibTrans" cxnId="{01A27A9C-4A56-4D7F-ADE4-4030FF98C791}">
      <dgm:prSet/>
      <dgm:spPr/>
      <dgm:t>
        <a:bodyPr/>
        <a:lstStyle/>
        <a:p>
          <a:endParaRPr lang="en-US"/>
        </a:p>
      </dgm:t>
    </dgm:pt>
    <dgm:pt modelId="{BFC38085-3E00-4B48-BF1D-E5E5E65E5787}">
      <dgm:prSet phldrT="[Text]" phldr="1"/>
      <dgm:spPr/>
      <dgm:t>
        <a:bodyPr/>
        <a:lstStyle/>
        <a:p>
          <a:endParaRPr lang="en-US"/>
        </a:p>
      </dgm:t>
    </dgm:pt>
    <dgm:pt modelId="{69E21C57-EBDF-4D2A-84A2-28A6820329C4}" type="parTrans" cxnId="{E784174C-0F48-4522-BEE3-664E6E5A8C69}">
      <dgm:prSet/>
      <dgm:spPr/>
      <dgm:t>
        <a:bodyPr/>
        <a:lstStyle/>
        <a:p>
          <a:endParaRPr lang="en-US"/>
        </a:p>
      </dgm:t>
    </dgm:pt>
    <dgm:pt modelId="{A345D5CF-5FC9-4EE7-A692-1DF2982F22CA}" type="sibTrans" cxnId="{E784174C-0F48-4522-BEE3-664E6E5A8C69}">
      <dgm:prSet/>
      <dgm:spPr/>
      <dgm:t>
        <a:bodyPr/>
        <a:lstStyle/>
        <a:p>
          <a:endParaRPr lang="en-US"/>
        </a:p>
      </dgm:t>
    </dgm:pt>
    <dgm:pt modelId="{6AAE2D08-6091-4650-AE9C-8E5318BEEE13}">
      <dgm:prSet phldrT="[Text]" phldr="1"/>
      <dgm:spPr/>
      <dgm:t>
        <a:bodyPr/>
        <a:lstStyle/>
        <a:p>
          <a:endParaRPr lang="en-US"/>
        </a:p>
      </dgm:t>
    </dgm:pt>
    <dgm:pt modelId="{D791B5F9-3F0C-4536-B8F0-8D313D27CDF6}" type="parTrans" cxnId="{B2724A7B-63B0-41AD-9898-A179D0C4B8C7}">
      <dgm:prSet/>
      <dgm:spPr/>
      <dgm:t>
        <a:bodyPr/>
        <a:lstStyle/>
        <a:p>
          <a:endParaRPr lang="en-US"/>
        </a:p>
      </dgm:t>
    </dgm:pt>
    <dgm:pt modelId="{801163BF-783A-418C-9C7F-79EE6196765C}" type="sibTrans" cxnId="{B2724A7B-63B0-41AD-9898-A179D0C4B8C7}">
      <dgm:prSet/>
      <dgm:spPr/>
      <dgm:t>
        <a:bodyPr/>
        <a:lstStyle/>
        <a:p>
          <a:endParaRPr lang="en-US"/>
        </a:p>
      </dgm:t>
    </dgm:pt>
    <dgm:pt modelId="{97EF6C2D-1150-46C9-B42A-9EC910B5A044}" type="asst">
      <dgm:prSet phldrT="[Text]"/>
      <dgm:spPr/>
      <dgm:t>
        <a:bodyPr/>
        <a:lstStyle/>
        <a:p>
          <a:r>
            <a:rPr lang="en-US"/>
            <a:t>Assistant</a:t>
          </a:r>
        </a:p>
      </dgm:t>
    </dgm:pt>
    <dgm:pt modelId="{319344D3-F8D1-4BFF-BF5D-2AA582CA1C6B}" type="parTrans" cxnId="{21C6A187-EE1A-440B-B00B-031D39989808}">
      <dgm:prSet/>
      <dgm:spPr/>
    </dgm:pt>
    <dgm:pt modelId="{12B3C1C0-8BED-442E-8552-4D080199201D}" type="sibTrans" cxnId="{21C6A187-EE1A-440B-B00B-031D39989808}">
      <dgm:prSet/>
      <dgm:spPr/>
    </dgm:pt>
    <dgm:pt modelId="{F61BD252-4389-4038-A4B7-A5D41F8CEF04}">
      <dgm:prSet phldrT="[Text]"/>
      <dgm:spPr/>
      <dgm:t>
        <a:bodyPr/>
        <a:lstStyle/>
        <a:p>
          <a:r>
            <a:rPr lang="en-US"/>
            <a:t>Report One</a:t>
          </a:r>
        </a:p>
      </dgm:t>
    </dgm:pt>
    <dgm:pt modelId="{8B0DE99F-31FE-4836-B024-F1CF7D193D65}" type="parTrans" cxnId="{CF10A454-588A-4B45-B924-EC407787ED69}">
      <dgm:prSet/>
      <dgm:spPr/>
    </dgm:pt>
    <dgm:pt modelId="{CB69C4E1-E76E-4DC6-B519-423D1050C54E}" type="sibTrans" cxnId="{CF10A454-588A-4B45-B924-EC407787ED69}">
      <dgm:prSet/>
      <dgm:spPr/>
    </dgm:pt>
    <dgm:pt modelId="{E0B39669-7DBB-4604-9BBE-04C74998EE22}">
      <dgm:prSet phldrT="[Text]"/>
      <dgm:spPr/>
      <dgm:t>
        <a:bodyPr/>
        <a:lstStyle/>
        <a:p>
          <a:r>
            <a:rPr lang="en-US"/>
            <a:t>Report Two</a:t>
          </a:r>
        </a:p>
      </dgm:t>
    </dgm:pt>
    <dgm:pt modelId="{0944A5BC-5EB2-4305-96B9-D27080B41DCD}" type="parTrans" cxnId="{46D8BB80-1911-4FCF-98B5-D44DCB77DA19}">
      <dgm:prSet/>
      <dgm:spPr/>
    </dgm:pt>
    <dgm:pt modelId="{E426ED48-2153-4396-BC0A-CCE76E93CE4B}" type="sibTrans" cxnId="{46D8BB80-1911-4FCF-98B5-D44DCB77DA19}">
      <dgm:prSet/>
      <dgm:spPr/>
    </dgm:pt>
    <dgm:pt modelId="{30D47722-E1BB-4C52-BEAB-E18FF2D9DE79}">
      <dgm:prSet phldrT="[Text]"/>
      <dgm:spPr/>
      <dgm:t>
        <a:bodyPr/>
        <a:lstStyle/>
        <a:p>
          <a:r>
            <a:rPr lang="en-US"/>
            <a:t>Report Three</a:t>
          </a:r>
        </a:p>
      </dgm:t>
    </dgm:pt>
    <dgm:pt modelId="{2B5B3B3E-44ED-4A0C-8669-4C161E5A04AB}" type="parTrans" cxnId="{A2478071-7150-47E3-984A-D7AFC69AA74A}">
      <dgm:prSet/>
      <dgm:spPr/>
    </dgm:pt>
    <dgm:pt modelId="{5715A083-3301-43A0-B37F-FC5C527F3679}" type="sibTrans" cxnId="{A2478071-7150-47E3-984A-D7AFC69AA74A}">
      <dgm:prSet/>
      <dgm:spPr/>
    </dgm:pt>
    <dgm:pt modelId="{B73DFAEE-EFB9-44CA-83F1-A57BECB310FF}">
      <dgm:prSet phldrT="[Text]"/>
      <dgm:spPr/>
      <dgm:t>
        <a:bodyPr/>
        <a:lstStyle/>
        <a:p>
          <a:r>
            <a:rPr lang="en-US"/>
            <a:t>Analyst One</a:t>
          </a:r>
        </a:p>
      </dgm:t>
    </dgm:pt>
    <dgm:pt modelId="{DB621A2D-6B52-4116-959D-E371347C2435}" type="parTrans" cxnId="{FCB2B0A6-8B42-4146-B7C1-DA94F74B4498}">
      <dgm:prSet/>
      <dgm:spPr/>
    </dgm:pt>
    <dgm:pt modelId="{7D4D4D0D-3A86-48DB-90F1-F92836548585}" type="sibTrans" cxnId="{FCB2B0A6-8B42-4146-B7C1-DA94F74B4498}">
      <dgm:prSet/>
      <dgm:spPr/>
    </dgm:pt>
    <dgm:pt modelId="{A179DA2F-DD18-4C30-A2D3-5320A36C03D7}">
      <dgm:prSet phldrT="[Text]"/>
      <dgm:spPr/>
      <dgm:t>
        <a:bodyPr/>
        <a:lstStyle/>
        <a:p>
          <a:r>
            <a:rPr lang="en-US"/>
            <a:t>Analyst Two</a:t>
          </a:r>
        </a:p>
      </dgm:t>
    </dgm:pt>
    <dgm:pt modelId="{5A2C0F57-641B-4321-9814-88733C02AEC3}" type="parTrans" cxnId="{B7EDB046-1726-407D-A66D-EEE17754F9EA}">
      <dgm:prSet/>
      <dgm:spPr/>
    </dgm:pt>
    <dgm:pt modelId="{6ED9CDE7-732F-4404-A2D3-2BF3D1093223}" type="sibTrans" cxnId="{B7EDB046-1726-407D-A66D-EEE17754F9EA}">
      <dgm:prSet/>
      <dgm:spPr/>
    </dgm:pt>
    <dgm:pt modelId="{75AC83D9-6BF1-4F17-9B71-D1ABC0AD183C}" type="pres">
      <dgm:prSet presAssocID="{09222AA4-A676-4EA5-B6F4-42897C7534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F345EA0-F445-4E62-92B3-4CE346A3E33C}" type="pres">
      <dgm:prSet presAssocID="{9340D995-CFF8-495C-A784-BD2BFD7ECE40}" presName="hierRoot1" presStyleCnt="0">
        <dgm:presLayoutVars>
          <dgm:hierBranch val="l"/>
        </dgm:presLayoutVars>
      </dgm:prSet>
      <dgm:spPr/>
    </dgm:pt>
    <dgm:pt modelId="{302F115C-968B-4266-AC25-10BC4A4BD6C9}" type="pres">
      <dgm:prSet presAssocID="{9340D995-CFF8-495C-A784-BD2BFD7ECE40}" presName="rootComposite1" presStyleCnt="0"/>
      <dgm:spPr/>
    </dgm:pt>
    <dgm:pt modelId="{C713A2E7-C4AF-4156-8091-65565C9D6A15}" type="pres">
      <dgm:prSet presAssocID="{9340D995-CFF8-495C-A784-BD2BFD7ECE40}" presName="rootText1" presStyleLbl="node0" presStyleIdx="0" presStyleCnt="1">
        <dgm:presLayoutVars>
          <dgm:chPref val="3"/>
        </dgm:presLayoutVars>
      </dgm:prSet>
      <dgm:spPr/>
    </dgm:pt>
    <dgm:pt modelId="{013FA9D1-B715-4ECC-B12B-C86888494356}" type="pres">
      <dgm:prSet presAssocID="{9340D995-CFF8-495C-A784-BD2BFD7ECE40}" presName="rootConnector1" presStyleLbl="node1" presStyleIdx="0" presStyleCnt="0"/>
      <dgm:spPr/>
    </dgm:pt>
    <dgm:pt modelId="{FF69B883-6CF0-43FB-97F7-95A95E8B9184}" type="pres">
      <dgm:prSet presAssocID="{9340D995-CFF8-495C-A784-BD2BFD7ECE40}" presName="hierChild2" presStyleCnt="0"/>
      <dgm:spPr/>
    </dgm:pt>
    <dgm:pt modelId="{DECFAE2E-D52C-42D4-A3A6-6326E50D973B}" type="pres">
      <dgm:prSet presAssocID="{9CD76BF0-5FBD-44BA-B752-06C290E60333}" presName="Name50" presStyleLbl="parChTrans1D2" presStyleIdx="0" presStyleCnt="5"/>
      <dgm:spPr/>
    </dgm:pt>
    <dgm:pt modelId="{7951F48B-6583-41D0-ACED-62888BFB7AB1}" type="pres">
      <dgm:prSet presAssocID="{81FF4305-CBBD-4106-A0DC-651DC1684988}" presName="hierRoot2" presStyleCnt="0">
        <dgm:presLayoutVars>
          <dgm:hierBranch val="init"/>
        </dgm:presLayoutVars>
      </dgm:prSet>
      <dgm:spPr/>
    </dgm:pt>
    <dgm:pt modelId="{C29BC443-E2DA-4CD9-B844-8F2A86917498}" type="pres">
      <dgm:prSet presAssocID="{81FF4305-CBBD-4106-A0DC-651DC1684988}" presName="rootComposite" presStyleCnt="0"/>
      <dgm:spPr/>
    </dgm:pt>
    <dgm:pt modelId="{97158CDA-0FA5-478E-98D2-BC2AA436E7BB}" type="pres">
      <dgm:prSet presAssocID="{81FF4305-CBBD-4106-A0DC-651DC1684988}" presName="rootText" presStyleLbl="node2" presStyleIdx="0" presStyleCnt="3">
        <dgm:presLayoutVars>
          <dgm:chPref val="3"/>
        </dgm:presLayoutVars>
      </dgm:prSet>
      <dgm:spPr/>
    </dgm:pt>
    <dgm:pt modelId="{8391ECAD-7BF4-4392-8AAF-EE5C6FFFCF9F}" type="pres">
      <dgm:prSet presAssocID="{81FF4305-CBBD-4106-A0DC-651DC1684988}" presName="rootConnector" presStyleLbl="node2" presStyleIdx="0" presStyleCnt="3"/>
      <dgm:spPr/>
    </dgm:pt>
    <dgm:pt modelId="{20811A52-B30A-429A-8DC3-229B322B0895}" type="pres">
      <dgm:prSet presAssocID="{81FF4305-CBBD-4106-A0DC-651DC1684988}" presName="hierChild4" presStyleCnt="0"/>
      <dgm:spPr/>
    </dgm:pt>
    <dgm:pt modelId="{47580015-B219-4D77-BACC-E8CDF458A13E}" type="pres">
      <dgm:prSet presAssocID="{8B0DE99F-31FE-4836-B024-F1CF7D193D65}" presName="Name37" presStyleLbl="parChTrans1D3" presStyleIdx="0" presStyleCnt="3"/>
      <dgm:spPr/>
    </dgm:pt>
    <dgm:pt modelId="{B79F123C-DC97-4789-8A42-58A8FA911067}" type="pres">
      <dgm:prSet presAssocID="{F61BD252-4389-4038-A4B7-A5D41F8CEF04}" presName="hierRoot2" presStyleCnt="0">
        <dgm:presLayoutVars>
          <dgm:hierBranch val="init"/>
        </dgm:presLayoutVars>
      </dgm:prSet>
      <dgm:spPr/>
    </dgm:pt>
    <dgm:pt modelId="{E3C4943B-3EDB-4423-8CF4-7D3122EE1AEF}" type="pres">
      <dgm:prSet presAssocID="{F61BD252-4389-4038-A4B7-A5D41F8CEF04}" presName="rootComposite" presStyleCnt="0"/>
      <dgm:spPr/>
    </dgm:pt>
    <dgm:pt modelId="{55ADA2E8-DBB1-4D45-BB07-AE138602B78F}" type="pres">
      <dgm:prSet presAssocID="{F61BD252-4389-4038-A4B7-A5D41F8CEF04}" presName="rootText" presStyleLbl="node3" presStyleIdx="0" presStyleCnt="3">
        <dgm:presLayoutVars>
          <dgm:chPref val="3"/>
        </dgm:presLayoutVars>
      </dgm:prSet>
      <dgm:spPr/>
    </dgm:pt>
    <dgm:pt modelId="{8D8D7AF8-6751-4FCF-9A36-E0607ADECCE4}" type="pres">
      <dgm:prSet presAssocID="{F61BD252-4389-4038-A4B7-A5D41F8CEF04}" presName="rootConnector" presStyleLbl="node3" presStyleIdx="0" presStyleCnt="3"/>
      <dgm:spPr/>
    </dgm:pt>
    <dgm:pt modelId="{90A37551-44D8-4BC3-A5A3-467E6F78B274}" type="pres">
      <dgm:prSet presAssocID="{F61BD252-4389-4038-A4B7-A5D41F8CEF04}" presName="hierChild4" presStyleCnt="0"/>
      <dgm:spPr/>
    </dgm:pt>
    <dgm:pt modelId="{E4C417E6-6D43-4C51-B306-DC6B34B86E7D}" type="pres">
      <dgm:prSet presAssocID="{DB621A2D-6B52-4116-959D-E371347C2435}" presName="Name37" presStyleLbl="parChTrans1D4" presStyleIdx="0" presStyleCnt="2"/>
      <dgm:spPr/>
    </dgm:pt>
    <dgm:pt modelId="{3FCB6990-9707-4065-AE62-A9520968A344}" type="pres">
      <dgm:prSet presAssocID="{B73DFAEE-EFB9-44CA-83F1-A57BECB310FF}" presName="hierRoot2" presStyleCnt="0">
        <dgm:presLayoutVars>
          <dgm:hierBranch val="init"/>
        </dgm:presLayoutVars>
      </dgm:prSet>
      <dgm:spPr/>
    </dgm:pt>
    <dgm:pt modelId="{B05371F1-4452-45D3-8484-21D841DD36F9}" type="pres">
      <dgm:prSet presAssocID="{B73DFAEE-EFB9-44CA-83F1-A57BECB310FF}" presName="rootComposite" presStyleCnt="0"/>
      <dgm:spPr/>
    </dgm:pt>
    <dgm:pt modelId="{83A6093B-2D97-45ED-8879-C9E8B287C021}" type="pres">
      <dgm:prSet presAssocID="{B73DFAEE-EFB9-44CA-83F1-A57BECB310FF}" presName="rootText" presStyleLbl="node4" presStyleIdx="0" presStyleCnt="2">
        <dgm:presLayoutVars>
          <dgm:chPref val="3"/>
        </dgm:presLayoutVars>
      </dgm:prSet>
      <dgm:spPr/>
    </dgm:pt>
    <dgm:pt modelId="{96CF53B5-6E71-48AF-91AA-AFC6B2643400}" type="pres">
      <dgm:prSet presAssocID="{B73DFAEE-EFB9-44CA-83F1-A57BECB310FF}" presName="rootConnector" presStyleLbl="node4" presStyleIdx="0" presStyleCnt="2"/>
      <dgm:spPr/>
    </dgm:pt>
    <dgm:pt modelId="{301DCB4D-0349-4AD2-866F-7468B8274F4A}" type="pres">
      <dgm:prSet presAssocID="{B73DFAEE-EFB9-44CA-83F1-A57BECB310FF}" presName="hierChild4" presStyleCnt="0"/>
      <dgm:spPr/>
    </dgm:pt>
    <dgm:pt modelId="{10564D71-82A0-4AB8-A57D-B8D8274345B7}" type="pres">
      <dgm:prSet presAssocID="{B73DFAEE-EFB9-44CA-83F1-A57BECB310FF}" presName="hierChild5" presStyleCnt="0"/>
      <dgm:spPr/>
    </dgm:pt>
    <dgm:pt modelId="{713FC7F7-463C-49E2-8512-E0FACF5FC50F}" type="pres">
      <dgm:prSet presAssocID="{5A2C0F57-641B-4321-9814-88733C02AEC3}" presName="Name37" presStyleLbl="parChTrans1D4" presStyleIdx="1" presStyleCnt="2"/>
      <dgm:spPr/>
    </dgm:pt>
    <dgm:pt modelId="{42ADDDEA-3DAE-4242-8A07-7DDA164CA542}" type="pres">
      <dgm:prSet presAssocID="{A179DA2F-DD18-4C30-A2D3-5320A36C03D7}" presName="hierRoot2" presStyleCnt="0">
        <dgm:presLayoutVars>
          <dgm:hierBranch val="init"/>
        </dgm:presLayoutVars>
      </dgm:prSet>
      <dgm:spPr/>
    </dgm:pt>
    <dgm:pt modelId="{8321A1B4-35B5-4654-8D8D-666B069E07A8}" type="pres">
      <dgm:prSet presAssocID="{A179DA2F-DD18-4C30-A2D3-5320A36C03D7}" presName="rootComposite" presStyleCnt="0"/>
      <dgm:spPr/>
    </dgm:pt>
    <dgm:pt modelId="{4ECA725B-FC4D-4720-8F73-1D445CD44ACC}" type="pres">
      <dgm:prSet presAssocID="{A179DA2F-DD18-4C30-A2D3-5320A36C03D7}" presName="rootText" presStyleLbl="node4" presStyleIdx="1" presStyleCnt="2">
        <dgm:presLayoutVars>
          <dgm:chPref val="3"/>
        </dgm:presLayoutVars>
      </dgm:prSet>
      <dgm:spPr/>
    </dgm:pt>
    <dgm:pt modelId="{BA97797B-C00C-4C4B-8A27-CC5BAD09F205}" type="pres">
      <dgm:prSet presAssocID="{A179DA2F-DD18-4C30-A2D3-5320A36C03D7}" presName="rootConnector" presStyleLbl="node4" presStyleIdx="1" presStyleCnt="2"/>
      <dgm:spPr/>
    </dgm:pt>
    <dgm:pt modelId="{C60AD9C7-D333-46A7-8069-55E155FFBB56}" type="pres">
      <dgm:prSet presAssocID="{A179DA2F-DD18-4C30-A2D3-5320A36C03D7}" presName="hierChild4" presStyleCnt="0"/>
      <dgm:spPr/>
    </dgm:pt>
    <dgm:pt modelId="{32239032-E4B8-4218-BCC0-B340BE2DAAB8}" type="pres">
      <dgm:prSet presAssocID="{A179DA2F-DD18-4C30-A2D3-5320A36C03D7}" presName="hierChild5" presStyleCnt="0"/>
      <dgm:spPr/>
    </dgm:pt>
    <dgm:pt modelId="{AD9E0996-5840-4942-8D3D-FB07FC8DC747}" type="pres">
      <dgm:prSet presAssocID="{F61BD252-4389-4038-A4B7-A5D41F8CEF04}" presName="hierChild5" presStyleCnt="0"/>
      <dgm:spPr/>
    </dgm:pt>
    <dgm:pt modelId="{A028CB26-2A28-43F3-AAEE-C349EE60B991}" type="pres">
      <dgm:prSet presAssocID="{0944A5BC-5EB2-4305-96B9-D27080B41DCD}" presName="Name37" presStyleLbl="parChTrans1D3" presStyleIdx="1" presStyleCnt="3"/>
      <dgm:spPr/>
    </dgm:pt>
    <dgm:pt modelId="{B6AC9809-A45A-4E1B-9798-31D2FB381D11}" type="pres">
      <dgm:prSet presAssocID="{E0B39669-7DBB-4604-9BBE-04C74998EE22}" presName="hierRoot2" presStyleCnt="0">
        <dgm:presLayoutVars>
          <dgm:hierBranch val="init"/>
        </dgm:presLayoutVars>
      </dgm:prSet>
      <dgm:spPr/>
    </dgm:pt>
    <dgm:pt modelId="{79B07C90-887B-4DC1-AAD4-4099B9FA6E12}" type="pres">
      <dgm:prSet presAssocID="{E0B39669-7DBB-4604-9BBE-04C74998EE22}" presName="rootComposite" presStyleCnt="0"/>
      <dgm:spPr/>
    </dgm:pt>
    <dgm:pt modelId="{2E61B2C5-080C-479C-82DA-12C9F9ACD9ED}" type="pres">
      <dgm:prSet presAssocID="{E0B39669-7DBB-4604-9BBE-04C74998EE22}" presName="rootText" presStyleLbl="node3" presStyleIdx="1" presStyleCnt="3">
        <dgm:presLayoutVars>
          <dgm:chPref val="3"/>
        </dgm:presLayoutVars>
      </dgm:prSet>
      <dgm:spPr/>
    </dgm:pt>
    <dgm:pt modelId="{FAF5B3B4-66EA-4F63-A633-92E8B1EE1BF9}" type="pres">
      <dgm:prSet presAssocID="{E0B39669-7DBB-4604-9BBE-04C74998EE22}" presName="rootConnector" presStyleLbl="node3" presStyleIdx="1" presStyleCnt="3"/>
      <dgm:spPr/>
    </dgm:pt>
    <dgm:pt modelId="{87EF6A9F-367D-4341-BA3A-971F57E256CC}" type="pres">
      <dgm:prSet presAssocID="{E0B39669-7DBB-4604-9BBE-04C74998EE22}" presName="hierChild4" presStyleCnt="0"/>
      <dgm:spPr/>
    </dgm:pt>
    <dgm:pt modelId="{85108672-4383-4D13-94CF-E6245DBE091A}" type="pres">
      <dgm:prSet presAssocID="{E0B39669-7DBB-4604-9BBE-04C74998EE22}" presName="hierChild5" presStyleCnt="0"/>
      <dgm:spPr/>
    </dgm:pt>
    <dgm:pt modelId="{6D57AB98-CAFC-4892-A536-63026288213A}" type="pres">
      <dgm:prSet presAssocID="{2B5B3B3E-44ED-4A0C-8669-4C161E5A04AB}" presName="Name37" presStyleLbl="parChTrans1D3" presStyleIdx="2" presStyleCnt="3"/>
      <dgm:spPr/>
    </dgm:pt>
    <dgm:pt modelId="{E17FA2D7-F963-4C1D-81CF-889BF2E0064A}" type="pres">
      <dgm:prSet presAssocID="{30D47722-E1BB-4C52-BEAB-E18FF2D9DE79}" presName="hierRoot2" presStyleCnt="0">
        <dgm:presLayoutVars>
          <dgm:hierBranch val="init"/>
        </dgm:presLayoutVars>
      </dgm:prSet>
      <dgm:spPr/>
    </dgm:pt>
    <dgm:pt modelId="{4738C108-4283-4EA0-8817-283B7AB30183}" type="pres">
      <dgm:prSet presAssocID="{30D47722-E1BB-4C52-BEAB-E18FF2D9DE79}" presName="rootComposite" presStyleCnt="0"/>
      <dgm:spPr/>
    </dgm:pt>
    <dgm:pt modelId="{BE8C8DF0-8BE8-4B60-A06B-9C0F1799EECD}" type="pres">
      <dgm:prSet presAssocID="{30D47722-E1BB-4C52-BEAB-E18FF2D9DE79}" presName="rootText" presStyleLbl="node3" presStyleIdx="2" presStyleCnt="3">
        <dgm:presLayoutVars>
          <dgm:chPref val="3"/>
        </dgm:presLayoutVars>
      </dgm:prSet>
      <dgm:spPr/>
    </dgm:pt>
    <dgm:pt modelId="{116A0DCB-FC66-4526-B818-22C79F1855C9}" type="pres">
      <dgm:prSet presAssocID="{30D47722-E1BB-4C52-BEAB-E18FF2D9DE79}" presName="rootConnector" presStyleLbl="node3" presStyleIdx="2" presStyleCnt="3"/>
      <dgm:spPr/>
    </dgm:pt>
    <dgm:pt modelId="{1B9AE6A5-2153-4CC7-82FE-4205446585AF}" type="pres">
      <dgm:prSet presAssocID="{30D47722-E1BB-4C52-BEAB-E18FF2D9DE79}" presName="hierChild4" presStyleCnt="0"/>
      <dgm:spPr/>
    </dgm:pt>
    <dgm:pt modelId="{9221E14A-032F-43DC-94BD-ACE0AB165043}" type="pres">
      <dgm:prSet presAssocID="{30D47722-E1BB-4C52-BEAB-E18FF2D9DE79}" presName="hierChild5" presStyleCnt="0"/>
      <dgm:spPr/>
    </dgm:pt>
    <dgm:pt modelId="{340940D4-1FB5-41BA-8491-DB97016E5ECB}" type="pres">
      <dgm:prSet presAssocID="{81FF4305-CBBD-4106-A0DC-651DC1684988}" presName="hierChild5" presStyleCnt="0"/>
      <dgm:spPr/>
    </dgm:pt>
    <dgm:pt modelId="{5F80E979-17C9-4754-B07C-C33FF4A1DF88}" type="pres">
      <dgm:prSet presAssocID="{69E21C57-EBDF-4D2A-84A2-28A6820329C4}" presName="Name50" presStyleLbl="parChTrans1D2" presStyleIdx="1" presStyleCnt="5"/>
      <dgm:spPr/>
    </dgm:pt>
    <dgm:pt modelId="{848D5D68-8062-49EB-8601-2733971C67FB}" type="pres">
      <dgm:prSet presAssocID="{BFC38085-3E00-4B48-BF1D-E5E5E65E5787}" presName="hierRoot2" presStyleCnt="0">
        <dgm:presLayoutVars>
          <dgm:hierBranch val="init"/>
        </dgm:presLayoutVars>
      </dgm:prSet>
      <dgm:spPr/>
    </dgm:pt>
    <dgm:pt modelId="{3896C253-B7A1-46AE-A8B9-4B94240C05B1}" type="pres">
      <dgm:prSet presAssocID="{BFC38085-3E00-4B48-BF1D-E5E5E65E5787}" presName="rootComposite" presStyleCnt="0"/>
      <dgm:spPr/>
    </dgm:pt>
    <dgm:pt modelId="{68CAE1B0-797B-4912-825F-65219D12FB48}" type="pres">
      <dgm:prSet presAssocID="{BFC38085-3E00-4B48-BF1D-E5E5E65E5787}" presName="rootText" presStyleLbl="node2" presStyleIdx="1" presStyleCnt="3">
        <dgm:presLayoutVars>
          <dgm:chPref val="3"/>
        </dgm:presLayoutVars>
      </dgm:prSet>
      <dgm:spPr/>
    </dgm:pt>
    <dgm:pt modelId="{7D59C665-F9A3-4523-87F6-8FED428A7F77}" type="pres">
      <dgm:prSet presAssocID="{BFC38085-3E00-4B48-BF1D-E5E5E65E5787}" presName="rootConnector" presStyleLbl="node2" presStyleIdx="1" presStyleCnt="3"/>
      <dgm:spPr/>
    </dgm:pt>
    <dgm:pt modelId="{8DCA2219-28C5-42E9-865D-46FFE0D6C2CD}" type="pres">
      <dgm:prSet presAssocID="{BFC38085-3E00-4B48-BF1D-E5E5E65E5787}" presName="hierChild4" presStyleCnt="0"/>
      <dgm:spPr/>
    </dgm:pt>
    <dgm:pt modelId="{CE7AC1B0-9606-47F4-8012-9F07303C09D2}" type="pres">
      <dgm:prSet presAssocID="{BFC38085-3E00-4B48-BF1D-E5E5E65E5787}" presName="hierChild5" presStyleCnt="0"/>
      <dgm:spPr/>
    </dgm:pt>
    <dgm:pt modelId="{C32C219C-1738-4F0E-883E-6E06C6346F77}" type="pres">
      <dgm:prSet presAssocID="{D791B5F9-3F0C-4536-B8F0-8D313D27CDF6}" presName="Name50" presStyleLbl="parChTrans1D2" presStyleIdx="2" presStyleCnt="5"/>
      <dgm:spPr/>
    </dgm:pt>
    <dgm:pt modelId="{A34A1CF4-5A63-4F59-93C4-02DCCF0F2B67}" type="pres">
      <dgm:prSet presAssocID="{6AAE2D08-6091-4650-AE9C-8E5318BEEE13}" presName="hierRoot2" presStyleCnt="0">
        <dgm:presLayoutVars>
          <dgm:hierBranch val="init"/>
        </dgm:presLayoutVars>
      </dgm:prSet>
      <dgm:spPr/>
    </dgm:pt>
    <dgm:pt modelId="{5B2D228A-DE31-41B9-B9AC-B97F8C8C54CE}" type="pres">
      <dgm:prSet presAssocID="{6AAE2D08-6091-4650-AE9C-8E5318BEEE13}" presName="rootComposite" presStyleCnt="0"/>
      <dgm:spPr/>
    </dgm:pt>
    <dgm:pt modelId="{B7381F9C-D950-448E-A6B4-3A1339732A68}" type="pres">
      <dgm:prSet presAssocID="{6AAE2D08-6091-4650-AE9C-8E5318BEEE13}" presName="rootText" presStyleLbl="node2" presStyleIdx="2" presStyleCnt="3">
        <dgm:presLayoutVars>
          <dgm:chPref val="3"/>
        </dgm:presLayoutVars>
      </dgm:prSet>
      <dgm:spPr/>
    </dgm:pt>
    <dgm:pt modelId="{8F906FD5-44C7-478B-8076-8CA808FDDF21}" type="pres">
      <dgm:prSet presAssocID="{6AAE2D08-6091-4650-AE9C-8E5318BEEE13}" presName="rootConnector" presStyleLbl="node2" presStyleIdx="2" presStyleCnt="3"/>
      <dgm:spPr/>
    </dgm:pt>
    <dgm:pt modelId="{8FAC83B4-4E75-41B9-9782-BFE181CFFFFD}" type="pres">
      <dgm:prSet presAssocID="{6AAE2D08-6091-4650-AE9C-8E5318BEEE13}" presName="hierChild4" presStyleCnt="0"/>
      <dgm:spPr/>
    </dgm:pt>
    <dgm:pt modelId="{6F5AC14D-E100-4372-A491-084AF497C413}" type="pres">
      <dgm:prSet presAssocID="{6AAE2D08-6091-4650-AE9C-8E5318BEEE13}" presName="hierChild5" presStyleCnt="0"/>
      <dgm:spPr/>
    </dgm:pt>
    <dgm:pt modelId="{9662D1AC-1497-47A0-9358-E75F01916E5B}" type="pres">
      <dgm:prSet presAssocID="{9340D995-CFF8-495C-A784-BD2BFD7ECE40}" presName="hierChild3" presStyleCnt="0"/>
      <dgm:spPr/>
    </dgm:pt>
    <dgm:pt modelId="{34557B48-FA7B-47CD-994E-4136D6BA6178}" type="pres">
      <dgm:prSet presAssocID="{51621CC7-C308-4208-9D99-309DFE53C454}" presName="Name111" presStyleLbl="parChTrans1D2" presStyleIdx="3" presStyleCnt="5"/>
      <dgm:spPr/>
    </dgm:pt>
    <dgm:pt modelId="{3A0B1422-768B-4A0E-9075-B5A6794F8809}" type="pres">
      <dgm:prSet presAssocID="{DA12BC20-F6F0-4198-8FFC-B94BEAB456E6}" presName="hierRoot3" presStyleCnt="0">
        <dgm:presLayoutVars>
          <dgm:hierBranch val="init"/>
        </dgm:presLayoutVars>
      </dgm:prSet>
      <dgm:spPr/>
    </dgm:pt>
    <dgm:pt modelId="{007525B8-E227-4739-89B1-AF1EAD6976EF}" type="pres">
      <dgm:prSet presAssocID="{DA12BC20-F6F0-4198-8FFC-B94BEAB456E6}" presName="rootComposite3" presStyleCnt="0"/>
      <dgm:spPr/>
    </dgm:pt>
    <dgm:pt modelId="{89047AEC-A915-4D8B-BBE5-9537B4A134A4}" type="pres">
      <dgm:prSet presAssocID="{DA12BC20-F6F0-4198-8FFC-B94BEAB456E6}" presName="rootText3" presStyleLbl="asst1" presStyleIdx="0" presStyleCnt="2">
        <dgm:presLayoutVars>
          <dgm:chPref val="3"/>
        </dgm:presLayoutVars>
      </dgm:prSet>
      <dgm:spPr/>
    </dgm:pt>
    <dgm:pt modelId="{D2A1A9F9-279F-49A5-86FF-97AA1EE8E72E}" type="pres">
      <dgm:prSet presAssocID="{DA12BC20-F6F0-4198-8FFC-B94BEAB456E6}" presName="rootConnector3" presStyleLbl="asst1" presStyleIdx="0" presStyleCnt="2"/>
      <dgm:spPr/>
    </dgm:pt>
    <dgm:pt modelId="{DDF05B4D-DA12-4328-9530-9E8AAF178101}" type="pres">
      <dgm:prSet presAssocID="{DA12BC20-F6F0-4198-8FFC-B94BEAB456E6}" presName="hierChild6" presStyleCnt="0"/>
      <dgm:spPr/>
    </dgm:pt>
    <dgm:pt modelId="{DC45CE0E-B965-483B-B898-451CA07F57EB}" type="pres">
      <dgm:prSet presAssocID="{DA12BC20-F6F0-4198-8FFC-B94BEAB456E6}" presName="hierChild7" presStyleCnt="0"/>
      <dgm:spPr/>
    </dgm:pt>
    <dgm:pt modelId="{9DA176A3-370C-4D51-855B-C7ED09A772EF}" type="pres">
      <dgm:prSet presAssocID="{319344D3-F8D1-4BFF-BF5D-2AA582CA1C6B}" presName="Name111" presStyleLbl="parChTrans1D2" presStyleIdx="4" presStyleCnt="5"/>
      <dgm:spPr/>
    </dgm:pt>
    <dgm:pt modelId="{E56AC20F-4D87-4AA6-9F61-FC692E1C4E56}" type="pres">
      <dgm:prSet presAssocID="{97EF6C2D-1150-46C9-B42A-9EC910B5A044}" presName="hierRoot3" presStyleCnt="0">
        <dgm:presLayoutVars>
          <dgm:hierBranch val="init"/>
        </dgm:presLayoutVars>
      </dgm:prSet>
      <dgm:spPr/>
    </dgm:pt>
    <dgm:pt modelId="{12D85B44-097E-4A0E-9A14-5D369D8FD36F}" type="pres">
      <dgm:prSet presAssocID="{97EF6C2D-1150-46C9-B42A-9EC910B5A044}" presName="rootComposite3" presStyleCnt="0"/>
      <dgm:spPr/>
    </dgm:pt>
    <dgm:pt modelId="{04F650BF-C694-4993-BA33-33D9DA13F6EA}" type="pres">
      <dgm:prSet presAssocID="{97EF6C2D-1150-46C9-B42A-9EC910B5A044}" presName="rootText3" presStyleLbl="asst1" presStyleIdx="1" presStyleCnt="2">
        <dgm:presLayoutVars>
          <dgm:chPref val="3"/>
        </dgm:presLayoutVars>
      </dgm:prSet>
      <dgm:spPr/>
    </dgm:pt>
    <dgm:pt modelId="{73168BEE-2449-4FF7-906C-B4A2792ED4E9}" type="pres">
      <dgm:prSet presAssocID="{97EF6C2D-1150-46C9-B42A-9EC910B5A044}" presName="rootConnector3" presStyleLbl="asst1" presStyleIdx="1" presStyleCnt="2"/>
      <dgm:spPr/>
    </dgm:pt>
    <dgm:pt modelId="{39C04FA6-F76E-452B-B082-72ED6FF38205}" type="pres">
      <dgm:prSet presAssocID="{97EF6C2D-1150-46C9-B42A-9EC910B5A044}" presName="hierChild6" presStyleCnt="0"/>
      <dgm:spPr/>
    </dgm:pt>
    <dgm:pt modelId="{9B7AA089-E89B-489B-B3B6-0EA2483131EE}" type="pres">
      <dgm:prSet presAssocID="{97EF6C2D-1150-46C9-B42A-9EC910B5A044}" presName="hierChild7" presStyleCnt="0"/>
      <dgm:spPr/>
    </dgm:pt>
  </dgm:ptLst>
  <dgm:cxnLst>
    <dgm:cxn modelId="{706D4D02-ABD1-4FAC-8462-69F843084E4B}" type="presOf" srcId="{DA12BC20-F6F0-4198-8FFC-B94BEAB456E6}" destId="{D2A1A9F9-279F-49A5-86FF-97AA1EE8E72E}" srcOrd="1" destOrd="0" presId="urn:microsoft.com/office/officeart/2005/8/layout/orgChart1"/>
    <dgm:cxn modelId="{53D64105-48A0-44DB-8619-8FE006843F53}" srcId="{09222AA4-A676-4EA5-B6F4-42897C7534E8}" destId="{9340D995-CFF8-495C-A784-BD2BFD7ECE40}" srcOrd="0" destOrd="0" parTransId="{823DD41C-0AC0-4432-A4D4-D55707A3DDF8}" sibTransId="{D4CD1D74-E2FF-4C06-9E21-8CFB63C46ACC}"/>
    <dgm:cxn modelId="{462CA105-37B0-49A5-9388-1A6F28C39B3A}" type="presOf" srcId="{51621CC7-C308-4208-9D99-309DFE53C454}" destId="{34557B48-FA7B-47CD-994E-4136D6BA6178}" srcOrd="0" destOrd="0" presId="urn:microsoft.com/office/officeart/2005/8/layout/orgChart1"/>
    <dgm:cxn modelId="{B9C9EB0D-F2A5-4945-AC42-9FEB18187D70}" type="presOf" srcId="{9340D995-CFF8-495C-A784-BD2BFD7ECE40}" destId="{C713A2E7-C4AF-4156-8091-65565C9D6A15}" srcOrd="0" destOrd="0" presId="urn:microsoft.com/office/officeart/2005/8/layout/orgChart1"/>
    <dgm:cxn modelId="{6F351516-0F05-4D18-A855-111AAB66B8D2}" type="presOf" srcId="{E0B39669-7DBB-4604-9BBE-04C74998EE22}" destId="{FAF5B3B4-66EA-4F63-A633-92E8B1EE1BF9}" srcOrd="1" destOrd="0" presId="urn:microsoft.com/office/officeart/2005/8/layout/orgChart1"/>
    <dgm:cxn modelId="{D043E217-49FD-4980-8AF8-B050DE55A6DA}" type="presOf" srcId="{30D47722-E1BB-4C52-BEAB-E18FF2D9DE79}" destId="{116A0DCB-FC66-4526-B818-22C79F1855C9}" srcOrd="1" destOrd="0" presId="urn:microsoft.com/office/officeart/2005/8/layout/orgChart1"/>
    <dgm:cxn modelId="{CA975126-DBC3-4D31-8E15-7B49ABEC826A}" type="presOf" srcId="{A179DA2F-DD18-4C30-A2D3-5320A36C03D7}" destId="{4ECA725B-FC4D-4720-8F73-1D445CD44ACC}" srcOrd="0" destOrd="0" presId="urn:microsoft.com/office/officeart/2005/8/layout/orgChart1"/>
    <dgm:cxn modelId="{F1E66539-1D74-4C60-B753-B9C8D34D9053}" type="presOf" srcId="{6AAE2D08-6091-4650-AE9C-8E5318BEEE13}" destId="{B7381F9C-D950-448E-A6B4-3A1339732A68}" srcOrd="0" destOrd="0" presId="urn:microsoft.com/office/officeart/2005/8/layout/orgChart1"/>
    <dgm:cxn modelId="{FC5C283E-6084-458E-A645-E83E4AECF2DA}" type="presOf" srcId="{B73DFAEE-EFB9-44CA-83F1-A57BECB310FF}" destId="{96CF53B5-6E71-48AF-91AA-AFC6B2643400}" srcOrd="1" destOrd="0" presId="urn:microsoft.com/office/officeart/2005/8/layout/orgChart1"/>
    <dgm:cxn modelId="{4E4C7B5D-34CE-49C8-9D9E-E42AB1ED9B86}" type="presOf" srcId="{319344D3-F8D1-4BFF-BF5D-2AA582CA1C6B}" destId="{9DA176A3-370C-4D51-855B-C7ED09A772EF}" srcOrd="0" destOrd="0" presId="urn:microsoft.com/office/officeart/2005/8/layout/orgChart1"/>
    <dgm:cxn modelId="{28D78B63-8D76-4AA7-AF37-FD6EDC6ADC8A}" type="presOf" srcId="{30D47722-E1BB-4C52-BEAB-E18FF2D9DE79}" destId="{BE8C8DF0-8BE8-4B60-A06B-9C0F1799EECD}" srcOrd="0" destOrd="0" presId="urn:microsoft.com/office/officeart/2005/8/layout/orgChart1"/>
    <dgm:cxn modelId="{493AA263-30DD-44B2-9C77-7C3389E3EB05}" type="presOf" srcId="{B73DFAEE-EFB9-44CA-83F1-A57BECB310FF}" destId="{83A6093B-2D97-45ED-8879-C9E8B287C021}" srcOrd="0" destOrd="0" presId="urn:microsoft.com/office/officeart/2005/8/layout/orgChart1"/>
    <dgm:cxn modelId="{B7EDB046-1726-407D-A66D-EEE17754F9EA}" srcId="{F61BD252-4389-4038-A4B7-A5D41F8CEF04}" destId="{A179DA2F-DD18-4C30-A2D3-5320A36C03D7}" srcOrd="1" destOrd="0" parTransId="{5A2C0F57-641B-4321-9814-88733C02AEC3}" sibTransId="{6ED9CDE7-732F-4404-A2D3-2BF3D1093223}"/>
    <dgm:cxn modelId="{A29E9768-6603-49F8-B9E6-9C5294888A6C}" type="presOf" srcId="{97EF6C2D-1150-46C9-B42A-9EC910B5A044}" destId="{73168BEE-2449-4FF7-906C-B4A2792ED4E9}" srcOrd="1" destOrd="0" presId="urn:microsoft.com/office/officeart/2005/8/layout/orgChart1"/>
    <dgm:cxn modelId="{4E9F744B-A542-42C8-A3C1-6FE1FBC36883}" type="presOf" srcId="{97EF6C2D-1150-46C9-B42A-9EC910B5A044}" destId="{04F650BF-C694-4993-BA33-33D9DA13F6EA}" srcOrd="0" destOrd="0" presId="urn:microsoft.com/office/officeart/2005/8/layout/orgChart1"/>
    <dgm:cxn modelId="{E784174C-0F48-4522-BEE3-664E6E5A8C69}" srcId="{9340D995-CFF8-495C-A784-BD2BFD7ECE40}" destId="{BFC38085-3E00-4B48-BF1D-E5E5E65E5787}" srcOrd="2" destOrd="0" parTransId="{69E21C57-EBDF-4D2A-84A2-28A6820329C4}" sibTransId="{A345D5CF-5FC9-4EE7-A692-1DF2982F22CA}"/>
    <dgm:cxn modelId="{83808D6F-CD9F-4D25-A223-3DA805E1CCB4}" srcId="{9340D995-CFF8-495C-A784-BD2BFD7ECE40}" destId="{DA12BC20-F6F0-4198-8FFC-B94BEAB456E6}" srcOrd="0" destOrd="0" parTransId="{51621CC7-C308-4208-9D99-309DFE53C454}" sibTransId="{C09A4EA6-A1FB-4E41-868B-B1F39C32384A}"/>
    <dgm:cxn modelId="{B8ED1C71-7EA3-4CDB-A755-365E8964950F}" type="presOf" srcId="{D791B5F9-3F0C-4536-B8F0-8D313D27CDF6}" destId="{C32C219C-1738-4F0E-883E-6E06C6346F77}" srcOrd="0" destOrd="0" presId="urn:microsoft.com/office/officeart/2005/8/layout/orgChart1"/>
    <dgm:cxn modelId="{A2478071-7150-47E3-984A-D7AFC69AA74A}" srcId="{81FF4305-CBBD-4106-A0DC-651DC1684988}" destId="{30D47722-E1BB-4C52-BEAB-E18FF2D9DE79}" srcOrd="2" destOrd="0" parTransId="{2B5B3B3E-44ED-4A0C-8669-4C161E5A04AB}" sibTransId="{5715A083-3301-43A0-B37F-FC5C527F3679}"/>
    <dgm:cxn modelId="{CF10A454-588A-4B45-B924-EC407787ED69}" srcId="{81FF4305-CBBD-4106-A0DC-651DC1684988}" destId="{F61BD252-4389-4038-A4B7-A5D41F8CEF04}" srcOrd="0" destOrd="0" parTransId="{8B0DE99F-31FE-4836-B024-F1CF7D193D65}" sibTransId="{CB69C4E1-E76E-4DC6-B519-423D1050C54E}"/>
    <dgm:cxn modelId="{00569156-0436-4C76-8C0F-953013C5FEF3}" type="presOf" srcId="{BFC38085-3E00-4B48-BF1D-E5E5E65E5787}" destId="{7D59C665-F9A3-4523-87F6-8FED428A7F77}" srcOrd="1" destOrd="0" presId="urn:microsoft.com/office/officeart/2005/8/layout/orgChart1"/>
    <dgm:cxn modelId="{B2724A7B-63B0-41AD-9898-A179D0C4B8C7}" srcId="{9340D995-CFF8-495C-A784-BD2BFD7ECE40}" destId="{6AAE2D08-6091-4650-AE9C-8E5318BEEE13}" srcOrd="3" destOrd="0" parTransId="{D791B5F9-3F0C-4536-B8F0-8D313D27CDF6}" sibTransId="{801163BF-783A-418C-9C7F-79EE6196765C}"/>
    <dgm:cxn modelId="{176DCB7F-9A81-463E-9C6A-C5A85A375402}" type="presOf" srcId="{A179DA2F-DD18-4C30-A2D3-5320A36C03D7}" destId="{BA97797B-C00C-4C4B-8A27-CC5BAD09F205}" srcOrd="1" destOrd="0" presId="urn:microsoft.com/office/officeart/2005/8/layout/orgChart1"/>
    <dgm:cxn modelId="{46D8BB80-1911-4FCF-98B5-D44DCB77DA19}" srcId="{81FF4305-CBBD-4106-A0DC-651DC1684988}" destId="{E0B39669-7DBB-4604-9BBE-04C74998EE22}" srcOrd="1" destOrd="0" parTransId="{0944A5BC-5EB2-4305-96B9-D27080B41DCD}" sibTransId="{E426ED48-2153-4396-BC0A-CCE76E93CE4B}"/>
    <dgm:cxn modelId="{CB7E7484-72BF-467C-A8ED-577E17C5980F}" type="presOf" srcId="{0944A5BC-5EB2-4305-96B9-D27080B41DCD}" destId="{A028CB26-2A28-43F3-AAEE-C349EE60B991}" srcOrd="0" destOrd="0" presId="urn:microsoft.com/office/officeart/2005/8/layout/orgChart1"/>
    <dgm:cxn modelId="{FF6B2286-CD3E-45FF-AD89-74B2827BE95B}" type="presOf" srcId="{DB621A2D-6B52-4116-959D-E371347C2435}" destId="{E4C417E6-6D43-4C51-B306-DC6B34B86E7D}" srcOrd="0" destOrd="0" presId="urn:microsoft.com/office/officeart/2005/8/layout/orgChart1"/>
    <dgm:cxn modelId="{74EF9086-D05F-4106-9EA8-CBDFE33EE699}" type="presOf" srcId="{81FF4305-CBBD-4106-A0DC-651DC1684988}" destId="{97158CDA-0FA5-478E-98D2-BC2AA436E7BB}" srcOrd="0" destOrd="0" presId="urn:microsoft.com/office/officeart/2005/8/layout/orgChart1"/>
    <dgm:cxn modelId="{21C6A187-EE1A-440B-B00B-031D39989808}" srcId="{9340D995-CFF8-495C-A784-BD2BFD7ECE40}" destId="{97EF6C2D-1150-46C9-B42A-9EC910B5A044}" srcOrd="4" destOrd="0" parTransId="{319344D3-F8D1-4BFF-BF5D-2AA582CA1C6B}" sibTransId="{12B3C1C0-8BED-442E-8552-4D080199201D}"/>
    <dgm:cxn modelId="{EA92F198-B6DE-44A7-BB72-918C22584B8C}" type="presOf" srcId="{81FF4305-CBBD-4106-A0DC-651DC1684988}" destId="{8391ECAD-7BF4-4392-8AAF-EE5C6FFFCF9F}" srcOrd="1" destOrd="0" presId="urn:microsoft.com/office/officeart/2005/8/layout/orgChart1"/>
    <dgm:cxn modelId="{01A27A9C-4A56-4D7F-ADE4-4030FF98C791}" srcId="{9340D995-CFF8-495C-A784-BD2BFD7ECE40}" destId="{81FF4305-CBBD-4106-A0DC-651DC1684988}" srcOrd="1" destOrd="0" parTransId="{9CD76BF0-5FBD-44BA-B752-06C290E60333}" sibTransId="{72FFC9F4-B10D-480A-9041-C4E867B8C604}"/>
    <dgm:cxn modelId="{FCB2B0A6-8B42-4146-B7C1-DA94F74B4498}" srcId="{F61BD252-4389-4038-A4B7-A5D41F8CEF04}" destId="{B73DFAEE-EFB9-44CA-83F1-A57BECB310FF}" srcOrd="0" destOrd="0" parTransId="{DB621A2D-6B52-4116-959D-E371347C2435}" sibTransId="{7D4D4D0D-3A86-48DB-90F1-F92836548585}"/>
    <dgm:cxn modelId="{D83756A7-F2E8-4766-A43A-E704B0F42D9D}" type="presOf" srcId="{F61BD252-4389-4038-A4B7-A5D41F8CEF04}" destId="{8D8D7AF8-6751-4FCF-9A36-E0607ADECCE4}" srcOrd="1" destOrd="0" presId="urn:microsoft.com/office/officeart/2005/8/layout/orgChart1"/>
    <dgm:cxn modelId="{E0AA32AB-0124-404B-8D48-0208819FB0A1}" type="presOf" srcId="{09222AA4-A676-4EA5-B6F4-42897C7534E8}" destId="{75AC83D9-6BF1-4F17-9B71-D1ABC0AD183C}" srcOrd="0" destOrd="0" presId="urn:microsoft.com/office/officeart/2005/8/layout/orgChart1"/>
    <dgm:cxn modelId="{487C86AD-7CEF-49CB-9C81-39BE45A6B8B0}" type="presOf" srcId="{9CD76BF0-5FBD-44BA-B752-06C290E60333}" destId="{DECFAE2E-D52C-42D4-A3A6-6326E50D973B}" srcOrd="0" destOrd="0" presId="urn:microsoft.com/office/officeart/2005/8/layout/orgChart1"/>
    <dgm:cxn modelId="{6306C5B2-BE8D-4EE9-9FA6-2946D9C10B9E}" type="presOf" srcId="{9340D995-CFF8-495C-A784-BD2BFD7ECE40}" destId="{013FA9D1-B715-4ECC-B12B-C86888494356}" srcOrd="1" destOrd="0" presId="urn:microsoft.com/office/officeart/2005/8/layout/orgChart1"/>
    <dgm:cxn modelId="{83528FCC-B922-4EEA-86E2-9DC90324D225}" type="presOf" srcId="{69E21C57-EBDF-4D2A-84A2-28A6820329C4}" destId="{5F80E979-17C9-4754-B07C-C33FF4A1DF88}" srcOrd="0" destOrd="0" presId="urn:microsoft.com/office/officeart/2005/8/layout/orgChart1"/>
    <dgm:cxn modelId="{9EDE4BD3-AB3C-4A80-8EA3-3125CEEDF999}" type="presOf" srcId="{BFC38085-3E00-4B48-BF1D-E5E5E65E5787}" destId="{68CAE1B0-797B-4912-825F-65219D12FB48}" srcOrd="0" destOrd="0" presId="urn:microsoft.com/office/officeart/2005/8/layout/orgChart1"/>
    <dgm:cxn modelId="{A33343E3-157A-4741-9736-331A03380795}" type="presOf" srcId="{E0B39669-7DBB-4604-9BBE-04C74998EE22}" destId="{2E61B2C5-080C-479C-82DA-12C9F9ACD9ED}" srcOrd="0" destOrd="0" presId="urn:microsoft.com/office/officeart/2005/8/layout/orgChart1"/>
    <dgm:cxn modelId="{7E53BAE5-C789-4834-A127-4F74D06F0678}" type="presOf" srcId="{2B5B3B3E-44ED-4A0C-8669-4C161E5A04AB}" destId="{6D57AB98-CAFC-4892-A536-63026288213A}" srcOrd="0" destOrd="0" presId="urn:microsoft.com/office/officeart/2005/8/layout/orgChart1"/>
    <dgm:cxn modelId="{03A0F5EA-BC31-4521-919B-7D8BF835FB22}" type="presOf" srcId="{DA12BC20-F6F0-4198-8FFC-B94BEAB456E6}" destId="{89047AEC-A915-4D8B-BBE5-9537B4A134A4}" srcOrd="0" destOrd="0" presId="urn:microsoft.com/office/officeart/2005/8/layout/orgChart1"/>
    <dgm:cxn modelId="{2879D5EF-1289-4E0A-A362-FF27E3D10415}" type="presOf" srcId="{5A2C0F57-641B-4321-9814-88733C02AEC3}" destId="{713FC7F7-463C-49E2-8512-E0FACF5FC50F}" srcOrd="0" destOrd="0" presId="urn:microsoft.com/office/officeart/2005/8/layout/orgChart1"/>
    <dgm:cxn modelId="{12DCDDF2-F215-4297-B2C2-90B7A9000C93}" type="presOf" srcId="{6AAE2D08-6091-4650-AE9C-8E5318BEEE13}" destId="{8F906FD5-44C7-478B-8076-8CA808FDDF21}" srcOrd="1" destOrd="0" presId="urn:microsoft.com/office/officeart/2005/8/layout/orgChart1"/>
    <dgm:cxn modelId="{3DAE5CF7-A7D6-4D43-85F2-4B27CF012B1B}" type="presOf" srcId="{F61BD252-4389-4038-A4B7-A5D41F8CEF04}" destId="{55ADA2E8-DBB1-4D45-BB07-AE138602B78F}" srcOrd="0" destOrd="0" presId="urn:microsoft.com/office/officeart/2005/8/layout/orgChart1"/>
    <dgm:cxn modelId="{CB167BFD-AA87-467C-A0DA-CC78B8749B63}" type="presOf" srcId="{8B0DE99F-31FE-4836-B024-F1CF7D193D65}" destId="{47580015-B219-4D77-BACC-E8CDF458A13E}" srcOrd="0" destOrd="0" presId="urn:microsoft.com/office/officeart/2005/8/layout/orgChart1"/>
    <dgm:cxn modelId="{BEAFFC05-B676-40B7-97BF-3670E4BC79BC}" type="presParOf" srcId="{75AC83D9-6BF1-4F17-9B71-D1ABC0AD183C}" destId="{7F345EA0-F445-4E62-92B3-4CE346A3E33C}" srcOrd="0" destOrd="0" presId="urn:microsoft.com/office/officeart/2005/8/layout/orgChart1"/>
    <dgm:cxn modelId="{33E5857D-4C36-4D24-975C-ADBC33F7213B}" type="presParOf" srcId="{7F345EA0-F445-4E62-92B3-4CE346A3E33C}" destId="{302F115C-968B-4266-AC25-10BC4A4BD6C9}" srcOrd="0" destOrd="0" presId="urn:microsoft.com/office/officeart/2005/8/layout/orgChart1"/>
    <dgm:cxn modelId="{06E441EB-134A-4CC4-9FA0-E19EAE405F84}" type="presParOf" srcId="{302F115C-968B-4266-AC25-10BC4A4BD6C9}" destId="{C713A2E7-C4AF-4156-8091-65565C9D6A15}" srcOrd="0" destOrd="0" presId="urn:microsoft.com/office/officeart/2005/8/layout/orgChart1"/>
    <dgm:cxn modelId="{94013FD6-BAE3-4BC9-9E46-07D3DD25CD6A}" type="presParOf" srcId="{302F115C-968B-4266-AC25-10BC4A4BD6C9}" destId="{013FA9D1-B715-4ECC-B12B-C86888494356}" srcOrd="1" destOrd="0" presId="urn:microsoft.com/office/officeart/2005/8/layout/orgChart1"/>
    <dgm:cxn modelId="{E0C18496-86D2-49D8-825D-129FE06A02C7}" type="presParOf" srcId="{7F345EA0-F445-4E62-92B3-4CE346A3E33C}" destId="{FF69B883-6CF0-43FB-97F7-95A95E8B9184}" srcOrd="1" destOrd="0" presId="urn:microsoft.com/office/officeart/2005/8/layout/orgChart1"/>
    <dgm:cxn modelId="{F84AA533-3790-4D15-80E5-AE39FCE96985}" type="presParOf" srcId="{FF69B883-6CF0-43FB-97F7-95A95E8B9184}" destId="{DECFAE2E-D52C-42D4-A3A6-6326E50D973B}" srcOrd="0" destOrd="0" presId="urn:microsoft.com/office/officeart/2005/8/layout/orgChart1"/>
    <dgm:cxn modelId="{D3E21298-41D7-42E8-A0DD-2ECB2B8ACBD2}" type="presParOf" srcId="{FF69B883-6CF0-43FB-97F7-95A95E8B9184}" destId="{7951F48B-6583-41D0-ACED-62888BFB7AB1}" srcOrd="1" destOrd="0" presId="urn:microsoft.com/office/officeart/2005/8/layout/orgChart1"/>
    <dgm:cxn modelId="{7AEBD22C-7388-4B33-B326-F713E8B922F2}" type="presParOf" srcId="{7951F48B-6583-41D0-ACED-62888BFB7AB1}" destId="{C29BC443-E2DA-4CD9-B844-8F2A86917498}" srcOrd="0" destOrd="0" presId="urn:microsoft.com/office/officeart/2005/8/layout/orgChart1"/>
    <dgm:cxn modelId="{9A0ED8DF-E261-4B63-BA59-1A4620E0DEE6}" type="presParOf" srcId="{C29BC443-E2DA-4CD9-B844-8F2A86917498}" destId="{97158CDA-0FA5-478E-98D2-BC2AA436E7BB}" srcOrd="0" destOrd="0" presId="urn:microsoft.com/office/officeart/2005/8/layout/orgChart1"/>
    <dgm:cxn modelId="{D4536F82-F5C2-426C-AEDE-DE590FC43386}" type="presParOf" srcId="{C29BC443-E2DA-4CD9-B844-8F2A86917498}" destId="{8391ECAD-7BF4-4392-8AAF-EE5C6FFFCF9F}" srcOrd="1" destOrd="0" presId="urn:microsoft.com/office/officeart/2005/8/layout/orgChart1"/>
    <dgm:cxn modelId="{B1D58549-0BE2-4B6D-B97B-2B94B9312078}" type="presParOf" srcId="{7951F48B-6583-41D0-ACED-62888BFB7AB1}" destId="{20811A52-B30A-429A-8DC3-229B322B0895}" srcOrd="1" destOrd="0" presId="urn:microsoft.com/office/officeart/2005/8/layout/orgChart1"/>
    <dgm:cxn modelId="{F7371060-7162-4CCC-8926-9A6298F50F7F}" type="presParOf" srcId="{20811A52-B30A-429A-8DC3-229B322B0895}" destId="{47580015-B219-4D77-BACC-E8CDF458A13E}" srcOrd="0" destOrd="0" presId="urn:microsoft.com/office/officeart/2005/8/layout/orgChart1"/>
    <dgm:cxn modelId="{9AFB205A-2653-4814-8B6E-439B7B135543}" type="presParOf" srcId="{20811A52-B30A-429A-8DC3-229B322B0895}" destId="{B79F123C-DC97-4789-8A42-58A8FA911067}" srcOrd="1" destOrd="0" presId="urn:microsoft.com/office/officeart/2005/8/layout/orgChart1"/>
    <dgm:cxn modelId="{A6A33834-D186-4F8E-87F7-D90CB3CA07B6}" type="presParOf" srcId="{B79F123C-DC97-4789-8A42-58A8FA911067}" destId="{E3C4943B-3EDB-4423-8CF4-7D3122EE1AEF}" srcOrd="0" destOrd="0" presId="urn:microsoft.com/office/officeart/2005/8/layout/orgChart1"/>
    <dgm:cxn modelId="{F5639071-41A5-433F-863F-CFCA74AF30FB}" type="presParOf" srcId="{E3C4943B-3EDB-4423-8CF4-7D3122EE1AEF}" destId="{55ADA2E8-DBB1-4D45-BB07-AE138602B78F}" srcOrd="0" destOrd="0" presId="urn:microsoft.com/office/officeart/2005/8/layout/orgChart1"/>
    <dgm:cxn modelId="{B31ACD8B-3169-4A5A-822A-30B98FCF486C}" type="presParOf" srcId="{E3C4943B-3EDB-4423-8CF4-7D3122EE1AEF}" destId="{8D8D7AF8-6751-4FCF-9A36-E0607ADECCE4}" srcOrd="1" destOrd="0" presId="urn:microsoft.com/office/officeart/2005/8/layout/orgChart1"/>
    <dgm:cxn modelId="{943FF593-803F-43D3-B855-04D5111CD4BA}" type="presParOf" srcId="{B79F123C-DC97-4789-8A42-58A8FA911067}" destId="{90A37551-44D8-4BC3-A5A3-467E6F78B274}" srcOrd="1" destOrd="0" presId="urn:microsoft.com/office/officeart/2005/8/layout/orgChart1"/>
    <dgm:cxn modelId="{19C01C78-BD45-4010-AB74-204DAFC36988}" type="presParOf" srcId="{90A37551-44D8-4BC3-A5A3-467E6F78B274}" destId="{E4C417E6-6D43-4C51-B306-DC6B34B86E7D}" srcOrd="0" destOrd="0" presId="urn:microsoft.com/office/officeart/2005/8/layout/orgChart1"/>
    <dgm:cxn modelId="{9A6E1FF2-34E0-4019-87EC-723072D609C9}" type="presParOf" srcId="{90A37551-44D8-4BC3-A5A3-467E6F78B274}" destId="{3FCB6990-9707-4065-AE62-A9520968A344}" srcOrd="1" destOrd="0" presId="urn:microsoft.com/office/officeart/2005/8/layout/orgChart1"/>
    <dgm:cxn modelId="{8E831809-52A6-4A72-AA8B-4A841C166DA2}" type="presParOf" srcId="{3FCB6990-9707-4065-AE62-A9520968A344}" destId="{B05371F1-4452-45D3-8484-21D841DD36F9}" srcOrd="0" destOrd="0" presId="urn:microsoft.com/office/officeart/2005/8/layout/orgChart1"/>
    <dgm:cxn modelId="{871A0C8C-AF93-4B72-8F5B-03B8EC971CCC}" type="presParOf" srcId="{B05371F1-4452-45D3-8484-21D841DD36F9}" destId="{83A6093B-2D97-45ED-8879-C9E8B287C021}" srcOrd="0" destOrd="0" presId="urn:microsoft.com/office/officeart/2005/8/layout/orgChart1"/>
    <dgm:cxn modelId="{838DF8E1-50FF-4AFF-8AF1-C760A9212FB0}" type="presParOf" srcId="{B05371F1-4452-45D3-8484-21D841DD36F9}" destId="{96CF53B5-6E71-48AF-91AA-AFC6B2643400}" srcOrd="1" destOrd="0" presId="urn:microsoft.com/office/officeart/2005/8/layout/orgChart1"/>
    <dgm:cxn modelId="{1F18814F-6AB8-4682-A853-2E6D6B05D855}" type="presParOf" srcId="{3FCB6990-9707-4065-AE62-A9520968A344}" destId="{301DCB4D-0349-4AD2-866F-7468B8274F4A}" srcOrd="1" destOrd="0" presId="urn:microsoft.com/office/officeart/2005/8/layout/orgChart1"/>
    <dgm:cxn modelId="{4140869C-3ABA-45A7-81F8-AA1D50E63BAF}" type="presParOf" srcId="{3FCB6990-9707-4065-AE62-A9520968A344}" destId="{10564D71-82A0-4AB8-A57D-B8D8274345B7}" srcOrd="2" destOrd="0" presId="urn:microsoft.com/office/officeart/2005/8/layout/orgChart1"/>
    <dgm:cxn modelId="{313ECFBC-4C4C-4627-B1A6-65CAC810845D}" type="presParOf" srcId="{90A37551-44D8-4BC3-A5A3-467E6F78B274}" destId="{713FC7F7-463C-49E2-8512-E0FACF5FC50F}" srcOrd="2" destOrd="0" presId="urn:microsoft.com/office/officeart/2005/8/layout/orgChart1"/>
    <dgm:cxn modelId="{DB15DFFB-31EE-483F-88D2-E1DF90C52DF2}" type="presParOf" srcId="{90A37551-44D8-4BC3-A5A3-467E6F78B274}" destId="{42ADDDEA-3DAE-4242-8A07-7DDA164CA542}" srcOrd="3" destOrd="0" presId="urn:microsoft.com/office/officeart/2005/8/layout/orgChart1"/>
    <dgm:cxn modelId="{9B8B1C71-8D0C-42F7-B0E3-57717D2052E1}" type="presParOf" srcId="{42ADDDEA-3DAE-4242-8A07-7DDA164CA542}" destId="{8321A1B4-35B5-4654-8D8D-666B069E07A8}" srcOrd="0" destOrd="0" presId="urn:microsoft.com/office/officeart/2005/8/layout/orgChart1"/>
    <dgm:cxn modelId="{8481675F-3829-40D6-B6EF-6D366A80852F}" type="presParOf" srcId="{8321A1B4-35B5-4654-8D8D-666B069E07A8}" destId="{4ECA725B-FC4D-4720-8F73-1D445CD44ACC}" srcOrd="0" destOrd="0" presId="urn:microsoft.com/office/officeart/2005/8/layout/orgChart1"/>
    <dgm:cxn modelId="{EAA082F8-82A7-4CEA-8414-9416C7B7B833}" type="presParOf" srcId="{8321A1B4-35B5-4654-8D8D-666B069E07A8}" destId="{BA97797B-C00C-4C4B-8A27-CC5BAD09F205}" srcOrd="1" destOrd="0" presId="urn:microsoft.com/office/officeart/2005/8/layout/orgChart1"/>
    <dgm:cxn modelId="{FBED2699-49D4-4E48-AE18-D616D265B9F4}" type="presParOf" srcId="{42ADDDEA-3DAE-4242-8A07-7DDA164CA542}" destId="{C60AD9C7-D333-46A7-8069-55E155FFBB56}" srcOrd="1" destOrd="0" presId="urn:microsoft.com/office/officeart/2005/8/layout/orgChart1"/>
    <dgm:cxn modelId="{E1BFFFB8-3601-47F3-8A37-007CD3061908}" type="presParOf" srcId="{42ADDDEA-3DAE-4242-8A07-7DDA164CA542}" destId="{32239032-E4B8-4218-BCC0-B340BE2DAAB8}" srcOrd="2" destOrd="0" presId="urn:microsoft.com/office/officeart/2005/8/layout/orgChart1"/>
    <dgm:cxn modelId="{4539F306-4D77-4406-BB28-FAE18C5378DB}" type="presParOf" srcId="{B79F123C-DC97-4789-8A42-58A8FA911067}" destId="{AD9E0996-5840-4942-8D3D-FB07FC8DC747}" srcOrd="2" destOrd="0" presId="urn:microsoft.com/office/officeart/2005/8/layout/orgChart1"/>
    <dgm:cxn modelId="{A01481D3-4E82-49F7-AFC4-FAC492F0D578}" type="presParOf" srcId="{20811A52-B30A-429A-8DC3-229B322B0895}" destId="{A028CB26-2A28-43F3-AAEE-C349EE60B991}" srcOrd="2" destOrd="0" presId="urn:microsoft.com/office/officeart/2005/8/layout/orgChart1"/>
    <dgm:cxn modelId="{E2E283F9-50C1-4079-8563-A21FD59ABEB0}" type="presParOf" srcId="{20811A52-B30A-429A-8DC3-229B322B0895}" destId="{B6AC9809-A45A-4E1B-9798-31D2FB381D11}" srcOrd="3" destOrd="0" presId="urn:microsoft.com/office/officeart/2005/8/layout/orgChart1"/>
    <dgm:cxn modelId="{968B7FC0-CF08-4D86-A8B9-A61FBB238CA4}" type="presParOf" srcId="{B6AC9809-A45A-4E1B-9798-31D2FB381D11}" destId="{79B07C90-887B-4DC1-AAD4-4099B9FA6E12}" srcOrd="0" destOrd="0" presId="urn:microsoft.com/office/officeart/2005/8/layout/orgChart1"/>
    <dgm:cxn modelId="{871FC979-88E7-458A-98F3-3F236CFFD948}" type="presParOf" srcId="{79B07C90-887B-4DC1-AAD4-4099B9FA6E12}" destId="{2E61B2C5-080C-479C-82DA-12C9F9ACD9ED}" srcOrd="0" destOrd="0" presId="urn:microsoft.com/office/officeart/2005/8/layout/orgChart1"/>
    <dgm:cxn modelId="{57A86ABE-62B4-429D-8036-CC404A6B07F3}" type="presParOf" srcId="{79B07C90-887B-4DC1-AAD4-4099B9FA6E12}" destId="{FAF5B3B4-66EA-4F63-A633-92E8B1EE1BF9}" srcOrd="1" destOrd="0" presId="urn:microsoft.com/office/officeart/2005/8/layout/orgChart1"/>
    <dgm:cxn modelId="{061C7ABB-CF03-4A82-920E-8AC6249C9196}" type="presParOf" srcId="{B6AC9809-A45A-4E1B-9798-31D2FB381D11}" destId="{87EF6A9F-367D-4341-BA3A-971F57E256CC}" srcOrd="1" destOrd="0" presId="urn:microsoft.com/office/officeart/2005/8/layout/orgChart1"/>
    <dgm:cxn modelId="{C75FE16C-4DF9-4F11-89FC-CEF5B16A3B58}" type="presParOf" srcId="{B6AC9809-A45A-4E1B-9798-31D2FB381D11}" destId="{85108672-4383-4D13-94CF-E6245DBE091A}" srcOrd="2" destOrd="0" presId="urn:microsoft.com/office/officeart/2005/8/layout/orgChart1"/>
    <dgm:cxn modelId="{4A0169F5-5483-494B-A223-A3689E0D8FD0}" type="presParOf" srcId="{20811A52-B30A-429A-8DC3-229B322B0895}" destId="{6D57AB98-CAFC-4892-A536-63026288213A}" srcOrd="4" destOrd="0" presId="urn:microsoft.com/office/officeart/2005/8/layout/orgChart1"/>
    <dgm:cxn modelId="{DF6C2996-919E-48CF-906C-2C73141342ED}" type="presParOf" srcId="{20811A52-B30A-429A-8DC3-229B322B0895}" destId="{E17FA2D7-F963-4C1D-81CF-889BF2E0064A}" srcOrd="5" destOrd="0" presId="urn:microsoft.com/office/officeart/2005/8/layout/orgChart1"/>
    <dgm:cxn modelId="{41970070-265A-42E9-86EC-78A0BE4BC477}" type="presParOf" srcId="{E17FA2D7-F963-4C1D-81CF-889BF2E0064A}" destId="{4738C108-4283-4EA0-8817-283B7AB30183}" srcOrd="0" destOrd="0" presId="urn:microsoft.com/office/officeart/2005/8/layout/orgChart1"/>
    <dgm:cxn modelId="{D8B3545A-F144-4837-B249-9586B8088D46}" type="presParOf" srcId="{4738C108-4283-4EA0-8817-283B7AB30183}" destId="{BE8C8DF0-8BE8-4B60-A06B-9C0F1799EECD}" srcOrd="0" destOrd="0" presId="urn:microsoft.com/office/officeart/2005/8/layout/orgChart1"/>
    <dgm:cxn modelId="{0DEFAF6C-E7D1-4A05-8923-4438CC4BB107}" type="presParOf" srcId="{4738C108-4283-4EA0-8817-283B7AB30183}" destId="{116A0DCB-FC66-4526-B818-22C79F1855C9}" srcOrd="1" destOrd="0" presId="urn:microsoft.com/office/officeart/2005/8/layout/orgChart1"/>
    <dgm:cxn modelId="{659C2372-250F-46C3-8A4A-371935E57491}" type="presParOf" srcId="{E17FA2D7-F963-4C1D-81CF-889BF2E0064A}" destId="{1B9AE6A5-2153-4CC7-82FE-4205446585AF}" srcOrd="1" destOrd="0" presId="urn:microsoft.com/office/officeart/2005/8/layout/orgChart1"/>
    <dgm:cxn modelId="{7DF82CBC-B230-4F3D-9FDD-67826B6F21C1}" type="presParOf" srcId="{E17FA2D7-F963-4C1D-81CF-889BF2E0064A}" destId="{9221E14A-032F-43DC-94BD-ACE0AB165043}" srcOrd="2" destOrd="0" presId="urn:microsoft.com/office/officeart/2005/8/layout/orgChart1"/>
    <dgm:cxn modelId="{B1E7351A-42B7-4BD2-BFA8-465B43334F71}" type="presParOf" srcId="{7951F48B-6583-41D0-ACED-62888BFB7AB1}" destId="{340940D4-1FB5-41BA-8491-DB97016E5ECB}" srcOrd="2" destOrd="0" presId="urn:microsoft.com/office/officeart/2005/8/layout/orgChart1"/>
    <dgm:cxn modelId="{DCEB917C-3A31-4903-805E-5DEFCC480476}" type="presParOf" srcId="{FF69B883-6CF0-43FB-97F7-95A95E8B9184}" destId="{5F80E979-17C9-4754-B07C-C33FF4A1DF88}" srcOrd="2" destOrd="0" presId="urn:microsoft.com/office/officeart/2005/8/layout/orgChart1"/>
    <dgm:cxn modelId="{CBEF5FE2-BEA2-425F-B51B-975202953A5B}" type="presParOf" srcId="{FF69B883-6CF0-43FB-97F7-95A95E8B9184}" destId="{848D5D68-8062-49EB-8601-2733971C67FB}" srcOrd="3" destOrd="0" presId="urn:microsoft.com/office/officeart/2005/8/layout/orgChart1"/>
    <dgm:cxn modelId="{5370F8FB-2652-4A83-8947-23AAD2E44790}" type="presParOf" srcId="{848D5D68-8062-49EB-8601-2733971C67FB}" destId="{3896C253-B7A1-46AE-A8B9-4B94240C05B1}" srcOrd="0" destOrd="0" presId="urn:microsoft.com/office/officeart/2005/8/layout/orgChart1"/>
    <dgm:cxn modelId="{9B71B532-ED0F-442B-98B5-7C48A27F74A7}" type="presParOf" srcId="{3896C253-B7A1-46AE-A8B9-4B94240C05B1}" destId="{68CAE1B0-797B-4912-825F-65219D12FB48}" srcOrd="0" destOrd="0" presId="urn:microsoft.com/office/officeart/2005/8/layout/orgChart1"/>
    <dgm:cxn modelId="{995B53B9-40BD-420E-A997-F3C9349B3723}" type="presParOf" srcId="{3896C253-B7A1-46AE-A8B9-4B94240C05B1}" destId="{7D59C665-F9A3-4523-87F6-8FED428A7F77}" srcOrd="1" destOrd="0" presId="urn:microsoft.com/office/officeart/2005/8/layout/orgChart1"/>
    <dgm:cxn modelId="{92D51BBB-FFDA-40B9-8AF1-AEF0925D3C83}" type="presParOf" srcId="{848D5D68-8062-49EB-8601-2733971C67FB}" destId="{8DCA2219-28C5-42E9-865D-46FFE0D6C2CD}" srcOrd="1" destOrd="0" presId="urn:microsoft.com/office/officeart/2005/8/layout/orgChart1"/>
    <dgm:cxn modelId="{7DDDD745-185B-4BEE-8C8F-1EBDDDE79D64}" type="presParOf" srcId="{848D5D68-8062-49EB-8601-2733971C67FB}" destId="{CE7AC1B0-9606-47F4-8012-9F07303C09D2}" srcOrd="2" destOrd="0" presId="urn:microsoft.com/office/officeart/2005/8/layout/orgChart1"/>
    <dgm:cxn modelId="{DA374A28-91A7-41DA-88DA-772981F5BD12}" type="presParOf" srcId="{FF69B883-6CF0-43FB-97F7-95A95E8B9184}" destId="{C32C219C-1738-4F0E-883E-6E06C6346F77}" srcOrd="4" destOrd="0" presId="urn:microsoft.com/office/officeart/2005/8/layout/orgChart1"/>
    <dgm:cxn modelId="{99CCA4F7-E7B2-4679-89ED-2F875EBFF952}" type="presParOf" srcId="{FF69B883-6CF0-43FB-97F7-95A95E8B9184}" destId="{A34A1CF4-5A63-4F59-93C4-02DCCF0F2B67}" srcOrd="5" destOrd="0" presId="urn:microsoft.com/office/officeart/2005/8/layout/orgChart1"/>
    <dgm:cxn modelId="{43E2326D-327F-4FDB-A6E7-E31FF8BA941B}" type="presParOf" srcId="{A34A1CF4-5A63-4F59-93C4-02DCCF0F2B67}" destId="{5B2D228A-DE31-41B9-B9AC-B97F8C8C54CE}" srcOrd="0" destOrd="0" presId="urn:microsoft.com/office/officeart/2005/8/layout/orgChart1"/>
    <dgm:cxn modelId="{F60AEA4E-50FD-4FA0-B76F-F0A36D3639AC}" type="presParOf" srcId="{5B2D228A-DE31-41B9-B9AC-B97F8C8C54CE}" destId="{B7381F9C-D950-448E-A6B4-3A1339732A68}" srcOrd="0" destOrd="0" presId="urn:microsoft.com/office/officeart/2005/8/layout/orgChart1"/>
    <dgm:cxn modelId="{F65540CA-FEF9-40EB-AC00-7EF1030B5ED7}" type="presParOf" srcId="{5B2D228A-DE31-41B9-B9AC-B97F8C8C54CE}" destId="{8F906FD5-44C7-478B-8076-8CA808FDDF21}" srcOrd="1" destOrd="0" presId="urn:microsoft.com/office/officeart/2005/8/layout/orgChart1"/>
    <dgm:cxn modelId="{D34C663C-8D5A-4177-8559-BE852460966C}" type="presParOf" srcId="{A34A1CF4-5A63-4F59-93C4-02DCCF0F2B67}" destId="{8FAC83B4-4E75-41B9-9782-BFE181CFFFFD}" srcOrd="1" destOrd="0" presId="urn:microsoft.com/office/officeart/2005/8/layout/orgChart1"/>
    <dgm:cxn modelId="{28C1E626-B664-481F-9EA6-4CC5E9E0D444}" type="presParOf" srcId="{A34A1CF4-5A63-4F59-93C4-02DCCF0F2B67}" destId="{6F5AC14D-E100-4372-A491-084AF497C413}" srcOrd="2" destOrd="0" presId="urn:microsoft.com/office/officeart/2005/8/layout/orgChart1"/>
    <dgm:cxn modelId="{8EA2F3AA-5A59-406F-A4D0-BAD6B13121D9}" type="presParOf" srcId="{7F345EA0-F445-4E62-92B3-4CE346A3E33C}" destId="{9662D1AC-1497-47A0-9358-E75F01916E5B}" srcOrd="2" destOrd="0" presId="urn:microsoft.com/office/officeart/2005/8/layout/orgChart1"/>
    <dgm:cxn modelId="{1FA07E13-6E96-4CA7-8714-B5EB21F07087}" type="presParOf" srcId="{9662D1AC-1497-47A0-9358-E75F01916E5B}" destId="{34557B48-FA7B-47CD-994E-4136D6BA6178}" srcOrd="0" destOrd="0" presId="urn:microsoft.com/office/officeart/2005/8/layout/orgChart1"/>
    <dgm:cxn modelId="{C17623A8-047B-4F90-9FB2-50BEA4FB0C9D}" type="presParOf" srcId="{9662D1AC-1497-47A0-9358-E75F01916E5B}" destId="{3A0B1422-768B-4A0E-9075-B5A6794F8809}" srcOrd="1" destOrd="0" presId="urn:microsoft.com/office/officeart/2005/8/layout/orgChart1"/>
    <dgm:cxn modelId="{12488195-EBE7-4554-809A-B807F6064E19}" type="presParOf" srcId="{3A0B1422-768B-4A0E-9075-B5A6794F8809}" destId="{007525B8-E227-4739-89B1-AF1EAD6976EF}" srcOrd="0" destOrd="0" presId="urn:microsoft.com/office/officeart/2005/8/layout/orgChart1"/>
    <dgm:cxn modelId="{3FAB01FD-D38F-4C71-A767-121D9C5FDD30}" type="presParOf" srcId="{007525B8-E227-4739-89B1-AF1EAD6976EF}" destId="{89047AEC-A915-4D8B-BBE5-9537B4A134A4}" srcOrd="0" destOrd="0" presId="urn:microsoft.com/office/officeart/2005/8/layout/orgChart1"/>
    <dgm:cxn modelId="{ECF6062F-4A17-4458-82A8-5BB066E57296}" type="presParOf" srcId="{007525B8-E227-4739-89B1-AF1EAD6976EF}" destId="{D2A1A9F9-279F-49A5-86FF-97AA1EE8E72E}" srcOrd="1" destOrd="0" presId="urn:microsoft.com/office/officeart/2005/8/layout/orgChart1"/>
    <dgm:cxn modelId="{36EEABDA-22BC-4831-8DFB-C29170B78B38}" type="presParOf" srcId="{3A0B1422-768B-4A0E-9075-B5A6794F8809}" destId="{DDF05B4D-DA12-4328-9530-9E8AAF178101}" srcOrd="1" destOrd="0" presId="urn:microsoft.com/office/officeart/2005/8/layout/orgChart1"/>
    <dgm:cxn modelId="{F24E6E69-BBA5-4C54-9F6F-B4EB33D107FB}" type="presParOf" srcId="{3A0B1422-768B-4A0E-9075-B5A6794F8809}" destId="{DC45CE0E-B965-483B-B898-451CA07F57EB}" srcOrd="2" destOrd="0" presId="urn:microsoft.com/office/officeart/2005/8/layout/orgChart1"/>
    <dgm:cxn modelId="{AEAC3805-41A2-45CD-A755-B580D9CBFC5D}" type="presParOf" srcId="{9662D1AC-1497-47A0-9358-E75F01916E5B}" destId="{9DA176A3-370C-4D51-855B-C7ED09A772EF}" srcOrd="2" destOrd="0" presId="urn:microsoft.com/office/officeart/2005/8/layout/orgChart1"/>
    <dgm:cxn modelId="{1CC309E8-7E76-4DE7-B145-966DBDE757D9}" type="presParOf" srcId="{9662D1AC-1497-47A0-9358-E75F01916E5B}" destId="{E56AC20F-4D87-4AA6-9F61-FC692E1C4E56}" srcOrd="3" destOrd="0" presId="urn:microsoft.com/office/officeart/2005/8/layout/orgChart1"/>
    <dgm:cxn modelId="{E10D47D7-4EFA-4386-97D5-721F2B5FAC0D}" type="presParOf" srcId="{E56AC20F-4D87-4AA6-9F61-FC692E1C4E56}" destId="{12D85B44-097E-4A0E-9A14-5D369D8FD36F}" srcOrd="0" destOrd="0" presId="urn:microsoft.com/office/officeart/2005/8/layout/orgChart1"/>
    <dgm:cxn modelId="{88210BA9-B389-4FCF-A8B3-CDBEF36F6B56}" type="presParOf" srcId="{12D85B44-097E-4A0E-9A14-5D369D8FD36F}" destId="{04F650BF-C694-4993-BA33-33D9DA13F6EA}" srcOrd="0" destOrd="0" presId="urn:microsoft.com/office/officeart/2005/8/layout/orgChart1"/>
    <dgm:cxn modelId="{72B5E312-F05E-4393-A0B2-CC52F7C1D468}" type="presParOf" srcId="{12D85B44-097E-4A0E-9A14-5D369D8FD36F}" destId="{73168BEE-2449-4FF7-906C-B4A2792ED4E9}" srcOrd="1" destOrd="0" presId="urn:microsoft.com/office/officeart/2005/8/layout/orgChart1"/>
    <dgm:cxn modelId="{A5617C8D-F96E-4E27-AFAE-6AAF8CE64686}" type="presParOf" srcId="{E56AC20F-4D87-4AA6-9F61-FC692E1C4E56}" destId="{39C04FA6-F76E-452B-B082-72ED6FF38205}" srcOrd="1" destOrd="0" presId="urn:microsoft.com/office/officeart/2005/8/layout/orgChart1"/>
    <dgm:cxn modelId="{624F2088-07C5-4486-856A-3F8F8729CEE3}" type="presParOf" srcId="{E56AC20F-4D87-4AA6-9F61-FC692E1C4E56}" destId="{9B7AA089-E89B-489B-B3B6-0EA2483131E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78BA3B-071A-4CE6-9BEF-39F41890AC3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CCFDCF-153F-47FC-809B-3F3E1A0EE6B8}">
      <dgm:prSet phldrT="[Text]"/>
      <dgm:spPr/>
      <dgm:t>
        <a:bodyPr/>
        <a:lstStyle/>
        <a:p>
          <a:r>
            <a:rPr lang="en-US"/>
            <a:t>Manager</a:t>
          </a:r>
        </a:p>
      </dgm:t>
    </dgm:pt>
    <dgm:pt modelId="{9E908B5B-6E06-4611-81C9-250A62CB1C15}" type="parTrans" cxnId="{656FD89B-1557-4393-94AD-F1BECDE7E491}">
      <dgm:prSet/>
      <dgm:spPr/>
      <dgm:t>
        <a:bodyPr/>
        <a:lstStyle/>
        <a:p>
          <a:endParaRPr lang="en-US"/>
        </a:p>
      </dgm:t>
    </dgm:pt>
    <dgm:pt modelId="{3836F5AA-7520-43EC-975C-9F199AA6DDA6}" type="sibTrans" cxnId="{656FD89B-1557-4393-94AD-F1BECDE7E491}">
      <dgm:prSet/>
      <dgm:spPr/>
      <dgm:t>
        <a:bodyPr/>
        <a:lstStyle/>
        <a:p>
          <a:endParaRPr lang="en-US"/>
        </a:p>
      </dgm:t>
    </dgm:pt>
    <dgm:pt modelId="{D7DB32AE-1378-4292-BD71-EBC17F047757}" type="asst">
      <dgm:prSet phldrT="[Text]" phldr="1"/>
      <dgm:spPr/>
      <dgm:t>
        <a:bodyPr/>
        <a:lstStyle/>
        <a:p>
          <a:endParaRPr lang="en-US"/>
        </a:p>
      </dgm:t>
    </dgm:pt>
    <dgm:pt modelId="{B205B8B4-70B8-4880-911E-6B12E62AD853}" type="parTrans" cxnId="{1C6305C4-CC7F-4943-87E3-613504AA3AF4}">
      <dgm:prSet/>
      <dgm:spPr/>
      <dgm:t>
        <a:bodyPr/>
        <a:lstStyle/>
        <a:p>
          <a:endParaRPr lang="en-US"/>
        </a:p>
      </dgm:t>
    </dgm:pt>
    <dgm:pt modelId="{8433A1E5-B122-4854-AB06-F0F246516A71}" type="sibTrans" cxnId="{1C6305C4-CC7F-4943-87E3-613504AA3AF4}">
      <dgm:prSet/>
      <dgm:spPr/>
      <dgm:t>
        <a:bodyPr/>
        <a:lstStyle/>
        <a:p>
          <a:endParaRPr lang="en-US"/>
        </a:p>
      </dgm:t>
    </dgm:pt>
    <dgm:pt modelId="{A2DA729A-31BD-4A81-8C87-A2CE4C71CB4F}">
      <dgm:prSet phldrT="[Text]" phldr="1"/>
      <dgm:spPr/>
      <dgm:t>
        <a:bodyPr/>
        <a:lstStyle/>
        <a:p>
          <a:endParaRPr lang="en-US"/>
        </a:p>
      </dgm:t>
    </dgm:pt>
    <dgm:pt modelId="{FF989AA8-77D4-484A-A74C-48EA70060233}" type="parTrans" cxnId="{19E49303-44B8-4DB1-ACA7-50312A9A9449}">
      <dgm:prSet/>
      <dgm:spPr/>
      <dgm:t>
        <a:bodyPr/>
        <a:lstStyle/>
        <a:p>
          <a:endParaRPr lang="en-US"/>
        </a:p>
      </dgm:t>
    </dgm:pt>
    <dgm:pt modelId="{0FDB10BE-68E3-449D-B4DA-C1E1AD4CA320}" type="sibTrans" cxnId="{19E49303-44B8-4DB1-ACA7-50312A9A9449}">
      <dgm:prSet/>
      <dgm:spPr/>
      <dgm:t>
        <a:bodyPr/>
        <a:lstStyle/>
        <a:p>
          <a:endParaRPr lang="en-US"/>
        </a:p>
      </dgm:t>
    </dgm:pt>
    <dgm:pt modelId="{614F81B4-AF03-4297-8FA3-8256A31DF587}">
      <dgm:prSet phldrT="[Text]" phldr="1"/>
      <dgm:spPr/>
      <dgm:t>
        <a:bodyPr/>
        <a:lstStyle/>
        <a:p>
          <a:endParaRPr lang="en-US"/>
        </a:p>
      </dgm:t>
    </dgm:pt>
    <dgm:pt modelId="{FCB04184-178F-4580-9918-4C7131D4EB21}" type="parTrans" cxnId="{995E1CD7-E861-4D49-9CD9-6B86EA04D885}">
      <dgm:prSet/>
      <dgm:spPr/>
      <dgm:t>
        <a:bodyPr/>
        <a:lstStyle/>
        <a:p>
          <a:endParaRPr lang="en-US"/>
        </a:p>
      </dgm:t>
    </dgm:pt>
    <dgm:pt modelId="{5CF55614-5971-445E-B7CA-B4F9BA338D88}" type="sibTrans" cxnId="{995E1CD7-E861-4D49-9CD9-6B86EA04D885}">
      <dgm:prSet/>
      <dgm:spPr/>
      <dgm:t>
        <a:bodyPr/>
        <a:lstStyle/>
        <a:p>
          <a:endParaRPr lang="en-US"/>
        </a:p>
      </dgm:t>
    </dgm:pt>
    <dgm:pt modelId="{B46CD4EB-482F-4594-A7DA-D6CC037BB486}">
      <dgm:prSet phldrT="[Text]" phldr="1"/>
      <dgm:spPr/>
      <dgm:t>
        <a:bodyPr/>
        <a:lstStyle/>
        <a:p>
          <a:endParaRPr lang="en-US"/>
        </a:p>
      </dgm:t>
    </dgm:pt>
    <dgm:pt modelId="{B1C6DBCE-8C33-4C2B-9503-BAB4CCBF88A8}" type="parTrans" cxnId="{32FEBE08-0D06-4DB6-86E1-D6E71DF94275}">
      <dgm:prSet/>
      <dgm:spPr/>
      <dgm:t>
        <a:bodyPr/>
        <a:lstStyle/>
        <a:p>
          <a:endParaRPr lang="en-US"/>
        </a:p>
      </dgm:t>
    </dgm:pt>
    <dgm:pt modelId="{774092D3-2985-439D-9BAD-4B99B7CC1B12}" type="sibTrans" cxnId="{32FEBE08-0D06-4DB6-86E1-D6E71DF94275}">
      <dgm:prSet/>
      <dgm:spPr/>
      <dgm:t>
        <a:bodyPr/>
        <a:lstStyle/>
        <a:p>
          <a:endParaRPr lang="en-US"/>
        </a:p>
      </dgm:t>
    </dgm:pt>
    <dgm:pt modelId="{EA93D510-285F-48F8-903E-6D00538CF5E5}" type="asst">
      <dgm:prSet phldrT="[Text]"/>
      <dgm:spPr/>
      <dgm:t>
        <a:bodyPr/>
        <a:lstStyle/>
        <a:p>
          <a:r>
            <a:rPr lang="en-US"/>
            <a:t>Assistant</a:t>
          </a:r>
        </a:p>
      </dgm:t>
    </dgm:pt>
    <dgm:pt modelId="{0B801622-04D5-492F-B131-CE1A7750BA8A}" type="parTrans" cxnId="{287D2843-8F15-4A71-B845-93EF4F21D84C}">
      <dgm:prSet/>
      <dgm:spPr/>
    </dgm:pt>
    <dgm:pt modelId="{E58EC6D3-9BE2-40E8-8B20-D8B98CA28CC4}" type="sibTrans" cxnId="{287D2843-8F15-4A71-B845-93EF4F21D84C}">
      <dgm:prSet/>
      <dgm:spPr/>
    </dgm:pt>
    <dgm:pt modelId="{D1717E81-A20D-4E73-8A36-64E46B6B2F23}">
      <dgm:prSet phldrT="[Text]"/>
      <dgm:spPr/>
      <dgm:t>
        <a:bodyPr/>
        <a:lstStyle/>
        <a:p>
          <a:r>
            <a:rPr lang="en-US"/>
            <a:t>Report One</a:t>
          </a:r>
        </a:p>
      </dgm:t>
    </dgm:pt>
    <dgm:pt modelId="{3DBD0BBE-60D7-4D96-903A-3DC2402206A7}" type="parTrans" cxnId="{A6EBFBF7-94C3-4DED-B528-0FAF86C1783F}">
      <dgm:prSet/>
      <dgm:spPr/>
    </dgm:pt>
    <dgm:pt modelId="{3B8AF1F9-4896-4151-81B1-53F3B8EB0206}" type="sibTrans" cxnId="{A6EBFBF7-94C3-4DED-B528-0FAF86C1783F}">
      <dgm:prSet/>
      <dgm:spPr/>
    </dgm:pt>
    <dgm:pt modelId="{A7F982D1-B810-402C-9987-B492375901D4}">
      <dgm:prSet phldrT="[Text]"/>
      <dgm:spPr/>
      <dgm:t>
        <a:bodyPr/>
        <a:lstStyle/>
        <a:p>
          <a:r>
            <a:rPr lang="en-US"/>
            <a:t>Report Two</a:t>
          </a:r>
        </a:p>
      </dgm:t>
    </dgm:pt>
    <dgm:pt modelId="{1ACAF434-6707-4A17-9912-36B1A74F6205}" type="parTrans" cxnId="{42B121A5-654A-4AF4-A36B-8F23B4F7584A}">
      <dgm:prSet/>
      <dgm:spPr/>
    </dgm:pt>
    <dgm:pt modelId="{5A4A5555-AAD2-4A39-8218-C635957D2668}" type="sibTrans" cxnId="{42B121A5-654A-4AF4-A36B-8F23B4F7584A}">
      <dgm:prSet/>
      <dgm:spPr/>
    </dgm:pt>
    <dgm:pt modelId="{D07CEE1A-BBFA-4055-8F37-339359684F37}">
      <dgm:prSet phldrT="[Text]"/>
      <dgm:spPr/>
      <dgm:t>
        <a:bodyPr/>
        <a:lstStyle/>
        <a:p>
          <a:r>
            <a:rPr lang="en-US"/>
            <a:t>Report Three</a:t>
          </a:r>
        </a:p>
      </dgm:t>
    </dgm:pt>
    <dgm:pt modelId="{981F6370-BA14-4F65-8B40-A10154A06F5B}" type="parTrans" cxnId="{C0C7D30E-7BCF-4DCE-A907-46012FFCB59C}">
      <dgm:prSet/>
      <dgm:spPr/>
    </dgm:pt>
    <dgm:pt modelId="{F6D07510-1EAA-4A49-8492-71C7A9AB804C}" type="sibTrans" cxnId="{C0C7D30E-7BCF-4DCE-A907-46012FFCB59C}">
      <dgm:prSet/>
      <dgm:spPr/>
    </dgm:pt>
    <dgm:pt modelId="{8EE07C40-9CA3-4080-B7E6-09D220B9CE40}">
      <dgm:prSet phldrT="[Text]"/>
      <dgm:spPr/>
      <dgm:t>
        <a:bodyPr/>
        <a:lstStyle/>
        <a:p>
          <a:r>
            <a:rPr lang="en-US"/>
            <a:t>Analyst One</a:t>
          </a:r>
        </a:p>
      </dgm:t>
    </dgm:pt>
    <dgm:pt modelId="{6CAFBC65-36F5-45F1-A07B-9C971F973494}" type="parTrans" cxnId="{B26E446E-27F0-498C-B6AA-08DEB6B49010}">
      <dgm:prSet/>
      <dgm:spPr/>
    </dgm:pt>
    <dgm:pt modelId="{5339C61D-776D-45CE-9DC0-C402AD089454}" type="sibTrans" cxnId="{B26E446E-27F0-498C-B6AA-08DEB6B49010}">
      <dgm:prSet/>
      <dgm:spPr/>
    </dgm:pt>
    <dgm:pt modelId="{4C9185B4-EDCC-4F93-9731-AC25D15D7A57}">
      <dgm:prSet phldrT="[Text]"/>
      <dgm:spPr/>
      <dgm:t>
        <a:bodyPr/>
        <a:lstStyle/>
        <a:p>
          <a:r>
            <a:rPr lang="en-US"/>
            <a:t>Analyst Two</a:t>
          </a:r>
        </a:p>
      </dgm:t>
    </dgm:pt>
    <dgm:pt modelId="{8A773D3C-D2A8-4A55-85BD-A39088B55788}" type="parTrans" cxnId="{88E52CFD-1868-4ECE-AD37-1CF72C723350}">
      <dgm:prSet/>
      <dgm:spPr/>
    </dgm:pt>
    <dgm:pt modelId="{038BA012-9F78-4E52-A575-8693B738CC66}" type="sibTrans" cxnId="{88E52CFD-1868-4ECE-AD37-1CF72C723350}">
      <dgm:prSet/>
      <dgm:spPr/>
    </dgm:pt>
    <dgm:pt modelId="{276AD430-8578-4728-AEED-0C909B512B04}" type="pres">
      <dgm:prSet presAssocID="{5978BA3B-071A-4CE6-9BEF-39F41890AC3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14AE1FD-DEE9-4AD9-B321-DF35644F1415}" type="pres">
      <dgm:prSet presAssocID="{85CCFDCF-153F-47FC-809B-3F3E1A0EE6B8}" presName="hierRoot1" presStyleCnt="0">
        <dgm:presLayoutVars>
          <dgm:hierBranch val="r"/>
        </dgm:presLayoutVars>
      </dgm:prSet>
      <dgm:spPr/>
    </dgm:pt>
    <dgm:pt modelId="{F2E628ED-D647-440E-B59D-8E86980C0C9D}" type="pres">
      <dgm:prSet presAssocID="{85CCFDCF-153F-47FC-809B-3F3E1A0EE6B8}" presName="rootComposite1" presStyleCnt="0"/>
      <dgm:spPr/>
    </dgm:pt>
    <dgm:pt modelId="{7CA52EB1-2B20-4CE6-9DAC-1216621FA0FB}" type="pres">
      <dgm:prSet presAssocID="{85CCFDCF-153F-47FC-809B-3F3E1A0EE6B8}" presName="rootText1" presStyleLbl="node0" presStyleIdx="0" presStyleCnt="1">
        <dgm:presLayoutVars>
          <dgm:chPref val="3"/>
        </dgm:presLayoutVars>
      </dgm:prSet>
      <dgm:spPr/>
    </dgm:pt>
    <dgm:pt modelId="{5B9690DE-47EE-4AC7-B4D3-3F1B40FC4B3A}" type="pres">
      <dgm:prSet presAssocID="{85CCFDCF-153F-47FC-809B-3F3E1A0EE6B8}" presName="rootConnector1" presStyleLbl="node1" presStyleIdx="0" presStyleCnt="0"/>
      <dgm:spPr/>
    </dgm:pt>
    <dgm:pt modelId="{FC4EFF42-3CE1-4C53-8A76-C7C1F49F18F0}" type="pres">
      <dgm:prSet presAssocID="{85CCFDCF-153F-47FC-809B-3F3E1A0EE6B8}" presName="hierChild2" presStyleCnt="0"/>
      <dgm:spPr/>
    </dgm:pt>
    <dgm:pt modelId="{3DEBAD75-E962-43F5-BB81-DE39177E6778}" type="pres">
      <dgm:prSet presAssocID="{FF989AA8-77D4-484A-A74C-48EA70060233}" presName="Name50" presStyleLbl="parChTrans1D2" presStyleIdx="0" presStyleCnt="5"/>
      <dgm:spPr/>
    </dgm:pt>
    <dgm:pt modelId="{C8792DC2-394F-46AD-81D3-8D2699099297}" type="pres">
      <dgm:prSet presAssocID="{A2DA729A-31BD-4A81-8C87-A2CE4C71CB4F}" presName="hierRoot2" presStyleCnt="0">
        <dgm:presLayoutVars>
          <dgm:hierBranch val="init"/>
        </dgm:presLayoutVars>
      </dgm:prSet>
      <dgm:spPr/>
    </dgm:pt>
    <dgm:pt modelId="{FDDECD60-DC39-42D5-ACF4-70A860645F87}" type="pres">
      <dgm:prSet presAssocID="{A2DA729A-31BD-4A81-8C87-A2CE4C71CB4F}" presName="rootComposite" presStyleCnt="0"/>
      <dgm:spPr/>
    </dgm:pt>
    <dgm:pt modelId="{C0454336-DE29-4C51-BBC2-88543D2D9A40}" type="pres">
      <dgm:prSet presAssocID="{A2DA729A-31BD-4A81-8C87-A2CE4C71CB4F}" presName="rootText" presStyleLbl="node2" presStyleIdx="0" presStyleCnt="3">
        <dgm:presLayoutVars>
          <dgm:chPref val="3"/>
        </dgm:presLayoutVars>
      </dgm:prSet>
      <dgm:spPr/>
    </dgm:pt>
    <dgm:pt modelId="{9131BF7F-6839-40F3-863E-A14E9C022535}" type="pres">
      <dgm:prSet presAssocID="{A2DA729A-31BD-4A81-8C87-A2CE4C71CB4F}" presName="rootConnector" presStyleLbl="node2" presStyleIdx="0" presStyleCnt="3"/>
      <dgm:spPr/>
    </dgm:pt>
    <dgm:pt modelId="{03EB1D66-4065-43C4-9CA2-DE57025F8326}" type="pres">
      <dgm:prSet presAssocID="{A2DA729A-31BD-4A81-8C87-A2CE4C71CB4F}" presName="hierChild4" presStyleCnt="0"/>
      <dgm:spPr/>
    </dgm:pt>
    <dgm:pt modelId="{9C26E7B2-3273-4C12-BA9A-7A209D18E422}" type="pres">
      <dgm:prSet presAssocID="{3DBD0BBE-60D7-4D96-903A-3DC2402206A7}" presName="Name37" presStyleLbl="parChTrans1D3" presStyleIdx="0" presStyleCnt="3"/>
      <dgm:spPr/>
    </dgm:pt>
    <dgm:pt modelId="{8A89B399-375C-4302-87C4-E2062EC7042E}" type="pres">
      <dgm:prSet presAssocID="{D1717E81-A20D-4E73-8A36-64E46B6B2F23}" presName="hierRoot2" presStyleCnt="0">
        <dgm:presLayoutVars>
          <dgm:hierBranch val="init"/>
        </dgm:presLayoutVars>
      </dgm:prSet>
      <dgm:spPr/>
    </dgm:pt>
    <dgm:pt modelId="{3F622DCE-08BF-439F-BA77-F1C66FAF6616}" type="pres">
      <dgm:prSet presAssocID="{D1717E81-A20D-4E73-8A36-64E46B6B2F23}" presName="rootComposite" presStyleCnt="0"/>
      <dgm:spPr/>
    </dgm:pt>
    <dgm:pt modelId="{FC13A645-35CC-48D7-98C4-DA41C3B781B5}" type="pres">
      <dgm:prSet presAssocID="{D1717E81-A20D-4E73-8A36-64E46B6B2F23}" presName="rootText" presStyleLbl="node3" presStyleIdx="0" presStyleCnt="3">
        <dgm:presLayoutVars>
          <dgm:chPref val="3"/>
        </dgm:presLayoutVars>
      </dgm:prSet>
      <dgm:spPr/>
    </dgm:pt>
    <dgm:pt modelId="{9B7A709D-F54F-4BC4-94F4-14952B9AC3F7}" type="pres">
      <dgm:prSet presAssocID="{D1717E81-A20D-4E73-8A36-64E46B6B2F23}" presName="rootConnector" presStyleLbl="node3" presStyleIdx="0" presStyleCnt="3"/>
      <dgm:spPr/>
    </dgm:pt>
    <dgm:pt modelId="{ED3C0AD7-8848-40E9-A95F-57024915891D}" type="pres">
      <dgm:prSet presAssocID="{D1717E81-A20D-4E73-8A36-64E46B6B2F23}" presName="hierChild4" presStyleCnt="0"/>
      <dgm:spPr/>
    </dgm:pt>
    <dgm:pt modelId="{7BF7216A-4D44-4BA3-8B49-ABDA2DFC5973}" type="pres">
      <dgm:prSet presAssocID="{6CAFBC65-36F5-45F1-A07B-9C971F973494}" presName="Name37" presStyleLbl="parChTrans1D4" presStyleIdx="0" presStyleCnt="2"/>
      <dgm:spPr/>
    </dgm:pt>
    <dgm:pt modelId="{56AF7D64-2B75-4E35-AE9B-2D723C3FA344}" type="pres">
      <dgm:prSet presAssocID="{8EE07C40-9CA3-4080-B7E6-09D220B9CE40}" presName="hierRoot2" presStyleCnt="0">
        <dgm:presLayoutVars>
          <dgm:hierBranch val="init"/>
        </dgm:presLayoutVars>
      </dgm:prSet>
      <dgm:spPr/>
    </dgm:pt>
    <dgm:pt modelId="{63423608-E9DE-46FD-B3F6-8CC538F15119}" type="pres">
      <dgm:prSet presAssocID="{8EE07C40-9CA3-4080-B7E6-09D220B9CE40}" presName="rootComposite" presStyleCnt="0"/>
      <dgm:spPr/>
    </dgm:pt>
    <dgm:pt modelId="{435D5262-A881-4D21-886E-47D9E2AA90BF}" type="pres">
      <dgm:prSet presAssocID="{8EE07C40-9CA3-4080-B7E6-09D220B9CE40}" presName="rootText" presStyleLbl="node4" presStyleIdx="0" presStyleCnt="2">
        <dgm:presLayoutVars>
          <dgm:chPref val="3"/>
        </dgm:presLayoutVars>
      </dgm:prSet>
      <dgm:spPr/>
    </dgm:pt>
    <dgm:pt modelId="{6907B8DC-1732-4A95-8A0E-BE7548AABD0F}" type="pres">
      <dgm:prSet presAssocID="{8EE07C40-9CA3-4080-B7E6-09D220B9CE40}" presName="rootConnector" presStyleLbl="node4" presStyleIdx="0" presStyleCnt="2"/>
      <dgm:spPr/>
    </dgm:pt>
    <dgm:pt modelId="{1FB8E77C-CDA5-4A73-B213-D37CEB665FE0}" type="pres">
      <dgm:prSet presAssocID="{8EE07C40-9CA3-4080-B7E6-09D220B9CE40}" presName="hierChild4" presStyleCnt="0"/>
      <dgm:spPr/>
    </dgm:pt>
    <dgm:pt modelId="{79D31650-8060-46BD-A20C-8212005CA190}" type="pres">
      <dgm:prSet presAssocID="{8EE07C40-9CA3-4080-B7E6-09D220B9CE40}" presName="hierChild5" presStyleCnt="0"/>
      <dgm:spPr/>
    </dgm:pt>
    <dgm:pt modelId="{91BC392C-F478-4F47-ABEF-AF5B49EBC2E2}" type="pres">
      <dgm:prSet presAssocID="{8A773D3C-D2A8-4A55-85BD-A39088B55788}" presName="Name37" presStyleLbl="parChTrans1D4" presStyleIdx="1" presStyleCnt="2"/>
      <dgm:spPr/>
    </dgm:pt>
    <dgm:pt modelId="{85524DC5-EBAC-4811-B2D8-C9CE513C8D93}" type="pres">
      <dgm:prSet presAssocID="{4C9185B4-EDCC-4F93-9731-AC25D15D7A57}" presName="hierRoot2" presStyleCnt="0">
        <dgm:presLayoutVars>
          <dgm:hierBranch val="init"/>
        </dgm:presLayoutVars>
      </dgm:prSet>
      <dgm:spPr/>
    </dgm:pt>
    <dgm:pt modelId="{9AC85457-A688-4302-8346-F8EA2EC1814B}" type="pres">
      <dgm:prSet presAssocID="{4C9185B4-EDCC-4F93-9731-AC25D15D7A57}" presName="rootComposite" presStyleCnt="0"/>
      <dgm:spPr/>
    </dgm:pt>
    <dgm:pt modelId="{30A0556A-C897-4CA9-9D8D-D1870B406CB0}" type="pres">
      <dgm:prSet presAssocID="{4C9185B4-EDCC-4F93-9731-AC25D15D7A57}" presName="rootText" presStyleLbl="node4" presStyleIdx="1" presStyleCnt="2">
        <dgm:presLayoutVars>
          <dgm:chPref val="3"/>
        </dgm:presLayoutVars>
      </dgm:prSet>
      <dgm:spPr/>
    </dgm:pt>
    <dgm:pt modelId="{31B784CC-5D1F-4D90-89AB-3C8039BAE286}" type="pres">
      <dgm:prSet presAssocID="{4C9185B4-EDCC-4F93-9731-AC25D15D7A57}" presName="rootConnector" presStyleLbl="node4" presStyleIdx="1" presStyleCnt="2"/>
      <dgm:spPr/>
    </dgm:pt>
    <dgm:pt modelId="{16286742-4FF6-485B-888D-CA47CCFC9533}" type="pres">
      <dgm:prSet presAssocID="{4C9185B4-EDCC-4F93-9731-AC25D15D7A57}" presName="hierChild4" presStyleCnt="0"/>
      <dgm:spPr/>
    </dgm:pt>
    <dgm:pt modelId="{AE00241D-2933-4AD0-A4D1-D99C880A4ADF}" type="pres">
      <dgm:prSet presAssocID="{4C9185B4-EDCC-4F93-9731-AC25D15D7A57}" presName="hierChild5" presStyleCnt="0"/>
      <dgm:spPr/>
    </dgm:pt>
    <dgm:pt modelId="{E53D9342-58E5-4FFF-AB0F-3CC6EC214C11}" type="pres">
      <dgm:prSet presAssocID="{D1717E81-A20D-4E73-8A36-64E46B6B2F23}" presName="hierChild5" presStyleCnt="0"/>
      <dgm:spPr/>
    </dgm:pt>
    <dgm:pt modelId="{06A8C566-10D3-43CA-97E7-BC1EE9C71A92}" type="pres">
      <dgm:prSet presAssocID="{1ACAF434-6707-4A17-9912-36B1A74F6205}" presName="Name37" presStyleLbl="parChTrans1D3" presStyleIdx="1" presStyleCnt="3"/>
      <dgm:spPr/>
    </dgm:pt>
    <dgm:pt modelId="{35CD0C9E-9F81-4320-993D-C4C3998D4FB5}" type="pres">
      <dgm:prSet presAssocID="{A7F982D1-B810-402C-9987-B492375901D4}" presName="hierRoot2" presStyleCnt="0">
        <dgm:presLayoutVars>
          <dgm:hierBranch val="init"/>
        </dgm:presLayoutVars>
      </dgm:prSet>
      <dgm:spPr/>
    </dgm:pt>
    <dgm:pt modelId="{1F74542F-1437-4C85-83F7-D6C865C29C3C}" type="pres">
      <dgm:prSet presAssocID="{A7F982D1-B810-402C-9987-B492375901D4}" presName="rootComposite" presStyleCnt="0"/>
      <dgm:spPr/>
    </dgm:pt>
    <dgm:pt modelId="{BEA88948-E607-4D58-BD77-A5A865B39E06}" type="pres">
      <dgm:prSet presAssocID="{A7F982D1-B810-402C-9987-B492375901D4}" presName="rootText" presStyleLbl="node3" presStyleIdx="1" presStyleCnt="3">
        <dgm:presLayoutVars>
          <dgm:chPref val="3"/>
        </dgm:presLayoutVars>
      </dgm:prSet>
      <dgm:spPr/>
    </dgm:pt>
    <dgm:pt modelId="{2E45A9A6-C283-4DCF-ADE7-7313EC4F9568}" type="pres">
      <dgm:prSet presAssocID="{A7F982D1-B810-402C-9987-B492375901D4}" presName="rootConnector" presStyleLbl="node3" presStyleIdx="1" presStyleCnt="3"/>
      <dgm:spPr/>
    </dgm:pt>
    <dgm:pt modelId="{742B676F-9D45-484A-AB40-00F2DDECF8D1}" type="pres">
      <dgm:prSet presAssocID="{A7F982D1-B810-402C-9987-B492375901D4}" presName="hierChild4" presStyleCnt="0"/>
      <dgm:spPr/>
    </dgm:pt>
    <dgm:pt modelId="{E4B5285C-E46E-4951-B92A-8A06E08F58C6}" type="pres">
      <dgm:prSet presAssocID="{A7F982D1-B810-402C-9987-B492375901D4}" presName="hierChild5" presStyleCnt="0"/>
      <dgm:spPr/>
    </dgm:pt>
    <dgm:pt modelId="{8CA8CB9A-AA6A-4611-AFE0-B4581E598E9F}" type="pres">
      <dgm:prSet presAssocID="{981F6370-BA14-4F65-8B40-A10154A06F5B}" presName="Name37" presStyleLbl="parChTrans1D3" presStyleIdx="2" presStyleCnt="3"/>
      <dgm:spPr/>
    </dgm:pt>
    <dgm:pt modelId="{0717080D-2B90-4FB4-940E-4442BBF30140}" type="pres">
      <dgm:prSet presAssocID="{D07CEE1A-BBFA-4055-8F37-339359684F37}" presName="hierRoot2" presStyleCnt="0">
        <dgm:presLayoutVars>
          <dgm:hierBranch val="init"/>
        </dgm:presLayoutVars>
      </dgm:prSet>
      <dgm:spPr/>
    </dgm:pt>
    <dgm:pt modelId="{2856DB9E-498C-4420-A631-5E5C0C8ADF22}" type="pres">
      <dgm:prSet presAssocID="{D07CEE1A-BBFA-4055-8F37-339359684F37}" presName="rootComposite" presStyleCnt="0"/>
      <dgm:spPr/>
    </dgm:pt>
    <dgm:pt modelId="{C32DAB5A-C72F-4FCA-B731-E5BCFA675CAD}" type="pres">
      <dgm:prSet presAssocID="{D07CEE1A-BBFA-4055-8F37-339359684F37}" presName="rootText" presStyleLbl="node3" presStyleIdx="2" presStyleCnt="3">
        <dgm:presLayoutVars>
          <dgm:chPref val="3"/>
        </dgm:presLayoutVars>
      </dgm:prSet>
      <dgm:spPr/>
    </dgm:pt>
    <dgm:pt modelId="{CF772A7F-0C7A-42D6-951B-29A009B81C6D}" type="pres">
      <dgm:prSet presAssocID="{D07CEE1A-BBFA-4055-8F37-339359684F37}" presName="rootConnector" presStyleLbl="node3" presStyleIdx="2" presStyleCnt="3"/>
      <dgm:spPr/>
    </dgm:pt>
    <dgm:pt modelId="{FED62681-88CF-456B-9567-65CCE3F2B93A}" type="pres">
      <dgm:prSet presAssocID="{D07CEE1A-BBFA-4055-8F37-339359684F37}" presName="hierChild4" presStyleCnt="0"/>
      <dgm:spPr/>
    </dgm:pt>
    <dgm:pt modelId="{1935B2CF-1B32-4D67-8D93-49F24B0BDF84}" type="pres">
      <dgm:prSet presAssocID="{D07CEE1A-BBFA-4055-8F37-339359684F37}" presName="hierChild5" presStyleCnt="0"/>
      <dgm:spPr/>
    </dgm:pt>
    <dgm:pt modelId="{7A3CCB05-63AE-42B6-8E1F-8305943A6F9F}" type="pres">
      <dgm:prSet presAssocID="{A2DA729A-31BD-4A81-8C87-A2CE4C71CB4F}" presName="hierChild5" presStyleCnt="0"/>
      <dgm:spPr/>
    </dgm:pt>
    <dgm:pt modelId="{54598737-E206-4A1C-9EED-840F51A06311}" type="pres">
      <dgm:prSet presAssocID="{FCB04184-178F-4580-9918-4C7131D4EB21}" presName="Name50" presStyleLbl="parChTrans1D2" presStyleIdx="1" presStyleCnt="5"/>
      <dgm:spPr/>
    </dgm:pt>
    <dgm:pt modelId="{8ECF516F-0C35-4B12-9C21-2FD83F8380EF}" type="pres">
      <dgm:prSet presAssocID="{614F81B4-AF03-4297-8FA3-8256A31DF587}" presName="hierRoot2" presStyleCnt="0">
        <dgm:presLayoutVars>
          <dgm:hierBranch val="init"/>
        </dgm:presLayoutVars>
      </dgm:prSet>
      <dgm:spPr/>
    </dgm:pt>
    <dgm:pt modelId="{E33D4859-3266-4E36-8616-AF723890E447}" type="pres">
      <dgm:prSet presAssocID="{614F81B4-AF03-4297-8FA3-8256A31DF587}" presName="rootComposite" presStyleCnt="0"/>
      <dgm:spPr/>
    </dgm:pt>
    <dgm:pt modelId="{2F853A65-1256-4AC6-9473-5BAE63D42AD5}" type="pres">
      <dgm:prSet presAssocID="{614F81B4-AF03-4297-8FA3-8256A31DF587}" presName="rootText" presStyleLbl="node2" presStyleIdx="1" presStyleCnt="3">
        <dgm:presLayoutVars>
          <dgm:chPref val="3"/>
        </dgm:presLayoutVars>
      </dgm:prSet>
      <dgm:spPr/>
    </dgm:pt>
    <dgm:pt modelId="{8C87211E-53D5-4FA1-BD84-F154CFDD6B3B}" type="pres">
      <dgm:prSet presAssocID="{614F81B4-AF03-4297-8FA3-8256A31DF587}" presName="rootConnector" presStyleLbl="node2" presStyleIdx="1" presStyleCnt="3"/>
      <dgm:spPr/>
    </dgm:pt>
    <dgm:pt modelId="{98E3B8EC-F26B-4893-B858-0196EE2D04E5}" type="pres">
      <dgm:prSet presAssocID="{614F81B4-AF03-4297-8FA3-8256A31DF587}" presName="hierChild4" presStyleCnt="0"/>
      <dgm:spPr/>
    </dgm:pt>
    <dgm:pt modelId="{E02DE155-BC0A-43CC-B242-A89968C632A9}" type="pres">
      <dgm:prSet presAssocID="{614F81B4-AF03-4297-8FA3-8256A31DF587}" presName="hierChild5" presStyleCnt="0"/>
      <dgm:spPr/>
    </dgm:pt>
    <dgm:pt modelId="{43DCB89D-08C9-4B11-ACBC-049F3811BAB2}" type="pres">
      <dgm:prSet presAssocID="{B1C6DBCE-8C33-4C2B-9503-BAB4CCBF88A8}" presName="Name50" presStyleLbl="parChTrans1D2" presStyleIdx="2" presStyleCnt="5"/>
      <dgm:spPr/>
    </dgm:pt>
    <dgm:pt modelId="{247D1DC8-DD1B-4275-B46B-46C0C81AAD4E}" type="pres">
      <dgm:prSet presAssocID="{B46CD4EB-482F-4594-A7DA-D6CC037BB486}" presName="hierRoot2" presStyleCnt="0">
        <dgm:presLayoutVars>
          <dgm:hierBranch val="init"/>
        </dgm:presLayoutVars>
      </dgm:prSet>
      <dgm:spPr/>
    </dgm:pt>
    <dgm:pt modelId="{63935EE1-1B7C-4310-88D4-272369353A83}" type="pres">
      <dgm:prSet presAssocID="{B46CD4EB-482F-4594-A7DA-D6CC037BB486}" presName="rootComposite" presStyleCnt="0"/>
      <dgm:spPr/>
    </dgm:pt>
    <dgm:pt modelId="{85C285BB-7DB4-405A-A0DA-85AD33AEB3C1}" type="pres">
      <dgm:prSet presAssocID="{B46CD4EB-482F-4594-A7DA-D6CC037BB486}" presName="rootText" presStyleLbl="node2" presStyleIdx="2" presStyleCnt="3">
        <dgm:presLayoutVars>
          <dgm:chPref val="3"/>
        </dgm:presLayoutVars>
      </dgm:prSet>
      <dgm:spPr/>
    </dgm:pt>
    <dgm:pt modelId="{FABF04C2-B5F5-476F-81DA-DA4BE2B1F5D7}" type="pres">
      <dgm:prSet presAssocID="{B46CD4EB-482F-4594-A7DA-D6CC037BB486}" presName="rootConnector" presStyleLbl="node2" presStyleIdx="2" presStyleCnt="3"/>
      <dgm:spPr/>
    </dgm:pt>
    <dgm:pt modelId="{EEDD6AB7-AA87-4907-A2D3-A2F576FA5381}" type="pres">
      <dgm:prSet presAssocID="{B46CD4EB-482F-4594-A7DA-D6CC037BB486}" presName="hierChild4" presStyleCnt="0"/>
      <dgm:spPr/>
    </dgm:pt>
    <dgm:pt modelId="{66D0CE9C-5380-40A1-A509-2F164AEDC955}" type="pres">
      <dgm:prSet presAssocID="{B46CD4EB-482F-4594-A7DA-D6CC037BB486}" presName="hierChild5" presStyleCnt="0"/>
      <dgm:spPr/>
    </dgm:pt>
    <dgm:pt modelId="{82D0397D-2B13-4DB4-9F63-3EE76BE32324}" type="pres">
      <dgm:prSet presAssocID="{85CCFDCF-153F-47FC-809B-3F3E1A0EE6B8}" presName="hierChild3" presStyleCnt="0"/>
      <dgm:spPr/>
    </dgm:pt>
    <dgm:pt modelId="{83EBF284-98E1-43B3-9629-EDD868382777}" type="pres">
      <dgm:prSet presAssocID="{B205B8B4-70B8-4880-911E-6B12E62AD853}" presName="Name111" presStyleLbl="parChTrans1D2" presStyleIdx="3" presStyleCnt="5"/>
      <dgm:spPr/>
    </dgm:pt>
    <dgm:pt modelId="{9AE64E20-14CC-4A59-87DC-5F8BD80FD580}" type="pres">
      <dgm:prSet presAssocID="{D7DB32AE-1378-4292-BD71-EBC17F047757}" presName="hierRoot3" presStyleCnt="0">
        <dgm:presLayoutVars>
          <dgm:hierBranch val="init"/>
        </dgm:presLayoutVars>
      </dgm:prSet>
      <dgm:spPr/>
    </dgm:pt>
    <dgm:pt modelId="{8F9CD1AA-C91B-4FFE-AC29-C6D65CB5A1A5}" type="pres">
      <dgm:prSet presAssocID="{D7DB32AE-1378-4292-BD71-EBC17F047757}" presName="rootComposite3" presStyleCnt="0"/>
      <dgm:spPr/>
    </dgm:pt>
    <dgm:pt modelId="{C1D534BD-ED22-45B4-8ACE-709D8E966966}" type="pres">
      <dgm:prSet presAssocID="{D7DB32AE-1378-4292-BD71-EBC17F047757}" presName="rootText3" presStyleLbl="asst1" presStyleIdx="0" presStyleCnt="2">
        <dgm:presLayoutVars>
          <dgm:chPref val="3"/>
        </dgm:presLayoutVars>
      </dgm:prSet>
      <dgm:spPr/>
    </dgm:pt>
    <dgm:pt modelId="{B6A6E420-8F09-4C76-8372-48B7C0DC03EC}" type="pres">
      <dgm:prSet presAssocID="{D7DB32AE-1378-4292-BD71-EBC17F047757}" presName="rootConnector3" presStyleLbl="asst1" presStyleIdx="0" presStyleCnt="2"/>
      <dgm:spPr/>
    </dgm:pt>
    <dgm:pt modelId="{331933EF-2B1F-467F-A1FB-0C4208D06812}" type="pres">
      <dgm:prSet presAssocID="{D7DB32AE-1378-4292-BD71-EBC17F047757}" presName="hierChild6" presStyleCnt="0"/>
      <dgm:spPr/>
    </dgm:pt>
    <dgm:pt modelId="{65234500-E3FE-422E-B20B-1895442C05D3}" type="pres">
      <dgm:prSet presAssocID="{D7DB32AE-1378-4292-BD71-EBC17F047757}" presName="hierChild7" presStyleCnt="0"/>
      <dgm:spPr/>
    </dgm:pt>
    <dgm:pt modelId="{7431ECD0-E45D-436D-817E-C36B36917D94}" type="pres">
      <dgm:prSet presAssocID="{0B801622-04D5-492F-B131-CE1A7750BA8A}" presName="Name111" presStyleLbl="parChTrans1D2" presStyleIdx="4" presStyleCnt="5"/>
      <dgm:spPr/>
    </dgm:pt>
    <dgm:pt modelId="{B82CD1B0-E63B-4608-AD15-D5B4390F7B80}" type="pres">
      <dgm:prSet presAssocID="{EA93D510-285F-48F8-903E-6D00538CF5E5}" presName="hierRoot3" presStyleCnt="0">
        <dgm:presLayoutVars>
          <dgm:hierBranch val="init"/>
        </dgm:presLayoutVars>
      </dgm:prSet>
      <dgm:spPr/>
    </dgm:pt>
    <dgm:pt modelId="{392CBF3D-0E76-4E21-BB72-AC4983FAAF72}" type="pres">
      <dgm:prSet presAssocID="{EA93D510-285F-48F8-903E-6D00538CF5E5}" presName="rootComposite3" presStyleCnt="0"/>
      <dgm:spPr/>
    </dgm:pt>
    <dgm:pt modelId="{75B241CB-697D-4564-8CD2-13771EB89E26}" type="pres">
      <dgm:prSet presAssocID="{EA93D510-285F-48F8-903E-6D00538CF5E5}" presName="rootText3" presStyleLbl="asst1" presStyleIdx="1" presStyleCnt="2">
        <dgm:presLayoutVars>
          <dgm:chPref val="3"/>
        </dgm:presLayoutVars>
      </dgm:prSet>
      <dgm:spPr/>
    </dgm:pt>
    <dgm:pt modelId="{CF712081-CB4E-46BF-B197-3BD18A9C0225}" type="pres">
      <dgm:prSet presAssocID="{EA93D510-285F-48F8-903E-6D00538CF5E5}" presName="rootConnector3" presStyleLbl="asst1" presStyleIdx="1" presStyleCnt="2"/>
      <dgm:spPr/>
    </dgm:pt>
    <dgm:pt modelId="{C1B911D8-05A9-496F-8329-6785D23CA1B1}" type="pres">
      <dgm:prSet presAssocID="{EA93D510-285F-48F8-903E-6D00538CF5E5}" presName="hierChild6" presStyleCnt="0"/>
      <dgm:spPr/>
    </dgm:pt>
    <dgm:pt modelId="{439F8019-7500-42C4-A3CA-DAD532D89B9C}" type="pres">
      <dgm:prSet presAssocID="{EA93D510-285F-48F8-903E-6D00538CF5E5}" presName="hierChild7" presStyleCnt="0"/>
      <dgm:spPr/>
    </dgm:pt>
  </dgm:ptLst>
  <dgm:cxnLst>
    <dgm:cxn modelId="{2564E202-A22D-4575-87C2-58848C6B44FF}" type="presOf" srcId="{EA93D510-285F-48F8-903E-6D00538CF5E5}" destId="{CF712081-CB4E-46BF-B197-3BD18A9C0225}" srcOrd="1" destOrd="0" presId="urn:microsoft.com/office/officeart/2005/8/layout/orgChart1"/>
    <dgm:cxn modelId="{19E49303-44B8-4DB1-ACA7-50312A9A9449}" srcId="{85CCFDCF-153F-47FC-809B-3F3E1A0EE6B8}" destId="{A2DA729A-31BD-4A81-8C87-A2CE4C71CB4F}" srcOrd="1" destOrd="0" parTransId="{FF989AA8-77D4-484A-A74C-48EA70060233}" sibTransId="{0FDB10BE-68E3-449D-B4DA-C1E1AD4CA320}"/>
    <dgm:cxn modelId="{C96AB907-9262-4416-95D7-CD3BCCCD7E4A}" type="presOf" srcId="{D07CEE1A-BBFA-4055-8F37-339359684F37}" destId="{CF772A7F-0C7A-42D6-951B-29A009B81C6D}" srcOrd="1" destOrd="0" presId="urn:microsoft.com/office/officeart/2005/8/layout/orgChart1"/>
    <dgm:cxn modelId="{32FEBE08-0D06-4DB6-86E1-D6E71DF94275}" srcId="{85CCFDCF-153F-47FC-809B-3F3E1A0EE6B8}" destId="{B46CD4EB-482F-4594-A7DA-D6CC037BB486}" srcOrd="3" destOrd="0" parTransId="{B1C6DBCE-8C33-4C2B-9503-BAB4CCBF88A8}" sibTransId="{774092D3-2985-439D-9BAD-4B99B7CC1B12}"/>
    <dgm:cxn modelId="{925F7F0C-A3FE-494A-BB47-150DD267761A}" type="presOf" srcId="{FF989AA8-77D4-484A-A74C-48EA70060233}" destId="{3DEBAD75-E962-43F5-BB81-DE39177E6778}" srcOrd="0" destOrd="0" presId="urn:microsoft.com/office/officeart/2005/8/layout/orgChart1"/>
    <dgm:cxn modelId="{C0C7D30E-7BCF-4DCE-A907-46012FFCB59C}" srcId="{A2DA729A-31BD-4A81-8C87-A2CE4C71CB4F}" destId="{D07CEE1A-BBFA-4055-8F37-339359684F37}" srcOrd="2" destOrd="0" parTransId="{981F6370-BA14-4F65-8B40-A10154A06F5B}" sibTransId="{F6D07510-1EAA-4A49-8492-71C7A9AB804C}"/>
    <dgm:cxn modelId="{6F45950F-2957-435C-A518-59E2C0A85AB1}" type="presOf" srcId="{D1717E81-A20D-4E73-8A36-64E46B6B2F23}" destId="{FC13A645-35CC-48D7-98C4-DA41C3B781B5}" srcOrd="0" destOrd="0" presId="urn:microsoft.com/office/officeart/2005/8/layout/orgChart1"/>
    <dgm:cxn modelId="{8275EA11-E598-4FD4-B6E4-2427C743075C}" type="presOf" srcId="{B1C6DBCE-8C33-4C2B-9503-BAB4CCBF88A8}" destId="{43DCB89D-08C9-4B11-ACBC-049F3811BAB2}" srcOrd="0" destOrd="0" presId="urn:microsoft.com/office/officeart/2005/8/layout/orgChart1"/>
    <dgm:cxn modelId="{5B252B15-59A0-4369-A830-F527F9CB8F27}" type="presOf" srcId="{FCB04184-178F-4580-9918-4C7131D4EB21}" destId="{54598737-E206-4A1C-9EED-840F51A06311}" srcOrd="0" destOrd="0" presId="urn:microsoft.com/office/officeart/2005/8/layout/orgChart1"/>
    <dgm:cxn modelId="{4D293721-5BC3-42E1-AD92-EDD86606975B}" type="presOf" srcId="{A7F982D1-B810-402C-9987-B492375901D4}" destId="{2E45A9A6-C283-4DCF-ADE7-7313EC4F9568}" srcOrd="1" destOrd="0" presId="urn:microsoft.com/office/officeart/2005/8/layout/orgChart1"/>
    <dgm:cxn modelId="{FEE6FD41-07DF-4CAF-BD62-E6BF3C9C1680}" type="presOf" srcId="{B46CD4EB-482F-4594-A7DA-D6CC037BB486}" destId="{85C285BB-7DB4-405A-A0DA-85AD33AEB3C1}" srcOrd="0" destOrd="0" presId="urn:microsoft.com/office/officeart/2005/8/layout/orgChart1"/>
    <dgm:cxn modelId="{287D2843-8F15-4A71-B845-93EF4F21D84C}" srcId="{85CCFDCF-153F-47FC-809B-3F3E1A0EE6B8}" destId="{EA93D510-285F-48F8-903E-6D00538CF5E5}" srcOrd="4" destOrd="0" parTransId="{0B801622-04D5-492F-B131-CE1A7750BA8A}" sibTransId="{E58EC6D3-9BE2-40E8-8B20-D8B98CA28CC4}"/>
    <dgm:cxn modelId="{A9C6C643-A91D-4775-A398-8F21A708BEA2}" type="presOf" srcId="{8EE07C40-9CA3-4080-B7E6-09D220B9CE40}" destId="{6907B8DC-1732-4A95-8A0E-BE7548AABD0F}" srcOrd="1" destOrd="0" presId="urn:microsoft.com/office/officeart/2005/8/layout/orgChart1"/>
    <dgm:cxn modelId="{897A8544-3ADB-4D48-80A6-FB5C7518D0B5}" type="presOf" srcId="{B46CD4EB-482F-4594-A7DA-D6CC037BB486}" destId="{FABF04C2-B5F5-476F-81DA-DA4BE2B1F5D7}" srcOrd="1" destOrd="0" presId="urn:microsoft.com/office/officeart/2005/8/layout/orgChart1"/>
    <dgm:cxn modelId="{9532F746-8DF1-4065-9CB3-E808EBCA627A}" type="presOf" srcId="{A2DA729A-31BD-4A81-8C87-A2CE4C71CB4F}" destId="{9131BF7F-6839-40F3-863E-A14E9C022535}" srcOrd="1" destOrd="0" presId="urn:microsoft.com/office/officeart/2005/8/layout/orgChart1"/>
    <dgm:cxn modelId="{B26E446E-27F0-498C-B6AA-08DEB6B49010}" srcId="{D1717E81-A20D-4E73-8A36-64E46B6B2F23}" destId="{8EE07C40-9CA3-4080-B7E6-09D220B9CE40}" srcOrd="0" destOrd="0" parTransId="{6CAFBC65-36F5-45F1-A07B-9C971F973494}" sibTransId="{5339C61D-776D-45CE-9DC0-C402AD089454}"/>
    <dgm:cxn modelId="{175DCA6F-B378-4BA6-9924-11B5F922D4A1}" type="presOf" srcId="{0B801622-04D5-492F-B131-CE1A7750BA8A}" destId="{7431ECD0-E45D-436D-817E-C36B36917D94}" srcOrd="0" destOrd="0" presId="urn:microsoft.com/office/officeart/2005/8/layout/orgChart1"/>
    <dgm:cxn modelId="{EE4EF16F-1D16-4CF7-9F5B-CCC2B7B83FAD}" type="presOf" srcId="{D7DB32AE-1378-4292-BD71-EBC17F047757}" destId="{B6A6E420-8F09-4C76-8372-48B7C0DC03EC}" srcOrd="1" destOrd="0" presId="urn:microsoft.com/office/officeart/2005/8/layout/orgChart1"/>
    <dgm:cxn modelId="{A5E5C075-E6E9-4B08-94EA-494BC6B44E0A}" type="presOf" srcId="{5978BA3B-071A-4CE6-9BEF-39F41890AC34}" destId="{276AD430-8578-4728-AEED-0C909B512B04}" srcOrd="0" destOrd="0" presId="urn:microsoft.com/office/officeart/2005/8/layout/orgChart1"/>
    <dgm:cxn modelId="{F1C6B176-B234-4090-B7F9-4A28B36B8132}" type="presOf" srcId="{981F6370-BA14-4F65-8B40-A10154A06F5B}" destId="{8CA8CB9A-AA6A-4611-AFE0-B4581E598E9F}" srcOrd="0" destOrd="0" presId="urn:microsoft.com/office/officeart/2005/8/layout/orgChart1"/>
    <dgm:cxn modelId="{96A1D258-AC34-4E7C-BF36-4E232BD75D77}" type="presOf" srcId="{3DBD0BBE-60D7-4D96-903A-3DC2402206A7}" destId="{9C26E7B2-3273-4C12-BA9A-7A209D18E422}" srcOrd="0" destOrd="0" presId="urn:microsoft.com/office/officeart/2005/8/layout/orgChart1"/>
    <dgm:cxn modelId="{F22ED17B-8196-4235-AB05-9DB1D751CADF}" type="presOf" srcId="{85CCFDCF-153F-47FC-809B-3F3E1A0EE6B8}" destId="{7CA52EB1-2B20-4CE6-9DAC-1216621FA0FB}" srcOrd="0" destOrd="0" presId="urn:microsoft.com/office/officeart/2005/8/layout/orgChart1"/>
    <dgm:cxn modelId="{E384F47E-C577-48A0-8A45-438B353235B8}" type="presOf" srcId="{614F81B4-AF03-4297-8FA3-8256A31DF587}" destId="{8C87211E-53D5-4FA1-BD84-F154CFDD6B3B}" srcOrd="1" destOrd="0" presId="urn:microsoft.com/office/officeart/2005/8/layout/orgChart1"/>
    <dgm:cxn modelId="{FD002086-8579-44D2-B1E2-61622617BC83}" type="presOf" srcId="{D7DB32AE-1378-4292-BD71-EBC17F047757}" destId="{C1D534BD-ED22-45B4-8ACE-709D8E966966}" srcOrd="0" destOrd="0" presId="urn:microsoft.com/office/officeart/2005/8/layout/orgChart1"/>
    <dgm:cxn modelId="{D69B118E-9E6C-4300-B248-32F3972A2BD0}" type="presOf" srcId="{A2DA729A-31BD-4A81-8C87-A2CE4C71CB4F}" destId="{C0454336-DE29-4C51-BBC2-88543D2D9A40}" srcOrd="0" destOrd="0" presId="urn:microsoft.com/office/officeart/2005/8/layout/orgChart1"/>
    <dgm:cxn modelId="{540D3891-9942-4117-BF80-7BDFC73E8288}" type="presOf" srcId="{1ACAF434-6707-4A17-9912-36B1A74F6205}" destId="{06A8C566-10D3-43CA-97E7-BC1EE9C71A92}" srcOrd="0" destOrd="0" presId="urn:microsoft.com/office/officeart/2005/8/layout/orgChart1"/>
    <dgm:cxn modelId="{656FD89B-1557-4393-94AD-F1BECDE7E491}" srcId="{5978BA3B-071A-4CE6-9BEF-39F41890AC34}" destId="{85CCFDCF-153F-47FC-809B-3F3E1A0EE6B8}" srcOrd="0" destOrd="0" parTransId="{9E908B5B-6E06-4611-81C9-250A62CB1C15}" sibTransId="{3836F5AA-7520-43EC-975C-9F199AA6DDA6}"/>
    <dgm:cxn modelId="{4948039E-1AB6-4EB8-B74B-1597519F3894}" type="presOf" srcId="{4C9185B4-EDCC-4F93-9731-AC25D15D7A57}" destId="{30A0556A-C897-4CA9-9D8D-D1870B406CB0}" srcOrd="0" destOrd="0" presId="urn:microsoft.com/office/officeart/2005/8/layout/orgChart1"/>
    <dgm:cxn modelId="{42B121A5-654A-4AF4-A36B-8F23B4F7584A}" srcId="{A2DA729A-31BD-4A81-8C87-A2CE4C71CB4F}" destId="{A7F982D1-B810-402C-9987-B492375901D4}" srcOrd="1" destOrd="0" parTransId="{1ACAF434-6707-4A17-9912-36B1A74F6205}" sibTransId="{5A4A5555-AAD2-4A39-8218-C635957D2668}"/>
    <dgm:cxn modelId="{81A6A9B1-97E9-46CE-A568-A6F0C7752C00}" type="presOf" srcId="{EA93D510-285F-48F8-903E-6D00538CF5E5}" destId="{75B241CB-697D-4564-8CD2-13771EB89E26}" srcOrd="0" destOrd="0" presId="urn:microsoft.com/office/officeart/2005/8/layout/orgChart1"/>
    <dgm:cxn modelId="{9F30D4B8-D5D3-4B8E-860B-F4432B0E47E0}" type="presOf" srcId="{6CAFBC65-36F5-45F1-A07B-9C971F973494}" destId="{7BF7216A-4D44-4BA3-8B49-ABDA2DFC5973}" srcOrd="0" destOrd="0" presId="urn:microsoft.com/office/officeart/2005/8/layout/orgChart1"/>
    <dgm:cxn modelId="{0621D2BF-4A85-4C55-933F-6F4F83572420}" type="presOf" srcId="{8A773D3C-D2A8-4A55-85BD-A39088B55788}" destId="{91BC392C-F478-4F47-ABEF-AF5B49EBC2E2}" srcOrd="0" destOrd="0" presId="urn:microsoft.com/office/officeart/2005/8/layout/orgChart1"/>
    <dgm:cxn modelId="{47880DC2-1A13-4900-92E3-8318E2B97ED3}" type="presOf" srcId="{A7F982D1-B810-402C-9987-B492375901D4}" destId="{BEA88948-E607-4D58-BD77-A5A865B39E06}" srcOrd="0" destOrd="0" presId="urn:microsoft.com/office/officeart/2005/8/layout/orgChart1"/>
    <dgm:cxn modelId="{1C6305C4-CC7F-4943-87E3-613504AA3AF4}" srcId="{85CCFDCF-153F-47FC-809B-3F3E1A0EE6B8}" destId="{D7DB32AE-1378-4292-BD71-EBC17F047757}" srcOrd="0" destOrd="0" parTransId="{B205B8B4-70B8-4880-911E-6B12E62AD853}" sibTransId="{8433A1E5-B122-4854-AB06-F0F246516A71}"/>
    <dgm:cxn modelId="{6E08E7C9-0409-476E-A6AF-6F48959AA24C}" type="presOf" srcId="{85CCFDCF-153F-47FC-809B-3F3E1A0EE6B8}" destId="{5B9690DE-47EE-4AC7-B4D3-3F1B40FC4B3A}" srcOrd="1" destOrd="0" presId="urn:microsoft.com/office/officeart/2005/8/layout/orgChart1"/>
    <dgm:cxn modelId="{A34947D4-9D1D-4E83-A14C-F7C3697AD773}" type="presOf" srcId="{D1717E81-A20D-4E73-8A36-64E46B6B2F23}" destId="{9B7A709D-F54F-4BC4-94F4-14952B9AC3F7}" srcOrd="1" destOrd="0" presId="urn:microsoft.com/office/officeart/2005/8/layout/orgChart1"/>
    <dgm:cxn modelId="{C31347D5-C959-4F8F-9224-7EC6B6C3A7EA}" type="presOf" srcId="{4C9185B4-EDCC-4F93-9731-AC25D15D7A57}" destId="{31B784CC-5D1F-4D90-89AB-3C8039BAE286}" srcOrd="1" destOrd="0" presId="urn:microsoft.com/office/officeart/2005/8/layout/orgChart1"/>
    <dgm:cxn modelId="{995E1CD7-E861-4D49-9CD9-6B86EA04D885}" srcId="{85CCFDCF-153F-47FC-809B-3F3E1A0EE6B8}" destId="{614F81B4-AF03-4297-8FA3-8256A31DF587}" srcOrd="2" destOrd="0" parTransId="{FCB04184-178F-4580-9918-4C7131D4EB21}" sibTransId="{5CF55614-5971-445E-B7CA-B4F9BA338D88}"/>
    <dgm:cxn modelId="{131DB8D8-1DAE-4A77-A50A-8323B3A43647}" type="presOf" srcId="{D07CEE1A-BBFA-4055-8F37-339359684F37}" destId="{C32DAB5A-C72F-4FCA-B731-E5BCFA675CAD}" srcOrd="0" destOrd="0" presId="urn:microsoft.com/office/officeart/2005/8/layout/orgChart1"/>
    <dgm:cxn modelId="{B8230FDB-06CF-4911-8E2E-66420C916441}" type="presOf" srcId="{B205B8B4-70B8-4880-911E-6B12E62AD853}" destId="{83EBF284-98E1-43B3-9629-EDD868382777}" srcOrd="0" destOrd="0" presId="urn:microsoft.com/office/officeart/2005/8/layout/orgChart1"/>
    <dgm:cxn modelId="{0D76A6F2-FA1B-4F10-9053-ADFBB92FE7B0}" type="presOf" srcId="{614F81B4-AF03-4297-8FA3-8256A31DF587}" destId="{2F853A65-1256-4AC6-9473-5BAE63D42AD5}" srcOrd="0" destOrd="0" presId="urn:microsoft.com/office/officeart/2005/8/layout/orgChart1"/>
    <dgm:cxn modelId="{EEE771F6-695A-434F-B293-8A315B2DA899}" type="presOf" srcId="{8EE07C40-9CA3-4080-B7E6-09D220B9CE40}" destId="{435D5262-A881-4D21-886E-47D9E2AA90BF}" srcOrd="0" destOrd="0" presId="urn:microsoft.com/office/officeart/2005/8/layout/orgChart1"/>
    <dgm:cxn modelId="{A6EBFBF7-94C3-4DED-B528-0FAF86C1783F}" srcId="{A2DA729A-31BD-4A81-8C87-A2CE4C71CB4F}" destId="{D1717E81-A20D-4E73-8A36-64E46B6B2F23}" srcOrd="0" destOrd="0" parTransId="{3DBD0BBE-60D7-4D96-903A-3DC2402206A7}" sibTransId="{3B8AF1F9-4896-4151-81B1-53F3B8EB0206}"/>
    <dgm:cxn modelId="{88E52CFD-1868-4ECE-AD37-1CF72C723350}" srcId="{D1717E81-A20D-4E73-8A36-64E46B6B2F23}" destId="{4C9185B4-EDCC-4F93-9731-AC25D15D7A57}" srcOrd="1" destOrd="0" parTransId="{8A773D3C-D2A8-4A55-85BD-A39088B55788}" sibTransId="{038BA012-9F78-4E52-A575-8693B738CC66}"/>
    <dgm:cxn modelId="{A8A51751-A52E-49A8-A5C2-D311D9D5E9A7}" type="presParOf" srcId="{276AD430-8578-4728-AEED-0C909B512B04}" destId="{B14AE1FD-DEE9-4AD9-B321-DF35644F1415}" srcOrd="0" destOrd="0" presId="urn:microsoft.com/office/officeart/2005/8/layout/orgChart1"/>
    <dgm:cxn modelId="{B3268735-16A7-4BA9-A6B8-DECACDA23315}" type="presParOf" srcId="{B14AE1FD-DEE9-4AD9-B321-DF35644F1415}" destId="{F2E628ED-D647-440E-B59D-8E86980C0C9D}" srcOrd="0" destOrd="0" presId="urn:microsoft.com/office/officeart/2005/8/layout/orgChart1"/>
    <dgm:cxn modelId="{3867BB52-F53A-4AC8-88F0-D90B29C2F35D}" type="presParOf" srcId="{F2E628ED-D647-440E-B59D-8E86980C0C9D}" destId="{7CA52EB1-2B20-4CE6-9DAC-1216621FA0FB}" srcOrd="0" destOrd="0" presId="urn:microsoft.com/office/officeart/2005/8/layout/orgChart1"/>
    <dgm:cxn modelId="{57A8B5D4-5F5E-4E43-8956-EE60D5AC16C0}" type="presParOf" srcId="{F2E628ED-D647-440E-B59D-8E86980C0C9D}" destId="{5B9690DE-47EE-4AC7-B4D3-3F1B40FC4B3A}" srcOrd="1" destOrd="0" presId="urn:microsoft.com/office/officeart/2005/8/layout/orgChart1"/>
    <dgm:cxn modelId="{3E3B8150-47C3-40BC-B0F6-9829CEAEC10C}" type="presParOf" srcId="{B14AE1FD-DEE9-4AD9-B321-DF35644F1415}" destId="{FC4EFF42-3CE1-4C53-8A76-C7C1F49F18F0}" srcOrd="1" destOrd="0" presId="urn:microsoft.com/office/officeart/2005/8/layout/orgChart1"/>
    <dgm:cxn modelId="{6E157541-D0BE-439E-B6D9-8F819C409CA4}" type="presParOf" srcId="{FC4EFF42-3CE1-4C53-8A76-C7C1F49F18F0}" destId="{3DEBAD75-E962-43F5-BB81-DE39177E6778}" srcOrd="0" destOrd="0" presId="urn:microsoft.com/office/officeart/2005/8/layout/orgChart1"/>
    <dgm:cxn modelId="{EC84FB74-3FA1-415C-8255-CFE9EDB4598E}" type="presParOf" srcId="{FC4EFF42-3CE1-4C53-8A76-C7C1F49F18F0}" destId="{C8792DC2-394F-46AD-81D3-8D2699099297}" srcOrd="1" destOrd="0" presId="urn:microsoft.com/office/officeart/2005/8/layout/orgChart1"/>
    <dgm:cxn modelId="{562DA2F0-47E9-4729-95F8-C8BA4F61C2AE}" type="presParOf" srcId="{C8792DC2-394F-46AD-81D3-8D2699099297}" destId="{FDDECD60-DC39-42D5-ACF4-70A860645F87}" srcOrd="0" destOrd="0" presId="urn:microsoft.com/office/officeart/2005/8/layout/orgChart1"/>
    <dgm:cxn modelId="{9AD2541F-DB4C-43D6-9DDA-43822BFF5AAA}" type="presParOf" srcId="{FDDECD60-DC39-42D5-ACF4-70A860645F87}" destId="{C0454336-DE29-4C51-BBC2-88543D2D9A40}" srcOrd="0" destOrd="0" presId="urn:microsoft.com/office/officeart/2005/8/layout/orgChart1"/>
    <dgm:cxn modelId="{4E7E5C1D-4D0B-434E-B6BF-B31745250F5B}" type="presParOf" srcId="{FDDECD60-DC39-42D5-ACF4-70A860645F87}" destId="{9131BF7F-6839-40F3-863E-A14E9C022535}" srcOrd="1" destOrd="0" presId="urn:microsoft.com/office/officeart/2005/8/layout/orgChart1"/>
    <dgm:cxn modelId="{CA191992-C870-4BEE-9DFE-9A20CC927367}" type="presParOf" srcId="{C8792DC2-394F-46AD-81D3-8D2699099297}" destId="{03EB1D66-4065-43C4-9CA2-DE57025F8326}" srcOrd="1" destOrd="0" presId="urn:microsoft.com/office/officeart/2005/8/layout/orgChart1"/>
    <dgm:cxn modelId="{28EDD736-AE91-46D9-8769-9A583F42211C}" type="presParOf" srcId="{03EB1D66-4065-43C4-9CA2-DE57025F8326}" destId="{9C26E7B2-3273-4C12-BA9A-7A209D18E422}" srcOrd="0" destOrd="0" presId="urn:microsoft.com/office/officeart/2005/8/layout/orgChart1"/>
    <dgm:cxn modelId="{440C763C-D871-4E47-BD94-DEFEF2949D36}" type="presParOf" srcId="{03EB1D66-4065-43C4-9CA2-DE57025F8326}" destId="{8A89B399-375C-4302-87C4-E2062EC7042E}" srcOrd="1" destOrd="0" presId="urn:microsoft.com/office/officeart/2005/8/layout/orgChart1"/>
    <dgm:cxn modelId="{E0FE65D3-AD03-49E4-83DB-EC3E60B48308}" type="presParOf" srcId="{8A89B399-375C-4302-87C4-E2062EC7042E}" destId="{3F622DCE-08BF-439F-BA77-F1C66FAF6616}" srcOrd="0" destOrd="0" presId="urn:microsoft.com/office/officeart/2005/8/layout/orgChart1"/>
    <dgm:cxn modelId="{16373BB4-633A-45B5-B0ED-AE5784DB951A}" type="presParOf" srcId="{3F622DCE-08BF-439F-BA77-F1C66FAF6616}" destId="{FC13A645-35CC-48D7-98C4-DA41C3B781B5}" srcOrd="0" destOrd="0" presId="urn:microsoft.com/office/officeart/2005/8/layout/orgChart1"/>
    <dgm:cxn modelId="{1712C333-ABDC-4CA9-ADCB-B66EDB1223A8}" type="presParOf" srcId="{3F622DCE-08BF-439F-BA77-F1C66FAF6616}" destId="{9B7A709D-F54F-4BC4-94F4-14952B9AC3F7}" srcOrd="1" destOrd="0" presId="urn:microsoft.com/office/officeart/2005/8/layout/orgChart1"/>
    <dgm:cxn modelId="{ECDC9BB8-9854-435E-A8B9-324CAEC531E7}" type="presParOf" srcId="{8A89B399-375C-4302-87C4-E2062EC7042E}" destId="{ED3C0AD7-8848-40E9-A95F-57024915891D}" srcOrd="1" destOrd="0" presId="urn:microsoft.com/office/officeart/2005/8/layout/orgChart1"/>
    <dgm:cxn modelId="{386392A0-77C5-4F85-B138-8A5498682F13}" type="presParOf" srcId="{ED3C0AD7-8848-40E9-A95F-57024915891D}" destId="{7BF7216A-4D44-4BA3-8B49-ABDA2DFC5973}" srcOrd="0" destOrd="0" presId="urn:microsoft.com/office/officeart/2005/8/layout/orgChart1"/>
    <dgm:cxn modelId="{628533C0-7E64-49ED-A554-979D456E2567}" type="presParOf" srcId="{ED3C0AD7-8848-40E9-A95F-57024915891D}" destId="{56AF7D64-2B75-4E35-AE9B-2D723C3FA344}" srcOrd="1" destOrd="0" presId="urn:microsoft.com/office/officeart/2005/8/layout/orgChart1"/>
    <dgm:cxn modelId="{6CA6DFAC-94F5-45B7-A11D-C50C3ECF733E}" type="presParOf" srcId="{56AF7D64-2B75-4E35-AE9B-2D723C3FA344}" destId="{63423608-E9DE-46FD-B3F6-8CC538F15119}" srcOrd="0" destOrd="0" presId="urn:microsoft.com/office/officeart/2005/8/layout/orgChart1"/>
    <dgm:cxn modelId="{14A1F2C7-75D3-410B-9A1F-33A66CFDAA67}" type="presParOf" srcId="{63423608-E9DE-46FD-B3F6-8CC538F15119}" destId="{435D5262-A881-4D21-886E-47D9E2AA90BF}" srcOrd="0" destOrd="0" presId="urn:microsoft.com/office/officeart/2005/8/layout/orgChart1"/>
    <dgm:cxn modelId="{E1E303CC-44C3-4B0C-9DDB-CB71AC1CAC23}" type="presParOf" srcId="{63423608-E9DE-46FD-B3F6-8CC538F15119}" destId="{6907B8DC-1732-4A95-8A0E-BE7548AABD0F}" srcOrd="1" destOrd="0" presId="urn:microsoft.com/office/officeart/2005/8/layout/orgChart1"/>
    <dgm:cxn modelId="{59AC5A0F-BF01-465D-9008-F66F0C869C26}" type="presParOf" srcId="{56AF7D64-2B75-4E35-AE9B-2D723C3FA344}" destId="{1FB8E77C-CDA5-4A73-B213-D37CEB665FE0}" srcOrd="1" destOrd="0" presId="urn:microsoft.com/office/officeart/2005/8/layout/orgChart1"/>
    <dgm:cxn modelId="{EE686AA1-4F62-40A5-B5EE-5F318B8104F5}" type="presParOf" srcId="{56AF7D64-2B75-4E35-AE9B-2D723C3FA344}" destId="{79D31650-8060-46BD-A20C-8212005CA190}" srcOrd="2" destOrd="0" presId="urn:microsoft.com/office/officeart/2005/8/layout/orgChart1"/>
    <dgm:cxn modelId="{E7C0777E-3BA8-4EBF-924F-033A2358D7AC}" type="presParOf" srcId="{ED3C0AD7-8848-40E9-A95F-57024915891D}" destId="{91BC392C-F478-4F47-ABEF-AF5B49EBC2E2}" srcOrd="2" destOrd="0" presId="urn:microsoft.com/office/officeart/2005/8/layout/orgChart1"/>
    <dgm:cxn modelId="{8503F1DF-4AA0-4002-9300-FA4B61335DAA}" type="presParOf" srcId="{ED3C0AD7-8848-40E9-A95F-57024915891D}" destId="{85524DC5-EBAC-4811-B2D8-C9CE513C8D93}" srcOrd="3" destOrd="0" presId="urn:microsoft.com/office/officeart/2005/8/layout/orgChart1"/>
    <dgm:cxn modelId="{A475931D-B7CD-4B0A-826E-BE3C26067A73}" type="presParOf" srcId="{85524DC5-EBAC-4811-B2D8-C9CE513C8D93}" destId="{9AC85457-A688-4302-8346-F8EA2EC1814B}" srcOrd="0" destOrd="0" presId="urn:microsoft.com/office/officeart/2005/8/layout/orgChart1"/>
    <dgm:cxn modelId="{9895F7DC-2753-41F2-9541-E184B1FC8127}" type="presParOf" srcId="{9AC85457-A688-4302-8346-F8EA2EC1814B}" destId="{30A0556A-C897-4CA9-9D8D-D1870B406CB0}" srcOrd="0" destOrd="0" presId="urn:microsoft.com/office/officeart/2005/8/layout/orgChart1"/>
    <dgm:cxn modelId="{0D70A34E-0DCB-45BB-B06F-71DCEBF159CB}" type="presParOf" srcId="{9AC85457-A688-4302-8346-F8EA2EC1814B}" destId="{31B784CC-5D1F-4D90-89AB-3C8039BAE286}" srcOrd="1" destOrd="0" presId="urn:microsoft.com/office/officeart/2005/8/layout/orgChart1"/>
    <dgm:cxn modelId="{D8412466-6FE0-4C30-B525-2BBE9FA42B55}" type="presParOf" srcId="{85524DC5-EBAC-4811-B2D8-C9CE513C8D93}" destId="{16286742-4FF6-485B-888D-CA47CCFC9533}" srcOrd="1" destOrd="0" presId="urn:microsoft.com/office/officeart/2005/8/layout/orgChart1"/>
    <dgm:cxn modelId="{F0997478-BF82-49D8-B951-2CCBFB7899B9}" type="presParOf" srcId="{85524DC5-EBAC-4811-B2D8-C9CE513C8D93}" destId="{AE00241D-2933-4AD0-A4D1-D99C880A4ADF}" srcOrd="2" destOrd="0" presId="urn:microsoft.com/office/officeart/2005/8/layout/orgChart1"/>
    <dgm:cxn modelId="{1F91BA70-1549-4E9B-AA70-983C9A0D2C9B}" type="presParOf" srcId="{8A89B399-375C-4302-87C4-E2062EC7042E}" destId="{E53D9342-58E5-4FFF-AB0F-3CC6EC214C11}" srcOrd="2" destOrd="0" presId="urn:microsoft.com/office/officeart/2005/8/layout/orgChart1"/>
    <dgm:cxn modelId="{D914422A-C127-49D4-A4F4-013BB9A03D56}" type="presParOf" srcId="{03EB1D66-4065-43C4-9CA2-DE57025F8326}" destId="{06A8C566-10D3-43CA-97E7-BC1EE9C71A92}" srcOrd="2" destOrd="0" presId="urn:microsoft.com/office/officeart/2005/8/layout/orgChart1"/>
    <dgm:cxn modelId="{00EDA9D4-CB1A-4E5D-9CBB-AE9E5464002E}" type="presParOf" srcId="{03EB1D66-4065-43C4-9CA2-DE57025F8326}" destId="{35CD0C9E-9F81-4320-993D-C4C3998D4FB5}" srcOrd="3" destOrd="0" presId="urn:microsoft.com/office/officeart/2005/8/layout/orgChart1"/>
    <dgm:cxn modelId="{C26C030F-DBAC-44B9-9597-D1015B20262A}" type="presParOf" srcId="{35CD0C9E-9F81-4320-993D-C4C3998D4FB5}" destId="{1F74542F-1437-4C85-83F7-D6C865C29C3C}" srcOrd="0" destOrd="0" presId="urn:microsoft.com/office/officeart/2005/8/layout/orgChart1"/>
    <dgm:cxn modelId="{A862F275-805F-4502-818C-0A0F04181142}" type="presParOf" srcId="{1F74542F-1437-4C85-83F7-D6C865C29C3C}" destId="{BEA88948-E607-4D58-BD77-A5A865B39E06}" srcOrd="0" destOrd="0" presId="urn:microsoft.com/office/officeart/2005/8/layout/orgChart1"/>
    <dgm:cxn modelId="{88A4ADDE-5AD1-4AC8-BBED-4C4472F607D6}" type="presParOf" srcId="{1F74542F-1437-4C85-83F7-D6C865C29C3C}" destId="{2E45A9A6-C283-4DCF-ADE7-7313EC4F9568}" srcOrd="1" destOrd="0" presId="urn:microsoft.com/office/officeart/2005/8/layout/orgChart1"/>
    <dgm:cxn modelId="{954BDCCA-7596-4750-94D6-95CAA1BE9619}" type="presParOf" srcId="{35CD0C9E-9F81-4320-993D-C4C3998D4FB5}" destId="{742B676F-9D45-484A-AB40-00F2DDECF8D1}" srcOrd="1" destOrd="0" presId="urn:microsoft.com/office/officeart/2005/8/layout/orgChart1"/>
    <dgm:cxn modelId="{6DDE7933-22BD-4ADA-9697-274C7EEF3602}" type="presParOf" srcId="{35CD0C9E-9F81-4320-993D-C4C3998D4FB5}" destId="{E4B5285C-E46E-4951-B92A-8A06E08F58C6}" srcOrd="2" destOrd="0" presId="urn:microsoft.com/office/officeart/2005/8/layout/orgChart1"/>
    <dgm:cxn modelId="{0089D773-347A-4C53-9088-B6D1B105913F}" type="presParOf" srcId="{03EB1D66-4065-43C4-9CA2-DE57025F8326}" destId="{8CA8CB9A-AA6A-4611-AFE0-B4581E598E9F}" srcOrd="4" destOrd="0" presId="urn:microsoft.com/office/officeart/2005/8/layout/orgChart1"/>
    <dgm:cxn modelId="{9688A8A0-9DFC-40D6-AC0D-8BDDA9E63B91}" type="presParOf" srcId="{03EB1D66-4065-43C4-9CA2-DE57025F8326}" destId="{0717080D-2B90-4FB4-940E-4442BBF30140}" srcOrd="5" destOrd="0" presId="urn:microsoft.com/office/officeart/2005/8/layout/orgChart1"/>
    <dgm:cxn modelId="{9ADCF47A-15EF-4169-A324-CF92D36AAEE7}" type="presParOf" srcId="{0717080D-2B90-4FB4-940E-4442BBF30140}" destId="{2856DB9E-498C-4420-A631-5E5C0C8ADF22}" srcOrd="0" destOrd="0" presId="urn:microsoft.com/office/officeart/2005/8/layout/orgChart1"/>
    <dgm:cxn modelId="{9335A5C4-768B-4B63-987F-9327C9E6A06C}" type="presParOf" srcId="{2856DB9E-498C-4420-A631-5E5C0C8ADF22}" destId="{C32DAB5A-C72F-4FCA-B731-E5BCFA675CAD}" srcOrd="0" destOrd="0" presId="urn:microsoft.com/office/officeart/2005/8/layout/orgChart1"/>
    <dgm:cxn modelId="{0F83FD0D-C08C-43D7-83F7-6DC5D8BEB72F}" type="presParOf" srcId="{2856DB9E-498C-4420-A631-5E5C0C8ADF22}" destId="{CF772A7F-0C7A-42D6-951B-29A009B81C6D}" srcOrd="1" destOrd="0" presId="urn:microsoft.com/office/officeart/2005/8/layout/orgChart1"/>
    <dgm:cxn modelId="{F1C89E80-2E9B-43E5-B94B-882525B56B22}" type="presParOf" srcId="{0717080D-2B90-4FB4-940E-4442BBF30140}" destId="{FED62681-88CF-456B-9567-65CCE3F2B93A}" srcOrd="1" destOrd="0" presId="urn:microsoft.com/office/officeart/2005/8/layout/orgChart1"/>
    <dgm:cxn modelId="{21CFFB61-E5C7-401A-9AC2-34CDA10B4522}" type="presParOf" srcId="{0717080D-2B90-4FB4-940E-4442BBF30140}" destId="{1935B2CF-1B32-4D67-8D93-49F24B0BDF84}" srcOrd="2" destOrd="0" presId="urn:microsoft.com/office/officeart/2005/8/layout/orgChart1"/>
    <dgm:cxn modelId="{7E83C767-B279-4092-96C4-555F0A6A2946}" type="presParOf" srcId="{C8792DC2-394F-46AD-81D3-8D2699099297}" destId="{7A3CCB05-63AE-42B6-8E1F-8305943A6F9F}" srcOrd="2" destOrd="0" presId="urn:microsoft.com/office/officeart/2005/8/layout/orgChart1"/>
    <dgm:cxn modelId="{B0A764C6-C35B-49BB-A17E-2E3C5332B326}" type="presParOf" srcId="{FC4EFF42-3CE1-4C53-8A76-C7C1F49F18F0}" destId="{54598737-E206-4A1C-9EED-840F51A06311}" srcOrd="2" destOrd="0" presId="urn:microsoft.com/office/officeart/2005/8/layout/orgChart1"/>
    <dgm:cxn modelId="{19666282-AFB0-42E9-9865-B061E6C4FC51}" type="presParOf" srcId="{FC4EFF42-3CE1-4C53-8A76-C7C1F49F18F0}" destId="{8ECF516F-0C35-4B12-9C21-2FD83F8380EF}" srcOrd="3" destOrd="0" presId="urn:microsoft.com/office/officeart/2005/8/layout/orgChart1"/>
    <dgm:cxn modelId="{F96DE6F7-67EB-4B61-850B-498243E17920}" type="presParOf" srcId="{8ECF516F-0C35-4B12-9C21-2FD83F8380EF}" destId="{E33D4859-3266-4E36-8616-AF723890E447}" srcOrd="0" destOrd="0" presId="urn:microsoft.com/office/officeart/2005/8/layout/orgChart1"/>
    <dgm:cxn modelId="{8A702A5F-C2C0-48B3-91B4-E952B2D75883}" type="presParOf" srcId="{E33D4859-3266-4E36-8616-AF723890E447}" destId="{2F853A65-1256-4AC6-9473-5BAE63D42AD5}" srcOrd="0" destOrd="0" presId="urn:microsoft.com/office/officeart/2005/8/layout/orgChart1"/>
    <dgm:cxn modelId="{79B906DA-4E9D-4F7B-A02B-FA32D68D8922}" type="presParOf" srcId="{E33D4859-3266-4E36-8616-AF723890E447}" destId="{8C87211E-53D5-4FA1-BD84-F154CFDD6B3B}" srcOrd="1" destOrd="0" presId="urn:microsoft.com/office/officeart/2005/8/layout/orgChart1"/>
    <dgm:cxn modelId="{0F58F984-B7DA-452D-B535-09DEBCA1B207}" type="presParOf" srcId="{8ECF516F-0C35-4B12-9C21-2FD83F8380EF}" destId="{98E3B8EC-F26B-4893-B858-0196EE2D04E5}" srcOrd="1" destOrd="0" presId="urn:microsoft.com/office/officeart/2005/8/layout/orgChart1"/>
    <dgm:cxn modelId="{447BC414-978B-4837-BEED-5B9C8A347426}" type="presParOf" srcId="{8ECF516F-0C35-4B12-9C21-2FD83F8380EF}" destId="{E02DE155-BC0A-43CC-B242-A89968C632A9}" srcOrd="2" destOrd="0" presId="urn:microsoft.com/office/officeart/2005/8/layout/orgChart1"/>
    <dgm:cxn modelId="{506D1D5C-FC5A-4DDB-8894-E3DE531651F6}" type="presParOf" srcId="{FC4EFF42-3CE1-4C53-8A76-C7C1F49F18F0}" destId="{43DCB89D-08C9-4B11-ACBC-049F3811BAB2}" srcOrd="4" destOrd="0" presId="urn:microsoft.com/office/officeart/2005/8/layout/orgChart1"/>
    <dgm:cxn modelId="{D89C65C3-B9E1-4C35-9300-E2F1D9327174}" type="presParOf" srcId="{FC4EFF42-3CE1-4C53-8A76-C7C1F49F18F0}" destId="{247D1DC8-DD1B-4275-B46B-46C0C81AAD4E}" srcOrd="5" destOrd="0" presId="urn:microsoft.com/office/officeart/2005/8/layout/orgChart1"/>
    <dgm:cxn modelId="{E881767A-73BD-4477-BE0B-FA6375053B6E}" type="presParOf" srcId="{247D1DC8-DD1B-4275-B46B-46C0C81AAD4E}" destId="{63935EE1-1B7C-4310-88D4-272369353A83}" srcOrd="0" destOrd="0" presId="urn:microsoft.com/office/officeart/2005/8/layout/orgChart1"/>
    <dgm:cxn modelId="{9FCF913D-F7E0-4F7F-B155-F276138D857D}" type="presParOf" srcId="{63935EE1-1B7C-4310-88D4-272369353A83}" destId="{85C285BB-7DB4-405A-A0DA-85AD33AEB3C1}" srcOrd="0" destOrd="0" presId="urn:microsoft.com/office/officeart/2005/8/layout/orgChart1"/>
    <dgm:cxn modelId="{CDF55740-BC69-4D3B-B7C5-657F29FD6DC6}" type="presParOf" srcId="{63935EE1-1B7C-4310-88D4-272369353A83}" destId="{FABF04C2-B5F5-476F-81DA-DA4BE2B1F5D7}" srcOrd="1" destOrd="0" presId="urn:microsoft.com/office/officeart/2005/8/layout/orgChart1"/>
    <dgm:cxn modelId="{0D9C81AB-3046-4DD5-B07F-E3EB1E8268CA}" type="presParOf" srcId="{247D1DC8-DD1B-4275-B46B-46C0C81AAD4E}" destId="{EEDD6AB7-AA87-4907-A2D3-A2F576FA5381}" srcOrd="1" destOrd="0" presId="urn:microsoft.com/office/officeart/2005/8/layout/orgChart1"/>
    <dgm:cxn modelId="{FADBFD55-4CA0-4D7E-BC1D-AD74E7E2E366}" type="presParOf" srcId="{247D1DC8-DD1B-4275-B46B-46C0C81AAD4E}" destId="{66D0CE9C-5380-40A1-A509-2F164AEDC955}" srcOrd="2" destOrd="0" presId="urn:microsoft.com/office/officeart/2005/8/layout/orgChart1"/>
    <dgm:cxn modelId="{294DACBA-7E68-4145-B15D-0D5E5C7FCA4A}" type="presParOf" srcId="{B14AE1FD-DEE9-4AD9-B321-DF35644F1415}" destId="{82D0397D-2B13-4DB4-9F63-3EE76BE32324}" srcOrd="2" destOrd="0" presId="urn:microsoft.com/office/officeart/2005/8/layout/orgChart1"/>
    <dgm:cxn modelId="{12B86738-15F5-4E28-89B6-93C0D1BA3C59}" type="presParOf" srcId="{82D0397D-2B13-4DB4-9F63-3EE76BE32324}" destId="{83EBF284-98E1-43B3-9629-EDD868382777}" srcOrd="0" destOrd="0" presId="urn:microsoft.com/office/officeart/2005/8/layout/orgChart1"/>
    <dgm:cxn modelId="{73951234-A18F-4248-9AAF-81271275C8C1}" type="presParOf" srcId="{82D0397D-2B13-4DB4-9F63-3EE76BE32324}" destId="{9AE64E20-14CC-4A59-87DC-5F8BD80FD580}" srcOrd="1" destOrd="0" presId="urn:microsoft.com/office/officeart/2005/8/layout/orgChart1"/>
    <dgm:cxn modelId="{895FC60E-DEAC-4161-8F64-384A45625DA3}" type="presParOf" srcId="{9AE64E20-14CC-4A59-87DC-5F8BD80FD580}" destId="{8F9CD1AA-C91B-4FFE-AC29-C6D65CB5A1A5}" srcOrd="0" destOrd="0" presId="urn:microsoft.com/office/officeart/2005/8/layout/orgChart1"/>
    <dgm:cxn modelId="{DCF6F1C6-98BF-436C-9FED-5F32D7595027}" type="presParOf" srcId="{8F9CD1AA-C91B-4FFE-AC29-C6D65CB5A1A5}" destId="{C1D534BD-ED22-45B4-8ACE-709D8E966966}" srcOrd="0" destOrd="0" presId="urn:microsoft.com/office/officeart/2005/8/layout/orgChart1"/>
    <dgm:cxn modelId="{72075A1B-761F-4AE6-A60D-AAD99EEFC087}" type="presParOf" srcId="{8F9CD1AA-C91B-4FFE-AC29-C6D65CB5A1A5}" destId="{B6A6E420-8F09-4C76-8372-48B7C0DC03EC}" srcOrd="1" destOrd="0" presId="urn:microsoft.com/office/officeart/2005/8/layout/orgChart1"/>
    <dgm:cxn modelId="{B0F812FF-AC10-4634-8F87-56956B92B120}" type="presParOf" srcId="{9AE64E20-14CC-4A59-87DC-5F8BD80FD580}" destId="{331933EF-2B1F-467F-A1FB-0C4208D06812}" srcOrd="1" destOrd="0" presId="urn:microsoft.com/office/officeart/2005/8/layout/orgChart1"/>
    <dgm:cxn modelId="{048CC463-A880-48D3-97C7-A064C4387B0A}" type="presParOf" srcId="{9AE64E20-14CC-4A59-87DC-5F8BD80FD580}" destId="{65234500-E3FE-422E-B20B-1895442C05D3}" srcOrd="2" destOrd="0" presId="urn:microsoft.com/office/officeart/2005/8/layout/orgChart1"/>
    <dgm:cxn modelId="{F6E18351-1CC6-41DA-83C8-B62907AE15CC}" type="presParOf" srcId="{82D0397D-2B13-4DB4-9F63-3EE76BE32324}" destId="{7431ECD0-E45D-436D-817E-C36B36917D94}" srcOrd="2" destOrd="0" presId="urn:microsoft.com/office/officeart/2005/8/layout/orgChart1"/>
    <dgm:cxn modelId="{544CBBFD-EBF6-4A31-B352-438A1EA3D3C5}" type="presParOf" srcId="{82D0397D-2B13-4DB4-9F63-3EE76BE32324}" destId="{B82CD1B0-E63B-4608-AD15-D5B4390F7B80}" srcOrd="3" destOrd="0" presId="urn:microsoft.com/office/officeart/2005/8/layout/orgChart1"/>
    <dgm:cxn modelId="{8C27D937-A516-4B13-87A6-4022BC7E9825}" type="presParOf" srcId="{B82CD1B0-E63B-4608-AD15-D5B4390F7B80}" destId="{392CBF3D-0E76-4E21-BB72-AC4983FAAF72}" srcOrd="0" destOrd="0" presId="urn:microsoft.com/office/officeart/2005/8/layout/orgChart1"/>
    <dgm:cxn modelId="{F7B82DB3-B76F-4825-959C-0676ED800537}" type="presParOf" srcId="{392CBF3D-0E76-4E21-BB72-AC4983FAAF72}" destId="{75B241CB-697D-4564-8CD2-13771EB89E26}" srcOrd="0" destOrd="0" presId="urn:microsoft.com/office/officeart/2005/8/layout/orgChart1"/>
    <dgm:cxn modelId="{17638CC1-2314-4418-A24A-86D5ED708FB3}" type="presParOf" srcId="{392CBF3D-0E76-4E21-BB72-AC4983FAAF72}" destId="{CF712081-CB4E-46BF-B197-3BD18A9C0225}" srcOrd="1" destOrd="0" presId="urn:microsoft.com/office/officeart/2005/8/layout/orgChart1"/>
    <dgm:cxn modelId="{D0694FBE-FDD7-4254-B011-EEEE401FBC57}" type="presParOf" srcId="{B82CD1B0-E63B-4608-AD15-D5B4390F7B80}" destId="{C1B911D8-05A9-496F-8329-6785D23CA1B1}" srcOrd="1" destOrd="0" presId="urn:microsoft.com/office/officeart/2005/8/layout/orgChart1"/>
    <dgm:cxn modelId="{8C6A51A6-7EEB-4863-BBD3-F84CF32426A5}" type="presParOf" srcId="{B82CD1B0-E63B-4608-AD15-D5B4390F7B80}" destId="{439F8019-7500-42C4-A3CA-DAD532D89B9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F00F4-803E-484F-8C53-926D2097ADDB}">
      <dsp:nvSpPr>
        <dsp:cNvPr id="0" name=""/>
        <dsp:cNvSpPr/>
      </dsp:nvSpPr>
      <dsp:spPr>
        <a:xfrm>
          <a:off x="4898380" y="690810"/>
          <a:ext cx="144809" cy="634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404"/>
              </a:lnTo>
              <a:lnTo>
                <a:pt x="144809" y="63440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EF4E4D-AAF1-4B65-BF0F-C2B42AEE8039}">
      <dsp:nvSpPr>
        <dsp:cNvPr id="0" name=""/>
        <dsp:cNvSpPr/>
      </dsp:nvSpPr>
      <dsp:spPr>
        <a:xfrm>
          <a:off x="4753570" y="690810"/>
          <a:ext cx="144809" cy="634404"/>
        </a:xfrm>
        <a:custGeom>
          <a:avLst/>
          <a:gdLst/>
          <a:ahLst/>
          <a:cxnLst/>
          <a:rect l="0" t="0" r="0" b="0"/>
          <a:pathLst>
            <a:path>
              <a:moveTo>
                <a:pt x="144809" y="0"/>
              </a:moveTo>
              <a:lnTo>
                <a:pt x="144809" y="634404"/>
              </a:lnTo>
              <a:lnTo>
                <a:pt x="0" y="63440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CEE8C4-0043-48FD-AE20-CB3D9C072FD4}">
      <dsp:nvSpPr>
        <dsp:cNvPr id="0" name=""/>
        <dsp:cNvSpPr/>
      </dsp:nvSpPr>
      <dsp:spPr>
        <a:xfrm>
          <a:off x="4898380" y="690810"/>
          <a:ext cx="1668760" cy="12688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3999"/>
              </a:lnTo>
              <a:lnTo>
                <a:pt x="1668760" y="1123999"/>
              </a:lnTo>
              <a:lnTo>
                <a:pt x="1668760" y="126880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24EBEF-146A-404B-8661-02221090CB91}">
      <dsp:nvSpPr>
        <dsp:cNvPr id="0" name=""/>
        <dsp:cNvSpPr/>
      </dsp:nvSpPr>
      <dsp:spPr>
        <a:xfrm>
          <a:off x="4852660" y="690810"/>
          <a:ext cx="91440" cy="12688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880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4A3572-1FB1-41E6-8AD5-B226151620F5}">
      <dsp:nvSpPr>
        <dsp:cNvPr id="0" name=""/>
        <dsp:cNvSpPr/>
      </dsp:nvSpPr>
      <dsp:spPr>
        <a:xfrm>
          <a:off x="3229619" y="2649190"/>
          <a:ext cx="1668760" cy="289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809"/>
              </a:lnTo>
              <a:lnTo>
                <a:pt x="1668760" y="144809"/>
              </a:lnTo>
              <a:lnTo>
                <a:pt x="1668760" y="2896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B20C46-9D9D-43C7-AA74-F2B0F5191D16}">
      <dsp:nvSpPr>
        <dsp:cNvPr id="0" name=""/>
        <dsp:cNvSpPr/>
      </dsp:nvSpPr>
      <dsp:spPr>
        <a:xfrm>
          <a:off x="3183899" y="2649190"/>
          <a:ext cx="91440" cy="2896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96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DB27E7-67EF-4677-9972-D6CABAD5D3B5}">
      <dsp:nvSpPr>
        <dsp:cNvPr id="0" name=""/>
        <dsp:cNvSpPr/>
      </dsp:nvSpPr>
      <dsp:spPr>
        <a:xfrm>
          <a:off x="1009203" y="3628380"/>
          <a:ext cx="206871" cy="16135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3594"/>
              </a:lnTo>
              <a:lnTo>
                <a:pt x="206871" y="16135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1DD089-B040-4E0F-A950-48B06FA35614}">
      <dsp:nvSpPr>
        <dsp:cNvPr id="0" name=""/>
        <dsp:cNvSpPr/>
      </dsp:nvSpPr>
      <dsp:spPr>
        <a:xfrm>
          <a:off x="1009203" y="3628380"/>
          <a:ext cx="206871" cy="634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404"/>
              </a:lnTo>
              <a:lnTo>
                <a:pt x="206871" y="63440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ABAC0D-B1CB-48C9-82E6-24104BBBAD47}">
      <dsp:nvSpPr>
        <dsp:cNvPr id="0" name=""/>
        <dsp:cNvSpPr/>
      </dsp:nvSpPr>
      <dsp:spPr>
        <a:xfrm>
          <a:off x="1560859" y="2649190"/>
          <a:ext cx="1668760" cy="289619"/>
        </a:xfrm>
        <a:custGeom>
          <a:avLst/>
          <a:gdLst/>
          <a:ahLst/>
          <a:cxnLst/>
          <a:rect l="0" t="0" r="0" b="0"/>
          <a:pathLst>
            <a:path>
              <a:moveTo>
                <a:pt x="1668760" y="0"/>
              </a:moveTo>
              <a:lnTo>
                <a:pt x="1668760" y="144809"/>
              </a:lnTo>
              <a:lnTo>
                <a:pt x="0" y="144809"/>
              </a:lnTo>
              <a:lnTo>
                <a:pt x="0" y="2896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80906-3FFE-431E-AAC7-977AC7DFAAC9}">
      <dsp:nvSpPr>
        <dsp:cNvPr id="0" name=""/>
        <dsp:cNvSpPr/>
      </dsp:nvSpPr>
      <dsp:spPr>
        <a:xfrm>
          <a:off x="3229619" y="690810"/>
          <a:ext cx="1668760" cy="1268809"/>
        </a:xfrm>
        <a:custGeom>
          <a:avLst/>
          <a:gdLst/>
          <a:ahLst/>
          <a:cxnLst/>
          <a:rect l="0" t="0" r="0" b="0"/>
          <a:pathLst>
            <a:path>
              <a:moveTo>
                <a:pt x="1668760" y="0"/>
              </a:moveTo>
              <a:lnTo>
                <a:pt x="1668760" y="1123999"/>
              </a:lnTo>
              <a:lnTo>
                <a:pt x="0" y="1123999"/>
              </a:lnTo>
              <a:lnTo>
                <a:pt x="0" y="126880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21EBA5-44C3-4CC3-9331-99F6CB401CD3}">
      <dsp:nvSpPr>
        <dsp:cNvPr id="0" name=""/>
        <dsp:cNvSpPr/>
      </dsp:nvSpPr>
      <dsp:spPr>
        <a:xfrm>
          <a:off x="4208809" y="1240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Manager</a:t>
          </a:r>
        </a:p>
      </dsp:txBody>
      <dsp:txXfrm>
        <a:off x="4208809" y="1240"/>
        <a:ext cx="1379140" cy="689570"/>
      </dsp:txXfrm>
    </dsp:sp>
    <dsp:sp modelId="{A8235EF5-B9DB-453F-9936-6564B647A624}">
      <dsp:nvSpPr>
        <dsp:cNvPr id="0" name=""/>
        <dsp:cNvSpPr/>
      </dsp:nvSpPr>
      <dsp:spPr>
        <a:xfrm>
          <a:off x="2540049" y="195961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540049" y="1959619"/>
        <a:ext cx="1379140" cy="689570"/>
      </dsp:txXfrm>
    </dsp:sp>
    <dsp:sp modelId="{34A81E25-0520-4FB8-B090-70D07FCFBD46}">
      <dsp:nvSpPr>
        <dsp:cNvPr id="0" name=""/>
        <dsp:cNvSpPr/>
      </dsp:nvSpPr>
      <dsp:spPr>
        <a:xfrm>
          <a:off x="871289" y="293880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Report One</a:t>
          </a:r>
        </a:p>
      </dsp:txBody>
      <dsp:txXfrm>
        <a:off x="871289" y="2938809"/>
        <a:ext cx="1379140" cy="689570"/>
      </dsp:txXfrm>
    </dsp:sp>
    <dsp:sp modelId="{633C9F9A-3F1B-407F-B6FB-AF7B2A5D432E}">
      <dsp:nvSpPr>
        <dsp:cNvPr id="0" name=""/>
        <dsp:cNvSpPr/>
      </dsp:nvSpPr>
      <dsp:spPr>
        <a:xfrm>
          <a:off x="1216074" y="391799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Analyst One</a:t>
          </a:r>
        </a:p>
      </dsp:txBody>
      <dsp:txXfrm>
        <a:off x="1216074" y="3917999"/>
        <a:ext cx="1379140" cy="689570"/>
      </dsp:txXfrm>
    </dsp:sp>
    <dsp:sp modelId="{9689811C-6633-410C-B47A-9883F0735E3F}">
      <dsp:nvSpPr>
        <dsp:cNvPr id="0" name=""/>
        <dsp:cNvSpPr/>
      </dsp:nvSpPr>
      <dsp:spPr>
        <a:xfrm>
          <a:off x="1216074" y="489718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Analyst Two</a:t>
          </a:r>
        </a:p>
      </dsp:txBody>
      <dsp:txXfrm>
        <a:off x="1216074" y="4897189"/>
        <a:ext cx="1379140" cy="689570"/>
      </dsp:txXfrm>
    </dsp:sp>
    <dsp:sp modelId="{DE935A65-197A-488A-8FB5-602633D5D4CF}">
      <dsp:nvSpPr>
        <dsp:cNvPr id="0" name=""/>
        <dsp:cNvSpPr/>
      </dsp:nvSpPr>
      <dsp:spPr>
        <a:xfrm>
          <a:off x="2540049" y="293880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Report Two</a:t>
          </a:r>
        </a:p>
      </dsp:txBody>
      <dsp:txXfrm>
        <a:off x="2540049" y="2938809"/>
        <a:ext cx="1379140" cy="689570"/>
      </dsp:txXfrm>
    </dsp:sp>
    <dsp:sp modelId="{5175124F-C0D8-4568-A740-B50888414ABE}">
      <dsp:nvSpPr>
        <dsp:cNvPr id="0" name=""/>
        <dsp:cNvSpPr/>
      </dsp:nvSpPr>
      <dsp:spPr>
        <a:xfrm>
          <a:off x="4208809" y="293880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Report Three</a:t>
          </a:r>
        </a:p>
      </dsp:txBody>
      <dsp:txXfrm>
        <a:off x="4208809" y="2938809"/>
        <a:ext cx="1379140" cy="689570"/>
      </dsp:txXfrm>
    </dsp:sp>
    <dsp:sp modelId="{5639086D-9CB7-4E1C-8B40-1B7AB6961FCB}">
      <dsp:nvSpPr>
        <dsp:cNvPr id="0" name=""/>
        <dsp:cNvSpPr/>
      </dsp:nvSpPr>
      <dsp:spPr>
        <a:xfrm>
          <a:off x="4208809" y="195961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4208809" y="1959619"/>
        <a:ext cx="1379140" cy="689570"/>
      </dsp:txXfrm>
    </dsp:sp>
    <dsp:sp modelId="{8ADDBE46-8E05-48B0-B856-E6206D95E3AB}">
      <dsp:nvSpPr>
        <dsp:cNvPr id="0" name=""/>
        <dsp:cNvSpPr/>
      </dsp:nvSpPr>
      <dsp:spPr>
        <a:xfrm>
          <a:off x="5877569" y="195961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877569" y="1959619"/>
        <a:ext cx="1379140" cy="689570"/>
      </dsp:txXfrm>
    </dsp:sp>
    <dsp:sp modelId="{E8FBA7F7-40ED-4436-95A7-219CE15B45D4}">
      <dsp:nvSpPr>
        <dsp:cNvPr id="0" name=""/>
        <dsp:cNvSpPr/>
      </dsp:nvSpPr>
      <dsp:spPr>
        <a:xfrm>
          <a:off x="3374429" y="980430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3374429" y="980430"/>
        <a:ext cx="1379140" cy="689570"/>
      </dsp:txXfrm>
    </dsp:sp>
    <dsp:sp modelId="{68B7CDDB-4201-430B-AA51-F5784103A841}">
      <dsp:nvSpPr>
        <dsp:cNvPr id="0" name=""/>
        <dsp:cNvSpPr/>
      </dsp:nvSpPr>
      <dsp:spPr>
        <a:xfrm>
          <a:off x="5043189" y="980430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Assistant</a:t>
          </a:r>
        </a:p>
      </dsp:txBody>
      <dsp:txXfrm>
        <a:off x="5043189" y="980430"/>
        <a:ext cx="1379140" cy="6895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FB22D6-32B5-475D-80BC-2DFC85B2E458}">
      <dsp:nvSpPr>
        <dsp:cNvPr id="0" name=""/>
        <dsp:cNvSpPr/>
      </dsp:nvSpPr>
      <dsp:spPr>
        <a:xfrm>
          <a:off x="5483646" y="588267"/>
          <a:ext cx="123192" cy="5397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9700"/>
              </a:lnTo>
              <a:lnTo>
                <a:pt x="123192" y="53970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89AB89-8695-4472-AF3A-120C0C64E6F8}">
      <dsp:nvSpPr>
        <dsp:cNvPr id="0" name=""/>
        <dsp:cNvSpPr/>
      </dsp:nvSpPr>
      <dsp:spPr>
        <a:xfrm>
          <a:off x="5360454" y="588267"/>
          <a:ext cx="123192" cy="539700"/>
        </a:xfrm>
        <a:custGeom>
          <a:avLst/>
          <a:gdLst/>
          <a:ahLst/>
          <a:cxnLst/>
          <a:rect l="0" t="0" r="0" b="0"/>
          <a:pathLst>
            <a:path>
              <a:moveTo>
                <a:pt x="123192" y="0"/>
              </a:moveTo>
              <a:lnTo>
                <a:pt x="123192" y="539700"/>
              </a:lnTo>
              <a:lnTo>
                <a:pt x="0" y="53970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453CD0-51B7-4D13-9265-E8F23D430563}">
      <dsp:nvSpPr>
        <dsp:cNvPr id="0" name=""/>
        <dsp:cNvSpPr/>
      </dsp:nvSpPr>
      <dsp:spPr>
        <a:xfrm>
          <a:off x="2521160" y="588267"/>
          <a:ext cx="2962485" cy="4704779"/>
        </a:xfrm>
        <a:custGeom>
          <a:avLst/>
          <a:gdLst/>
          <a:ahLst/>
          <a:cxnLst/>
          <a:rect l="0" t="0" r="0" b="0"/>
          <a:pathLst>
            <a:path>
              <a:moveTo>
                <a:pt x="2962485" y="0"/>
              </a:moveTo>
              <a:lnTo>
                <a:pt x="2962485" y="4704779"/>
              </a:lnTo>
              <a:lnTo>
                <a:pt x="0" y="470477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23EB75-92BE-4A6D-AF4E-94EB82F12E2E}">
      <dsp:nvSpPr>
        <dsp:cNvPr id="0" name=""/>
        <dsp:cNvSpPr/>
      </dsp:nvSpPr>
      <dsp:spPr>
        <a:xfrm>
          <a:off x="5483646" y="588267"/>
          <a:ext cx="123192" cy="13727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2716"/>
              </a:lnTo>
              <a:lnTo>
                <a:pt x="123192" y="137271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06EE17-50D7-4BF8-960E-D95E7442872B}">
      <dsp:nvSpPr>
        <dsp:cNvPr id="0" name=""/>
        <dsp:cNvSpPr/>
      </dsp:nvSpPr>
      <dsp:spPr>
        <a:xfrm>
          <a:off x="3354176" y="2254299"/>
          <a:ext cx="1419646" cy="2463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192"/>
              </a:lnTo>
              <a:lnTo>
                <a:pt x="1419646" y="123192"/>
              </a:lnTo>
              <a:lnTo>
                <a:pt x="1419646" y="2463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12B065-7920-4522-9453-BDF5B4FCDD44}">
      <dsp:nvSpPr>
        <dsp:cNvPr id="0" name=""/>
        <dsp:cNvSpPr/>
      </dsp:nvSpPr>
      <dsp:spPr>
        <a:xfrm>
          <a:off x="3308456" y="2254299"/>
          <a:ext cx="91440" cy="2463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63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BCE9F7-D709-4A4B-91C9-500B8DC39A1B}">
      <dsp:nvSpPr>
        <dsp:cNvPr id="0" name=""/>
        <dsp:cNvSpPr/>
      </dsp:nvSpPr>
      <dsp:spPr>
        <a:xfrm>
          <a:off x="1465225" y="3087315"/>
          <a:ext cx="175989" cy="13727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2716"/>
              </a:lnTo>
              <a:lnTo>
                <a:pt x="175989" y="137271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7E97ED-68A4-4996-9057-94C2B00865A6}">
      <dsp:nvSpPr>
        <dsp:cNvPr id="0" name=""/>
        <dsp:cNvSpPr/>
      </dsp:nvSpPr>
      <dsp:spPr>
        <a:xfrm>
          <a:off x="1465225" y="3087315"/>
          <a:ext cx="175989" cy="5397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9700"/>
              </a:lnTo>
              <a:lnTo>
                <a:pt x="175989" y="5397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C80DDA-49AC-4081-90D2-0BC7C448D715}">
      <dsp:nvSpPr>
        <dsp:cNvPr id="0" name=""/>
        <dsp:cNvSpPr/>
      </dsp:nvSpPr>
      <dsp:spPr>
        <a:xfrm>
          <a:off x="1934529" y="2254299"/>
          <a:ext cx="1419646" cy="246384"/>
        </a:xfrm>
        <a:custGeom>
          <a:avLst/>
          <a:gdLst/>
          <a:ahLst/>
          <a:cxnLst/>
          <a:rect l="0" t="0" r="0" b="0"/>
          <a:pathLst>
            <a:path>
              <a:moveTo>
                <a:pt x="1419646" y="0"/>
              </a:moveTo>
              <a:lnTo>
                <a:pt x="1419646" y="123192"/>
              </a:lnTo>
              <a:lnTo>
                <a:pt x="0" y="123192"/>
              </a:lnTo>
              <a:lnTo>
                <a:pt x="0" y="2463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304DAB-321C-40D0-A4E5-D8120A2C809D}">
      <dsp:nvSpPr>
        <dsp:cNvPr id="0" name=""/>
        <dsp:cNvSpPr/>
      </dsp:nvSpPr>
      <dsp:spPr>
        <a:xfrm>
          <a:off x="3940807" y="588267"/>
          <a:ext cx="1542839" cy="1372716"/>
        </a:xfrm>
        <a:custGeom>
          <a:avLst/>
          <a:gdLst/>
          <a:ahLst/>
          <a:cxnLst/>
          <a:rect l="0" t="0" r="0" b="0"/>
          <a:pathLst>
            <a:path>
              <a:moveTo>
                <a:pt x="1542839" y="0"/>
              </a:moveTo>
              <a:lnTo>
                <a:pt x="1542839" y="1372716"/>
              </a:lnTo>
              <a:lnTo>
                <a:pt x="0" y="137271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366F91-E0E2-483F-A3B6-CFACD45D60B0}">
      <dsp:nvSpPr>
        <dsp:cNvPr id="0" name=""/>
        <dsp:cNvSpPr/>
      </dsp:nvSpPr>
      <dsp:spPr>
        <a:xfrm>
          <a:off x="4897015" y="1637"/>
          <a:ext cx="1173261" cy="5866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Manager</a:t>
          </a:r>
        </a:p>
      </dsp:txBody>
      <dsp:txXfrm>
        <a:off x="4897015" y="1637"/>
        <a:ext cx="1173261" cy="586630"/>
      </dsp:txXfrm>
    </dsp:sp>
    <dsp:sp modelId="{08C3AABF-0FFD-486C-B42A-5A4B90707130}">
      <dsp:nvSpPr>
        <dsp:cNvPr id="0" name=""/>
        <dsp:cNvSpPr/>
      </dsp:nvSpPr>
      <dsp:spPr>
        <a:xfrm>
          <a:off x="2767545" y="1667668"/>
          <a:ext cx="1173261" cy="5866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767545" y="1667668"/>
        <a:ext cx="1173261" cy="586630"/>
      </dsp:txXfrm>
    </dsp:sp>
    <dsp:sp modelId="{0180A944-CEE6-466E-B1C2-9F77A8F20C10}">
      <dsp:nvSpPr>
        <dsp:cNvPr id="0" name=""/>
        <dsp:cNvSpPr/>
      </dsp:nvSpPr>
      <dsp:spPr>
        <a:xfrm>
          <a:off x="1347899" y="2500684"/>
          <a:ext cx="1173261" cy="5866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Report One</a:t>
          </a:r>
        </a:p>
      </dsp:txBody>
      <dsp:txXfrm>
        <a:off x="1347899" y="2500684"/>
        <a:ext cx="1173261" cy="586630"/>
      </dsp:txXfrm>
    </dsp:sp>
    <dsp:sp modelId="{9BF3FEEF-2E89-46EB-B0F4-D2EEDE165663}">
      <dsp:nvSpPr>
        <dsp:cNvPr id="0" name=""/>
        <dsp:cNvSpPr/>
      </dsp:nvSpPr>
      <dsp:spPr>
        <a:xfrm>
          <a:off x="1641214" y="3333700"/>
          <a:ext cx="1173261" cy="5866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Analyst One</a:t>
          </a:r>
        </a:p>
      </dsp:txBody>
      <dsp:txXfrm>
        <a:off x="1641214" y="3333700"/>
        <a:ext cx="1173261" cy="586630"/>
      </dsp:txXfrm>
    </dsp:sp>
    <dsp:sp modelId="{5AF0E691-F8FA-489B-BB8F-9DDCED84BEDB}">
      <dsp:nvSpPr>
        <dsp:cNvPr id="0" name=""/>
        <dsp:cNvSpPr/>
      </dsp:nvSpPr>
      <dsp:spPr>
        <a:xfrm>
          <a:off x="1641214" y="4166716"/>
          <a:ext cx="1173261" cy="5866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Analyst Two</a:t>
          </a:r>
        </a:p>
      </dsp:txBody>
      <dsp:txXfrm>
        <a:off x="1641214" y="4166716"/>
        <a:ext cx="1173261" cy="586630"/>
      </dsp:txXfrm>
    </dsp:sp>
    <dsp:sp modelId="{67D7307E-42A0-4AE3-AFC3-E1C74CB170FD}">
      <dsp:nvSpPr>
        <dsp:cNvPr id="0" name=""/>
        <dsp:cNvSpPr/>
      </dsp:nvSpPr>
      <dsp:spPr>
        <a:xfrm>
          <a:off x="2767545" y="2500684"/>
          <a:ext cx="1173261" cy="5866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Report Two</a:t>
          </a:r>
        </a:p>
      </dsp:txBody>
      <dsp:txXfrm>
        <a:off x="2767545" y="2500684"/>
        <a:ext cx="1173261" cy="586630"/>
      </dsp:txXfrm>
    </dsp:sp>
    <dsp:sp modelId="{3486296A-54C2-40D8-90FA-A29DDFC8F11B}">
      <dsp:nvSpPr>
        <dsp:cNvPr id="0" name=""/>
        <dsp:cNvSpPr/>
      </dsp:nvSpPr>
      <dsp:spPr>
        <a:xfrm>
          <a:off x="4187192" y="2500684"/>
          <a:ext cx="1173261" cy="5866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Report Three</a:t>
          </a:r>
        </a:p>
      </dsp:txBody>
      <dsp:txXfrm>
        <a:off x="4187192" y="2500684"/>
        <a:ext cx="1173261" cy="586630"/>
      </dsp:txXfrm>
    </dsp:sp>
    <dsp:sp modelId="{3EEFA1FD-5C00-45F2-875C-F7E01FE3ED81}">
      <dsp:nvSpPr>
        <dsp:cNvPr id="0" name=""/>
        <dsp:cNvSpPr/>
      </dsp:nvSpPr>
      <dsp:spPr>
        <a:xfrm>
          <a:off x="5606839" y="1667668"/>
          <a:ext cx="1173261" cy="5866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606839" y="1667668"/>
        <a:ext cx="1173261" cy="586630"/>
      </dsp:txXfrm>
    </dsp:sp>
    <dsp:sp modelId="{BA821E9C-E0B6-43EC-B04E-DD8D446B500D}">
      <dsp:nvSpPr>
        <dsp:cNvPr id="0" name=""/>
        <dsp:cNvSpPr/>
      </dsp:nvSpPr>
      <dsp:spPr>
        <a:xfrm>
          <a:off x="1347899" y="4999732"/>
          <a:ext cx="1173261" cy="5866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1347899" y="4999732"/>
        <a:ext cx="1173261" cy="586630"/>
      </dsp:txXfrm>
    </dsp:sp>
    <dsp:sp modelId="{DF65E636-C121-42BE-853B-A4E6D2AB6E9C}">
      <dsp:nvSpPr>
        <dsp:cNvPr id="0" name=""/>
        <dsp:cNvSpPr/>
      </dsp:nvSpPr>
      <dsp:spPr>
        <a:xfrm>
          <a:off x="4187192" y="834652"/>
          <a:ext cx="1173261" cy="5866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187192" y="834652"/>
        <a:ext cx="1173261" cy="586630"/>
      </dsp:txXfrm>
    </dsp:sp>
    <dsp:sp modelId="{B22CF01E-53DC-43F2-92A1-5C2B4461E8B1}">
      <dsp:nvSpPr>
        <dsp:cNvPr id="0" name=""/>
        <dsp:cNvSpPr/>
      </dsp:nvSpPr>
      <dsp:spPr>
        <a:xfrm>
          <a:off x="5606839" y="834652"/>
          <a:ext cx="1173261" cy="5866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Assistant</a:t>
          </a:r>
        </a:p>
      </dsp:txBody>
      <dsp:txXfrm>
        <a:off x="5606839" y="834652"/>
        <a:ext cx="1173261" cy="5866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176A3-370C-4D51-855B-C7ED09A772EF}">
      <dsp:nvSpPr>
        <dsp:cNvPr id="0" name=""/>
        <dsp:cNvSpPr/>
      </dsp:nvSpPr>
      <dsp:spPr>
        <a:xfrm>
          <a:off x="5322028" y="512706"/>
          <a:ext cx="107174" cy="4695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9527"/>
              </a:lnTo>
              <a:lnTo>
                <a:pt x="107174" y="4695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557B48-FA7B-47CD-994E-4136D6BA6178}">
      <dsp:nvSpPr>
        <dsp:cNvPr id="0" name=""/>
        <dsp:cNvSpPr/>
      </dsp:nvSpPr>
      <dsp:spPr>
        <a:xfrm>
          <a:off x="5214853" y="512706"/>
          <a:ext cx="107174" cy="469527"/>
        </a:xfrm>
        <a:custGeom>
          <a:avLst/>
          <a:gdLst/>
          <a:ahLst/>
          <a:cxnLst/>
          <a:rect l="0" t="0" r="0" b="0"/>
          <a:pathLst>
            <a:path>
              <a:moveTo>
                <a:pt x="107174" y="0"/>
              </a:moveTo>
              <a:lnTo>
                <a:pt x="107174" y="469527"/>
              </a:lnTo>
              <a:lnTo>
                <a:pt x="0" y="4695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2C219C-1738-4F0E-883E-6E06C6346F77}">
      <dsp:nvSpPr>
        <dsp:cNvPr id="0" name=""/>
        <dsp:cNvSpPr/>
      </dsp:nvSpPr>
      <dsp:spPr>
        <a:xfrm>
          <a:off x="5168921" y="512706"/>
          <a:ext cx="153106" cy="4817764"/>
        </a:xfrm>
        <a:custGeom>
          <a:avLst/>
          <a:gdLst/>
          <a:ahLst/>
          <a:cxnLst/>
          <a:rect l="0" t="0" r="0" b="0"/>
          <a:pathLst>
            <a:path>
              <a:moveTo>
                <a:pt x="153106" y="0"/>
              </a:moveTo>
              <a:lnTo>
                <a:pt x="153106" y="4817764"/>
              </a:lnTo>
              <a:lnTo>
                <a:pt x="0" y="48177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80E979-17C9-4754-B07C-C33FF4A1DF88}">
      <dsp:nvSpPr>
        <dsp:cNvPr id="0" name=""/>
        <dsp:cNvSpPr/>
      </dsp:nvSpPr>
      <dsp:spPr>
        <a:xfrm>
          <a:off x="5168921" y="512706"/>
          <a:ext cx="153106" cy="4093058"/>
        </a:xfrm>
        <a:custGeom>
          <a:avLst/>
          <a:gdLst/>
          <a:ahLst/>
          <a:cxnLst/>
          <a:rect l="0" t="0" r="0" b="0"/>
          <a:pathLst>
            <a:path>
              <a:moveTo>
                <a:pt x="153106" y="0"/>
              </a:moveTo>
              <a:lnTo>
                <a:pt x="153106" y="4093058"/>
              </a:lnTo>
              <a:lnTo>
                <a:pt x="0" y="409305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57AB98-CAFC-4892-A536-63026288213A}">
      <dsp:nvSpPr>
        <dsp:cNvPr id="0" name=""/>
        <dsp:cNvSpPr/>
      </dsp:nvSpPr>
      <dsp:spPr>
        <a:xfrm>
          <a:off x="3423502" y="1962118"/>
          <a:ext cx="1235062" cy="214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174"/>
              </a:lnTo>
              <a:lnTo>
                <a:pt x="1235062" y="107174"/>
              </a:lnTo>
              <a:lnTo>
                <a:pt x="1235062" y="2143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28CB26-2A28-43F3-AAEE-C349EE60B991}">
      <dsp:nvSpPr>
        <dsp:cNvPr id="0" name=""/>
        <dsp:cNvSpPr/>
      </dsp:nvSpPr>
      <dsp:spPr>
        <a:xfrm>
          <a:off x="3377782" y="1962118"/>
          <a:ext cx="91440" cy="2143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43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3FC7F7-463C-49E2-8512-E0FACF5FC50F}">
      <dsp:nvSpPr>
        <dsp:cNvPr id="0" name=""/>
        <dsp:cNvSpPr/>
      </dsp:nvSpPr>
      <dsp:spPr>
        <a:xfrm>
          <a:off x="1780154" y="2686825"/>
          <a:ext cx="153106" cy="1194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234"/>
              </a:lnTo>
              <a:lnTo>
                <a:pt x="153106" y="119423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C417E6-6D43-4C51-B306-DC6B34B86E7D}">
      <dsp:nvSpPr>
        <dsp:cNvPr id="0" name=""/>
        <dsp:cNvSpPr/>
      </dsp:nvSpPr>
      <dsp:spPr>
        <a:xfrm>
          <a:off x="1780154" y="2686825"/>
          <a:ext cx="153106" cy="4695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9527"/>
              </a:lnTo>
              <a:lnTo>
                <a:pt x="153106" y="4695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80015-B219-4D77-BACC-E8CDF458A13E}">
      <dsp:nvSpPr>
        <dsp:cNvPr id="0" name=""/>
        <dsp:cNvSpPr/>
      </dsp:nvSpPr>
      <dsp:spPr>
        <a:xfrm>
          <a:off x="2188440" y="1962118"/>
          <a:ext cx="1235062" cy="214349"/>
        </a:xfrm>
        <a:custGeom>
          <a:avLst/>
          <a:gdLst/>
          <a:ahLst/>
          <a:cxnLst/>
          <a:rect l="0" t="0" r="0" b="0"/>
          <a:pathLst>
            <a:path>
              <a:moveTo>
                <a:pt x="1235062" y="0"/>
              </a:moveTo>
              <a:lnTo>
                <a:pt x="1235062" y="107174"/>
              </a:lnTo>
              <a:lnTo>
                <a:pt x="0" y="107174"/>
              </a:lnTo>
              <a:lnTo>
                <a:pt x="0" y="2143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CFAE2E-D52C-42D4-A3A6-6326E50D973B}">
      <dsp:nvSpPr>
        <dsp:cNvPr id="0" name=""/>
        <dsp:cNvSpPr/>
      </dsp:nvSpPr>
      <dsp:spPr>
        <a:xfrm>
          <a:off x="3933859" y="512706"/>
          <a:ext cx="1388169" cy="1194234"/>
        </a:xfrm>
        <a:custGeom>
          <a:avLst/>
          <a:gdLst/>
          <a:ahLst/>
          <a:cxnLst/>
          <a:rect l="0" t="0" r="0" b="0"/>
          <a:pathLst>
            <a:path>
              <a:moveTo>
                <a:pt x="1388169" y="0"/>
              </a:moveTo>
              <a:lnTo>
                <a:pt x="1388169" y="1194234"/>
              </a:lnTo>
              <a:lnTo>
                <a:pt x="0" y="119423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13A2E7-C4AF-4156-8091-65565C9D6A15}">
      <dsp:nvSpPr>
        <dsp:cNvPr id="0" name=""/>
        <dsp:cNvSpPr/>
      </dsp:nvSpPr>
      <dsp:spPr>
        <a:xfrm>
          <a:off x="4811672" y="2350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Manager</a:t>
          </a:r>
        </a:p>
      </dsp:txBody>
      <dsp:txXfrm>
        <a:off x="4811672" y="2350"/>
        <a:ext cx="1020712" cy="510356"/>
      </dsp:txXfrm>
    </dsp:sp>
    <dsp:sp modelId="{97158CDA-0FA5-478E-98D2-BC2AA436E7BB}">
      <dsp:nvSpPr>
        <dsp:cNvPr id="0" name=""/>
        <dsp:cNvSpPr/>
      </dsp:nvSpPr>
      <dsp:spPr>
        <a:xfrm>
          <a:off x="2913146" y="1451762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913146" y="1451762"/>
        <a:ext cx="1020712" cy="510356"/>
      </dsp:txXfrm>
    </dsp:sp>
    <dsp:sp modelId="{55ADA2E8-DBB1-4D45-BB07-AE138602B78F}">
      <dsp:nvSpPr>
        <dsp:cNvPr id="0" name=""/>
        <dsp:cNvSpPr/>
      </dsp:nvSpPr>
      <dsp:spPr>
        <a:xfrm>
          <a:off x="1678083" y="2176468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Report One</a:t>
          </a:r>
        </a:p>
      </dsp:txBody>
      <dsp:txXfrm>
        <a:off x="1678083" y="2176468"/>
        <a:ext cx="1020712" cy="510356"/>
      </dsp:txXfrm>
    </dsp:sp>
    <dsp:sp modelId="{83A6093B-2D97-45ED-8879-C9E8B287C021}">
      <dsp:nvSpPr>
        <dsp:cNvPr id="0" name=""/>
        <dsp:cNvSpPr/>
      </dsp:nvSpPr>
      <dsp:spPr>
        <a:xfrm>
          <a:off x="1933261" y="2901174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Analyst One</a:t>
          </a:r>
        </a:p>
      </dsp:txBody>
      <dsp:txXfrm>
        <a:off x="1933261" y="2901174"/>
        <a:ext cx="1020712" cy="510356"/>
      </dsp:txXfrm>
    </dsp:sp>
    <dsp:sp modelId="{4ECA725B-FC4D-4720-8F73-1D445CD44ACC}">
      <dsp:nvSpPr>
        <dsp:cNvPr id="0" name=""/>
        <dsp:cNvSpPr/>
      </dsp:nvSpPr>
      <dsp:spPr>
        <a:xfrm>
          <a:off x="1933261" y="3625881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Analyst Two</a:t>
          </a:r>
        </a:p>
      </dsp:txBody>
      <dsp:txXfrm>
        <a:off x="1933261" y="3625881"/>
        <a:ext cx="1020712" cy="510356"/>
      </dsp:txXfrm>
    </dsp:sp>
    <dsp:sp modelId="{2E61B2C5-080C-479C-82DA-12C9F9ACD9ED}">
      <dsp:nvSpPr>
        <dsp:cNvPr id="0" name=""/>
        <dsp:cNvSpPr/>
      </dsp:nvSpPr>
      <dsp:spPr>
        <a:xfrm>
          <a:off x="2913146" y="2176468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Report Two</a:t>
          </a:r>
        </a:p>
      </dsp:txBody>
      <dsp:txXfrm>
        <a:off x="2913146" y="2176468"/>
        <a:ext cx="1020712" cy="510356"/>
      </dsp:txXfrm>
    </dsp:sp>
    <dsp:sp modelId="{BE8C8DF0-8BE8-4B60-A06B-9C0F1799EECD}">
      <dsp:nvSpPr>
        <dsp:cNvPr id="0" name=""/>
        <dsp:cNvSpPr/>
      </dsp:nvSpPr>
      <dsp:spPr>
        <a:xfrm>
          <a:off x="4148208" y="2176468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Report Three</a:t>
          </a:r>
        </a:p>
      </dsp:txBody>
      <dsp:txXfrm>
        <a:off x="4148208" y="2176468"/>
        <a:ext cx="1020712" cy="510356"/>
      </dsp:txXfrm>
    </dsp:sp>
    <dsp:sp modelId="{68CAE1B0-797B-4912-825F-65219D12FB48}">
      <dsp:nvSpPr>
        <dsp:cNvPr id="0" name=""/>
        <dsp:cNvSpPr/>
      </dsp:nvSpPr>
      <dsp:spPr>
        <a:xfrm>
          <a:off x="4148208" y="4350587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148208" y="4350587"/>
        <a:ext cx="1020712" cy="510356"/>
      </dsp:txXfrm>
    </dsp:sp>
    <dsp:sp modelId="{B7381F9C-D950-448E-A6B4-3A1339732A68}">
      <dsp:nvSpPr>
        <dsp:cNvPr id="0" name=""/>
        <dsp:cNvSpPr/>
      </dsp:nvSpPr>
      <dsp:spPr>
        <a:xfrm>
          <a:off x="4148208" y="5075293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148208" y="5075293"/>
        <a:ext cx="1020712" cy="510356"/>
      </dsp:txXfrm>
    </dsp:sp>
    <dsp:sp modelId="{89047AEC-A915-4D8B-BBE5-9537B4A134A4}">
      <dsp:nvSpPr>
        <dsp:cNvPr id="0" name=""/>
        <dsp:cNvSpPr/>
      </dsp:nvSpPr>
      <dsp:spPr>
        <a:xfrm>
          <a:off x="4194140" y="727056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194140" y="727056"/>
        <a:ext cx="1020712" cy="510356"/>
      </dsp:txXfrm>
    </dsp:sp>
    <dsp:sp modelId="{04F650BF-C694-4993-BA33-33D9DA13F6EA}">
      <dsp:nvSpPr>
        <dsp:cNvPr id="0" name=""/>
        <dsp:cNvSpPr/>
      </dsp:nvSpPr>
      <dsp:spPr>
        <a:xfrm>
          <a:off x="5429203" y="727056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Assistant</a:t>
          </a:r>
        </a:p>
      </dsp:txBody>
      <dsp:txXfrm>
        <a:off x="5429203" y="727056"/>
        <a:ext cx="1020712" cy="5103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1ECD0-E45D-436D-817E-C36B36917D94}">
      <dsp:nvSpPr>
        <dsp:cNvPr id="0" name=""/>
        <dsp:cNvSpPr/>
      </dsp:nvSpPr>
      <dsp:spPr>
        <a:xfrm>
          <a:off x="2805971" y="512706"/>
          <a:ext cx="107174" cy="4695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9527"/>
              </a:lnTo>
              <a:lnTo>
                <a:pt x="107174" y="4695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EBF284-98E1-43B3-9629-EDD868382777}">
      <dsp:nvSpPr>
        <dsp:cNvPr id="0" name=""/>
        <dsp:cNvSpPr/>
      </dsp:nvSpPr>
      <dsp:spPr>
        <a:xfrm>
          <a:off x="2698796" y="512706"/>
          <a:ext cx="107174" cy="469527"/>
        </a:xfrm>
        <a:custGeom>
          <a:avLst/>
          <a:gdLst/>
          <a:ahLst/>
          <a:cxnLst/>
          <a:rect l="0" t="0" r="0" b="0"/>
          <a:pathLst>
            <a:path>
              <a:moveTo>
                <a:pt x="107174" y="0"/>
              </a:moveTo>
              <a:lnTo>
                <a:pt x="107174" y="469527"/>
              </a:lnTo>
              <a:lnTo>
                <a:pt x="0" y="4695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DCB89D-08C9-4B11-ACBC-049F3811BAB2}">
      <dsp:nvSpPr>
        <dsp:cNvPr id="0" name=""/>
        <dsp:cNvSpPr/>
      </dsp:nvSpPr>
      <dsp:spPr>
        <a:xfrm>
          <a:off x="2805971" y="512706"/>
          <a:ext cx="153106" cy="4817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7764"/>
              </a:lnTo>
              <a:lnTo>
                <a:pt x="153106" y="48177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598737-E206-4A1C-9EED-840F51A06311}">
      <dsp:nvSpPr>
        <dsp:cNvPr id="0" name=""/>
        <dsp:cNvSpPr/>
      </dsp:nvSpPr>
      <dsp:spPr>
        <a:xfrm>
          <a:off x="2805971" y="512706"/>
          <a:ext cx="153106" cy="40930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93058"/>
              </a:lnTo>
              <a:lnTo>
                <a:pt x="153106" y="409305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A8CB9A-AA6A-4611-AFE0-B4581E598E9F}">
      <dsp:nvSpPr>
        <dsp:cNvPr id="0" name=""/>
        <dsp:cNvSpPr/>
      </dsp:nvSpPr>
      <dsp:spPr>
        <a:xfrm>
          <a:off x="4704497" y="1962118"/>
          <a:ext cx="1235062" cy="214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174"/>
              </a:lnTo>
              <a:lnTo>
                <a:pt x="1235062" y="107174"/>
              </a:lnTo>
              <a:lnTo>
                <a:pt x="1235062" y="2143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A8C566-10D3-43CA-97E7-BC1EE9C71A92}">
      <dsp:nvSpPr>
        <dsp:cNvPr id="0" name=""/>
        <dsp:cNvSpPr/>
      </dsp:nvSpPr>
      <dsp:spPr>
        <a:xfrm>
          <a:off x="4658777" y="1962118"/>
          <a:ext cx="91440" cy="2143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43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BC392C-F478-4F47-ABEF-AF5B49EBC2E2}">
      <dsp:nvSpPr>
        <dsp:cNvPr id="0" name=""/>
        <dsp:cNvSpPr/>
      </dsp:nvSpPr>
      <dsp:spPr>
        <a:xfrm>
          <a:off x="3061149" y="2686825"/>
          <a:ext cx="153106" cy="1194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234"/>
              </a:lnTo>
              <a:lnTo>
                <a:pt x="153106" y="119423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F7216A-4D44-4BA3-8B49-ABDA2DFC5973}">
      <dsp:nvSpPr>
        <dsp:cNvPr id="0" name=""/>
        <dsp:cNvSpPr/>
      </dsp:nvSpPr>
      <dsp:spPr>
        <a:xfrm>
          <a:off x="3061149" y="2686825"/>
          <a:ext cx="153106" cy="4695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9527"/>
              </a:lnTo>
              <a:lnTo>
                <a:pt x="153106" y="4695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26E7B2-3273-4C12-BA9A-7A209D18E422}">
      <dsp:nvSpPr>
        <dsp:cNvPr id="0" name=""/>
        <dsp:cNvSpPr/>
      </dsp:nvSpPr>
      <dsp:spPr>
        <a:xfrm>
          <a:off x="3469434" y="1962118"/>
          <a:ext cx="1235062" cy="214349"/>
        </a:xfrm>
        <a:custGeom>
          <a:avLst/>
          <a:gdLst/>
          <a:ahLst/>
          <a:cxnLst/>
          <a:rect l="0" t="0" r="0" b="0"/>
          <a:pathLst>
            <a:path>
              <a:moveTo>
                <a:pt x="1235062" y="0"/>
              </a:moveTo>
              <a:lnTo>
                <a:pt x="1235062" y="107174"/>
              </a:lnTo>
              <a:lnTo>
                <a:pt x="0" y="107174"/>
              </a:lnTo>
              <a:lnTo>
                <a:pt x="0" y="2143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EBAD75-E962-43F5-BB81-DE39177E6778}">
      <dsp:nvSpPr>
        <dsp:cNvPr id="0" name=""/>
        <dsp:cNvSpPr/>
      </dsp:nvSpPr>
      <dsp:spPr>
        <a:xfrm>
          <a:off x="2805971" y="512706"/>
          <a:ext cx="1388169" cy="1194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234"/>
              </a:lnTo>
              <a:lnTo>
                <a:pt x="1388169" y="119423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A52EB1-2B20-4CE6-9DAC-1216621FA0FB}">
      <dsp:nvSpPr>
        <dsp:cNvPr id="0" name=""/>
        <dsp:cNvSpPr/>
      </dsp:nvSpPr>
      <dsp:spPr>
        <a:xfrm>
          <a:off x="2295614" y="2350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Manager</a:t>
          </a:r>
        </a:p>
      </dsp:txBody>
      <dsp:txXfrm>
        <a:off x="2295614" y="2350"/>
        <a:ext cx="1020712" cy="510356"/>
      </dsp:txXfrm>
    </dsp:sp>
    <dsp:sp modelId="{C0454336-DE29-4C51-BBC2-88543D2D9A40}">
      <dsp:nvSpPr>
        <dsp:cNvPr id="0" name=""/>
        <dsp:cNvSpPr/>
      </dsp:nvSpPr>
      <dsp:spPr>
        <a:xfrm>
          <a:off x="4194140" y="1451762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194140" y="1451762"/>
        <a:ext cx="1020712" cy="510356"/>
      </dsp:txXfrm>
    </dsp:sp>
    <dsp:sp modelId="{FC13A645-35CC-48D7-98C4-DA41C3B781B5}">
      <dsp:nvSpPr>
        <dsp:cNvPr id="0" name=""/>
        <dsp:cNvSpPr/>
      </dsp:nvSpPr>
      <dsp:spPr>
        <a:xfrm>
          <a:off x="2959078" y="2176468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Report One</a:t>
          </a:r>
        </a:p>
      </dsp:txBody>
      <dsp:txXfrm>
        <a:off x="2959078" y="2176468"/>
        <a:ext cx="1020712" cy="510356"/>
      </dsp:txXfrm>
    </dsp:sp>
    <dsp:sp modelId="{435D5262-A881-4D21-886E-47D9E2AA90BF}">
      <dsp:nvSpPr>
        <dsp:cNvPr id="0" name=""/>
        <dsp:cNvSpPr/>
      </dsp:nvSpPr>
      <dsp:spPr>
        <a:xfrm>
          <a:off x="3214256" y="2901174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Analyst One</a:t>
          </a:r>
        </a:p>
      </dsp:txBody>
      <dsp:txXfrm>
        <a:off x="3214256" y="2901174"/>
        <a:ext cx="1020712" cy="510356"/>
      </dsp:txXfrm>
    </dsp:sp>
    <dsp:sp modelId="{30A0556A-C897-4CA9-9D8D-D1870B406CB0}">
      <dsp:nvSpPr>
        <dsp:cNvPr id="0" name=""/>
        <dsp:cNvSpPr/>
      </dsp:nvSpPr>
      <dsp:spPr>
        <a:xfrm>
          <a:off x="3214256" y="3625881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Analyst Two</a:t>
          </a:r>
        </a:p>
      </dsp:txBody>
      <dsp:txXfrm>
        <a:off x="3214256" y="3625881"/>
        <a:ext cx="1020712" cy="510356"/>
      </dsp:txXfrm>
    </dsp:sp>
    <dsp:sp modelId="{BEA88948-E607-4D58-BD77-A5A865B39E06}">
      <dsp:nvSpPr>
        <dsp:cNvPr id="0" name=""/>
        <dsp:cNvSpPr/>
      </dsp:nvSpPr>
      <dsp:spPr>
        <a:xfrm>
          <a:off x="4194140" y="2176468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Report Two</a:t>
          </a:r>
        </a:p>
      </dsp:txBody>
      <dsp:txXfrm>
        <a:off x="4194140" y="2176468"/>
        <a:ext cx="1020712" cy="510356"/>
      </dsp:txXfrm>
    </dsp:sp>
    <dsp:sp modelId="{C32DAB5A-C72F-4FCA-B731-E5BCFA675CAD}">
      <dsp:nvSpPr>
        <dsp:cNvPr id="0" name=""/>
        <dsp:cNvSpPr/>
      </dsp:nvSpPr>
      <dsp:spPr>
        <a:xfrm>
          <a:off x="5429203" y="2176468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Report Three</a:t>
          </a:r>
        </a:p>
      </dsp:txBody>
      <dsp:txXfrm>
        <a:off x="5429203" y="2176468"/>
        <a:ext cx="1020712" cy="510356"/>
      </dsp:txXfrm>
    </dsp:sp>
    <dsp:sp modelId="{2F853A65-1256-4AC6-9473-5BAE63D42AD5}">
      <dsp:nvSpPr>
        <dsp:cNvPr id="0" name=""/>
        <dsp:cNvSpPr/>
      </dsp:nvSpPr>
      <dsp:spPr>
        <a:xfrm>
          <a:off x="2959078" y="4350587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959078" y="4350587"/>
        <a:ext cx="1020712" cy="510356"/>
      </dsp:txXfrm>
    </dsp:sp>
    <dsp:sp modelId="{85C285BB-7DB4-405A-A0DA-85AD33AEB3C1}">
      <dsp:nvSpPr>
        <dsp:cNvPr id="0" name=""/>
        <dsp:cNvSpPr/>
      </dsp:nvSpPr>
      <dsp:spPr>
        <a:xfrm>
          <a:off x="2959078" y="5075293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959078" y="5075293"/>
        <a:ext cx="1020712" cy="510356"/>
      </dsp:txXfrm>
    </dsp:sp>
    <dsp:sp modelId="{C1D534BD-ED22-45B4-8ACE-709D8E966966}">
      <dsp:nvSpPr>
        <dsp:cNvPr id="0" name=""/>
        <dsp:cNvSpPr/>
      </dsp:nvSpPr>
      <dsp:spPr>
        <a:xfrm>
          <a:off x="1678083" y="727056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678083" y="727056"/>
        <a:ext cx="1020712" cy="510356"/>
      </dsp:txXfrm>
    </dsp:sp>
    <dsp:sp modelId="{75B241CB-697D-4564-8CD2-13771EB89E26}">
      <dsp:nvSpPr>
        <dsp:cNvPr id="0" name=""/>
        <dsp:cNvSpPr/>
      </dsp:nvSpPr>
      <dsp:spPr>
        <a:xfrm>
          <a:off x="2913146" y="727056"/>
          <a:ext cx="1020712" cy="510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Assistant</a:t>
          </a:r>
        </a:p>
      </dsp:txBody>
      <dsp:txXfrm>
        <a:off x="2913146" y="727056"/>
        <a:ext cx="1020712" cy="5103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757F7-4881-DF60-0141-6CBA2B6E8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C0C9D-6C96-2DB2-F34E-64D7ED51B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5FE57-235C-5ED9-B63C-611B5A9A8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D8510-8F6E-4E20-E1A8-D2003193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4A49E-17D1-E590-BA7E-6990CE7F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5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0CC6A-D46A-C566-2E22-FDB9B52A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60897-014B-6256-F1F6-42BB5D7EF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49BA2-C808-B699-FD15-0AE8F22E4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542BD-C2C4-AAAD-0804-EA6526543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3E71-3D23-F001-C284-31F04E7A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5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CCDA3-4F44-8978-9FCD-869AAE200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CAB6E-FD0A-F36E-356D-B2D447D39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8C5CD-E589-7038-4152-53172C331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23BE7-D109-3057-AD4D-8EFE2574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D1C53-7E3F-8925-B10E-5949805E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6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FCB7-5113-B5A8-B4C6-A4362C6C1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CD091-8553-4280-4E29-45799334B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DBE1C-4A43-51DD-8C70-84EF4E3F9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1DD01-00F8-275D-6C92-8C2073E6A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96D7B-4F26-75ED-0BD4-AF90BBF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EE502-5758-298E-1B55-605B9CEC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80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B018E-713B-5BB9-C4A6-D88F09DB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986DC-3B32-19D6-6218-F8966F7AC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2DB1D-DC8B-496E-48C3-0C9DB0683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A57DAB-9BC7-5217-63FF-3CDEFE2D0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CF6D0-B53D-2844-B0CD-C442F0809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33D62-74D2-84DC-A32B-58296FFA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EA305-5155-CE34-00DF-3A0991070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B70E6-4061-AF70-6F21-B08564A2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10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13DC2-DA99-B0E1-1F24-0F2B7812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36958-DD7B-212B-4560-117C56626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9210B-F5EE-CF51-8C2E-83D585145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16AAA-3958-8FB3-843F-599306FDE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2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8F7D93-9E3D-A3CF-3997-B31562B4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19060A-78F5-93C4-6AB1-40C1D9C6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F8AFD-F41E-7265-D637-9BEFB925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0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871B0-4161-7B2B-5B88-E059B780C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7BB56-DAFC-B88B-6B42-2E4A81120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9029B-B469-5935-344C-C5E98AE8A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B128A-547F-E3EF-A049-CEDA89FF6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9916A-BB1C-3855-C79A-710CE0593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92ED4-9461-03B2-1C6E-74BE69FDE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71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666DB-B078-E945-0A0F-3981ADFC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44617-D712-8808-4FD9-A88EA854E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BF2E4-3E97-AD2B-1710-BB030FEC4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3D759-78DF-1D2E-1654-6A82FF60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D953C-B669-C65C-7186-4FD6B34E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45CCD-6826-A9B9-63D0-C907F951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7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43815-F604-165C-EDE4-42DAC8E4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1EAC3-02D0-5BE8-13D2-5EC885713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EC19B-D70E-B2DE-F641-8C9CE66A2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44959-134F-AA09-CC97-8C6221FB1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66C23-E686-309A-643E-15C3D3C6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98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AA89CA-91BF-C5CA-C13E-CA4A76FC2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4A9FD-5070-AE29-4B0B-35A7EA86F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5300A-093C-68EA-B6C9-7EF465B21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588C2-B5F9-92A9-2904-9DED07B0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FEBCB-2E01-B85B-C5E4-15BF97EE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2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63909-DF6F-B2B8-8D8D-05F28573F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911C3-00EB-1F19-1ED4-77F3C0F3D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DFEE0-8528-4566-888C-B4A9B1A35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5C6A6-98A2-4CF2-92CD-F5D57A108B7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ACD4A-0C28-6BFF-59BE-4C56E749A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91EF9-7054-D7D4-0E9B-CCB5A42B4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4973F-98CF-4ECA-A5AF-556C084F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0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F78D582-4689-262A-2000-1E611E7AE3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1510668"/>
              </p:ext>
            </p:extLst>
          </p:nvPr>
        </p:nvGraphicFramePr>
        <p:xfrm>
          <a:off x="508000" y="508000"/>
          <a:ext cx="812800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538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FC6B5D-4462-3FC7-391C-74E9474DF1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4348068"/>
              </p:ext>
            </p:extLst>
          </p:nvPr>
        </p:nvGraphicFramePr>
        <p:xfrm>
          <a:off x="508000" y="508000"/>
          <a:ext cx="812800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25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0A37ED2-C193-5EBC-40D7-F06768AD20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9048720"/>
              </p:ext>
            </p:extLst>
          </p:nvPr>
        </p:nvGraphicFramePr>
        <p:xfrm>
          <a:off x="508000" y="508000"/>
          <a:ext cx="812800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445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54423A5-BED8-F614-0A53-99D7F88746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6207765"/>
              </p:ext>
            </p:extLst>
          </p:nvPr>
        </p:nvGraphicFramePr>
        <p:xfrm>
          <a:off x="508000" y="508000"/>
          <a:ext cx="812800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492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2026-09-05T20:19:37Z</dcterms:created>
  <dcterms:modified xsi:type="dcterms:W3CDTF">2026-09-05T20:19:42Z</dcterms:modified>
</cp:coreProperties>
</file>