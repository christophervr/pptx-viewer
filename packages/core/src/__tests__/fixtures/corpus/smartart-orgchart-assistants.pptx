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FBD4AA-55EB-4393-8531-839FC9F05F2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82CBFD-A769-484D-9204-8AF399414B64}">
      <dgm:prSet phldrT="[Text]"/>
      <dgm:spPr/>
      <dgm:t>
        <a:bodyPr/>
        <a:lstStyle/>
        <a:p>
          <a:r>
            <a:rPr lang="en-US"/>
            <a:t>Manager</a:t>
          </a:r>
        </a:p>
      </dgm:t>
    </dgm:pt>
    <dgm:pt modelId="{C28DA6A4-EAC2-47CE-9163-A06073260177}" type="parTrans" cxnId="{F577003B-DE83-42B6-9C52-3D9415F1F341}">
      <dgm:prSet/>
      <dgm:spPr/>
      <dgm:t>
        <a:bodyPr/>
        <a:lstStyle/>
        <a:p>
          <a:endParaRPr lang="en-US"/>
        </a:p>
      </dgm:t>
    </dgm:pt>
    <dgm:pt modelId="{0C5AF825-F14C-46CF-AC42-DE062F82D403}" type="sibTrans" cxnId="{F577003B-DE83-42B6-9C52-3D9415F1F341}">
      <dgm:prSet/>
      <dgm:spPr/>
      <dgm:t>
        <a:bodyPr/>
        <a:lstStyle/>
        <a:p>
          <a:endParaRPr lang="en-US"/>
        </a:p>
      </dgm:t>
    </dgm:pt>
    <dgm:pt modelId="{9027DF20-59B6-4027-B01B-B43703B96ACF}" type="asst">
      <dgm:prSet phldrT="[Text]"/>
      <dgm:spPr/>
      <dgm:t>
        <a:bodyPr/>
        <a:lstStyle/>
        <a:p>
          <a:r>
            <a:rPr lang="en-US"/>
            <a:t>Asst 1</a:t>
          </a:r>
        </a:p>
      </dgm:t>
    </dgm:pt>
    <dgm:pt modelId="{629C31A9-95A9-43B9-AB8E-A8F00D255C34}" type="parTrans" cxnId="{1285EBAB-E3E9-44F8-B9A9-32FE464CB0A8}">
      <dgm:prSet/>
      <dgm:spPr/>
      <dgm:t>
        <a:bodyPr/>
        <a:lstStyle/>
        <a:p>
          <a:endParaRPr lang="en-US"/>
        </a:p>
      </dgm:t>
    </dgm:pt>
    <dgm:pt modelId="{F092EDF3-0D57-4939-905B-18694BFBA0E7}" type="sibTrans" cxnId="{1285EBAB-E3E9-44F8-B9A9-32FE464CB0A8}">
      <dgm:prSet/>
      <dgm:spPr/>
      <dgm:t>
        <a:bodyPr/>
        <a:lstStyle/>
        <a:p>
          <a:endParaRPr lang="en-US"/>
        </a:p>
      </dgm:t>
    </dgm:pt>
    <dgm:pt modelId="{DC35B1E7-E800-47D4-92F7-C17511281C9C}">
      <dgm:prSet phldrT="[Text]"/>
      <dgm:spPr/>
      <dgm:t>
        <a:bodyPr/>
        <a:lstStyle/>
        <a:p>
          <a:r>
            <a:rPr lang="en-US"/>
            <a:t>Report 1</a:t>
          </a:r>
        </a:p>
      </dgm:t>
    </dgm:pt>
    <dgm:pt modelId="{ABF1888D-89C6-47AB-9C59-19ABB27C04EB}" type="parTrans" cxnId="{0841FA4C-0A5D-4B6A-B1DE-8773BA7412FD}">
      <dgm:prSet/>
      <dgm:spPr/>
      <dgm:t>
        <a:bodyPr/>
        <a:lstStyle/>
        <a:p>
          <a:endParaRPr lang="en-US"/>
        </a:p>
      </dgm:t>
    </dgm:pt>
    <dgm:pt modelId="{0A5550F4-D351-4DE9-A7E7-3C4B1ADE41DF}" type="sibTrans" cxnId="{0841FA4C-0A5D-4B6A-B1DE-8773BA7412FD}">
      <dgm:prSet/>
      <dgm:spPr/>
      <dgm:t>
        <a:bodyPr/>
        <a:lstStyle/>
        <a:p>
          <a:endParaRPr lang="en-US"/>
        </a:p>
      </dgm:t>
    </dgm:pt>
    <dgm:pt modelId="{59849C86-51AE-451B-AEC9-89A76A40186D}">
      <dgm:prSet phldrT="[Text]"/>
      <dgm:spPr/>
      <dgm:t>
        <a:bodyPr/>
        <a:lstStyle/>
        <a:p>
          <a:r>
            <a:rPr lang="en-US"/>
            <a:t>Report 2</a:t>
          </a:r>
        </a:p>
      </dgm:t>
    </dgm:pt>
    <dgm:pt modelId="{F4E586B2-C932-4D46-90CA-B9EFE1B0A855}" type="parTrans" cxnId="{47C241B8-9971-4637-BB1F-FF44B20E1B57}">
      <dgm:prSet/>
      <dgm:spPr/>
      <dgm:t>
        <a:bodyPr/>
        <a:lstStyle/>
        <a:p>
          <a:endParaRPr lang="en-US"/>
        </a:p>
      </dgm:t>
    </dgm:pt>
    <dgm:pt modelId="{E793AFD4-C2D1-497E-8EC2-6B29553EA297}" type="sibTrans" cxnId="{47C241B8-9971-4637-BB1F-FF44B20E1B57}">
      <dgm:prSet/>
      <dgm:spPr/>
      <dgm:t>
        <a:bodyPr/>
        <a:lstStyle/>
        <a:p>
          <a:endParaRPr lang="en-US"/>
        </a:p>
      </dgm:t>
    </dgm:pt>
    <dgm:pt modelId="{5B356120-D114-44F7-A193-ED0F331E800F}">
      <dgm:prSet phldrT="[Text]"/>
      <dgm:spPr/>
      <dgm:t>
        <a:bodyPr/>
        <a:lstStyle/>
        <a:p>
          <a:r>
            <a:rPr lang="en-US"/>
            <a:t>Report 3</a:t>
          </a:r>
        </a:p>
      </dgm:t>
    </dgm:pt>
    <dgm:pt modelId="{38C84A7D-1894-4976-8BCB-AE49DC47B60F}" type="parTrans" cxnId="{01291815-D467-4B70-81D8-A38EB20407B2}">
      <dgm:prSet/>
      <dgm:spPr/>
      <dgm:t>
        <a:bodyPr/>
        <a:lstStyle/>
        <a:p>
          <a:endParaRPr lang="en-US"/>
        </a:p>
      </dgm:t>
    </dgm:pt>
    <dgm:pt modelId="{1CC1CBCB-5D00-454C-BE3A-6D84C4371CFF}" type="sibTrans" cxnId="{01291815-D467-4B70-81D8-A38EB20407B2}">
      <dgm:prSet/>
      <dgm:spPr/>
      <dgm:t>
        <a:bodyPr/>
        <a:lstStyle/>
        <a:p>
          <a:endParaRPr lang="en-US"/>
        </a:p>
      </dgm:t>
    </dgm:pt>
    <dgm:pt modelId="{7C5F674A-5953-4B61-922A-D4F8687FF9AC}" type="pres">
      <dgm:prSet presAssocID="{4BFBD4AA-55EB-4393-8531-839FC9F05F2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E76ABC7-41C3-4C9A-8D18-DC381632B9D0}" type="pres">
      <dgm:prSet presAssocID="{4C82CBFD-A769-484D-9204-8AF399414B64}" presName="hierRoot1" presStyleCnt="0">
        <dgm:presLayoutVars>
          <dgm:hierBranch val="init"/>
        </dgm:presLayoutVars>
      </dgm:prSet>
      <dgm:spPr/>
    </dgm:pt>
    <dgm:pt modelId="{00145937-8B59-4A33-9188-BED52E285496}" type="pres">
      <dgm:prSet presAssocID="{4C82CBFD-A769-484D-9204-8AF399414B64}" presName="rootComposite1" presStyleCnt="0"/>
      <dgm:spPr/>
    </dgm:pt>
    <dgm:pt modelId="{25B33C54-249F-4C30-BB4D-78210469D7C8}" type="pres">
      <dgm:prSet presAssocID="{4C82CBFD-A769-484D-9204-8AF399414B64}" presName="rootText1" presStyleLbl="node0" presStyleIdx="0" presStyleCnt="1">
        <dgm:presLayoutVars>
          <dgm:chPref val="3"/>
        </dgm:presLayoutVars>
      </dgm:prSet>
      <dgm:spPr/>
    </dgm:pt>
    <dgm:pt modelId="{010984C8-2EAF-4C9E-BFF8-096E225C910F}" type="pres">
      <dgm:prSet presAssocID="{4C82CBFD-A769-484D-9204-8AF399414B64}" presName="rootConnector1" presStyleLbl="node1" presStyleIdx="0" presStyleCnt="0"/>
      <dgm:spPr/>
    </dgm:pt>
    <dgm:pt modelId="{CB43BB3D-5EFF-40A6-9FBC-FF7F0C681F69}" type="pres">
      <dgm:prSet presAssocID="{4C82CBFD-A769-484D-9204-8AF399414B64}" presName="hierChild2" presStyleCnt="0"/>
      <dgm:spPr/>
    </dgm:pt>
    <dgm:pt modelId="{DF2542E6-142B-4D18-A652-FD4BB68FBF35}" type="pres">
      <dgm:prSet presAssocID="{ABF1888D-89C6-47AB-9C59-19ABB27C04EB}" presName="Name37" presStyleLbl="parChTrans1D2" presStyleIdx="0" presStyleCnt="4"/>
      <dgm:spPr/>
    </dgm:pt>
    <dgm:pt modelId="{B20A8D52-FA5A-4840-9D3C-284AF3088EA9}" type="pres">
      <dgm:prSet presAssocID="{DC35B1E7-E800-47D4-92F7-C17511281C9C}" presName="hierRoot2" presStyleCnt="0">
        <dgm:presLayoutVars>
          <dgm:hierBranch val="init"/>
        </dgm:presLayoutVars>
      </dgm:prSet>
      <dgm:spPr/>
    </dgm:pt>
    <dgm:pt modelId="{95A1E3DC-20FE-4702-B060-AAC1F06C1FDB}" type="pres">
      <dgm:prSet presAssocID="{DC35B1E7-E800-47D4-92F7-C17511281C9C}" presName="rootComposite" presStyleCnt="0"/>
      <dgm:spPr/>
    </dgm:pt>
    <dgm:pt modelId="{468B8074-4F5E-4D3A-95BB-11292D273CDF}" type="pres">
      <dgm:prSet presAssocID="{DC35B1E7-E800-47D4-92F7-C17511281C9C}" presName="rootText" presStyleLbl="node2" presStyleIdx="0" presStyleCnt="3">
        <dgm:presLayoutVars>
          <dgm:chPref val="3"/>
        </dgm:presLayoutVars>
      </dgm:prSet>
      <dgm:spPr/>
    </dgm:pt>
    <dgm:pt modelId="{B9F00F4C-99EC-45A7-AF5F-C6DB11942CBF}" type="pres">
      <dgm:prSet presAssocID="{DC35B1E7-E800-47D4-92F7-C17511281C9C}" presName="rootConnector" presStyleLbl="node2" presStyleIdx="0" presStyleCnt="3"/>
      <dgm:spPr/>
    </dgm:pt>
    <dgm:pt modelId="{9992494E-C500-4BFB-B935-2FE65682CB21}" type="pres">
      <dgm:prSet presAssocID="{DC35B1E7-E800-47D4-92F7-C17511281C9C}" presName="hierChild4" presStyleCnt="0"/>
      <dgm:spPr/>
    </dgm:pt>
    <dgm:pt modelId="{E0CA502A-9717-4B46-9A73-67D8833510ED}" type="pres">
      <dgm:prSet presAssocID="{DC35B1E7-E800-47D4-92F7-C17511281C9C}" presName="hierChild5" presStyleCnt="0"/>
      <dgm:spPr/>
    </dgm:pt>
    <dgm:pt modelId="{3C6E8B25-0AE8-4032-903B-06B9B656ABC5}" type="pres">
      <dgm:prSet presAssocID="{F4E586B2-C932-4D46-90CA-B9EFE1B0A855}" presName="Name37" presStyleLbl="parChTrans1D2" presStyleIdx="1" presStyleCnt="4"/>
      <dgm:spPr/>
    </dgm:pt>
    <dgm:pt modelId="{7F0A0A75-1C2E-461E-8693-0C5CDF3CD160}" type="pres">
      <dgm:prSet presAssocID="{59849C86-51AE-451B-AEC9-89A76A40186D}" presName="hierRoot2" presStyleCnt="0">
        <dgm:presLayoutVars>
          <dgm:hierBranch val="init"/>
        </dgm:presLayoutVars>
      </dgm:prSet>
      <dgm:spPr/>
    </dgm:pt>
    <dgm:pt modelId="{CF31EFAE-776C-428F-8F0B-D7F706CFFEF4}" type="pres">
      <dgm:prSet presAssocID="{59849C86-51AE-451B-AEC9-89A76A40186D}" presName="rootComposite" presStyleCnt="0"/>
      <dgm:spPr/>
    </dgm:pt>
    <dgm:pt modelId="{E45027B7-21EB-4737-A375-8B1336431339}" type="pres">
      <dgm:prSet presAssocID="{59849C86-51AE-451B-AEC9-89A76A40186D}" presName="rootText" presStyleLbl="node2" presStyleIdx="1" presStyleCnt="3">
        <dgm:presLayoutVars>
          <dgm:chPref val="3"/>
        </dgm:presLayoutVars>
      </dgm:prSet>
      <dgm:spPr/>
    </dgm:pt>
    <dgm:pt modelId="{2C8FDA00-C5A6-456F-A369-D298481F92EA}" type="pres">
      <dgm:prSet presAssocID="{59849C86-51AE-451B-AEC9-89A76A40186D}" presName="rootConnector" presStyleLbl="node2" presStyleIdx="1" presStyleCnt="3"/>
      <dgm:spPr/>
    </dgm:pt>
    <dgm:pt modelId="{CAC544E6-0F3F-4D7C-A35E-3E909798229E}" type="pres">
      <dgm:prSet presAssocID="{59849C86-51AE-451B-AEC9-89A76A40186D}" presName="hierChild4" presStyleCnt="0"/>
      <dgm:spPr/>
    </dgm:pt>
    <dgm:pt modelId="{59461AD2-2C40-4602-915C-23127DCE5BA4}" type="pres">
      <dgm:prSet presAssocID="{59849C86-51AE-451B-AEC9-89A76A40186D}" presName="hierChild5" presStyleCnt="0"/>
      <dgm:spPr/>
    </dgm:pt>
    <dgm:pt modelId="{EB956C6F-2952-4AF6-8CF5-BE017AD10034}" type="pres">
      <dgm:prSet presAssocID="{38C84A7D-1894-4976-8BCB-AE49DC47B60F}" presName="Name37" presStyleLbl="parChTrans1D2" presStyleIdx="2" presStyleCnt="4"/>
      <dgm:spPr/>
    </dgm:pt>
    <dgm:pt modelId="{BC34C0C3-CB39-49DA-9893-468C88F293EA}" type="pres">
      <dgm:prSet presAssocID="{5B356120-D114-44F7-A193-ED0F331E800F}" presName="hierRoot2" presStyleCnt="0">
        <dgm:presLayoutVars>
          <dgm:hierBranch val="init"/>
        </dgm:presLayoutVars>
      </dgm:prSet>
      <dgm:spPr/>
    </dgm:pt>
    <dgm:pt modelId="{CB98B771-A978-47CC-8575-CD006A3B92E6}" type="pres">
      <dgm:prSet presAssocID="{5B356120-D114-44F7-A193-ED0F331E800F}" presName="rootComposite" presStyleCnt="0"/>
      <dgm:spPr/>
    </dgm:pt>
    <dgm:pt modelId="{46FEC7F8-AE08-4541-BDD4-72CDF204F58F}" type="pres">
      <dgm:prSet presAssocID="{5B356120-D114-44F7-A193-ED0F331E800F}" presName="rootText" presStyleLbl="node2" presStyleIdx="2" presStyleCnt="3">
        <dgm:presLayoutVars>
          <dgm:chPref val="3"/>
        </dgm:presLayoutVars>
      </dgm:prSet>
      <dgm:spPr/>
    </dgm:pt>
    <dgm:pt modelId="{4B9FBF86-E578-4151-8C92-1F7590EBB1B0}" type="pres">
      <dgm:prSet presAssocID="{5B356120-D114-44F7-A193-ED0F331E800F}" presName="rootConnector" presStyleLbl="node2" presStyleIdx="2" presStyleCnt="3"/>
      <dgm:spPr/>
    </dgm:pt>
    <dgm:pt modelId="{48EB410E-7ECD-413A-9CED-92AB2D345063}" type="pres">
      <dgm:prSet presAssocID="{5B356120-D114-44F7-A193-ED0F331E800F}" presName="hierChild4" presStyleCnt="0"/>
      <dgm:spPr/>
    </dgm:pt>
    <dgm:pt modelId="{873CA9A8-3B0E-4FB9-AE61-0CB0FBA3AC15}" type="pres">
      <dgm:prSet presAssocID="{5B356120-D114-44F7-A193-ED0F331E800F}" presName="hierChild5" presStyleCnt="0"/>
      <dgm:spPr/>
    </dgm:pt>
    <dgm:pt modelId="{76A0FC28-B8EB-448A-BDA1-9D2973CC8D68}" type="pres">
      <dgm:prSet presAssocID="{4C82CBFD-A769-484D-9204-8AF399414B64}" presName="hierChild3" presStyleCnt="0"/>
      <dgm:spPr/>
    </dgm:pt>
    <dgm:pt modelId="{6DC54677-2591-4E38-BBC6-5982D86EED8E}" type="pres">
      <dgm:prSet presAssocID="{629C31A9-95A9-43B9-AB8E-A8F00D255C34}" presName="Name111" presStyleLbl="parChTrans1D2" presStyleIdx="3" presStyleCnt="4"/>
      <dgm:spPr/>
    </dgm:pt>
    <dgm:pt modelId="{BFAFA992-6FA7-497D-A6C5-CF77CC50BFC2}" type="pres">
      <dgm:prSet presAssocID="{9027DF20-59B6-4027-B01B-B43703B96ACF}" presName="hierRoot3" presStyleCnt="0">
        <dgm:presLayoutVars>
          <dgm:hierBranch val="init"/>
        </dgm:presLayoutVars>
      </dgm:prSet>
      <dgm:spPr/>
    </dgm:pt>
    <dgm:pt modelId="{CEE49A3E-4DC8-4DFA-AAF9-46817F0F1E34}" type="pres">
      <dgm:prSet presAssocID="{9027DF20-59B6-4027-B01B-B43703B96ACF}" presName="rootComposite3" presStyleCnt="0"/>
      <dgm:spPr/>
    </dgm:pt>
    <dgm:pt modelId="{6C2D4366-AB5D-476E-A744-6292E968100B}" type="pres">
      <dgm:prSet presAssocID="{9027DF20-59B6-4027-B01B-B43703B96ACF}" presName="rootText3" presStyleLbl="asst1" presStyleIdx="0" presStyleCnt="1">
        <dgm:presLayoutVars>
          <dgm:chPref val="3"/>
        </dgm:presLayoutVars>
      </dgm:prSet>
      <dgm:spPr/>
    </dgm:pt>
    <dgm:pt modelId="{392FCE1C-5161-4175-89EF-204AE1D26B32}" type="pres">
      <dgm:prSet presAssocID="{9027DF20-59B6-4027-B01B-B43703B96ACF}" presName="rootConnector3" presStyleLbl="asst1" presStyleIdx="0" presStyleCnt="1"/>
      <dgm:spPr/>
    </dgm:pt>
    <dgm:pt modelId="{6F8D0E5E-97EF-4A53-B823-1E7B338211D7}" type="pres">
      <dgm:prSet presAssocID="{9027DF20-59B6-4027-B01B-B43703B96ACF}" presName="hierChild6" presStyleCnt="0"/>
      <dgm:spPr/>
    </dgm:pt>
    <dgm:pt modelId="{099515EC-584D-43CB-8F0D-0D832CFA3D7E}" type="pres">
      <dgm:prSet presAssocID="{9027DF20-59B6-4027-B01B-B43703B96ACF}" presName="hierChild7" presStyleCnt="0"/>
      <dgm:spPr/>
    </dgm:pt>
  </dgm:ptLst>
  <dgm:cxnLst>
    <dgm:cxn modelId="{08346F0B-5CF5-4895-A520-98E7385C1115}" type="presOf" srcId="{5B356120-D114-44F7-A193-ED0F331E800F}" destId="{4B9FBF86-E578-4151-8C92-1F7590EBB1B0}" srcOrd="1" destOrd="0" presId="urn:microsoft.com/office/officeart/2005/8/layout/orgChart1"/>
    <dgm:cxn modelId="{01291815-D467-4B70-81D8-A38EB20407B2}" srcId="{4C82CBFD-A769-484D-9204-8AF399414B64}" destId="{5B356120-D114-44F7-A193-ED0F331E800F}" srcOrd="3" destOrd="0" parTransId="{38C84A7D-1894-4976-8BCB-AE49DC47B60F}" sibTransId="{1CC1CBCB-5D00-454C-BE3A-6D84C4371CFF}"/>
    <dgm:cxn modelId="{B6682D16-4E65-40CF-8EE7-9D1F4D1862F2}" type="presOf" srcId="{629C31A9-95A9-43B9-AB8E-A8F00D255C34}" destId="{6DC54677-2591-4E38-BBC6-5982D86EED8E}" srcOrd="0" destOrd="0" presId="urn:microsoft.com/office/officeart/2005/8/layout/orgChart1"/>
    <dgm:cxn modelId="{CE6A141F-CE70-4A03-8B5C-AE337C423D32}" type="presOf" srcId="{5B356120-D114-44F7-A193-ED0F331E800F}" destId="{46FEC7F8-AE08-4541-BDD4-72CDF204F58F}" srcOrd="0" destOrd="0" presId="urn:microsoft.com/office/officeart/2005/8/layout/orgChart1"/>
    <dgm:cxn modelId="{1C7EB322-A295-458E-AB22-21FAABAC2E9A}" type="presOf" srcId="{9027DF20-59B6-4027-B01B-B43703B96ACF}" destId="{392FCE1C-5161-4175-89EF-204AE1D26B32}" srcOrd="1" destOrd="0" presId="urn:microsoft.com/office/officeart/2005/8/layout/orgChart1"/>
    <dgm:cxn modelId="{09BFB633-1F47-44D9-8B2D-D7D99D9E0E65}" type="presOf" srcId="{DC35B1E7-E800-47D4-92F7-C17511281C9C}" destId="{468B8074-4F5E-4D3A-95BB-11292D273CDF}" srcOrd="0" destOrd="0" presId="urn:microsoft.com/office/officeart/2005/8/layout/orgChart1"/>
    <dgm:cxn modelId="{F577003B-DE83-42B6-9C52-3D9415F1F341}" srcId="{4BFBD4AA-55EB-4393-8531-839FC9F05F20}" destId="{4C82CBFD-A769-484D-9204-8AF399414B64}" srcOrd="0" destOrd="0" parTransId="{C28DA6A4-EAC2-47CE-9163-A06073260177}" sibTransId="{0C5AF825-F14C-46CF-AC42-DE062F82D403}"/>
    <dgm:cxn modelId="{D752455B-E94D-454B-B293-357B337A35F0}" type="presOf" srcId="{DC35B1E7-E800-47D4-92F7-C17511281C9C}" destId="{B9F00F4C-99EC-45A7-AF5F-C6DB11942CBF}" srcOrd="1" destOrd="0" presId="urn:microsoft.com/office/officeart/2005/8/layout/orgChart1"/>
    <dgm:cxn modelId="{77C01F5F-BCDA-4B26-B660-272BD8387530}" type="presOf" srcId="{59849C86-51AE-451B-AEC9-89A76A40186D}" destId="{E45027B7-21EB-4737-A375-8B1336431339}" srcOrd="0" destOrd="0" presId="urn:microsoft.com/office/officeart/2005/8/layout/orgChart1"/>
    <dgm:cxn modelId="{0B49B044-4C66-404B-A979-40AC710CBC9A}" type="presOf" srcId="{9027DF20-59B6-4027-B01B-B43703B96ACF}" destId="{6C2D4366-AB5D-476E-A744-6292E968100B}" srcOrd="0" destOrd="0" presId="urn:microsoft.com/office/officeart/2005/8/layout/orgChart1"/>
    <dgm:cxn modelId="{89A3FA48-0771-4573-83F6-2A8BEB26F707}" type="presOf" srcId="{4C82CBFD-A769-484D-9204-8AF399414B64}" destId="{010984C8-2EAF-4C9E-BFF8-096E225C910F}" srcOrd="1" destOrd="0" presId="urn:microsoft.com/office/officeart/2005/8/layout/orgChart1"/>
    <dgm:cxn modelId="{0841FA4C-0A5D-4B6A-B1DE-8773BA7412FD}" srcId="{4C82CBFD-A769-484D-9204-8AF399414B64}" destId="{DC35B1E7-E800-47D4-92F7-C17511281C9C}" srcOrd="1" destOrd="0" parTransId="{ABF1888D-89C6-47AB-9C59-19ABB27C04EB}" sibTransId="{0A5550F4-D351-4DE9-A7E7-3C4B1ADE41DF}"/>
    <dgm:cxn modelId="{3283A66F-766C-4F13-B87A-C670F4C8C3FE}" type="presOf" srcId="{ABF1888D-89C6-47AB-9C59-19ABB27C04EB}" destId="{DF2542E6-142B-4D18-A652-FD4BB68FBF35}" srcOrd="0" destOrd="0" presId="urn:microsoft.com/office/officeart/2005/8/layout/orgChart1"/>
    <dgm:cxn modelId="{0F7BFD8E-EDC8-4FD7-92AE-BFA3384F85DB}" type="presOf" srcId="{4BFBD4AA-55EB-4393-8531-839FC9F05F20}" destId="{7C5F674A-5953-4B61-922A-D4F8687FF9AC}" srcOrd="0" destOrd="0" presId="urn:microsoft.com/office/officeart/2005/8/layout/orgChart1"/>
    <dgm:cxn modelId="{1285EBAB-E3E9-44F8-B9A9-32FE464CB0A8}" srcId="{4C82CBFD-A769-484D-9204-8AF399414B64}" destId="{9027DF20-59B6-4027-B01B-B43703B96ACF}" srcOrd="0" destOrd="0" parTransId="{629C31A9-95A9-43B9-AB8E-A8F00D255C34}" sibTransId="{F092EDF3-0D57-4939-905B-18694BFBA0E7}"/>
    <dgm:cxn modelId="{47C241B8-9971-4637-BB1F-FF44B20E1B57}" srcId="{4C82CBFD-A769-484D-9204-8AF399414B64}" destId="{59849C86-51AE-451B-AEC9-89A76A40186D}" srcOrd="2" destOrd="0" parTransId="{F4E586B2-C932-4D46-90CA-B9EFE1B0A855}" sibTransId="{E793AFD4-C2D1-497E-8EC2-6B29553EA297}"/>
    <dgm:cxn modelId="{8EFA13BE-D714-42AD-A7B2-C605FE4A93F5}" type="presOf" srcId="{F4E586B2-C932-4D46-90CA-B9EFE1B0A855}" destId="{3C6E8B25-0AE8-4032-903B-06B9B656ABC5}" srcOrd="0" destOrd="0" presId="urn:microsoft.com/office/officeart/2005/8/layout/orgChart1"/>
    <dgm:cxn modelId="{D5215EC2-5273-444B-851B-7310754A0A1C}" type="presOf" srcId="{38C84A7D-1894-4976-8BCB-AE49DC47B60F}" destId="{EB956C6F-2952-4AF6-8CF5-BE017AD10034}" srcOrd="0" destOrd="0" presId="urn:microsoft.com/office/officeart/2005/8/layout/orgChart1"/>
    <dgm:cxn modelId="{53D2A6C9-69C8-4043-A285-4DAC7E5278C7}" type="presOf" srcId="{4C82CBFD-A769-484D-9204-8AF399414B64}" destId="{25B33C54-249F-4C30-BB4D-78210469D7C8}" srcOrd="0" destOrd="0" presId="urn:microsoft.com/office/officeart/2005/8/layout/orgChart1"/>
    <dgm:cxn modelId="{134568ED-0723-432F-807D-3F82098BE1CC}" type="presOf" srcId="{59849C86-51AE-451B-AEC9-89A76A40186D}" destId="{2C8FDA00-C5A6-456F-A369-D298481F92EA}" srcOrd="1" destOrd="0" presId="urn:microsoft.com/office/officeart/2005/8/layout/orgChart1"/>
    <dgm:cxn modelId="{47DEAB8F-C0F5-43EF-86B3-E5EA65D9D8A1}" type="presParOf" srcId="{7C5F674A-5953-4B61-922A-D4F8687FF9AC}" destId="{FE76ABC7-41C3-4C9A-8D18-DC381632B9D0}" srcOrd="0" destOrd="0" presId="urn:microsoft.com/office/officeart/2005/8/layout/orgChart1"/>
    <dgm:cxn modelId="{40747CE9-F4F6-4023-96C5-7165467EEA92}" type="presParOf" srcId="{FE76ABC7-41C3-4C9A-8D18-DC381632B9D0}" destId="{00145937-8B59-4A33-9188-BED52E285496}" srcOrd="0" destOrd="0" presId="urn:microsoft.com/office/officeart/2005/8/layout/orgChart1"/>
    <dgm:cxn modelId="{AE53E2D5-03FC-4C7F-9ED2-B6572709FA9D}" type="presParOf" srcId="{00145937-8B59-4A33-9188-BED52E285496}" destId="{25B33C54-249F-4C30-BB4D-78210469D7C8}" srcOrd="0" destOrd="0" presId="urn:microsoft.com/office/officeart/2005/8/layout/orgChart1"/>
    <dgm:cxn modelId="{9B86251C-FA59-416E-A324-D0DE9B67F423}" type="presParOf" srcId="{00145937-8B59-4A33-9188-BED52E285496}" destId="{010984C8-2EAF-4C9E-BFF8-096E225C910F}" srcOrd="1" destOrd="0" presId="urn:microsoft.com/office/officeart/2005/8/layout/orgChart1"/>
    <dgm:cxn modelId="{9D43063B-7B88-4F81-87F0-8512C01DCFA6}" type="presParOf" srcId="{FE76ABC7-41C3-4C9A-8D18-DC381632B9D0}" destId="{CB43BB3D-5EFF-40A6-9FBC-FF7F0C681F69}" srcOrd="1" destOrd="0" presId="urn:microsoft.com/office/officeart/2005/8/layout/orgChart1"/>
    <dgm:cxn modelId="{7C289A8E-9354-4799-B0B3-B6FDCBB721A9}" type="presParOf" srcId="{CB43BB3D-5EFF-40A6-9FBC-FF7F0C681F69}" destId="{DF2542E6-142B-4D18-A652-FD4BB68FBF35}" srcOrd="0" destOrd="0" presId="urn:microsoft.com/office/officeart/2005/8/layout/orgChart1"/>
    <dgm:cxn modelId="{B1D5A7AC-5EF3-49E1-975C-1CFD08C30E3D}" type="presParOf" srcId="{CB43BB3D-5EFF-40A6-9FBC-FF7F0C681F69}" destId="{B20A8D52-FA5A-4840-9D3C-284AF3088EA9}" srcOrd="1" destOrd="0" presId="urn:microsoft.com/office/officeart/2005/8/layout/orgChart1"/>
    <dgm:cxn modelId="{1663EAD1-0FC7-4D75-A85C-7B0800E73348}" type="presParOf" srcId="{B20A8D52-FA5A-4840-9D3C-284AF3088EA9}" destId="{95A1E3DC-20FE-4702-B060-AAC1F06C1FDB}" srcOrd="0" destOrd="0" presId="urn:microsoft.com/office/officeart/2005/8/layout/orgChart1"/>
    <dgm:cxn modelId="{E3A59816-1A00-40C7-AE54-6BAD10BFE779}" type="presParOf" srcId="{95A1E3DC-20FE-4702-B060-AAC1F06C1FDB}" destId="{468B8074-4F5E-4D3A-95BB-11292D273CDF}" srcOrd="0" destOrd="0" presId="urn:microsoft.com/office/officeart/2005/8/layout/orgChart1"/>
    <dgm:cxn modelId="{F4E902C8-07EF-4089-855E-A21F353AA4BB}" type="presParOf" srcId="{95A1E3DC-20FE-4702-B060-AAC1F06C1FDB}" destId="{B9F00F4C-99EC-45A7-AF5F-C6DB11942CBF}" srcOrd="1" destOrd="0" presId="urn:microsoft.com/office/officeart/2005/8/layout/orgChart1"/>
    <dgm:cxn modelId="{47443C13-D8A7-472F-BF60-36E656295794}" type="presParOf" srcId="{B20A8D52-FA5A-4840-9D3C-284AF3088EA9}" destId="{9992494E-C500-4BFB-B935-2FE65682CB21}" srcOrd="1" destOrd="0" presId="urn:microsoft.com/office/officeart/2005/8/layout/orgChart1"/>
    <dgm:cxn modelId="{0A7B3746-2E36-4597-BFC2-17C578C33D58}" type="presParOf" srcId="{B20A8D52-FA5A-4840-9D3C-284AF3088EA9}" destId="{E0CA502A-9717-4B46-9A73-67D8833510ED}" srcOrd="2" destOrd="0" presId="urn:microsoft.com/office/officeart/2005/8/layout/orgChart1"/>
    <dgm:cxn modelId="{84C59960-D9BF-4B3F-B288-092E5E63FD07}" type="presParOf" srcId="{CB43BB3D-5EFF-40A6-9FBC-FF7F0C681F69}" destId="{3C6E8B25-0AE8-4032-903B-06B9B656ABC5}" srcOrd="2" destOrd="0" presId="urn:microsoft.com/office/officeart/2005/8/layout/orgChart1"/>
    <dgm:cxn modelId="{D85140A0-9310-4E94-A2ED-0711B2D507E5}" type="presParOf" srcId="{CB43BB3D-5EFF-40A6-9FBC-FF7F0C681F69}" destId="{7F0A0A75-1C2E-461E-8693-0C5CDF3CD160}" srcOrd="3" destOrd="0" presId="urn:microsoft.com/office/officeart/2005/8/layout/orgChart1"/>
    <dgm:cxn modelId="{443880F4-E0F6-4D5B-9DF9-8DDF2CD163A9}" type="presParOf" srcId="{7F0A0A75-1C2E-461E-8693-0C5CDF3CD160}" destId="{CF31EFAE-776C-428F-8F0B-D7F706CFFEF4}" srcOrd="0" destOrd="0" presId="urn:microsoft.com/office/officeart/2005/8/layout/orgChart1"/>
    <dgm:cxn modelId="{9BE0C239-A51F-48D3-9B50-7DAAAF6AE602}" type="presParOf" srcId="{CF31EFAE-776C-428F-8F0B-D7F706CFFEF4}" destId="{E45027B7-21EB-4737-A375-8B1336431339}" srcOrd="0" destOrd="0" presId="urn:microsoft.com/office/officeart/2005/8/layout/orgChart1"/>
    <dgm:cxn modelId="{483AC38F-2117-4F12-81D4-B9AA3FCD4376}" type="presParOf" srcId="{CF31EFAE-776C-428F-8F0B-D7F706CFFEF4}" destId="{2C8FDA00-C5A6-456F-A369-D298481F92EA}" srcOrd="1" destOrd="0" presId="urn:microsoft.com/office/officeart/2005/8/layout/orgChart1"/>
    <dgm:cxn modelId="{FF2830B1-8CD3-4710-9E8E-173E8D81F47A}" type="presParOf" srcId="{7F0A0A75-1C2E-461E-8693-0C5CDF3CD160}" destId="{CAC544E6-0F3F-4D7C-A35E-3E909798229E}" srcOrd="1" destOrd="0" presId="urn:microsoft.com/office/officeart/2005/8/layout/orgChart1"/>
    <dgm:cxn modelId="{1B2D9498-E5F2-472F-94FF-A16C51547BBD}" type="presParOf" srcId="{7F0A0A75-1C2E-461E-8693-0C5CDF3CD160}" destId="{59461AD2-2C40-4602-915C-23127DCE5BA4}" srcOrd="2" destOrd="0" presId="urn:microsoft.com/office/officeart/2005/8/layout/orgChart1"/>
    <dgm:cxn modelId="{02C151D4-CEA8-4855-8839-CE4C0A74AD13}" type="presParOf" srcId="{CB43BB3D-5EFF-40A6-9FBC-FF7F0C681F69}" destId="{EB956C6F-2952-4AF6-8CF5-BE017AD10034}" srcOrd="4" destOrd="0" presId="urn:microsoft.com/office/officeart/2005/8/layout/orgChart1"/>
    <dgm:cxn modelId="{FA22B75F-E71F-4BE9-A408-358899573FD1}" type="presParOf" srcId="{CB43BB3D-5EFF-40A6-9FBC-FF7F0C681F69}" destId="{BC34C0C3-CB39-49DA-9893-468C88F293EA}" srcOrd="5" destOrd="0" presId="urn:microsoft.com/office/officeart/2005/8/layout/orgChart1"/>
    <dgm:cxn modelId="{2B5A92FF-9C68-4DB1-B7B6-C374EF3E8540}" type="presParOf" srcId="{BC34C0C3-CB39-49DA-9893-468C88F293EA}" destId="{CB98B771-A978-47CC-8575-CD006A3B92E6}" srcOrd="0" destOrd="0" presId="urn:microsoft.com/office/officeart/2005/8/layout/orgChart1"/>
    <dgm:cxn modelId="{C773A4BF-23B3-49E9-9A43-BFD82E0EC6C3}" type="presParOf" srcId="{CB98B771-A978-47CC-8575-CD006A3B92E6}" destId="{46FEC7F8-AE08-4541-BDD4-72CDF204F58F}" srcOrd="0" destOrd="0" presId="urn:microsoft.com/office/officeart/2005/8/layout/orgChart1"/>
    <dgm:cxn modelId="{D224507C-1DDC-4DBB-A480-AA270A553977}" type="presParOf" srcId="{CB98B771-A978-47CC-8575-CD006A3B92E6}" destId="{4B9FBF86-E578-4151-8C92-1F7590EBB1B0}" srcOrd="1" destOrd="0" presId="urn:microsoft.com/office/officeart/2005/8/layout/orgChart1"/>
    <dgm:cxn modelId="{4A06732B-8AD5-45F2-AAAE-E63F4263D38B}" type="presParOf" srcId="{BC34C0C3-CB39-49DA-9893-468C88F293EA}" destId="{48EB410E-7ECD-413A-9CED-92AB2D345063}" srcOrd="1" destOrd="0" presId="urn:microsoft.com/office/officeart/2005/8/layout/orgChart1"/>
    <dgm:cxn modelId="{E0EB230E-FC35-4AEE-96F8-27CAA252189B}" type="presParOf" srcId="{BC34C0C3-CB39-49DA-9893-468C88F293EA}" destId="{873CA9A8-3B0E-4FB9-AE61-0CB0FBA3AC15}" srcOrd="2" destOrd="0" presId="urn:microsoft.com/office/officeart/2005/8/layout/orgChart1"/>
    <dgm:cxn modelId="{5D4AA9FF-AE13-4383-A378-95BA8F4B6291}" type="presParOf" srcId="{FE76ABC7-41C3-4C9A-8D18-DC381632B9D0}" destId="{76A0FC28-B8EB-448A-BDA1-9D2973CC8D68}" srcOrd="2" destOrd="0" presId="urn:microsoft.com/office/officeart/2005/8/layout/orgChart1"/>
    <dgm:cxn modelId="{94345A18-E5C9-477C-B67E-7AC92D232CDD}" type="presParOf" srcId="{76A0FC28-B8EB-448A-BDA1-9D2973CC8D68}" destId="{6DC54677-2591-4E38-BBC6-5982D86EED8E}" srcOrd="0" destOrd="0" presId="urn:microsoft.com/office/officeart/2005/8/layout/orgChart1"/>
    <dgm:cxn modelId="{F93A822F-25C0-4A29-BD36-555E69717CA8}" type="presParOf" srcId="{76A0FC28-B8EB-448A-BDA1-9D2973CC8D68}" destId="{BFAFA992-6FA7-497D-A6C5-CF77CC50BFC2}" srcOrd="1" destOrd="0" presId="urn:microsoft.com/office/officeart/2005/8/layout/orgChart1"/>
    <dgm:cxn modelId="{B1E53403-1BD2-4AC3-9B6D-02C44491FEB1}" type="presParOf" srcId="{BFAFA992-6FA7-497D-A6C5-CF77CC50BFC2}" destId="{CEE49A3E-4DC8-4DFA-AAF9-46817F0F1E34}" srcOrd="0" destOrd="0" presId="urn:microsoft.com/office/officeart/2005/8/layout/orgChart1"/>
    <dgm:cxn modelId="{3DEDCEA7-B4A4-41EF-9AD5-0DE4F18D167F}" type="presParOf" srcId="{CEE49A3E-4DC8-4DFA-AAF9-46817F0F1E34}" destId="{6C2D4366-AB5D-476E-A744-6292E968100B}" srcOrd="0" destOrd="0" presId="urn:microsoft.com/office/officeart/2005/8/layout/orgChart1"/>
    <dgm:cxn modelId="{0BB02A54-D4DD-46CE-B05B-00318FED9468}" type="presParOf" srcId="{CEE49A3E-4DC8-4DFA-AAF9-46817F0F1E34}" destId="{392FCE1C-5161-4175-89EF-204AE1D26B32}" srcOrd="1" destOrd="0" presId="urn:microsoft.com/office/officeart/2005/8/layout/orgChart1"/>
    <dgm:cxn modelId="{1726978B-A4BE-4AD0-B1D4-E8B0B905CD08}" type="presParOf" srcId="{BFAFA992-6FA7-497D-A6C5-CF77CC50BFC2}" destId="{6F8D0E5E-97EF-4A53-B823-1E7B338211D7}" srcOrd="1" destOrd="0" presId="urn:microsoft.com/office/officeart/2005/8/layout/orgChart1"/>
    <dgm:cxn modelId="{1DDC7400-1EF0-47E2-BF7E-55B25C7C2D40}" type="presParOf" srcId="{BFAFA992-6FA7-497D-A6C5-CF77CC50BFC2}" destId="{099515EC-584D-43CB-8F0D-0D832CFA3D7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65C537-3B8E-4B08-B52F-3AA5469FC94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A5E741-6C9E-4ECE-A32D-9E1E6C8B6AD5}">
      <dgm:prSet phldrT="[Text]"/>
      <dgm:spPr/>
      <dgm:t>
        <a:bodyPr/>
        <a:lstStyle/>
        <a:p>
          <a:r>
            <a:rPr lang="en-US"/>
            <a:t>Manager</a:t>
          </a:r>
        </a:p>
      </dgm:t>
    </dgm:pt>
    <dgm:pt modelId="{E8C9BC3C-A568-4662-8D35-8BAC7917119B}" type="parTrans" cxnId="{5B16C04F-9E5E-47AA-8053-4261BB34EB7B}">
      <dgm:prSet/>
      <dgm:spPr/>
      <dgm:t>
        <a:bodyPr/>
        <a:lstStyle/>
        <a:p>
          <a:endParaRPr lang="en-US"/>
        </a:p>
      </dgm:t>
    </dgm:pt>
    <dgm:pt modelId="{544D641E-C62A-4BA0-B194-F369EC4E3540}" type="sibTrans" cxnId="{5B16C04F-9E5E-47AA-8053-4261BB34EB7B}">
      <dgm:prSet/>
      <dgm:spPr/>
      <dgm:t>
        <a:bodyPr/>
        <a:lstStyle/>
        <a:p>
          <a:endParaRPr lang="en-US"/>
        </a:p>
      </dgm:t>
    </dgm:pt>
    <dgm:pt modelId="{D71A0469-D3CF-419A-AA33-75C0929323FF}" type="asst">
      <dgm:prSet phldrT="[Text]"/>
      <dgm:spPr/>
      <dgm:t>
        <a:bodyPr/>
        <a:lstStyle/>
        <a:p>
          <a:r>
            <a:rPr lang="en-US"/>
            <a:t>Asst 1</a:t>
          </a:r>
        </a:p>
      </dgm:t>
    </dgm:pt>
    <dgm:pt modelId="{269395C1-CFFE-481D-9222-9731AFB8C250}" type="parTrans" cxnId="{AA6FBE49-041B-45C8-952B-EE2A5E4B25D3}">
      <dgm:prSet/>
      <dgm:spPr/>
      <dgm:t>
        <a:bodyPr/>
        <a:lstStyle/>
        <a:p>
          <a:endParaRPr lang="en-US"/>
        </a:p>
      </dgm:t>
    </dgm:pt>
    <dgm:pt modelId="{437E47E3-50C5-4B15-AC39-7BCACF3ACDF8}" type="sibTrans" cxnId="{AA6FBE49-041B-45C8-952B-EE2A5E4B25D3}">
      <dgm:prSet/>
      <dgm:spPr/>
      <dgm:t>
        <a:bodyPr/>
        <a:lstStyle/>
        <a:p>
          <a:endParaRPr lang="en-US"/>
        </a:p>
      </dgm:t>
    </dgm:pt>
    <dgm:pt modelId="{EC1AE6BE-D293-4C58-A57D-3BE972EF0569}">
      <dgm:prSet phldrT="[Text]"/>
      <dgm:spPr/>
      <dgm:t>
        <a:bodyPr/>
        <a:lstStyle/>
        <a:p>
          <a:r>
            <a:rPr lang="en-US"/>
            <a:t>Report 1</a:t>
          </a:r>
        </a:p>
      </dgm:t>
    </dgm:pt>
    <dgm:pt modelId="{A7D9490B-9915-4684-AA45-F5087C0B27AB}" type="parTrans" cxnId="{208F8B18-9A15-4723-B33C-BA807B67ABD6}">
      <dgm:prSet/>
      <dgm:spPr/>
      <dgm:t>
        <a:bodyPr/>
        <a:lstStyle/>
        <a:p>
          <a:endParaRPr lang="en-US"/>
        </a:p>
      </dgm:t>
    </dgm:pt>
    <dgm:pt modelId="{43AC7849-6303-4442-9083-A40DAD99CF0C}" type="sibTrans" cxnId="{208F8B18-9A15-4723-B33C-BA807B67ABD6}">
      <dgm:prSet/>
      <dgm:spPr/>
      <dgm:t>
        <a:bodyPr/>
        <a:lstStyle/>
        <a:p>
          <a:endParaRPr lang="en-US"/>
        </a:p>
      </dgm:t>
    </dgm:pt>
    <dgm:pt modelId="{0CE6EB5B-3E64-4EE4-8987-ECB23B3EF77F}">
      <dgm:prSet phldrT="[Text]"/>
      <dgm:spPr/>
      <dgm:t>
        <a:bodyPr/>
        <a:lstStyle/>
        <a:p>
          <a:r>
            <a:rPr lang="en-US"/>
            <a:t>Report 2</a:t>
          </a:r>
        </a:p>
      </dgm:t>
    </dgm:pt>
    <dgm:pt modelId="{18A72BAD-9484-44E4-9FB8-278DF1889341}" type="parTrans" cxnId="{26434FCD-3D46-46B3-A83B-A245AFE84410}">
      <dgm:prSet/>
      <dgm:spPr/>
      <dgm:t>
        <a:bodyPr/>
        <a:lstStyle/>
        <a:p>
          <a:endParaRPr lang="en-US"/>
        </a:p>
      </dgm:t>
    </dgm:pt>
    <dgm:pt modelId="{4BF0EE08-F647-463E-A94A-1EC0C0014186}" type="sibTrans" cxnId="{26434FCD-3D46-46B3-A83B-A245AFE84410}">
      <dgm:prSet/>
      <dgm:spPr/>
      <dgm:t>
        <a:bodyPr/>
        <a:lstStyle/>
        <a:p>
          <a:endParaRPr lang="en-US"/>
        </a:p>
      </dgm:t>
    </dgm:pt>
    <dgm:pt modelId="{D1BF1C8A-797C-4D30-8EFD-4DF3DC159CBA}">
      <dgm:prSet phldrT="[Text]"/>
      <dgm:spPr/>
      <dgm:t>
        <a:bodyPr/>
        <a:lstStyle/>
        <a:p>
          <a:r>
            <a:rPr lang="en-US"/>
            <a:t>Report 3</a:t>
          </a:r>
        </a:p>
      </dgm:t>
    </dgm:pt>
    <dgm:pt modelId="{6B85DBB5-50E9-47CF-8425-D6F8D0BAF16F}" type="parTrans" cxnId="{ED1D4C0D-BB25-42B5-AC5E-AEE0877DEB90}">
      <dgm:prSet/>
      <dgm:spPr/>
      <dgm:t>
        <a:bodyPr/>
        <a:lstStyle/>
        <a:p>
          <a:endParaRPr lang="en-US"/>
        </a:p>
      </dgm:t>
    </dgm:pt>
    <dgm:pt modelId="{F080BD80-7696-4A44-AB3D-B68FE34C538E}" type="sibTrans" cxnId="{ED1D4C0D-BB25-42B5-AC5E-AEE0877DEB90}">
      <dgm:prSet/>
      <dgm:spPr/>
      <dgm:t>
        <a:bodyPr/>
        <a:lstStyle/>
        <a:p>
          <a:endParaRPr lang="en-US"/>
        </a:p>
      </dgm:t>
    </dgm:pt>
    <dgm:pt modelId="{7F8212DA-A7D9-4F9F-A21C-0FA5AEF48F1A}" type="asst">
      <dgm:prSet phldrT="[Text]"/>
      <dgm:spPr/>
      <dgm:t>
        <a:bodyPr/>
        <a:lstStyle/>
        <a:p>
          <a:r>
            <a:rPr lang="en-US"/>
            <a:t>Asst 2</a:t>
          </a:r>
        </a:p>
      </dgm:t>
    </dgm:pt>
    <dgm:pt modelId="{7C00E4F0-5C1C-4EFD-B6B8-FB59E7DBED90}" type="parTrans" cxnId="{B587C66C-D21A-4E17-A972-35ECADCA2635}">
      <dgm:prSet/>
      <dgm:spPr/>
    </dgm:pt>
    <dgm:pt modelId="{8DAB4083-2A60-4D58-AFEC-60548966B397}" type="sibTrans" cxnId="{B587C66C-D21A-4E17-A972-35ECADCA2635}">
      <dgm:prSet/>
      <dgm:spPr/>
    </dgm:pt>
    <dgm:pt modelId="{EB7B5C5D-9D2C-441E-BB0A-616F33D1A0DE}" type="asst">
      <dgm:prSet phldrT="[Text]"/>
      <dgm:spPr/>
      <dgm:t>
        <a:bodyPr/>
        <a:lstStyle/>
        <a:p>
          <a:r>
            <a:rPr lang="en-US"/>
            <a:t>Asst 3</a:t>
          </a:r>
        </a:p>
      </dgm:t>
    </dgm:pt>
    <dgm:pt modelId="{3BA9E6A3-914C-4747-BAE3-1B47BA01F0FC}" type="parTrans" cxnId="{F0331C8E-C19F-4AF0-9D61-93BC8ABC8F57}">
      <dgm:prSet/>
      <dgm:spPr/>
    </dgm:pt>
    <dgm:pt modelId="{6278D044-96A7-4078-B291-B0735B2A4088}" type="sibTrans" cxnId="{F0331C8E-C19F-4AF0-9D61-93BC8ABC8F57}">
      <dgm:prSet/>
      <dgm:spPr/>
    </dgm:pt>
    <dgm:pt modelId="{4C61B390-E7ED-4DA9-8456-00B30F2DC690}" type="pres">
      <dgm:prSet presAssocID="{0065C537-3B8E-4B08-B52F-3AA5469FC94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B8932A7-24A9-4A65-AAF4-FCC0C25AFCE0}" type="pres">
      <dgm:prSet presAssocID="{88A5E741-6C9E-4ECE-A32D-9E1E6C8B6AD5}" presName="hierRoot1" presStyleCnt="0">
        <dgm:presLayoutVars>
          <dgm:hierBranch val="init"/>
        </dgm:presLayoutVars>
      </dgm:prSet>
      <dgm:spPr/>
    </dgm:pt>
    <dgm:pt modelId="{9FA0CC6A-8840-4D09-87CC-F8D1675FAFFB}" type="pres">
      <dgm:prSet presAssocID="{88A5E741-6C9E-4ECE-A32D-9E1E6C8B6AD5}" presName="rootComposite1" presStyleCnt="0"/>
      <dgm:spPr/>
    </dgm:pt>
    <dgm:pt modelId="{C9C27BE7-1C04-4060-9907-9DDD756FA8A0}" type="pres">
      <dgm:prSet presAssocID="{88A5E741-6C9E-4ECE-A32D-9E1E6C8B6AD5}" presName="rootText1" presStyleLbl="node0" presStyleIdx="0" presStyleCnt="1">
        <dgm:presLayoutVars>
          <dgm:chPref val="3"/>
        </dgm:presLayoutVars>
      </dgm:prSet>
      <dgm:spPr/>
    </dgm:pt>
    <dgm:pt modelId="{B602EB34-DE21-4698-A0FC-5AA530A45BFB}" type="pres">
      <dgm:prSet presAssocID="{88A5E741-6C9E-4ECE-A32D-9E1E6C8B6AD5}" presName="rootConnector1" presStyleLbl="node1" presStyleIdx="0" presStyleCnt="0"/>
      <dgm:spPr/>
    </dgm:pt>
    <dgm:pt modelId="{90DDBE54-8443-4789-A58F-E9EBF3B1D865}" type="pres">
      <dgm:prSet presAssocID="{88A5E741-6C9E-4ECE-A32D-9E1E6C8B6AD5}" presName="hierChild2" presStyleCnt="0"/>
      <dgm:spPr/>
    </dgm:pt>
    <dgm:pt modelId="{79C347EE-7051-40F7-854C-8D92D50C0ABC}" type="pres">
      <dgm:prSet presAssocID="{A7D9490B-9915-4684-AA45-F5087C0B27AB}" presName="Name37" presStyleLbl="parChTrans1D2" presStyleIdx="0" presStyleCnt="6"/>
      <dgm:spPr/>
    </dgm:pt>
    <dgm:pt modelId="{071517D8-5949-4EC9-9326-265992195438}" type="pres">
      <dgm:prSet presAssocID="{EC1AE6BE-D293-4C58-A57D-3BE972EF0569}" presName="hierRoot2" presStyleCnt="0">
        <dgm:presLayoutVars>
          <dgm:hierBranch val="init"/>
        </dgm:presLayoutVars>
      </dgm:prSet>
      <dgm:spPr/>
    </dgm:pt>
    <dgm:pt modelId="{3598C661-4F32-4DDC-8B80-40D96778FFAD}" type="pres">
      <dgm:prSet presAssocID="{EC1AE6BE-D293-4C58-A57D-3BE972EF0569}" presName="rootComposite" presStyleCnt="0"/>
      <dgm:spPr/>
    </dgm:pt>
    <dgm:pt modelId="{EADD557A-92D1-4203-B273-7DDECB3C9B82}" type="pres">
      <dgm:prSet presAssocID="{EC1AE6BE-D293-4C58-A57D-3BE972EF0569}" presName="rootText" presStyleLbl="node2" presStyleIdx="0" presStyleCnt="3">
        <dgm:presLayoutVars>
          <dgm:chPref val="3"/>
        </dgm:presLayoutVars>
      </dgm:prSet>
      <dgm:spPr/>
    </dgm:pt>
    <dgm:pt modelId="{CD0B7F9A-33E3-46B2-B2CF-0F80C9ABFA94}" type="pres">
      <dgm:prSet presAssocID="{EC1AE6BE-D293-4C58-A57D-3BE972EF0569}" presName="rootConnector" presStyleLbl="node2" presStyleIdx="0" presStyleCnt="3"/>
      <dgm:spPr/>
    </dgm:pt>
    <dgm:pt modelId="{0177ACBF-4AAA-4CD5-B338-724A894845EF}" type="pres">
      <dgm:prSet presAssocID="{EC1AE6BE-D293-4C58-A57D-3BE972EF0569}" presName="hierChild4" presStyleCnt="0"/>
      <dgm:spPr/>
    </dgm:pt>
    <dgm:pt modelId="{34AD004D-640D-4B2D-928A-84911AF16E4A}" type="pres">
      <dgm:prSet presAssocID="{EC1AE6BE-D293-4C58-A57D-3BE972EF0569}" presName="hierChild5" presStyleCnt="0"/>
      <dgm:spPr/>
    </dgm:pt>
    <dgm:pt modelId="{84AB8327-A411-4404-A2BE-72E1F4DE2407}" type="pres">
      <dgm:prSet presAssocID="{18A72BAD-9484-44E4-9FB8-278DF1889341}" presName="Name37" presStyleLbl="parChTrans1D2" presStyleIdx="1" presStyleCnt="6"/>
      <dgm:spPr/>
    </dgm:pt>
    <dgm:pt modelId="{05A718D9-2BA0-4C6F-A5C9-98F11213F9D3}" type="pres">
      <dgm:prSet presAssocID="{0CE6EB5B-3E64-4EE4-8987-ECB23B3EF77F}" presName="hierRoot2" presStyleCnt="0">
        <dgm:presLayoutVars>
          <dgm:hierBranch val="init"/>
        </dgm:presLayoutVars>
      </dgm:prSet>
      <dgm:spPr/>
    </dgm:pt>
    <dgm:pt modelId="{4885EEA8-B4DB-48F4-909D-B3F71687D993}" type="pres">
      <dgm:prSet presAssocID="{0CE6EB5B-3E64-4EE4-8987-ECB23B3EF77F}" presName="rootComposite" presStyleCnt="0"/>
      <dgm:spPr/>
    </dgm:pt>
    <dgm:pt modelId="{70553BBE-CE98-47F6-89F4-E258B90DD79B}" type="pres">
      <dgm:prSet presAssocID="{0CE6EB5B-3E64-4EE4-8987-ECB23B3EF77F}" presName="rootText" presStyleLbl="node2" presStyleIdx="1" presStyleCnt="3">
        <dgm:presLayoutVars>
          <dgm:chPref val="3"/>
        </dgm:presLayoutVars>
      </dgm:prSet>
      <dgm:spPr/>
    </dgm:pt>
    <dgm:pt modelId="{5EDDD694-89A2-4DD5-A176-26EA3D32D50B}" type="pres">
      <dgm:prSet presAssocID="{0CE6EB5B-3E64-4EE4-8987-ECB23B3EF77F}" presName="rootConnector" presStyleLbl="node2" presStyleIdx="1" presStyleCnt="3"/>
      <dgm:spPr/>
    </dgm:pt>
    <dgm:pt modelId="{D3F7A0BA-8B1F-4195-94FD-84661079C7FE}" type="pres">
      <dgm:prSet presAssocID="{0CE6EB5B-3E64-4EE4-8987-ECB23B3EF77F}" presName="hierChild4" presStyleCnt="0"/>
      <dgm:spPr/>
    </dgm:pt>
    <dgm:pt modelId="{67E794C2-9ACE-41FE-99D4-5C905BCA2A3E}" type="pres">
      <dgm:prSet presAssocID="{0CE6EB5B-3E64-4EE4-8987-ECB23B3EF77F}" presName="hierChild5" presStyleCnt="0"/>
      <dgm:spPr/>
    </dgm:pt>
    <dgm:pt modelId="{516E5115-DE8E-4AB6-8F41-5D4E04CC0EFE}" type="pres">
      <dgm:prSet presAssocID="{6B85DBB5-50E9-47CF-8425-D6F8D0BAF16F}" presName="Name37" presStyleLbl="parChTrans1D2" presStyleIdx="2" presStyleCnt="6"/>
      <dgm:spPr/>
    </dgm:pt>
    <dgm:pt modelId="{44B5FBCE-144D-46A7-B5E2-F2C5E063968A}" type="pres">
      <dgm:prSet presAssocID="{D1BF1C8A-797C-4D30-8EFD-4DF3DC159CBA}" presName="hierRoot2" presStyleCnt="0">
        <dgm:presLayoutVars>
          <dgm:hierBranch val="init"/>
        </dgm:presLayoutVars>
      </dgm:prSet>
      <dgm:spPr/>
    </dgm:pt>
    <dgm:pt modelId="{DE17B62F-2F57-4EEF-BE1B-8C68B6A036EA}" type="pres">
      <dgm:prSet presAssocID="{D1BF1C8A-797C-4D30-8EFD-4DF3DC159CBA}" presName="rootComposite" presStyleCnt="0"/>
      <dgm:spPr/>
    </dgm:pt>
    <dgm:pt modelId="{F1608DDA-FDAC-4C79-AB54-D2A1E4EEACD7}" type="pres">
      <dgm:prSet presAssocID="{D1BF1C8A-797C-4D30-8EFD-4DF3DC159CBA}" presName="rootText" presStyleLbl="node2" presStyleIdx="2" presStyleCnt="3">
        <dgm:presLayoutVars>
          <dgm:chPref val="3"/>
        </dgm:presLayoutVars>
      </dgm:prSet>
      <dgm:spPr/>
    </dgm:pt>
    <dgm:pt modelId="{5EF93FCD-9C31-47B6-9F1A-C80B7E939E5F}" type="pres">
      <dgm:prSet presAssocID="{D1BF1C8A-797C-4D30-8EFD-4DF3DC159CBA}" presName="rootConnector" presStyleLbl="node2" presStyleIdx="2" presStyleCnt="3"/>
      <dgm:spPr/>
    </dgm:pt>
    <dgm:pt modelId="{5B60D12A-CE42-4855-9569-C0200A0EA297}" type="pres">
      <dgm:prSet presAssocID="{D1BF1C8A-797C-4D30-8EFD-4DF3DC159CBA}" presName="hierChild4" presStyleCnt="0"/>
      <dgm:spPr/>
    </dgm:pt>
    <dgm:pt modelId="{614B759B-51C9-481F-B789-5D75E89E97C7}" type="pres">
      <dgm:prSet presAssocID="{D1BF1C8A-797C-4D30-8EFD-4DF3DC159CBA}" presName="hierChild5" presStyleCnt="0"/>
      <dgm:spPr/>
    </dgm:pt>
    <dgm:pt modelId="{253CE7C3-3677-4284-84E5-541F03C48996}" type="pres">
      <dgm:prSet presAssocID="{88A5E741-6C9E-4ECE-A32D-9E1E6C8B6AD5}" presName="hierChild3" presStyleCnt="0"/>
      <dgm:spPr/>
    </dgm:pt>
    <dgm:pt modelId="{45BA3D29-74A7-4E94-8B8B-7E7F6CE98D92}" type="pres">
      <dgm:prSet presAssocID="{269395C1-CFFE-481D-9222-9731AFB8C250}" presName="Name111" presStyleLbl="parChTrans1D2" presStyleIdx="3" presStyleCnt="6"/>
      <dgm:spPr/>
    </dgm:pt>
    <dgm:pt modelId="{649A882F-F332-4614-9210-785164AA63CE}" type="pres">
      <dgm:prSet presAssocID="{D71A0469-D3CF-419A-AA33-75C0929323FF}" presName="hierRoot3" presStyleCnt="0">
        <dgm:presLayoutVars>
          <dgm:hierBranch val="init"/>
        </dgm:presLayoutVars>
      </dgm:prSet>
      <dgm:spPr/>
    </dgm:pt>
    <dgm:pt modelId="{7B43C13F-7FE1-4E93-9B34-F43F14C2937D}" type="pres">
      <dgm:prSet presAssocID="{D71A0469-D3CF-419A-AA33-75C0929323FF}" presName="rootComposite3" presStyleCnt="0"/>
      <dgm:spPr/>
    </dgm:pt>
    <dgm:pt modelId="{FB904A9C-ACE7-42F1-BD84-0F2BD8B477BA}" type="pres">
      <dgm:prSet presAssocID="{D71A0469-D3CF-419A-AA33-75C0929323FF}" presName="rootText3" presStyleLbl="asst1" presStyleIdx="0" presStyleCnt="3">
        <dgm:presLayoutVars>
          <dgm:chPref val="3"/>
        </dgm:presLayoutVars>
      </dgm:prSet>
      <dgm:spPr/>
    </dgm:pt>
    <dgm:pt modelId="{CB8013DF-E694-48BA-89E0-ADD723000902}" type="pres">
      <dgm:prSet presAssocID="{D71A0469-D3CF-419A-AA33-75C0929323FF}" presName="rootConnector3" presStyleLbl="asst1" presStyleIdx="0" presStyleCnt="3"/>
      <dgm:spPr/>
    </dgm:pt>
    <dgm:pt modelId="{240821AF-5F12-43BD-93B8-D323F3371C5A}" type="pres">
      <dgm:prSet presAssocID="{D71A0469-D3CF-419A-AA33-75C0929323FF}" presName="hierChild6" presStyleCnt="0"/>
      <dgm:spPr/>
    </dgm:pt>
    <dgm:pt modelId="{3E002297-6349-48BC-9FE6-E38612C4E5C3}" type="pres">
      <dgm:prSet presAssocID="{D71A0469-D3CF-419A-AA33-75C0929323FF}" presName="hierChild7" presStyleCnt="0"/>
      <dgm:spPr/>
    </dgm:pt>
    <dgm:pt modelId="{378E3A89-A1D8-4224-83FF-68B071A036E8}" type="pres">
      <dgm:prSet presAssocID="{3BA9E6A3-914C-4747-BAE3-1B47BA01F0FC}" presName="Name111" presStyleLbl="parChTrans1D2" presStyleIdx="4" presStyleCnt="6"/>
      <dgm:spPr/>
    </dgm:pt>
    <dgm:pt modelId="{765FD88F-B30C-4A0E-9937-55CF24B79387}" type="pres">
      <dgm:prSet presAssocID="{EB7B5C5D-9D2C-441E-BB0A-616F33D1A0DE}" presName="hierRoot3" presStyleCnt="0">
        <dgm:presLayoutVars>
          <dgm:hierBranch val="init"/>
        </dgm:presLayoutVars>
      </dgm:prSet>
      <dgm:spPr/>
    </dgm:pt>
    <dgm:pt modelId="{D8DE9564-85B1-46CE-AFE4-66B125F98827}" type="pres">
      <dgm:prSet presAssocID="{EB7B5C5D-9D2C-441E-BB0A-616F33D1A0DE}" presName="rootComposite3" presStyleCnt="0"/>
      <dgm:spPr/>
    </dgm:pt>
    <dgm:pt modelId="{D5CE42A0-9146-40FB-BF1C-F81852691772}" type="pres">
      <dgm:prSet presAssocID="{EB7B5C5D-9D2C-441E-BB0A-616F33D1A0DE}" presName="rootText3" presStyleLbl="asst1" presStyleIdx="1" presStyleCnt="3">
        <dgm:presLayoutVars>
          <dgm:chPref val="3"/>
        </dgm:presLayoutVars>
      </dgm:prSet>
      <dgm:spPr/>
    </dgm:pt>
    <dgm:pt modelId="{0752DA17-A0B7-499E-A09C-11F6D6D9DAB5}" type="pres">
      <dgm:prSet presAssocID="{EB7B5C5D-9D2C-441E-BB0A-616F33D1A0DE}" presName="rootConnector3" presStyleLbl="asst1" presStyleIdx="1" presStyleCnt="3"/>
      <dgm:spPr/>
    </dgm:pt>
    <dgm:pt modelId="{7154339D-9530-4F40-A561-249C38C9DD70}" type="pres">
      <dgm:prSet presAssocID="{EB7B5C5D-9D2C-441E-BB0A-616F33D1A0DE}" presName="hierChild6" presStyleCnt="0"/>
      <dgm:spPr/>
    </dgm:pt>
    <dgm:pt modelId="{DF5A419E-C50C-444C-B024-1CB509DD31A6}" type="pres">
      <dgm:prSet presAssocID="{EB7B5C5D-9D2C-441E-BB0A-616F33D1A0DE}" presName="hierChild7" presStyleCnt="0"/>
      <dgm:spPr/>
    </dgm:pt>
    <dgm:pt modelId="{2E1D88F8-7BC4-4658-846B-A45EA83557BE}" type="pres">
      <dgm:prSet presAssocID="{7C00E4F0-5C1C-4EFD-B6B8-FB59E7DBED90}" presName="Name111" presStyleLbl="parChTrans1D2" presStyleIdx="5" presStyleCnt="6"/>
      <dgm:spPr/>
    </dgm:pt>
    <dgm:pt modelId="{C2145AD1-C17F-462F-8DC9-D356058A6852}" type="pres">
      <dgm:prSet presAssocID="{7F8212DA-A7D9-4F9F-A21C-0FA5AEF48F1A}" presName="hierRoot3" presStyleCnt="0">
        <dgm:presLayoutVars>
          <dgm:hierBranch val="init"/>
        </dgm:presLayoutVars>
      </dgm:prSet>
      <dgm:spPr/>
    </dgm:pt>
    <dgm:pt modelId="{8F65BFDA-39EA-4215-9982-0B7A5546BFD2}" type="pres">
      <dgm:prSet presAssocID="{7F8212DA-A7D9-4F9F-A21C-0FA5AEF48F1A}" presName="rootComposite3" presStyleCnt="0"/>
      <dgm:spPr/>
    </dgm:pt>
    <dgm:pt modelId="{436D4CC6-94E2-4AAF-BF14-EDEC05D052AA}" type="pres">
      <dgm:prSet presAssocID="{7F8212DA-A7D9-4F9F-A21C-0FA5AEF48F1A}" presName="rootText3" presStyleLbl="asst1" presStyleIdx="2" presStyleCnt="3">
        <dgm:presLayoutVars>
          <dgm:chPref val="3"/>
        </dgm:presLayoutVars>
      </dgm:prSet>
      <dgm:spPr/>
    </dgm:pt>
    <dgm:pt modelId="{E2E5DCB0-FB6B-448A-99B8-EF5AF88DCEEF}" type="pres">
      <dgm:prSet presAssocID="{7F8212DA-A7D9-4F9F-A21C-0FA5AEF48F1A}" presName="rootConnector3" presStyleLbl="asst1" presStyleIdx="2" presStyleCnt="3"/>
      <dgm:spPr/>
    </dgm:pt>
    <dgm:pt modelId="{C689794A-CA61-40F0-B714-828AE6418AD1}" type="pres">
      <dgm:prSet presAssocID="{7F8212DA-A7D9-4F9F-A21C-0FA5AEF48F1A}" presName="hierChild6" presStyleCnt="0"/>
      <dgm:spPr/>
    </dgm:pt>
    <dgm:pt modelId="{10DFD787-037C-41F3-8503-793C8FDBEF98}" type="pres">
      <dgm:prSet presAssocID="{7F8212DA-A7D9-4F9F-A21C-0FA5AEF48F1A}" presName="hierChild7" presStyleCnt="0"/>
      <dgm:spPr/>
    </dgm:pt>
  </dgm:ptLst>
  <dgm:cxnLst>
    <dgm:cxn modelId="{D3302F03-E6BC-49C2-9575-66BC3ACC80CE}" type="presOf" srcId="{D71A0469-D3CF-419A-AA33-75C0929323FF}" destId="{CB8013DF-E694-48BA-89E0-ADD723000902}" srcOrd="1" destOrd="0" presId="urn:microsoft.com/office/officeart/2005/8/layout/orgChart1"/>
    <dgm:cxn modelId="{ED1D4C0D-BB25-42B5-AC5E-AEE0877DEB90}" srcId="{88A5E741-6C9E-4ECE-A32D-9E1E6C8B6AD5}" destId="{D1BF1C8A-797C-4D30-8EFD-4DF3DC159CBA}" srcOrd="5" destOrd="0" parTransId="{6B85DBB5-50E9-47CF-8425-D6F8D0BAF16F}" sibTransId="{F080BD80-7696-4A44-AB3D-B68FE34C538E}"/>
    <dgm:cxn modelId="{208F8B18-9A15-4723-B33C-BA807B67ABD6}" srcId="{88A5E741-6C9E-4ECE-A32D-9E1E6C8B6AD5}" destId="{EC1AE6BE-D293-4C58-A57D-3BE972EF0569}" srcOrd="3" destOrd="0" parTransId="{A7D9490B-9915-4684-AA45-F5087C0B27AB}" sibTransId="{43AC7849-6303-4442-9083-A40DAD99CF0C}"/>
    <dgm:cxn modelId="{64984921-3E70-4890-AD8D-8E5ABBF85DE2}" type="presOf" srcId="{D1BF1C8A-797C-4D30-8EFD-4DF3DC159CBA}" destId="{F1608DDA-FDAC-4C79-AB54-D2A1E4EEACD7}" srcOrd="0" destOrd="0" presId="urn:microsoft.com/office/officeart/2005/8/layout/orgChart1"/>
    <dgm:cxn modelId="{7F6F4125-1819-4333-B3E5-0E5FE75D9E15}" type="presOf" srcId="{88A5E741-6C9E-4ECE-A32D-9E1E6C8B6AD5}" destId="{C9C27BE7-1C04-4060-9907-9DDD756FA8A0}" srcOrd="0" destOrd="0" presId="urn:microsoft.com/office/officeart/2005/8/layout/orgChart1"/>
    <dgm:cxn modelId="{99F92029-B60D-4EE0-A9D5-FABF79ECC205}" type="presOf" srcId="{6B85DBB5-50E9-47CF-8425-D6F8D0BAF16F}" destId="{516E5115-DE8E-4AB6-8F41-5D4E04CC0EFE}" srcOrd="0" destOrd="0" presId="urn:microsoft.com/office/officeart/2005/8/layout/orgChart1"/>
    <dgm:cxn modelId="{96CBA63B-E765-4D7B-A2D9-03E25E155272}" type="presOf" srcId="{0CE6EB5B-3E64-4EE4-8987-ECB23B3EF77F}" destId="{5EDDD694-89A2-4DD5-A176-26EA3D32D50B}" srcOrd="1" destOrd="0" presId="urn:microsoft.com/office/officeart/2005/8/layout/orgChart1"/>
    <dgm:cxn modelId="{C0AF365C-D6AD-4E71-A847-29751EAD7E7B}" type="presOf" srcId="{A7D9490B-9915-4684-AA45-F5087C0B27AB}" destId="{79C347EE-7051-40F7-854C-8D92D50C0ABC}" srcOrd="0" destOrd="0" presId="urn:microsoft.com/office/officeart/2005/8/layout/orgChart1"/>
    <dgm:cxn modelId="{AA6FBE49-041B-45C8-952B-EE2A5E4B25D3}" srcId="{88A5E741-6C9E-4ECE-A32D-9E1E6C8B6AD5}" destId="{D71A0469-D3CF-419A-AA33-75C0929323FF}" srcOrd="0" destOrd="0" parTransId="{269395C1-CFFE-481D-9222-9731AFB8C250}" sibTransId="{437E47E3-50C5-4B15-AC39-7BCACF3ACDF8}"/>
    <dgm:cxn modelId="{B587C66C-D21A-4E17-A972-35ECADCA2635}" srcId="{88A5E741-6C9E-4ECE-A32D-9E1E6C8B6AD5}" destId="{7F8212DA-A7D9-4F9F-A21C-0FA5AEF48F1A}" srcOrd="2" destOrd="0" parTransId="{7C00E4F0-5C1C-4EFD-B6B8-FB59E7DBED90}" sibTransId="{8DAB4083-2A60-4D58-AFEC-60548966B397}"/>
    <dgm:cxn modelId="{81A6224D-B954-4F71-B880-6262719DEAD3}" type="presOf" srcId="{EB7B5C5D-9D2C-441E-BB0A-616F33D1A0DE}" destId="{D5CE42A0-9146-40FB-BF1C-F81852691772}" srcOrd="0" destOrd="0" presId="urn:microsoft.com/office/officeart/2005/8/layout/orgChart1"/>
    <dgm:cxn modelId="{5B16C04F-9E5E-47AA-8053-4261BB34EB7B}" srcId="{0065C537-3B8E-4B08-B52F-3AA5469FC94C}" destId="{88A5E741-6C9E-4ECE-A32D-9E1E6C8B6AD5}" srcOrd="0" destOrd="0" parTransId="{E8C9BC3C-A568-4662-8D35-8BAC7917119B}" sibTransId="{544D641E-C62A-4BA0-B194-F369EC4E3540}"/>
    <dgm:cxn modelId="{57902C72-AF40-43B5-8287-B1A9C508AA96}" type="presOf" srcId="{7F8212DA-A7D9-4F9F-A21C-0FA5AEF48F1A}" destId="{436D4CC6-94E2-4AAF-BF14-EDEC05D052AA}" srcOrd="0" destOrd="0" presId="urn:microsoft.com/office/officeart/2005/8/layout/orgChart1"/>
    <dgm:cxn modelId="{91FA5B56-CF1C-4472-BA2A-A49D73984410}" type="presOf" srcId="{EC1AE6BE-D293-4C58-A57D-3BE972EF0569}" destId="{CD0B7F9A-33E3-46B2-B2CF-0F80C9ABFA94}" srcOrd="1" destOrd="0" presId="urn:microsoft.com/office/officeart/2005/8/layout/orgChart1"/>
    <dgm:cxn modelId="{FD2B0977-BC53-4A93-87DE-DA37AD7EBB3C}" type="presOf" srcId="{D71A0469-D3CF-419A-AA33-75C0929323FF}" destId="{FB904A9C-ACE7-42F1-BD84-0F2BD8B477BA}" srcOrd="0" destOrd="0" presId="urn:microsoft.com/office/officeart/2005/8/layout/orgChart1"/>
    <dgm:cxn modelId="{059D7081-8A51-454C-8B45-8D2F03082D43}" type="presOf" srcId="{7C00E4F0-5C1C-4EFD-B6B8-FB59E7DBED90}" destId="{2E1D88F8-7BC4-4658-846B-A45EA83557BE}" srcOrd="0" destOrd="0" presId="urn:microsoft.com/office/officeart/2005/8/layout/orgChart1"/>
    <dgm:cxn modelId="{9236C489-0125-479A-8804-1BEDD31A06F7}" type="presOf" srcId="{18A72BAD-9484-44E4-9FB8-278DF1889341}" destId="{84AB8327-A411-4404-A2BE-72E1F4DE2407}" srcOrd="0" destOrd="0" presId="urn:microsoft.com/office/officeart/2005/8/layout/orgChart1"/>
    <dgm:cxn modelId="{F0331C8E-C19F-4AF0-9D61-93BC8ABC8F57}" srcId="{88A5E741-6C9E-4ECE-A32D-9E1E6C8B6AD5}" destId="{EB7B5C5D-9D2C-441E-BB0A-616F33D1A0DE}" srcOrd="1" destOrd="0" parTransId="{3BA9E6A3-914C-4747-BAE3-1B47BA01F0FC}" sibTransId="{6278D044-96A7-4078-B291-B0735B2A4088}"/>
    <dgm:cxn modelId="{71F91D96-EAC2-4BFF-924F-CA7F605FCD37}" type="presOf" srcId="{7F8212DA-A7D9-4F9F-A21C-0FA5AEF48F1A}" destId="{E2E5DCB0-FB6B-448A-99B8-EF5AF88DCEEF}" srcOrd="1" destOrd="0" presId="urn:microsoft.com/office/officeart/2005/8/layout/orgChart1"/>
    <dgm:cxn modelId="{66B6B496-2F8D-40EE-B366-853E5C40A38A}" type="presOf" srcId="{269395C1-CFFE-481D-9222-9731AFB8C250}" destId="{45BA3D29-74A7-4E94-8B8B-7E7F6CE98D92}" srcOrd="0" destOrd="0" presId="urn:microsoft.com/office/officeart/2005/8/layout/orgChart1"/>
    <dgm:cxn modelId="{A8781BC1-E83E-480C-AFF3-7807FB84BEEA}" type="presOf" srcId="{EC1AE6BE-D293-4C58-A57D-3BE972EF0569}" destId="{EADD557A-92D1-4203-B273-7DDECB3C9B82}" srcOrd="0" destOrd="0" presId="urn:microsoft.com/office/officeart/2005/8/layout/orgChart1"/>
    <dgm:cxn modelId="{26434FCD-3D46-46B3-A83B-A245AFE84410}" srcId="{88A5E741-6C9E-4ECE-A32D-9E1E6C8B6AD5}" destId="{0CE6EB5B-3E64-4EE4-8987-ECB23B3EF77F}" srcOrd="4" destOrd="0" parTransId="{18A72BAD-9484-44E4-9FB8-278DF1889341}" sibTransId="{4BF0EE08-F647-463E-A94A-1EC0C0014186}"/>
    <dgm:cxn modelId="{EE86DACD-66E9-49EB-BD0A-F4397304CAFB}" type="presOf" srcId="{EB7B5C5D-9D2C-441E-BB0A-616F33D1A0DE}" destId="{0752DA17-A0B7-499E-A09C-11F6D6D9DAB5}" srcOrd="1" destOrd="0" presId="urn:microsoft.com/office/officeart/2005/8/layout/orgChart1"/>
    <dgm:cxn modelId="{B3D237D8-CBD9-44C2-8C25-EA86298979D8}" type="presOf" srcId="{0CE6EB5B-3E64-4EE4-8987-ECB23B3EF77F}" destId="{70553BBE-CE98-47F6-89F4-E258B90DD79B}" srcOrd="0" destOrd="0" presId="urn:microsoft.com/office/officeart/2005/8/layout/orgChart1"/>
    <dgm:cxn modelId="{347502E7-16CD-4919-BD56-10EF2B5DD2EC}" type="presOf" srcId="{3BA9E6A3-914C-4747-BAE3-1B47BA01F0FC}" destId="{378E3A89-A1D8-4224-83FF-68B071A036E8}" srcOrd="0" destOrd="0" presId="urn:microsoft.com/office/officeart/2005/8/layout/orgChart1"/>
    <dgm:cxn modelId="{F0579CF9-7D60-4CEF-A4CD-5EAB6385CDD8}" type="presOf" srcId="{0065C537-3B8E-4B08-B52F-3AA5469FC94C}" destId="{4C61B390-E7ED-4DA9-8456-00B30F2DC690}" srcOrd="0" destOrd="0" presId="urn:microsoft.com/office/officeart/2005/8/layout/orgChart1"/>
    <dgm:cxn modelId="{E08B7AFA-0EA2-480F-8EE3-75BCB911302B}" type="presOf" srcId="{88A5E741-6C9E-4ECE-A32D-9E1E6C8B6AD5}" destId="{B602EB34-DE21-4698-A0FC-5AA530A45BFB}" srcOrd="1" destOrd="0" presId="urn:microsoft.com/office/officeart/2005/8/layout/orgChart1"/>
    <dgm:cxn modelId="{0406F8FD-000C-4D9D-96BA-CAEFB2FCE9AE}" type="presOf" srcId="{D1BF1C8A-797C-4D30-8EFD-4DF3DC159CBA}" destId="{5EF93FCD-9C31-47B6-9F1A-C80B7E939E5F}" srcOrd="1" destOrd="0" presId="urn:microsoft.com/office/officeart/2005/8/layout/orgChart1"/>
    <dgm:cxn modelId="{632214FA-C391-4354-B87E-790E49C7B3E2}" type="presParOf" srcId="{4C61B390-E7ED-4DA9-8456-00B30F2DC690}" destId="{BB8932A7-24A9-4A65-AAF4-FCC0C25AFCE0}" srcOrd="0" destOrd="0" presId="urn:microsoft.com/office/officeart/2005/8/layout/orgChart1"/>
    <dgm:cxn modelId="{7C6F1758-D25F-40B1-8A63-F5CD5822AFCF}" type="presParOf" srcId="{BB8932A7-24A9-4A65-AAF4-FCC0C25AFCE0}" destId="{9FA0CC6A-8840-4D09-87CC-F8D1675FAFFB}" srcOrd="0" destOrd="0" presId="urn:microsoft.com/office/officeart/2005/8/layout/orgChart1"/>
    <dgm:cxn modelId="{ECD27B86-C99D-4578-B801-9485B915EA54}" type="presParOf" srcId="{9FA0CC6A-8840-4D09-87CC-F8D1675FAFFB}" destId="{C9C27BE7-1C04-4060-9907-9DDD756FA8A0}" srcOrd="0" destOrd="0" presId="urn:microsoft.com/office/officeart/2005/8/layout/orgChart1"/>
    <dgm:cxn modelId="{233AA250-B351-42C8-87FA-58AB60EB7996}" type="presParOf" srcId="{9FA0CC6A-8840-4D09-87CC-F8D1675FAFFB}" destId="{B602EB34-DE21-4698-A0FC-5AA530A45BFB}" srcOrd="1" destOrd="0" presId="urn:microsoft.com/office/officeart/2005/8/layout/orgChart1"/>
    <dgm:cxn modelId="{485184A1-1572-4EE5-B4D5-7999B6E7F32A}" type="presParOf" srcId="{BB8932A7-24A9-4A65-AAF4-FCC0C25AFCE0}" destId="{90DDBE54-8443-4789-A58F-E9EBF3B1D865}" srcOrd="1" destOrd="0" presId="urn:microsoft.com/office/officeart/2005/8/layout/orgChart1"/>
    <dgm:cxn modelId="{22BF9B8D-51B2-4D4F-B4A5-D84328FC4164}" type="presParOf" srcId="{90DDBE54-8443-4789-A58F-E9EBF3B1D865}" destId="{79C347EE-7051-40F7-854C-8D92D50C0ABC}" srcOrd="0" destOrd="0" presId="urn:microsoft.com/office/officeart/2005/8/layout/orgChart1"/>
    <dgm:cxn modelId="{3B7CCD27-9204-4797-A4A4-F7B0DDD8D8C9}" type="presParOf" srcId="{90DDBE54-8443-4789-A58F-E9EBF3B1D865}" destId="{071517D8-5949-4EC9-9326-265992195438}" srcOrd="1" destOrd="0" presId="urn:microsoft.com/office/officeart/2005/8/layout/orgChart1"/>
    <dgm:cxn modelId="{779E5D10-A707-449D-953F-1CF54689B830}" type="presParOf" srcId="{071517D8-5949-4EC9-9326-265992195438}" destId="{3598C661-4F32-4DDC-8B80-40D96778FFAD}" srcOrd="0" destOrd="0" presId="urn:microsoft.com/office/officeart/2005/8/layout/orgChart1"/>
    <dgm:cxn modelId="{88E95437-9451-4399-902C-35AC9FF0615A}" type="presParOf" srcId="{3598C661-4F32-4DDC-8B80-40D96778FFAD}" destId="{EADD557A-92D1-4203-B273-7DDECB3C9B82}" srcOrd="0" destOrd="0" presId="urn:microsoft.com/office/officeart/2005/8/layout/orgChart1"/>
    <dgm:cxn modelId="{B337E065-003A-43F5-B15B-1680B1FA9E11}" type="presParOf" srcId="{3598C661-4F32-4DDC-8B80-40D96778FFAD}" destId="{CD0B7F9A-33E3-46B2-B2CF-0F80C9ABFA94}" srcOrd="1" destOrd="0" presId="urn:microsoft.com/office/officeart/2005/8/layout/orgChart1"/>
    <dgm:cxn modelId="{62778B55-E0DA-4D00-AACE-780793C15534}" type="presParOf" srcId="{071517D8-5949-4EC9-9326-265992195438}" destId="{0177ACBF-4AAA-4CD5-B338-724A894845EF}" srcOrd="1" destOrd="0" presId="urn:microsoft.com/office/officeart/2005/8/layout/orgChart1"/>
    <dgm:cxn modelId="{63594549-D9B1-4768-ADE8-7265F6EA5F8E}" type="presParOf" srcId="{071517D8-5949-4EC9-9326-265992195438}" destId="{34AD004D-640D-4B2D-928A-84911AF16E4A}" srcOrd="2" destOrd="0" presId="urn:microsoft.com/office/officeart/2005/8/layout/orgChart1"/>
    <dgm:cxn modelId="{09876293-C0CE-4B39-A815-F7A2B1112F1A}" type="presParOf" srcId="{90DDBE54-8443-4789-A58F-E9EBF3B1D865}" destId="{84AB8327-A411-4404-A2BE-72E1F4DE2407}" srcOrd="2" destOrd="0" presId="urn:microsoft.com/office/officeart/2005/8/layout/orgChart1"/>
    <dgm:cxn modelId="{308E6526-E7D3-4844-9F5E-7957A6F70B73}" type="presParOf" srcId="{90DDBE54-8443-4789-A58F-E9EBF3B1D865}" destId="{05A718D9-2BA0-4C6F-A5C9-98F11213F9D3}" srcOrd="3" destOrd="0" presId="urn:microsoft.com/office/officeart/2005/8/layout/orgChart1"/>
    <dgm:cxn modelId="{832DDE75-56A2-4B0A-BB07-F08BFC970C60}" type="presParOf" srcId="{05A718D9-2BA0-4C6F-A5C9-98F11213F9D3}" destId="{4885EEA8-B4DB-48F4-909D-B3F71687D993}" srcOrd="0" destOrd="0" presId="urn:microsoft.com/office/officeart/2005/8/layout/orgChart1"/>
    <dgm:cxn modelId="{63D733F9-F457-4A83-963D-CFC2BDA4043D}" type="presParOf" srcId="{4885EEA8-B4DB-48F4-909D-B3F71687D993}" destId="{70553BBE-CE98-47F6-89F4-E258B90DD79B}" srcOrd="0" destOrd="0" presId="urn:microsoft.com/office/officeart/2005/8/layout/orgChart1"/>
    <dgm:cxn modelId="{1526AD76-4F45-487A-9461-7AE4DA792BDC}" type="presParOf" srcId="{4885EEA8-B4DB-48F4-909D-B3F71687D993}" destId="{5EDDD694-89A2-4DD5-A176-26EA3D32D50B}" srcOrd="1" destOrd="0" presId="urn:microsoft.com/office/officeart/2005/8/layout/orgChart1"/>
    <dgm:cxn modelId="{F2D6A65C-92B4-401B-917E-C9813C7F3CA1}" type="presParOf" srcId="{05A718D9-2BA0-4C6F-A5C9-98F11213F9D3}" destId="{D3F7A0BA-8B1F-4195-94FD-84661079C7FE}" srcOrd="1" destOrd="0" presId="urn:microsoft.com/office/officeart/2005/8/layout/orgChart1"/>
    <dgm:cxn modelId="{216BEC43-95A3-4833-BB77-C68C76B51A9F}" type="presParOf" srcId="{05A718D9-2BA0-4C6F-A5C9-98F11213F9D3}" destId="{67E794C2-9ACE-41FE-99D4-5C905BCA2A3E}" srcOrd="2" destOrd="0" presId="urn:microsoft.com/office/officeart/2005/8/layout/orgChart1"/>
    <dgm:cxn modelId="{83CA254A-A32E-42B8-976F-1CCA65FEAAB1}" type="presParOf" srcId="{90DDBE54-8443-4789-A58F-E9EBF3B1D865}" destId="{516E5115-DE8E-4AB6-8F41-5D4E04CC0EFE}" srcOrd="4" destOrd="0" presId="urn:microsoft.com/office/officeart/2005/8/layout/orgChart1"/>
    <dgm:cxn modelId="{EDC216AE-E630-40B0-8A4E-CA007CE82463}" type="presParOf" srcId="{90DDBE54-8443-4789-A58F-E9EBF3B1D865}" destId="{44B5FBCE-144D-46A7-B5E2-F2C5E063968A}" srcOrd="5" destOrd="0" presId="urn:microsoft.com/office/officeart/2005/8/layout/orgChart1"/>
    <dgm:cxn modelId="{4FB4413A-BE5E-4908-8A74-EC30B0E87AAD}" type="presParOf" srcId="{44B5FBCE-144D-46A7-B5E2-F2C5E063968A}" destId="{DE17B62F-2F57-4EEF-BE1B-8C68B6A036EA}" srcOrd="0" destOrd="0" presId="urn:microsoft.com/office/officeart/2005/8/layout/orgChart1"/>
    <dgm:cxn modelId="{4E18A70D-E636-4C40-A1C3-03274167819E}" type="presParOf" srcId="{DE17B62F-2F57-4EEF-BE1B-8C68B6A036EA}" destId="{F1608DDA-FDAC-4C79-AB54-D2A1E4EEACD7}" srcOrd="0" destOrd="0" presId="urn:microsoft.com/office/officeart/2005/8/layout/orgChart1"/>
    <dgm:cxn modelId="{E9877076-8FA8-4594-8A2A-3602FD38A1EF}" type="presParOf" srcId="{DE17B62F-2F57-4EEF-BE1B-8C68B6A036EA}" destId="{5EF93FCD-9C31-47B6-9F1A-C80B7E939E5F}" srcOrd="1" destOrd="0" presId="urn:microsoft.com/office/officeart/2005/8/layout/orgChart1"/>
    <dgm:cxn modelId="{723DFD0A-B955-4DC7-AE36-9421C644000E}" type="presParOf" srcId="{44B5FBCE-144D-46A7-B5E2-F2C5E063968A}" destId="{5B60D12A-CE42-4855-9569-C0200A0EA297}" srcOrd="1" destOrd="0" presId="urn:microsoft.com/office/officeart/2005/8/layout/orgChart1"/>
    <dgm:cxn modelId="{DEF86601-40A0-414B-BB4C-FA373FBCAE2B}" type="presParOf" srcId="{44B5FBCE-144D-46A7-B5E2-F2C5E063968A}" destId="{614B759B-51C9-481F-B789-5D75E89E97C7}" srcOrd="2" destOrd="0" presId="urn:microsoft.com/office/officeart/2005/8/layout/orgChart1"/>
    <dgm:cxn modelId="{D2D595ED-227B-4773-91EE-D28CB15502AB}" type="presParOf" srcId="{BB8932A7-24A9-4A65-AAF4-FCC0C25AFCE0}" destId="{253CE7C3-3677-4284-84E5-541F03C48996}" srcOrd="2" destOrd="0" presId="urn:microsoft.com/office/officeart/2005/8/layout/orgChart1"/>
    <dgm:cxn modelId="{DFB296B8-7C16-4B58-B451-8747154127FD}" type="presParOf" srcId="{253CE7C3-3677-4284-84E5-541F03C48996}" destId="{45BA3D29-74A7-4E94-8B8B-7E7F6CE98D92}" srcOrd="0" destOrd="0" presId="urn:microsoft.com/office/officeart/2005/8/layout/orgChart1"/>
    <dgm:cxn modelId="{F68682E3-7E0E-46E4-9968-856AC8B74E43}" type="presParOf" srcId="{253CE7C3-3677-4284-84E5-541F03C48996}" destId="{649A882F-F332-4614-9210-785164AA63CE}" srcOrd="1" destOrd="0" presId="urn:microsoft.com/office/officeart/2005/8/layout/orgChart1"/>
    <dgm:cxn modelId="{A2539D4C-8B36-4855-8513-AB105109530E}" type="presParOf" srcId="{649A882F-F332-4614-9210-785164AA63CE}" destId="{7B43C13F-7FE1-4E93-9B34-F43F14C2937D}" srcOrd="0" destOrd="0" presId="urn:microsoft.com/office/officeart/2005/8/layout/orgChart1"/>
    <dgm:cxn modelId="{CB403460-3240-4F90-B4A7-C3A07F830C4B}" type="presParOf" srcId="{7B43C13F-7FE1-4E93-9B34-F43F14C2937D}" destId="{FB904A9C-ACE7-42F1-BD84-0F2BD8B477BA}" srcOrd="0" destOrd="0" presId="urn:microsoft.com/office/officeart/2005/8/layout/orgChart1"/>
    <dgm:cxn modelId="{CD89D93E-4F9F-4634-8CD3-C6E82B18626D}" type="presParOf" srcId="{7B43C13F-7FE1-4E93-9B34-F43F14C2937D}" destId="{CB8013DF-E694-48BA-89E0-ADD723000902}" srcOrd="1" destOrd="0" presId="urn:microsoft.com/office/officeart/2005/8/layout/orgChart1"/>
    <dgm:cxn modelId="{511DEFB2-A441-4B73-B60F-EA7CC5173FAC}" type="presParOf" srcId="{649A882F-F332-4614-9210-785164AA63CE}" destId="{240821AF-5F12-43BD-93B8-D323F3371C5A}" srcOrd="1" destOrd="0" presId="urn:microsoft.com/office/officeart/2005/8/layout/orgChart1"/>
    <dgm:cxn modelId="{4693336A-061C-4BCC-A813-2C02900F953E}" type="presParOf" srcId="{649A882F-F332-4614-9210-785164AA63CE}" destId="{3E002297-6349-48BC-9FE6-E38612C4E5C3}" srcOrd="2" destOrd="0" presId="urn:microsoft.com/office/officeart/2005/8/layout/orgChart1"/>
    <dgm:cxn modelId="{16AC9C8C-C801-4899-82AE-D393C6B72D52}" type="presParOf" srcId="{253CE7C3-3677-4284-84E5-541F03C48996}" destId="{378E3A89-A1D8-4224-83FF-68B071A036E8}" srcOrd="2" destOrd="0" presId="urn:microsoft.com/office/officeart/2005/8/layout/orgChart1"/>
    <dgm:cxn modelId="{A724D7C3-8C95-4D25-9DB3-892FDBFE5C59}" type="presParOf" srcId="{253CE7C3-3677-4284-84E5-541F03C48996}" destId="{765FD88F-B30C-4A0E-9937-55CF24B79387}" srcOrd="3" destOrd="0" presId="urn:microsoft.com/office/officeart/2005/8/layout/orgChart1"/>
    <dgm:cxn modelId="{98969AA2-6A81-4AA6-9BC5-F850CB74516E}" type="presParOf" srcId="{765FD88F-B30C-4A0E-9937-55CF24B79387}" destId="{D8DE9564-85B1-46CE-AFE4-66B125F98827}" srcOrd="0" destOrd="0" presId="urn:microsoft.com/office/officeart/2005/8/layout/orgChart1"/>
    <dgm:cxn modelId="{B1C0F074-B8F3-4AAF-B5BB-FCDBDE674F46}" type="presParOf" srcId="{D8DE9564-85B1-46CE-AFE4-66B125F98827}" destId="{D5CE42A0-9146-40FB-BF1C-F81852691772}" srcOrd="0" destOrd="0" presId="urn:microsoft.com/office/officeart/2005/8/layout/orgChart1"/>
    <dgm:cxn modelId="{3140BD34-84C4-4532-8168-1F86D19B2ED9}" type="presParOf" srcId="{D8DE9564-85B1-46CE-AFE4-66B125F98827}" destId="{0752DA17-A0B7-499E-A09C-11F6D6D9DAB5}" srcOrd="1" destOrd="0" presId="urn:microsoft.com/office/officeart/2005/8/layout/orgChart1"/>
    <dgm:cxn modelId="{C174CEEF-1EE3-4FCC-9E74-E9A9FE42FD88}" type="presParOf" srcId="{765FD88F-B30C-4A0E-9937-55CF24B79387}" destId="{7154339D-9530-4F40-A561-249C38C9DD70}" srcOrd="1" destOrd="0" presId="urn:microsoft.com/office/officeart/2005/8/layout/orgChart1"/>
    <dgm:cxn modelId="{66CA850C-45DC-42F9-B63F-16F776D22D94}" type="presParOf" srcId="{765FD88F-B30C-4A0E-9937-55CF24B79387}" destId="{DF5A419E-C50C-444C-B024-1CB509DD31A6}" srcOrd="2" destOrd="0" presId="urn:microsoft.com/office/officeart/2005/8/layout/orgChart1"/>
    <dgm:cxn modelId="{9AB94D47-7CB9-4EE1-9AB9-41196A3C13A5}" type="presParOf" srcId="{253CE7C3-3677-4284-84E5-541F03C48996}" destId="{2E1D88F8-7BC4-4658-846B-A45EA83557BE}" srcOrd="4" destOrd="0" presId="urn:microsoft.com/office/officeart/2005/8/layout/orgChart1"/>
    <dgm:cxn modelId="{4E33EB92-D6F4-438F-B531-2E0C0864ACED}" type="presParOf" srcId="{253CE7C3-3677-4284-84E5-541F03C48996}" destId="{C2145AD1-C17F-462F-8DC9-D356058A6852}" srcOrd="5" destOrd="0" presId="urn:microsoft.com/office/officeart/2005/8/layout/orgChart1"/>
    <dgm:cxn modelId="{89FCE802-C133-43CB-8D62-CD92A62C191D}" type="presParOf" srcId="{C2145AD1-C17F-462F-8DC9-D356058A6852}" destId="{8F65BFDA-39EA-4215-9982-0B7A5546BFD2}" srcOrd="0" destOrd="0" presId="urn:microsoft.com/office/officeart/2005/8/layout/orgChart1"/>
    <dgm:cxn modelId="{41EC0F34-5631-41B0-AF35-F7938A6B39A3}" type="presParOf" srcId="{8F65BFDA-39EA-4215-9982-0B7A5546BFD2}" destId="{436D4CC6-94E2-4AAF-BF14-EDEC05D052AA}" srcOrd="0" destOrd="0" presId="urn:microsoft.com/office/officeart/2005/8/layout/orgChart1"/>
    <dgm:cxn modelId="{85914D82-3913-4A85-B9CE-7C5C047FBC28}" type="presParOf" srcId="{8F65BFDA-39EA-4215-9982-0B7A5546BFD2}" destId="{E2E5DCB0-FB6B-448A-99B8-EF5AF88DCEEF}" srcOrd="1" destOrd="0" presId="urn:microsoft.com/office/officeart/2005/8/layout/orgChart1"/>
    <dgm:cxn modelId="{3A88AB44-C418-491E-8C73-93203E480B26}" type="presParOf" srcId="{C2145AD1-C17F-462F-8DC9-D356058A6852}" destId="{C689794A-CA61-40F0-B714-828AE6418AD1}" srcOrd="1" destOrd="0" presId="urn:microsoft.com/office/officeart/2005/8/layout/orgChart1"/>
    <dgm:cxn modelId="{0E13870B-EE02-4E30-BC12-B5D2F61EB5FA}" type="presParOf" srcId="{C2145AD1-C17F-462F-8DC9-D356058A6852}" destId="{10DFD787-037C-41F3-8503-793C8FDBEF9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222139-C4EF-48A0-87D9-E44ECFCA477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98F858-FF62-4E6A-BF36-992B89675191}">
      <dgm:prSet phldrT="[Text]"/>
      <dgm:spPr/>
      <dgm:t>
        <a:bodyPr/>
        <a:lstStyle/>
        <a:p>
          <a:r>
            <a:rPr lang="en-US"/>
            <a:t>Manager</a:t>
          </a:r>
        </a:p>
      </dgm:t>
    </dgm:pt>
    <dgm:pt modelId="{0FB65329-66F7-45BC-973E-BD9873971DEB}" type="parTrans" cxnId="{0B2CE043-CE27-4490-86C3-D7F95E1C1FC8}">
      <dgm:prSet/>
      <dgm:spPr/>
      <dgm:t>
        <a:bodyPr/>
        <a:lstStyle/>
        <a:p>
          <a:endParaRPr lang="en-US"/>
        </a:p>
      </dgm:t>
    </dgm:pt>
    <dgm:pt modelId="{6D07BC41-9EAC-4C3D-9919-DD0AD2B7C707}" type="sibTrans" cxnId="{0B2CE043-CE27-4490-86C3-D7F95E1C1FC8}">
      <dgm:prSet/>
      <dgm:spPr/>
      <dgm:t>
        <a:bodyPr/>
        <a:lstStyle/>
        <a:p>
          <a:endParaRPr lang="en-US"/>
        </a:p>
      </dgm:t>
    </dgm:pt>
    <dgm:pt modelId="{D4C54C62-DDDF-46D4-B6C3-61D4AE68D682}" type="asst">
      <dgm:prSet phldrT="[Text]"/>
      <dgm:spPr/>
      <dgm:t>
        <a:bodyPr/>
        <a:lstStyle/>
        <a:p>
          <a:r>
            <a:rPr lang="en-US"/>
            <a:t>Asst 1</a:t>
          </a:r>
        </a:p>
      </dgm:t>
    </dgm:pt>
    <dgm:pt modelId="{98B639B6-A91F-4C67-B31B-88D723DBF20F}" type="parTrans" cxnId="{57496669-2B99-4D43-B4B6-603CF7143A50}">
      <dgm:prSet/>
      <dgm:spPr/>
      <dgm:t>
        <a:bodyPr/>
        <a:lstStyle/>
        <a:p>
          <a:endParaRPr lang="en-US"/>
        </a:p>
      </dgm:t>
    </dgm:pt>
    <dgm:pt modelId="{E402582D-F120-4518-8AE3-D551CC0AE1B1}" type="sibTrans" cxnId="{57496669-2B99-4D43-B4B6-603CF7143A50}">
      <dgm:prSet/>
      <dgm:spPr/>
      <dgm:t>
        <a:bodyPr/>
        <a:lstStyle/>
        <a:p>
          <a:endParaRPr lang="en-US"/>
        </a:p>
      </dgm:t>
    </dgm:pt>
    <dgm:pt modelId="{73CF4262-9475-41A0-9E8B-AD2DD2B4B737}">
      <dgm:prSet phldrT="[Text]"/>
      <dgm:spPr/>
      <dgm:t>
        <a:bodyPr/>
        <a:lstStyle/>
        <a:p>
          <a:r>
            <a:rPr lang="en-US"/>
            <a:t>Report 1</a:t>
          </a:r>
        </a:p>
      </dgm:t>
    </dgm:pt>
    <dgm:pt modelId="{1A82309F-2378-44C4-8276-C79B9417979E}" type="parTrans" cxnId="{53548E0C-8C25-48C9-BB1B-48CF0A4825DE}">
      <dgm:prSet/>
      <dgm:spPr/>
      <dgm:t>
        <a:bodyPr/>
        <a:lstStyle/>
        <a:p>
          <a:endParaRPr lang="en-US"/>
        </a:p>
      </dgm:t>
    </dgm:pt>
    <dgm:pt modelId="{DC902528-2172-45DF-A5FA-138075402C39}" type="sibTrans" cxnId="{53548E0C-8C25-48C9-BB1B-48CF0A4825DE}">
      <dgm:prSet/>
      <dgm:spPr/>
      <dgm:t>
        <a:bodyPr/>
        <a:lstStyle/>
        <a:p>
          <a:endParaRPr lang="en-US"/>
        </a:p>
      </dgm:t>
    </dgm:pt>
    <dgm:pt modelId="{3D53D398-8102-45F1-A467-5432F7185D0F}">
      <dgm:prSet phldrT="[Text]"/>
      <dgm:spPr/>
      <dgm:t>
        <a:bodyPr/>
        <a:lstStyle/>
        <a:p>
          <a:r>
            <a:rPr lang="en-US"/>
            <a:t>Report 2</a:t>
          </a:r>
        </a:p>
      </dgm:t>
    </dgm:pt>
    <dgm:pt modelId="{FA7702FE-AAF1-4F08-837A-1C39FF51336E}" type="parTrans" cxnId="{1295B597-4A5E-4551-91ED-2E7100AA7BED}">
      <dgm:prSet/>
      <dgm:spPr/>
      <dgm:t>
        <a:bodyPr/>
        <a:lstStyle/>
        <a:p>
          <a:endParaRPr lang="en-US"/>
        </a:p>
      </dgm:t>
    </dgm:pt>
    <dgm:pt modelId="{FF643166-95B4-4C05-9051-61BA10544F5E}" type="sibTrans" cxnId="{1295B597-4A5E-4551-91ED-2E7100AA7BED}">
      <dgm:prSet/>
      <dgm:spPr/>
      <dgm:t>
        <a:bodyPr/>
        <a:lstStyle/>
        <a:p>
          <a:endParaRPr lang="en-US"/>
        </a:p>
      </dgm:t>
    </dgm:pt>
    <dgm:pt modelId="{A4678DB3-EBE0-452B-A9FE-B240121ED9A4}">
      <dgm:prSet phldrT="[Text]"/>
      <dgm:spPr/>
      <dgm:t>
        <a:bodyPr/>
        <a:lstStyle/>
        <a:p>
          <a:r>
            <a:rPr lang="en-US"/>
            <a:t>Report 3</a:t>
          </a:r>
        </a:p>
      </dgm:t>
    </dgm:pt>
    <dgm:pt modelId="{B4FF6EE8-C22F-4F72-9E47-DEEE514A33FD}" type="parTrans" cxnId="{72A77196-7DC3-4E2B-8439-64477B8705D3}">
      <dgm:prSet/>
      <dgm:spPr/>
      <dgm:t>
        <a:bodyPr/>
        <a:lstStyle/>
        <a:p>
          <a:endParaRPr lang="en-US"/>
        </a:p>
      </dgm:t>
    </dgm:pt>
    <dgm:pt modelId="{83560374-023B-4D7F-916D-1BBA9F94C8E9}" type="sibTrans" cxnId="{72A77196-7DC3-4E2B-8439-64477B8705D3}">
      <dgm:prSet/>
      <dgm:spPr/>
      <dgm:t>
        <a:bodyPr/>
        <a:lstStyle/>
        <a:p>
          <a:endParaRPr lang="en-US"/>
        </a:p>
      </dgm:t>
    </dgm:pt>
    <dgm:pt modelId="{EA24D946-6D5A-495A-A950-13D6646C20C5}" type="asst">
      <dgm:prSet phldrT="[Text]"/>
      <dgm:spPr/>
      <dgm:t>
        <a:bodyPr/>
        <a:lstStyle/>
        <a:p>
          <a:r>
            <a:rPr lang="en-US"/>
            <a:t>Asst 2</a:t>
          </a:r>
        </a:p>
      </dgm:t>
    </dgm:pt>
    <dgm:pt modelId="{B2D5A51D-253B-421A-9715-FF85D997B47B}" type="parTrans" cxnId="{72359C39-A0B4-47CA-B3FB-DCC6C4F5278A}">
      <dgm:prSet/>
      <dgm:spPr/>
    </dgm:pt>
    <dgm:pt modelId="{A8882549-67E0-4C98-AA54-461AED9CCF5D}" type="sibTrans" cxnId="{72359C39-A0B4-47CA-B3FB-DCC6C4F5278A}">
      <dgm:prSet/>
      <dgm:spPr/>
    </dgm:pt>
    <dgm:pt modelId="{EBBB970D-71D5-46C4-BB06-2EF6714FFE3C}" type="asst">
      <dgm:prSet phldrT="[Text]"/>
      <dgm:spPr/>
      <dgm:t>
        <a:bodyPr/>
        <a:lstStyle/>
        <a:p>
          <a:r>
            <a:rPr lang="en-US"/>
            <a:t>Asst 3</a:t>
          </a:r>
        </a:p>
      </dgm:t>
    </dgm:pt>
    <dgm:pt modelId="{6F5E6853-EA54-4A14-BDAD-F3576EEB08D6}" type="parTrans" cxnId="{8562E279-05AB-4A25-A76C-40A2D39176DA}">
      <dgm:prSet/>
      <dgm:spPr/>
    </dgm:pt>
    <dgm:pt modelId="{A028CC6E-2642-44B8-AF42-8D3ADCC2EAEA}" type="sibTrans" cxnId="{8562E279-05AB-4A25-A76C-40A2D39176DA}">
      <dgm:prSet/>
      <dgm:spPr/>
    </dgm:pt>
    <dgm:pt modelId="{C870A1A5-4B41-468A-9570-187F20D5C8BE}" type="asst">
      <dgm:prSet phldrT="[Text]"/>
      <dgm:spPr/>
      <dgm:t>
        <a:bodyPr/>
        <a:lstStyle/>
        <a:p>
          <a:r>
            <a:rPr lang="en-US"/>
            <a:t>Asst 4</a:t>
          </a:r>
        </a:p>
      </dgm:t>
    </dgm:pt>
    <dgm:pt modelId="{620337BB-1D23-4370-81D6-1C84C5EA7E24}" type="parTrans" cxnId="{31605B2C-1E4E-42CF-A922-F2791918630D}">
      <dgm:prSet/>
      <dgm:spPr/>
    </dgm:pt>
    <dgm:pt modelId="{3D5BF6D2-9CFD-4752-A9FB-9BD7F77EDAC7}" type="sibTrans" cxnId="{31605B2C-1E4E-42CF-A922-F2791918630D}">
      <dgm:prSet/>
      <dgm:spPr/>
    </dgm:pt>
    <dgm:pt modelId="{7E663A02-D27A-4727-98A1-E66DAFCC0D96}" type="pres">
      <dgm:prSet presAssocID="{12222139-C4EF-48A0-87D9-E44ECFCA477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2BA763C-F872-478B-9317-E255AC1E6443}" type="pres">
      <dgm:prSet presAssocID="{FB98F858-FF62-4E6A-BF36-992B89675191}" presName="hierRoot1" presStyleCnt="0">
        <dgm:presLayoutVars>
          <dgm:hierBranch val="init"/>
        </dgm:presLayoutVars>
      </dgm:prSet>
      <dgm:spPr/>
    </dgm:pt>
    <dgm:pt modelId="{8E41C07C-348E-4FB4-8B43-129E830ECA4B}" type="pres">
      <dgm:prSet presAssocID="{FB98F858-FF62-4E6A-BF36-992B89675191}" presName="rootComposite1" presStyleCnt="0"/>
      <dgm:spPr/>
    </dgm:pt>
    <dgm:pt modelId="{B1AF1068-2B52-4D5A-9B00-BE9316CBA03C}" type="pres">
      <dgm:prSet presAssocID="{FB98F858-FF62-4E6A-BF36-992B89675191}" presName="rootText1" presStyleLbl="node0" presStyleIdx="0" presStyleCnt="1">
        <dgm:presLayoutVars>
          <dgm:chPref val="3"/>
        </dgm:presLayoutVars>
      </dgm:prSet>
      <dgm:spPr/>
    </dgm:pt>
    <dgm:pt modelId="{8D9FFE5D-4216-431F-8792-78C84DE70A65}" type="pres">
      <dgm:prSet presAssocID="{FB98F858-FF62-4E6A-BF36-992B89675191}" presName="rootConnector1" presStyleLbl="node1" presStyleIdx="0" presStyleCnt="0"/>
      <dgm:spPr/>
    </dgm:pt>
    <dgm:pt modelId="{C76D963A-D0C2-4377-A22E-62CEAA3A90D0}" type="pres">
      <dgm:prSet presAssocID="{FB98F858-FF62-4E6A-BF36-992B89675191}" presName="hierChild2" presStyleCnt="0"/>
      <dgm:spPr/>
    </dgm:pt>
    <dgm:pt modelId="{D10EA1D9-5E0B-46F7-AB57-C72CDDC23CF9}" type="pres">
      <dgm:prSet presAssocID="{1A82309F-2378-44C4-8276-C79B9417979E}" presName="Name37" presStyleLbl="parChTrans1D2" presStyleIdx="0" presStyleCnt="7"/>
      <dgm:spPr/>
    </dgm:pt>
    <dgm:pt modelId="{D2C2C49C-DB2B-4785-B856-BC8C31E26CAA}" type="pres">
      <dgm:prSet presAssocID="{73CF4262-9475-41A0-9E8B-AD2DD2B4B737}" presName="hierRoot2" presStyleCnt="0">
        <dgm:presLayoutVars>
          <dgm:hierBranch val="init"/>
        </dgm:presLayoutVars>
      </dgm:prSet>
      <dgm:spPr/>
    </dgm:pt>
    <dgm:pt modelId="{A53A63EE-0E32-4676-8334-0BBBAEE468F2}" type="pres">
      <dgm:prSet presAssocID="{73CF4262-9475-41A0-9E8B-AD2DD2B4B737}" presName="rootComposite" presStyleCnt="0"/>
      <dgm:spPr/>
    </dgm:pt>
    <dgm:pt modelId="{AD28BD1A-418B-4C9D-8D9F-987BB059EF98}" type="pres">
      <dgm:prSet presAssocID="{73CF4262-9475-41A0-9E8B-AD2DD2B4B737}" presName="rootText" presStyleLbl="node2" presStyleIdx="0" presStyleCnt="3">
        <dgm:presLayoutVars>
          <dgm:chPref val="3"/>
        </dgm:presLayoutVars>
      </dgm:prSet>
      <dgm:spPr/>
    </dgm:pt>
    <dgm:pt modelId="{04851681-DDDA-4334-8FF3-8776E08F4AAD}" type="pres">
      <dgm:prSet presAssocID="{73CF4262-9475-41A0-9E8B-AD2DD2B4B737}" presName="rootConnector" presStyleLbl="node2" presStyleIdx="0" presStyleCnt="3"/>
      <dgm:spPr/>
    </dgm:pt>
    <dgm:pt modelId="{49CB484B-80CA-40C2-8DBE-B92B88BE0363}" type="pres">
      <dgm:prSet presAssocID="{73CF4262-9475-41A0-9E8B-AD2DD2B4B737}" presName="hierChild4" presStyleCnt="0"/>
      <dgm:spPr/>
    </dgm:pt>
    <dgm:pt modelId="{8CF17E0F-04A6-44BD-8946-D7DB777431B6}" type="pres">
      <dgm:prSet presAssocID="{73CF4262-9475-41A0-9E8B-AD2DD2B4B737}" presName="hierChild5" presStyleCnt="0"/>
      <dgm:spPr/>
    </dgm:pt>
    <dgm:pt modelId="{A4F467E1-922F-4598-BF60-4C83E645A1B9}" type="pres">
      <dgm:prSet presAssocID="{FA7702FE-AAF1-4F08-837A-1C39FF51336E}" presName="Name37" presStyleLbl="parChTrans1D2" presStyleIdx="1" presStyleCnt="7"/>
      <dgm:spPr/>
    </dgm:pt>
    <dgm:pt modelId="{0DB6E7AA-29DF-4170-862C-D120CDB969D0}" type="pres">
      <dgm:prSet presAssocID="{3D53D398-8102-45F1-A467-5432F7185D0F}" presName="hierRoot2" presStyleCnt="0">
        <dgm:presLayoutVars>
          <dgm:hierBranch val="init"/>
        </dgm:presLayoutVars>
      </dgm:prSet>
      <dgm:spPr/>
    </dgm:pt>
    <dgm:pt modelId="{4A5DA3E6-8CB3-4BFD-952A-423473FB5F6B}" type="pres">
      <dgm:prSet presAssocID="{3D53D398-8102-45F1-A467-5432F7185D0F}" presName="rootComposite" presStyleCnt="0"/>
      <dgm:spPr/>
    </dgm:pt>
    <dgm:pt modelId="{3B9604D9-91DC-471A-BD01-FE3DE3FB90E2}" type="pres">
      <dgm:prSet presAssocID="{3D53D398-8102-45F1-A467-5432F7185D0F}" presName="rootText" presStyleLbl="node2" presStyleIdx="1" presStyleCnt="3">
        <dgm:presLayoutVars>
          <dgm:chPref val="3"/>
        </dgm:presLayoutVars>
      </dgm:prSet>
      <dgm:spPr/>
    </dgm:pt>
    <dgm:pt modelId="{F438273C-B97C-4721-8280-2BE529C1C05F}" type="pres">
      <dgm:prSet presAssocID="{3D53D398-8102-45F1-A467-5432F7185D0F}" presName="rootConnector" presStyleLbl="node2" presStyleIdx="1" presStyleCnt="3"/>
      <dgm:spPr/>
    </dgm:pt>
    <dgm:pt modelId="{9AE49660-DF42-43AF-B77A-66E129512F6C}" type="pres">
      <dgm:prSet presAssocID="{3D53D398-8102-45F1-A467-5432F7185D0F}" presName="hierChild4" presStyleCnt="0"/>
      <dgm:spPr/>
    </dgm:pt>
    <dgm:pt modelId="{6F74ED18-D774-4D80-8A5F-6384767F0451}" type="pres">
      <dgm:prSet presAssocID="{3D53D398-8102-45F1-A467-5432F7185D0F}" presName="hierChild5" presStyleCnt="0"/>
      <dgm:spPr/>
    </dgm:pt>
    <dgm:pt modelId="{45CD5AE4-E5CD-421F-BEB0-D21251600681}" type="pres">
      <dgm:prSet presAssocID="{B4FF6EE8-C22F-4F72-9E47-DEEE514A33FD}" presName="Name37" presStyleLbl="parChTrans1D2" presStyleIdx="2" presStyleCnt="7"/>
      <dgm:spPr/>
    </dgm:pt>
    <dgm:pt modelId="{86912D69-9292-4857-9E5F-3678145BD7C8}" type="pres">
      <dgm:prSet presAssocID="{A4678DB3-EBE0-452B-A9FE-B240121ED9A4}" presName="hierRoot2" presStyleCnt="0">
        <dgm:presLayoutVars>
          <dgm:hierBranch val="init"/>
        </dgm:presLayoutVars>
      </dgm:prSet>
      <dgm:spPr/>
    </dgm:pt>
    <dgm:pt modelId="{49419636-66FD-4CA5-B02B-CE08108D3C2E}" type="pres">
      <dgm:prSet presAssocID="{A4678DB3-EBE0-452B-A9FE-B240121ED9A4}" presName="rootComposite" presStyleCnt="0"/>
      <dgm:spPr/>
    </dgm:pt>
    <dgm:pt modelId="{B8A40969-9BB4-43A0-B9E2-605C04A92558}" type="pres">
      <dgm:prSet presAssocID="{A4678DB3-EBE0-452B-A9FE-B240121ED9A4}" presName="rootText" presStyleLbl="node2" presStyleIdx="2" presStyleCnt="3">
        <dgm:presLayoutVars>
          <dgm:chPref val="3"/>
        </dgm:presLayoutVars>
      </dgm:prSet>
      <dgm:spPr/>
    </dgm:pt>
    <dgm:pt modelId="{DE3CF165-3AEA-45B7-905D-CA059AEA6586}" type="pres">
      <dgm:prSet presAssocID="{A4678DB3-EBE0-452B-A9FE-B240121ED9A4}" presName="rootConnector" presStyleLbl="node2" presStyleIdx="2" presStyleCnt="3"/>
      <dgm:spPr/>
    </dgm:pt>
    <dgm:pt modelId="{05BE72E2-A470-458F-B80A-EEEA005D6E59}" type="pres">
      <dgm:prSet presAssocID="{A4678DB3-EBE0-452B-A9FE-B240121ED9A4}" presName="hierChild4" presStyleCnt="0"/>
      <dgm:spPr/>
    </dgm:pt>
    <dgm:pt modelId="{32C4763C-9F2F-4814-8E07-D62092D661AE}" type="pres">
      <dgm:prSet presAssocID="{A4678DB3-EBE0-452B-A9FE-B240121ED9A4}" presName="hierChild5" presStyleCnt="0"/>
      <dgm:spPr/>
    </dgm:pt>
    <dgm:pt modelId="{DE415469-B3CD-4610-8A52-E0DE39E6393E}" type="pres">
      <dgm:prSet presAssocID="{FB98F858-FF62-4E6A-BF36-992B89675191}" presName="hierChild3" presStyleCnt="0"/>
      <dgm:spPr/>
    </dgm:pt>
    <dgm:pt modelId="{BB10DD38-2D87-47DD-AB75-C3DD65B698B4}" type="pres">
      <dgm:prSet presAssocID="{98B639B6-A91F-4C67-B31B-88D723DBF20F}" presName="Name111" presStyleLbl="parChTrans1D2" presStyleIdx="3" presStyleCnt="7"/>
      <dgm:spPr/>
    </dgm:pt>
    <dgm:pt modelId="{B904F86F-99B9-43A1-8E8B-CE1749C00F7F}" type="pres">
      <dgm:prSet presAssocID="{D4C54C62-DDDF-46D4-B6C3-61D4AE68D682}" presName="hierRoot3" presStyleCnt="0">
        <dgm:presLayoutVars>
          <dgm:hierBranch val="init"/>
        </dgm:presLayoutVars>
      </dgm:prSet>
      <dgm:spPr/>
    </dgm:pt>
    <dgm:pt modelId="{2699EEBC-4FCC-4B09-92AC-FD0419A63ED6}" type="pres">
      <dgm:prSet presAssocID="{D4C54C62-DDDF-46D4-B6C3-61D4AE68D682}" presName="rootComposite3" presStyleCnt="0"/>
      <dgm:spPr/>
    </dgm:pt>
    <dgm:pt modelId="{2A066FD0-846A-44B7-84BB-C57C020D1C65}" type="pres">
      <dgm:prSet presAssocID="{D4C54C62-DDDF-46D4-B6C3-61D4AE68D682}" presName="rootText3" presStyleLbl="asst1" presStyleIdx="0" presStyleCnt="4">
        <dgm:presLayoutVars>
          <dgm:chPref val="3"/>
        </dgm:presLayoutVars>
      </dgm:prSet>
      <dgm:spPr/>
    </dgm:pt>
    <dgm:pt modelId="{E988FEB6-E122-4EA7-A4A2-9E27C6767D82}" type="pres">
      <dgm:prSet presAssocID="{D4C54C62-DDDF-46D4-B6C3-61D4AE68D682}" presName="rootConnector3" presStyleLbl="asst1" presStyleIdx="0" presStyleCnt="4"/>
      <dgm:spPr/>
    </dgm:pt>
    <dgm:pt modelId="{0CA43C29-4DD6-4879-AE56-4616937388FC}" type="pres">
      <dgm:prSet presAssocID="{D4C54C62-DDDF-46D4-B6C3-61D4AE68D682}" presName="hierChild6" presStyleCnt="0"/>
      <dgm:spPr/>
    </dgm:pt>
    <dgm:pt modelId="{AD6D0AED-DF7C-4DF9-81D0-A19BFE4AB859}" type="pres">
      <dgm:prSet presAssocID="{D4C54C62-DDDF-46D4-B6C3-61D4AE68D682}" presName="hierChild7" presStyleCnt="0"/>
      <dgm:spPr/>
    </dgm:pt>
    <dgm:pt modelId="{2BCDED15-E4D2-406C-AB6C-86F69D3C1298}" type="pres">
      <dgm:prSet presAssocID="{620337BB-1D23-4370-81D6-1C84C5EA7E24}" presName="Name111" presStyleLbl="parChTrans1D2" presStyleIdx="4" presStyleCnt="7"/>
      <dgm:spPr/>
    </dgm:pt>
    <dgm:pt modelId="{ED84EEC7-80EF-4E6F-81B8-63CB1940D3C9}" type="pres">
      <dgm:prSet presAssocID="{C870A1A5-4B41-468A-9570-187F20D5C8BE}" presName="hierRoot3" presStyleCnt="0">
        <dgm:presLayoutVars>
          <dgm:hierBranch val="init"/>
        </dgm:presLayoutVars>
      </dgm:prSet>
      <dgm:spPr/>
    </dgm:pt>
    <dgm:pt modelId="{D3069FA7-03C3-4E0B-8A12-5B164112DDF7}" type="pres">
      <dgm:prSet presAssocID="{C870A1A5-4B41-468A-9570-187F20D5C8BE}" presName="rootComposite3" presStyleCnt="0"/>
      <dgm:spPr/>
    </dgm:pt>
    <dgm:pt modelId="{D0B29028-8049-49F0-9E0E-3D6A2B4CDA99}" type="pres">
      <dgm:prSet presAssocID="{C870A1A5-4B41-468A-9570-187F20D5C8BE}" presName="rootText3" presStyleLbl="asst1" presStyleIdx="1" presStyleCnt="4">
        <dgm:presLayoutVars>
          <dgm:chPref val="3"/>
        </dgm:presLayoutVars>
      </dgm:prSet>
      <dgm:spPr/>
    </dgm:pt>
    <dgm:pt modelId="{21E6F658-459C-430E-988A-17B57B6B6111}" type="pres">
      <dgm:prSet presAssocID="{C870A1A5-4B41-468A-9570-187F20D5C8BE}" presName="rootConnector3" presStyleLbl="asst1" presStyleIdx="1" presStyleCnt="4"/>
      <dgm:spPr/>
    </dgm:pt>
    <dgm:pt modelId="{633257A6-15B0-4501-B508-84196B153D85}" type="pres">
      <dgm:prSet presAssocID="{C870A1A5-4B41-468A-9570-187F20D5C8BE}" presName="hierChild6" presStyleCnt="0"/>
      <dgm:spPr/>
    </dgm:pt>
    <dgm:pt modelId="{CDAFBC27-EA5A-4585-A0A0-AEBEAE1D18CC}" type="pres">
      <dgm:prSet presAssocID="{C870A1A5-4B41-468A-9570-187F20D5C8BE}" presName="hierChild7" presStyleCnt="0"/>
      <dgm:spPr/>
    </dgm:pt>
    <dgm:pt modelId="{2AE06411-12BF-4664-8841-426691944179}" type="pres">
      <dgm:prSet presAssocID="{6F5E6853-EA54-4A14-BDAD-F3576EEB08D6}" presName="Name111" presStyleLbl="parChTrans1D2" presStyleIdx="5" presStyleCnt="7"/>
      <dgm:spPr/>
    </dgm:pt>
    <dgm:pt modelId="{4868F360-C15A-4228-9C41-DCD668571953}" type="pres">
      <dgm:prSet presAssocID="{EBBB970D-71D5-46C4-BB06-2EF6714FFE3C}" presName="hierRoot3" presStyleCnt="0">
        <dgm:presLayoutVars>
          <dgm:hierBranch val="init"/>
        </dgm:presLayoutVars>
      </dgm:prSet>
      <dgm:spPr/>
    </dgm:pt>
    <dgm:pt modelId="{1B2A6FB0-A700-43EA-8C3C-2C66CCC03D1C}" type="pres">
      <dgm:prSet presAssocID="{EBBB970D-71D5-46C4-BB06-2EF6714FFE3C}" presName="rootComposite3" presStyleCnt="0"/>
      <dgm:spPr/>
    </dgm:pt>
    <dgm:pt modelId="{BD080CD6-695D-4AC0-B2E8-E0873A0CDB5D}" type="pres">
      <dgm:prSet presAssocID="{EBBB970D-71D5-46C4-BB06-2EF6714FFE3C}" presName="rootText3" presStyleLbl="asst1" presStyleIdx="2" presStyleCnt="4">
        <dgm:presLayoutVars>
          <dgm:chPref val="3"/>
        </dgm:presLayoutVars>
      </dgm:prSet>
      <dgm:spPr/>
    </dgm:pt>
    <dgm:pt modelId="{BDFD53BD-8F85-47B7-88F7-F22092044A04}" type="pres">
      <dgm:prSet presAssocID="{EBBB970D-71D5-46C4-BB06-2EF6714FFE3C}" presName="rootConnector3" presStyleLbl="asst1" presStyleIdx="2" presStyleCnt="4"/>
      <dgm:spPr/>
    </dgm:pt>
    <dgm:pt modelId="{AA893701-25B9-46CF-B6A1-C5A5D9CE80EC}" type="pres">
      <dgm:prSet presAssocID="{EBBB970D-71D5-46C4-BB06-2EF6714FFE3C}" presName="hierChild6" presStyleCnt="0"/>
      <dgm:spPr/>
    </dgm:pt>
    <dgm:pt modelId="{DBD949DC-C19D-4DCA-A638-09905ABFA0AC}" type="pres">
      <dgm:prSet presAssocID="{EBBB970D-71D5-46C4-BB06-2EF6714FFE3C}" presName="hierChild7" presStyleCnt="0"/>
      <dgm:spPr/>
    </dgm:pt>
    <dgm:pt modelId="{59F4418D-0C8A-423B-ABCE-03EB0C040D1F}" type="pres">
      <dgm:prSet presAssocID="{B2D5A51D-253B-421A-9715-FF85D997B47B}" presName="Name111" presStyleLbl="parChTrans1D2" presStyleIdx="6" presStyleCnt="7"/>
      <dgm:spPr/>
    </dgm:pt>
    <dgm:pt modelId="{D311CA87-4D48-4E8F-9B63-37E786A4D10D}" type="pres">
      <dgm:prSet presAssocID="{EA24D946-6D5A-495A-A950-13D6646C20C5}" presName="hierRoot3" presStyleCnt="0">
        <dgm:presLayoutVars>
          <dgm:hierBranch val="init"/>
        </dgm:presLayoutVars>
      </dgm:prSet>
      <dgm:spPr/>
    </dgm:pt>
    <dgm:pt modelId="{CACE36D0-0B6C-4C3E-B141-5DC69C4DE59D}" type="pres">
      <dgm:prSet presAssocID="{EA24D946-6D5A-495A-A950-13D6646C20C5}" presName="rootComposite3" presStyleCnt="0"/>
      <dgm:spPr/>
    </dgm:pt>
    <dgm:pt modelId="{181DEBF6-D3FF-4243-BE7F-AEB2596EC284}" type="pres">
      <dgm:prSet presAssocID="{EA24D946-6D5A-495A-A950-13D6646C20C5}" presName="rootText3" presStyleLbl="asst1" presStyleIdx="3" presStyleCnt="4">
        <dgm:presLayoutVars>
          <dgm:chPref val="3"/>
        </dgm:presLayoutVars>
      </dgm:prSet>
      <dgm:spPr/>
    </dgm:pt>
    <dgm:pt modelId="{B8D3CE7D-4145-4623-BA15-6E6883E6854A}" type="pres">
      <dgm:prSet presAssocID="{EA24D946-6D5A-495A-A950-13D6646C20C5}" presName="rootConnector3" presStyleLbl="asst1" presStyleIdx="3" presStyleCnt="4"/>
      <dgm:spPr/>
    </dgm:pt>
    <dgm:pt modelId="{94DA0E49-43A5-4871-845C-FB946F3FA24D}" type="pres">
      <dgm:prSet presAssocID="{EA24D946-6D5A-495A-A950-13D6646C20C5}" presName="hierChild6" presStyleCnt="0"/>
      <dgm:spPr/>
    </dgm:pt>
    <dgm:pt modelId="{725CE0CE-13A3-4D18-A771-B1C8F928B51E}" type="pres">
      <dgm:prSet presAssocID="{EA24D946-6D5A-495A-A950-13D6646C20C5}" presName="hierChild7" presStyleCnt="0"/>
      <dgm:spPr/>
    </dgm:pt>
  </dgm:ptLst>
  <dgm:cxnLst>
    <dgm:cxn modelId="{2DDD6200-C31B-4791-8695-E788321D7EC6}" type="presOf" srcId="{A4678DB3-EBE0-452B-A9FE-B240121ED9A4}" destId="{B8A40969-9BB4-43A0-B9E2-605C04A92558}" srcOrd="0" destOrd="0" presId="urn:microsoft.com/office/officeart/2005/8/layout/orgChart1"/>
    <dgm:cxn modelId="{53548E0C-8C25-48C9-BB1B-48CF0A4825DE}" srcId="{FB98F858-FF62-4E6A-BF36-992B89675191}" destId="{73CF4262-9475-41A0-9E8B-AD2DD2B4B737}" srcOrd="4" destOrd="0" parTransId="{1A82309F-2378-44C4-8276-C79B9417979E}" sibTransId="{DC902528-2172-45DF-A5FA-138075402C39}"/>
    <dgm:cxn modelId="{E55BE00D-43F1-4766-A0D1-FF932F23B3F1}" type="presOf" srcId="{620337BB-1D23-4370-81D6-1C84C5EA7E24}" destId="{2BCDED15-E4D2-406C-AB6C-86F69D3C1298}" srcOrd="0" destOrd="0" presId="urn:microsoft.com/office/officeart/2005/8/layout/orgChart1"/>
    <dgm:cxn modelId="{31605B2C-1E4E-42CF-A922-F2791918630D}" srcId="{FB98F858-FF62-4E6A-BF36-992B89675191}" destId="{C870A1A5-4B41-468A-9570-187F20D5C8BE}" srcOrd="1" destOrd="0" parTransId="{620337BB-1D23-4370-81D6-1C84C5EA7E24}" sibTransId="{3D5BF6D2-9CFD-4752-A9FB-9BD7F77EDAC7}"/>
    <dgm:cxn modelId="{E8410A34-A163-44D4-9053-838668FF092B}" type="presOf" srcId="{B2D5A51D-253B-421A-9715-FF85D997B47B}" destId="{59F4418D-0C8A-423B-ABCE-03EB0C040D1F}" srcOrd="0" destOrd="0" presId="urn:microsoft.com/office/officeart/2005/8/layout/orgChart1"/>
    <dgm:cxn modelId="{72359C39-A0B4-47CA-B3FB-DCC6C4F5278A}" srcId="{FB98F858-FF62-4E6A-BF36-992B89675191}" destId="{EA24D946-6D5A-495A-A950-13D6646C20C5}" srcOrd="3" destOrd="0" parTransId="{B2D5A51D-253B-421A-9715-FF85D997B47B}" sibTransId="{A8882549-67E0-4C98-AA54-461AED9CCF5D}"/>
    <dgm:cxn modelId="{E5930060-3F64-419A-91EF-93630808E772}" type="presOf" srcId="{C870A1A5-4B41-468A-9570-187F20D5C8BE}" destId="{D0B29028-8049-49F0-9E0E-3D6A2B4CDA99}" srcOrd="0" destOrd="0" presId="urn:microsoft.com/office/officeart/2005/8/layout/orgChart1"/>
    <dgm:cxn modelId="{34BB0361-8DDB-4D2D-9430-EA216267A422}" type="presOf" srcId="{12222139-C4EF-48A0-87D9-E44ECFCA4779}" destId="{7E663A02-D27A-4727-98A1-E66DAFCC0D96}" srcOrd="0" destOrd="0" presId="urn:microsoft.com/office/officeart/2005/8/layout/orgChart1"/>
    <dgm:cxn modelId="{919C7761-4DA0-40AF-936B-725E7F0D64CB}" type="presOf" srcId="{1A82309F-2378-44C4-8276-C79B9417979E}" destId="{D10EA1D9-5E0B-46F7-AB57-C72CDDC23CF9}" srcOrd="0" destOrd="0" presId="urn:microsoft.com/office/officeart/2005/8/layout/orgChart1"/>
    <dgm:cxn modelId="{0B2CE043-CE27-4490-86C3-D7F95E1C1FC8}" srcId="{12222139-C4EF-48A0-87D9-E44ECFCA4779}" destId="{FB98F858-FF62-4E6A-BF36-992B89675191}" srcOrd="0" destOrd="0" parTransId="{0FB65329-66F7-45BC-973E-BD9873971DEB}" sibTransId="{6D07BC41-9EAC-4C3D-9919-DD0AD2B7C707}"/>
    <dgm:cxn modelId="{AFFB0B46-3E37-439F-A135-EF0FDC80B92C}" type="presOf" srcId="{C870A1A5-4B41-468A-9570-187F20D5C8BE}" destId="{21E6F658-459C-430E-988A-17B57B6B6111}" srcOrd="1" destOrd="0" presId="urn:microsoft.com/office/officeart/2005/8/layout/orgChart1"/>
    <dgm:cxn modelId="{57496669-2B99-4D43-B4B6-603CF7143A50}" srcId="{FB98F858-FF62-4E6A-BF36-992B89675191}" destId="{D4C54C62-DDDF-46D4-B6C3-61D4AE68D682}" srcOrd="0" destOrd="0" parTransId="{98B639B6-A91F-4C67-B31B-88D723DBF20F}" sibTransId="{E402582D-F120-4518-8AE3-D551CC0AE1B1}"/>
    <dgm:cxn modelId="{F69ACC6C-9280-40E1-B634-64721D6CB558}" type="presOf" srcId="{3D53D398-8102-45F1-A467-5432F7185D0F}" destId="{3B9604D9-91DC-471A-BD01-FE3DE3FB90E2}" srcOrd="0" destOrd="0" presId="urn:microsoft.com/office/officeart/2005/8/layout/orgChart1"/>
    <dgm:cxn modelId="{80B96650-FF70-4A28-9F49-22691AE8B0A1}" type="presOf" srcId="{3D53D398-8102-45F1-A467-5432F7185D0F}" destId="{F438273C-B97C-4721-8280-2BE529C1C05F}" srcOrd="1" destOrd="0" presId="urn:microsoft.com/office/officeart/2005/8/layout/orgChart1"/>
    <dgm:cxn modelId="{A7DD6254-8F18-4CBD-8D9A-4AEF517ED206}" type="presOf" srcId="{73CF4262-9475-41A0-9E8B-AD2DD2B4B737}" destId="{04851681-DDDA-4334-8FF3-8776E08F4AAD}" srcOrd="1" destOrd="0" presId="urn:microsoft.com/office/officeart/2005/8/layout/orgChart1"/>
    <dgm:cxn modelId="{72886B77-3575-4A03-82D6-344364804416}" type="presOf" srcId="{EBBB970D-71D5-46C4-BB06-2EF6714FFE3C}" destId="{BD080CD6-695D-4AC0-B2E8-E0873A0CDB5D}" srcOrd="0" destOrd="0" presId="urn:microsoft.com/office/officeart/2005/8/layout/orgChart1"/>
    <dgm:cxn modelId="{8562E279-05AB-4A25-A76C-40A2D39176DA}" srcId="{FB98F858-FF62-4E6A-BF36-992B89675191}" destId="{EBBB970D-71D5-46C4-BB06-2EF6714FFE3C}" srcOrd="2" destOrd="0" parTransId="{6F5E6853-EA54-4A14-BDAD-F3576EEB08D6}" sibTransId="{A028CC6E-2642-44B8-AF42-8D3ADCC2EAEA}"/>
    <dgm:cxn modelId="{70DC8C84-AD4A-42B1-B606-E78F79A315EC}" type="presOf" srcId="{B4FF6EE8-C22F-4F72-9E47-DEEE514A33FD}" destId="{45CD5AE4-E5CD-421F-BEB0-D21251600681}" srcOrd="0" destOrd="0" presId="urn:microsoft.com/office/officeart/2005/8/layout/orgChart1"/>
    <dgm:cxn modelId="{72A77196-7DC3-4E2B-8439-64477B8705D3}" srcId="{FB98F858-FF62-4E6A-BF36-992B89675191}" destId="{A4678DB3-EBE0-452B-A9FE-B240121ED9A4}" srcOrd="6" destOrd="0" parTransId="{B4FF6EE8-C22F-4F72-9E47-DEEE514A33FD}" sibTransId="{83560374-023B-4D7F-916D-1BBA9F94C8E9}"/>
    <dgm:cxn modelId="{1295B597-4A5E-4551-91ED-2E7100AA7BED}" srcId="{FB98F858-FF62-4E6A-BF36-992B89675191}" destId="{3D53D398-8102-45F1-A467-5432F7185D0F}" srcOrd="5" destOrd="0" parTransId="{FA7702FE-AAF1-4F08-837A-1C39FF51336E}" sibTransId="{FF643166-95B4-4C05-9051-61BA10544F5E}"/>
    <dgm:cxn modelId="{3F10E1A7-5E64-4500-A648-7A6868C9CCE2}" type="presOf" srcId="{6F5E6853-EA54-4A14-BDAD-F3576EEB08D6}" destId="{2AE06411-12BF-4664-8841-426691944179}" srcOrd="0" destOrd="0" presId="urn:microsoft.com/office/officeart/2005/8/layout/orgChart1"/>
    <dgm:cxn modelId="{A2EC3EB2-7181-430C-ABA0-B910063F2738}" type="presOf" srcId="{FB98F858-FF62-4E6A-BF36-992B89675191}" destId="{8D9FFE5D-4216-431F-8792-78C84DE70A65}" srcOrd="1" destOrd="0" presId="urn:microsoft.com/office/officeart/2005/8/layout/orgChart1"/>
    <dgm:cxn modelId="{983FAFCB-C8CC-4FC1-82B3-E8726CFE177D}" type="presOf" srcId="{EA24D946-6D5A-495A-A950-13D6646C20C5}" destId="{181DEBF6-D3FF-4243-BE7F-AEB2596EC284}" srcOrd="0" destOrd="0" presId="urn:microsoft.com/office/officeart/2005/8/layout/orgChart1"/>
    <dgm:cxn modelId="{F2B486CE-AE6D-48B0-83FD-CEA6DAB6AC64}" type="presOf" srcId="{D4C54C62-DDDF-46D4-B6C3-61D4AE68D682}" destId="{2A066FD0-846A-44B7-84BB-C57C020D1C65}" srcOrd="0" destOrd="0" presId="urn:microsoft.com/office/officeart/2005/8/layout/orgChart1"/>
    <dgm:cxn modelId="{425EC4D4-ACC8-42A3-8480-0B70F56EEC64}" type="presOf" srcId="{EBBB970D-71D5-46C4-BB06-2EF6714FFE3C}" destId="{BDFD53BD-8F85-47B7-88F7-F22092044A04}" srcOrd="1" destOrd="0" presId="urn:microsoft.com/office/officeart/2005/8/layout/orgChart1"/>
    <dgm:cxn modelId="{E4BD5AD9-5CFB-49FB-91B3-FE1816312CA2}" type="presOf" srcId="{FB98F858-FF62-4E6A-BF36-992B89675191}" destId="{B1AF1068-2B52-4D5A-9B00-BE9316CBA03C}" srcOrd="0" destOrd="0" presId="urn:microsoft.com/office/officeart/2005/8/layout/orgChart1"/>
    <dgm:cxn modelId="{BD7911E3-AA68-4C29-9030-02163950A079}" type="presOf" srcId="{FA7702FE-AAF1-4F08-837A-1C39FF51336E}" destId="{A4F467E1-922F-4598-BF60-4C83E645A1B9}" srcOrd="0" destOrd="0" presId="urn:microsoft.com/office/officeart/2005/8/layout/orgChart1"/>
    <dgm:cxn modelId="{126BACE7-BC03-45A8-BA55-A6B399224CA5}" type="presOf" srcId="{A4678DB3-EBE0-452B-A9FE-B240121ED9A4}" destId="{DE3CF165-3AEA-45B7-905D-CA059AEA6586}" srcOrd="1" destOrd="0" presId="urn:microsoft.com/office/officeart/2005/8/layout/orgChart1"/>
    <dgm:cxn modelId="{F828CDE7-966A-40EC-82FD-458D6C9F6484}" type="presOf" srcId="{73CF4262-9475-41A0-9E8B-AD2DD2B4B737}" destId="{AD28BD1A-418B-4C9D-8D9F-987BB059EF98}" srcOrd="0" destOrd="0" presId="urn:microsoft.com/office/officeart/2005/8/layout/orgChart1"/>
    <dgm:cxn modelId="{CB02EAEA-0EB8-4476-B1DA-345FCDCA1BD4}" type="presOf" srcId="{98B639B6-A91F-4C67-B31B-88D723DBF20F}" destId="{BB10DD38-2D87-47DD-AB75-C3DD65B698B4}" srcOrd="0" destOrd="0" presId="urn:microsoft.com/office/officeart/2005/8/layout/orgChart1"/>
    <dgm:cxn modelId="{A73E6EF0-13BA-4327-94A0-3F7A7CA641A9}" type="presOf" srcId="{D4C54C62-DDDF-46D4-B6C3-61D4AE68D682}" destId="{E988FEB6-E122-4EA7-A4A2-9E27C6767D82}" srcOrd="1" destOrd="0" presId="urn:microsoft.com/office/officeart/2005/8/layout/orgChart1"/>
    <dgm:cxn modelId="{6257D6F2-DE5D-4093-9DF0-FD37996E22DE}" type="presOf" srcId="{EA24D946-6D5A-495A-A950-13D6646C20C5}" destId="{B8D3CE7D-4145-4623-BA15-6E6883E6854A}" srcOrd="1" destOrd="0" presId="urn:microsoft.com/office/officeart/2005/8/layout/orgChart1"/>
    <dgm:cxn modelId="{5475A228-9171-4241-9228-B7A1A8D4B2D0}" type="presParOf" srcId="{7E663A02-D27A-4727-98A1-E66DAFCC0D96}" destId="{42BA763C-F872-478B-9317-E255AC1E6443}" srcOrd="0" destOrd="0" presId="urn:microsoft.com/office/officeart/2005/8/layout/orgChart1"/>
    <dgm:cxn modelId="{C5DB0F93-472A-4DF6-ACF3-3FF9FBD11DD9}" type="presParOf" srcId="{42BA763C-F872-478B-9317-E255AC1E6443}" destId="{8E41C07C-348E-4FB4-8B43-129E830ECA4B}" srcOrd="0" destOrd="0" presId="urn:microsoft.com/office/officeart/2005/8/layout/orgChart1"/>
    <dgm:cxn modelId="{3947AD5E-CF85-487E-9730-756B36755DF3}" type="presParOf" srcId="{8E41C07C-348E-4FB4-8B43-129E830ECA4B}" destId="{B1AF1068-2B52-4D5A-9B00-BE9316CBA03C}" srcOrd="0" destOrd="0" presId="urn:microsoft.com/office/officeart/2005/8/layout/orgChart1"/>
    <dgm:cxn modelId="{ED83D035-DBD1-4BD2-A160-CA764329BD9C}" type="presParOf" srcId="{8E41C07C-348E-4FB4-8B43-129E830ECA4B}" destId="{8D9FFE5D-4216-431F-8792-78C84DE70A65}" srcOrd="1" destOrd="0" presId="urn:microsoft.com/office/officeart/2005/8/layout/orgChart1"/>
    <dgm:cxn modelId="{DB8C4F58-E16F-4D7D-9B4B-2DF8D67A1F01}" type="presParOf" srcId="{42BA763C-F872-478B-9317-E255AC1E6443}" destId="{C76D963A-D0C2-4377-A22E-62CEAA3A90D0}" srcOrd="1" destOrd="0" presId="urn:microsoft.com/office/officeart/2005/8/layout/orgChart1"/>
    <dgm:cxn modelId="{8EF05E30-3FA2-4330-9706-7DB1BDC6C000}" type="presParOf" srcId="{C76D963A-D0C2-4377-A22E-62CEAA3A90D0}" destId="{D10EA1D9-5E0B-46F7-AB57-C72CDDC23CF9}" srcOrd="0" destOrd="0" presId="urn:microsoft.com/office/officeart/2005/8/layout/orgChart1"/>
    <dgm:cxn modelId="{97F81F6D-40C6-4E00-B711-6FF00BB4C287}" type="presParOf" srcId="{C76D963A-D0C2-4377-A22E-62CEAA3A90D0}" destId="{D2C2C49C-DB2B-4785-B856-BC8C31E26CAA}" srcOrd="1" destOrd="0" presId="urn:microsoft.com/office/officeart/2005/8/layout/orgChart1"/>
    <dgm:cxn modelId="{F84A6070-E189-4943-B585-F6083A2F1F32}" type="presParOf" srcId="{D2C2C49C-DB2B-4785-B856-BC8C31E26CAA}" destId="{A53A63EE-0E32-4676-8334-0BBBAEE468F2}" srcOrd="0" destOrd="0" presId="urn:microsoft.com/office/officeart/2005/8/layout/orgChart1"/>
    <dgm:cxn modelId="{45FF9B75-A68B-42A2-A0F4-FE5418250264}" type="presParOf" srcId="{A53A63EE-0E32-4676-8334-0BBBAEE468F2}" destId="{AD28BD1A-418B-4C9D-8D9F-987BB059EF98}" srcOrd="0" destOrd="0" presId="urn:microsoft.com/office/officeart/2005/8/layout/orgChart1"/>
    <dgm:cxn modelId="{3069C60E-8381-4CEB-9E47-F0B2D6885BB7}" type="presParOf" srcId="{A53A63EE-0E32-4676-8334-0BBBAEE468F2}" destId="{04851681-DDDA-4334-8FF3-8776E08F4AAD}" srcOrd="1" destOrd="0" presId="urn:microsoft.com/office/officeart/2005/8/layout/orgChart1"/>
    <dgm:cxn modelId="{E62B1796-3E28-41AA-998E-C81CD6ED3962}" type="presParOf" srcId="{D2C2C49C-DB2B-4785-B856-BC8C31E26CAA}" destId="{49CB484B-80CA-40C2-8DBE-B92B88BE0363}" srcOrd="1" destOrd="0" presId="urn:microsoft.com/office/officeart/2005/8/layout/orgChart1"/>
    <dgm:cxn modelId="{7C8DBE1C-769D-412E-BE63-D18EC81F03F7}" type="presParOf" srcId="{D2C2C49C-DB2B-4785-B856-BC8C31E26CAA}" destId="{8CF17E0F-04A6-44BD-8946-D7DB777431B6}" srcOrd="2" destOrd="0" presId="urn:microsoft.com/office/officeart/2005/8/layout/orgChart1"/>
    <dgm:cxn modelId="{EA310238-C066-4FE1-B9C6-79532C0EA0B7}" type="presParOf" srcId="{C76D963A-D0C2-4377-A22E-62CEAA3A90D0}" destId="{A4F467E1-922F-4598-BF60-4C83E645A1B9}" srcOrd="2" destOrd="0" presId="urn:microsoft.com/office/officeart/2005/8/layout/orgChart1"/>
    <dgm:cxn modelId="{D225E9E6-33D1-4E0C-A9EF-8B95B88BD77D}" type="presParOf" srcId="{C76D963A-D0C2-4377-A22E-62CEAA3A90D0}" destId="{0DB6E7AA-29DF-4170-862C-D120CDB969D0}" srcOrd="3" destOrd="0" presId="urn:microsoft.com/office/officeart/2005/8/layout/orgChart1"/>
    <dgm:cxn modelId="{90970104-A7A3-452C-A798-64EC22136767}" type="presParOf" srcId="{0DB6E7AA-29DF-4170-862C-D120CDB969D0}" destId="{4A5DA3E6-8CB3-4BFD-952A-423473FB5F6B}" srcOrd="0" destOrd="0" presId="urn:microsoft.com/office/officeart/2005/8/layout/orgChart1"/>
    <dgm:cxn modelId="{EAD7EC1B-45F6-4F5E-BEEA-C798EEC70BFF}" type="presParOf" srcId="{4A5DA3E6-8CB3-4BFD-952A-423473FB5F6B}" destId="{3B9604D9-91DC-471A-BD01-FE3DE3FB90E2}" srcOrd="0" destOrd="0" presId="urn:microsoft.com/office/officeart/2005/8/layout/orgChart1"/>
    <dgm:cxn modelId="{E8F94659-B233-4764-94A3-BF8E66BA5A57}" type="presParOf" srcId="{4A5DA3E6-8CB3-4BFD-952A-423473FB5F6B}" destId="{F438273C-B97C-4721-8280-2BE529C1C05F}" srcOrd="1" destOrd="0" presId="urn:microsoft.com/office/officeart/2005/8/layout/orgChart1"/>
    <dgm:cxn modelId="{DFF5B36A-EE59-4DC2-A6B6-15CA71A37B76}" type="presParOf" srcId="{0DB6E7AA-29DF-4170-862C-D120CDB969D0}" destId="{9AE49660-DF42-43AF-B77A-66E129512F6C}" srcOrd="1" destOrd="0" presId="urn:microsoft.com/office/officeart/2005/8/layout/orgChart1"/>
    <dgm:cxn modelId="{E5E682B5-5868-4F46-84EE-F18AD219315F}" type="presParOf" srcId="{0DB6E7AA-29DF-4170-862C-D120CDB969D0}" destId="{6F74ED18-D774-4D80-8A5F-6384767F0451}" srcOrd="2" destOrd="0" presId="urn:microsoft.com/office/officeart/2005/8/layout/orgChart1"/>
    <dgm:cxn modelId="{60BF365F-B974-4A3F-9C44-C5E25D06D34D}" type="presParOf" srcId="{C76D963A-D0C2-4377-A22E-62CEAA3A90D0}" destId="{45CD5AE4-E5CD-421F-BEB0-D21251600681}" srcOrd="4" destOrd="0" presId="urn:microsoft.com/office/officeart/2005/8/layout/orgChart1"/>
    <dgm:cxn modelId="{8A3BA9AD-0BA4-43F2-85D1-6F30B2E95F73}" type="presParOf" srcId="{C76D963A-D0C2-4377-A22E-62CEAA3A90D0}" destId="{86912D69-9292-4857-9E5F-3678145BD7C8}" srcOrd="5" destOrd="0" presId="urn:microsoft.com/office/officeart/2005/8/layout/orgChart1"/>
    <dgm:cxn modelId="{2C8A0113-EB8D-4064-8292-FA6504BAFF68}" type="presParOf" srcId="{86912D69-9292-4857-9E5F-3678145BD7C8}" destId="{49419636-66FD-4CA5-B02B-CE08108D3C2E}" srcOrd="0" destOrd="0" presId="urn:microsoft.com/office/officeart/2005/8/layout/orgChart1"/>
    <dgm:cxn modelId="{5C6E3AD8-E17D-4BE4-8F6B-F98DF95B6C87}" type="presParOf" srcId="{49419636-66FD-4CA5-B02B-CE08108D3C2E}" destId="{B8A40969-9BB4-43A0-B9E2-605C04A92558}" srcOrd="0" destOrd="0" presId="urn:microsoft.com/office/officeart/2005/8/layout/orgChart1"/>
    <dgm:cxn modelId="{B4DDC87F-A3DC-4C35-8776-3D52746E32BE}" type="presParOf" srcId="{49419636-66FD-4CA5-B02B-CE08108D3C2E}" destId="{DE3CF165-3AEA-45B7-905D-CA059AEA6586}" srcOrd="1" destOrd="0" presId="urn:microsoft.com/office/officeart/2005/8/layout/orgChart1"/>
    <dgm:cxn modelId="{43CA3977-BA58-4876-B4DF-20619CA70D93}" type="presParOf" srcId="{86912D69-9292-4857-9E5F-3678145BD7C8}" destId="{05BE72E2-A470-458F-B80A-EEEA005D6E59}" srcOrd="1" destOrd="0" presId="urn:microsoft.com/office/officeart/2005/8/layout/orgChart1"/>
    <dgm:cxn modelId="{51D0C8B6-A250-4716-B2B4-D20EA6533C0B}" type="presParOf" srcId="{86912D69-9292-4857-9E5F-3678145BD7C8}" destId="{32C4763C-9F2F-4814-8E07-D62092D661AE}" srcOrd="2" destOrd="0" presId="urn:microsoft.com/office/officeart/2005/8/layout/orgChart1"/>
    <dgm:cxn modelId="{846DCFC9-BFED-4D9B-AEAA-06BD2CDD6D1A}" type="presParOf" srcId="{42BA763C-F872-478B-9317-E255AC1E6443}" destId="{DE415469-B3CD-4610-8A52-E0DE39E6393E}" srcOrd="2" destOrd="0" presId="urn:microsoft.com/office/officeart/2005/8/layout/orgChart1"/>
    <dgm:cxn modelId="{15E0A836-AE4E-468B-98A5-5478D892ECA6}" type="presParOf" srcId="{DE415469-B3CD-4610-8A52-E0DE39E6393E}" destId="{BB10DD38-2D87-47DD-AB75-C3DD65B698B4}" srcOrd="0" destOrd="0" presId="urn:microsoft.com/office/officeart/2005/8/layout/orgChart1"/>
    <dgm:cxn modelId="{8B1020D5-540D-46C9-B85A-5328138D2382}" type="presParOf" srcId="{DE415469-B3CD-4610-8A52-E0DE39E6393E}" destId="{B904F86F-99B9-43A1-8E8B-CE1749C00F7F}" srcOrd="1" destOrd="0" presId="urn:microsoft.com/office/officeart/2005/8/layout/orgChart1"/>
    <dgm:cxn modelId="{143F49CE-CFCE-4BFB-AFB9-9143CDA6A0F0}" type="presParOf" srcId="{B904F86F-99B9-43A1-8E8B-CE1749C00F7F}" destId="{2699EEBC-4FCC-4B09-92AC-FD0419A63ED6}" srcOrd="0" destOrd="0" presId="urn:microsoft.com/office/officeart/2005/8/layout/orgChart1"/>
    <dgm:cxn modelId="{BC320168-2DD4-4CD0-8DC3-269C4ED3E7C9}" type="presParOf" srcId="{2699EEBC-4FCC-4B09-92AC-FD0419A63ED6}" destId="{2A066FD0-846A-44B7-84BB-C57C020D1C65}" srcOrd="0" destOrd="0" presId="urn:microsoft.com/office/officeart/2005/8/layout/orgChart1"/>
    <dgm:cxn modelId="{CDE2FCAE-6CC8-40BF-A8EA-68F7D31BB656}" type="presParOf" srcId="{2699EEBC-4FCC-4B09-92AC-FD0419A63ED6}" destId="{E988FEB6-E122-4EA7-A4A2-9E27C6767D82}" srcOrd="1" destOrd="0" presId="urn:microsoft.com/office/officeart/2005/8/layout/orgChart1"/>
    <dgm:cxn modelId="{DF2A54E6-FC12-4F6B-A24E-79135B70876B}" type="presParOf" srcId="{B904F86F-99B9-43A1-8E8B-CE1749C00F7F}" destId="{0CA43C29-4DD6-4879-AE56-4616937388FC}" srcOrd="1" destOrd="0" presId="urn:microsoft.com/office/officeart/2005/8/layout/orgChart1"/>
    <dgm:cxn modelId="{CA0147E9-2564-4D38-BB2B-4A6D75EF416D}" type="presParOf" srcId="{B904F86F-99B9-43A1-8E8B-CE1749C00F7F}" destId="{AD6D0AED-DF7C-4DF9-81D0-A19BFE4AB859}" srcOrd="2" destOrd="0" presId="urn:microsoft.com/office/officeart/2005/8/layout/orgChart1"/>
    <dgm:cxn modelId="{A29D5B9D-9FD9-4DED-8C6B-F61D37CB4E7A}" type="presParOf" srcId="{DE415469-B3CD-4610-8A52-E0DE39E6393E}" destId="{2BCDED15-E4D2-406C-AB6C-86F69D3C1298}" srcOrd="2" destOrd="0" presId="urn:microsoft.com/office/officeart/2005/8/layout/orgChart1"/>
    <dgm:cxn modelId="{2434E59C-8450-44F5-8DD7-54F31BD29A68}" type="presParOf" srcId="{DE415469-B3CD-4610-8A52-E0DE39E6393E}" destId="{ED84EEC7-80EF-4E6F-81B8-63CB1940D3C9}" srcOrd="3" destOrd="0" presId="urn:microsoft.com/office/officeart/2005/8/layout/orgChart1"/>
    <dgm:cxn modelId="{A726CFE5-0B00-40BE-91CB-FE2056FA0009}" type="presParOf" srcId="{ED84EEC7-80EF-4E6F-81B8-63CB1940D3C9}" destId="{D3069FA7-03C3-4E0B-8A12-5B164112DDF7}" srcOrd="0" destOrd="0" presId="urn:microsoft.com/office/officeart/2005/8/layout/orgChart1"/>
    <dgm:cxn modelId="{A742BF97-5912-4E5E-9644-1BDA1637CFFA}" type="presParOf" srcId="{D3069FA7-03C3-4E0B-8A12-5B164112DDF7}" destId="{D0B29028-8049-49F0-9E0E-3D6A2B4CDA99}" srcOrd="0" destOrd="0" presId="urn:microsoft.com/office/officeart/2005/8/layout/orgChart1"/>
    <dgm:cxn modelId="{4F2DB418-0B07-4040-BB57-602293DDE096}" type="presParOf" srcId="{D3069FA7-03C3-4E0B-8A12-5B164112DDF7}" destId="{21E6F658-459C-430E-988A-17B57B6B6111}" srcOrd="1" destOrd="0" presId="urn:microsoft.com/office/officeart/2005/8/layout/orgChart1"/>
    <dgm:cxn modelId="{38C848EF-960E-409B-A389-AAA89458A474}" type="presParOf" srcId="{ED84EEC7-80EF-4E6F-81B8-63CB1940D3C9}" destId="{633257A6-15B0-4501-B508-84196B153D85}" srcOrd="1" destOrd="0" presId="urn:microsoft.com/office/officeart/2005/8/layout/orgChart1"/>
    <dgm:cxn modelId="{8C6A3C00-1BB7-406D-A52D-0F38C7D1212E}" type="presParOf" srcId="{ED84EEC7-80EF-4E6F-81B8-63CB1940D3C9}" destId="{CDAFBC27-EA5A-4585-A0A0-AEBEAE1D18CC}" srcOrd="2" destOrd="0" presId="urn:microsoft.com/office/officeart/2005/8/layout/orgChart1"/>
    <dgm:cxn modelId="{C0A41E6E-CA5E-4877-9929-3F089B3A3F05}" type="presParOf" srcId="{DE415469-B3CD-4610-8A52-E0DE39E6393E}" destId="{2AE06411-12BF-4664-8841-426691944179}" srcOrd="4" destOrd="0" presId="urn:microsoft.com/office/officeart/2005/8/layout/orgChart1"/>
    <dgm:cxn modelId="{02CC5096-50D8-4A72-B660-B5C5D01B6B85}" type="presParOf" srcId="{DE415469-B3CD-4610-8A52-E0DE39E6393E}" destId="{4868F360-C15A-4228-9C41-DCD668571953}" srcOrd="5" destOrd="0" presId="urn:microsoft.com/office/officeart/2005/8/layout/orgChart1"/>
    <dgm:cxn modelId="{9D5A9FC4-0C18-47DB-B2E2-88FBF43CE27A}" type="presParOf" srcId="{4868F360-C15A-4228-9C41-DCD668571953}" destId="{1B2A6FB0-A700-43EA-8C3C-2C66CCC03D1C}" srcOrd="0" destOrd="0" presId="urn:microsoft.com/office/officeart/2005/8/layout/orgChart1"/>
    <dgm:cxn modelId="{E4AF4762-FAEF-49DC-9D83-F1799B62DDEA}" type="presParOf" srcId="{1B2A6FB0-A700-43EA-8C3C-2C66CCC03D1C}" destId="{BD080CD6-695D-4AC0-B2E8-E0873A0CDB5D}" srcOrd="0" destOrd="0" presId="urn:microsoft.com/office/officeart/2005/8/layout/orgChart1"/>
    <dgm:cxn modelId="{EF91B95B-B9D8-4F33-B120-92217E052309}" type="presParOf" srcId="{1B2A6FB0-A700-43EA-8C3C-2C66CCC03D1C}" destId="{BDFD53BD-8F85-47B7-88F7-F22092044A04}" srcOrd="1" destOrd="0" presId="urn:microsoft.com/office/officeart/2005/8/layout/orgChart1"/>
    <dgm:cxn modelId="{1C7336B2-3E9F-4D0A-BA96-FA554A507D10}" type="presParOf" srcId="{4868F360-C15A-4228-9C41-DCD668571953}" destId="{AA893701-25B9-46CF-B6A1-C5A5D9CE80EC}" srcOrd="1" destOrd="0" presId="urn:microsoft.com/office/officeart/2005/8/layout/orgChart1"/>
    <dgm:cxn modelId="{540AE01E-84D8-4DAD-95E4-BA54FF2FD5CC}" type="presParOf" srcId="{4868F360-C15A-4228-9C41-DCD668571953}" destId="{DBD949DC-C19D-4DCA-A638-09905ABFA0AC}" srcOrd="2" destOrd="0" presId="urn:microsoft.com/office/officeart/2005/8/layout/orgChart1"/>
    <dgm:cxn modelId="{67CDC93C-D2D7-4988-9511-055D11C825A6}" type="presParOf" srcId="{DE415469-B3CD-4610-8A52-E0DE39E6393E}" destId="{59F4418D-0C8A-423B-ABCE-03EB0C040D1F}" srcOrd="6" destOrd="0" presId="urn:microsoft.com/office/officeart/2005/8/layout/orgChart1"/>
    <dgm:cxn modelId="{D8B574CC-2F98-4FAC-8FA1-C465A0D00736}" type="presParOf" srcId="{DE415469-B3CD-4610-8A52-E0DE39E6393E}" destId="{D311CA87-4D48-4E8F-9B63-37E786A4D10D}" srcOrd="7" destOrd="0" presId="urn:microsoft.com/office/officeart/2005/8/layout/orgChart1"/>
    <dgm:cxn modelId="{84A6A7B0-6BCB-434C-AAF6-CBEF619DA084}" type="presParOf" srcId="{D311CA87-4D48-4E8F-9B63-37E786A4D10D}" destId="{CACE36D0-0B6C-4C3E-B141-5DC69C4DE59D}" srcOrd="0" destOrd="0" presId="urn:microsoft.com/office/officeart/2005/8/layout/orgChart1"/>
    <dgm:cxn modelId="{247257D9-37E8-4554-80CE-17D780BD5B0F}" type="presParOf" srcId="{CACE36D0-0B6C-4C3E-B141-5DC69C4DE59D}" destId="{181DEBF6-D3FF-4243-BE7F-AEB2596EC284}" srcOrd="0" destOrd="0" presId="urn:microsoft.com/office/officeart/2005/8/layout/orgChart1"/>
    <dgm:cxn modelId="{D181D706-EAD0-497B-81B1-BC09E23AF854}" type="presParOf" srcId="{CACE36D0-0B6C-4C3E-B141-5DC69C4DE59D}" destId="{B8D3CE7D-4145-4623-BA15-6E6883E6854A}" srcOrd="1" destOrd="0" presId="urn:microsoft.com/office/officeart/2005/8/layout/orgChart1"/>
    <dgm:cxn modelId="{7F73F443-EFBB-47A0-9C5A-CEE3772F0042}" type="presParOf" srcId="{D311CA87-4D48-4E8F-9B63-37E786A4D10D}" destId="{94DA0E49-43A5-4871-845C-FB946F3FA24D}" srcOrd="1" destOrd="0" presId="urn:microsoft.com/office/officeart/2005/8/layout/orgChart1"/>
    <dgm:cxn modelId="{C81D2944-9455-48AD-A70F-6C0C8112B940}" type="presParOf" srcId="{D311CA87-4D48-4E8F-9B63-37E786A4D10D}" destId="{725CE0CE-13A3-4D18-A771-B1C8F928B51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54677-2591-4E38-BBC6-5982D86EED8E}">
      <dsp:nvSpPr>
        <dsp:cNvPr id="0" name=""/>
        <dsp:cNvSpPr/>
      </dsp:nvSpPr>
      <dsp:spPr>
        <a:xfrm>
          <a:off x="3874091" y="1429827"/>
          <a:ext cx="253408" cy="1110172"/>
        </a:xfrm>
        <a:custGeom>
          <a:avLst/>
          <a:gdLst/>
          <a:ahLst/>
          <a:cxnLst/>
          <a:rect l="0" t="0" r="0" b="0"/>
          <a:pathLst>
            <a:path>
              <a:moveTo>
                <a:pt x="253408" y="0"/>
              </a:moveTo>
              <a:lnTo>
                <a:pt x="253408" y="1110172"/>
              </a:lnTo>
              <a:lnTo>
                <a:pt x="0" y="111017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956C6F-2952-4AF6-8CF5-BE017AD10034}">
      <dsp:nvSpPr>
        <dsp:cNvPr id="0" name=""/>
        <dsp:cNvSpPr/>
      </dsp:nvSpPr>
      <dsp:spPr>
        <a:xfrm>
          <a:off x="4127500" y="1429827"/>
          <a:ext cx="2920236" cy="2220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6936"/>
              </a:lnTo>
              <a:lnTo>
                <a:pt x="2920236" y="1966936"/>
              </a:lnTo>
              <a:lnTo>
                <a:pt x="2920236" y="22203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6E8B25-0AE8-4032-903B-06B9B656ABC5}">
      <dsp:nvSpPr>
        <dsp:cNvPr id="0" name=""/>
        <dsp:cNvSpPr/>
      </dsp:nvSpPr>
      <dsp:spPr>
        <a:xfrm>
          <a:off x="4081780" y="1429827"/>
          <a:ext cx="91440" cy="22203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203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2542E6-142B-4D18-A652-FD4BB68FBF35}">
      <dsp:nvSpPr>
        <dsp:cNvPr id="0" name=""/>
        <dsp:cNvSpPr/>
      </dsp:nvSpPr>
      <dsp:spPr>
        <a:xfrm>
          <a:off x="1207263" y="1429827"/>
          <a:ext cx="2920236" cy="2220345"/>
        </a:xfrm>
        <a:custGeom>
          <a:avLst/>
          <a:gdLst/>
          <a:ahLst/>
          <a:cxnLst/>
          <a:rect l="0" t="0" r="0" b="0"/>
          <a:pathLst>
            <a:path>
              <a:moveTo>
                <a:pt x="2920236" y="0"/>
              </a:moveTo>
              <a:lnTo>
                <a:pt x="2920236" y="1966936"/>
              </a:lnTo>
              <a:lnTo>
                <a:pt x="0" y="1966936"/>
              </a:lnTo>
              <a:lnTo>
                <a:pt x="0" y="22203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B33C54-249F-4C30-BB4D-78210469D7C8}">
      <dsp:nvSpPr>
        <dsp:cNvPr id="0" name=""/>
        <dsp:cNvSpPr/>
      </dsp:nvSpPr>
      <dsp:spPr>
        <a:xfrm>
          <a:off x="2920790" y="223118"/>
          <a:ext cx="2413418" cy="1206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Manager</a:t>
          </a:r>
        </a:p>
      </dsp:txBody>
      <dsp:txXfrm>
        <a:off x="2920790" y="223118"/>
        <a:ext cx="2413418" cy="1206709"/>
      </dsp:txXfrm>
    </dsp:sp>
    <dsp:sp modelId="{468B8074-4F5E-4D3A-95BB-11292D273CDF}">
      <dsp:nvSpPr>
        <dsp:cNvPr id="0" name=""/>
        <dsp:cNvSpPr/>
      </dsp:nvSpPr>
      <dsp:spPr>
        <a:xfrm>
          <a:off x="554" y="3650172"/>
          <a:ext cx="2413418" cy="1206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Report 1</a:t>
          </a:r>
        </a:p>
      </dsp:txBody>
      <dsp:txXfrm>
        <a:off x="554" y="3650172"/>
        <a:ext cx="2413418" cy="1206709"/>
      </dsp:txXfrm>
    </dsp:sp>
    <dsp:sp modelId="{E45027B7-21EB-4737-A375-8B1336431339}">
      <dsp:nvSpPr>
        <dsp:cNvPr id="0" name=""/>
        <dsp:cNvSpPr/>
      </dsp:nvSpPr>
      <dsp:spPr>
        <a:xfrm>
          <a:off x="2920790" y="3650172"/>
          <a:ext cx="2413418" cy="1206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Report 2</a:t>
          </a:r>
        </a:p>
      </dsp:txBody>
      <dsp:txXfrm>
        <a:off x="2920790" y="3650172"/>
        <a:ext cx="2413418" cy="1206709"/>
      </dsp:txXfrm>
    </dsp:sp>
    <dsp:sp modelId="{46FEC7F8-AE08-4541-BDD4-72CDF204F58F}">
      <dsp:nvSpPr>
        <dsp:cNvPr id="0" name=""/>
        <dsp:cNvSpPr/>
      </dsp:nvSpPr>
      <dsp:spPr>
        <a:xfrm>
          <a:off x="5841027" y="3650172"/>
          <a:ext cx="2413418" cy="1206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Report 3</a:t>
          </a:r>
        </a:p>
      </dsp:txBody>
      <dsp:txXfrm>
        <a:off x="5841027" y="3650172"/>
        <a:ext cx="2413418" cy="1206709"/>
      </dsp:txXfrm>
    </dsp:sp>
    <dsp:sp modelId="{6C2D4366-AB5D-476E-A744-6292E968100B}">
      <dsp:nvSpPr>
        <dsp:cNvPr id="0" name=""/>
        <dsp:cNvSpPr/>
      </dsp:nvSpPr>
      <dsp:spPr>
        <a:xfrm>
          <a:off x="1460672" y="1936645"/>
          <a:ext cx="2413418" cy="12067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Asst 1</a:t>
          </a:r>
        </a:p>
      </dsp:txBody>
      <dsp:txXfrm>
        <a:off x="1460672" y="1936645"/>
        <a:ext cx="2413418" cy="12067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D88F8-7BC4-4658-846B-A45EA83557BE}">
      <dsp:nvSpPr>
        <dsp:cNvPr id="0" name=""/>
        <dsp:cNvSpPr/>
      </dsp:nvSpPr>
      <dsp:spPr>
        <a:xfrm>
          <a:off x="3924878" y="967272"/>
          <a:ext cx="202621" cy="2257780"/>
        </a:xfrm>
        <a:custGeom>
          <a:avLst/>
          <a:gdLst/>
          <a:ahLst/>
          <a:cxnLst/>
          <a:rect l="0" t="0" r="0" b="0"/>
          <a:pathLst>
            <a:path>
              <a:moveTo>
                <a:pt x="202621" y="0"/>
              </a:moveTo>
              <a:lnTo>
                <a:pt x="202621" y="2257780"/>
              </a:lnTo>
              <a:lnTo>
                <a:pt x="0" y="225778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8E3A89-A1D8-4224-83FF-68B071A036E8}">
      <dsp:nvSpPr>
        <dsp:cNvPr id="0" name=""/>
        <dsp:cNvSpPr/>
      </dsp:nvSpPr>
      <dsp:spPr>
        <a:xfrm>
          <a:off x="4127500" y="967272"/>
          <a:ext cx="202621" cy="887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7674"/>
              </a:lnTo>
              <a:lnTo>
                <a:pt x="202621" y="8876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BA3D29-74A7-4E94-8B8B-7E7F6CE98D92}">
      <dsp:nvSpPr>
        <dsp:cNvPr id="0" name=""/>
        <dsp:cNvSpPr/>
      </dsp:nvSpPr>
      <dsp:spPr>
        <a:xfrm>
          <a:off x="3924878" y="967272"/>
          <a:ext cx="202621" cy="887674"/>
        </a:xfrm>
        <a:custGeom>
          <a:avLst/>
          <a:gdLst/>
          <a:ahLst/>
          <a:cxnLst/>
          <a:rect l="0" t="0" r="0" b="0"/>
          <a:pathLst>
            <a:path>
              <a:moveTo>
                <a:pt x="202621" y="0"/>
              </a:moveTo>
              <a:lnTo>
                <a:pt x="202621" y="887674"/>
              </a:lnTo>
              <a:lnTo>
                <a:pt x="0" y="8876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6E5115-DE8E-4AB6-8F41-5D4E04CC0EFE}">
      <dsp:nvSpPr>
        <dsp:cNvPr id="0" name=""/>
        <dsp:cNvSpPr/>
      </dsp:nvSpPr>
      <dsp:spPr>
        <a:xfrm>
          <a:off x="4127500" y="967272"/>
          <a:ext cx="2334969" cy="3145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2833"/>
              </a:lnTo>
              <a:lnTo>
                <a:pt x="2334969" y="2942833"/>
              </a:lnTo>
              <a:lnTo>
                <a:pt x="2334969" y="314545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AB8327-A411-4404-A2BE-72E1F4DE2407}">
      <dsp:nvSpPr>
        <dsp:cNvPr id="0" name=""/>
        <dsp:cNvSpPr/>
      </dsp:nvSpPr>
      <dsp:spPr>
        <a:xfrm>
          <a:off x="4081780" y="967272"/>
          <a:ext cx="91440" cy="31454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4545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347EE-7051-40F7-854C-8D92D50C0ABC}">
      <dsp:nvSpPr>
        <dsp:cNvPr id="0" name=""/>
        <dsp:cNvSpPr/>
      </dsp:nvSpPr>
      <dsp:spPr>
        <a:xfrm>
          <a:off x="1792530" y="967272"/>
          <a:ext cx="2334969" cy="3145455"/>
        </a:xfrm>
        <a:custGeom>
          <a:avLst/>
          <a:gdLst/>
          <a:ahLst/>
          <a:cxnLst/>
          <a:rect l="0" t="0" r="0" b="0"/>
          <a:pathLst>
            <a:path>
              <a:moveTo>
                <a:pt x="2334969" y="0"/>
              </a:moveTo>
              <a:lnTo>
                <a:pt x="2334969" y="2942833"/>
              </a:lnTo>
              <a:lnTo>
                <a:pt x="0" y="2942833"/>
              </a:lnTo>
              <a:lnTo>
                <a:pt x="0" y="314545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27BE7-1C04-4060-9907-9DDD756FA8A0}">
      <dsp:nvSpPr>
        <dsp:cNvPr id="0" name=""/>
        <dsp:cNvSpPr/>
      </dsp:nvSpPr>
      <dsp:spPr>
        <a:xfrm>
          <a:off x="3162636" y="2408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Manager</a:t>
          </a:r>
        </a:p>
      </dsp:txBody>
      <dsp:txXfrm>
        <a:off x="3162636" y="2408"/>
        <a:ext cx="1929727" cy="964863"/>
      </dsp:txXfrm>
    </dsp:sp>
    <dsp:sp modelId="{EADD557A-92D1-4203-B273-7DDECB3C9B82}">
      <dsp:nvSpPr>
        <dsp:cNvPr id="0" name=""/>
        <dsp:cNvSpPr/>
      </dsp:nvSpPr>
      <dsp:spPr>
        <a:xfrm>
          <a:off x="827666" y="4112727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Report 1</a:t>
          </a:r>
        </a:p>
      </dsp:txBody>
      <dsp:txXfrm>
        <a:off x="827666" y="4112727"/>
        <a:ext cx="1929727" cy="964863"/>
      </dsp:txXfrm>
    </dsp:sp>
    <dsp:sp modelId="{70553BBE-CE98-47F6-89F4-E258B90DD79B}">
      <dsp:nvSpPr>
        <dsp:cNvPr id="0" name=""/>
        <dsp:cNvSpPr/>
      </dsp:nvSpPr>
      <dsp:spPr>
        <a:xfrm>
          <a:off x="3162636" y="4112727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Report 2</a:t>
          </a:r>
        </a:p>
      </dsp:txBody>
      <dsp:txXfrm>
        <a:off x="3162636" y="4112727"/>
        <a:ext cx="1929727" cy="964863"/>
      </dsp:txXfrm>
    </dsp:sp>
    <dsp:sp modelId="{F1608DDA-FDAC-4C79-AB54-D2A1E4EEACD7}">
      <dsp:nvSpPr>
        <dsp:cNvPr id="0" name=""/>
        <dsp:cNvSpPr/>
      </dsp:nvSpPr>
      <dsp:spPr>
        <a:xfrm>
          <a:off x="5497606" y="4112727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Report 3</a:t>
          </a:r>
        </a:p>
      </dsp:txBody>
      <dsp:txXfrm>
        <a:off x="5497606" y="4112727"/>
        <a:ext cx="1929727" cy="964863"/>
      </dsp:txXfrm>
    </dsp:sp>
    <dsp:sp modelId="{FB904A9C-ACE7-42F1-BD84-0F2BD8B477BA}">
      <dsp:nvSpPr>
        <dsp:cNvPr id="0" name=""/>
        <dsp:cNvSpPr/>
      </dsp:nvSpPr>
      <dsp:spPr>
        <a:xfrm>
          <a:off x="1995151" y="1372515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Asst 1</a:t>
          </a:r>
        </a:p>
      </dsp:txBody>
      <dsp:txXfrm>
        <a:off x="1995151" y="1372515"/>
        <a:ext cx="1929727" cy="964863"/>
      </dsp:txXfrm>
    </dsp:sp>
    <dsp:sp modelId="{D5CE42A0-9146-40FB-BF1C-F81852691772}">
      <dsp:nvSpPr>
        <dsp:cNvPr id="0" name=""/>
        <dsp:cNvSpPr/>
      </dsp:nvSpPr>
      <dsp:spPr>
        <a:xfrm>
          <a:off x="4330121" y="1372515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Asst 3</a:t>
          </a:r>
        </a:p>
      </dsp:txBody>
      <dsp:txXfrm>
        <a:off x="4330121" y="1372515"/>
        <a:ext cx="1929727" cy="964863"/>
      </dsp:txXfrm>
    </dsp:sp>
    <dsp:sp modelId="{436D4CC6-94E2-4AAF-BF14-EDEC05D052AA}">
      <dsp:nvSpPr>
        <dsp:cNvPr id="0" name=""/>
        <dsp:cNvSpPr/>
      </dsp:nvSpPr>
      <dsp:spPr>
        <a:xfrm>
          <a:off x="1995151" y="2742621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Asst 2</a:t>
          </a:r>
        </a:p>
      </dsp:txBody>
      <dsp:txXfrm>
        <a:off x="1995151" y="2742621"/>
        <a:ext cx="1929727" cy="9648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4418D-0C8A-423B-ABCE-03EB0C040D1F}">
      <dsp:nvSpPr>
        <dsp:cNvPr id="0" name=""/>
        <dsp:cNvSpPr/>
      </dsp:nvSpPr>
      <dsp:spPr>
        <a:xfrm>
          <a:off x="4127500" y="967272"/>
          <a:ext cx="202621" cy="22577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7780"/>
              </a:lnTo>
              <a:lnTo>
                <a:pt x="202621" y="225778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E06411-12BF-4664-8841-426691944179}">
      <dsp:nvSpPr>
        <dsp:cNvPr id="0" name=""/>
        <dsp:cNvSpPr/>
      </dsp:nvSpPr>
      <dsp:spPr>
        <a:xfrm>
          <a:off x="3924878" y="967272"/>
          <a:ext cx="202621" cy="2257780"/>
        </a:xfrm>
        <a:custGeom>
          <a:avLst/>
          <a:gdLst/>
          <a:ahLst/>
          <a:cxnLst/>
          <a:rect l="0" t="0" r="0" b="0"/>
          <a:pathLst>
            <a:path>
              <a:moveTo>
                <a:pt x="202621" y="0"/>
              </a:moveTo>
              <a:lnTo>
                <a:pt x="202621" y="2257780"/>
              </a:lnTo>
              <a:lnTo>
                <a:pt x="0" y="225778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CDED15-E4D2-406C-AB6C-86F69D3C1298}">
      <dsp:nvSpPr>
        <dsp:cNvPr id="0" name=""/>
        <dsp:cNvSpPr/>
      </dsp:nvSpPr>
      <dsp:spPr>
        <a:xfrm>
          <a:off x="4127500" y="967272"/>
          <a:ext cx="202621" cy="887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7674"/>
              </a:lnTo>
              <a:lnTo>
                <a:pt x="202621" y="8876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10DD38-2D87-47DD-AB75-C3DD65B698B4}">
      <dsp:nvSpPr>
        <dsp:cNvPr id="0" name=""/>
        <dsp:cNvSpPr/>
      </dsp:nvSpPr>
      <dsp:spPr>
        <a:xfrm>
          <a:off x="3924878" y="967272"/>
          <a:ext cx="202621" cy="887674"/>
        </a:xfrm>
        <a:custGeom>
          <a:avLst/>
          <a:gdLst/>
          <a:ahLst/>
          <a:cxnLst/>
          <a:rect l="0" t="0" r="0" b="0"/>
          <a:pathLst>
            <a:path>
              <a:moveTo>
                <a:pt x="202621" y="0"/>
              </a:moveTo>
              <a:lnTo>
                <a:pt x="202621" y="887674"/>
              </a:lnTo>
              <a:lnTo>
                <a:pt x="0" y="8876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CD5AE4-E5CD-421F-BEB0-D21251600681}">
      <dsp:nvSpPr>
        <dsp:cNvPr id="0" name=""/>
        <dsp:cNvSpPr/>
      </dsp:nvSpPr>
      <dsp:spPr>
        <a:xfrm>
          <a:off x="4127500" y="967272"/>
          <a:ext cx="2334969" cy="3145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2833"/>
              </a:lnTo>
              <a:lnTo>
                <a:pt x="2334969" y="2942833"/>
              </a:lnTo>
              <a:lnTo>
                <a:pt x="2334969" y="314545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F467E1-922F-4598-BF60-4C83E645A1B9}">
      <dsp:nvSpPr>
        <dsp:cNvPr id="0" name=""/>
        <dsp:cNvSpPr/>
      </dsp:nvSpPr>
      <dsp:spPr>
        <a:xfrm>
          <a:off x="4081780" y="967272"/>
          <a:ext cx="91440" cy="31454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4545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0EA1D9-5E0B-46F7-AB57-C72CDDC23CF9}">
      <dsp:nvSpPr>
        <dsp:cNvPr id="0" name=""/>
        <dsp:cNvSpPr/>
      </dsp:nvSpPr>
      <dsp:spPr>
        <a:xfrm>
          <a:off x="1792530" y="967272"/>
          <a:ext cx="2334969" cy="3145455"/>
        </a:xfrm>
        <a:custGeom>
          <a:avLst/>
          <a:gdLst/>
          <a:ahLst/>
          <a:cxnLst/>
          <a:rect l="0" t="0" r="0" b="0"/>
          <a:pathLst>
            <a:path>
              <a:moveTo>
                <a:pt x="2334969" y="0"/>
              </a:moveTo>
              <a:lnTo>
                <a:pt x="2334969" y="2942833"/>
              </a:lnTo>
              <a:lnTo>
                <a:pt x="0" y="2942833"/>
              </a:lnTo>
              <a:lnTo>
                <a:pt x="0" y="314545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AF1068-2B52-4D5A-9B00-BE9316CBA03C}">
      <dsp:nvSpPr>
        <dsp:cNvPr id="0" name=""/>
        <dsp:cNvSpPr/>
      </dsp:nvSpPr>
      <dsp:spPr>
        <a:xfrm>
          <a:off x="3162636" y="2408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Manager</a:t>
          </a:r>
        </a:p>
      </dsp:txBody>
      <dsp:txXfrm>
        <a:off x="3162636" y="2408"/>
        <a:ext cx="1929727" cy="964863"/>
      </dsp:txXfrm>
    </dsp:sp>
    <dsp:sp modelId="{AD28BD1A-418B-4C9D-8D9F-987BB059EF98}">
      <dsp:nvSpPr>
        <dsp:cNvPr id="0" name=""/>
        <dsp:cNvSpPr/>
      </dsp:nvSpPr>
      <dsp:spPr>
        <a:xfrm>
          <a:off x="827666" y="4112727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Report 1</a:t>
          </a:r>
        </a:p>
      </dsp:txBody>
      <dsp:txXfrm>
        <a:off x="827666" y="4112727"/>
        <a:ext cx="1929727" cy="964863"/>
      </dsp:txXfrm>
    </dsp:sp>
    <dsp:sp modelId="{3B9604D9-91DC-471A-BD01-FE3DE3FB90E2}">
      <dsp:nvSpPr>
        <dsp:cNvPr id="0" name=""/>
        <dsp:cNvSpPr/>
      </dsp:nvSpPr>
      <dsp:spPr>
        <a:xfrm>
          <a:off x="3162636" y="4112727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Report 2</a:t>
          </a:r>
        </a:p>
      </dsp:txBody>
      <dsp:txXfrm>
        <a:off x="3162636" y="4112727"/>
        <a:ext cx="1929727" cy="964863"/>
      </dsp:txXfrm>
    </dsp:sp>
    <dsp:sp modelId="{B8A40969-9BB4-43A0-B9E2-605C04A92558}">
      <dsp:nvSpPr>
        <dsp:cNvPr id="0" name=""/>
        <dsp:cNvSpPr/>
      </dsp:nvSpPr>
      <dsp:spPr>
        <a:xfrm>
          <a:off x="5497606" y="4112727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Report 3</a:t>
          </a:r>
        </a:p>
      </dsp:txBody>
      <dsp:txXfrm>
        <a:off x="5497606" y="4112727"/>
        <a:ext cx="1929727" cy="964863"/>
      </dsp:txXfrm>
    </dsp:sp>
    <dsp:sp modelId="{2A066FD0-846A-44B7-84BB-C57C020D1C65}">
      <dsp:nvSpPr>
        <dsp:cNvPr id="0" name=""/>
        <dsp:cNvSpPr/>
      </dsp:nvSpPr>
      <dsp:spPr>
        <a:xfrm>
          <a:off x="1995151" y="1372515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Asst 1</a:t>
          </a:r>
        </a:p>
      </dsp:txBody>
      <dsp:txXfrm>
        <a:off x="1995151" y="1372515"/>
        <a:ext cx="1929727" cy="964863"/>
      </dsp:txXfrm>
    </dsp:sp>
    <dsp:sp modelId="{D0B29028-8049-49F0-9E0E-3D6A2B4CDA99}">
      <dsp:nvSpPr>
        <dsp:cNvPr id="0" name=""/>
        <dsp:cNvSpPr/>
      </dsp:nvSpPr>
      <dsp:spPr>
        <a:xfrm>
          <a:off x="4330121" y="1372515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Asst 4</a:t>
          </a:r>
        </a:p>
      </dsp:txBody>
      <dsp:txXfrm>
        <a:off x="4330121" y="1372515"/>
        <a:ext cx="1929727" cy="964863"/>
      </dsp:txXfrm>
    </dsp:sp>
    <dsp:sp modelId="{BD080CD6-695D-4AC0-B2E8-E0873A0CDB5D}">
      <dsp:nvSpPr>
        <dsp:cNvPr id="0" name=""/>
        <dsp:cNvSpPr/>
      </dsp:nvSpPr>
      <dsp:spPr>
        <a:xfrm>
          <a:off x="1995151" y="2742621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Asst 3</a:t>
          </a:r>
        </a:p>
      </dsp:txBody>
      <dsp:txXfrm>
        <a:off x="1995151" y="2742621"/>
        <a:ext cx="1929727" cy="964863"/>
      </dsp:txXfrm>
    </dsp:sp>
    <dsp:sp modelId="{181DEBF6-D3FF-4243-BE7F-AEB2596EC284}">
      <dsp:nvSpPr>
        <dsp:cNvPr id="0" name=""/>
        <dsp:cNvSpPr/>
      </dsp:nvSpPr>
      <dsp:spPr>
        <a:xfrm>
          <a:off x="4330121" y="2742621"/>
          <a:ext cx="1929727" cy="964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Asst 2</a:t>
          </a:r>
        </a:p>
      </dsp:txBody>
      <dsp:txXfrm>
        <a:off x="4330121" y="2742621"/>
        <a:ext cx="1929727" cy="9648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D706-A1A2-14D6-15F4-50D35F488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59FEF-8F8B-5607-9460-4812CA055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6D4A-1186-24C8-CC7C-878914AEE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C7DE7-B542-7F44-6D20-EC2608A6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9C45A-0D56-32B6-D807-F8FADE45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0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D8E7-58D4-1F98-F1E9-C0584E12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337A8-BBE2-3AB1-8107-2630412D3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6AA40-941D-AECE-C46D-5879A9B8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2E631-3D88-564C-D440-37005405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86BC4-F406-8B19-E4E6-6899B3CD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57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A18B-BFF0-48F7-3809-A310B144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E3138-617E-C7FC-7BAF-DCD327ECE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DC870-CB9F-F10A-3CBC-60BB5395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8A6B3-4A83-9810-90D8-4F69001C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4DF33-C213-5FAB-9517-D45719A3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2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B4C88-30D1-D6CF-0506-619F1A9E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79DD9-E978-E0E8-51EE-5B095F162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C869E-FB17-CA25-8D0B-C2F07CD9C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8D2D1-FAB0-4F95-FCBB-B766265D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0277A-B327-3DF7-8540-B37299E2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8F4EB-DC72-4F23-9E0A-3E03F4D8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6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E6881-EBA4-9923-4672-9302040E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8E83C-3ACA-24B7-EC4B-F5B918806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A0A52-DAC1-675E-7B40-C143D64A5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44852-DF54-EAA8-7E5B-8D8A5DC03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DE31FC-07DC-1663-F6E9-68685452D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6FD567-8D28-E2D1-EF6E-E005F8DA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02010D-8547-9080-7060-013FAE16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CE1EE2-C358-159C-BD64-8527AA66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7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CB4D-79E4-41F0-8335-795B98AC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A2033-62D1-D90E-F740-99B0F54EE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ECFFC-782A-DF41-2DB9-7E346975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85804-B54B-42C7-4585-92E77B01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73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9D5A08-8A05-35C6-1B8C-018910A00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73B111-A67D-DBBC-6A14-F54D33EB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CAA9E-BF9B-3BE6-A5D9-0D6CBB7D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6E7E-026D-32BD-282A-933525B0F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69C6B-55E8-08FD-9E7F-D1D60F515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13E2E-15C1-5529-EB3D-396F94D25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3FD49-D377-F3A0-4940-43EF84C5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9F9E1-49A5-DEB9-DC99-4C8006420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940E8-9371-7B2C-CF65-2F8FE28B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7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7C31-9938-14C3-055E-AADBE5421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549A4-4A69-1FCC-AF04-D0FA09AB6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979FF-1E63-5EFE-D3AF-CC4789A62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7AC53-C969-3565-69BD-2A419968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61692-99D0-0F8F-38E6-495F9B738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DAAFA-DB57-954E-6020-97D7BB37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D4488-4CD2-F33D-F421-868252F7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4C66C-1D9A-05FD-1232-4FFAE038A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36DA3-AAD0-6E0B-6E42-B68F407F1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7E742-05CB-66DD-C8B6-043264BF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AD3BD-9FD7-72AE-91D5-F515684C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7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273F3-5DFB-FB96-3D2F-BF4C763D1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442CD-FCF3-7289-2336-A19DD044E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54AEC-C0B7-7BF2-22D2-B8A80AAB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AAE86-5A6D-C8B1-7E09-5B282DE21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AB713-B040-2D19-7AD9-30D20792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5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57A5C9-8B1D-5171-B403-38BA10CF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4731D-0591-482B-EAC1-F56F105AD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0B3EE-82B6-79F7-F933-954449010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E8444D-2F93-44F3-810C-B43DF4BCC72B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336A9-12BB-A81E-92D9-28AD5C5B3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DAC74-3A99-4A84-F9A5-CE2DF7B85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30B40-D4D9-4F3C-807A-8C5093C4A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13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ADC9FE-399D-30CA-0A7F-DA2E69242B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556327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2653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0EA5F94-4473-790B-8176-4D1F5848F2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136633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647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58AB43A-BF6E-5489-20DF-2BB82E67F0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74720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838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2026-09-25T08:17:56Z</dcterms:created>
  <dcterms:modified xsi:type="dcterms:W3CDTF">2026-09-25T08:17:59Z</dcterms:modified>
</cp:coreProperties>
</file>