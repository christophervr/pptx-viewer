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70005-B9D3-4014-BFBF-70E7481CE3D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14C95A-E430-404E-A4FF-B1BB90079FF2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963AD7E2-0062-4C4A-B629-457832986ADF}" type="parTrans" cxnId="{A1252AC2-567D-4C0D-9F4C-5FB75CDD859C}">
      <dgm:prSet/>
      <dgm:spPr/>
      <dgm:t>
        <a:bodyPr/>
        <a:lstStyle/>
        <a:p>
          <a:endParaRPr lang="en-US"/>
        </a:p>
      </dgm:t>
    </dgm:pt>
    <dgm:pt modelId="{A22C62D6-F973-4CDF-811D-1AF22305A884}" type="sibTrans" cxnId="{A1252AC2-567D-4C0D-9F4C-5FB75CDD859C}">
      <dgm:prSet/>
      <dgm:spPr/>
      <dgm:t>
        <a:bodyPr/>
        <a:lstStyle/>
        <a:p>
          <a:endParaRPr lang="en-US"/>
        </a:p>
      </dgm:t>
    </dgm:pt>
    <dgm:pt modelId="{53B2731A-B8D8-4BD4-A99D-C2A1DF93F5CC}" type="asst">
      <dgm:prSet phldrT="[Text]" phldr="1"/>
      <dgm:spPr/>
      <dgm:t>
        <a:bodyPr/>
        <a:lstStyle/>
        <a:p>
          <a:endParaRPr lang="en-US"/>
        </a:p>
      </dgm:t>
    </dgm:pt>
    <dgm:pt modelId="{155CE232-A30F-4320-B582-56E2D3E830D6}" type="parTrans" cxnId="{37D78811-630C-469C-9882-BFB7038F2E61}">
      <dgm:prSet/>
      <dgm:spPr/>
      <dgm:t>
        <a:bodyPr/>
        <a:lstStyle/>
        <a:p>
          <a:endParaRPr lang="en-US"/>
        </a:p>
      </dgm:t>
    </dgm:pt>
    <dgm:pt modelId="{4CDF2784-1B90-4A50-86DF-D57C08ECF70B}" type="sibTrans" cxnId="{37D78811-630C-469C-9882-BFB7038F2E61}">
      <dgm:prSet/>
      <dgm:spPr/>
      <dgm:t>
        <a:bodyPr/>
        <a:lstStyle/>
        <a:p>
          <a:endParaRPr lang="en-US"/>
        </a:p>
      </dgm:t>
    </dgm:pt>
    <dgm:pt modelId="{35761F02-C713-4A5D-B5E4-39D5DBA6E8EF}">
      <dgm:prSet phldrT="[Text]" phldr="1"/>
      <dgm:spPr/>
      <dgm:t>
        <a:bodyPr/>
        <a:lstStyle/>
        <a:p>
          <a:endParaRPr lang="en-US"/>
        </a:p>
      </dgm:t>
    </dgm:pt>
    <dgm:pt modelId="{55AC063F-9D65-4728-8C3C-13B201E61A98}" type="parTrans" cxnId="{FEC8E02C-D948-4672-9A70-6A51276256D0}">
      <dgm:prSet/>
      <dgm:spPr/>
      <dgm:t>
        <a:bodyPr/>
        <a:lstStyle/>
        <a:p>
          <a:endParaRPr lang="en-US"/>
        </a:p>
      </dgm:t>
    </dgm:pt>
    <dgm:pt modelId="{C5A89622-D2BC-4825-815D-60A9A12FBC9D}" type="sibTrans" cxnId="{FEC8E02C-D948-4672-9A70-6A51276256D0}">
      <dgm:prSet/>
      <dgm:spPr/>
      <dgm:t>
        <a:bodyPr/>
        <a:lstStyle/>
        <a:p>
          <a:endParaRPr lang="en-US"/>
        </a:p>
      </dgm:t>
    </dgm:pt>
    <dgm:pt modelId="{9957839B-B665-4E61-9E07-78A204D44C46}">
      <dgm:prSet phldrT="[Text]" phldr="1"/>
      <dgm:spPr/>
      <dgm:t>
        <a:bodyPr/>
        <a:lstStyle/>
        <a:p>
          <a:endParaRPr lang="en-US"/>
        </a:p>
      </dgm:t>
    </dgm:pt>
    <dgm:pt modelId="{73369B30-CD2F-46F2-BB1E-280261B66370}" type="parTrans" cxnId="{CE18B8FC-062A-4C01-9E80-218A5A7BC904}">
      <dgm:prSet/>
      <dgm:spPr/>
      <dgm:t>
        <a:bodyPr/>
        <a:lstStyle/>
        <a:p>
          <a:endParaRPr lang="en-US"/>
        </a:p>
      </dgm:t>
    </dgm:pt>
    <dgm:pt modelId="{F68B5D3A-589D-4018-9F3C-8401DF8649ED}" type="sibTrans" cxnId="{CE18B8FC-062A-4C01-9E80-218A5A7BC904}">
      <dgm:prSet/>
      <dgm:spPr/>
      <dgm:t>
        <a:bodyPr/>
        <a:lstStyle/>
        <a:p>
          <a:endParaRPr lang="en-US"/>
        </a:p>
      </dgm:t>
    </dgm:pt>
    <dgm:pt modelId="{37CABA09-F732-4DD9-9095-BD14E1AE1ED6}">
      <dgm:prSet phldrT="[Text]" phldr="1"/>
      <dgm:spPr/>
      <dgm:t>
        <a:bodyPr/>
        <a:lstStyle/>
        <a:p>
          <a:endParaRPr lang="en-US"/>
        </a:p>
      </dgm:t>
    </dgm:pt>
    <dgm:pt modelId="{9CB2C0A7-9C68-4D71-98DE-FCEECF149FCD}" type="parTrans" cxnId="{681F8FEF-8E6A-414A-8A96-B2E41684A728}">
      <dgm:prSet/>
      <dgm:spPr/>
      <dgm:t>
        <a:bodyPr/>
        <a:lstStyle/>
        <a:p>
          <a:endParaRPr lang="en-US"/>
        </a:p>
      </dgm:t>
    </dgm:pt>
    <dgm:pt modelId="{81054261-14AF-4877-B8D8-D2BB13253227}" type="sibTrans" cxnId="{681F8FEF-8E6A-414A-8A96-B2E41684A728}">
      <dgm:prSet/>
      <dgm:spPr/>
      <dgm:t>
        <a:bodyPr/>
        <a:lstStyle/>
        <a:p>
          <a:endParaRPr lang="en-US"/>
        </a:p>
      </dgm:t>
    </dgm:pt>
    <dgm:pt modelId="{1808B7EA-A642-4AE1-BBC5-76933F4DCB14}">
      <dgm:prSet phldrT="[Text]"/>
      <dgm:spPr/>
      <dgm:t>
        <a:bodyPr/>
        <a:lstStyle/>
        <a:p>
          <a:r>
            <a:rPr lang="en-US"/>
            <a:t>Report A</a:t>
          </a:r>
        </a:p>
      </dgm:t>
    </dgm:pt>
    <dgm:pt modelId="{6691ACD5-4443-4539-9949-AB9E33A0599A}" type="parTrans" cxnId="{A7BDE743-0440-41B1-917B-115C734F1E2F}">
      <dgm:prSet/>
      <dgm:spPr/>
    </dgm:pt>
    <dgm:pt modelId="{4E7CE69D-D7D8-4F2E-95B8-34BEF789CCCA}" type="sibTrans" cxnId="{A7BDE743-0440-41B1-917B-115C734F1E2F}">
      <dgm:prSet/>
      <dgm:spPr/>
    </dgm:pt>
    <dgm:pt modelId="{AA05AAA3-BA70-4638-AE47-D960817CA005}">
      <dgm:prSet phldrT="[Text]"/>
      <dgm:spPr/>
      <dgm:t>
        <a:bodyPr/>
        <a:lstStyle/>
        <a:p>
          <a:r>
            <a:rPr lang="en-US"/>
            <a:t>Report B</a:t>
          </a:r>
        </a:p>
      </dgm:t>
    </dgm:pt>
    <dgm:pt modelId="{04C78638-5686-4781-9C93-CCD627F63028}" type="parTrans" cxnId="{CCFE1AD5-1327-4866-BBED-9DC1DAB9C0AB}">
      <dgm:prSet/>
      <dgm:spPr/>
    </dgm:pt>
    <dgm:pt modelId="{620E50C0-5CBC-465C-8878-16E7218B058B}" type="sibTrans" cxnId="{CCFE1AD5-1327-4866-BBED-9DC1DAB9C0AB}">
      <dgm:prSet/>
      <dgm:spPr/>
    </dgm:pt>
    <dgm:pt modelId="{48133886-8A19-49F2-8702-DD95057867C4}">
      <dgm:prSet phldrT="[Text]"/>
      <dgm:spPr/>
      <dgm:t>
        <a:bodyPr/>
        <a:lstStyle/>
        <a:p>
          <a:r>
            <a:rPr lang="en-US"/>
            <a:t>Report C</a:t>
          </a:r>
        </a:p>
      </dgm:t>
    </dgm:pt>
    <dgm:pt modelId="{31E761DA-03E2-44CB-80A9-A7C43CC175B5}" type="parTrans" cxnId="{86294384-5232-47CB-BE11-00280D5747C1}">
      <dgm:prSet/>
      <dgm:spPr/>
    </dgm:pt>
    <dgm:pt modelId="{1E763355-9139-4B28-BDBD-0EAB12B9B90E}" type="sibTrans" cxnId="{86294384-5232-47CB-BE11-00280D5747C1}">
      <dgm:prSet/>
      <dgm:spPr/>
    </dgm:pt>
    <dgm:pt modelId="{243AD169-EA82-4DBE-8FCF-AB3FC001A6F8}">
      <dgm:prSet phldrT="[Text]"/>
      <dgm:spPr/>
      <dgm:t>
        <a:bodyPr/>
        <a:lstStyle/>
        <a:p>
          <a:r>
            <a:rPr lang="en-US"/>
            <a:t>Team 1</a:t>
          </a:r>
        </a:p>
      </dgm:t>
    </dgm:pt>
    <dgm:pt modelId="{8F4927DA-AF86-4846-BC45-D8DCE63C1258}" type="parTrans" cxnId="{892FBFAF-797B-437C-A243-C9F59CE91380}">
      <dgm:prSet/>
      <dgm:spPr/>
    </dgm:pt>
    <dgm:pt modelId="{26761571-30F1-4102-A458-F53A20A996A4}" type="sibTrans" cxnId="{892FBFAF-797B-437C-A243-C9F59CE91380}">
      <dgm:prSet/>
      <dgm:spPr/>
    </dgm:pt>
    <dgm:pt modelId="{697B3585-CA34-40F1-B9E5-168A961736CD}">
      <dgm:prSet phldrT="[Text]"/>
      <dgm:spPr/>
      <dgm:t>
        <a:bodyPr/>
        <a:lstStyle/>
        <a:p>
          <a:r>
            <a:rPr lang="en-US"/>
            <a:t>Team 2</a:t>
          </a:r>
        </a:p>
      </dgm:t>
    </dgm:pt>
    <dgm:pt modelId="{41B023D0-5A72-4CD2-B1A2-5611572A2CC0}" type="parTrans" cxnId="{41979442-64F8-4F59-A459-E96747FDDF5C}">
      <dgm:prSet/>
      <dgm:spPr/>
    </dgm:pt>
    <dgm:pt modelId="{F9FC25B0-8388-4575-8F08-C355CB21FD12}" type="sibTrans" cxnId="{41979442-64F8-4F59-A459-E96747FDDF5C}">
      <dgm:prSet/>
      <dgm:spPr/>
    </dgm:pt>
    <dgm:pt modelId="{282F13D0-EF63-4FD8-BF0C-8198ABD379BE}">
      <dgm:prSet phldrT="[Text]"/>
      <dgm:spPr/>
      <dgm:t>
        <a:bodyPr/>
        <a:lstStyle/>
        <a:p>
          <a:r>
            <a:rPr lang="en-US"/>
            <a:t>Team 3</a:t>
          </a:r>
        </a:p>
      </dgm:t>
    </dgm:pt>
    <dgm:pt modelId="{CFA57FF8-A6D6-48EE-BAE1-FD23A9ECF699}" type="parTrans" cxnId="{B467AC6F-9057-49FC-945F-4224FFB7A890}">
      <dgm:prSet/>
      <dgm:spPr/>
    </dgm:pt>
    <dgm:pt modelId="{3EF81878-F80C-4B4A-B619-5F251A60B375}" type="sibTrans" cxnId="{B467AC6F-9057-49FC-945F-4224FFB7A890}">
      <dgm:prSet/>
      <dgm:spPr/>
    </dgm:pt>
    <dgm:pt modelId="{C592E363-E14B-4FE3-8F50-E205F5CECA96}">
      <dgm:prSet phldrT="[Text]"/>
      <dgm:spPr/>
      <dgm:t>
        <a:bodyPr/>
        <a:lstStyle/>
        <a:p>
          <a:r>
            <a:rPr lang="en-US"/>
            <a:t>Team 4</a:t>
          </a:r>
        </a:p>
      </dgm:t>
    </dgm:pt>
    <dgm:pt modelId="{4033251D-6611-4F53-BDDE-B282367BC0C0}" type="parTrans" cxnId="{AA08C9CE-35EA-4D25-A69E-12BF82A010FC}">
      <dgm:prSet/>
      <dgm:spPr/>
    </dgm:pt>
    <dgm:pt modelId="{4C99B814-6682-42A5-8155-EF6623D6CC34}" type="sibTrans" cxnId="{AA08C9CE-35EA-4D25-A69E-12BF82A010FC}">
      <dgm:prSet/>
      <dgm:spPr/>
    </dgm:pt>
    <dgm:pt modelId="{A5825405-7829-4BA2-8924-84718E6A9540}">
      <dgm:prSet phldrT="[Text]"/>
      <dgm:spPr/>
      <dgm:t>
        <a:bodyPr/>
        <a:lstStyle/>
        <a:p>
          <a:r>
            <a:rPr lang="en-US"/>
            <a:t>Team 5</a:t>
          </a:r>
        </a:p>
      </dgm:t>
    </dgm:pt>
    <dgm:pt modelId="{71872B90-446E-4010-A12D-68FC8393E08D}" type="parTrans" cxnId="{FC733E3A-4E45-4D26-B230-966DB71C62A7}">
      <dgm:prSet/>
      <dgm:spPr/>
    </dgm:pt>
    <dgm:pt modelId="{A59C102C-39A6-4B10-AC07-42544AD4C9A1}" type="sibTrans" cxnId="{FC733E3A-4E45-4D26-B230-966DB71C62A7}">
      <dgm:prSet/>
      <dgm:spPr/>
    </dgm:pt>
    <dgm:pt modelId="{CF952224-70DA-4429-ACD8-C98A848A9027}" type="pres">
      <dgm:prSet presAssocID="{A3070005-B9D3-4014-BFBF-70E7481CE3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5AAAE24-F9B9-41D6-80F9-DAC2FE45C1C0}" type="pres">
      <dgm:prSet presAssocID="{B014C95A-E430-404E-A4FF-B1BB90079FF2}" presName="hierRoot1" presStyleCnt="0">
        <dgm:presLayoutVars>
          <dgm:hierBranch/>
        </dgm:presLayoutVars>
      </dgm:prSet>
      <dgm:spPr/>
    </dgm:pt>
    <dgm:pt modelId="{3A5D0CBA-7096-47A5-A6F4-D38C5FC58661}" type="pres">
      <dgm:prSet presAssocID="{B014C95A-E430-404E-A4FF-B1BB90079FF2}" presName="rootComposite1" presStyleCnt="0"/>
      <dgm:spPr/>
    </dgm:pt>
    <dgm:pt modelId="{5FF6DA6A-E49F-4827-8270-CD7141D164C8}" type="pres">
      <dgm:prSet presAssocID="{B014C95A-E430-404E-A4FF-B1BB90079FF2}" presName="rootText1" presStyleLbl="node0" presStyleIdx="0" presStyleCnt="1">
        <dgm:presLayoutVars>
          <dgm:chPref val="3"/>
        </dgm:presLayoutVars>
      </dgm:prSet>
      <dgm:spPr/>
    </dgm:pt>
    <dgm:pt modelId="{3C43AB36-C9F3-4670-9668-C73A85EF13D8}" type="pres">
      <dgm:prSet presAssocID="{B014C95A-E430-404E-A4FF-B1BB90079FF2}" presName="rootConnector1" presStyleLbl="node1" presStyleIdx="0" presStyleCnt="0"/>
      <dgm:spPr/>
    </dgm:pt>
    <dgm:pt modelId="{86F5F5EF-97C6-4922-B0AA-63F6ED90D55B}" type="pres">
      <dgm:prSet presAssocID="{B014C95A-E430-404E-A4FF-B1BB90079FF2}" presName="hierChild2" presStyleCnt="0"/>
      <dgm:spPr/>
    </dgm:pt>
    <dgm:pt modelId="{16D90DC4-DBC5-49F8-8A31-BF65235EBEF9}" type="pres">
      <dgm:prSet presAssocID="{55AC063F-9D65-4728-8C3C-13B201E61A98}" presName="Name35" presStyleLbl="parChTrans1D2" presStyleIdx="0" presStyleCnt="4"/>
      <dgm:spPr/>
    </dgm:pt>
    <dgm:pt modelId="{192E1763-C715-465C-A615-E1B1AB30B3C6}" type="pres">
      <dgm:prSet presAssocID="{35761F02-C713-4A5D-B5E4-39D5DBA6E8EF}" presName="hierRoot2" presStyleCnt="0">
        <dgm:presLayoutVars>
          <dgm:hierBranch val="init"/>
        </dgm:presLayoutVars>
      </dgm:prSet>
      <dgm:spPr/>
    </dgm:pt>
    <dgm:pt modelId="{D3991606-63EA-4599-95F8-F389ACBF9A51}" type="pres">
      <dgm:prSet presAssocID="{35761F02-C713-4A5D-B5E4-39D5DBA6E8EF}" presName="rootComposite" presStyleCnt="0"/>
      <dgm:spPr/>
    </dgm:pt>
    <dgm:pt modelId="{1DB7FC3B-DDFC-4FC0-A0FB-87697CE19007}" type="pres">
      <dgm:prSet presAssocID="{35761F02-C713-4A5D-B5E4-39D5DBA6E8EF}" presName="rootText" presStyleLbl="node2" presStyleIdx="0" presStyleCnt="3">
        <dgm:presLayoutVars>
          <dgm:chPref val="3"/>
        </dgm:presLayoutVars>
      </dgm:prSet>
      <dgm:spPr/>
    </dgm:pt>
    <dgm:pt modelId="{6507BF93-4C2C-4B3E-AFE6-AEF8653D81EB}" type="pres">
      <dgm:prSet presAssocID="{35761F02-C713-4A5D-B5E4-39D5DBA6E8EF}" presName="rootConnector" presStyleLbl="node2" presStyleIdx="0" presStyleCnt="3"/>
      <dgm:spPr/>
    </dgm:pt>
    <dgm:pt modelId="{51EDA87D-011B-4708-A777-F8254B4E876A}" type="pres">
      <dgm:prSet presAssocID="{35761F02-C713-4A5D-B5E4-39D5DBA6E8EF}" presName="hierChild4" presStyleCnt="0"/>
      <dgm:spPr/>
    </dgm:pt>
    <dgm:pt modelId="{8FA4998E-3445-4459-8580-1D3AC8ACB607}" type="pres">
      <dgm:prSet presAssocID="{6691ACD5-4443-4539-9949-AB9E33A0599A}" presName="Name37" presStyleLbl="parChTrans1D3" presStyleIdx="0" presStyleCnt="3"/>
      <dgm:spPr/>
    </dgm:pt>
    <dgm:pt modelId="{A05C49C9-A8F1-431B-AF11-B8EC2EA302AF}" type="pres">
      <dgm:prSet presAssocID="{1808B7EA-A642-4AE1-BBC5-76933F4DCB14}" presName="hierRoot2" presStyleCnt="0">
        <dgm:presLayoutVars>
          <dgm:hierBranch val="init"/>
        </dgm:presLayoutVars>
      </dgm:prSet>
      <dgm:spPr/>
    </dgm:pt>
    <dgm:pt modelId="{014DCCDE-6FA6-4B26-B1F8-DBB9B10181A0}" type="pres">
      <dgm:prSet presAssocID="{1808B7EA-A642-4AE1-BBC5-76933F4DCB14}" presName="rootComposite" presStyleCnt="0"/>
      <dgm:spPr/>
    </dgm:pt>
    <dgm:pt modelId="{7CA1D5CD-BF87-42BB-AD3C-5F80866422D5}" type="pres">
      <dgm:prSet presAssocID="{1808B7EA-A642-4AE1-BBC5-76933F4DCB14}" presName="rootText" presStyleLbl="node3" presStyleIdx="0" presStyleCnt="3">
        <dgm:presLayoutVars>
          <dgm:chPref val="3"/>
        </dgm:presLayoutVars>
      </dgm:prSet>
      <dgm:spPr/>
    </dgm:pt>
    <dgm:pt modelId="{9E27B84B-93D1-4C57-9286-077025894715}" type="pres">
      <dgm:prSet presAssocID="{1808B7EA-A642-4AE1-BBC5-76933F4DCB14}" presName="rootConnector" presStyleLbl="node3" presStyleIdx="0" presStyleCnt="3"/>
      <dgm:spPr/>
    </dgm:pt>
    <dgm:pt modelId="{C9D8450F-0CEE-407F-81AF-D6F7B87A9D23}" type="pres">
      <dgm:prSet presAssocID="{1808B7EA-A642-4AE1-BBC5-76933F4DCB14}" presName="hierChild4" presStyleCnt="0"/>
      <dgm:spPr/>
    </dgm:pt>
    <dgm:pt modelId="{DCAED35B-E5AF-4AED-8AAD-C799A3D90B29}" type="pres">
      <dgm:prSet presAssocID="{1808B7EA-A642-4AE1-BBC5-76933F4DCB14}" presName="hierChild5" presStyleCnt="0"/>
      <dgm:spPr/>
    </dgm:pt>
    <dgm:pt modelId="{1BE2C26F-02DA-4B65-908C-6C135F863A17}" type="pres">
      <dgm:prSet presAssocID="{04C78638-5686-4781-9C93-CCD627F63028}" presName="Name37" presStyleLbl="parChTrans1D3" presStyleIdx="1" presStyleCnt="3"/>
      <dgm:spPr/>
    </dgm:pt>
    <dgm:pt modelId="{0BB5FCC9-DAC2-44F9-9783-70109DEB3A07}" type="pres">
      <dgm:prSet presAssocID="{AA05AAA3-BA70-4638-AE47-D960817CA005}" presName="hierRoot2" presStyleCnt="0">
        <dgm:presLayoutVars>
          <dgm:hierBranch val="init"/>
        </dgm:presLayoutVars>
      </dgm:prSet>
      <dgm:spPr/>
    </dgm:pt>
    <dgm:pt modelId="{CD4DBF9F-EEFD-490A-A525-843597839D56}" type="pres">
      <dgm:prSet presAssocID="{AA05AAA3-BA70-4638-AE47-D960817CA005}" presName="rootComposite" presStyleCnt="0"/>
      <dgm:spPr/>
    </dgm:pt>
    <dgm:pt modelId="{AC010A47-2DE9-4DFA-9FE1-B830429B6C63}" type="pres">
      <dgm:prSet presAssocID="{AA05AAA3-BA70-4638-AE47-D960817CA005}" presName="rootText" presStyleLbl="node3" presStyleIdx="1" presStyleCnt="3">
        <dgm:presLayoutVars>
          <dgm:chPref val="3"/>
        </dgm:presLayoutVars>
      </dgm:prSet>
      <dgm:spPr/>
    </dgm:pt>
    <dgm:pt modelId="{F03256C3-9340-4566-81BF-297DDCC10D19}" type="pres">
      <dgm:prSet presAssocID="{AA05AAA3-BA70-4638-AE47-D960817CA005}" presName="rootConnector" presStyleLbl="node3" presStyleIdx="1" presStyleCnt="3"/>
      <dgm:spPr/>
    </dgm:pt>
    <dgm:pt modelId="{6BF43DDE-E965-49DB-B146-EBE6BA57EF44}" type="pres">
      <dgm:prSet presAssocID="{AA05AAA3-BA70-4638-AE47-D960817CA005}" presName="hierChild4" presStyleCnt="0"/>
      <dgm:spPr/>
    </dgm:pt>
    <dgm:pt modelId="{3DBEE20B-CEC7-45CF-9158-67322ABDD7E2}" type="pres">
      <dgm:prSet presAssocID="{8F4927DA-AF86-4846-BC45-D8DCE63C1258}" presName="Name37" presStyleLbl="parChTrans1D4" presStyleIdx="0" presStyleCnt="5"/>
      <dgm:spPr/>
    </dgm:pt>
    <dgm:pt modelId="{C83D68E3-F506-4453-8202-B3C5D1F8EC83}" type="pres">
      <dgm:prSet presAssocID="{243AD169-EA82-4DBE-8FCF-AB3FC001A6F8}" presName="hierRoot2" presStyleCnt="0">
        <dgm:presLayoutVars>
          <dgm:hierBranch val="init"/>
        </dgm:presLayoutVars>
      </dgm:prSet>
      <dgm:spPr/>
    </dgm:pt>
    <dgm:pt modelId="{DE4D97F2-4BDA-40C1-A188-D446E90D733D}" type="pres">
      <dgm:prSet presAssocID="{243AD169-EA82-4DBE-8FCF-AB3FC001A6F8}" presName="rootComposite" presStyleCnt="0"/>
      <dgm:spPr/>
    </dgm:pt>
    <dgm:pt modelId="{F98E94C0-ED43-4F56-ACB0-ECB83C471C50}" type="pres">
      <dgm:prSet presAssocID="{243AD169-EA82-4DBE-8FCF-AB3FC001A6F8}" presName="rootText" presStyleLbl="node4" presStyleIdx="0" presStyleCnt="5">
        <dgm:presLayoutVars>
          <dgm:chPref val="3"/>
        </dgm:presLayoutVars>
      </dgm:prSet>
      <dgm:spPr/>
    </dgm:pt>
    <dgm:pt modelId="{A1CC836E-9B88-4C1C-AA11-780937F6FABF}" type="pres">
      <dgm:prSet presAssocID="{243AD169-EA82-4DBE-8FCF-AB3FC001A6F8}" presName="rootConnector" presStyleLbl="node4" presStyleIdx="0" presStyleCnt="5"/>
      <dgm:spPr/>
    </dgm:pt>
    <dgm:pt modelId="{B97FBE30-4F09-4F2B-B186-537894243E87}" type="pres">
      <dgm:prSet presAssocID="{243AD169-EA82-4DBE-8FCF-AB3FC001A6F8}" presName="hierChild4" presStyleCnt="0"/>
      <dgm:spPr/>
    </dgm:pt>
    <dgm:pt modelId="{99C4DE78-0A7A-4778-B0B4-443EA9760004}" type="pres">
      <dgm:prSet presAssocID="{4033251D-6611-4F53-BDDE-B282367BC0C0}" presName="Name37" presStyleLbl="parChTrans1D4" presStyleIdx="1" presStyleCnt="5"/>
      <dgm:spPr/>
    </dgm:pt>
    <dgm:pt modelId="{0523F609-4465-494F-B4A0-E7784E6D0A4B}" type="pres">
      <dgm:prSet presAssocID="{C592E363-E14B-4FE3-8F50-E205F5CECA96}" presName="hierRoot2" presStyleCnt="0">
        <dgm:presLayoutVars>
          <dgm:hierBranch val="init"/>
        </dgm:presLayoutVars>
      </dgm:prSet>
      <dgm:spPr/>
    </dgm:pt>
    <dgm:pt modelId="{B1088330-9318-4CB7-B7AB-6F3388DE17BA}" type="pres">
      <dgm:prSet presAssocID="{C592E363-E14B-4FE3-8F50-E205F5CECA96}" presName="rootComposite" presStyleCnt="0"/>
      <dgm:spPr/>
    </dgm:pt>
    <dgm:pt modelId="{4EC191D6-B530-4FA4-9715-C73FE285D450}" type="pres">
      <dgm:prSet presAssocID="{C592E363-E14B-4FE3-8F50-E205F5CECA96}" presName="rootText" presStyleLbl="node4" presStyleIdx="1" presStyleCnt="5">
        <dgm:presLayoutVars>
          <dgm:chPref val="3"/>
        </dgm:presLayoutVars>
      </dgm:prSet>
      <dgm:spPr/>
    </dgm:pt>
    <dgm:pt modelId="{D37A7B03-36FA-4CAF-936A-83D8EDB9D0AC}" type="pres">
      <dgm:prSet presAssocID="{C592E363-E14B-4FE3-8F50-E205F5CECA96}" presName="rootConnector" presStyleLbl="node4" presStyleIdx="1" presStyleCnt="5"/>
      <dgm:spPr/>
    </dgm:pt>
    <dgm:pt modelId="{4FA53F61-E5AF-4367-8289-1583DA59326F}" type="pres">
      <dgm:prSet presAssocID="{C592E363-E14B-4FE3-8F50-E205F5CECA96}" presName="hierChild4" presStyleCnt="0"/>
      <dgm:spPr/>
    </dgm:pt>
    <dgm:pt modelId="{69D25EDA-8295-40EE-AA79-1D15E4975B33}" type="pres">
      <dgm:prSet presAssocID="{C592E363-E14B-4FE3-8F50-E205F5CECA96}" presName="hierChild5" presStyleCnt="0"/>
      <dgm:spPr/>
    </dgm:pt>
    <dgm:pt modelId="{778FE554-5250-46BB-9386-1B5800B41FA3}" type="pres">
      <dgm:prSet presAssocID="{71872B90-446E-4010-A12D-68FC8393E08D}" presName="Name37" presStyleLbl="parChTrans1D4" presStyleIdx="2" presStyleCnt="5"/>
      <dgm:spPr/>
    </dgm:pt>
    <dgm:pt modelId="{2E02D558-5F88-42BC-AA66-6062C5AB65E9}" type="pres">
      <dgm:prSet presAssocID="{A5825405-7829-4BA2-8924-84718E6A9540}" presName="hierRoot2" presStyleCnt="0">
        <dgm:presLayoutVars>
          <dgm:hierBranch val="init"/>
        </dgm:presLayoutVars>
      </dgm:prSet>
      <dgm:spPr/>
    </dgm:pt>
    <dgm:pt modelId="{55E1E6C0-A5EC-42C8-A3D9-0034A9A50B7B}" type="pres">
      <dgm:prSet presAssocID="{A5825405-7829-4BA2-8924-84718E6A9540}" presName="rootComposite" presStyleCnt="0"/>
      <dgm:spPr/>
    </dgm:pt>
    <dgm:pt modelId="{9030A3A8-4C08-4E08-9FD4-B8A1509B4D7A}" type="pres">
      <dgm:prSet presAssocID="{A5825405-7829-4BA2-8924-84718E6A9540}" presName="rootText" presStyleLbl="node4" presStyleIdx="2" presStyleCnt="5">
        <dgm:presLayoutVars>
          <dgm:chPref val="3"/>
        </dgm:presLayoutVars>
      </dgm:prSet>
      <dgm:spPr/>
    </dgm:pt>
    <dgm:pt modelId="{F77732CC-B907-4C96-BD56-6CC0BC8FCEB5}" type="pres">
      <dgm:prSet presAssocID="{A5825405-7829-4BA2-8924-84718E6A9540}" presName="rootConnector" presStyleLbl="node4" presStyleIdx="2" presStyleCnt="5"/>
      <dgm:spPr/>
    </dgm:pt>
    <dgm:pt modelId="{72288A6C-BC19-46E4-846E-CD7B6033E505}" type="pres">
      <dgm:prSet presAssocID="{A5825405-7829-4BA2-8924-84718E6A9540}" presName="hierChild4" presStyleCnt="0"/>
      <dgm:spPr/>
    </dgm:pt>
    <dgm:pt modelId="{00E698D0-C273-4DFC-95E9-3F35C16C41B4}" type="pres">
      <dgm:prSet presAssocID="{A5825405-7829-4BA2-8924-84718E6A9540}" presName="hierChild5" presStyleCnt="0"/>
      <dgm:spPr/>
    </dgm:pt>
    <dgm:pt modelId="{671DFEC4-F49D-43CD-8D57-2C9E9474E63A}" type="pres">
      <dgm:prSet presAssocID="{243AD169-EA82-4DBE-8FCF-AB3FC001A6F8}" presName="hierChild5" presStyleCnt="0"/>
      <dgm:spPr/>
    </dgm:pt>
    <dgm:pt modelId="{6A126F57-5035-4BFB-9CC9-24008567E173}" type="pres">
      <dgm:prSet presAssocID="{41B023D0-5A72-4CD2-B1A2-5611572A2CC0}" presName="Name37" presStyleLbl="parChTrans1D4" presStyleIdx="3" presStyleCnt="5"/>
      <dgm:spPr/>
    </dgm:pt>
    <dgm:pt modelId="{9D35B228-E6D8-4749-9145-3EDB4B897AF0}" type="pres">
      <dgm:prSet presAssocID="{697B3585-CA34-40F1-B9E5-168A961736CD}" presName="hierRoot2" presStyleCnt="0">
        <dgm:presLayoutVars>
          <dgm:hierBranch val="init"/>
        </dgm:presLayoutVars>
      </dgm:prSet>
      <dgm:spPr/>
    </dgm:pt>
    <dgm:pt modelId="{94504891-A34B-4276-87B6-F43C09D0C18C}" type="pres">
      <dgm:prSet presAssocID="{697B3585-CA34-40F1-B9E5-168A961736CD}" presName="rootComposite" presStyleCnt="0"/>
      <dgm:spPr/>
    </dgm:pt>
    <dgm:pt modelId="{394D4BB0-491D-46AE-B26A-2DF83B1BEE5E}" type="pres">
      <dgm:prSet presAssocID="{697B3585-CA34-40F1-B9E5-168A961736CD}" presName="rootText" presStyleLbl="node4" presStyleIdx="3" presStyleCnt="5">
        <dgm:presLayoutVars>
          <dgm:chPref val="3"/>
        </dgm:presLayoutVars>
      </dgm:prSet>
      <dgm:spPr/>
    </dgm:pt>
    <dgm:pt modelId="{EA38878B-7A92-4637-9554-6A625557C69F}" type="pres">
      <dgm:prSet presAssocID="{697B3585-CA34-40F1-B9E5-168A961736CD}" presName="rootConnector" presStyleLbl="node4" presStyleIdx="3" presStyleCnt="5"/>
      <dgm:spPr/>
    </dgm:pt>
    <dgm:pt modelId="{0B2465B4-2456-4331-86A7-4873F8D9EF10}" type="pres">
      <dgm:prSet presAssocID="{697B3585-CA34-40F1-B9E5-168A961736CD}" presName="hierChild4" presStyleCnt="0"/>
      <dgm:spPr/>
    </dgm:pt>
    <dgm:pt modelId="{9D452569-BDA5-4DC9-93EE-37A7934229D1}" type="pres">
      <dgm:prSet presAssocID="{697B3585-CA34-40F1-B9E5-168A961736CD}" presName="hierChild5" presStyleCnt="0"/>
      <dgm:spPr/>
    </dgm:pt>
    <dgm:pt modelId="{76D93389-2DD7-4F22-880D-1F9F62DDCF22}" type="pres">
      <dgm:prSet presAssocID="{CFA57FF8-A6D6-48EE-BAE1-FD23A9ECF699}" presName="Name37" presStyleLbl="parChTrans1D4" presStyleIdx="4" presStyleCnt="5"/>
      <dgm:spPr/>
    </dgm:pt>
    <dgm:pt modelId="{3A4A9723-08A4-401F-B9A8-C30315FD557E}" type="pres">
      <dgm:prSet presAssocID="{282F13D0-EF63-4FD8-BF0C-8198ABD379BE}" presName="hierRoot2" presStyleCnt="0">
        <dgm:presLayoutVars>
          <dgm:hierBranch val="init"/>
        </dgm:presLayoutVars>
      </dgm:prSet>
      <dgm:spPr/>
    </dgm:pt>
    <dgm:pt modelId="{59E1B68A-528E-427A-AF6B-EDC6167A8A65}" type="pres">
      <dgm:prSet presAssocID="{282F13D0-EF63-4FD8-BF0C-8198ABD379BE}" presName="rootComposite" presStyleCnt="0"/>
      <dgm:spPr/>
    </dgm:pt>
    <dgm:pt modelId="{95962D9C-A2A2-4656-9215-AB31615D30C0}" type="pres">
      <dgm:prSet presAssocID="{282F13D0-EF63-4FD8-BF0C-8198ABD379BE}" presName="rootText" presStyleLbl="node4" presStyleIdx="4" presStyleCnt="5">
        <dgm:presLayoutVars>
          <dgm:chPref val="3"/>
        </dgm:presLayoutVars>
      </dgm:prSet>
      <dgm:spPr/>
    </dgm:pt>
    <dgm:pt modelId="{689A3ACD-83A5-4E37-9DBC-D170F58D9B0E}" type="pres">
      <dgm:prSet presAssocID="{282F13D0-EF63-4FD8-BF0C-8198ABD379BE}" presName="rootConnector" presStyleLbl="node4" presStyleIdx="4" presStyleCnt="5"/>
      <dgm:spPr/>
    </dgm:pt>
    <dgm:pt modelId="{59DA70DD-E422-44AE-A6C6-075AABD34A0E}" type="pres">
      <dgm:prSet presAssocID="{282F13D0-EF63-4FD8-BF0C-8198ABD379BE}" presName="hierChild4" presStyleCnt="0"/>
      <dgm:spPr/>
    </dgm:pt>
    <dgm:pt modelId="{31DDA137-458A-4553-B024-3704BF9E3E6D}" type="pres">
      <dgm:prSet presAssocID="{282F13D0-EF63-4FD8-BF0C-8198ABD379BE}" presName="hierChild5" presStyleCnt="0"/>
      <dgm:spPr/>
    </dgm:pt>
    <dgm:pt modelId="{9747ED5B-AF6E-4BEE-A194-127B759369B2}" type="pres">
      <dgm:prSet presAssocID="{AA05AAA3-BA70-4638-AE47-D960817CA005}" presName="hierChild5" presStyleCnt="0"/>
      <dgm:spPr/>
    </dgm:pt>
    <dgm:pt modelId="{F015F62F-0400-438A-B865-4421C5B36061}" type="pres">
      <dgm:prSet presAssocID="{31E761DA-03E2-44CB-80A9-A7C43CC175B5}" presName="Name37" presStyleLbl="parChTrans1D3" presStyleIdx="2" presStyleCnt="3"/>
      <dgm:spPr/>
    </dgm:pt>
    <dgm:pt modelId="{1E3186DB-DE61-4E60-94B9-A9A8225F78F7}" type="pres">
      <dgm:prSet presAssocID="{48133886-8A19-49F2-8702-DD95057867C4}" presName="hierRoot2" presStyleCnt="0">
        <dgm:presLayoutVars>
          <dgm:hierBranch val="init"/>
        </dgm:presLayoutVars>
      </dgm:prSet>
      <dgm:spPr/>
    </dgm:pt>
    <dgm:pt modelId="{F66E311E-D868-4F45-AAEC-6A2DF1FFEE00}" type="pres">
      <dgm:prSet presAssocID="{48133886-8A19-49F2-8702-DD95057867C4}" presName="rootComposite" presStyleCnt="0"/>
      <dgm:spPr/>
    </dgm:pt>
    <dgm:pt modelId="{FD528D71-7C81-44D0-AB52-50EB76E39B81}" type="pres">
      <dgm:prSet presAssocID="{48133886-8A19-49F2-8702-DD95057867C4}" presName="rootText" presStyleLbl="node3" presStyleIdx="2" presStyleCnt="3">
        <dgm:presLayoutVars>
          <dgm:chPref val="3"/>
        </dgm:presLayoutVars>
      </dgm:prSet>
      <dgm:spPr/>
    </dgm:pt>
    <dgm:pt modelId="{D58CBCE1-0598-4EBA-ADEA-9010208703E3}" type="pres">
      <dgm:prSet presAssocID="{48133886-8A19-49F2-8702-DD95057867C4}" presName="rootConnector" presStyleLbl="node3" presStyleIdx="2" presStyleCnt="3"/>
      <dgm:spPr/>
    </dgm:pt>
    <dgm:pt modelId="{655299AC-289F-4363-9E91-DDF15F7EA458}" type="pres">
      <dgm:prSet presAssocID="{48133886-8A19-49F2-8702-DD95057867C4}" presName="hierChild4" presStyleCnt="0"/>
      <dgm:spPr/>
    </dgm:pt>
    <dgm:pt modelId="{7B2F3C5A-117C-4271-8A63-D68DD8E8EE4B}" type="pres">
      <dgm:prSet presAssocID="{48133886-8A19-49F2-8702-DD95057867C4}" presName="hierChild5" presStyleCnt="0"/>
      <dgm:spPr/>
    </dgm:pt>
    <dgm:pt modelId="{AB7F5D7F-C5AA-41B2-A40E-967CA08615CB}" type="pres">
      <dgm:prSet presAssocID="{35761F02-C713-4A5D-B5E4-39D5DBA6E8EF}" presName="hierChild5" presStyleCnt="0"/>
      <dgm:spPr/>
    </dgm:pt>
    <dgm:pt modelId="{E6AF1383-ACDD-4F02-8933-920BC5B543CE}" type="pres">
      <dgm:prSet presAssocID="{73369B30-CD2F-46F2-BB1E-280261B66370}" presName="Name35" presStyleLbl="parChTrans1D2" presStyleIdx="1" presStyleCnt="4"/>
      <dgm:spPr/>
    </dgm:pt>
    <dgm:pt modelId="{85846991-9467-4C5B-9FB0-2B507EB17035}" type="pres">
      <dgm:prSet presAssocID="{9957839B-B665-4E61-9E07-78A204D44C46}" presName="hierRoot2" presStyleCnt="0">
        <dgm:presLayoutVars>
          <dgm:hierBranch val="init"/>
        </dgm:presLayoutVars>
      </dgm:prSet>
      <dgm:spPr/>
    </dgm:pt>
    <dgm:pt modelId="{0E8FC30D-39D0-413D-B584-E731D93C05FF}" type="pres">
      <dgm:prSet presAssocID="{9957839B-B665-4E61-9E07-78A204D44C46}" presName="rootComposite" presStyleCnt="0"/>
      <dgm:spPr/>
    </dgm:pt>
    <dgm:pt modelId="{F6F60441-6413-46F0-B956-D62089C9FF57}" type="pres">
      <dgm:prSet presAssocID="{9957839B-B665-4E61-9E07-78A204D44C46}" presName="rootText" presStyleLbl="node2" presStyleIdx="1" presStyleCnt="3">
        <dgm:presLayoutVars>
          <dgm:chPref val="3"/>
        </dgm:presLayoutVars>
      </dgm:prSet>
      <dgm:spPr/>
    </dgm:pt>
    <dgm:pt modelId="{43B8B4E3-9B5A-492E-97D0-3D8CC00324F0}" type="pres">
      <dgm:prSet presAssocID="{9957839B-B665-4E61-9E07-78A204D44C46}" presName="rootConnector" presStyleLbl="node2" presStyleIdx="1" presStyleCnt="3"/>
      <dgm:spPr/>
    </dgm:pt>
    <dgm:pt modelId="{6D0CF1B6-A85F-44CA-BC0D-A8F0B8FAE568}" type="pres">
      <dgm:prSet presAssocID="{9957839B-B665-4E61-9E07-78A204D44C46}" presName="hierChild4" presStyleCnt="0"/>
      <dgm:spPr/>
    </dgm:pt>
    <dgm:pt modelId="{AF6F0FF2-D540-4196-AF89-466553FB8BCE}" type="pres">
      <dgm:prSet presAssocID="{9957839B-B665-4E61-9E07-78A204D44C46}" presName="hierChild5" presStyleCnt="0"/>
      <dgm:spPr/>
    </dgm:pt>
    <dgm:pt modelId="{26B91552-A250-4819-9FB0-7EE7F9153A84}" type="pres">
      <dgm:prSet presAssocID="{9CB2C0A7-9C68-4D71-98DE-FCEECF149FCD}" presName="Name35" presStyleLbl="parChTrans1D2" presStyleIdx="2" presStyleCnt="4"/>
      <dgm:spPr/>
    </dgm:pt>
    <dgm:pt modelId="{97C4F88E-DE6B-4B45-997E-3841156F8947}" type="pres">
      <dgm:prSet presAssocID="{37CABA09-F732-4DD9-9095-BD14E1AE1ED6}" presName="hierRoot2" presStyleCnt="0">
        <dgm:presLayoutVars>
          <dgm:hierBranch val="init"/>
        </dgm:presLayoutVars>
      </dgm:prSet>
      <dgm:spPr/>
    </dgm:pt>
    <dgm:pt modelId="{26FC11DE-CDBD-466B-8E96-FCAA518226E3}" type="pres">
      <dgm:prSet presAssocID="{37CABA09-F732-4DD9-9095-BD14E1AE1ED6}" presName="rootComposite" presStyleCnt="0"/>
      <dgm:spPr/>
    </dgm:pt>
    <dgm:pt modelId="{8EED4063-C7E2-4809-B688-A63EF55701CE}" type="pres">
      <dgm:prSet presAssocID="{37CABA09-F732-4DD9-9095-BD14E1AE1ED6}" presName="rootText" presStyleLbl="node2" presStyleIdx="2" presStyleCnt="3">
        <dgm:presLayoutVars>
          <dgm:chPref val="3"/>
        </dgm:presLayoutVars>
      </dgm:prSet>
      <dgm:spPr/>
    </dgm:pt>
    <dgm:pt modelId="{1A02983D-6992-405B-AC37-BF562C5FBDAA}" type="pres">
      <dgm:prSet presAssocID="{37CABA09-F732-4DD9-9095-BD14E1AE1ED6}" presName="rootConnector" presStyleLbl="node2" presStyleIdx="2" presStyleCnt="3"/>
      <dgm:spPr/>
    </dgm:pt>
    <dgm:pt modelId="{0DF5B6A0-72A7-4C2B-BF98-0444F418AE4A}" type="pres">
      <dgm:prSet presAssocID="{37CABA09-F732-4DD9-9095-BD14E1AE1ED6}" presName="hierChild4" presStyleCnt="0"/>
      <dgm:spPr/>
    </dgm:pt>
    <dgm:pt modelId="{755CA1A4-11C2-4613-A2A3-BECDBB3C250E}" type="pres">
      <dgm:prSet presAssocID="{37CABA09-F732-4DD9-9095-BD14E1AE1ED6}" presName="hierChild5" presStyleCnt="0"/>
      <dgm:spPr/>
    </dgm:pt>
    <dgm:pt modelId="{3FB8235E-A3BE-4DD7-A41E-717A0F01D1D4}" type="pres">
      <dgm:prSet presAssocID="{B014C95A-E430-404E-A4FF-B1BB90079FF2}" presName="hierChild3" presStyleCnt="0"/>
      <dgm:spPr/>
    </dgm:pt>
    <dgm:pt modelId="{4385B047-B604-47BB-A6B8-8A2D4AE14333}" type="pres">
      <dgm:prSet presAssocID="{155CE232-A30F-4320-B582-56E2D3E830D6}" presName="Name111" presStyleLbl="parChTrans1D2" presStyleIdx="3" presStyleCnt="4"/>
      <dgm:spPr/>
    </dgm:pt>
    <dgm:pt modelId="{4D1E0B04-FA9C-4420-B0DE-329684587BB2}" type="pres">
      <dgm:prSet presAssocID="{53B2731A-B8D8-4BD4-A99D-C2A1DF93F5CC}" presName="hierRoot3" presStyleCnt="0">
        <dgm:presLayoutVars>
          <dgm:hierBranch val="init"/>
        </dgm:presLayoutVars>
      </dgm:prSet>
      <dgm:spPr/>
    </dgm:pt>
    <dgm:pt modelId="{52CCCB4B-FC03-4659-BA22-88908A65B31F}" type="pres">
      <dgm:prSet presAssocID="{53B2731A-B8D8-4BD4-A99D-C2A1DF93F5CC}" presName="rootComposite3" presStyleCnt="0"/>
      <dgm:spPr/>
    </dgm:pt>
    <dgm:pt modelId="{13BC145E-EC08-4CAB-A60D-84CCF0DBBE83}" type="pres">
      <dgm:prSet presAssocID="{53B2731A-B8D8-4BD4-A99D-C2A1DF93F5CC}" presName="rootText3" presStyleLbl="asst1" presStyleIdx="0" presStyleCnt="1">
        <dgm:presLayoutVars>
          <dgm:chPref val="3"/>
        </dgm:presLayoutVars>
      </dgm:prSet>
      <dgm:spPr/>
    </dgm:pt>
    <dgm:pt modelId="{D732FFD5-CB45-4EF0-A7FA-F3E4A6E9EF30}" type="pres">
      <dgm:prSet presAssocID="{53B2731A-B8D8-4BD4-A99D-C2A1DF93F5CC}" presName="rootConnector3" presStyleLbl="asst1" presStyleIdx="0" presStyleCnt="1"/>
      <dgm:spPr/>
    </dgm:pt>
    <dgm:pt modelId="{002264EC-30C3-405D-B277-72CC1D82B7B3}" type="pres">
      <dgm:prSet presAssocID="{53B2731A-B8D8-4BD4-A99D-C2A1DF93F5CC}" presName="hierChild6" presStyleCnt="0"/>
      <dgm:spPr/>
    </dgm:pt>
    <dgm:pt modelId="{7972B759-40F3-4774-8907-155EF3B78756}" type="pres">
      <dgm:prSet presAssocID="{53B2731A-B8D8-4BD4-A99D-C2A1DF93F5CC}" presName="hierChild7" presStyleCnt="0"/>
      <dgm:spPr/>
    </dgm:pt>
  </dgm:ptLst>
  <dgm:cxnLst>
    <dgm:cxn modelId="{A5058D06-8D8E-427B-88B2-27B5C84C8013}" type="presOf" srcId="{73369B30-CD2F-46F2-BB1E-280261B66370}" destId="{E6AF1383-ACDD-4F02-8933-920BC5B543CE}" srcOrd="0" destOrd="0" presId="urn:microsoft.com/office/officeart/2005/8/layout/orgChart1"/>
    <dgm:cxn modelId="{DA39C808-EEC9-4F62-BFCE-24388EF40F8E}" type="presOf" srcId="{04C78638-5686-4781-9C93-CCD627F63028}" destId="{1BE2C26F-02DA-4B65-908C-6C135F863A17}" srcOrd="0" destOrd="0" presId="urn:microsoft.com/office/officeart/2005/8/layout/orgChart1"/>
    <dgm:cxn modelId="{37D78811-630C-469C-9882-BFB7038F2E61}" srcId="{B014C95A-E430-404E-A4FF-B1BB90079FF2}" destId="{53B2731A-B8D8-4BD4-A99D-C2A1DF93F5CC}" srcOrd="0" destOrd="0" parTransId="{155CE232-A30F-4320-B582-56E2D3E830D6}" sibTransId="{4CDF2784-1B90-4A50-86DF-D57C08ECF70B}"/>
    <dgm:cxn modelId="{5C8F2A21-E510-4E6E-87E3-973E16C8696C}" type="presOf" srcId="{9957839B-B665-4E61-9E07-78A204D44C46}" destId="{F6F60441-6413-46F0-B956-D62089C9FF57}" srcOrd="0" destOrd="0" presId="urn:microsoft.com/office/officeart/2005/8/layout/orgChart1"/>
    <dgm:cxn modelId="{9AF9872B-A5D0-4645-BB9C-C6390A899D44}" type="presOf" srcId="{697B3585-CA34-40F1-B9E5-168A961736CD}" destId="{EA38878B-7A92-4637-9554-6A625557C69F}" srcOrd="1" destOrd="0" presId="urn:microsoft.com/office/officeart/2005/8/layout/orgChart1"/>
    <dgm:cxn modelId="{B6C9CF2B-95B9-497D-9ADC-C70C88533E4D}" type="presOf" srcId="{1808B7EA-A642-4AE1-BBC5-76933F4DCB14}" destId="{7CA1D5CD-BF87-42BB-AD3C-5F80866422D5}" srcOrd="0" destOrd="0" presId="urn:microsoft.com/office/officeart/2005/8/layout/orgChart1"/>
    <dgm:cxn modelId="{FEC8E02C-D948-4672-9A70-6A51276256D0}" srcId="{B014C95A-E430-404E-A4FF-B1BB90079FF2}" destId="{35761F02-C713-4A5D-B5E4-39D5DBA6E8EF}" srcOrd="1" destOrd="0" parTransId="{55AC063F-9D65-4728-8C3C-13B201E61A98}" sibTransId="{C5A89622-D2BC-4825-815D-60A9A12FBC9D}"/>
    <dgm:cxn modelId="{9409FD2D-C16E-424C-A12A-84891607192E}" type="presOf" srcId="{37CABA09-F732-4DD9-9095-BD14E1AE1ED6}" destId="{1A02983D-6992-405B-AC37-BF562C5FBDAA}" srcOrd="1" destOrd="0" presId="urn:microsoft.com/office/officeart/2005/8/layout/orgChart1"/>
    <dgm:cxn modelId="{983CC435-AFBD-4CCF-9159-B616B1ADAEF8}" type="presOf" srcId="{282F13D0-EF63-4FD8-BF0C-8198ABD379BE}" destId="{95962D9C-A2A2-4656-9215-AB31615D30C0}" srcOrd="0" destOrd="0" presId="urn:microsoft.com/office/officeart/2005/8/layout/orgChart1"/>
    <dgm:cxn modelId="{FC733E3A-4E45-4D26-B230-966DB71C62A7}" srcId="{243AD169-EA82-4DBE-8FCF-AB3FC001A6F8}" destId="{A5825405-7829-4BA2-8924-84718E6A9540}" srcOrd="1" destOrd="0" parTransId="{71872B90-446E-4010-A12D-68FC8393E08D}" sibTransId="{A59C102C-39A6-4B10-AC07-42544AD4C9A1}"/>
    <dgm:cxn modelId="{03A5DD3C-C9D9-4C2D-9668-FCF74DEA7161}" type="presOf" srcId="{41B023D0-5A72-4CD2-B1A2-5611572A2CC0}" destId="{6A126F57-5035-4BFB-9CC9-24008567E173}" srcOrd="0" destOrd="0" presId="urn:microsoft.com/office/officeart/2005/8/layout/orgChart1"/>
    <dgm:cxn modelId="{E978B83F-D8BC-4CBE-B55A-A2083968508E}" type="presOf" srcId="{53B2731A-B8D8-4BD4-A99D-C2A1DF93F5CC}" destId="{13BC145E-EC08-4CAB-A60D-84CCF0DBBE83}" srcOrd="0" destOrd="0" presId="urn:microsoft.com/office/officeart/2005/8/layout/orgChart1"/>
    <dgm:cxn modelId="{41979442-64F8-4F59-A459-E96747FDDF5C}" srcId="{AA05AAA3-BA70-4638-AE47-D960817CA005}" destId="{697B3585-CA34-40F1-B9E5-168A961736CD}" srcOrd="1" destOrd="0" parTransId="{41B023D0-5A72-4CD2-B1A2-5611572A2CC0}" sibTransId="{F9FC25B0-8388-4575-8F08-C355CB21FD12}"/>
    <dgm:cxn modelId="{60000443-B430-497D-BDFC-EC5D9847F0BA}" type="presOf" srcId="{B014C95A-E430-404E-A4FF-B1BB90079FF2}" destId="{3C43AB36-C9F3-4670-9668-C73A85EF13D8}" srcOrd="1" destOrd="0" presId="urn:microsoft.com/office/officeart/2005/8/layout/orgChart1"/>
    <dgm:cxn modelId="{A7BDE743-0440-41B1-917B-115C734F1E2F}" srcId="{35761F02-C713-4A5D-B5E4-39D5DBA6E8EF}" destId="{1808B7EA-A642-4AE1-BBC5-76933F4DCB14}" srcOrd="0" destOrd="0" parTransId="{6691ACD5-4443-4539-9949-AB9E33A0599A}" sibTransId="{4E7CE69D-D7D8-4F2E-95B8-34BEF789CCCA}"/>
    <dgm:cxn modelId="{F29BDA48-1C73-4103-B2B7-67471EBC20CF}" type="presOf" srcId="{35761F02-C713-4A5D-B5E4-39D5DBA6E8EF}" destId="{1DB7FC3B-DDFC-4FC0-A0FB-87697CE19007}" srcOrd="0" destOrd="0" presId="urn:microsoft.com/office/officeart/2005/8/layout/orgChart1"/>
    <dgm:cxn modelId="{A0D49669-8581-49C0-9C9A-F0BC6DF31ABD}" type="presOf" srcId="{B014C95A-E430-404E-A4FF-B1BB90079FF2}" destId="{5FF6DA6A-E49F-4827-8270-CD7141D164C8}" srcOrd="0" destOrd="0" presId="urn:microsoft.com/office/officeart/2005/8/layout/orgChart1"/>
    <dgm:cxn modelId="{B467AC6F-9057-49FC-945F-4224FFB7A890}" srcId="{AA05AAA3-BA70-4638-AE47-D960817CA005}" destId="{282F13D0-EF63-4FD8-BF0C-8198ABD379BE}" srcOrd="2" destOrd="0" parTransId="{CFA57FF8-A6D6-48EE-BAE1-FD23A9ECF699}" sibTransId="{3EF81878-F80C-4B4A-B619-5F251A60B375}"/>
    <dgm:cxn modelId="{29875952-C2E8-4402-BBE0-E393994213B5}" type="presOf" srcId="{155CE232-A30F-4320-B582-56E2D3E830D6}" destId="{4385B047-B604-47BB-A6B8-8A2D4AE14333}" srcOrd="0" destOrd="0" presId="urn:microsoft.com/office/officeart/2005/8/layout/orgChart1"/>
    <dgm:cxn modelId="{5A9E5E53-2E96-4818-AF56-087BBDF0C57C}" type="presOf" srcId="{AA05AAA3-BA70-4638-AE47-D960817CA005}" destId="{AC010A47-2DE9-4DFA-9FE1-B830429B6C63}" srcOrd="0" destOrd="0" presId="urn:microsoft.com/office/officeart/2005/8/layout/orgChart1"/>
    <dgm:cxn modelId="{667C9D53-7FE9-4328-8905-2B62390C224E}" type="presOf" srcId="{AA05AAA3-BA70-4638-AE47-D960817CA005}" destId="{F03256C3-9340-4566-81BF-297DDCC10D19}" srcOrd="1" destOrd="0" presId="urn:microsoft.com/office/officeart/2005/8/layout/orgChart1"/>
    <dgm:cxn modelId="{9463DE55-ECB0-44B7-8855-B2CE38F9C76C}" type="presOf" srcId="{71872B90-446E-4010-A12D-68FC8393E08D}" destId="{778FE554-5250-46BB-9386-1B5800B41FA3}" srcOrd="0" destOrd="0" presId="urn:microsoft.com/office/officeart/2005/8/layout/orgChart1"/>
    <dgm:cxn modelId="{10C93D57-1C48-4180-AF58-85BAC244D98D}" type="presOf" srcId="{1808B7EA-A642-4AE1-BBC5-76933F4DCB14}" destId="{9E27B84B-93D1-4C57-9286-077025894715}" srcOrd="1" destOrd="0" presId="urn:microsoft.com/office/officeart/2005/8/layout/orgChart1"/>
    <dgm:cxn modelId="{72405A7D-EF93-4FA3-90FA-CFEFCE3F36E6}" type="presOf" srcId="{C592E363-E14B-4FE3-8F50-E205F5CECA96}" destId="{D37A7B03-36FA-4CAF-936A-83D8EDB9D0AC}" srcOrd="1" destOrd="0" presId="urn:microsoft.com/office/officeart/2005/8/layout/orgChart1"/>
    <dgm:cxn modelId="{F75C8E7F-0F88-42A0-BAAF-D4021CBFCFDE}" type="presOf" srcId="{4033251D-6611-4F53-BDDE-B282367BC0C0}" destId="{99C4DE78-0A7A-4778-B0B4-443EA9760004}" srcOrd="0" destOrd="0" presId="urn:microsoft.com/office/officeart/2005/8/layout/orgChart1"/>
    <dgm:cxn modelId="{86294384-5232-47CB-BE11-00280D5747C1}" srcId="{35761F02-C713-4A5D-B5E4-39D5DBA6E8EF}" destId="{48133886-8A19-49F2-8702-DD95057867C4}" srcOrd="2" destOrd="0" parTransId="{31E761DA-03E2-44CB-80A9-A7C43CC175B5}" sibTransId="{1E763355-9139-4B28-BDBD-0EAB12B9B90E}"/>
    <dgm:cxn modelId="{BFD5AB87-1895-4DF7-AE09-1C55FB5D0C6A}" type="presOf" srcId="{37CABA09-F732-4DD9-9095-BD14E1AE1ED6}" destId="{8EED4063-C7E2-4809-B688-A63EF55701CE}" srcOrd="0" destOrd="0" presId="urn:microsoft.com/office/officeart/2005/8/layout/orgChart1"/>
    <dgm:cxn modelId="{28637A8A-EC6A-4F53-8C22-9D70873B9618}" type="presOf" srcId="{48133886-8A19-49F2-8702-DD95057867C4}" destId="{FD528D71-7C81-44D0-AB52-50EB76E39B81}" srcOrd="0" destOrd="0" presId="urn:microsoft.com/office/officeart/2005/8/layout/orgChart1"/>
    <dgm:cxn modelId="{B40DC792-01FC-431A-B368-56A595F1CBCB}" type="presOf" srcId="{9957839B-B665-4E61-9E07-78A204D44C46}" destId="{43B8B4E3-9B5A-492E-97D0-3D8CC00324F0}" srcOrd="1" destOrd="0" presId="urn:microsoft.com/office/officeart/2005/8/layout/orgChart1"/>
    <dgm:cxn modelId="{A5212598-9D72-427B-B8D9-70EDB9888BFE}" type="presOf" srcId="{35761F02-C713-4A5D-B5E4-39D5DBA6E8EF}" destId="{6507BF93-4C2C-4B3E-AFE6-AEF8653D81EB}" srcOrd="1" destOrd="0" presId="urn:microsoft.com/office/officeart/2005/8/layout/orgChart1"/>
    <dgm:cxn modelId="{141A59A0-FDBA-47D7-8CCA-A06B0D271A78}" type="presOf" srcId="{A3070005-B9D3-4014-BFBF-70E7481CE3DD}" destId="{CF952224-70DA-4429-ACD8-C98A848A9027}" srcOrd="0" destOrd="0" presId="urn:microsoft.com/office/officeart/2005/8/layout/orgChart1"/>
    <dgm:cxn modelId="{2B3458A1-0B0E-47EA-85C2-335905675BF8}" type="presOf" srcId="{282F13D0-EF63-4FD8-BF0C-8198ABD379BE}" destId="{689A3ACD-83A5-4E37-9DBC-D170F58D9B0E}" srcOrd="1" destOrd="0" presId="urn:microsoft.com/office/officeart/2005/8/layout/orgChart1"/>
    <dgm:cxn modelId="{0F7B20AD-7712-4B59-9CFD-7030859CD2CC}" type="presOf" srcId="{243AD169-EA82-4DBE-8FCF-AB3FC001A6F8}" destId="{F98E94C0-ED43-4F56-ACB0-ECB83C471C50}" srcOrd="0" destOrd="0" presId="urn:microsoft.com/office/officeart/2005/8/layout/orgChart1"/>
    <dgm:cxn modelId="{892FBFAF-797B-437C-A243-C9F59CE91380}" srcId="{AA05AAA3-BA70-4638-AE47-D960817CA005}" destId="{243AD169-EA82-4DBE-8FCF-AB3FC001A6F8}" srcOrd="0" destOrd="0" parTransId="{8F4927DA-AF86-4846-BC45-D8DCE63C1258}" sibTransId="{26761571-30F1-4102-A458-F53A20A996A4}"/>
    <dgm:cxn modelId="{C292BCB0-93B8-4F33-90BF-BCE899628011}" type="presOf" srcId="{55AC063F-9D65-4728-8C3C-13B201E61A98}" destId="{16D90DC4-DBC5-49F8-8A31-BF65235EBEF9}" srcOrd="0" destOrd="0" presId="urn:microsoft.com/office/officeart/2005/8/layout/orgChart1"/>
    <dgm:cxn modelId="{DF9EF5B0-0FA0-4E93-B212-0D8579F58D3E}" type="presOf" srcId="{A5825405-7829-4BA2-8924-84718E6A9540}" destId="{9030A3A8-4C08-4E08-9FD4-B8A1509B4D7A}" srcOrd="0" destOrd="0" presId="urn:microsoft.com/office/officeart/2005/8/layout/orgChart1"/>
    <dgm:cxn modelId="{FB8D4DBB-32C7-42F3-B60F-C159CA174AEC}" type="presOf" srcId="{A5825405-7829-4BA2-8924-84718E6A9540}" destId="{F77732CC-B907-4C96-BD56-6CC0BC8FCEB5}" srcOrd="1" destOrd="0" presId="urn:microsoft.com/office/officeart/2005/8/layout/orgChart1"/>
    <dgm:cxn modelId="{62B21ABF-8F6A-4BD3-82AC-6DE971388EB9}" type="presOf" srcId="{9CB2C0A7-9C68-4D71-98DE-FCEECF149FCD}" destId="{26B91552-A250-4819-9FB0-7EE7F9153A84}" srcOrd="0" destOrd="0" presId="urn:microsoft.com/office/officeart/2005/8/layout/orgChart1"/>
    <dgm:cxn modelId="{A1252AC2-567D-4C0D-9F4C-5FB75CDD859C}" srcId="{A3070005-B9D3-4014-BFBF-70E7481CE3DD}" destId="{B014C95A-E430-404E-A4FF-B1BB90079FF2}" srcOrd="0" destOrd="0" parTransId="{963AD7E2-0062-4C4A-B629-457832986ADF}" sibTransId="{A22C62D6-F973-4CDF-811D-1AF22305A884}"/>
    <dgm:cxn modelId="{2986A6C8-E78A-4107-B5C1-71FFDFBC8380}" type="presOf" srcId="{48133886-8A19-49F2-8702-DD95057867C4}" destId="{D58CBCE1-0598-4EBA-ADEA-9010208703E3}" srcOrd="1" destOrd="0" presId="urn:microsoft.com/office/officeart/2005/8/layout/orgChart1"/>
    <dgm:cxn modelId="{AA08C9CE-35EA-4D25-A69E-12BF82A010FC}" srcId="{243AD169-EA82-4DBE-8FCF-AB3FC001A6F8}" destId="{C592E363-E14B-4FE3-8F50-E205F5CECA96}" srcOrd="0" destOrd="0" parTransId="{4033251D-6611-4F53-BDDE-B282367BC0C0}" sibTransId="{4C99B814-6682-42A5-8155-EF6623D6CC34}"/>
    <dgm:cxn modelId="{3E968CD2-2049-4D3D-9F45-CD21FE91A61B}" type="presOf" srcId="{243AD169-EA82-4DBE-8FCF-AB3FC001A6F8}" destId="{A1CC836E-9B88-4C1C-AA11-780937F6FABF}" srcOrd="1" destOrd="0" presId="urn:microsoft.com/office/officeart/2005/8/layout/orgChart1"/>
    <dgm:cxn modelId="{03D99AD4-0732-4F95-BC14-5D171DA8FEAC}" type="presOf" srcId="{CFA57FF8-A6D6-48EE-BAE1-FD23A9ECF699}" destId="{76D93389-2DD7-4F22-880D-1F9F62DDCF22}" srcOrd="0" destOrd="0" presId="urn:microsoft.com/office/officeart/2005/8/layout/orgChart1"/>
    <dgm:cxn modelId="{CCFE1AD5-1327-4866-BBED-9DC1DAB9C0AB}" srcId="{35761F02-C713-4A5D-B5E4-39D5DBA6E8EF}" destId="{AA05AAA3-BA70-4638-AE47-D960817CA005}" srcOrd="1" destOrd="0" parTransId="{04C78638-5686-4781-9C93-CCD627F63028}" sibTransId="{620E50C0-5CBC-465C-8878-16E7218B058B}"/>
    <dgm:cxn modelId="{D68718D6-3412-41B7-A73C-AB4A150F7293}" type="presOf" srcId="{53B2731A-B8D8-4BD4-A99D-C2A1DF93F5CC}" destId="{D732FFD5-CB45-4EF0-A7FA-F3E4A6E9EF30}" srcOrd="1" destOrd="0" presId="urn:microsoft.com/office/officeart/2005/8/layout/orgChart1"/>
    <dgm:cxn modelId="{681F8FEF-8E6A-414A-8A96-B2E41684A728}" srcId="{B014C95A-E430-404E-A4FF-B1BB90079FF2}" destId="{37CABA09-F732-4DD9-9095-BD14E1AE1ED6}" srcOrd="3" destOrd="0" parTransId="{9CB2C0A7-9C68-4D71-98DE-FCEECF149FCD}" sibTransId="{81054261-14AF-4877-B8D8-D2BB13253227}"/>
    <dgm:cxn modelId="{EE2DD3F3-F212-4835-AF5E-B587A10F739A}" type="presOf" srcId="{6691ACD5-4443-4539-9949-AB9E33A0599A}" destId="{8FA4998E-3445-4459-8580-1D3AC8ACB607}" srcOrd="0" destOrd="0" presId="urn:microsoft.com/office/officeart/2005/8/layout/orgChart1"/>
    <dgm:cxn modelId="{5F71F9F4-0A70-4A8A-8466-CCF8ED82682D}" type="presOf" srcId="{8F4927DA-AF86-4846-BC45-D8DCE63C1258}" destId="{3DBEE20B-CEC7-45CF-9158-67322ABDD7E2}" srcOrd="0" destOrd="0" presId="urn:microsoft.com/office/officeart/2005/8/layout/orgChart1"/>
    <dgm:cxn modelId="{C60286F5-5DFF-4FC3-A714-8DF7EB6B4B2A}" type="presOf" srcId="{C592E363-E14B-4FE3-8F50-E205F5CECA96}" destId="{4EC191D6-B530-4FA4-9715-C73FE285D450}" srcOrd="0" destOrd="0" presId="urn:microsoft.com/office/officeart/2005/8/layout/orgChart1"/>
    <dgm:cxn modelId="{5A6AE7FA-CA30-45AB-B931-B79FA4F83485}" type="presOf" srcId="{31E761DA-03E2-44CB-80A9-A7C43CC175B5}" destId="{F015F62F-0400-438A-B865-4421C5B36061}" srcOrd="0" destOrd="0" presId="urn:microsoft.com/office/officeart/2005/8/layout/orgChart1"/>
    <dgm:cxn modelId="{CE18B8FC-062A-4C01-9E80-218A5A7BC904}" srcId="{B014C95A-E430-404E-A4FF-B1BB90079FF2}" destId="{9957839B-B665-4E61-9E07-78A204D44C46}" srcOrd="2" destOrd="0" parTransId="{73369B30-CD2F-46F2-BB1E-280261B66370}" sibTransId="{F68B5D3A-589D-4018-9F3C-8401DF8649ED}"/>
    <dgm:cxn modelId="{6134D4FD-A73C-47FF-8E7D-E62B4BE11B22}" type="presOf" srcId="{697B3585-CA34-40F1-B9E5-168A961736CD}" destId="{394D4BB0-491D-46AE-B26A-2DF83B1BEE5E}" srcOrd="0" destOrd="0" presId="urn:microsoft.com/office/officeart/2005/8/layout/orgChart1"/>
    <dgm:cxn modelId="{298273C7-9F2B-404B-8BE2-D0EA25EAD2B2}" type="presParOf" srcId="{CF952224-70DA-4429-ACD8-C98A848A9027}" destId="{85AAAE24-F9B9-41D6-80F9-DAC2FE45C1C0}" srcOrd="0" destOrd="0" presId="urn:microsoft.com/office/officeart/2005/8/layout/orgChart1"/>
    <dgm:cxn modelId="{7B6CC4CE-9C80-465A-BC8F-6426395780CA}" type="presParOf" srcId="{85AAAE24-F9B9-41D6-80F9-DAC2FE45C1C0}" destId="{3A5D0CBA-7096-47A5-A6F4-D38C5FC58661}" srcOrd="0" destOrd="0" presId="urn:microsoft.com/office/officeart/2005/8/layout/orgChart1"/>
    <dgm:cxn modelId="{8C916816-D8DA-4EE7-90A2-BB1467DC4B53}" type="presParOf" srcId="{3A5D0CBA-7096-47A5-A6F4-D38C5FC58661}" destId="{5FF6DA6A-E49F-4827-8270-CD7141D164C8}" srcOrd="0" destOrd="0" presId="urn:microsoft.com/office/officeart/2005/8/layout/orgChart1"/>
    <dgm:cxn modelId="{F0C8D775-FFDF-493B-B8F0-90759FAAF546}" type="presParOf" srcId="{3A5D0CBA-7096-47A5-A6F4-D38C5FC58661}" destId="{3C43AB36-C9F3-4670-9668-C73A85EF13D8}" srcOrd="1" destOrd="0" presId="urn:microsoft.com/office/officeart/2005/8/layout/orgChart1"/>
    <dgm:cxn modelId="{0C5AA2FB-B0CE-4757-A8DE-C9C6281DED0E}" type="presParOf" srcId="{85AAAE24-F9B9-41D6-80F9-DAC2FE45C1C0}" destId="{86F5F5EF-97C6-4922-B0AA-63F6ED90D55B}" srcOrd="1" destOrd="0" presId="urn:microsoft.com/office/officeart/2005/8/layout/orgChart1"/>
    <dgm:cxn modelId="{E34591C5-75C2-490E-AEE7-4E3C28FA1D11}" type="presParOf" srcId="{86F5F5EF-97C6-4922-B0AA-63F6ED90D55B}" destId="{16D90DC4-DBC5-49F8-8A31-BF65235EBEF9}" srcOrd="0" destOrd="0" presId="urn:microsoft.com/office/officeart/2005/8/layout/orgChart1"/>
    <dgm:cxn modelId="{452637C9-8DDD-4189-8E5F-B9AA89F14AB9}" type="presParOf" srcId="{86F5F5EF-97C6-4922-B0AA-63F6ED90D55B}" destId="{192E1763-C715-465C-A615-E1B1AB30B3C6}" srcOrd="1" destOrd="0" presId="urn:microsoft.com/office/officeart/2005/8/layout/orgChart1"/>
    <dgm:cxn modelId="{0D701622-DACF-4CBF-A535-469555AB4E2C}" type="presParOf" srcId="{192E1763-C715-465C-A615-E1B1AB30B3C6}" destId="{D3991606-63EA-4599-95F8-F389ACBF9A51}" srcOrd="0" destOrd="0" presId="urn:microsoft.com/office/officeart/2005/8/layout/orgChart1"/>
    <dgm:cxn modelId="{05777F0C-3C7F-4A56-8E5F-714CA123F91A}" type="presParOf" srcId="{D3991606-63EA-4599-95F8-F389ACBF9A51}" destId="{1DB7FC3B-DDFC-4FC0-A0FB-87697CE19007}" srcOrd="0" destOrd="0" presId="urn:microsoft.com/office/officeart/2005/8/layout/orgChart1"/>
    <dgm:cxn modelId="{49BFD9EF-A357-49C8-8E68-66A541979D25}" type="presParOf" srcId="{D3991606-63EA-4599-95F8-F389ACBF9A51}" destId="{6507BF93-4C2C-4B3E-AFE6-AEF8653D81EB}" srcOrd="1" destOrd="0" presId="urn:microsoft.com/office/officeart/2005/8/layout/orgChart1"/>
    <dgm:cxn modelId="{4D667E6C-7140-4100-9C50-3F3C65BB5A04}" type="presParOf" srcId="{192E1763-C715-465C-A615-E1B1AB30B3C6}" destId="{51EDA87D-011B-4708-A777-F8254B4E876A}" srcOrd="1" destOrd="0" presId="urn:microsoft.com/office/officeart/2005/8/layout/orgChart1"/>
    <dgm:cxn modelId="{3549D866-9979-43A5-BD47-6FFD7D8EEDFE}" type="presParOf" srcId="{51EDA87D-011B-4708-A777-F8254B4E876A}" destId="{8FA4998E-3445-4459-8580-1D3AC8ACB607}" srcOrd="0" destOrd="0" presId="urn:microsoft.com/office/officeart/2005/8/layout/orgChart1"/>
    <dgm:cxn modelId="{39ADEF79-6D66-46E7-AFAD-ADF6BBF48349}" type="presParOf" srcId="{51EDA87D-011B-4708-A777-F8254B4E876A}" destId="{A05C49C9-A8F1-431B-AF11-B8EC2EA302AF}" srcOrd="1" destOrd="0" presId="urn:microsoft.com/office/officeart/2005/8/layout/orgChart1"/>
    <dgm:cxn modelId="{703095A6-D8D5-481E-906E-965D42759136}" type="presParOf" srcId="{A05C49C9-A8F1-431B-AF11-B8EC2EA302AF}" destId="{014DCCDE-6FA6-4B26-B1F8-DBB9B10181A0}" srcOrd="0" destOrd="0" presId="urn:microsoft.com/office/officeart/2005/8/layout/orgChart1"/>
    <dgm:cxn modelId="{5AC8F9C7-4100-48EF-8101-BDFED85524E9}" type="presParOf" srcId="{014DCCDE-6FA6-4B26-B1F8-DBB9B10181A0}" destId="{7CA1D5CD-BF87-42BB-AD3C-5F80866422D5}" srcOrd="0" destOrd="0" presId="urn:microsoft.com/office/officeart/2005/8/layout/orgChart1"/>
    <dgm:cxn modelId="{034AE942-EE59-4C14-B06E-95A5BCAA04DC}" type="presParOf" srcId="{014DCCDE-6FA6-4B26-B1F8-DBB9B10181A0}" destId="{9E27B84B-93D1-4C57-9286-077025894715}" srcOrd="1" destOrd="0" presId="urn:microsoft.com/office/officeart/2005/8/layout/orgChart1"/>
    <dgm:cxn modelId="{EDECCD04-0603-4036-9DA9-D66565329EB5}" type="presParOf" srcId="{A05C49C9-A8F1-431B-AF11-B8EC2EA302AF}" destId="{C9D8450F-0CEE-407F-81AF-D6F7B87A9D23}" srcOrd="1" destOrd="0" presId="urn:microsoft.com/office/officeart/2005/8/layout/orgChart1"/>
    <dgm:cxn modelId="{353E9926-7DBE-4FE4-BD8A-A91B95100912}" type="presParOf" srcId="{A05C49C9-A8F1-431B-AF11-B8EC2EA302AF}" destId="{DCAED35B-E5AF-4AED-8AAD-C799A3D90B29}" srcOrd="2" destOrd="0" presId="urn:microsoft.com/office/officeart/2005/8/layout/orgChart1"/>
    <dgm:cxn modelId="{8EDB4B63-3890-4F87-8142-4F7922DBBE37}" type="presParOf" srcId="{51EDA87D-011B-4708-A777-F8254B4E876A}" destId="{1BE2C26F-02DA-4B65-908C-6C135F863A17}" srcOrd="2" destOrd="0" presId="urn:microsoft.com/office/officeart/2005/8/layout/orgChart1"/>
    <dgm:cxn modelId="{17AC8B14-CE56-459B-BE91-4A0CA305EEB5}" type="presParOf" srcId="{51EDA87D-011B-4708-A777-F8254B4E876A}" destId="{0BB5FCC9-DAC2-44F9-9783-70109DEB3A07}" srcOrd="3" destOrd="0" presId="urn:microsoft.com/office/officeart/2005/8/layout/orgChart1"/>
    <dgm:cxn modelId="{6F9E9863-CDFF-4E4D-A708-C3543811A59C}" type="presParOf" srcId="{0BB5FCC9-DAC2-44F9-9783-70109DEB3A07}" destId="{CD4DBF9F-EEFD-490A-A525-843597839D56}" srcOrd="0" destOrd="0" presId="urn:microsoft.com/office/officeart/2005/8/layout/orgChart1"/>
    <dgm:cxn modelId="{D0D5E208-0FD8-4DBF-98F5-C40572A6BF12}" type="presParOf" srcId="{CD4DBF9F-EEFD-490A-A525-843597839D56}" destId="{AC010A47-2DE9-4DFA-9FE1-B830429B6C63}" srcOrd="0" destOrd="0" presId="urn:microsoft.com/office/officeart/2005/8/layout/orgChart1"/>
    <dgm:cxn modelId="{7868A519-D207-4EF3-931C-D7E6911FFC91}" type="presParOf" srcId="{CD4DBF9F-EEFD-490A-A525-843597839D56}" destId="{F03256C3-9340-4566-81BF-297DDCC10D19}" srcOrd="1" destOrd="0" presId="urn:microsoft.com/office/officeart/2005/8/layout/orgChart1"/>
    <dgm:cxn modelId="{5D032691-424B-449E-9618-F9EE2AB36166}" type="presParOf" srcId="{0BB5FCC9-DAC2-44F9-9783-70109DEB3A07}" destId="{6BF43DDE-E965-49DB-B146-EBE6BA57EF44}" srcOrd="1" destOrd="0" presId="urn:microsoft.com/office/officeart/2005/8/layout/orgChart1"/>
    <dgm:cxn modelId="{2B330796-6F40-4519-9BFF-7B8218B8BC1C}" type="presParOf" srcId="{6BF43DDE-E965-49DB-B146-EBE6BA57EF44}" destId="{3DBEE20B-CEC7-45CF-9158-67322ABDD7E2}" srcOrd="0" destOrd="0" presId="urn:microsoft.com/office/officeart/2005/8/layout/orgChart1"/>
    <dgm:cxn modelId="{CAAFDF81-DCCF-4C59-92A4-0577E7D93CC7}" type="presParOf" srcId="{6BF43DDE-E965-49DB-B146-EBE6BA57EF44}" destId="{C83D68E3-F506-4453-8202-B3C5D1F8EC83}" srcOrd="1" destOrd="0" presId="urn:microsoft.com/office/officeart/2005/8/layout/orgChart1"/>
    <dgm:cxn modelId="{484DDC07-7C7E-4E65-B281-16864F8C5772}" type="presParOf" srcId="{C83D68E3-F506-4453-8202-B3C5D1F8EC83}" destId="{DE4D97F2-4BDA-40C1-A188-D446E90D733D}" srcOrd="0" destOrd="0" presId="urn:microsoft.com/office/officeart/2005/8/layout/orgChart1"/>
    <dgm:cxn modelId="{8FC68609-2721-4ECE-BC77-3AC4D4C7D0F8}" type="presParOf" srcId="{DE4D97F2-4BDA-40C1-A188-D446E90D733D}" destId="{F98E94C0-ED43-4F56-ACB0-ECB83C471C50}" srcOrd="0" destOrd="0" presId="urn:microsoft.com/office/officeart/2005/8/layout/orgChart1"/>
    <dgm:cxn modelId="{0D00A07A-D9B0-4756-8E90-439F140A6063}" type="presParOf" srcId="{DE4D97F2-4BDA-40C1-A188-D446E90D733D}" destId="{A1CC836E-9B88-4C1C-AA11-780937F6FABF}" srcOrd="1" destOrd="0" presId="urn:microsoft.com/office/officeart/2005/8/layout/orgChart1"/>
    <dgm:cxn modelId="{D27B32DD-51D3-4B80-A3EB-ECA99627C07A}" type="presParOf" srcId="{C83D68E3-F506-4453-8202-B3C5D1F8EC83}" destId="{B97FBE30-4F09-4F2B-B186-537894243E87}" srcOrd="1" destOrd="0" presId="urn:microsoft.com/office/officeart/2005/8/layout/orgChart1"/>
    <dgm:cxn modelId="{AEE11D51-A527-4D44-8598-5DC3C5087029}" type="presParOf" srcId="{B97FBE30-4F09-4F2B-B186-537894243E87}" destId="{99C4DE78-0A7A-4778-B0B4-443EA9760004}" srcOrd="0" destOrd="0" presId="urn:microsoft.com/office/officeart/2005/8/layout/orgChart1"/>
    <dgm:cxn modelId="{760657C4-E08E-4544-8A83-3A2279751A7C}" type="presParOf" srcId="{B97FBE30-4F09-4F2B-B186-537894243E87}" destId="{0523F609-4465-494F-B4A0-E7784E6D0A4B}" srcOrd="1" destOrd="0" presId="urn:microsoft.com/office/officeart/2005/8/layout/orgChart1"/>
    <dgm:cxn modelId="{CF8CDB99-AEDF-4727-8295-48D1A6E4E12F}" type="presParOf" srcId="{0523F609-4465-494F-B4A0-E7784E6D0A4B}" destId="{B1088330-9318-4CB7-B7AB-6F3388DE17BA}" srcOrd="0" destOrd="0" presId="urn:microsoft.com/office/officeart/2005/8/layout/orgChart1"/>
    <dgm:cxn modelId="{ACDFB816-FC3A-46D6-BBAB-195CF79966AC}" type="presParOf" srcId="{B1088330-9318-4CB7-B7AB-6F3388DE17BA}" destId="{4EC191D6-B530-4FA4-9715-C73FE285D450}" srcOrd="0" destOrd="0" presId="urn:microsoft.com/office/officeart/2005/8/layout/orgChart1"/>
    <dgm:cxn modelId="{8AFDA50D-5475-4DBA-BAAD-2E3A49BDE49C}" type="presParOf" srcId="{B1088330-9318-4CB7-B7AB-6F3388DE17BA}" destId="{D37A7B03-36FA-4CAF-936A-83D8EDB9D0AC}" srcOrd="1" destOrd="0" presId="urn:microsoft.com/office/officeart/2005/8/layout/orgChart1"/>
    <dgm:cxn modelId="{0F2C85DD-EEBA-48BA-944B-3858AD43A747}" type="presParOf" srcId="{0523F609-4465-494F-B4A0-E7784E6D0A4B}" destId="{4FA53F61-E5AF-4367-8289-1583DA59326F}" srcOrd="1" destOrd="0" presId="urn:microsoft.com/office/officeart/2005/8/layout/orgChart1"/>
    <dgm:cxn modelId="{B02EF3CF-C612-42F9-A3BF-1F3C614CD1D1}" type="presParOf" srcId="{0523F609-4465-494F-B4A0-E7784E6D0A4B}" destId="{69D25EDA-8295-40EE-AA79-1D15E4975B33}" srcOrd="2" destOrd="0" presId="urn:microsoft.com/office/officeart/2005/8/layout/orgChart1"/>
    <dgm:cxn modelId="{2262FE72-6C58-463F-BD8E-6735200FE03B}" type="presParOf" srcId="{B97FBE30-4F09-4F2B-B186-537894243E87}" destId="{778FE554-5250-46BB-9386-1B5800B41FA3}" srcOrd="2" destOrd="0" presId="urn:microsoft.com/office/officeart/2005/8/layout/orgChart1"/>
    <dgm:cxn modelId="{88DAD6FB-4B18-43B8-9A1B-B14CFF6EF11A}" type="presParOf" srcId="{B97FBE30-4F09-4F2B-B186-537894243E87}" destId="{2E02D558-5F88-42BC-AA66-6062C5AB65E9}" srcOrd="3" destOrd="0" presId="urn:microsoft.com/office/officeart/2005/8/layout/orgChart1"/>
    <dgm:cxn modelId="{E4A14FDD-008F-4924-B91D-74413E1A70B8}" type="presParOf" srcId="{2E02D558-5F88-42BC-AA66-6062C5AB65E9}" destId="{55E1E6C0-A5EC-42C8-A3D9-0034A9A50B7B}" srcOrd="0" destOrd="0" presId="urn:microsoft.com/office/officeart/2005/8/layout/orgChart1"/>
    <dgm:cxn modelId="{E015A22C-7B6A-44F2-8BEB-CC4BFE4B46A9}" type="presParOf" srcId="{55E1E6C0-A5EC-42C8-A3D9-0034A9A50B7B}" destId="{9030A3A8-4C08-4E08-9FD4-B8A1509B4D7A}" srcOrd="0" destOrd="0" presId="urn:microsoft.com/office/officeart/2005/8/layout/orgChart1"/>
    <dgm:cxn modelId="{F688EC4F-7FAF-42C3-A6DA-117C2242E573}" type="presParOf" srcId="{55E1E6C0-A5EC-42C8-A3D9-0034A9A50B7B}" destId="{F77732CC-B907-4C96-BD56-6CC0BC8FCEB5}" srcOrd="1" destOrd="0" presId="urn:microsoft.com/office/officeart/2005/8/layout/orgChart1"/>
    <dgm:cxn modelId="{FDEE4B1A-C95A-4885-A866-ADF8FA91D8B4}" type="presParOf" srcId="{2E02D558-5F88-42BC-AA66-6062C5AB65E9}" destId="{72288A6C-BC19-46E4-846E-CD7B6033E505}" srcOrd="1" destOrd="0" presId="urn:microsoft.com/office/officeart/2005/8/layout/orgChart1"/>
    <dgm:cxn modelId="{42199349-EE89-405F-B73C-FA500D897362}" type="presParOf" srcId="{2E02D558-5F88-42BC-AA66-6062C5AB65E9}" destId="{00E698D0-C273-4DFC-95E9-3F35C16C41B4}" srcOrd="2" destOrd="0" presId="urn:microsoft.com/office/officeart/2005/8/layout/orgChart1"/>
    <dgm:cxn modelId="{303AD707-B1AA-41BD-9783-CE366D3D8AA3}" type="presParOf" srcId="{C83D68E3-F506-4453-8202-B3C5D1F8EC83}" destId="{671DFEC4-F49D-43CD-8D57-2C9E9474E63A}" srcOrd="2" destOrd="0" presId="urn:microsoft.com/office/officeart/2005/8/layout/orgChart1"/>
    <dgm:cxn modelId="{A28AA560-B64B-48BB-968D-7ECCA16CC2D1}" type="presParOf" srcId="{6BF43DDE-E965-49DB-B146-EBE6BA57EF44}" destId="{6A126F57-5035-4BFB-9CC9-24008567E173}" srcOrd="2" destOrd="0" presId="urn:microsoft.com/office/officeart/2005/8/layout/orgChart1"/>
    <dgm:cxn modelId="{89AEC094-6965-4C29-A5E0-1125A5B700B2}" type="presParOf" srcId="{6BF43DDE-E965-49DB-B146-EBE6BA57EF44}" destId="{9D35B228-E6D8-4749-9145-3EDB4B897AF0}" srcOrd="3" destOrd="0" presId="urn:microsoft.com/office/officeart/2005/8/layout/orgChart1"/>
    <dgm:cxn modelId="{9F3AAF3A-A20E-4935-A29E-690335DCEF23}" type="presParOf" srcId="{9D35B228-E6D8-4749-9145-3EDB4B897AF0}" destId="{94504891-A34B-4276-87B6-F43C09D0C18C}" srcOrd="0" destOrd="0" presId="urn:microsoft.com/office/officeart/2005/8/layout/orgChart1"/>
    <dgm:cxn modelId="{642AE3FD-2D5A-49A2-8FF4-453333FC60E3}" type="presParOf" srcId="{94504891-A34B-4276-87B6-F43C09D0C18C}" destId="{394D4BB0-491D-46AE-B26A-2DF83B1BEE5E}" srcOrd="0" destOrd="0" presId="urn:microsoft.com/office/officeart/2005/8/layout/orgChart1"/>
    <dgm:cxn modelId="{C685C98A-50DB-4C4B-AEB5-D0B6C892254F}" type="presParOf" srcId="{94504891-A34B-4276-87B6-F43C09D0C18C}" destId="{EA38878B-7A92-4637-9554-6A625557C69F}" srcOrd="1" destOrd="0" presId="urn:microsoft.com/office/officeart/2005/8/layout/orgChart1"/>
    <dgm:cxn modelId="{E2DC4885-D6E5-4D37-B181-5F68AA2485DB}" type="presParOf" srcId="{9D35B228-E6D8-4749-9145-3EDB4B897AF0}" destId="{0B2465B4-2456-4331-86A7-4873F8D9EF10}" srcOrd="1" destOrd="0" presId="urn:microsoft.com/office/officeart/2005/8/layout/orgChart1"/>
    <dgm:cxn modelId="{A315C4BF-A6CC-43D5-AE82-38DC46E6E855}" type="presParOf" srcId="{9D35B228-E6D8-4749-9145-3EDB4B897AF0}" destId="{9D452569-BDA5-4DC9-93EE-37A7934229D1}" srcOrd="2" destOrd="0" presId="urn:microsoft.com/office/officeart/2005/8/layout/orgChart1"/>
    <dgm:cxn modelId="{46605EE5-7F91-460B-895C-66DDC152F061}" type="presParOf" srcId="{6BF43DDE-E965-49DB-B146-EBE6BA57EF44}" destId="{76D93389-2DD7-4F22-880D-1F9F62DDCF22}" srcOrd="4" destOrd="0" presId="urn:microsoft.com/office/officeart/2005/8/layout/orgChart1"/>
    <dgm:cxn modelId="{7864532A-2927-42F5-8398-0532E4D2164D}" type="presParOf" srcId="{6BF43DDE-E965-49DB-B146-EBE6BA57EF44}" destId="{3A4A9723-08A4-401F-B9A8-C30315FD557E}" srcOrd="5" destOrd="0" presId="urn:microsoft.com/office/officeart/2005/8/layout/orgChart1"/>
    <dgm:cxn modelId="{92882199-F8DB-4A08-B2E7-B6E1AF27CD01}" type="presParOf" srcId="{3A4A9723-08A4-401F-B9A8-C30315FD557E}" destId="{59E1B68A-528E-427A-AF6B-EDC6167A8A65}" srcOrd="0" destOrd="0" presId="urn:microsoft.com/office/officeart/2005/8/layout/orgChart1"/>
    <dgm:cxn modelId="{FA032422-3409-41C5-BE20-6A09CEB02379}" type="presParOf" srcId="{59E1B68A-528E-427A-AF6B-EDC6167A8A65}" destId="{95962D9C-A2A2-4656-9215-AB31615D30C0}" srcOrd="0" destOrd="0" presId="urn:microsoft.com/office/officeart/2005/8/layout/orgChart1"/>
    <dgm:cxn modelId="{BEFD1786-9AAE-4F0D-9A88-7D107BA31886}" type="presParOf" srcId="{59E1B68A-528E-427A-AF6B-EDC6167A8A65}" destId="{689A3ACD-83A5-4E37-9DBC-D170F58D9B0E}" srcOrd="1" destOrd="0" presId="urn:microsoft.com/office/officeart/2005/8/layout/orgChart1"/>
    <dgm:cxn modelId="{5CD1672A-EC9E-4BD5-9370-347F6E286AAA}" type="presParOf" srcId="{3A4A9723-08A4-401F-B9A8-C30315FD557E}" destId="{59DA70DD-E422-44AE-A6C6-075AABD34A0E}" srcOrd="1" destOrd="0" presId="urn:microsoft.com/office/officeart/2005/8/layout/orgChart1"/>
    <dgm:cxn modelId="{78137EF7-EC45-4318-A571-9B81CFA5AC07}" type="presParOf" srcId="{3A4A9723-08A4-401F-B9A8-C30315FD557E}" destId="{31DDA137-458A-4553-B024-3704BF9E3E6D}" srcOrd="2" destOrd="0" presId="urn:microsoft.com/office/officeart/2005/8/layout/orgChart1"/>
    <dgm:cxn modelId="{6361C104-922E-479B-A6E3-60D44657C65E}" type="presParOf" srcId="{0BB5FCC9-DAC2-44F9-9783-70109DEB3A07}" destId="{9747ED5B-AF6E-4BEE-A194-127B759369B2}" srcOrd="2" destOrd="0" presId="urn:microsoft.com/office/officeart/2005/8/layout/orgChart1"/>
    <dgm:cxn modelId="{445C940F-DB9A-4B5C-A057-C961EF10C942}" type="presParOf" srcId="{51EDA87D-011B-4708-A777-F8254B4E876A}" destId="{F015F62F-0400-438A-B865-4421C5B36061}" srcOrd="4" destOrd="0" presId="urn:microsoft.com/office/officeart/2005/8/layout/orgChart1"/>
    <dgm:cxn modelId="{7FEE9D37-198E-4852-8187-F98EB9D8F853}" type="presParOf" srcId="{51EDA87D-011B-4708-A777-F8254B4E876A}" destId="{1E3186DB-DE61-4E60-94B9-A9A8225F78F7}" srcOrd="5" destOrd="0" presId="urn:microsoft.com/office/officeart/2005/8/layout/orgChart1"/>
    <dgm:cxn modelId="{EECC1574-D658-42A5-8024-4865E389D891}" type="presParOf" srcId="{1E3186DB-DE61-4E60-94B9-A9A8225F78F7}" destId="{F66E311E-D868-4F45-AAEC-6A2DF1FFEE00}" srcOrd="0" destOrd="0" presId="urn:microsoft.com/office/officeart/2005/8/layout/orgChart1"/>
    <dgm:cxn modelId="{46D401CE-9F81-46CF-9D43-E24F375A259D}" type="presParOf" srcId="{F66E311E-D868-4F45-AAEC-6A2DF1FFEE00}" destId="{FD528D71-7C81-44D0-AB52-50EB76E39B81}" srcOrd="0" destOrd="0" presId="urn:microsoft.com/office/officeart/2005/8/layout/orgChart1"/>
    <dgm:cxn modelId="{1A5734BE-705D-40C7-B060-D00A9FF26B3A}" type="presParOf" srcId="{F66E311E-D868-4F45-AAEC-6A2DF1FFEE00}" destId="{D58CBCE1-0598-4EBA-ADEA-9010208703E3}" srcOrd="1" destOrd="0" presId="urn:microsoft.com/office/officeart/2005/8/layout/orgChart1"/>
    <dgm:cxn modelId="{6BE74D5D-DBAA-484F-90B9-8AC70D82F9A7}" type="presParOf" srcId="{1E3186DB-DE61-4E60-94B9-A9A8225F78F7}" destId="{655299AC-289F-4363-9E91-DDF15F7EA458}" srcOrd="1" destOrd="0" presId="urn:microsoft.com/office/officeart/2005/8/layout/orgChart1"/>
    <dgm:cxn modelId="{A11B2F61-F9B6-4467-A1B7-9673EF12D21F}" type="presParOf" srcId="{1E3186DB-DE61-4E60-94B9-A9A8225F78F7}" destId="{7B2F3C5A-117C-4271-8A63-D68DD8E8EE4B}" srcOrd="2" destOrd="0" presId="urn:microsoft.com/office/officeart/2005/8/layout/orgChart1"/>
    <dgm:cxn modelId="{BE883777-1CC9-40D7-8FA4-AF9160BAA592}" type="presParOf" srcId="{192E1763-C715-465C-A615-E1B1AB30B3C6}" destId="{AB7F5D7F-C5AA-41B2-A40E-967CA08615CB}" srcOrd="2" destOrd="0" presId="urn:microsoft.com/office/officeart/2005/8/layout/orgChart1"/>
    <dgm:cxn modelId="{078E7F8C-F9BB-467C-8574-15399349BA06}" type="presParOf" srcId="{86F5F5EF-97C6-4922-B0AA-63F6ED90D55B}" destId="{E6AF1383-ACDD-4F02-8933-920BC5B543CE}" srcOrd="2" destOrd="0" presId="urn:microsoft.com/office/officeart/2005/8/layout/orgChart1"/>
    <dgm:cxn modelId="{733DF5DD-26AF-4035-BA8E-A40325C8ACEB}" type="presParOf" srcId="{86F5F5EF-97C6-4922-B0AA-63F6ED90D55B}" destId="{85846991-9467-4C5B-9FB0-2B507EB17035}" srcOrd="3" destOrd="0" presId="urn:microsoft.com/office/officeart/2005/8/layout/orgChart1"/>
    <dgm:cxn modelId="{9518C51E-F39F-4BD1-A3E4-00318E5A76DB}" type="presParOf" srcId="{85846991-9467-4C5B-9FB0-2B507EB17035}" destId="{0E8FC30D-39D0-413D-B584-E731D93C05FF}" srcOrd="0" destOrd="0" presId="urn:microsoft.com/office/officeart/2005/8/layout/orgChart1"/>
    <dgm:cxn modelId="{140CD2A1-DBD3-425D-A549-F90D1FB04D0C}" type="presParOf" srcId="{0E8FC30D-39D0-413D-B584-E731D93C05FF}" destId="{F6F60441-6413-46F0-B956-D62089C9FF57}" srcOrd="0" destOrd="0" presId="urn:microsoft.com/office/officeart/2005/8/layout/orgChart1"/>
    <dgm:cxn modelId="{C94AEB6A-3C60-4342-AC84-82DE5D9017EC}" type="presParOf" srcId="{0E8FC30D-39D0-413D-B584-E731D93C05FF}" destId="{43B8B4E3-9B5A-492E-97D0-3D8CC00324F0}" srcOrd="1" destOrd="0" presId="urn:microsoft.com/office/officeart/2005/8/layout/orgChart1"/>
    <dgm:cxn modelId="{97BC47B4-441C-4732-8F81-0457BFB2E258}" type="presParOf" srcId="{85846991-9467-4C5B-9FB0-2B507EB17035}" destId="{6D0CF1B6-A85F-44CA-BC0D-A8F0B8FAE568}" srcOrd="1" destOrd="0" presId="urn:microsoft.com/office/officeart/2005/8/layout/orgChart1"/>
    <dgm:cxn modelId="{FB630ABC-ED3F-4FCC-A770-47BA86725470}" type="presParOf" srcId="{85846991-9467-4C5B-9FB0-2B507EB17035}" destId="{AF6F0FF2-D540-4196-AF89-466553FB8BCE}" srcOrd="2" destOrd="0" presId="urn:microsoft.com/office/officeart/2005/8/layout/orgChart1"/>
    <dgm:cxn modelId="{09A6F119-B799-43DA-89A8-3A3EE9664217}" type="presParOf" srcId="{86F5F5EF-97C6-4922-B0AA-63F6ED90D55B}" destId="{26B91552-A250-4819-9FB0-7EE7F9153A84}" srcOrd="4" destOrd="0" presId="urn:microsoft.com/office/officeart/2005/8/layout/orgChart1"/>
    <dgm:cxn modelId="{2B3D1F6C-D3CE-4D0F-B7F2-6884620C4915}" type="presParOf" srcId="{86F5F5EF-97C6-4922-B0AA-63F6ED90D55B}" destId="{97C4F88E-DE6B-4B45-997E-3841156F8947}" srcOrd="5" destOrd="0" presId="urn:microsoft.com/office/officeart/2005/8/layout/orgChart1"/>
    <dgm:cxn modelId="{5C86872E-2138-4BC2-B063-A298BB97FA2B}" type="presParOf" srcId="{97C4F88E-DE6B-4B45-997E-3841156F8947}" destId="{26FC11DE-CDBD-466B-8E96-FCAA518226E3}" srcOrd="0" destOrd="0" presId="urn:microsoft.com/office/officeart/2005/8/layout/orgChart1"/>
    <dgm:cxn modelId="{6D5AA4D8-3063-498A-82B9-BD040ADE8089}" type="presParOf" srcId="{26FC11DE-CDBD-466B-8E96-FCAA518226E3}" destId="{8EED4063-C7E2-4809-B688-A63EF55701CE}" srcOrd="0" destOrd="0" presId="urn:microsoft.com/office/officeart/2005/8/layout/orgChart1"/>
    <dgm:cxn modelId="{D885D518-6EEA-4071-A968-B4632AE9652F}" type="presParOf" srcId="{26FC11DE-CDBD-466B-8E96-FCAA518226E3}" destId="{1A02983D-6992-405B-AC37-BF562C5FBDAA}" srcOrd="1" destOrd="0" presId="urn:microsoft.com/office/officeart/2005/8/layout/orgChart1"/>
    <dgm:cxn modelId="{ED164CE2-313A-4EF0-862A-2C2BA6637103}" type="presParOf" srcId="{97C4F88E-DE6B-4B45-997E-3841156F8947}" destId="{0DF5B6A0-72A7-4C2B-BF98-0444F418AE4A}" srcOrd="1" destOrd="0" presId="urn:microsoft.com/office/officeart/2005/8/layout/orgChart1"/>
    <dgm:cxn modelId="{D8326B39-A0C4-4825-AFD3-DCD062D8E01A}" type="presParOf" srcId="{97C4F88E-DE6B-4B45-997E-3841156F8947}" destId="{755CA1A4-11C2-4613-A2A3-BECDBB3C250E}" srcOrd="2" destOrd="0" presId="urn:microsoft.com/office/officeart/2005/8/layout/orgChart1"/>
    <dgm:cxn modelId="{A57FE7CF-3B37-4F09-BFCB-767F4D611CD6}" type="presParOf" srcId="{85AAAE24-F9B9-41D6-80F9-DAC2FE45C1C0}" destId="{3FB8235E-A3BE-4DD7-A41E-717A0F01D1D4}" srcOrd="2" destOrd="0" presId="urn:microsoft.com/office/officeart/2005/8/layout/orgChart1"/>
    <dgm:cxn modelId="{D608CAC6-8644-4C2C-840E-C43E7050675B}" type="presParOf" srcId="{3FB8235E-A3BE-4DD7-A41E-717A0F01D1D4}" destId="{4385B047-B604-47BB-A6B8-8A2D4AE14333}" srcOrd="0" destOrd="0" presId="urn:microsoft.com/office/officeart/2005/8/layout/orgChart1"/>
    <dgm:cxn modelId="{2A79B8A3-974A-4B67-952D-43F0A2D497F4}" type="presParOf" srcId="{3FB8235E-A3BE-4DD7-A41E-717A0F01D1D4}" destId="{4D1E0B04-FA9C-4420-B0DE-329684587BB2}" srcOrd="1" destOrd="0" presId="urn:microsoft.com/office/officeart/2005/8/layout/orgChart1"/>
    <dgm:cxn modelId="{A4C98EFC-145D-4E33-8A71-25303A7D00E8}" type="presParOf" srcId="{4D1E0B04-FA9C-4420-B0DE-329684587BB2}" destId="{52CCCB4B-FC03-4659-BA22-88908A65B31F}" srcOrd="0" destOrd="0" presId="urn:microsoft.com/office/officeart/2005/8/layout/orgChart1"/>
    <dgm:cxn modelId="{2CC42830-C789-466D-A13E-24392068343F}" type="presParOf" srcId="{52CCCB4B-FC03-4659-BA22-88908A65B31F}" destId="{13BC145E-EC08-4CAB-A60D-84CCF0DBBE83}" srcOrd="0" destOrd="0" presId="urn:microsoft.com/office/officeart/2005/8/layout/orgChart1"/>
    <dgm:cxn modelId="{F2688470-1879-4BE6-93C1-A118DE830734}" type="presParOf" srcId="{52CCCB4B-FC03-4659-BA22-88908A65B31F}" destId="{D732FFD5-CB45-4EF0-A7FA-F3E4A6E9EF30}" srcOrd="1" destOrd="0" presId="urn:microsoft.com/office/officeart/2005/8/layout/orgChart1"/>
    <dgm:cxn modelId="{1753DFBC-D4D2-4903-9A33-7E8779F7363D}" type="presParOf" srcId="{4D1E0B04-FA9C-4420-B0DE-329684587BB2}" destId="{002264EC-30C3-405D-B277-72CC1D82B7B3}" srcOrd="1" destOrd="0" presId="urn:microsoft.com/office/officeart/2005/8/layout/orgChart1"/>
    <dgm:cxn modelId="{5A9D90E1-4202-4DE4-9057-DD339213B20E}" type="presParOf" srcId="{4D1E0B04-FA9C-4420-B0DE-329684587BB2}" destId="{7972B759-40F3-4774-8907-155EF3B7875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9597F2-7976-4264-8997-0412448CDF2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B0700A-9730-4C8D-BED3-E8FAF55C59C0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6A77A1B2-80E8-4C55-93D2-147D55DDA1CC}" type="parTrans" cxnId="{FC7CB57F-C35A-45F7-A81F-485934C96C8C}">
      <dgm:prSet/>
      <dgm:spPr/>
      <dgm:t>
        <a:bodyPr/>
        <a:lstStyle/>
        <a:p>
          <a:endParaRPr lang="en-US"/>
        </a:p>
      </dgm:t>
    </dgm:pt>
    <dgm:pt modelId="{F8022CDA-9C9E-4FA2-98BD-063CB1D0F485}" type="sibTrans" cxnId="{FC7CB57F-C35A-45F7-A81F-485934C96C8C}">
      <dgm:prSet/>
      <dgm:spPr/>
      <dgm:t>
        <a:bodyPr/>
        <a:lstStyle/>
        <a:p>
          <a:endParaRPr lang="en-US"/>
        </a:p>
      </dgm:t>
    </dgm:pt>
    <dgm:pt modelId="{3911F3EF-29E0-4754-89FE-8361E6685A47}" type="asst">
      <dgm:prSet phldrT="[Text]" phldr="1"/>
      <dgm:spPr/>
      <dgm:t>
        <a:bodyPr/>
        <a:lstStyle/>
        <a:p>
          <a:endParaRPr lang="en-US"/>
        </a:p>
      </dgm:t>
    </dgm:pt>
    <dgm:pt modelId="{B35A7BE1-B511-4D49-949E-FDD663403BCA}" type="parTrans" cxnId="{144432D6-8D63-49E8-A12F-B00DAFF59F8C}">
      <dgm:prSet/>
      <dgm:spPr/>
      <dgm:t>
        <a:bodyPr/>
        <a:lstStyle/>
        <a:p>
          <a:endParaRPr lang="en-US"/>
        </a:p>
      </dgm:t>
    </dgm:pt>
    <dgm:pt modelId="{83DE5FB6-949E-4076-A71A-395825A35C64}" type="sibTrans" cxnId="{144432D6-8D63-49E8-A12F-B00DAFF59F8C}">
      <dgm:prSet/>
      <dgm:spPr/>
      <dgm:t>
        <a:bodyPr/>
        <a:lstStyle/>
        <a:p>
          <a:endParaRPr lang="en-US"/>
        </a:p>
      </dgm:t>
    </dgm:pt>
    <dgm:pt modelId="{66C7527A-4FF7-461C-8CE5-7033A3D755C6}">
      <dgm:prSet phldrT="[Text]" phldr="1"/>
      <dgm:spPr/>
      <dgm:t>
        <a:bodyPr/>
        <a:lstStyle/>
        <a:p>
          <a:endParaRPr lang="en-US"/>
        </a:p>
      </dgm:t>
    </dgm:pt>
    <dgm:pt modelId="{FA4C56CE-CB47-4BFA-AEE8-9D0429C44F4B}" type="parTrans" cxnId="{4B009C3C-7008-4176-8041-2A550035FA37}">
      <dgm:prSet/>
      <dgm:spPr/>
      <dgm:t>
        <a:bodyPr/>
        <a:lstStyle/>
        <a:p>
          <a:endParaRPr lang="en-US"/>
        </a:p>
      </dgm:t>
    </dgm:pt>
    <dgm:pt modelId="{DC028732-DFE9-49D1-9F59-B96D8EC83D58}" type="sibTrans" cxnId="{4B009C3C-7008-4176-8041-2A550035FA37}">
      <dgm:prSet/>
      <dgm:spPr/>
      <dgm:t>
        <a:bodyPr/>
        <a:lstStyle/>
        <a:p>
          <a:endParaRPr lang="en-US"/>
        </a:p>
      </dgm:t>
    </dgm:pt>
    <dgm:pt modelId="{E7B6B9D1-1C80-4335-9B67-9737DC609F2E}">
      <dgm:prSet phldrT="[Text]" phldr="1"/>
      <dgm:spPr/>
      <dgm:t>
        <a:bodyPr/>
        <a:lstStyle/>
        <a:p>
          <a:endParaRPr lang="en-US"/>
        </a:p>
      </dgm:t>
    </dgm:pt>
    <dgm:pt modelId="{A93B9FE2-DBEF-4E12-B586-C6525E5B15F2}" type="parTrans" cxnId="{43AFCFD1-8554-4016-99C9-6AC5DD685825}">
      <dgm:prSet/>
      <dgm:spPr/>
      <dgm:t>
        <a:bodyPr/>
        <a:lstStyle/>
        <a:p>
          <a:endParaRPr lang="en-US"/>
        </a:p>
      </dgm:t>
    </dgm:pt>
    <dgm:pt modelId="{8159A771-4B8D-4AD4-BFA6-16CBF0C28393}" type="sibTrans" cxnId="{43AFCFD1-8554-4016-99C9-6AC5DD685825}">
      <dgm:prSet/>
      <dgm:spPr/>
      <dgm:t>
        <a:bodyPr/>
        <a:lstStyle/>
        <a:p>
          <a:endParaRPr lang="en-US"/>
        </a:p>
      </dgm:t>
    </dgm:pt>
    <dgm:pt modelId="{CAA7A32D-5CFD-4420-BA7A-A219A65364D7}">
      <dgm:prSet phldrT="[Text]" phldr="1"/>
      <dgm:spPr/>
      <dgm:t>
        <a:bodyPr/>
        <a:lstStyle/>
        <a:p>
          <a:endParaRPr lang="en-US"/>
        </a:p>
      </dgm:t>
    </dgm:pt>
    <dgm:pt modelId="{BCF00BC4-F7B7-465D-8F63-0E1AD7F071E4}" type="parTrans" cxnId="{505D7BAF-5603-49F9-8040-184339F135A2}">
      <dgm:prSet/>
      <dgm:spPr/>
      <dgm:t>
        <a:bodyPr/>
        <a:lstStyle/>
        <a:p>
          <a:endParaRPr lang="en-US"/>
        </a:p>
      </dgm:t>
    </dgm:pt>
    <dgm:pt modelId="{00A7EC28-6D8C-456D-BF4A-98CC5731D01B}" type="sibTrans" cxnId="{505D7BAF-5603-49F9-8040-184339F135A2}">
      <dgm:prSet/>
      <dgm:spPr/>
      <dgm:t>
        <a:bodyPr/>
        <a:lstStyle/>
        <a:p>
          <a:endParaRPr lang="en-US"/>
        </a:p>
      </dgm:t>
    </dgm:pt>
    <dgm:pt modelId="{DB4B8B72-156B-42C6-896B-222570BB5AE2}">
      <dgm:prSet phldrT="[Text]"/>
      <dgm:spPr/>
      <dgm:t>
        <a:bodyPr/>
        <a:lstStyle/>
        <a:p>
          <a:r>
            <a:rPr lang="en-US"/>
            <a:t>Report A</a:t>
          </a:r>
        </a:p>
      </dgm:t>
    </dgm:pt>
    <dgm:pt modelId="{E4874CEA-0972-42D2-BF86-1F338AC8E992}" type="parTrans" cxnId="{C6A57623-F6D3-4603-8D54-4AC3D29553F9}">
      <dgm:prSet/>
      <dgm:spPr/>
    </dgm:pt>
    <dgm:pt modelId="{B3C2617D-485F-4F89-BE97-41A54676579C}" type="sibTrans" cxnId="{C6A57623-F6D3-4603-8D54-4AC3D29553F9}">
      <dgm:prSet/>
      <dgm:spPr/>
    </dgm:pt>
    <dgm:pt modelId="{1807F827-3E23-44EE-826D-125C1E7C25B0}">
      <dgm:prSet phldrT="[Text]"/>
      <dgm:spPr/>
      <dgm:t>
        <a:bodyPr/>
        <a:lstStyle/>
        <a:p>
          <a:r>
            <a:rPr lang="en-US"/>
            <a:t>Report B</a:t>
          </a:r>
        </a:p>
      </dgm:t>
    </dgm:pt>
    <dgm:pt modelId="{01677D3E-C9D3-42DF-B3DF-1F6D152A5E02}" type="parTrans" cxnId="{185FAA3B-8850-471B-B9A1-D9B2B91CFF79}">
      <dgm:prSet/>
      <dgm:spPr/>
    </dgm:pt>
    <dgm:pt modelId="{F2E8C5D4-30B7-4422-A21C-7FE46199E624}" type="sibTrans" cxnId="{185FAA3B-8850-471B-B9A1-D9B2B91CFF79}">
      <dgm:prSet/>
      <dgm:spPr/>
    </dgm:pt>
    <dgm:pt modelId="{BFFBE09A-41C9-48EE-890E-1B4FCF0B4626}">
      <dgm:prSet phldrT="[Text]"/>
      <dgm:spPr/>
      <dgm:t>
        <a:bodyPr/>
        <a:lstStyle/>
        <a:p>
          <a:r>
            <a:rPr lang="en-US"/>
            <a:t>Report C</a:t>
          </a:r>
        </a:p>
      </dgm:t>
    </dgm:pt>
    <dgm:pt modelId="{B1E78194-2581-4B7C-916E-FEF521DF5E68}" type="parTrans" cxnId="{0A2F3B56-CAF7-45FB-91DE-147491B82785}">
      <dgm:prSet/>
      <dgm:spPr/>
    </dgm:pt>
    <dgm:pt modelId="{789A40DE-9B40-4CBA-819F-D2CC295E16A2}" type="sibTrans" cxnId="{0A2F3B56-CAF7-45FB-91DE-147491B82785}">
      <dgm:prSet/>
      <dgm:spPr/>
    </dgm:pt>
    <dgm:pt modelId="{E9EBB180-6464-45E0-B1C5-D6097678CC08}">
      <dgm:prSet phldrT="[Text]"/>
      <dgm:spPr/>
      <dgm:t>
        <a:bodyPr/>
        <a:lstStyle/>
        <a:p>
          <a:r>
            <a:rPr lang="en-US"/>
            <a:t>Team 1</a:t>
          </a:r>
        </a:p>
      </dgm:t>
    </dgm:pt>
    <dgm:pt modelId="{2AC0B22A-071F-4F7F-8445-FFCC8EC7820D}" type="parTrans" cxnId="{F895012C-79E4-424D-B2A3-58F3246DCAE8}">
      <dgm:prSet/>
      <dgm:spPr/>
    </dgm:pt>
    <dgm:pt modelId="{7CEA8241-206F-45CE-AD39-ED7095478083}" type="sibTrans" cxnId="{F895012C-79E4-424D-B2A3-58F3246DCAE8}">
      <dgm:prSet/>
      <dgm:spPr/>
    </dgm:pt>
    <dgm:pt modelId="{310B00E0-F1C2-44A4-A2AE-821B3F9B82D4}">
      <dgm:prSet phldrT="[Text]"/>
      <dgm:spPr/>
      <dgm:t>
        <a:bodyPr/>
        <a:lstStyle/>
        <a:p>
          <a:r>
            <a:rPr lang="en-US"/>
            <a:t>Team 2</a:t>
          </a:r>
        </a:p>
      </dgm:t>
    </dgm:pt>
    <dgm:pt modelId="{99B988FA-66E6-4C58-AFE3-BDFDF18ACC1A}" type="parTrans" cxnId="{0E3A0A41-0148-43E6-A1A6-C2BE9EB76B42}">
      <dgm:prSet/>
      <dgm:spPr/>
    </dgm:pt>
    <dgm:pt modelId="{20FD612B-E4D1-4E75-A539-26D4ACC8D098}" type="sibTrans" cxnId="{0E3A0A41-0148-43E6-A1A6-C2BE9EB76B42}">
      <dgm:prSet/>
      <dgm:spPr/>
    </dgm:pt>
    <dgm:pt modelId="{C690CACC-7C9C-403F-AF1F-C2657F98CE02}">
      <dgm:prSet phldrT="[Text]"/>
      <dgm:spPr/>
      <dgm:t>
        <a:bodyPr/>
        <a:lstStyle/>
        <a:p>
          <a:r>
            <a:rPr lang="en-US"/>
            <a:t>Team 3</a:t>
          </a:r>
        </a:p>
      </dgm:t>
    </dgm:pt>
    <dgm:pt modelId="{445E4D75-0010-4681-8CD7-8EEFD2CB8845}" type="parTrans" cxnId="{55AA6395-196E-47B9-8BB6-260E7D96C9B7}">
      <dgm:prSet/>
      <dgm:spPr/>
    </dgm:pt>
    <dgm:pt modelId="{26A2208A-6E45-427E-898A-B3F79ACEEE87}" type="sibTrans" cxnId="{55AA6395-196E-47B9-8BB6-260E7D96C9B7}">
      <dgm:prSet/>
      <dgm:spPr/>
    </dgm:pt>
    <dgm:pt modelId="{01E0B875-4F99-4C5C-A7B8-939168D66114}">
      <dgm:prSet phldrT="[Text]"/>
      <dgm:spPr/>
      <dgm:t>
        <a:bodyPr/>
        <a:lstStyle/>
        <a:p>
          <a:r>
            <a:rPr lang="en-US"/>
            <a:t>Team 4</a:t>
          </a:r>
        </a:p>
      </dgm:t>
    </dgm:pt>
    <dgm:pt modelId="{85D38C40-12A7-4E98-B812-56C7D7276502}" type="parTrans" cxnId="{D364FB22-2223-411F-B970-2B715C7CB282}">
      <dgm:prSet/>
      <dgm:spPr/>
    </dgm:pt>
    <dgm:pt modelId="{6BEB11E9-B4AC-4549-B671-FA527BEA06E2}" type="sibTrans" cxnId="{D364FB22-2223-411F-B970-2B715C7CB282}">
      <dgm:prSet/>
      <dgm:spPr/>
    </dgm:pt>
    <dgm:pt modelId="{32F2A4F1-6033-443F-ADEC-38B86B4DCCBB}">
      <dgm:prSet phldrT="[Text]"/>
      <dgm:spPr/>
      <dgm:t>
        <a:bodyPr/>
        <a:lstStyle/>
        <a:p>
          <a:r>
            <a:rPr lang="en-US"/>
            <a:t>Team 5</a:t>
          </a:r>
        </a:p>
      </dgm:t>
    </dgm:pt>
    <dgm:pt modelId="{94977F65-79B0-41C3-A0C1-125F75DD019F}" type="parTrans" cxnId="{59299207-F4AB-4312-9A2E-4C70C76FB0B6}">
      <dgm:prSet/>
      <dgm:spPr/>
    </dgm:pt>
    <dgm:pt modelId="{6AD27B37-8E19-44F0-AA9A-FB24A6000FE5}" type="sibTrans" cxnId="{59299207-F4AB-4312-9A2E-4C70C76FB0B6}">
      <dgm:prSet/>
      <dgm:spPr/>
    </dgm:pt>
    <dgm:pt modelId="{9FCB066D-50D9-4384-BA27-3F7B8EF5FE47}" type="pres">
      <dgm:prSet presAssocID="{6E9597F2-7976-4264-8997-0412448CDF2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87ACFFC-89B7-4B5B-9661-AE6CB190F01E}" type="pres">
      <dgm:prSet presAssocID="{D2B0700A-9730-4C8D-BED3-E8FAF55C59C0}" presName="hierRoot1" presStyleCnt="0">
        <dgm:presLayoutVars>
          <dgm:hierBranch val="hang"/>
        </dgm:presLayoutVars>
      </dgm:prSet>
      <dgm:spPr/>
    </dgm:pt>
    <dgm:pt modelId="{357950C0-2907-4185-BFCC-0F7862064994}" type="pres">
      <dgm:prSet presAssocID="{D2B0700A-9730-4C8D-BED3-E8FAF55C59C0}" presName="rootComposite1" presStyleCnt="0"/>
      <dgm:spPr/>
    </dgm:pt>
    <dgm:pt modelId="{35506CFB-7330-4858-BEE5-D0078C858463}" type="pres">
      <dgm:prSet presAssocID="{D2B0700A-9730-4C8D-BED3-E8FAF55C59C0}" presName="rootText1" presStyleLbl="node0" presStyleIdx="0" presStyleCnt="1">
        <dgm:presLayoutVars>
          <dgm:chPref val="3"/>
        </dgm:presLayoutVars>
      </dgm:prSet>
      <dgm:spPr/>
    </dgm:pt>
    <dgm:pt modelId="{5DA7ACC6-ED1D-48C2-AABE-9217EFE39EE8}" type="pres">
      <dgm:prSet presAssocID="{D2B0700A-9730-4C8D-BED3-E8FAF55C59C0}" presName="rootConnector1" presStyleLbl="node1" presStyleIdx="0" presStyleCnt="0"/>
      <dgm:spPr/>
    </dgm:pt>
    <dgm:pt modelId="{2685F08C-EF89-4675-9B62-EF9F6F62A531}" type="pres">
      <dgm:prSet presAssocID="{D2B0700A-9730-4C8D-BED3-E8FAF55C59C0}" presName="hierChild2" presStyleCnt="0"/>
      <dgm:spPr/>
    </dgm:pt>
    <dgm:pt modelId="{8EA19B92-46A8-4FCE-B84D-3B08342D3FB5}" type="pres">
      <dgm:prSet presAssocID="{FA4C56CE-CB47-4BFA-AEE8-9D0429C44F4B}" presName="Name48" presStyleLbl="parChTrans1D2" presStyleIdx="0" presStyleCnt="4"/>
      <dgm:spPr/>
    </dgm:pt>
    <dgm:pt modelId="{C9F8D428-DF7F-498D-8973-0F92AD5E4F52}" type="pres">
      <dgm:prSet presAssocID="{66C7527A-4FF7-461C-8CE5-7033A3D755C6}" presName="hierRoot2" presStyleCnt="0">
        <dgm:presLayoutVars>
          <dgm:hierBranch val="init"/>
        </dgm:presLayoutVars>
      </dgm:prSet>
      <dgm:spPr/>
    </dgm:pt>
    <dgm:pt modelId="{5991AD42-783F-43E5-A68E-B480D2E93E34}" type="pres">
      <dgm:prSet presAssocID="{66C7527A-4FF7-461C-8CE5-7033A3D755C6}" presName="rootComposite" presStyleCnt="0"/>
      <dgm:spPr/>
    </dgm:pt>
    <dgm:pt modelId="{9C7CC223-DF27-4146-9033-C0EDB9E7E592}" type="pres">
      <dgm:prSet presAssocID="{66C7527A-4FF7-461C-8CE5-7033A3D755C6}" presName="rootText" presStyleLbl="node2" presStyleIdx="0" presStyleCnt="3">
        <dgm:presLayoutVars>
          <dgm:chPref val="3"/>
        </dgm:presLayoutVars>
      </dgm:prSet>
      <dgm:spPr/>
    </dgm:pt>
    <dgm:pt modelId="{6B92CEC5-4ED4-4941-A15E-70D8A35C8E31}" type="pres">
      <dgm:prSet presAssocID="{66C7527A-4FF7-461C-8CE5-7033A3D755C6}" presName="rootConnector" presStyleLbl="node2" presStyleIdx="0" presStyleCnt="3"/>
      <dgm:spPr/>
    </dgm:pt>
    <dgm:pt modelId="{7B0B651A-1959-47EB-95C0-297AE7FC0A38}" type="pres">
      <dgm:prSet presAssocID="{66C7527A-4FF7-461C-8CE5-7033A3D755C6}" presName="hierChild4" presStyleCnt="0"/>
      <dgm:spPr/>
    </dgm:pt>
    <dgm:pt modelId="{C7DDE835-B355-4CDF-A473-6706D7CB6166}" type="pres">
      <dgm:prSet presAssocID="{E4874CEA-0972-42D2-BF86-1F338AC8E992}" presName="Name37" presStyleLbl="parChTrans1D3" presStyleIdx="0" presStyleCnt="3"/>
      <dgm:spPr/>
    </dgm:pt>
    <dgm:pt modelId="{307734AC-900A-4937-83FF-4BC56CDF802C}" type="pres">
      <dgm:prSet presAssocID="{DB4B8B72-156B-42C6-896B-222570BB5AE2}" presName="hierRoot2" presStyleCnt="0">
        <dgm:presLayoutVars>
          <dgm:hierBranch val="init"/>
        </dgm:presLayoutVars>
      </dgm:prSet>
      <dgm:spPr/>
    </dgm:pt>
    <dgm:pt modelId="{731411D3-466D-4D0A-9499-68CF0AE41235}" type="pres">
      <dgm:prSet presAssocID="{DB4B8B72-156B-42C6-896B-222570BB5AE2}" presName="rootComposite" presStyleCnt="0"/>
      <dgm:spPr/>
    </dgm:pt>
    <dgm:pt modelId="{7C320106-D8A2-4979-9D90-6A4BDCF34ECE}" type="pres">
      <dgm:prSet presAssocID="{DB4B8B72-156B-42C6-896B-222570BB5AE2}" presName="rootText" presStyleLbl="node3" presStyleIdx="0" presStyleCnt="3">
        <dgm:presLayoutVars>
          <dgm:chPref val="3"/>
        </dgm:presLayoutVars>
      </dgm:prSet>
      <dgm:spPr/>
    </dgm:pt>
    <dgm:pt modelId="{AD1030AE-1A8E-4CCD-A0E9-757DB25D2222}" type="pres">
      <dgm:prSet presAssocID="{DB4B8B72-156B-42C6-896B-222570BB5AE2}" presName="rootConnector" presStyleLbl="node3" presStyleIdx="0" presStyleCnt="3"/>
      <dgm:spPr/>
    </dgm:pt>
    <dgm:pt modelId="{50221226-E7DD-4685-96E2-AA6EBC68BFB1}" type="pres">
      <dgm:prSet presAssocID="{DB4B8B72-156B-42C6-896B-222570BB5AE2}" presName="hierChild4" presStyleCnt="0"/>
      <dgm:spPr/>
    </dgm:pt>
    <dgm:pt modelId="{14052C14-B121-4577-BF2F-F38F43A2E467}" type="pres">
      <dgm:prSet presAssocID="{DB4B8B72-156B-42C6-896B-222570BB5AE2}" presName="hierChild5" presStyleCnt="0"/>
      <dgm:spPr/>
    </dgm:pt>
    <dgm:pt modelId="{76ECE655-73E0-4D5B-AF31-3ACA82971B3E}" type="pres">
      <dgm:prSet presAssocID="{01677D3E-C9D3-42DF-B3DF-1F6D152A5E02}" presName="Name37" presStyleLbl="parChTrans1D3" presStyleIdx="1" presStyleCnt="3"/>
      <dgm:spPr/>
    </dgm:pt>
    <dgm:pt modelId="{91A35A60-98DB-47F5-84F5-9FB192164901}" type="pres">
      <dgm:prSet presAssocID="{1807F827-3E23-44EE-826D-125C1E7C25B0}" presName="hierRoot2" presStyleCnt="0">
        <dgm:presLayoutVars>
          <dgm:hierBranch val="init"/>
        </dgm:presLayoutVars>
      </dgm:prSet>
      <dgm:spPr/>
    </dgm:pt>
    <dgm:pt modelId="{686E4441-A84A-41CA-81C0-88AB09BE4C8F}" type="pres">
      <dgm:prSet presAssocID="{1807F827-3E23-44EE-826D-125C1E7C25B0}" presName="rootComposite" presStyleCnt="0"/>
      <dgm:spPr/>
    </dgm:pt>
    <dgm:pt modelId="{013C7EF5-44DD-4699-B54A-90EC7E8BF31E}" type="pres">
      <dgm:prSet presAssocID="{1807F827-3E23-44EE-826D-125C1E7C25B0}" presName="rootText" presStyleLbl="node3" presStyleIdx="1" presStyleCnt="3">
        <dgm:presLayoutVars>
          <dgm:chPref val="3"/>
        </dgm:presLayoutVars>
      </dgm:prSet>
      <dgm:spPr/>
    </dgm:pt>
    <dgm:pt modelId="{039C50F0-538F-4461-A31D-52F4EE4BB6AF}" type="pres">
      <dgm:prSet presAssocID="{1807F827-3E23-44EE-826D-125C1E7C25B0}" presName="rootConnector" presStyleLbl="node3" presStyleIdx="1" presStyleCnt="3"/>
      <dgm:spPr/>
    </dgm:pt>
    <dgm:pt modelId="{C5281BC8-1C60-46AC-9EA0-499EC7C7BECB}" type="pres">
      <dgm:prSet presAssocID="{1807F827-3E23-44EE-826D-125C1E7C25B0}" presName="hierChild4" presStyleCnt="0"/>
      <dgm:spPr/>
    </dgm:pt>
    <dgm:pt modelId="{DBF1DBF5-A249-4A9E-A7D0-E4B7B4EDF29B}" type="pres">
      <dgm:prSet presAssocID="{2AC0B22A-071F-4F7F-8445-FFCC8EC7820D}" presName="Name37" presStyleLbl="parChTrans1D4" presStyleIdx="0" presStyleCnt="5"/>
      <dgm:spPr/>
    </dgm:pt>
    <dgm:pt modelId="{472B6439-A516-43B8-90E8-06607BDD9FE5}" type="pres">
      <dgm:prSet presAssocID="{E9EBB180-6464-45E0-B1C5-D6097678CC08}" presName="hierRoot2" presStyleCnt="0">
        <dgm:presLayoutVars>
          <dgm:hierBranch val="init"/>
        </dgm:presLayoutVars>
      </dgm:prSet>
      <dgm:spPr/>
    </dgm:pt>
    <dgm:pt modelId="{77427BAB-C5DD-4A5D-873B-456EB30999A5}" type="pres">
      <dgm:prSet presAssocID="{E9EBB180-6464-45E0-B1C5-D6097678CC08}" presName="rootComposite" presStyleCnt="0"/>
      <dgm:spPr/>
    </dgm:pt>
    <dgm:pt modelId="{4C3CACA0-E5E6-4E1D-A1E9-02737FE0813A}" type="pres">
      <dgm:prSet presAssocID="{E9EBB180-6464-45E0-B1C5-D6097678CC08}" presName="rootText" presStyleLbl="node4" presStyleIdx="0" presStyleCnt="5">
        <dgm:presLayoutVars>
          <dgm:chPref val="3"/>
        </dgm:presLayoutVars>
      </dgm:prSet>
      <dgm:spPr/>
    </dgm:pt>
    <dgm:pt modelId="{806F72D2-98FE-4F84-A7F5-5A18B3B9CBED}" type="pres">
      <dgm:prSet presAssocID="{E9EBB180-6464-45E0-B1C5-D6097678CC08}" presName="rootConnector" presStyleLbl="node4" presStyleIdx="0" presStyleCnt="5"/>
      <dgm:spPr/>
    </dgm:pt>
    <dgm:pt modelId="{04B6D200-2178-4245-A0AC-213EF9723597}" type="pres">
      <dgm:prSet presAssocID="{E9EBB180-6464-45E0-B1C5-D6097678CC08}" presName="hierChild4" presStyleCnt="0"/>
      <dgm:spPr/>
    </dgm:pt>
    <dgm:pt modelId="{1699A62C-8DB2-4C70-8CD6-D4B12D600AF8}" type="pres">
      <dgm:prSet presAssocID="{85D38C40-12A7-4E98-B812-56C7D7276502}" presName="Name37" presStyleLbl="parChTrans1D4" presStyleIdx="1" presStyleCnt="5"/>
      <dgm:spPr/>
    </dgm:pt>
    <dgm:pt modelId="{539BDCB0-0535-4AE7-A0E2-3154A5D799C3}" type="pres">
      <dgm:prSet presAssocID="{01E0B875-4F99-4C5C-A7B8-939168D66114}" presName="hierRoot2" presStyleCnt="0">
        <dgm:presLayoutVars>
          <dgm:hierBranch val="init"/>
        </dgm:presLayoutVars>
      </dgm:prSet>
      <dgm:spPr/>
    </dgm:pt>
    <dgm:pt modelId="{3738436D-5B50-4F44-ACFA-F8B5B68F746F}" type="pres">
      <dgm:prSet presAssocID="{01E0B875-4F99-4C5C-A7B8-939168D66114}" presName="rootComposite" presStyleCnt="0"/>
      <dgm:spPr/>
    </dgm:pt>
    <dgm:pt modelId="{D914ED8B-9FAD-4745-B202-F9E302598201}" type="pres">
      <dgm:prSet presAssocID="{01E0B875-4F99-4C5C-A7B8-939168D66114}" presName="rootText" presStyleLbl="node4" presStyleIdx="1" presStyleCnt="5">
        <dgm:presLayoutVars>
          <dgm:chPref val="3"/>
        </dgm:presLayoutVars>
      </dgm:prSet>
      <dgm:spPr/>
    </dgm:pt>
    <dgm:pt modelId="{6DF451FD-C888-4065-8F80-16B050917B86}" type="pres">
      <dgm:prSet presAssocID="{01E0B875-4F99-4C5C-A7B8-939168D66114}" presName="rootConnector" presStyleLbl="node4" presStyleIdx="1" presStyleCnt="5"/>
      <dgm:spPr/>
    </dgm:pt>
    <dgm:pt modelId="{E6AFFCB6-ABF1-44B0-AA52-0D39688FE2B5}" type="pres">
      <dgm:prSet presAssocID="{01E0B875-4F99-4C5C-A7B8-939168D66114}" presName="hierChild4" presStyleCnt="0"/>
      <dgm:spPr/>
    </dgm:pt>
    <dgm:pt modelId="{B78B2391-2F5E-4AD6-B0ED-870F3FAA7614}" type="pres">
      <dgm:prSet presAssocID="{01E0B875-4F99-4C5C-A7B8-939168D66114}" presName="hierChild5" presStyleCnt="0"/>
      <dgm:spPr/>
    </dgm:pt>
    <dgm:pt modelId="{A5D97868-4296-41DB-98CC-888042F69810}" type="pres">
      <dgm:prSet presAssocID="{94977F65-79B0-41C3-A0C1-125F75DD019F}" presName="Name37" presStyleLbl="parChTrans1D4" presStyleIdx="2" presStyleCnt="5"/>
      <dgm:spPr/>
    </dgm:pt>
    <dgm:pt modelId="{59EDCCFB-18B4-4A7D-BEF7-37084033B9DE}" type="pres">
      <dgm:prSet presAssocID="{32F2A4F1-6033-443F-ADEC-38B86B4DCCBB}" presName="hierRoot2" presStyleCnt="0">
        <dgm:presLayoutVars>
          <dgm:hierBranch val="init"/>
        </dgm:presLayoutVars>
      </dgm:prSet>
      <dgm:spPr/>
    </dgm:pt>
    <dgm:pt modelId="{16E84C01-C3FD-4B66-92B3-E3B1EDDDFCA6}" type="pres">
      <dgm:prSet presAssocID="{32F2A4F1-6033-443F-ADEC-38B86B4DCCBB}" presName="rootComposite" presStyleCnt="0"/>
      <dgm:spPr/>
    </dgm:pt>
    <dgm:pt modelId="{8ADD836E-2EE0-44E2-BEDB-AB06E8F8F488}" type="pres">
      <dgm:prSet presAssocID="{32F2A4F1-6033-443F-ADEC-38B86B4DCCBB}" presName="rootText" presStyleLbl="node4" presStyleIdx="2" presStyleCnt="5">
        <dgm:presLayoutVars>
          <dgm:chPref val="3"/>
        </dgm:presLayoutVars>
      </dgm:prSet>
      <dgm:spPr/>
    </dgm:pt>
    <dgm:pt modelId="{9BF9D8D3-373D-40CF-8915-9691939AC6B8}" type="pres">
      <dgm:prSet presAssocID="{32F2A4F1-6033-443F-ADEC-38B86B4DCCBB}" presName="rootConnector" presStyleLbl="node4" presStyleIdx="2" presStyleCnt="5"/>
      <dgm:spPr/>
    </dgm:pt>
    <dgm:pt modelId="{6F33D7D7-E067-4B90-81BF-A8D29A01663E}" type="pres">
      <dgm:prSet presAssocID="{32F2A4F1-6033-443F-ADEC-38B86B4DCCBB}" presName="hierChild4" presStyleCnt="0"/>
      <dgm:spPr/>
    </dgm:pt>
    <dgm:pt modelId="{C5726E54-585A-4077-8A8B-40C50FFA59DE}" type="pres">
      <dgm:prSet presAssocID="{32F2A4F1-6033-443F-ADEC-38B86B4DCCBB}" presName="hierChild5" presStyleCnt="0"/>
      <dgm:spPr/>
    </dgm:pt>
    <dgm:pt modelId="{1DE52B30-C4E6-4BE9-906A-9DD95E39A6DF}" type="pres">
      <dgm:prSet presAssocID="{E9EBB180-6464-45E0-B1C5-D6097678CC08}" presName="hierChild5" presStyleCnt="0"/>
      <dgm:spPr/>
    </dgm:pt>
    <dgm:pt modelId="{02B34A0F-9306-479C-8A89-FD4C7075C832}" type="pres">
      <dgm:prSet presAssocID="{99B988FA-66E6-4C58-AFE3-BDFDF18ACC1A}" presName="Name37" presStyleLbl="parChTrans1D4" presStyleIdx="3" presStyleCnt="5"/>
      <dgm:spPr/>
    </dgm:pt>
    <dgm:pt modelId="{84BE3CF8-6BCE-415E-9F17-B541CB20A117}" type="pres">
      <dgm:prSet presAssocID="{310B00E0-F1C2-44A4-A2AE-821B3F9B82D4}" presName="hierRoot2" presStyleCnt="0">
        <dgm:presLayoutVars>
          <dgm:hierBranch val="init"/>
        </dgm:presLayoutVars>
      </dgm:prSet>
      <dgm:spPr/>
    </dgm:pt>
    <dgm:pt modelId="{26AC8DE9-482B-48A1-85C0-D33BCAC0F26A}" type="pres">
      <dgm:prSet presAssocID="{310B00E0-F1C2-44A4-A2AE-821B3F9B82D4}" presName="rootComposite" presStyleCnt="0"/>
      <dgm:spPr/>
    </dgm:pt>
    <dgm:pt modelId="{60F9D933-3BF6-46FC-BF35-B75921899AD1}" type="pres">
      <dgm:prSet presAssocID="{310B00E0-F1C2-44A4-A2AE-821B3F9B82D4}" presName="rootText" presStyleLbl="node4" presStyleIdx="3" presStyleCnt="5">
        <dgm:presLayoutVars>
          <dgm:chPref val="3"/>
        </dgm:presLayoutVars>
      </dgm:prSet>
      <dgm:spPr/>
    </dgm:pt>
    <dgm:pt modelId="{A390A9F9-665E-4E15-AC70-A0F305A07534}" type="pres">
      <dgm:prSet presAssocID="{310B00E0-F1C2-44A4-A2AE-821B3F9B82D4}" presName="rootConnector" presStyleLbl="node4" presStyleIdx="3" presStyleCnt="5"/>
      <dgm:spPr/>
    </dgm:pt>
    <dgm:pt modelId="{21E6CD86-1E96-4779-82D4-1707A271AF40}" type="pres">
      <dgm:prSet presAssocID="{310B00E0-F1C2-44A4-A2AE-821B3F9B82D4}" presName="hierChild4" presStyleCnt="0"/>
      <dgm:spPr/>
    </dgm:pt>
    <dgm:pt modelId="{D1FC7C26-608E-449D-9A72-13D78CB0E3ED}" type="pres">
      <dgm:prSet presAssocID="{310B00E0-F1C2-44A4-A2AE-821B3F9B82D4}" presName="hierChild5" presStyleCnt="0"/>
      <dgm:spPr/>
    </dgm:pt>
    <dgm:pt modelId="{37D05C09-47D2-46C7-9B2F-AE224D448937}" type="pres">
      <dgm:prSet presAssocID="{445E4D75-0010-4681-8CD7-8EEFD2CB8845}" presName="Name37" presStyleLbl="parChTrans1D4" presStyleIdx="4" presStyleCnt="5"/>
      <dgm:spPr/>
    </dgm:pt>
    <dgm:pt modelId="{16A837F9-3C0C-4F34-A7F3-2FC39307DADD}" type="pres">
      <dgm:prSet presAssocID="{C690CACC-7C9C-403F-AF1F-C2657F98CE02}" presName="hierRoot2" presStyleCnt="0">
        <dgm:presLayoutVars>
          <dgm:hierBranch val="init"/>
        </dgm:presLayoutVars>
      </dgm:prSet>
      <dgm:spPr/>
    </dgm:pt>
    <dgm:pt modelId="{BCBB09D4-8F90-4C13-B07B-CF0D2CE79F8B}" type="pres">
      <dgm:prSet presAssocID="{C690CACC-7C9C-403F-AF1F-C2657F98CE02}" presName="rootComposite" presStyleCnt="0"/>
      <dgm:spPr/>
    </dgm:pt>
    <dgm:pt modelId="{A2B6FA2B-317F-42DA-96B6-D57DBBFD5A5E}" type="pres">
      <dgm:prSet presAssocID="{C690CACC-7C9C-403F-AF1F-C2657F98CE02}" presName="rootText" presStyleLbl="node4" presStyleIdx="4" presStyleCnt="5">
        <dgm:presLayoutVars>
          <dgm:chPref val="3"/>
        </dgm:presLayoutVars>
      </dgm:prSet>
      <dgm:spPr/>
    </dgm:pt>
    <dgm:pt modelId="{9B3C1827-0600-49B6-AB6F-A811AB657680}" type="pres">
      <dgm:prSet presAssocID="{C690CACC-7C9C-403F-AF1F-C2657F98CE02}" presName="rootConnector" presStyleLbl="node4" presStyleIdx="4" presStyleCnt="5"/>
      <dgm:spPr/>
    </dgm:pt>
    <dgm:pt modelId="{CC966763-C050-4957-95E1-9F04EE7D6EFB}" type="pres">
      <dgm:prSet presAssocID="{C690CACC-7C9C-403F-AF1F-C2657F98CE02}" presName="hierChild4" presStyleCnt="0"/>
      <dgm:spPr/>
    </dgm:pt>
    <dgm:pt modelId="{83C7891F-28B5-45B4-AB44-FAC28A45D7DB}" type="pres">
      <dgm:prSet presAssocID="{C690CACC-7C9C-403F-AF1F-C2657F98CE02}" presName="hierChild5" presStyleCnt="0"/>
      <dgm:spPr/>
    </dgm:pt>
    <dgm:pt modelId="{567350AF-A693-468D-8F50-E5412C7E0B1D}" type="pres">
      <dgm:prSet presAssocID="{1807F827-3E23-44EE-826D-125C1E7C25B0}" presName="hierChild5" presStyleCnt="0"/>
      <dgm:spPr/>
    </dgm:pt>
    <dgm:pt modelId="{D7CF095E-1957-40C2-A821-F20BC7360B9F}" type="pres">
      <dgm:prSet presAssocID="{B1E78194-2581-4B7C-916E-FEF521DF5E68}" presName="Name37" presStyleLbl="parChTrans1D3" presStyleIdx="2" presStyleCnt="3"/>
      <dgm:spPr/>
    </dgm:pt>
    <dgm:pt modelId="{B39460D2-4EB9-410C-8336-7337E58535C0}" type="pres">
      <dgm:prSet presAssocID="{BFFBE09A-41C9-48EE-890E-1B4FCF0B4626}" presName="hierRoot2" presStyleCnt="0">
        <dgm:presLayoutVars>
          <dgm:hierBranch val="init"/>
        </dgm:presLayoutVars>
      </dgm:prSet>
      <dgm:spPr/>
    </dgm:pt>
    <dgm:pt modelId="{23F7C523-E018-4D2A-BA1D-473FD3E209B3}" type="pres">
      <dgm:prSet presAssocID="{BFFBE09A-41C9-48EE-890E-1B4FCF0B4626}" presName="rootComposite" presStyleCnt="0"/>
      <dgm:spPr/>
    </dgm:pt>
    <dgm:pt modelId="{690D28B1-FE80-4977-B362-8FCCAAC19F3E}" type="pres">
      <dgm:prSet presAssocID="{BFFBE09A-41C9-48EE-890E-1B4FCF0B4626}" presName="rootText" presStyleLbl="node3" presStyleIdx="2" presStyleCnt="3">
        <dgm:presLayoutVars>
          <dgm:chPref val="3"/>
        </dgm:presLayoutVars>
      </dgm:prSet>
      <dgm:spPr/>
    </dgm:pt>
    <dgm:pt modelId="{CCEF7BB4-B77A-4E27-9B04-AA64BA2C7919}" type="pres">
      <dgm:prSet presAssocID="{BFFBE09A-41C9-48EE-890E-1B4FCF0B4626}" presName="rootConnector" presStyleLbl="node3" presStyleIdx="2" presStyleCnt="3"/>
      <dgm:spPr/>
    </dgm:pt>
    <dgm:pt modelId="{F84A1C04-7CDB-4DC5-A112-DE00D98836B1}" type="pres">
      <dgm:prSet presAssocID="{BFFBE09A-41C9-48EE-890E-1B4FCF0B4626}" presName="hierChild4" presStyleCnt="0"/>
      <dgm:spPr/>
    </dgm:pt>
    <dgm:pt modelId="{1BB5821F-7CF7-48DC-B1FD-777E31FD340E}" type="pres">
      <dgm:prSet presAssocID="{BFFBE09A-41C9-48EE-890E-1B4FCF0B4626}" presName="hierChild5" presStyleCnt="0"/>
      <dgm:spPr/>
    </dgm:pt>
    <dgm:pt modelId="{A04DD3D6-CE4A-4B44-8C1F-4B7BE44E6167}" type="pres">
      <dgm:prSet presAssocID="{66C7527A-4FF7-461C-8CE5-7033A3D755C6}" presName="hierChild5" presStyleCnt="0"/>
      <dgm:spPr/>
    </dgm:pt>
    <dgm:pt modelId="{74A5A6C7-A1B4-438E-9062-4901D5011A2F}" type="pres">
      <dgm:prSet presAssocID="{A93B9FE2-DBEF-4E12-B586-C6525E5B15F2}" presName="Name48" presStyleLbl="parChTrans1D2" presStyleIdx="1" presStyleCnt="4"/>
      <dgm:spPr/>
    </dgm:pt>
    <dgm:pt modelId="{E749EDED-3F16-428D-91EE-DE1C7670E508}" type="pres">
      <dgm:prSet presAssocID="{E7B6B9D1-1C80-4335-9B67-9737DC609F2E}" presName="hierRoot2" presStyleCnt="0">
        <dgm:presLayoutVars>
          <dgm:hierBranch val="init"/>
        </dgm:presLayoutVars>
      </dgm:prSet>
      <dgm:spPr/>
    </dgm:pt>
    <dgm:pt modelId="{812605DC-6860-4450-B9C2-D2429193A597}" type="pres">
      <dgm:prSet presAssocID="{E7B6B9D1-1C80-4335-9B67-9737DC609F2E}" presName="rootComposite" presStyleCnt="0"/>
      <dgm:spPr/>
    </dgm:pt>
    <dgm:pt modelId="{0D5942A8-E080-4EEC-B99F-15E552B30B3B}" type="pres">
      <dgm:prSet presAssocID="{E7B6B9D1-1C80-4335-9B67-9737DC609F2E}" presName="rootText" presStyleLbl="node2" presStyleIdx="1" presStyleCnt="3">
        <dgm:presLayoutVars>
          <dgm:chPref val="3"/>
        </dgm:presLayoutVars>
      </dgm:prSet>
      <dgm:spPr/>
    </dgm:pt>
    <dgm:pt modelId="{0E2292C6-508F-4D68-8846-33A27F384E9A}" type="pres">
      <dgm:prSet presAssocID="{E7B6B9D1-1C80-4335-9B67-9737DC609F2E}" presName="rootConnector" presStyleLbl="node2" presStyleIdx="1" presStyleCnt="3"/>
      <dgm:spPr/>
    </dgm:pt>
    <dgm:pt modelId="{16D6E0D9-EA05-4D0A-8FE5-534CA8B6E8CE}" type="pres">
      <dgm:prSet presAssocID="{E7B6B9D1-1C80-4335-9B67-9737DC609F2E}" presName="hierChild4" presStyleCnt="0"/>
      <dgm:spPr/>
    </dgm:pt>
    <dgm:pt modelId="{A4D623AA-B231-4D2A-9A05-FC451B7282F4}" type="pres">
      <dgm:prSet presAssocID="{E7B6B9D1-1C80-4335-9B67-9737DC609F2E}" presName="hierChild5" presStyleCnt="0"/>
      <dgm:spPr/>
    </dgm:pt>
    <dgm:pt modelId="{A6BA5236-5759-4A2C-9F2A-2DF9D62C9EDC}" type="pres">
      <dgm:prSet presAssocID="{BCF00BC4-F7B7-465D-8F63-0E1AD7F071E4}" presName="Name48" presStyleLbl="parChTrans1D2" presStyleIdx="2" presStyleCnt="4"/>
      <dgm:spPr/>
    </dgm:pt>
    <dgm:pt modelId="{BC382476-E971-4E0E-83C3-F3BD39225CF3}" type="pres">
      <dgm:prSet presAssocID="{CAA7A32D-5CFD-4420-BA7A-A219A65364D7}" presName="hierRoot2" presStyleCnt="0">
        <dgm:presLayoutVars>
          <dgm:hierBranch val="init"/>
        </dgm:presLayoutVars>
      </dgm:prSet>
      <dgm:spPr/>
    </dgm:pt>
    <dgm:pt modelId="{9953C1E6-80D1-4632-8E12-78BDCDA04D9F}" type="pres">
      <dgm:prSet presAssocID="{CAA7A32D-5CFD-4420-BA7A-A219A65364D7}" presName="rootComposite" presStyleCnt="0"/>
      <dgm:spPr/>
    </dgm:pt>
    <dgm:pt modelId="{225707C1-BA23-4A7D-882D-0F4C647219F3}" type="pres">
      <dgm:prSet presAssocID="{CAA7A32D-5CFD-4420-BA7A-A219A65364D7}" presName="rootText" presStyleLbl="node2" presStyleIdx="2" presStyleCnt="3">
        <dgm:presLayoutVars>
          <dgm:chPref val="3"/>
        </dgm:presLayoutVars>
      </dgm:prSet>
      <dgm:spPr/>
    </dgm:pt>
    <dgm:pt modelId="{A165A5E6-2305-4D25-B187-784370A41DD6}" type="pres">
      <dgm:prSet presAssocID="{CAA7A32D-5CFD-4420-BA7A-A219A65364D7}" presName="rootConnector" presStyleLbl="node2" presStyleIdx="2" presStyleCnt="3"/>
      <dgm:spPr/>
    </dgm:pt>
    <dgm:pt modelId="{D7CEDBEC-8479-4C1F-9778-9EBCC9F88580}" type="pres">
      <dgm:prSet presAssocID="{CAA7A32D-5CFD-4420-BA7A-A219A65364D7}" presName="hierChild4" presStyleCnt="0"/>
      <dgm:spPr/>
    </dgm:pt>
    <dgm:pt modelId="{94787F8C-C8E8-4188-951E-9AA4E74BC678}" type="pres">
      <dgm:prSet presAssocID="{CAA7A32D-5CFD-4420-BA7A-A219A65364D7}" presName="hierChild5" presStyleCnt="0"/>
      <dgm:spPr/>
    </dgm:pt>
    <dgm:pt modelId="{AAA0C7B5-FBC2-446D-B290-CDD909E7CA76}" type="pres">
      <dgm:prSet presAssocID="{D2B0700A-9730-4C8D-BED3-E8FAF55C59C0}" presName="hierChild3" presStyleCnt="0"/>
      <dgm:spPr/>
    </dgm:pt>
    <dgm:pt modelId="{ACF948FB-6BB3-41C8-94B0-F0F87BDCF39C}" type="pres">
      <dgm:prSet presAssocID="{B35A7BE1-B511-4D49-949E-FDD663403BCA}" presName="Name111" presStyleLbl="parChTrans1D2" presStyleIdx="3" presStyleCnt="4"/>
      <dgm:spPr/>
    </dgm:pt>
    <dgm:pt modelId="{1C5B5B6A-3992-428C-A553-ED8E72F5708F}" type="pres">
      <dgm:prSet presAssocID="{3911F3EF-29E0-4754-89FE-8361E6685A47}" presName="hierRoot3" presStyleCnt="0">
        <dgm:presLayoutVars>
          <dgm:hierBranch val="init"/>
        </dgm:presLayoutVars>
      </dgm:prSet>
      <dgm:spPr/>
    </dgm:pt>
    <dgm:pt modelId="{3294104E-4DB2-47E7-B60F-0D5146666C19}" type="pres">
      <dgm:prSet presAssocID="{3911F3EF-29E0-4754-89FE-8361E6685A47}" presName="rootComposite3" presStyleCnt="0"/>
      <dgm:spPr/>
    </dgm:pt>
    <dgm:pt modelId="{F2626D9A-4645-45E6-BB2A-CFF1AE1DDE12}" type="pres">
      <dgm:prSet presAssocID="{3911F3EF-29E0-4754-89FE-8361E6685A47}" presName="rootText3" presStyleLbl="asst1" presStyleIdx="0" presStyleCnt="1">
        <dgm:presLayoutVars>
          <dgm:chPref val="3"/>
        </dgm:presLayoutVars>
      </dgm:prSet>
      <dgm:spPr/>
    </dgm:pt>
    <dgm:pt modelId="{99204022-DA64-4F9C-8CBF-3E6DD4B0DCF1}" type="pres">
      <dgm:prSet presAssocID="{3911F3EF-29E0-4754-89FE-8361E6685A47}" presName="rootConnector3" presStyleLbl="asst1" presStyleIdx="0" presStyleCnt="1"/>
      <dgm:spPr/>
    </dgm:pt>
    <dgm:pt modelId="{C2E7F375-4E83-4822-B887-A54091C72181}" type="pres">
      <dgm:prSet presAssocID="{3911F3EF-29E0-4754-89FE-8361E6685A47}" presName="hierChild6" presStyleCnt="0"/>
      <dgm:spPr/>
    </dgm:pt>
    <dgm:pt modelId="{E9061791-B590-446F-B42F-F540A2E43FAC}" type="pres">
      <dgm:prSet presAssocID="{3911F3EF-29E0-4754-89FE-8361E6685A47}" presName="hierChild7" presStyleCnt="0"/>
      <dgm:spPr/>
    </dgm:pt>
  </dgm:ptLst>
  <dgm:cxnLst>
    <dgm:cxn modelId="{97863B07-9370-442D-944C-0913C26B3B8A}" type="presOf" srcId="{94977F65-79B0-41C3-A0C1-125F75DD019F}" destId="{A5D97868-4296-41DB-98CC-888042F69810}" srcOrd="0" destOrd="0" presId="urn:microsoft.com/office/officeart/2005/8/layout/orgChart1"/>
    <dgm:cxn modelId="{4DAF8407-C358-4846-B4C5-7BF5B6E983E2}" type="presOf" srcId="{3911F3EF-29E0-4754-89FE-8361E6685A47}" destId="{99204022-DA64-4F9C-8CBF-3E6DD4B0DCF1}" srcOrd="1" destOrd="0" presId="urn:microsoft.com/office/officeart/2005/8/layout/orgChart1"/>
    <dgm:cxn modelId="{59299207-F4AB-4312-9A2E-4C70C76FB0B6}" srcId="{E9EBB180-6464-45E0-B1C5-D6097678CC08}" destId="{32F2A4F1-6033-443F-ADEC-38B86B4DCCBB}" srcOrd="1" destOrd="0" parTransId="{94977F65-79B0-41C3-A0C1-125F75DD019F}" sibTransId="{6AD27B37-8E19-44F0-AA9A-FB24A6000FE5}"/>
    <dgm:cxn modelId="{582F9508-49C9-4C87-BB2F-A08081500F88}" type="presOf" srcId="{CAA7A32D-5CFD-4420-BA7A-A219A65364D7}" destId="{225707C1-BA23-4A7D-882D-0F4C647219F3}" srcOrd="0" destOrd="0" presId="urn:microsoft.com/office/officeart/2005/8/layout/orgChart1"/>
    <dgm:cxn modelId="{1208FF08-6A54-4808-8B0B-46151F008177}" type="presOf" srcId="{CAA7A32D-5CFD-4420-BA7A-A219A65364D7}" destId="{A165A5E6-2305-4D25-B187-784370A41DD6}" srcOrd="1" destOrd="0" presId="urn:microsoft.com/office/officeart/2005/8/layout/orgChart1"/>
    <dgm:cxn modelId="{54248E10-CF51-4A77-B736-DAEE6439B37F}" type="presOf" srcId="{DB4B8B72-156B-42C6-896B-222570BB5AE2}" destId="{7C320106-D8A2-4979-9D90-6A4BDCF34ECE}" srcOrd="0" destOrd="0" presId="urn:microsoft.com/office/officeart/2005/8/layout/orgChart1"/>
    <dgm:cxn modelId="{44982A17-C7F7-45A4-9C7E-B65AAF5AC04A}" type="presOf" srcId="{C690CACC-7C9C-403F-AF1F-C2657F98CE02}" destId="{9B3C1827-0600-49B6-AB6F-A811AB657680}" srcOrd="1" destOrd="0" presId="urn:microsoft.com/office/officeart/2005/8/layout/orgChart1"/>
    <dgm:cxn modelId="{575C4A18-854A-403D-8621-354B1C3874E6}" type="presOf" srcId="{E4874CEA-0972-42D2-BF86-1F338AC8E992}" destId="{C7DDE835-B355-4CDF-A473-6706D7CB6166}" srcOrd="0" destOrd="0" presId="urn:microsoft.com/office/officeart/2005/8/layout/orgChart1"/>
    <dgm:cxn modelId="{3334611D-87E6-416E-8B1D-8718AF54FFF3}" type="presOf" srcId="{E7B6B9D1-1C80-4335-9B67-9737DC609F2E}" destId="{0D5942A8-E080-4EEC-B99F-15E552B30B3B}" srcOrd="0" destOrd="0" presId="urn:microsoft.com/office/officeart/2005/8/layout/orgChart1"/>
    <dgm:cxn modelId="{D364FB22-2223-411F-B970-2B715C7CB282}" srcId="{E9EBB180-6464-45E0-B1C5-D6097678CC08}" destId="{01E0B875-4F99-4C5C-A7B8-939168D66114}" srcOrd="0" destOrd="0" parTransId="{85D38C40-12A7-4E98-B812-56C7D7276502}" sibTransId="{6BEB11E9-B4AC-4549-B671-FA527BEA06E2}"/>
    <dgm:cxn modelId="{C6A57623-F6D3-4603-8D54-4AC3D29553F9}" srcId="{66C7527A-4FF7-461C-8CE5-7033A3D755C6}" destId="{DB4B8B72-156B-42C6-896B-222570BB5AE2}" srcOrd="0" destOrd="0" parTransId="{E4874CEA-0972-42D2-BF86-1F338AC8E992}" sibTransId="{B3C2617D-485F-4F89-BE97-41A54676579C}"/>
    <dgm:cxn modelId="{DF13E126-2584-400D-8919-58BB34E7FFAC}" type="presOf" srcId="{01677D3E-C9D3-42DF-B3DF-1F6D152A5E02}" destId="{76ECE655-73E0-4D5B-AF31-3ACA82971B3E}" srcOrd="0" destOrd="0" presId="urn:microsoft.com/office/officeart/2005/8/layout/orgChart1"/>
    <dgm:cxn modelId="{F895012C-79E4-424D-B2A3-58F3246DCAE8}" srcId="{1807F827-3E23-44EE-826D-125C1E7C25B0}" destId="{E9EBB180-6464-45E0-B1C5-D6097678CC08}" srcOrd="0" destOrd="0" parTransId="{2AC0B22A-071F-4F7F-8445-FFCC8EC7820D}" sibTransId="{7CEA8241-206F-45CE-AD39-ED7095478083}"/>
    <dgm:cxn modelId="{F91EF939-0437-4586-BB88-8EECD871F2F9}" type="presOf" srcId="{DB4B8B72-156B-42C6-896B-222570BB5AE2}" destId="{AD1030AE-1A8E-4CCD-A0E9-757DB25D2222}" srcOrd="1" destOrd="0" presId="urn:microsoft.com/office/officeart/2005/8/layout/orgChart1"/>
    <dgm:cxn modelId="{185FAA3B-8850-471B-B9A1-D9B2B91CFF79}" srcId="{66C7527A-4FF7-461C-8CE5-7033A3D755C6}" destId="{1807F827-3E23-44EE-826D-125C1E7C25B0}" srcOrd="1" destOrd="0" parTransId="{01677D3E-C9D3-42DF-B3DF-1F6D152A5E02}" sibTransId="{F2E8C5D4-30B7-4422-A21C-7FE46199E624}"/>
    <dgm:cxn modelId="{0596FC3B-D91E-4E3E-A929-8CCF1CA02D88}" type="presOf" srcId="{FA4C56CE-CB47-4BFA-AEE8-9D0429C44F4B}" destId="{8EA19B92-46A8-4FCE-B84D-3B08342D3FB5}" srcOrd="0" destOrd="0" presId="urn:microsoft.com/office/officeart/2005/8/layout/orgChart1"/>
    <dgm:cxn modelId="{4B009C3C-7008-4176-8041-2A550035FA37}" srcId="{D2B0700A-9730-4C8D-BED3-E8FAF55C59C0}" destId="{66C7527A-4FF7-461C-8CE5-7033A3D755C6}" srcOrd="1" destOrd="0" parTransId="{FA4C56CE-CB47-4BFA-AEE8-9D0429C44F4B}" sibTransId="{DC028732-DFE9-49D1-9F59-B96D8EC83D58}"/>
    <dgm:cxn modelId="{6ACBDB5C-7665-4A7D-8F43-EEC6AF0CB5CC}" type="presOf" srcId="{32F2A4F1-6033-443F-ADEC-38B86B4DCCBB}" destId="{8ADD836E-2EE0-44E2-BEDB-AB06E8F8F488}" srcOrd="0" destOrd="0" presId="urn:microsoft.com/office/officeart/2005/8/layout/orgChart1"/>
    <dgm:cxn modelId="{41D9AB60-E084-404F-8584-1B9B15B4A153}" type="presOf" srcId="{E9EBB180-6464-45E0-B1C5-D6097678CC08}" destId="{806F72D2-98FE-4F84-A7F5-5A18B3B9CBED}" srcOrd="1" destOrd="0" presId="urn:microsoft.com/office/officeart/2005/8/layout/orgChart1"/>
    <dgm:cxn modelId="{0E3A0A41-0148-43E6-A1A6-C2BE9EB76B42}" srcId="{1807F827-3E23-44EE-826D-125C1E7C25B0}" destId="{310B00E0-F1C2-44A4-A2AE-821B3F9B82D4}" srcOrd="1" destOrd="0" parTransId="{99B988FA-66E6-4C58-AFE3-BDFDF18ACC1A}" sibTransId="{20FD612B-E4D1-4E75-A539-26D4ACC8D098}"/>
    <dgm:cxn modelId="{D38B3263-D500-4DA4-AF56-BBFB512E48D1}" type="presOf" srcId="{99B988FA-66E6-4C58-AFE3-BDFDF18ACC1A}" destId="{02B34A0F-9306-479C-8A89-FD4C7075C832}" srcOrd="0" destOrd="0" presId="urn:microsoft.com/office/officeart/2005/8/layout/orgChart1"/>
    <dgm:cxn modelId="{BCAF8943-3E80-4635-9A04-47F3086A985F}" type="presOf" srcId="{BFFBE09A-41C9-48EE-890E-1B4FCF0B4626}" destId="{690D28B1-FE80-4977-B362-8FCCAAC19F3E}" srcOrd="0" destOrd="0" presId="urn:microsoft.com/office/officeart/2005/8/layout/orgChart1"/>
    <dgm:cxn modelId="{E5D39844-B1F2-4BEE-86A0-675922F4DE36}" type="presOf" srcId="{D2B0700A-9730-4C8D-BED3-E8FAF55C59C0}" destId="{35506CFB-7330-4858-BEE5-D0078C858463}" srcOrd="0" destOrd="0" presId="urn:microsoft.com/office/officeart/2005/8/layout/orgChart1"/>
    <dgm:cxn modelId="{3156EE44-741F-477C-B42F-885E19622344}" type="presOf" srcId="{A93B9FE2-DBEF-4E12-B586-C6525E5B15F2}" destId="{74A5A6C7-A1B4-438E-9062-4901D5011A2F}" srcOrd="0" destOrd="0" presId="urn:microsoft.com/office/officeart/2005/8/layout/orgChart1"/>
    <dgm:cxn modelId="{058E2148-19B6-4B80-8741-745F2B8D3726}" type="presOf" srcId="{66C7527A-4FF7-461C-8CE5-7033A3D755C6}" destId="{9C7CC223-DF27-4146-9033-C0EDB9E7E592}" srcOrd="0" destOrd="0" presId="urn:microsoft.com/office/officeart/2005/8/layout/orgChart1"/>
    <dgm:cxn modelId="{0D31226A-6425-4D8D-A15A-37B54218F40D}" type="presOf" srcId="{E7B6B9D1-1C80-4335-9B67-9737DC609F2E}" destId="{0E2292C6-508F-4D68-8846-33A27F384E9A}" srcOrd="1" destOrd="0" presId="urn:microsoft.com/office/officeart/2005/8/layout/orgChart1"/>
    <dgm:cxn modelId="{622CD96A-535B-4D50-88D4-9EEE02615B4F}" type="presOf" srcId="{66C7527A-4FF7-461C-8CE5-7033A3D755C6}" destId="{6B92CEC5-4ED4-4941-A15E-70D8A35C8E31}" srcOrd="1" destOrd="0" presId="urn:microsoft.com/office/officeart/2005/8/layout/orgChart1"/>
    <dgm:cxn modelId="{8886326B-9FC1-4721-9BF6-3D72D36C71E9}" type="presOf" srcId="{BCF00BC4-F7B7-465D-8F63-0E1AD7F071E4}" destId="{A6BA5236-5759-4A2C-9F2A-2DF9D62C9EDC}" srcOrd="0" destOrd="0" presId="urn:microsoft.com/office/officeart/2005/8/layout/orgChart1"/>
    <dgm:cxn modelId="{A64AC86E-30B4-4F61-BD4D-9DD997FB3AEE}" type="presOf" srcId="{310B00E0-F1C2-44A4-A2AE-821B3F9B82D4}" destId="{60F9D933-3BF6-46FC-BF35-B75921899AD1}" srcOrd="0" destOrd="0" presId="urn:microsoft.com/office/officeart/2005/8/layout/orgChart1"/>
    <dgm:cxn modelId="{8401E74F-408B-46BD-A51C-E3381847C078}" type="presOf" srcId="{B1E78194-2581-4B7C-916E-FEF521DF5E68}" destId="{D7CF095E-1957-40C2-A821-F20BC7360B9F}" srcOrd="0" destOrd="0" presId="urn:microsoft.com/office/officeart/2005/8/layout/orgChart1"/>
    <dgm:cxn modelId="{B8CF8372-E0D6-4165-95C5-22651A44BC8D}" type="presOf" srcId="{1807F827-3E23-44EE-826D-125C1E7C25B0}" destId="{013C7EF5-44DD-4699-B54A-90EC7E8BF31E}" srcOrd="0" destOrd="0" presId="urn:microsoft.com/office/officeart/2005/8/layout/orgChart1"/>
    <dgm:cxn modelId="{0A2F3B56-CAF7-45FB-91DE-147491B82785}" srcId="{66C7527A-4FF7-461C-8CE5-7033A3D755C6}" destId="{BFFBE09A-41C9-48EE-890E-1B4FCF0B4626}" srcOrd="2" destOrd="0" parTransId="{B1E78194-2581-4B7C-916E-FEF521DF5E68}" sibTransId="{789A40DE-9B40-4CBA-819F-D2CC295E16A2}"/>
    <dgm:cxn modelId="{4CD14079-99E1-4302-B42C-9FBCA8D40053}" type="presOf" srcId="{1807F827-3E23-44EE-826D-125C1E7C25B0}" destId="{039C50F0-538F-4461-A31D-52F4EE4BB6AF}" srcOrd="1" destOrd="0" presId="urn:microsoft.com/office/officeart/2005/8/layout/orgChart1"/>
    <dgm:cxn modelId="{6CF8527C-9B26-4E1B-B647-68987A941FB3}" type="presOf" srcId="{01E0B875-4F99-4C5C-A7B8-939168D66114}" destId="{D914ED8B-9FAD-4745-B202-F9E302598201}" srcOrd="0" destOrd="0" presId="urn:microsoft.com/office/officeart/2005/8/layout/orgChart1"/>
    <dgm:cxn modelId="{29E0907E-81D8-4070-A5CD-F4AB8C0630D6}" type="presOf" srcId="{85D38C40-12A7-4E98-B812-56C7D7276502}" destId="{1699A62C-8DB2-4C70-8CD6-D4B12D600AF8}" srcOrd="0" destOrd="0" presId="urn:microsoft.com/office/officeart/2005/8/layout/orgChart1"/>
    <dgm:cxn modelId="{75D55F7F-31F8-4DB6-B2B6-81F746BC074E}" type="presOf" srcId="{01E0B875-4F99-4C5C-A7B8-939168D66114}" destId="{6DF451FD-C888-4065-8F80-16B050917B86}" srcOrd="1" destOrd="0" presId="urn:microsoft.com/office/officeart/2005/8/layout/orgChart1"/>
    <dgm:cxn modelId="{FC7CB57F-C35A-45F7-A81F-485934C96C8C}" srcId="{6E9597F2-7976-4264-8997-0412448CDF2D}" destId="{D2B0700A-9730-4C8D-BED3-E8FAF55C59C0}" srcOrd="0" destOrd="0" parTransId="{6A77A1B2-80E8-4C55-93D2-147D55DDA1CC}" sibTransId="{F8022CDA-9C9E-4FA2-98BD-063CB1D0F485}"/>
    <dgm:cxn modelId="{6E3E5189-0763-4DF7-BD6C-B5CC9E15B552}" type="presOf" srcId="{E9EBB180-6464-45E0-B1C5-D6097678CC08}" destId="{4C3CACA0-E5E6-4E1D-A1E9-02737FE0813A}" srcOrd="0" destOrd="0" presId="urn:microsoft.com/office/officeart/2005/8/layout/orgChart1"/>
    <dgm:cxn modelId="{5B43E08F-3DD6-47FF-8109-68281785919D}" type="presOf" srcId="{BFFBE09A-41C9-48EE-890E-1B4FCF0B4626}" destId="{CCEF7BB4-B77A-4E27-9B04-AA64BA2C7919}" srcOrd="1" destOrd="0" presId="urn:microsoft.com/office/officeart/2005/8/layout/orgChart1"/>
    <dgm:cxn modelId="{55AA6395-196E-47B9-8BB6-260E7D96C9B7}" srcId="{1807F827-3E23-44EE-826D-125C1E7C25B0}" destId="{C690CACC-7C9C-403F-AF1F-C2657F98CE02}" srcOrd="2" destOrd="0" parTransId="{445E4D75-0010-4681-8CD7-8EEFD2CB8845}" sibTransId="{26A2208A-6E45-427E-898A-B3F79ACEEE87}"/>
    <dgm:cxn modelId="{4FDA759E-6669-4CFA-AEB7-00179B2CAAA9}" type="presOf" srcId="{3911F3EF-29E0-4754-89FE-8361E6685A47}" destId="{F2626D9A-4645-45E6-BB2A-CFF1AE1DDE12}" srcOrd="0" destOrd="0" presId="urn:microsoft.com/office/officeart/2005/8/layout/orgChart1"/>
    <dgm:cxn modelId="{505D7BAF-5603-49F9-8040-184339F135A2}" srcId="{D2B0700A-9730-4C8D-BED3-E8FAF55C59C0}" destId="{CAA7A32D-5CFD-4420-BA7A-A219A65364D7}" srcOrd="3" destOrd="0" parTransId="{BCF00BC4-F7B7-465D-8F63-0E1AD7F071E4}" sibTransId="{00A7EC28-6D8C-456D-BF4A-98CC5731D01B}"/>
    <dgm:cxn modelId="{9C0939B1-815D-4035-8DA4-D60FC0F81E72}" type="presOf" srcId="{6E9597F2-7976-4264-8997-0412448CDF2D}" destId="{9FCB066D-50D9-4384-BA27-3F7B8EF5FE47}" srcOrd="0" destOrd="0" presId="urn:microsoft.com/office/officeart/2005/8/layout/orgChart1"/>
    <dgm:cxn modelId="{C9524DB2-42B3-48CA-970F-162423441817}" type="presOf" srcId="{C690CACC-7C9C-403F-AF1F-C2657F98CE02}" destId="{A2B6FA2B-317F-42DA-96B6-D57DBBFD5A5E}" srcOrd="0" destOrd="0" presId="urn:microsoft.com/office/officeart/2005/8/layout/orgChart1"/>
    <dgm:cxn modelId="{BB76E4B4-B169-4B2F-8186-0E1F7A643EC3}" type="presOf" srcId="{2AC0B22A-071F-4F7F-8445-FFCC8EC7820D}" destId="{DBF1DBF5-A249-4A9E-A7D0-E4B7B4EDF29B}" srcOrd="0" destOrd="0" presId="urn:microsoft.com/office/officeart/2005/8/layout/orgChart1"/>
    <dgm:cxn modelId="{10D54DCC-0A0C-4B6C-A67A-877A80286A03}" type="presOf" srcId="{32F2A4F1-6033-443F-ADEC-38B86B4DCCBB}" destId="{9BF9D8D3-373D-40CF-8915-9691939AC6B8}" srcOrd="1" destOrd="0" presId="urn:microsoft.com/office/officeart/2005/8/layout/orgChart1"/>
    <dgm:cxn modelId="{43AFCFD1-8554-4016-99C9-6AC5DD685825}" srcId="{D2B0700A-9730-4C8D-BED3-E8FAF55C59C0}" destId="{E7B6B9D1-1C80-4335-9B67-9737DC609F2E}" srcOrd="2" destOrd="0" parTransId="{A93B9FE2-DBEF-4E12-B586-C6525E5B15F2}" sibTransId="{8159A771-4B8D-4AD4-BFA6-16CBF0C28393}"/>
    <dgm:cxn modelId="{144432D6-8D63-49E8-A12F-B00DAFF59F8C}" srcId="{D2B0700A-9730-4C8D-BED3-E8FAF55C59C0}" destId="{3911F3EF-29E0-4754-89FE-8361E6685A47}" srcOrd="0" destOrd="0" parTransId="{B35A7BE1-B511-4D49-949E-FDD663403BCA}" sibTransId="{83DE5FB6-949E-4076-A71A-395825A35C64}"/>
    <dgm:cxn modelId="{A4C4B8D6-1A6E-49A7-8C48-5467D27DAE51}" type="presOf" srcId="{D2B0700A-9730-4C8D-BED3-E8FAF55C59C0}" destId="{5DA7ACC6-ED1D-48C2-AABE-9217EFE39EE8}" srcOrd="1" destOrd="0" presId="urn:microsoft.com/office/officeart/2005/8/layout/orgChart1"/>
    <dgm:cxn modelId="{0489C4DE-DC4E-4E35-9456-509469F697EA}" type="presOf" srcId="{B35A7BE1-B511-4D49-949E-FDD663403BCA}" destId="{ACF948FB-6BB3-41C8-94B0-F0F87BDCF39C}" srcOrd="0" destOrd="0" presId="urn:microsoft.com/office/officeart/2005/8/layout/orgChart1"/>
    <dgm:cxn modelId="{921097E1-F06F-40F9-9EA2-CC4809067B7F}" type="presOf" srcId="{445E4D75-0010-4681-8CD7-8EEFD2CB8845}" destId="{37D05C09-47D2-46C7-9B2F-AE224D448937}" srcOrd="0" destOrd="0" presId="urn:microsoft.com/office/officeart/2005/8/layout/orgChart1"/>
    <dgm:cxn modelId="{4C0E0AEE-E614-4FAF-8091-A93AB4D0BC09}" type="presOf" srcId="{310B00E0-F1C2-44A4-A2AE-821B3F9B82D4}" destId="{A390A9F9-665E-4E15-AC70-A0F305A07534}" srcOrd="1" destOrd="0" presId="urn:microsoft.com/office/officeart/2005/8/layout/orgChart1"/>
    <dgm:cxn modelId="{37B717CB-3DEB-47A5-ADCA-FE25D382A7B4}" type="presParOf" srcId="{9FCB066D-50D9-4384-BA27-3F7B8EF5FE47}" destId="{287ACFFC-89B7-4B5B-9661-AE6CB190F01E}" srcOrd="0" destOrd="0" presId="urn:microsoft.com/office/officeart/2005/8/layout/orgChart1"/>
    <dgm:cxn modelId="{1B3CBC8C-3C85-4B06-AA59-6701866D4945}" type="presParOf" srcId="{287ACFFC-89B7-4B5B-9661-AE6CB190F01E}" destId="{357950C0-2907-4185-BFCC-0F7862064994}" srcOrd="0" destOrd="0" presId="urn:microsoft.com/office/officeart/2005/8/layout/orgChart1"/>
    <dgm:cxn modelId="{7325ECE8-D625-42A2-AD5A-B91B1CA31C30}" type="presParOf" srcId="{357950C0-2907-4185-BFCC-0F7862064994}" destId="{35506CFB-7330-4858-BEE5-D0078C858463}" srcOrd="0" destOrd="0" presId="urn:microsoft.com/office/officeart/2005/8/layout/orgChart1"/>
    <dgm:cxn modelId="{67C804C3-3E62-4DD1-AF47-6A1F67800807}" type="presParOf" srcId="{357950C0-2907-4185-BFCC-0F7862064994}" destId="{5DA7ACC6-ED1D-48C2-AABE-9217EFE39EE8}" srcOrd="1" destOrd="0" presId="urn:microsoft.com/office/officeart/2005/8/layout/orgChart1"/>
    <dgm:cxn modelId="{8301B027-F39C-4CCC-AD1D-0356F002CD18}" type="presParOf" srcId="{287ACFFC-89B7-4B5B-9661-AE6CB190F01E}" destId="{2685F08C-EF89-4675-9B62-EF9F6F62A531}" srcOrd="1" destOrd="0" presId="urn:microsoft.com/office/officeart/2005/8/layout/orgChart1"/>
    <dgm:cxn modelId="{46021A6C-63C8-4735-98FF-7A0ED501695B}" type="presParOf" srcId="{2685F08C-EF89-4675-9B62-EF9F6F62A531}" destId="{8EA19B92-46A8-4FCE-B84D-3B08342D3FB5}" srcOrd="0" destOrd="0" presId="urn:microsoft.com/office/officeart/2005/8/layout/orgChart1"/>
    <dgm:cxn modelId="{C32013A7-AAC1-41FB-A191-74DD9B5E09C6}" type="presParOf" srcId="{2685F08C-EF89-4675-9B62-EF9F6F62A531}" destId="{C9F8D428-DF7F-498D-8973-0F92AD5E4F52}" srcOrd="1" destOrd="0" presId="urn:microsoft.com/office/officeart/2005/8/layout/orgChart1"/>
    <dgm:cxn modelId="{8A9236A9-5344-47EF-BF9F-ED27F6D5309A}" type="presParOf" srcId="{C9F8D428-DF7F-498D-8973-0F92AD5E4F52}" destId="{5991AD42-783F-43E5-A68E-B480D2E93E34}" srcOrd="0" destOrd="0" presId="urn:microsoft.com/office/officeart/2005/8/layout/orgChart1"/>
    <dgm:cxn modelId="{795C360E-95C6-4FBD-B0DE-5E47AC1885C4}" type="presParOf" srcId="{5991AD42-783F-43E5-A68E-B480D2E93E34}" destId="{9C7CC223-DF27-4146-9033-C0EDB9E7E592}" srcOrd="0" destOrd="0" presId="urn:microsoft.com/office/officeart/2005/8/layout/orgChart1"/>
    <dgm:cxn modelId="{70D6856C-4BAB-470D-B1FF-9AD804D5E78B}" type="presParOf" srcId="{5991AD42-783F-43E5-A68E-B480D2E93E34}" destId="{6B92CEC5-4ED4-4941-A15E-70D8A35C8E31}" srcOrd="1" destOrd="0" presId="urn:microsoft.com/office/officeart/2005/8/layout/orgChart1"/>
    <dgm:cxn modelId="{F6B190D2-8AA6-4275-B215-A095DC97D551}" type="presParOf" srcId="{C9F8D428-DF7F-498D-8973-0F92AD5E4F52}" destId="{7B0B651A-1959-47EB-95C0-297AE7FC0A38}" srcOrd="1" destOrd="0" presId="urn:microsoft.com/office/officeart/2005/8/layout/orgChart1"/>
    <dgm:cxn modelId="{FF680363-5FD1-43AE-94A8-44C33D67D615}" type="presParOf" srcId="{7B0B651A-1959-47EB-95C0-297AE7FC0A38}" destId="{C7DDE835-B355-4CDF-A473-6706D7CB6166}" srcOrd="0" destOrd="0" presId="urn:microsoft.com/office/officeart/2005/8/layout/orgChart1"/>
    <dgm:cxn modelId="{143C76D3-6220-454D-83AF-828888406CA1}" type="presParOf" srcId="{7B0B651A-1959-47EB-95C0-297AE7FC0A38}" destId="{307734AC-900A-4937-83FF-4BC56CDF802C}" srcOrd="1" destOrd="0" presId="urn:microsoft.com/office/officeart/2005/8/layout/orgChart1"/>
    <dgm:cxn modelId="{55FF77B8-519C-4159-B4D4-7008810D1C50}" type="presParOf" srcId="{307734AC-900A-4937-83FF-4BC56CDF802C}" destId="{731411D3-466D-4D0A-9499-68CF0AE41235}" srcOrd="0" destOrd="0" presId="urn:microsoft.com/office/officeart/2005/8/layout/orgChart1"/>
    <dgm:cxn modelId="{0EE2E40C-1D59-4863-BDD3-9B3A88D403CF}" type="presParOf" srcId="{731411D3-466D-4D0A-9499-68CF0AE41235}" destId="{7C320106-D8A2-4979-9D90-6A4BDCF34ECE}" srcOrd="0" destOrd="0" presId="urn:microsoft.com/office/officeart/2005/8/layout/orgChart1"/>
    <dgm:cxn modelId="{E051E920-3DA3-4C6F-B2F0-B65B5942AE7B}" type="presParOf" srcId="{731411D3-466D-4D0A-9499-68CF0AE41235}" destId="{AD1030AE-1A8E-4CCD-A0E9-757DB25D2222}" srcOrd="1" destOrd="0" presId="urn:microsoft.com/office/officeart/2005/8/layout/orgChart1"/>
    <dgm:cxn modelId="{4DD2BAD3-11BF-4596-A020-58D9E9D02E70}" type="presParOf" srcId="{307734AC-900A-4937-83FF-4BC56CDF802C}" destId="{50221226-E7DD-4685-96E2-AA6EBC68BFB1}" srcOrd="1" destOrd="0" presId="urn:microsoft.com/office/officeart/2005/8/layout/orgChart1"/>
    <dgm:cxn modelId="{A28C5EE5-A3DA-42DE-88A5-18682B0A7694}" type="presParOf" srcId="{307734AC-900A-4937-83FF-4BC56CDF802C}" destId="{14052C14-B121-4577-BF2F-F38F43A2E467}" srcOrd="2" destOrd="0" presId="urn:microsoft.com/office/officeart/2005/8/layout/orgChart1"/>
    <dgm:cxn modelId="{6CF1E94E-9EB2-4148-B31B-3FA2C3BF299F}" type="presParOf" srcId="{7B0B651A-1959-47EB-95C0-297AE7FC0A38}" destId="{76ECE655-73E0-4D5B-AF31-3ACA82971B3E}" srcOrd="2" destOrd="0" presId="urn:microsoft.com/office/officeart/2005/8/layout/orgChart1"/>
    <dgm:cxn modelId="{7A943401-E508-4107-952A-3463A8833E45}" type="presParOf" srcId="{7B0B651A-1959-47EB-95C0-297AE7FC0A38}" destId="{91A35A60-98DB-47F5-84F5-9FB192164901}" srcOrd="3" destOrd="0" presId="urn:microsoft.com/office/officeart/2005/8/layout/orgChart1"/>
    <dgm:cxn modelId="{775EAD04-0C4C-4A7B-A27E-72A884D02F41}" type="presParOf" srcId="{91A35A60-98DB-47F5-84F5-9FB192164901}" destId="{686E4441-A84A-41CA-81C0-88AB09BE4C8F}" srcOrd="0" destOrd="0" presId="urn:microsoft.com/office/officeart/2005/8/layout/orgChart1"/>
    <dgm:cxn modelId="{B2698632-D077-4767-804F-1D0B4AC862D0}" type="presParOf" srcId="{686E4441-A84A-41CA-81C0-88AB09BE4C8F}" destId="{013C7EF5-44DD-4699-B54A-90EC7E8BF31E}" srcOrd="0" destOrd="0" presId="urn:microsoft.com/office/officeart/2005/8/layout/orgChart1"/>
    <dgm:cxn modelId="{7F088465-375F-4F48-B2CD-B0C7124E0130}" type="presParOf" srcId="{686E4441-A84A-41CA-81C0-88AB09BE4C8F}" destId="{039C50F0-538F-4461-A31D-52F4EE4BB6AF}" srcOrd="1" destOrd="0" presId="urn:microsoft.com/office/officeart/2005/8/layout/orgChart1"/>
    <dgm:cxn modelId="{95027DBA-E0F4-489B-868D-83257A4D6B52}" type="presParOf" srcId="{91A35A60-98DB-47F5-84F5-9FB192164901}" destId="{C5281BC8-1C60-46AC-9EA0-499EC7C7BECB}" srcOrd="1" destOrd="0" presId="urn:microsoft.com/office/officeart/2005/8/layout/orgChart1"/>
    <dgm:cxn modelId="{69179958-2F7A-4B94-8A44-F82378E293D4}" type="presParOf" srcId="{C5281BC8-1C60-46AC-9EA0-499EC7C7BECB}" destId="{DBF1DBF5-A249-4A9E-A7D0-E4B7B4EDF29B}" srcOrd="0" destOrd="0" presId="urn:microsoft.com/office/officeart/2005/8/layout/orgChart1"/>
    <dgm:cxn modelId="{D0DB6697-3F6A-4F8A-9F0B-41D013502C1B}" type="presParOf" srcId="{C5281BC8-1C60-46AC-9EA0-499EC7C7BECB}" destId="{472B6439-A516-43B8-90E8-06607BDD9FE5}" srcOrd="1" destOrd="0" presId="urn:microsoft.com/office/officeart/2005/8/layout/orgChart1"/>
    <dgm:cxn modelId="{7F6ED3B1-B438-4CE0-9E93-55E1145175A0}" type="presParOf" srcId="{472B6439-A516-43B8-90E8-06607BDD9FE5}" destId="{77427BAB-C5DD-4A5D-873B-456EB30999A5}" srcOrd="0" destOrd="0" presId="urn:microsoft.com/office/officeart/2005/8/layout/orgChart1"/>
    <dgm:cxn modelId="{F67F7CC6-517A-430C-87E9-C4362DCB02CF}" type="presParOf" srcId="{77427BAB-C5DD-4A5D-873B-456EB30999A5}" destId="{4C3CACA0-E5E6-4E1D-A1E9-02737FE0813A}" srcOrd="0" destOrd="0" presId="urn:microsoft.com/office/officeart/2005/8/layout/orgChart1"/>
    <dgm:cxn modelId="{1F30D4F0-2068-4270-A193-C0DE1A7217BB}" type="presParOf" srcId="{77427BAB-C5DD-4A5D-873B-456EB30999A5}" destId="{806F72D2-98FE-4F84-A7F5-5A18B3B9CBED}" srcOrd="1" destOrd="0" presId="urn:microsoft.com/office/officeart/2005/8/layout/orgChart1"/>
    <dgm:cxn modelId="{090714B9-D0E5-41CD-A878-4CCE18BE5D93}" type="presParOf" srcId="{472B6439-A516-43B8-90E8-06607BDD9FE5}" destId="{04B6D200-2178-4245-A0AC-213EF9723597}" srcOrd="1" destOrd="0" presId="urn:microsoft.com/office/officeart/2005/8/layout/orgChart1"/>
    <dgm:cxn modelId="{F61FAD9E-81EE-4386-9ED6-48A9DA6EF427}" type="presParOf" srcId="{04B6D200-2178-4245-A0AC-213EF9723597}" destId="{1699A62C-8DB2-4C70-8CD6-D4B12D600AF8}" srcOrd="0" destOrd="0" presId="urn:microsoft.com/office/officeart/2005/8/layout/orgChart1"/>
    <dgm:cxn modelId="{4035691B-035B-4C25-8AFE-7FD940FE5561}" type="presParOf" srcId="{04B6D200-2178-4245-A0AC-213EF9723597}" destId="{539BDCB0-0535-4AE7-A0E2-3154A5D799C3}" srcOrd="1" destOrd="0" presId="urn:microsoft.com/office/officeart/2005/8/layout/orgChart1"/>
    <dgm:cxn modelId="{E5040277-BF4B-46EB-BF08-A6AA27C72056}" type="presParOf" srcId="{539BDCB0-0535-4AE7-A0E2-3154A5D799C3}" destId="{3738436D-5B50-4F44-ACFA-F8B5B68F746F}" srcOrd="0" destOrd="0" presId="urn:microsoft.com/office/officeart/2005/8/layout/orgChart1"/>
    <dgm:cxn modelId="{38455CBA-FCF1-426C-B796-E252EF39B66C}" type="presParOf" srcId="{3738436D-5B50-4F44-ACFA-F8B5B68F746F}" destId="{D914ED8B-9FAD-4745-B202-F9E302598201}" srcOrd="0" destOrd="0" presId="urn:microsoft.com/office/officeart/2005/8/layout/orgChart1"/>
    <dgm:cxn modelId="{37D7A95E-5920-44AA-80C5-1856F6D6D640}" type="presParOf" srcId="{3738436D-5B50-4F44-ACFA-F8B5B68F746F}" destId="{6DF451FD-C888-4065-8F80-16B050917B86}" srcOrd="1" destOrd="0" presId="urn:microsoft.com/office/officeart/2005/8/layout/orgChart1"/>
    <dgm:cxn modelId="{F92A95DE-37F1-4AC0-A227-813FE70BAD9A}" type="presParOf" srcId="{539BDCB0-0535-4AE7-A0E2-3154A5D799C3}" destId="{E6AFFCB6-ABF1-44B0-AA52-0D39688FE2B5}" srcOrd="1" destOrd="0" presId="urn:microsoft.com/office/officeart/2005/8/layout/orgChart1"/>
    <dgm:cxn modelId="{42ECF596-69E5-4820-9448-F55166D05751}" type="presParOf" srcId="{539BDCB0-0535-4AE7-A0E2-3154A5D799C3}" destId="{B78B2391-2F5E-4AD6-B0ED-870F3FAA7614}" srcOrd="2" destOrd="0" presId="urn:microsoft.com/office/officeart/2005/8/layout/orgChart1"/>
    <dgm:cxn modelId="{CC247E78-579A-40C9-B1EC-C2A99DA7B082}" type="presParOf" srcId="{04B6D200-2178-4245-A0AC-213EF9723597}" destId="{A5D97868-4296-41DB-98CC-888042F69810}" srcOrd="2" destOrd="0" presId="urn:microsoft.com/office/officeart/2005/8/layout/orgChart1"/>
    <dgm:cxn modelId="{D99BA2FF-1379-45C8-B1C6-291C8059868F}" type="presParOf" srcId="{04B6D200-2178-4245-A0AC-213EF9723597}" destId="{59EDCCFB-18B4-4A7D-BEF7-37084033B9DE}" srcOrd="3" destOrd="0" presId="urn:microsoft.com/office/officeart/2005/8/layout/orgChart1"/>
    <dgm:cxn modelId="{451BCE8D-3B96-43BB-9659-C37F29A87D29}" type="presParOf" srcId="{59EDCCFB-18B4-4A7D-BEF7-37084033B9DE}" destId="{16E84C01-C3FD-4B66-92B3-E3B1EDDDFCA6}" srcOrd="0" destOrd="0" presId="urn:microsoft.com/office/officeart/2005/8/layout/orgChart1"/>
    <dgm:cxn modelId="{F60107EC-5809-4CBF-8A9B-2EBD50356E01}" type="presParOf" srcId="{16E84C01-C3FD-4B66-92B3-E3B1EDDDFCA6}" destId="{8ADD836E-2EE0-44E2-BEDB-AB06E8F8F488}" srcOrd="0" destOrd="0" presId="urn:microsoft.com/office/officeart/2005/8/layout/orgChart1"/>
    <dgm:cxn modelId="{1F0FCF47-1DEC-47C0-B267-810A8ED1D514}" type="presParOf" srcId="{16E84C01-C3FD-4B66-92B3-E3B1EDDDFCA6}" destId="{9BF9D8D3-373D-40CF-8915-9691939AC6B8}" srcOrd="1" destOrd="0" presId="urn:microsoft.com/office/officeart/2005/8/layout/orgChart1"/>
    <dgm:cxn modelId="{22DEE1A4-C164-4CD5-BBBD-8DEDD4657BB0}" type="presParOf" srcId="{59EDCCFB-18B4-4A7D-BEF7-37084033B9DE}" destId="{6F33D7D7-E067-4B90-81BF-A8D29A01663E}" srcOrd="1" destOrd="0" presId="urn:microsoft.com/office/officeart/2005/8/layout/orgChart1"/>
    <dgm:cxn modelId="{189F4D58-C1DF-4E86-BA66-3B533F14F9EF}" type="presParOf" srcId="{59EDCCFB-18B4-4A7D-BEF7-37084033B9DE}" destId="{C5726E54-585A-4077-8A8B-40C50FFA59DE}" srcOrd="2" destOrd="0" presId="urn:microsoft.com/office/officeart/2005/8/layout/orgChart1"/>
    <dgm:cxn modelId="{AF6CBEA6-C821-43B5-88F8-4C771B6220AA}" type="presParOf" srcId="{472B6439-A516-43B8-90E8-06607BDD9FE5}" destId="{1DE52B30-C4E6-4BE9-906A-9DD95E39A6DF}" srcOrd="2" destOrd="0" presId="urn:microsoft.com/office/officeart/2005/8/layout/orgChart1"/>
    <dgm:cxn modelId="{32BBBDCC-D503-4D55-AD7E-DD473F16ED22}" type="presParOf" srcId="{C5281BC8-1C60-46AC-9EA0-499EC7C7BECB}" destId="{02B34A0F-9306-479C-8A89-FD4C7075C832}" srcOrd="2" destOrd="0" presId="urn:microsoft.com/office/officeart/2005/8/layout/orgChart1"/>
    <dgm:cxn modelId="{109873F0-007E-4A66-A4FE-98FADB7A16A9}" type="presParOf" srcId="{C5281BC8-1C60-46AC-9EA0-499EC7C7BECB}" destId="{84BE3CF8-6BCE-415E-9F17-B541CB20A117}" srcOrd="3" destOrd="0" presId="urn:microsoft.com/office/officeart/2005/8/layout/orgChart1"/>
    <dgm:cxn modelId="{4AFFAFD6-09D5-4F1A-BF05-DE089F683FE4}" type="presParOf" srcId="{84BE3CF8-6BCE-415E-9F17-B541CB20A117}" destId="{26AC8DE9-482B-48A1-85C0-D33BCAC0F26A}" srcOrd="0" destOrd="0" presId="urn:microsoft.com/office/officeart/2005/8/layout/orgChart1"/>
    <dgm:cxn modelId="{7E3A0523-AD91-4772-A927-84BAABE182C0}" type="presParOf" srcId="{26AC8DE9-482B-48A1-85C0-D33BCAC0F26A}" destId="{60F9D933-3BF6-46FC-BF35-B75921899AD1}" srcOrd="0" destOrd="0" presId="urn:microsoft.com/office/officeart/2005/8/layout/orgChart1"/>
    <dgm:cxn modelId="{44EEEA4A-EF16-47B0-A6E0-4183651153A2}" type="presParOf" srcId="{26AC8DE9-482B-48A1-85C0-D33BCAC0F26A}" destId="{A390A9F9-665E-4E15-AC70-A0F305A07534}" srcOrd="1" destOrd="0" presId="urn:microsoft.com/office/officeart/2005/8/layout/orgChart1"/>
    <dgm:cxn modelId="{25114276-C430-4134-8210-BCAF375689FA}" type="presParOf" srcId="{84BE3CF8-6BCE-415E-9F17-B541CB20A117}" destId="{21E6CD86-1E96-4779-82D4-1707A271AF40}" srcOrd="1" destOrd="0" presId="urn:microsoft.com/office/officeart/2005/8/layout/orgChart1"/>
    <dgm:cxn modelId="{1089581A-816C-4014-A1C4-43CA47865713}" type="presParOf" srcId="{84BE3CF8-6BCE-415E-9F17-B541CB20A117}" destId="{D1FC7C26-608E-449D-9A72-13D78CB0E3ED}" srcOrd="2" destOrd="0" presId="urn:microsoft.com/office/officeart/2005/8/layout/orgChart1"/>
    <dgm:cxn modelId="{8F23BEA1-C6CA-427E-B0DB-7B0C5DDCC31F}" type="presParOf" srcId="{C5281BC8-1C60-46AC-9EA0-499EC7C7BECB}" destId="{37D05C09-47D2-46C7-9B2F-AE224D448937}" srcOrd="4" destOrd="0" presId="urn:microsoft.com/office/officeart/2005/8/layout/orgChart1"/>
    <dgm:cxn modelId="{214F7171-AD4E-48E2-A1BD-D6FA0B323BF9}" type="presParOf" srcId="{C5281BC8-1C60-46AC-9EA0-499EC7C7BECB}" destId="{16A837F9-3C0C-4F34-A7F3-2FC39307DADD}" srcOrd="5" destOrd="0" presId="urn:microsoft.com/office/officeart/2005/8/layout/orgChart1"/>
    <dgm:cxn modelId="{6B72F2D8-6AE4-476D-9E7B-CF4172DCC085}" type="presParOf" srcId="{16A837F9-3C0C-4F34-A7F3-2FC39307DADD}" destId="{BCBB09D4-8F90-4C13-B07B-CF0D2CE79F8B}" srcOrd="0" destOrd="0" presId="urn:microsoft.com/office/officeart/2005/8/layout/orgChart1"/>
    <dgm:cxn modelId="{87EF19B7-8A26-434F-B0FF-3737F0293F7D}" type="presParOf" srcId="{BCBB09D4-8F90-4C13-B07B-CF0D2CE79F8B}" destId="{A2B6FA2B-317F-42DA-96B6-D57DBBFD5A5E}" srcOrd="0" destOrd="0" presId="urn:microsoft.com/office/officeart/2005/8/layout/orgChart1"/>
    <dgm:cxn modelId="{0E43E4C7-63DC-4C13-9260-C1087B64CC0B}" type="presParOf" srcId="{BCBB09D4-8F90-4C13-B07B-CF0D2CE79F8B}" destId="{9B3C1827-0600-49B6-AB6F-A811AB657680}" srcOrd="1" destOrd="0" presId="urn:microsoft.com/office/officeart/2005/8/layout/orgChart1"/>
    <dgm:cxn modelId="{25FF7E20-7203-41F7-825F-4D48CBC1E4E4}" type="presParOf" srcId="{16A837F9-3C0C-4F34-A7F3-2FC39307DADD}" destId="{CC966763-C050-4957-95E1-9F04EE7D6EFB}" srcOrd="1" destOrd="0" presId="urn:microsoft.com/office/officeart/2005/8/layout/orgChart1"/>
    <dgm:cxn modelId="{A437964B-A40F-426E-BF0E-C0396A5C5453}" type="presParOf" srcId="{16A837F9-3C0C-4F34-A7F3-2FC39307DADD}" destId="{83C7891F-28B5-45B4-AB44-FAC28A45D7DB}" srcOrd="2" destOrd="0" presId="urn:microsoft.com/office/officeart/2005/8/layout/orgChart1"/>
    <dgm:cxn modelId="{00A3EFAA-8DD6-4B92-8EC9-918A5CBCA59C}" type="presParOf" srcId="{91A35A60-98DB-47F5-84F5-9FB192164901}" destId="{567350AF-A693-468D-8F50-E5412C7E0B1D}" srcOrd="2" destOrd="0" presId="urn:microsoft.com/office/officeart/2005/8/layout/orgChart1"/>
    <dgm:cxn modelId="{3DEB5164-C5F9-459C-A17C-4D1A914D4CCC}" type="presParOf" srcId="{7B0B651A-1959-47EB-95C0-297AE7FC0A38}" destId="{D7CF095E-1957-40C2-A821-F20BC7360B9F}" srcOrd="4" destOrd="0" presId="urn:microsoft.com/office/officeart/2005/8/layout/orgChart1"/>
    <dgm:cxn modelId="{DE3FA390-52F7-4306-A3BF-348C5DEF6382}" type="presParOf" srcId="{7B0B651A-1959-47EB-95C0-297AE7FC0A38}" destId="{B39460D2-4EB9-410C-8336-7337E58535C0}" srcOrd="5" destOrd="0" presId="urn:microsoft.com/office/officeart/2005/8/layout/orgChart1"/>
    <dgm:cxn modelId="{B3C518E7-03A3-4120-B698-A79D6A30850C}" type="presParOf" srcId="{B39460D2-4EB9-410C-8336-7337E58535C0}" destId="{23F7C523-E018-4D2A-BA1D-473FD3E209B3}" srcOrd="0" destOrd="0" presId="urn:microsoft.com/office/officeart/2005/8/layout/orgChart1"/>
    <dgm:cxn modelId="{AC72552A-AB16-49AB-852B-FC13D4FC2443}" type="presParOf" srcId="{23F7C523-E018-4D2A-BA1D-473FD3E209B3}" destId="{690D28B1-FE80-4977-B362-8FCCAAC19F3E}" srcOrd="0" destOrd="0" presId="urn:microsoft.com/office/officeart/2005/8/layout/orgChart1"/>
    <dgm:cxn modelId="{D86195FC-E9FE-480F-9D08-1F369ED2CF02}" type="presParOf" srcId="{23F7C523-E018-4D2A-BA1D-473FD3E209B3}" destId="{CCEF7BB4-B77A-4E27-9B04-AA64BA2C7919}" srcOrd="1" destOrd="0" presId="urn:microsoft.com/office/officeart/2005/8/layout/orgChart1"/>
    <dgm:cxn modelId="{69250724-4C2A-4863-960A-5744DF64884A}" type="presParOf" srcId="{B39460D2-4EB9-410C-8336-7337E58535C0}" destId="{F84A1C04-7CDB-4DC5-A112-DE00D98836B1}" srcOrd="1" destOrd="0" presId="urn:microsoft.com/office/officeart/2005/8/layout/orgChart1"/>
    <dgm:cxn modelId="{F1E6D52D-11EA-41C7-9AC8-5E1D2466D1A8}" type="presParOf" srcId="{B39460D2-4EB9-410C-8336-7337E58535C0}" destId="{1BB5821F-7CF7-48DC-B1FD-777E31FD340E}" srcOrd="2" destOrd="0" presId="urn:microsoft.com/office/officeart/2005/8/layout/orgChart1"/>
    <dgm:cxn modelId="{0348C899-4DE8-4CFB-8256-A53FF8C9E7AB}" type="presParOf" srcId="{C9F8D428-DF7F-498D-8973-0F92AD5E4F52}" destId="{A04DD3D6-CE4A-4B44-8C1F-4B7BE44E6167}" srcOrd="2" destOrd="0" presId="urn:microsoft.com/office/officeart/2005/8/layout/orgChart1"/>
    <dgm:cxn modelId="{DB3F28FD-8205-4B03-AD42-363AD8E1E9BC}" type="presParOf" srcId="{2685F08C-EF89-4675-9B62-EF9F6F62A531}" destId="{74A5A6C7-A1B4-438E-9062-4901D5011A2F}" srcOrd="2" destOrd="0" presId="urn:microsoft.com/office/officeart/2005/8/layout/orgChart1"/>
    <dgm:cxn modelId="{DCC69144-36F5-4580-8ACE-BB29B7751110}" type="presParOf" srcId="{2685F08C-EF89-4675-9B62-EF9F6F62A531}" destId="{E749EDED-3F16-428D-91EE-DE1C7670E508}" srcOrd="3" destOrd="0" presId="urn:microsoft.com/office/officeart/2005/8/layout/orgChart1"/>
    <dgm:cxn modelId="{7FB2C756-D9FD-4DA1-9D7F-0ED536B2B3D8}" type="presParOf" srcId="{E749EDED-3F16-428D-91EE-DE1C7670E508}" destId="{812605DC-6860-4450-B9C2-D2429193A597}" srcOrd="0" destOrd="0" presId="urn:microsoft.com/office/officeart/2005/8/layout/orgChart1"/>
    <dgm:cxn modelId="{88FB4A3D-0B66-4D61-A670-6661D4C8D3AD}" type="presParOf" srcId="{812605DC-6860-4450-B9C2-D2429193A597}" destId="{0D5942A8-E080-4EEC-B99F-15E552B30B3B}" srcOrd="0" destOrd="0" presId="urn:microsoft.com/office/officeart/2005/8/layout/orgChart1"/>
    <dgm:cxn modelId="{F6F53654-DB28-4CAC-864F-2E73356D39AD}" type="presParOf" srcId="{812605DC-6860-4450-B9C2-D2429193A597}" destId="{0E2292C6-508F-4D68-8846-33A27F384E9A}" srcOrd="1" destOrd="0" presId="urn:microsoft.com/office/officeart/2005/8/layout/orgChart1"/>
    <dgm:cxn modelId="{BDFC06DF-BC5F-4AF3-B6EF-07FE4D46D7BA}" type="presParOf" srcId="{E749EDED-3F16-428D-91EE-DE1C7670E508}" destId="{16D6E0D9-EA05-4D0A-8FE5-534CA8B6E8CE}" srcOrd="1" destOrd="0" presId="urn:microsoft.com/office/officeart/2005/8/layout/orgChart1"/>
    <dgm:cxn modelId="{2D981908-6560-44B2-A6F1-4F1F3F189B60}" type="presParOf" srcId="{E749EDED-3F16-428D-91EE-DE1C7670E508}" destId="{A4D623AA-B231-4D2A-9A05-FC451B7282F4}" srcOrd="2" destOrd="0" presId="urn:microsoft.com/office/officeart/2005/8/layout/orgChart1"/>
    <dgm:cxn modelId="{E4E49302-2B68-43CC-9006-F7D6B1FFFB9E}" type="presParOf" srcId="{2685F08C-EF89-4675-9B62-EF9F6F62A531}" destId="{A6BA5236-5759-4A2C-9F2A-2DF9D62C9EDC}" srcOrd="4" destOrd="0" presId="urn:microsoft.com/office/officeart/2005/8/layout/orgChart1"/>
    <dgm:cxn modelId="{00BD273E-EB2F-4544-973F-2C1E4A3DAF6A}" type="presParOf" srcId="{2685F08C-EF89-4675-9B62-EF9F6F62A531}" destId="{BC382476-E971-4E0E-83C3-F3BD39225CF3}" srcOrd="5" destOrd="0" presId="urn:microsoft.com/office/officeart/2005/8/layout/orgChart1"/>
    <dgm:cxn modelId="{AD49C2B1-5E98-4D51-A867-0D23FEE7D925}" type="presParOf" srcId="{BC382476-E971-4E0E-83C3-F3BD39225CF3}" destId="{9953C1E6-80D1-4632-8E12-78BDCDA04D9F}" srcOrd="0" destOrd="0" presId="urn:microsoft.com/office/officeart/2005/8/layout/orgChart1"/>
    <dgm:cxn modelId="{16D91289-79DD-4DF1-8AF1-2D181C9329C9}" type="presParOf" srcId="{9953C1E6-80D1-4632-8E12-78BDCDA04D9F}" destId="{225707C1-BA23-4A7D-882D-0F4C647219F3}" srcOrd="0" destOrd="0" presId="urn:microsoft.com/office/officeart/2005/8/layout/orgChart1"/>
    <dgm:cxn modelId="{0BB6A5F0-5B7A-44C2-AC1F-F37A0D45D638}" type="presParOf" srcId="{9953C1E6-80D1-4632-8E12-78BDCDA04D9F}" destId="{A165A5E6-2305-4D25-B187-784370A41DD6}" srcOrd="1" destOrd="0" presId="urn:microsoft.com/office/officeart/2005/8/layout/orgChart1"/>
    <dgm:cxn modelId="{C7869C85-192E-442B-B164-3FAD585AFAEA}" type="presParOf" srcId="{BC382476-E971-4E0E-83C3-F3BD39225CF3}" destId="{D7CEDBEC-8479-4C1F-9778-9EBCC9F88580}" srcOrd="1" destOrd="0" presId="urn:microsoft.com/office/officeart/2005/8/layout/orgChart1"/>
    <dgm:cxn modelId="{B4212CE8-8A59-420D-AC10-C666273C7B9D}" type="presParOf" srcId="{BC382476-E971-4E0E-83C3-F3BD39225CF3}" destId="{94787F8C-C8E8-4188-951E-9AA4E74BC678}" srcOrd="2" destOrd="0" presId="urn:microsoft.com/office/officeart/2005/8/layout/orgChart1"/>
    <dgm:cxn modelId="{F15C1065-1ED5-48CD-91AF-907A18F90B55}" type="presParOf" srcId="{287ACFFC-89B7-4B5B-9661-AE6CB190F01E}" destId="{AAA0C7B5-FBC2-446D-B290-CDD909E7CA76}" srcOrd="2" destOrd="0" presId="urn:microsoft.com/office/officeart/2005/8/layout/orgChart1"/>
    <dgm:cxn modelId="{8E8EA423-76DC-4DB0-8260-67B4C77FE39D}" type="presParOf" srcId="{AAA0C7B5-FBC2-446D-B290-CDD909E7CA76}" destId="{ACF948FB-6BB3-41C8-94B0-F0F87BDCF39C}" srcOrd="0" destOrd="0" presId="urn:microsoft.com/office/officeart/2005/8/layout/orgChart1"/>
    <dgm:cxn modelId="{D8613F12-BB78-421B-A7D7-D1BD7DEDC471}" type="presParOf" srcId="{AAA0C7B5-FBC2-446D-B290-CDD909E7CA76}" destId="{1C5B5B6A-3992-428C-A553-ED8E72F5708F}" srcOrd="1" destOrd="0" presId="urn:microsoft.com/office/officeart/2005/8/layout/orgChart1"/>
    <dgm:cxn modelId="{BC0209BD-7B5C-48EB-9886-85DAC42D04ED}" type="presParOf" srcId="{1C5B5B6A-3992-428C-A553-ED8E72F5708F}" destId="{3294104E-4DB2-47E7-B60F-0D5146666C19}" srcOrd="0" destOrd="0" presId="urn:microsoft.com/office/officeart/2005/8/layout/orgChart1"/>
    <dgm:cxn modelId="{F68B3A31-0741-425A-9CF1-2556D0758174}" type="presParOf" srcId="{3294104E-4DB2-47E7-B60F-0D5146666C19}" destId="{F2626D9A-4645-45E6-BB2A-CFF1AE1DDE12}" srcOrd="0" destOrd="0" presId="urn:microsoft.com/office/officeart/2005/8/layout/orgChart1"/>
    <dgm:cxn modelId="{A9EFF823-E754-4465-A14D-DD996AD57747}" type="presParOf" srcId="{3294104E-4DB2-47E7-B60F-0D5146666C19}" destId="{99204022-DA64-4F9C-8CBF-3E6DD4B0DCF1}" srcOrd="1" destOrd="0" presId="urn:microsoft.com/office/officeart/2005/8/layout/orgChart1"/>
    <dgm:cxn modelId="{C7033434-C889-4A7D-97D6-7AE4E1113513}" type="presParOf" srcId="{1C5B5B6A-3992-428C-A553-ED8E72F5708F}" destId="{C2E7F375-4E83-4822-B887-A54091C72181}" srcOrd="1" destOrd="0" presId="urn:microsoft.com/office/officeart/2005/8/layout/orgChart1"/>
    <dgm:cxn modelId="{D5B62DC4-3188-463A-A375-3BC94B98BAA4}" type="presParOf" srcId="{1C5B5B6A-3992-428C-A553-ED8E72F5708F}" destId="{E9061791-B590-446F-B42F-F540A2E43FA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5B047-B604-47BB-A6B8-8A2D4AE14333}">
      <dsp:nvSpPr>
        <dsp:cNvPr id="0" name=""/>
        <dsp:cNvSpPr/>
      </dsp:nvSpPr>
      <dsp:spPr>
        <a:xfrm>
          <a:off x="6381238" y="669943"/>
          <a:ext cx="139910" cy="612939"/>
        </a:xfrm>
        <a:custGeom>
          <a:avLst/>
          <a:gdLst/>
          <a:ahLst/>
          <a:cxnLst/>
          <a:rect l="0" t="0" r="0" b="0"/>
          <a:pathLst>
            <a:path>
              <a:moveTo>
                <a:pt x="139910" y="0"/>
              </a:moveTo>
              <a:lnTo>
                <a:pt x="139910" y="612939"/>
              </a:lnTo>
              <a:lnTo>
                <a:pt x="0" y="6129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B91552-A250-4819-9FB0-7EE7F9153A84}">
      <dsp:nvSpPr>
        <dsp:cNvPr id="0" name=""/>
        <dsp:cNvSpPr/>
      </dsp:nvSpPr>
      <dsp:spPr>
        <a:xfrm>
          <a:off x="6521148" y="669943"/>
          <a:ext cx="1612296" cy="12258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968"/>
              </a:lnTo>
              <a:lnTo>
                <a:pt x="1612296" y="1085968"/>
              </a:lnTo>
              <a:lnTo>
                <a:pt x="1612296" y="122587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AF1383-ACDD-4F02-8933-920BC5B543CE}">
      <dsp:nvSpPr>
        <dsp:cNvPr id="0" name=""/>
        <dsp:cNvSpPr/>
      </dsp:nvSpPr>
      <dsp:spPr>
        <a:xfrm>
          <a:off x="6475428" y="669943"/>
          <a:ext cx="91440" cy="12258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2587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15F62F-0400-438A-B865-4421C5B36061}">
      <dsp:nvSpPr>
        <dsp:cNvPr id="0" name=""/>
        <dsp:cNvSpPr/>
      </dsp:nvSpPr>
      <dsp:spPr>
        <a:xfrm>
          <a:off x="4908851" y="2562060"/>
          <a:ext cx="1612296" cy="2798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910"/>
              </a:lnTo>
              <a:lnTo>
                <a:pt x="1612296" y="139910"/>
              </a:lnTo>
              <a:lnTo>
                <a:pt x="1612296" y="2798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93389-2DD7-4F22-880D-1F9F62DDCF22}">
      <dsp:nvSpPr>
        <dsp:cNvPr id="0" name=""/>
        <dsp:cNvSpPr/>
      </dsp:nvSpPr>
      <dsp:spPr>
        <a:xfrm>
          <a:off x="4908851" y="3508119"/>
          <a:ext cx="1612296" cy="2798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910"/>
              </a:lnTo>
              <a:lnTo>
                <a:pt x="1612296" y="139910"/>
              </a:lnTo>
              <a:lnTo>
                <a:pt x="1612296" y="2798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126F57-5035-4BFB-9CC9-24008567E173}">
      <dsp:nvSpPr>
        <dsp:cNvPr id="0" name=""/>
        <dsp:cNvSpPr/>
      </dsp:nvSpPr>
      <dsp:spPr>
        <a:xfrm>
          <a:off x="4863131" y="3508119"/>
          <a:ext cx="91440" cy="2798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98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FE554-5250-46BB-9386-1B5800B41FA3}">
      <dsp:nvSpPr>
        <dsp:cNvPr id="0" name=""/>
        <dsp:cNvSpPr/>
      </dsp:nvSpPr>
      <dsp:spPr>
        <a:xfrm>
          <a:off x="2763563" y="4454177"/>
          <a:ext cx="199871" cy="1558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8997"/>
              </a:lnTo>
              <a:lnTo>
                <a:pt x="199871" y="155899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C4DE78-0A7A-4778-B0B4-443EA9760004}">
      <dsp:nvSpPr>
        <dsp:cNvPr id="0" name=""/>
        <dsp:cNvSpPr/>
      </dsp:nvSpPr>
      <dsp:spPr>
        <a:xfrm>
          <a:off x="2763563" y="4454177"/>
          <a:ext cx="199871" cy="612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2939"/>
              </a:lnTo>
              <a:lnTo>
                <a:pt x="199871" y="61293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BEE20B-CEC7-45CF-9158-67322ABDD7E2}">
      <dsp:nvSpPr>
        <dsp:cNvPr id="0" name=""/>
        <dsp:cNvSpPr/>
      </dsp:nvSpPr>
      <dsp:spPr>
        <a:xfrm>
          <a:off x="3296554" y="3508119"/>
          <a:ext cx="1612296" cy="279820"/>
        </a:xfrm>
        <a:custGeom>
          <a:avLst/>
          <a:gdLst/>
          <a:ahLst/>
          <a:cxnLst/>
          <a:rect l="0" t="0" r="0" b="0"/>
          <a:pathLst>
            <a:path>
              <a:moveTo>
                <a:pt x="1612296" y="0"/>
              </a:moveTo>
              <a:lnTo>
                <a:pt x="1612296" y="139910"/>
              </a:lnTo>
              <a:lnTo>
                <a:pt x="0" y="139910"/>
              </a:lnTo>
              <a:lnTo>
                <a:pt x="0" y="2798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E2C26F-02DA-4B65-908C-6C135F863A17}">
      <dsp:nvSpPr>
        <dsp:cNvPr id="0" name=""/>
        <dsp:cNvSpPr/>
      </dsp:nvSpPr>
      <dsp:spPr>
        <a:xfrm>
          <a:off x="4863131" y="2562060"/>
          <a:ext cx="91440" cy="2798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98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4998E-3445-4459-8580-1D3AC8ACB607}">
      <dsp:nvSpPr>
        <dsp:cNvPr id="0" name=""/>
        <dsp:cNvSpPr/>
      </dsp:nvSpPr>
      <dsp:spPr>
        <a:xfrm>
          <a:off x="3296554" y="2562060"/>
          <a:ext cx="1612296" cy="279820"/>
        </a:xfrm>
        <a:custGeom>
          <a:avLst/>
          <a:gdLst/>
          <a:ahLst/>
          <a:cxnLst/>
          <a:rect l="0" t="0" r="0" b="0"/>
          <a:pathLst>
            <a:path>
              <a:moveTo>
                <a:pt x="1612296" y="0"/>
              </a:moveTo>
              <a:lnTo>
                <a:pt x="1612296" y="139910"/>
              </a:lnTo>
              <a:lnTo>
                <a:pt x="0" y="139910"/>
              </a:lnTo>
              <a:lnTo>
                <a:pt x="0" y="2798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90DC4-DBC5-49F8-8A31-BF65235EBEF9}">
      <dsp:nvSpPr>
        <dsp:cNvPr id="0" name=""/>
        <dsp:cNvSpPr/>
      </dsp:nvSpPr>
      <dsp:spPr>
        <a:xfrm>
          <a:off x="4908851" y="669943"/>
          <a:ext cx="1612296" cy="1225878"/>
        </a:xfrm>
        <a:custGeom>
          <a:avLst/>
          <a:gdLst/>
          <a:ahLst/>
          <a:cxnLst/>
          <a:rect l="0" t="0" r="0" b="0"/>
          <a:pathLst>
            <a:path>
              <a:moveTo>
                <a:pt x="1612296" y="0"/>
              </a:moveTo>
              <a:lnTo>
                <a:pt x="1612296" y="1085968"/>
              </a:lnTo>
              <a:lnTo>
                <a:pt x="0" y="1085968"/>
              </a:lnTo>
              <a:lnTo>
                <a:pt x="0" y="122587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6DA6A-E49F-4827-8270-CD7141D164C8}">
      <dsp:nvSpPr>
        <dsp:cNvPr id="0" name=""/>
        <dsp:cNvSpPr/>
      </dsp:nvSpPr>
      <dsp:spPr>
        <a:xfrm>
          <a:off x="5854910" y="3705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CEO</a:t>
          </a:r>
        </a:p>
      </dsp:txBody>
      <dsp:txXfrm>
        <a:off x="5854910" y="3705"/>
        <a:ext cx="1332476" cy="666238"/>
      </dsp:txXfrm>
    </dsp:sp>
    <dsp:sp modelId="{1DB7FC3B-DDFC-4FC0-A0FB-87697CE19007}">
      <dsp:nvSpPr>
        <dsp:cNvPr id="0" name=""/>
        <dsp:cNvSpPr/>
      </dsp:nvSpPr>
      <dsp:spPr>
        <a:xfrm>
          <a:off x="4242613" y="1895822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242613" y="1895822"/>
        <a:ext cx="1332476" cy="666238"/>
      </dsp:txXfrm>
    </dsp:sp>
    <dsp:sp modelId="{7CA1D5CD-BF87-42BB-AD3C-5F80866422D5}">
      <dsp:nvSpPr>
        <dsp:cNvPr id="0" name=""/>
        <dsp:cNvSpPr/>
      </dsp:nvSpPr>
      <dsp:spPr>
        <a:xfrm>
          <a:off x="2630316" y="2841880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Report A</a:t>
          </a:r>
        </a:p>
      </dsp:txBody>
      <dsp:txXfrm>
        <a:off x="2630316" y="2841880"/>
        <a:ext cx="1332476" cy="666238"/>
      </dsp:txXfrm>
    </dsp:sp>
    <dsp:sp modelId="{AC010A47-2DE9-4DFA-9FE1-B830429B6C63}">
      <dsp:nvSpPr>
        <dsp:cNvPr id="0" name=""/>
        <dsp:cNvSpPr/>
      </dsp:nvSpPr>
      <dsp:spPr>
        <a:xfrm>
          <a:off x="4242613" y="2841880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Report B</a:t>
          </a:r>
        </a:p>
      </dsp:txBody>
      <dsp:txXfrm>
        <a:off x="4242613" y="2841880"/>
        <a:ext cx="1332476" cy="666238"/>
      </dsp:txXfrm>
    </dsp:sp>
    <dsp:sp modelId="{F98E94C0-ED43-4F56-ACB0-ECB83C471C50}">
      <dsp:nvSpPr>
        <dsp:cNvPr id="0" name=""/>
        <dsp:cNvSpPr/>
      </dsp:nvSpPr>
      <dsp:spPr>
        <a:xfrm>
          <a:off x="2630316" y="3787939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Team 1</a:t>
          </a:r>
        </a:p>
      </dsp:txBody>
      <dsp:txXfrm>
        <a:off x="2630316" y="3787939"/>
        <a:ext cx="1332476" cy="666238"/>
      </dsp:txXfrm>
    </dsp:sp>
    <dsp:sp modelId="{4EC191D6-B530-4FA4-9715-C73FE285D450}">
      <dsp:nvSpPr>
        <dsp:cNvPr id="0" name=""/>
        <dsp:cNvSpPr/>
      </dsp:nvSpPr>
      <dsp:spPr>
        <a:xfrm>
          <a:off x="2963435" y="4733997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Team 4</a:t>
          </a:r>
        </a:p>
      </dsp:txBody>
      <dsp:txXfrm>
        <a:off x="2963435" y="4733997"/>
        <a:ext cx="1332476" cy="666238"/>
      </dsp:txXfrm>
    </dsp:sp>
    <dsp:sp modelId="{9030A3A8-4C08-4E08-9FD4-B8A1509B4D7A}">
      <dsp:nvSpPr>
        <dsp:cNvPr id="0" name=""/>
        <dsp:cNvSpPr/>
      </dsp:nvSpPr>
      <dsp:spPr>
        <a:xfrm>
          <a:off x="2963435" y="5680056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Team 5</a:t>
          </a:r>
        </a:p>
      </dsp:txBody>
      <dsp:txXfrm>
        <a:off x="2963435" y="5680056"/>
        <a:ext cx="1332476" cy="666238"/>
      </dsp:txXfrm>
    </dsp:sp>
    <dsp:sp modelId="{394D4BB0-491D-46AE-B26A-2DF83B1BEE5E}">
      <dsp:nvSpPr>
        <dsp:cNvPr id="0" name=""/>
        <dsp:cNvSpPr/>
      </dsp:nvSpPr>
      <dsp:spPr>
        <a:xfrm>
          <a:off x="4242613" y="3787939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Team 2</a:t>
          </a:r>
        </a:p>
      </dsp:txBody>
      <dsp:txXfrm>
        <a:off x="4242613" y="3787939"/>
        <a:ext cx="1332476" cy="666238"/>
      </dsp:txXfrm>
    </dsp:sp>
    <dsp:sp modelId="{95962D9C-A2A2-4656-9215-AB31615D30C0}">
      <dsp:nvSpPr>
        <dsp:cNvPr id="0" name=""/>
        <dsp:cNvSpPr/>
      </dsp:nvSpPr>
      <dsp:spPr>
        <a:xfrm>
          <a:off x="5854910" y="3787939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Team 3</a:t>
          </a:r>
        </a:p>
      </dsp:txBody>
      <dsp:txXfrm>
        <a:off x="5854910" y="3787939"/>
        <a:ext cx="1332476" cy="666238"/>
      </dsp:txXfrm>
    </dsp:sp>
    <dsp:sp modelId="{FD528D71-7C81-44D0-AB52-50EB76E39B81}">
      <dsp:nvSpPr>
        <dsp:cNvPr id="0" name=""/>
        <dsp:cNvSpPr/>
      </dsp:nvSpPr>
      <dsp:spPr>
        <a:xfrm>
          <a:off x="5854910" y="2841880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Report C</a:t>
          </a:r>
        </a:p>
      </dsp:txBody>
      <dsp:txXfrm>
        <a:off x="5854910" y="2841880"/>
        <a:ext cx="1332476" cy="666238"/>
      </dsp:txXfrm>
    </dsp:sp>
    <dsp:sp modelId="{F6F60441-6413-46F0-B956-D62089C9FF57}">
      <dsp:nvSpPr>
        <dsp:cNvPr id="0" name=""/>
        <dsp:cNvSpPr/>
      </dsp:nvSpPr>
      <dsp:spPr>
        <a:xfrm>
          <a:off x="5854910" y="1895822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854910" y="1895822"/>
        <a:ext cx="1332476" cy="666238"/>
      </dsp:txXfrm>
    </dsp:sp>
    <dsp:sp modelId="{8EED4063-C7E2-4809-B688-A63EF55701CE}">
      <dsp:nvSpPr>
        <dsp:cNvPr id="0" name=""/>
        <dsp:cNvSpPr/>
      </dsp:nvSpPr>
      <dsp:spPr>
        <a:xfrm>
          <a:off x="7467207" y="1895822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467207" y="1895822"/>
        <a:ext cx="1332476" cy="666238"/>
      </dsp:txXfrm>
    </dsp:sp>
    <dsp:sp modelId="{13BC145E-EC08-4CAB-A60D-84CCF0DBBE83}">
      <dsp:nvSpPr>
        <dsp:cNvPr id="0" name=""/>
        <dsp:cNvSpPr/>
      </dsp:nvSpPr>
      <dsp:spPr>
        <a:xfrm>
          <a:off x="5048761" y="949763"/>
          <a:ext cx="1332476" cy="6662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048761" y="949763"/>
        <a:ext cx="1332476" cy="666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948FB-6BB3-41C8-94B0-F0F87BDCF39C}">
      <dsp:nvSpPr>
        <dsp:cNvPr id="0" name=""/>
        <dsp:cNvSpPr/>
      </dsp:nvSpPr>
      <dsp:spPr>
        <a:xfrm>
          <a:off x="6996593" y="582818"/>
          <a:ext cx="121780" cy="533513"/>
        </a:xfrm>
        <a:custGeom>
          <a:avLst/>
          <a:gdLst/>
          <a:ahLst/>
          <a:cxnLst/>
          <a:rect l="0" t="0" r="0" b="0"/>
          <a:pathLst>
            <a:path>
              <a:moveTo>
                <a:pt x="121780" y="0"/>
              </a:moveTo>
              <a:lnTo>
                <a:pt x="121780" y="533513"/>
              </a:lnTo>
              <a:lnTo>
                <a:pt x="0" y="5335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BA5236-5759-4A2C-9F2A-2DF9D62C9EDC}">
      <dsp:nvSpPr>
        <dsp:cNvPr id="0" name=""/>
        <dsp:cNvSpPr/>
      </dsp:nvSpPr>
      <dsp:spPr>
        <a:xfrm>
          <a:off x="4189846" y="582818"/>
          <a:ext cx="2928527" cy="5474317"/>
        </a:xfrm>
        <a:custGeom>
          <a:avLst/>
          <a:gdLst/>
          <a:ahLst/>
          <a:cxnLst/>
          <a:rect l="0" t="0" r="0" b="0"/>
          <a:pathLst>
            <a:path>
              <a:moveTo>
                <a:pt x="2928527" y="0"/>
              </a:moveTo>
              <a:lnTo>
                <a:pt x="2928527" y="5474317"/>
              </a:lnTo>
              <a:lnTo>
                <a:pt x="0" y="54743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A5A6C7-A1B4-438E-9062-4901D5011A2F}">
      <dsp:nvSpPr>
        <dsp:cNvPr id="0" name=""/>
        <dsp:cNvSpPr/>
      </dsp:nvSpPr>
      <dsp:spPr>
        <a:xfrm>
          <a:off x="7118373" y="582818"/>
          <a:ext cx="121780" cy="135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6981"/>
              </a:lnTo>
              <a:lnTo>
                <a:pt x="121780" y="13569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F095E-1957-40C2-A821-F20BC7360B9F}">
      <dsp:nvSpPr>
        <dsp:cNvPr id="0" name=""/>
        <dsp:cNvSpPr/>
      </dsp:nvSpPr>
      <dsp:spPr>
        <a:xfrm>
          <a:off x="5013313" y="2229752"/>
          <a:ext cx="1403373" cy="2435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780"/>
              </a:lnTo>
              <a:lnTo>
                <a:pt x="1403373" y="121780"/>
              </a:lnTo>
              <a:lnTo>
                <a:pt x="1403373" y="2435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D05C09-47D2-46C7-9B2F-AE224D448937}">
      <dsp:nvSpPr>
        <dsp:cNvPr id="0" name=""/>
        <dsp:cNvSpPr/>
      </dsp:nvSpPr>
      <dsp:spPr>
        <a:xfrm>
          <a:off x="5013313" y="3053219"/>
          <a:ext cx="1403373" cy="2435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780"/>
              </a:lnTo>
              <a:lnTo>
                <a:pt x="1403373" y="121780"/>
              </a:lnTo>
              <a:lnTo>
                <a:pt x="1403373" y="2435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B34A0F-9306-479C-8A89-FD4C7075C832}">
      <dsp:nvSpPr>
        <dsp:cNvPr id="0" name=""/>
        <dsp:cNvSpPr/>
      </dsp:nvSpPr>
      <dsp:spPr>
        <a:xfrm>
          <a:off x="4967593" y="3053219"/>
          <a:ext cx="91440" cy="2435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35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D97868-4296-41DB-98CC-888042F69810}">
      <dsp:nvSpPr>
        <dsp:cNvPr id="0" name=""/>
        <dsp:cNvSpPr/>
      </dsp:nvSpPr>
      <dsp:spPr>
        <a:xfrm>
          <a:off x="3146014" y="3876686"/>
          <a:ext cx="173971" cy="135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6981"/>
              </a:lnTo>
              <a:lnTo>
                <a:pt x="173971" y="13569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99A62C-8DB2-4C70-8CD6-D4B12D600AF8}">
      <dsp:nvSpPr>
        <dsp:cNvPr id="0" name=""/>
        <dsp:cNvSpPr/>
      </dsp:nvSpPr>
      <dsp:spPr>
        <a:xfrm>
          <a:off x="3146014" y="3876686"/>
          <a:ext cx="173971" cy="533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3513"/>
              </a:lnTo>
              <a:lnTo>
                <a:pt x="173971" y="533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F1DBF5-A249-4A9E-A7D0-E4B7B4EDF29B}">
      <dsp:nvSpPr>
        <dsp:cNvPr id="0" name=""/>
        <dsp:cNvSpPr/>
      </dsp:nvSpPr>
      <dsp:spPr>
        <a:xfrm>
          <a:off x="3609939" y="3053219"/>
          <a:ext cx="1403373" cy="243560"/>
        </a:xfrm>
        <a:custGeom>
          <a:avLst/>
          <a:gdLst/>
          <a:ahLst/>
          <a:cxnLst/>
          <a:rect l="0" t="0" r="0" b="0"/>
          <a:pathLst>
            <a:path>
              <a:moveTo>
                <a:pt x="1403373" y="0"/>
              </a:moveTo>
              <a:lnTo>
                <a:pt x="1403373" y="121780"/>
              </a:lnTo>
              <a:lnTo>
                <a:pt x="0" y="121780"/>
              </a:lnTo>
              <a:lnTo>
                <a:pt x="0" y="2435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CE655-73E0-4D5B-AF31-3ACA82971B3E}">
      <dsp:nvSpPr>
        <dsp:cNvPr id="0" name=""/>
        <dsp:cNvSpPr/>
      </dsp:nvSpPr>
      <dsp:spPr>
        <a:xfrm>
          <a:off x="4967593" y="2229752"/>
          <a:ext cx="91440" cy="2435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35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DDE835-B355-4CDF-A473-6706D7CB6166}">
      <dsp:nvSpPr>
        <dsp:cNvPr id="0" name=""/>
        <dsp:cNvSpPr/>
      </dsp:nvSpPr>
      <dsp:spPr>
        <a:xfrm>
          <a:off x="3609939" y="2229752"/>
          <a:ext cx="1403373" cy="243560"/>
        </a:xfrm>
        <a:custGeom>
          <a:avLst/>
          <a:gdLst/>
          <a:ahLst/>
          <a:cxnLst/>
          <a:rect l="0" t="0" r="0" b="0"/>
          <a:pathLst>
            <a:path>
              <a:moveTo>
                <a:pt x="1403373" y="0"/>
              </a:moveTo>
              <a:lnTo>
                <a:pt x="1403373" y="121780"/>
              </a:lnTo>
              <a:lnTo>
                <a:pt x="0" y="121780"/>
              </a:lnTo>
              <a:lnTo>
                <a:pt x="0" y="2435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19B92-46A8-4FCE-B84D-3B08342D3FB5}">
      <dsp:nvSpPr>
        <dsp:cNvPr id="0" name=""/>
        <dsp:cNvSpPr/>
      </dsp:nvSpPr>
      <dsp:spPr>
        <a:xfrm>
          <a:off x="5593219" y="582818"/>
          <a:ext cx="1525153" cy="1356981"/>
        </a:xfrm>
        <a:custGeom>
          <a:avLst/>
          <a:gdLst/>
          <a:ahLst/>
          <a:cxnLst/>
          <a:rect l="0" t="0" r="0" b="0"/>
          <a:pathLst>
            <a:path>
              <a:moveTo>
                <a:pt x="1525153" y="0"/>
              </a:moveTo>
              <a:lnTo>
                <a:pt x="1525153" y="1356981"/>
              </a:lnTo>
              <a:lnTo>
                <a:pt x="0" y="13569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06CFB-7330-4858-BEE5-D0078C858463}">
      <dsp:nvSpPr>
        <dsp:cNvPr id="0" name=""/>
        <dsp:cNvSpPr/>
      </dsp:nvSpPr>
      <dsp:spPr>
        <a:xfrm>
          <a:off x="6538467" y="2911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CEO</a:t>
          </a:r>
        </a:p>
      </dsp:txBody>
      <dsp:txXfrm>
        <a:off x="6538467" y="2911"/>
        <a:ext cx="1159812" cy="579906"/>
      </dsp:txXfrm>
    </dsp:sp>
    <dsp:sp modelId="{9C7CC223-DF27-4146-9033-C0EDB9E7E592}">
      <dsp:nvSpPr>
        <dsp:cNvPr id="0" name=""/>
        <dsp:cNvSpPr/>
      </dsp:nvSpPr>
      <dsp:spPr>
        <a:xfrm>
          <a:off x="4433406" y="1649846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433406" y="1649846"/>
        <a:ext cx="1159812" cy="579906"/>
      </dsp:txXfrm>
    </dsp:sp>
    <dsp:sp modelId="{7C320106-D8A2-4979-9D90-6A4BDCF34ECE}">
      <dsp:nvSpPr>
        <dsp:cNvPr id="0" name=""/>
        <dsp:cNvSpPr/>
      </dsp:nvSpPr>
      <dsp:spPr>
        <a:xfrm>
          <a:off x="3030033" y="2473313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 A</a:t>
          </a:r>
        </a:p>
      </dsp:txBody>
      <dsp:txXfrm>
        <a:off x="3030033" y="2473313"/>
        <a:ext cx="1159812" cy="579906"/>
      </dsp:txXfrm>
    </dsp:sp>
    <dsp:sp modelId="{013C7EF5-44DD-4699-B54A-90EC7E8BF31E}">
      <dsp:nvSpPr>
        <dsp:cNvPr id="0" name=""/>
        <dsp:cNvSpPr/>
      </dsp:nvSpPr>
      <dsp:spPr>
        <a:xfrm>
          <a:off x="4433406" y="2473313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 B</a:t>
          </a:r>
        </a:p>
      </dsp:txBody>
      <dsp:txXfrm>
        <a:off x="4433406" y="2473313"/>
        <a:ext cx="1159812" cy="579906"/>
      </dsp:txXfrm>
    </dsp:sp>
    <dsp:sp modelId="{4C3CACA0-E5E6-4E1D-A1E9-02737FE0813A}">
      <dsp:nvSpPr>
        <dsp:cNvPr id="0" name=""/>
        <dsp:cNvSpPr/>
      </dsp:nvSpPr>
      <dsp:spPr>
        <a:xfrm>
          <a:off x="3030033" y="3296780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Team 1</a:t>
          </a:r>
        </a:p>
      </dsp:txBody>
      <dsp:txXfrm>
        <a:off x="3030033" y="3296780"/>
        <a:ext cx="1159812" cy="579906"/>
      </dsp:txXfrm>
    </dsp:sp>
    <dsp:sp modelId="{D914ED8B-9FAD-4745-B202-F9E302598201}">
      <dsp:nvSpPr>
        <dsp:cNvPr id="0" name=""/>
        <dsp:cNvSpPr/>
      </dsp:nvSpPr>
      <dsp:spPr>
        <a:xfrm>
          <a:off x="3319986" y="4120247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Team 4</a:t>
          </a:r>
        </a:p>
      </dsp:txBody>
      <dsp:txXfrm>
        <a:off x="3319986" y="4120247"/>
        <a:ext cx="1159812" cy="579906"/>
      </dsp:txXfrm>
    </dsp:sp>
    <dsp:sp modelId="{8ADD836E-2EE0-44E2-BEDB-AB06E8F8F488}">
      <dsp:nvSpPr>
        <dsp:cNvPr id="0" name=""/>
        <dsp:cNvSpPr/>
      </dsp:nvSpPr>
      <dsp:spPr>
        <a:xfrm>
          <a:off x="3319986" y="4943714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Team 5</a:t>
          </a:r>
        </a:p>
      </dsp:txBody>
      <dsp:txXfrm>
        <a:off x="3319986" y="4943714"/>
        <a:ext cx="1159812" cy="579906"/>
      </dsp:txXfrm>
    </dsp:sp>
    <dsp:sp modelId="{60F9D933-3BF6-46FC-BF35-B75921899AD1}">
      <dsp:nvSpPr>
        <dsp:cNvPr id="0" name=""/>
        <dsp:cNvSpPr/>
      </dsp:nvSpPr>
      <dsp:spPr>
        <a:xfrm>
          <a:off x="4433406" y="3296780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Team 2</a:t>
          </a:r>
        </a:p>
      </dsp:txBody>
      <dsp:txXfrm>
        <a:off x="4433406" y="3296780"/>
        <a:ext cx="1159812" cy="579906"/>
      </dsp:txXfrm>
    </dsp:sp>
    <dsp:sp modelId="{A2B6FA2B-317F-42DA-96B6-D57DBBFD5A5E}">
      <dsp:nvSpPr>
        <dsp:cNvPr id="0" name=""/>
        <dsp:cNvSpPr/>
      </dsp:nvSpPr>
      <dsp:spPr>
        <a:xfrm>
          <a:off x="5836780" y="3296780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Team 3</a:t>
          </a:r>
        </a:p>
      </dsp:txBody>
      <dsp:txXfrm>
        <a:off x="5836780" y="3296780"/>
        <a:ext cx="1159812" cy="579906"/>
      </dsp:txXfrm>
    </dsp:sp>
    <dsp:sp modelId="{690D28B1-FE80-4977-B362-8FCCAAC19F3E}">
      <dsp:nvSpPr>
        <dsp:cNvPr id="0" name=""/>
        <dsp:cNvSpPr/>
      </dsp:nvSpPr>
      <dsp:spPr>
        <a:xfrm>
          <a:off x="5836780" y="2473313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 C</a:t>
          </a:r>
        </a:p>
      </dsp:txBody>
      <dsp:txXfrm>
        <a:off x="5836780" y="2473313"/>
        <a:ext cx="1159812" cy="579906"/>
      </dsp:txXfrm>
    </dsp:sp>
    <dsp:sp modelId="{0D5942A8-E080-4EEC-B99F-15E552B30B3B}">
      <dsp:nvSpPr>
        <dsp:cNvPr id="0" name=""/>
        <dsp:cNvSpPr/>
      </dsp:nvSpPr>
      <dsp:spPr>
        <a:xfrm>
          <a:off x="7240153" y="1649846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240153" y="1649846"/>
        <a:ext cx="1159812" cy="579906"/>
      </dsp:txXfrm>
    </dsp:sp>
    <dsp:sp modelId="{225707C1-BA23-4A7D-882D-0F4C647219F3}">
      <dsp:nvSpPr>
        <dsp:cNvPr id="0" name=""/>
        <dsp:cNvSpPr/>
      </dsp:nvSpPr>
      <dsp:spPr>
        <a:xfrm>
          <a:off x="3030033" y="5767181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3030033" y="5767181"/>
        <a:ext cx="1159812" cy="579906"/>
      </dsp:txXfrm>
    </dsp:sp>
    <dsp:sp modelId="{F2626D9A-4645-45E6-BB2A-CFF1AE1DDE12}">
      <dsp:nvSpPr>
        <dsp:cNvPr id="0" name=""/>
        <dsp:cNvSpPr/>
      </dsp:nvSpPr>
      <dsp:spPr>
        <a:xfrm>
          <a:off x="5836780" y="826378"/>
          <a:ext cx="1159812" cy="57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36780" y="826378"/>
        <a:ext cx="1159812" cy="579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8682-48F1-127F-AC56-13C4638C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BBC0D-C402-7E50-50AA-EEDD7F394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63A6-26DA-6475-E943-018498B4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E42EB-380E-7DB1-4491-9987792A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AC6E8-A455-40D0-7D24-8A0CCBDE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0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E317-E137-87D3-A1AE-59BCC8BE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732AB-CC98-02D0-2EC8-F3C308795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94008-3A3F-CDB4-6758-0C80E2D6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95799-D806-1040-7868-2FA96FB8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005F5-1B70-4D2B-47C6-FE340FBE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7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4235-4352-78FD-7872-57ACD0DD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BCE77-824B-AEBC-35CF-DD4326D13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23AD6-3EFA-0ABC-41FD-713342CC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2D085-589A-C4DE-BFD5-B20928FF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5BFC5-EB84-19DC-7EA6-1A12FDAA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5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2950-FC46-BD7D-50B5-242E3D57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3936-CA3B-C727-95D5-52E4DAE0A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1925C-A9D1-5B1D-E160-C04F2E9D7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DE07C-408C-8DD1-D40B-CF611FA7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6D0E4-C30C-4E7C-AE81-352B7592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25DC1-E503-B17A-0D38-F10E6236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7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03C0-37B8-BC0C-AF78-3C4D16B1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4DB28-38F0-878C-4802-D682DCA22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945C5-ED9D-50BF-FEA5-8D8CFE26A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0CDF4-0CF9-D94C-15DE-5FAE014B7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3E80C-2620-7671-BE41-46397A98D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FC7C0-304E-C8B3-BB70-979F8511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32122-4926-3559-B70E-C0292789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F09C0-AAC3-96D0-6668-6CD04E96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8292-1FA4-40D0-476A-5247B432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B15E1-B48F-66CD-FFBD-EAAAD33F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678B2-16FC-94B9-C674-D93AE0F2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FFD28-31D9-DAB8-2258-F19EC1C0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45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19F16-68EE-CF5C-114C-779E1991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2FC42-9614-43C5-52CE-AE5AE29B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D97A1-3858-46D9-1096-789D18EF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8A6E-BC07-1BFD-B1A8-A97F84D4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E9CBD-79FE-D079-1766-2A8547C5D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6C98E-B35F-39C3-66CA-F48626B8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207C5-9D07-9A27-2E16-C107249B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FFFFE-B13B-DBDB-C1B4-11CE0E32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B767D-5122-BFD8-731B-9A97A45A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4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B4DF-BE71-4EC6-A6D0-EE3A571F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D60AB-3DD0-6FFF-BA37-D1DA0B0C2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B064-B540-CB5A-4A43-3132FD1A8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4B99D-25D1-2288-0FC0-C303B3CC4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7FDC2-1BD0-8AA3-9A17-0A092C3D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E5458-4BAB-062C-1779-CB7673F8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7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3069-134F-8326-6685-9FE05F02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9E7ED-95E7-D67F-803A-02C8436E8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92BC-054A-9C85-7248-353747EE2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8C62-6882-5DE2-3802-51B36E85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02C1C-31C1-F8E4-B4D1-BCE4047F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45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4409B0-5791-E6D9-81EF-AFAD110D7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9316F-5E62-26BC-C74F-9CADBF71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F2139-416E-07DB-19A5-47133B85F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E6AF7-40DF-DFAD-112C-59DBE2CE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25147-F1A7-05A7-8A28-02B69250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C1590-49E3-8D9C-37F9-DB0415AC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8487B-5E7C-8095-8E0F-83B93AEC7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0AFE-C3BF-E088-6DE3-EFB1B9983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B0528-8F63-41B7-9AC4-05AD64DAE75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142F-3DE5-3885-A489-C37C25962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7BE-B3E0-820A-FD89-1BE87D334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2B590-3424-4A27-996C-F5AE017E1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4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8B866CE-9B47-772E-9070-D0EF503522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897489"/>
              </p:ext>
            </p:extLst>
          </p:nvPr>
        </p:nvGraphicFramePr>
        <p:xfrm>
          <a:off x="508000" y="508000"/>
          <a:ext cx="1143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9146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1AB8AC4-EF78-1CF4-6FD8-851A4219D3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4930785"/>
              </p:ext>
            </p:extLst>
          </p:nvPr>
        </p:nvGraphicFramePr>
        <p:xfrm>
          <a:off x="508000" y="508000"/>
          <a:ext cx="1143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98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2026-09-05T22:40:50Z</dcterms:created>
  <dcterms:modified xsi:type="dcterms:W3CDTF">2026-09-05T22:40:51Z</dcterms:modified>
</cp:coreProperties>
</file>