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1FC8-4099-284B-7C60-AC0D052D5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BFA12-CD08-C290-DFFB-7EBEE5E68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C6DF-1A59-1D7E-7F87-6959878F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57B01-600D-F49E-97FE-65752AF3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CD89-564E-B729-3FD6-B4D9482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6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151C-C796-FC9C-222A-680A4942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93F54-DB49-EDB7-D893-2B9798C58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5851B-8AEE-9519-6BCE-D9297DD0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7E610-D8D5-5644-86B2-7AF9E280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A6E97-B191-9ED9-5881-2FD5D23D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4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3F80-01DE-3080-AE21-3F45F59E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2195-20E3-C476-204A-02C7151CC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3CD93-69B8-1405-85B3-48C6F13C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6EB90-C479-0F10-5209-80E9667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5060D-6745-A516-45B0-7D2B81B1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8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750D-FE84-8598-63A2-6F1A8CB30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BD25-49E8-76CC-6D02-745051BCB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01C6-0877-FBF9-0823-33C4DBD2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6C9D5-7745-71CD-0FD1-92755789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01C3F-7A70-04D2-A3A2-9BD1B879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35472-5553-611F-2603-240DC53F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0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7948-23C1-0615-6723-4EA3BB0C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95181-8B73-1D2A-5BB1-E1452757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DFB27-303C-D3EE-1B45-F9F3109A1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B18A1-BAFA-609D-A1B2-B68FBE110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90BAD-EEC2-C942-F25C-BF3247ACA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5DB2E-EBF0-F1B2-7BFB-EC8B27F5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63D17-474C-6F5C-0272-2C9F77CE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B7D351-2D61-0636-A0F3-76DDF176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9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9AC2-6218-01D0-76A9-D23BA751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DA13A-CC74-42FA-9CF4-3C699951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1BFDF-182C-C945-2673-9BA116B3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63EBF-A483-EBE2-2AA7-3C4CF572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3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231D0-9875-35CD-BE7E-8DAD068C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899E0-EC9C-5719-3165-5C5AD1F4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653AA-DA7F-86B7-A759-64BBC58B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9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76A5-EF3D-F890-F8A8-B55774C7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906F-96FD-8474-593A-22EB0E52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FB32F-A600-994E-D1F4-06EC10743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C1360-E978-E291-D797-60B09339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5CED3-7AA8-9171-98D1-A45BFDD3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21947-6735-C415-CD62-95E2DC4B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037E-BD08-5349-EB05-0A37FF14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5A87B-8C1B-1DE2-43FF-8A737D313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09192-4469-609D-D510-DD785E2DB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D526C-4A14-B4D4-54EF-7CF434C6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CA68B-376D-A40A-69BF-E588DAC9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89B31-0B56-FC2E-A126-B71FBFFA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3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D8B3-A7AE-61A4-D11E-41684BD6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541BC-1D60-3BD3-4AEC-7725BA603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E1632-D9EE-EFA5-70C9-45BAC3F5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9ECD7-1973-F1BC-3E8C-3D435FE2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2EEFE-51C8-E670-46B3-33F5C288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4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0F0CB-1BB3-4D96-32FA-2803154E8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C8369-2D37-ACA6-192F-4D1118D70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6BA8-9BEE-8AF5-B16C-71F30FD0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1247-50CE-E4E7-F784-C7A45A4E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A171-E04A-62F7-AFC5-D8787EC2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50C83D-8D10-D9AD-CB37-E35ADC5FF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3F3D0-48F4-1D0C-5BA5-3F743F774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64058-953D-9F09-C79D-373C8A7EE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D966D-41A8-400F-81F4-6ABBE7AC2605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8C4AD-05C1-0F18-17E3-1FBDD0484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1F35E-07A7-13BF-5B96-D87EC52E1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23B26-DC88-44FF-818C-9E6CB32C8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0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50B2-D893-E799-FDF7-9DCE1DA76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Animations &amp; Transitions Corpus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88B5E-7235-44E5-A4CD-62389BF14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 slides, distinct transitions, layered click/with-previous animation timing</a:t>
            </a:r>
          </a:p>
        </p:txBody>
      </p:sp>
    </p:spTree>
    <p:extLst>
      <p:ext uri="{BB962C8B-B14F-4D97-AF65-F5344CB8AC3E}">
        <p14:creationId xmlns:p14="http://schemas.microsoft.com/office/powerpoint/2010/main" val="166823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CDA04-3DEB-E03E-E627-DE38CB594A5A}"/>
              </a:ext>
            </a:extLst>
          </p:cNvPr>
          <p:cNvSpPr txBox="1"/>
          <p:nvPr/>
        </p:nvSpPr>
        <p:spPr>
          <a:xfrm>
            <a:off x="508000" y="254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Slide 2 (transition id 0)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49BD2B-4993-29CA-7356-A2993475F731}"/>
              </a:ext>
            </a:extLst>
          </p:cNvPr>
          <p:cNvSpPr/>
          <p:nvPr/>
        </p:nvSpPr>
        <p:spPr>
          <a:xfrm>
            <a:off x="762000" y="1524000"/>
            <a:ext cx="2540000" cy="15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D1E717-C02A-D1C5-5712-6D08E2D4282D}"/>
              </a:ext>
            </a:extLst>
          </p:cNvPr>
          <p:cNvSpPr/>
          <p:nvPr/>
        </p:nvSpPr>
        <p:spPr>
          <a:xfrm>
            <a:off x="4064000" y="1524000"/>
            <a:ext cx="2540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1477A8C-ABE9-9FD6-8D56-E50E06278C93}"/>
              </a:ext>
            </a:extLst>
          </p:cNvPr>
          <p:cNvSpPr/>
          <p:nvPr/>
        </p:nvSpPr>
        <p:spPr>
          <a:xfrm>
            <a:off x="7366000" y="1524000"/>
            <a:ext cx="2540000" cy="1524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84579247"/>
      </p:ext>
    </p:extLst>
  </p:cSld>
  <p:clrMapOvr>
    <a:masterClrMapping/>
  </p:clrMapOvr>
  <p:transition spd="med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861A8-D6B3-852D-646C-E0EC316B31E0}"/>
              </a:ext>
            </a:extLst>
          </p:cNvPr>
          <p:cNvSpPr txBox="1"/>
          <p:nvPr/>
        </p:nvSpPr>
        <p:spPr>
          <a:xfrm>
            <a:off x="508000" y="254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Slide 3 (transition id 1793)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E0DFCA-CAAD-F189-5E4B-DDAD8179F8EF}"/>
              </a:ext>
            </a:extLst>
          </p:cNvPr>
          <p:cNvSpPr/>
          <p:nvPr/>
        </p:nvSpPr>
        <p:spPr>
          <a:xfrm>
            <a:off x="762000" y="1524000"/>
            <a:ext cx="2540000" cy="15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F774E0-B0D4-F0CB-7B9F-3350D911C393}"/>
              </a:ext>
            </a:extLst>
          </p:cNvPr>
          <p:cNvSpPr/>
          <p:nvPr/>
        </p:nvSpPr>
        <p:spPr>
          <a:xfrm>
            <a:off x="4064000" y="1524000"/>
            <a:ext cx="2540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D939EED1-C70E-9E73-72EB-609572C41D09}"/>
              </a:ext>
            </a:extLst>
          </p:cNvPr>
          <p:cNvSpPr/>
          <p:nvPr/>
        </p:nvSpPr>
        <p:spPr>
          <a:xfrm>
            <a:off x="7366000" y="1524000"/>
            <a:ext cx="2540000" cy="1524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52244844"/>
      </p:ext>
    </p:extLst>
  </p:cSld>
  <p:clrMapOvr>
    <a:masterClrMapping/>
  </p:clrMapOvr>
  <p:transition spd="slow" advTm="4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3F5C48-CF83-7D8F-24DD-5ACB7AEDCEB0}"/>
              </a:ext>
            </a:extLst>
          </p:cNvPr>
          <p:cNvSpPr txBox="1"/>
          <p:nvPr/>
        </p:nvSpPr>
        <p:spPr>
          <a:xfrm>
            <a:off x="508000" y="254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Slide 4 (transition id 3585)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191C5F-20B7-392D-DBE3-183239E6C3A1}"/>
              </a:ext>
            </a:extLst>
          </p:cNvPr>
          <p:cNvSpPr/>
          <p:nvPr/>
        </p:nvSpPr>
        <p:spPr>
          <a:xfrm>
            <a:off x="762000" y="1524000"/>
            <a:ext cx="2540000" cy="15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0456E6-DFCF-F99D-9CBA-402EA0CE612D}"/>
              </a:ext>
            </a:extLst>
          </p:cNvPr>
          <p:cNvSpPr/>
          <p:nvPr/>
        </p:nvSpPr>
        <p:spPr>
          <a:xfrm>
            <a:off x="4064000" y="1524000"/>
            <a:ext cx="2540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F26FECB-8943-89A2-5710-346FE94461AC}"/>
              </a:ext>
            </a:extLst>
          </p:cNvPr>
          <p:cNvSpPr/>
          <p:nvPr/>
        </p:nvSpPr>
        <p:spPr>
          <a:xfrm>
            <a:off x="7366000" y="1524000"/>
            <a:ext cx="2540000" cy="1524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36903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000">
        <p:split/>
      </p:transition>
    </mc:Choice>
    <mc:Fallback>
      <p:transition spd="slow" advTm="5000">
        <p:spli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4A9F94-05AC-C44D-F621-1CF2B7154DB7}"/>
              </a:ext>
            </a:extLst>
          </p:cNvPr>
          <p:cNvSpPr txBox="1"/>
          <p:nvPr/>
        </p:nvSpPr>
        <p:spPr>
          <a:xfrm>
            <a:off x="508000" y="254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Slide 5 (transition id 3846)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E192AA-D9C9-6879-B486-F725BE0E2DEB}"/>
              </a:ext>
            </a:extLst>
          </p:cNvPr>
          <p:cNvSpPr/>
          <p:nvPr/>
        </p:nvSpPr>
        <p:spPr>
          <a:xfrm>
            <a:off x="762000" y="1524000"/>
            <a:ext cx="2540000" cy="15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9A468B-D782-03C9-68B0-0B1AAEAF1591}"/>
              </a:ext>
            </a:extLst>
          </p:cNvPr>
          <p:cNvSpPr/>
          <p:nvPr/>
        </p:nvSpPr>
        <p:spPr>
          <a:xfrm>
            <a:off x="4064000" y="1524000"/>
            <a:ext cx="2540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BF5A3D0-9D52-F5E1-6B7B-F8784E2605E9}"/>
              </a:ext>
            </a:extLst>
          </p:cNvPr>
          <p:cNvSpPr/>
          <p:nvPr/>
        </p:nvSpPr>
        <p:spPr>
          <a:xfrm>
            <a:off x="7366000" y="1524000"/>
            <a:ext cx="2540000" cy="1524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27604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000">
        <p:diamond/>
      </p:transition>
    </mc:Choice>
    <mc:Fallback>
      <p:transition spd="slow" advTm="6000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3607F9-A64F-1E0B-0DE0-253695D93D7A}"/>
              </a:ext>
            </a:extLst>
          </p:cNvPr>
          <p:cNvSpPr txBox="1"/>
          <p:nvPr/>
        </p:nvSpPr>
        <p:spPr>
          <a:xfrm>
            <a:off x="508000" y="254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/>
              <a:t>Slide 6 (transition id 513)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14E641-E12D-0C3D-391A-B40E4671996B}"/>
              </a:ext>
            </a:extLst>
          </p:cNvPr>
          <p:cNvSpPr/>
          <p:nvPr/>
        </p:nvSpPr>
        <p:spPr>
          <a:xfrm>
            <a:off x="762000" y="1524000"/>
            <a:ext cx="2540000" cy="15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416730-1A69-61FE-8233-041B2A00DEFE}"/>
              </a:ext>
            </a:extLst>
          </p:cNvPr>
          <p:cNvSpPr/>
          <p:nvPr/>
        </p:nvSpPr>
        <p:spPr>
          <a:xfrm>
            <a:off x="4064000" y="1524000"/>
            <a:ext cx="2540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26AA7198-B733-2E67-5B46-90A43872CECF}"/>
              </a:ext>
            </a:extLst>
          </p:cNvPr>
          <p:cNvSpPr/>
          <p:nvPr/>
        </p:nvSpPr>
        <p:spPr>
          <a:xfrm>
            <a:off x="7366000" y="1524000"/>
            <a:ext cx="2540000" cy="1524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08497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7000">
        <p:random/>
      </p:transition>
    </mc:Choice>
    <mc:Fallback>
      <p:transition spd="slow" advTm="7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Animations &amp; Transitions Corpus Deck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2026-07-08T21:09:34Z</dcterms:created>
  <dcterms:modified xsi:type="dcterms:W3CDTF">2026-07-08T21:09:35Z</dcterms:modified>
</cp:coreProperties>
</file>