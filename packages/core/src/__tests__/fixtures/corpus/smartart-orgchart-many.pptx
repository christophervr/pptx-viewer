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6CD7769-447F-499E-88E5-6E719E0A7AFD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D5AFBB4-AB8A-48B4-9724-E5D388CDE9F4}">
      <dgm:prSet phldrT="[Text]"/>
      <dgm:spPr/>
      <dgm:t>
        <a:bodyPr/>
        <a:lstStyle/>
        <a:p>
          <a:r>
            <a:rPr lang="en-US"/>
            <a:t>Manager</a:t>
          </a:r>
        </a:p>
      </dgm:t>
    </dgm:pt>
    <dgm:pt modelId="{1EC379AB-B272-4F08-A850-7B760B504949}" type="parTrans" cxnId="{6965C967-A5EC-4E8A-814F-B71323250D47}">
      <dgm:prSet/>
      <dgm:spPr/>
      <dgm:t>
        <a:bodyPr/>
        <a:lstStyle/>
        <a:p>
          <a:endParaRPr lang="en-US"/>
        </a:p>
      </dgm:t>
    </dgm:pt>
    <dgm:pt modelId="{4302B72E-86D4-4388-A7F2-76BD7A62CCDF}" type="sibTrans" cxnId="{6965C967-A5EC-4E8A-814F-B71323250D47}">
      <dgm:prSet/>
      <dgm:spPr/>
      <dgm:t>
        <a:bodyPr/>
        <a:lstStyle/>
        <a:p>
          <a:endParaRPr lang="en-US"/>
        </a:p>
      </dgm:t>
    </dgm:pt>
    <dgm:pt modelId="{A57D73D2-14E2-41A1-9D48-D90212F67D23}" type="asst">
      <dgm:prSet phldrT="[Text]" phldr="1"/>
      <dgm:spPr/>
      <dgm:t>
        <a:bodyPr/>
        <a:lstStyle/>
        <a:p>
          <a:endParaRPr lang="en-US"/>
        </a:p>
      </dgm:t>
    </dgm:pt>
    <dgm:pt modelId="{F8BFF757-563C-4FFA-B754-70CC12E77751}" type="parTrans" cxnId="{25EEF0C7-BDB1-400E-9FD2-A4F94D14EE41}">
      <dgm:prSet/>
      <dgm:spPr/>
      <dgm:t>
        <a:bodyPr/>
        <a:lstStyle/>
        <a:p>
          <a:endParaRPr lang="en-US"/>
        </a:p>
      </dgm:t>
    </dgm:pt>
    <dgm:pt modelId="{8AE7F3D8-524E-4BAF-9538-0B42BC3D9797}" type="sibTrans" cxnId="{25EEF0C7-BDB1-400E-9FD2-A4F94D14EE41}">
      <dgm:prSet/>
      <dgm:spPr/>
      <dgm:t>
        <a:bodyPr/>
        <a:lstStyle/>
        <a:p>
          <a:endParaRPr lang="en-US"/>
        </a:p>
      </dgm:t>
    </dgm:pt>
    <dgm:pt modelId="{B74063AD-0A3F-42B2-B37A-5C48D331AEF0}">
      <dgm:prSet phldrT="[Text]" phldr="1"/>
      <dgm:spPr/>
      <dgm:t>
        <a:bodyPr/>
        <a:lstStyle/>
        <a:p>
          <a:endParaRPr lang="en-US"/>
        </a:p>
      </dgm:t>
    </dgm:pt>
    <dgm:pt modelId="{0C6018EE-1E8C-4452-8FB9-B34B2B747ED9}" type="parTrans" cxnId="{AB9DE859-83A4-4D17-8F90-0369ABB3B787}">
      <dgm:prSet/>
      <dgm:spPr/>
      <dgm:t>
        <a:bodyPr/>
        <a:lstStyle/>
        <a:p>
          <a:endParaRPr lang="en-US"/>
        </a:p>
      </dgm:t>
    </dgm:pt>
    <dgm:pt modelId="{C2631772-EF20-41CB-BC54-AF9C6DB73432}" type="sibTrans" cxnId="{AB9DE859-83A4-4D17-8F90-0369ABB3B787}">
      <dgm:prSet/>
      <dgm:spPr/>
      <dgm:t>
        <a:bodyPr/>
        <a:lstStyle/>
        <a:p>
          <a:endParaRPr lang="en-US"/>
        </a:p>
      </dgm:t>
    </dgm:pt>
    <dgm:pt modelId="{6BF9C0E8-14E7-44C1-AA93-D00DC035A8BF}">
      <dgm:prSet phldrT="[Text]" phldr="1"/>
      <dgm:spPr/>
      <dgm:t>
        <a:bodyPr/>
        <a:lstStyle/>
        <a:p>
          <a:endParaRPr lang="en-US"/>
        </a:p>
      </dgm:t>
    </dgm:pt>
    <dgm:pt modelId="{9B0720F0-2B6A-4990-8104-E5F8D2C663D6}" type="parTrans" cxnId="{D7633277-EDB2-49FF-8654-B7B390AF2448}">
      <dgm:prSet/>
      <dgm:spPr/>
      <dgm:t>
        <a:bodyPr/>
        <a:lstStyle/>
        <a:p>
          <a:endParaRPr lang="en-US"/>
        </a:p>
      </dgm:t>
    </dgm:pt>
    <dgm:pt modelId="{18B3BFF6-BA23-44B7-846C-5D48684DAD8E}" type="sibTrans" cxnId="{D7633277-EDB2-49FF-8654-B7B390AF2448}">
      <dgm:prSet/>
      <dgm:spPr/>
      <dgm:t>
        <a:bodyPr/>
        <a:lstStyle/>
        <a:p>
          <a:endParaRPr lang="en-US"/>
        </a:p>
      </dgm:t>
    </dgm:pt>
    <dgm:pt modelId="{DE46F0E5-095F-49B8-A4D9-73FAE6CE11D0}">
      <dgm:prSet phldrT="[Text]" phldr="1"/>
      <dgm:spPr/>
      <dgm:t>
        <a:bodyPr/>
        <a:lstStyle/>
        <a:p>
          <a:endParaRPr lang="en-US"/>
        </a:p>
      </dgm:t>
    </dgm:pt>
    <dgm:pt modelId="{33462155-ADAE-4635-8674-69FD0A93C74D}" type="parTrans" cxnId="{5B03749F-0A62-4529-9AF4-F481B5D3ABCD}">
      <dgm:prSet/>
      <dgm:spPr/>
      <dgm:t>
        <a:bodyPr/>
        <a:lstStyle/>
        <a:p>
          <a:endParaRPr lang="en-US"/>
        </a:p>
      </dgm:t>
    </dgm:pt>
    <dgm:pt modelId="{C4620000-27DE-4E37-8CCC-F475FEAA494D}" type="sibTrans" cxnId="{5B03749F-0A62-4529-9AF4-F481B5D3ABCD}">
      <dgm:prSet/>
      <dgm:spPr/>
      <dgm:t>
        <a:bodyPr/>
        <a:lstStyle/>
        <a:p>
          <a:endParaRPr lang="en-US"/>
        </a:p>
      </dgm:t>
    </dgm:pt>
    <dgm:pt modelId="{8023CA18-73C5-45BE-84A6-FB3145477718}">
      <dgm:prSet phldrT="[Text]"/>
      <dgm:spPr/>
      <dgm:t>
        <a:bodyPr/>
        <a:lstStyle/>
        <a:p>
          <a:r>
            <a:rPr lang="en-US"/>
            <a:t>Report 1</a:t>
          </a:r>
        </a:p>
      </dgm:t>
    </dgm:pt>
    <dgm:pt modelId="{CB9F005C-F69F-481F-85B0-EF52D72A5C40}" type="parTrans" cxnId="{7205FE3A-E9AB-4110-9722-3DBE5738B619}">
      <dgm:prSet/>
      <dgm:spPr/>
    </dgm:pt>
    <dgm:pt modelId="{E2C24673-8F08-438C-9028-B3C033F6D4BA}" type="sibTrans" cxnId="{7205FE3A-E9AB-4110-9722-3DBE5738B619}">
      <dgm:prSet/>
      <dgm:spPr/>
    </dgm:pt>
    <dgm:pt modelId="{9BCAF5D8-7E49-4195-B5F7-DBF5CF5DC3DF}">
      <dgm:prSet phldrT="[Text]"/>
      <dgm:spPr/>
      <dgm:t>
        <a:bodyPr/>
        <a:lstStyle/>
        <a:p>
          <a:r>
            <a:rPr lang="en-US"/>
            <a:t>Report 2</a:t>
          </a:r>
        </a:p>
      </dgm:t>
    </dgm:pt>
    <dgm:pt modelId="{BE3393F9-E2EA-4EAF-A1F7-E74F1EA30441}" type="parTrans" cxnId="{EE5507EB-60DF-4F8A-811B-77ED06EFE144}">
      <dgm:prSet/>
      <dgm:spPr/>
    </dgm:pt>
    <dgm:pt modelId="{B08AA00D-48AE-425C-8770-0EC6E0179817}" type="sibTrans" cxnId="{EE5507EB-60DF-4F8A-811B-77ED06EFE144}">
      <dgm:prSet/>
      <dgm:spPr/>
    </dgm:pt>
    <dgm:pt modelId="{90499505-62A6-42D7-88CF-E5D29D6B9842}">
      <dgm:prSet phldrT="[Text]"/>
      <dgm:spPr/>
      <dgm:t>
        <a:bodyPr/>
        <a:lstStyle/>
        <a:p>
          <a:r>
            <a:rPr lang="en-US"/>
            <a:t>Report 3</a:t>
          </a:r>
        </a:p>
      </dgm:t>
    </dgm:pt>
    <dgm:pt modelId="{DC960CE7-9F9B-4476-88C5-0BDFF9FBB0CB}" type="parTrans" cxnId="{08CB9EF9-C5E5-45A9-8F2D-6700BD3E40A6}">
      <dgm:prSet/>
      <dgm:spPr/>
    </dgm:pt>
    <dgm:pt modelId="{4D375DA0-DC7D-422B-9B79-5E0D284E23D5}" type="sibTrans" cxnId="{08CB9EF9-C5E5-45A9-8F2D-6700BD3E40A6}">
      <dgm:prSet/>
      <dgm:spPr/>
    </dgm:pt>
    <dgm:pt modelId="{00D193B4-5299-469E-88EF-7940406B54DC}">
      <dgm:prSet phldrT="[Text]"/>
      <dgm:spPr/>
      <dgm:t>
        <a:bodyPr/>
        <a:lstStyle/>
        <a:p>
          <a:r>
            <a:rPr lang="en-US"/>
            <a:t>Report 4</a:t>
          </a:r>
        </a:p>
      </dgm:t>
    </dgm:pt>
    <dgm:pt modelId="{04DC15A7-39BB-462B-B492-527917B5F45F}" type="parTrans" cxnId="{652FACAC-8BED-4467-80B5-0AD7336BA402}">
      <dgm:prSet/>
      <dgm:spPr/>
    </dgm:pt>
    <dgm:pt modelId="{535AD862-629C-4232-8BDF-1C34C819E070}" type="sibTrans" cxnId="{652FACAC-8BED-4467-80B5-0AD7336BA402}">
      <dgm:prSet/>
      <dgm:spPr/>
    </dgm:pt>
    <dgm:pt modelId="{AEE45854-F5FE-4B8A-BE6B-C09A94B0BD53}">
      <dgm:prSet phldrT="[Text]"/>
      <dgm:spPr/>
      <dgm:t>
        <a:bodyPr/>
        <a:lstStyle/>
        <a:p>
          <a:r>
            <a:rPr lang="en-US"/>
            <a:t>Report 5</a:t>
          </a:r>
        </a:p>
      </dgm:t>
    </dgm:pt>
    <dgm:pt modelId="{4A653C27-C00E-4D1F-BDA9-2E5432963345}" type="parTrans" cxnId="{EF6607F4-99DC-4E84-AF97-367F950ADE16}">
      <dgm:prSet/>
      <dgm:spPr/>
    </dgm:pt>
    <dgm:pt modelId="{D8530698-A314-4910-883D-B593A2A3B6F2}" type="sibTrans" cxnId="{EF6607F4-99DC-4E84-AF97-367F950ADE16}">
      <dgm:prSet/>
      <dgm:spPr/>
    </dgm:pt>
    <dgm:pt modelId="{FD8BBBB1-13F4-4023-BA7A-33A4D93163E7}">
      <dgm:prSet phldrT="[Text]"/>
      <dgm:spPr/>
      <dgm:t>
        <a:bodyPr/>
        <a:lstStyle/>
        <a:p>
          <a:r>
            <a:rPr lang="en-US"/>
            <a:t>Report 6</a:t>
          </a:r>
        </a:p>
      </dgm:t>
    </dgm:pt>
    <dgm:pt modelId="{8D028F15-DF0C-4E23-91B5-2F034526A7FE}" type="parTrans" cxnId="{2170F40B-E26E-4114-8C6A-9304E4EBF0B7}">
      <dgm:prSet/>
      <dgm:spPr/>
    </dgm:pt>
    <dgm:pt modelId="{43466561-0F20-47A4-AEE3-A727549D2100}" type="sibTrans" cxnId="{2170F40B-E26E-4114-8C6A-9304E4EBF0B7}">
      <dgm:prSet/>
      <dgm:spPr/>
    </dgm:pt>
    <dgm:pt modelId="{5642B322-47FD-4CD6-9FCD-BB0D9FDFEBE4}" type="pres">
      <dgm:prSet presAssocID="{B6CD7769-447F-499E-88E5-6E719E0A7AF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0D9462EF-4D36-4F2D-8CBC-0564C982FC2C}" type="pres">
      <dgm:prSet presAssocID="{5D5AFBB4-AB8A-48B4-9724-E5D388CDE9F4}" presName="hierRoot1" presStyleCnt="0">
        <dgm:presLayoutVars>
          <dgm:hierBranch val="init"/>
        </dgm:presLayoutVars>
      </dgm:prSet>
      <dgm:spPr/>
    </dgm:pt>
    <dgm:pt modelId="{2490B026-2FA2-43E9-868C-A2593C700BA0}" type="pres">
      <dgm:prSet presAssocID="{5D5AFBB4-AB8A-48B4-9724-E5D388CDE9F4}" presName="rootComposite1" presStyleCnt="0"/>
      <dgm:spPr/>
    </dgm:pt>
    <dgm:pt modelId="{63C227BE-9DA7-43DD-A893-C0F18C1B41CA}" type="pres">
      <dgm:prSet presAssocID="{5D5AFBB4-AB8A-48B4-9724-E5D388CDE9F4}" presName="rootText1" presStyleLbl="node0" presStyleIdx="0" presStyleCnt="1">
        <dgm:presLayoutVars>
          <dgm:chPref val="3"/>
        </dgm:presLayoutVars>
      </dgm:prSet>
      <dgm:spPr/>
    </dgm:pt>
    <dgm:pt modelId="{1B2D5E79-830C-4A84-9E4E-5D3A188B54E0}" type="pres">
      <dgm:prSet presAssocID="{5D5AFBB4-AB8A-48B4-9724-E5D388CDE9F4}" presName="rootConnector1" presStyleLbl="node1" presStyleIdx="0" presStyleCnt="0"/>
      <dgm:spPr/>
    </dgm:pt>
    <dgm:pt modelId="{EAAEDB81-4F0A-4192-92AE-52B4336FBBA6}" type="pres">
      <dgm:prSet presAssocID="{5D5AFBB4-AB8A-48B4-9724-E5D388CDE9F4}" presName="hierChild2" presStyleCnt="0"/>
      <dgm:spPr/>
    </dgm:pt>
    <dgm:pt modelId="{7C23EC16-0EEB-423F-841A-E1E9C713834A}" type="pres">
      <dgm:prSet presAssocID="{0C6018EE-1E8C-4452-8FB9-B34B2B747ED9}" presName="Name37" presStyleLbl="parChTrans1D2" presStyleIdx="0" presStyleCnt="4"/>
      <dgm:spPr/>
    </dgm:pt>
    <dgm:pt modelId="{1368DE00-BE29-4565-991D-56BDB6D92A19}" type="pres">
      <dgm:prSet presAssocID="{B74063AD-0A3F-42B2-B37A-5C48D331AEF0}" presName="hierRoot2" presStyleCnt="0">
        <dgm:presLayoutVars>
          <dgm:hierBranch val="init"/>
        </dgm:presLayoutVars>
      </dgm:prSet>
      <dgm:spPr/>
    </dgm:pt>
    <dgm:pt modelId="{28C806FE-B5AC-4342-91AD-7A70D6B3B956}" type="pres">
      <dgm:prSet presAssocID="{B74063AD-0A3F-42B2-B37A-5C48D331AEF0}" presName="rootComposite" presStyleCnt="0"/>
      <dgm:spPr/>
    </dgm:pt>
    <dgm:pt modelId="{92091D1E-F030-420F-A838-F5D39CFA7ED5}" type="pres">
      <dgm:prSet presAssocID="{B74063AD-0A3F-42B2-B37A-5C48D331AEF0}" presName="rootText" presStyleLbl="node2" presStyleIdx="0" presStyleCnt="3">
        <dgm:presLayoutVars>
          <dgm:chPref val="3"/>
        </dgm:presLayoutVars>
      </dgm:prSet>
      <dgm:spPr/>
    </dgm:pt>
    <dgm:pt modelId="{C89917DD-77C7-419D-8610-C67A7F8A0380}" type="pres">
      <dgm:prSet presAssocID="{B74063AD-0A3F-42B2-B37A-5C48D331AEF0}" presName="rootConnector" presStyleLbl="node2" presStyleIdx="0" presStyleCnt="3"/>
      <dgm:spPr/>
    </dgm:pt>
    <dgm:pt modelId="{C375BF72-D91B-4335-820C-4357C78F0802}" type="pres">
      <dgm:prSet presAssocID="{B74063AD-0A3F-42B2-B37A-5C48D331AEF0}" presName="hierChild4" presStyleCnt="0"/>
      <dgm:spPr/>
    </dgm:pt>
    <dgm:pt modelId="{06E7B5B1-5976-4BEE-A655-F659401A8287}" type="pres">
      <dgm:prSet presAssocID="{CB9F005C-F69F-481F-85B0-EF52D72A5C40}" presName="Name37" presStyleLbl="parChTrans1D3" presStyleIdx="0" presStyleCnt="6"/>
      <dgm:spPr/>
    </dgm:pt>
    <dgm:pt modelId="{034D22A4-29FD-4F6F-A0C4-4712248B6700}" type="pres">
      <dgm:prSet presAssocID="{8023CA18-73C5-45BE-84A6-FB3145477718}" presName="hierRoot2" presStyleCnt="0">
        <dgm:presLayoutVars>
          <dgm:hierBranch val="init"/>
        </dgm:presLayoutVars>
      </dgm:prSet>
      <dgm:spPr/>
    </dgm:pt>
    <dgm:pt modelId="{0C065214-F98A-43FB-A10E-9167972030DC}" type="pres">
      <dgm:prSet presAssocID="{8023CA18-73C5-45BE-84A6-FB3145477718}" presName="rootComposite" presStyleCnt="0"/>
      <dgm:spPr/>
    </dgm:pt>
    <dgm:pt modelId="{645E4847-EC22-4CC7-97BD-28B8CC210259}" type="pres">
      <dgm:prSet presAssocID="{8023CA18-73C5-45BE-84A6-FB3145477718}" presName="rootText" presStyleLbl="node3" presStyleIdx="0" presStyleCnt="6">
        <dgm:presLayoutVars>
          <dgm:chPref val="3"/>
        </dgm:presLayoutVars>
      </dgm:prSet>
      <dgm:spPr/>
    </dgm:pt>
    <dgm:pt modelId="{B9767A95-FC89-4CCA-8E5C-B4CB467552B3}" type="pres">
      <dgm:prSet presAssocID="{8023CA18-73C5-45BE-84A6-FB3145477718}" presName="rootConnector" presStyleLbl="node3" presStyleIdx="0" presStyleCnt="6"/>
      <dgm:spPr/>
    </dgm:pt>
    <dgm:pt modelId="{0939203F-4DD4-4DF0-8F52-8F9A1F5E24AC}" type="pres">
      <dgm:prSet presAssocID="{8023CA18-73C5-45BE-84A6-FB3145477718}" presName="hierChild4" presStyleCnt="0"/>
      <dgm:spPr/>
    </dgm:pt>
    <dgm:pt modelId="{71B475CF-5F41-4156-9382-4BA4643E9D0A}" type="pres">
      <dgm:prSet presAssocID="{8023CA18-73C5-45BE-84A6-FB3145477718}" presName="hierChild5" presStyleCnt="0"/>
      <dgm:spPr/>
    </dgm:pt>
    <dgm:pt modelId="{F8ED9E5E-0489-4EBE-9139-FADC73B52B3C}" type="pres">
      <dgm:prSet presAssocID="{BE3393F9-E2EA-4EAF-A1F7-E74F1EA30441}" presName="Name37" presStyleLbl="parChTrans1D3" presStyleIdx="1" presStyleCnt="6"/>
      <dgm:spPr/>
    </dgm:pt>
    <dgm:pt modelId="{B62110E8-C396-4C50-997B-B2B932539BD8}" type="pres">
      <dgm:prSet presAssocID="{9BCAF5D8-7E49-4195-B5F7-DBF5CF5DC3DF}" presName="hierRoot2" presStyleCnt="0">
        <dgm:presLayoutVars>
          <dgm:hierBranch val="init"/>
        </dgm:presLayoutVars>
      </dgm:prSet>
      <dgm:spPr/>
    </dgm:pt>
    <dgm:pt modelId="{1712C513-EE7F-43AA-9486-7F0A03DA601F}" type="pres">
      <dgm:prSet presAssocID="{9BCAF5D8-7E49-4195-B5F7-DBF5CF5DC3DF}" presName="rootComposite" presStyleCnt="0"/>
      <dgm:spPr/>
    </dgm:pt>
    <dgm:pt modelId="{A8DA271F-78CB-4CF9-9040-DBF534F4792E}" type="pres">
      <dgm:prSet presAssocID="{9BCAF5D8-7E49-4195-B5F7-DBF5CF5DC3DF}" presName="rootText" presStyleLbl="node3" presStyleIdx="1" presStyleCnt="6">
        <dgm:presLayoutVars>
          <dgm:chPref val="3"/>
        </dgm:presLayoutVars>
      </dgm:prSet>
      <dgm:spPr/>
    </dgm:pt>
    <dgm:pt modelId="{724CC9BE-6FB3-4A31-AB1A-34AAF81FDAA0}" type="pres">
      <dgm:prSet presAssocID="{9BCAF5D8-7E49-4195-B5F7-DBF5CF5DC3DF}" presName="rootConnector" presStyleLbl="node3" presStyleIdx="1" presStyleCnt="6"/>
      <dgm:spPr/>
    </dgm:pt>
    <dgm:pt modelId="{82DDDBD6-2131-48DB-820D-B4D60B21FF50}" type="pres">
      <dgm:prSet presAssocID="{9BCAF5D8-7E49-4195-B5F7-DBF5CF5DC3DF}" presName="hierChild4" presStyleCnt="0"/>
      <dgm:spPr/>
    </dgm:pt>
    <dgm:pt modelId="{EF874D4E-E6A8-48C8-9568-DFF33F3ED161}" type="pres">
      <dgm:prSet presAssocID="{9BCAF5D8-7E49-4195-B5F7-DBF5CF5DC3DF}" presName="hierChild5" presStyleCnt="0"/>
      <dgm:spPr/>
    </dgm:pt>
    <dgm:pt modelId="{31DB968D-D72B-4AB2-80E0-4616972496A8}" type="pres">
      <dgm:prSet presAssocID="{DC960CE7-9F9B-4476-88C5-0BDFF9FBB0CB}" presName="Name37" presStyleLbl="parChTrans1D3" presStyleIdx="2" presStyleCnt="6"/>
      <dgm:spPr/>
    </dgm:pt>
    <dgm:pt modelId="{F5E81A3E-FAF4-48F4-88C1-6E064A3E591D}" type="pres">
      <dgm:prSet presAssocID="{90499505-62A6-42D7-88CF-E5D29D6B9842}" presName="hierRoot2" presStyleCnt="0">
        <dgm:presLayoutVars>
          <dgm:hierBranch val="init"/>
        </dgm:presLayoutVars>
      </dgm:prSet>
      <dgm:spPr/>
    </dgm:pt>
    <dgm:pt modelId="{7F85963F-76C4-4FD5-8162-F89FFE3F8140}" type="pres">
      <dgm:prSet presAssocID="{90499505-62A6-42D7-88CF-E5D29D6B9842}" presName="rootComposite" presStyleCnt="0"/>
      <dgm:spPr/>
    </dgm:pt>
    <dgm:pt modelId="{BE6C37F9-3184-4604-BE50-1BE161A46AF2}" type="pres">
      <dgm:prSet presAssocID="{90499505-62A6-42D7-88CF-E5D29D6B9842}" presName="rootText" presStyleLbl="node3" presStyleIdx="2" presStyleCnt="6">
        <dgm:presLayoutVars>
          <dgm:chPref val="3"/>
        </dgm:presLayoutVars>
      </dgm:prSet>
      <dgm:spPr/>
    </dgm:pt>
    <dgm:pt modelId="{FC793932-8319-4F64-92AA-4ED0EF87EFE8}" type="pres">
      <dgm:prSet presAssocID="{90499505-62A6-42D7-88CF-E5D29D6B9842}" presName="rootConnector" presStyleLbl="node3" presStyleIdx="2" presStyleCnt="6"/>
      <dgm:spPr/>
    </dgm:pt>
    <dgm:pt modelId="{E90A90EF-1D54-445D-9BC6-F9338A6934CA}" type="pres">
      <dgm:prSet presAssocID="{90499505-62A6-42D7-88CF-E5D29D6B9842}" presName="hierChild4" presStyleCnt="0"/>
      <dgm:spPr/>
    </dgm:pt>
    <dgm:pt modelId="{647DE039-6F1C-4CD8-BFEB-1B68BD22E3ED}" type="pres">
      <dgm:prSet presAssocID="{90499505-62A6-42D7-88CF-E5D29D6B9842}" presName="hierChild5" presStyleCnt="0"/>
      <dgm:spPr/>
    </dgm:pt>
    <dgm:pt modelId="{21D53BC5-61D6-403E-A3E2-7007C76A05B2}" type="pres">
      <dgm:prSet presAssocID="{B74063AD-0A3F-42B2-B37A-5C48D331AEF0}" presName="hierChild5" presStyleCnt="0"/>
      <dgm:spPr/>
    </dgm:pt>
    <dgm:pt modelId="{AD01B507-CE85-43C1-846C-49FEEE4710CB}" type="pres">
      <dgm:prSet presAssocID="{9B0720F0-2B6A-4990-8104-E5F8D2C663D6}" presName="Name37" presStyleLbl="parChTrans1D2" presStyleIdx="1" presStyleCnt="4"/>
      <dgm:spPr/>
    </dgm:pt>
    <dgm:pt modelId="{D33A19F4-23EC-4B7A-9F57-DD7C7AA024FC}" type="pres">
      <dgm:prSet presAssocID="{6BF9C0E8-14E7-44C1-AA93-D00DC035A8BF}" presName="hierRoot2" presStyleCnt="0">
        <dgm:presLayoutVars>
          <dgm:hierBranch val="init"/>
        </dgm:presLayoutVars>
      </dgm:prSet>
      <dgm:spPr/>
    </dgm:pt>
    <dgm:pt modelId="{CC999926-FBB6-4C5A-875C-35602F671FE6}" type="pres">
      <dgm:prSet presAssocID="{6BF9C0E8-14E7-44C1-AA93-D00DC035A8BF}" presName="rootComposite" presStyleCnt="0"/>
      <dgm:spPr/>
    </dgm:pt>
    <dgm:pt modelId="{4C209028-BF8B-46AF-8D40-7A1F9C967058}" type="pres">
      <dgm:prSet presAssocID="{6BF9C0E8-14E7-44C1-AA93-D00DC035A8BF}" presName="rootText" presStyleLbl="node2" presStyleIdx="1" presStyleCnt="3">
        <dgm:presLayoutVars>
          <dgm:chPref val="3"/>
        </dgm:presLayoutVars>
      </dgm:prSet>
      <dgm:spPr/>
    </dgm:pt>
    <dgm:pt modelId="{8C22D88F-E099-4CD5-98B7-657813C71120}" type="pres">
      <dgm:prSet presAssocID="{6BF9C0E8-14E7-44C1-AA93-D00DC035A8BF}" presName="rootConnector" presStyleLbl="node2" presStyleIdx="1" presStyleCnt="3"/>
      <dgm:spPr/>
    </dgm:pt>
    <dgm:pt modelId="{8D706D33-B8A5-4D57-ABAD-A0774E4A1F8F}" type="pres">
      <dgm:prSet presAssocID="{6BF9C0E8-14E7-44C1-AA93-D00DC035A8BF}" presName="hierChild4" presStyleCnt="0"/>
      <dgm:spPr/>
    </dgm:pt>
    <dgm:pt modelId="{C9AFC7BD-48B7-4F67-97A0-8599B4C40ABF}" type="pres">
      <dgm:prSet presAssocID="{04DC15A7-39BB-462B-B492-527917B5F45F}" presName="Name37" presStyleLbl="parChTrans1D3" presStyleIdx="3" presStyleCnt="6"/>
      <dgm:spPr/>
    </dgm:pt>
    <dgm:pt modelId="{9BBCA1D6-6220-496A-BACB-DE34DE88808D}" type="pres">
      <dgm:prSet presAssocID="{00D193B4-5299-469E-88EF-7940406B54DC}" presName="hierRoot2" presStyleCnt="0">
        <dgm:presLayoutVars>
          <dgm:hierBranch val="init"/>
        </dgm:presLayoutVars>
      </dgm:prSet>
      <dgm:spPr/>
    </dgm:pt>
    <dgm:pt modelId="{4B50102D-FBD3-41A9-AC66-223043083035}" type="pres">
      <dgm:prSet presAssocID="{00D193B4-5299-469E-88EF-7940406B54DC}" presName="rootComposite" presStyleCnt="0"/>
      <dgm:spPr/>
    </dgm:pt>
    <dgm:pt modelId="{CC20AD7A-10B1-481E-96EC-C342A670269A}" type="pres">
      <dgm:prSet presAssocID="{00D193B4-5299-469E-88EF-7940406B54DC}" presName="rootText" presStyleLbl="node3" presStyleIdx="3" presStyleCnt="6">
        <dgm:presLayoutVars>
          <dgm:chPref val="3"/>
        </dgm:presLayoutVars>
      </dgm:prSet>
      <dgm:spPr/>
    </dgm:pt>
    <dgm:pt modelId="{E88610B3-8417-4F6B-B581-224263DA1645}" type="pres">
      <dgm:prSet presAssocID="{00D193B4-5299-469E-88EF-7940406B54DC}" presName="rootConnector" presStyleLbl="node3" presStyleIdx="3" presStyleCnt="6"/>
      <dgm:spPr/>
    </dgm:pt>
    <dgm:pt modelId="{A6CD79E1-18C7-4494-A63F-F2B35FC53C75}" type="pres">
      <dgm:prSet presAssocID="{00D193B4-5299-469E-88EF-7940406B54DC}" presName="hierChild4" presStyleCnt="0"/>
      <dgm:spPr/>
    </dgm:pt>
    <dgm:pt modelId="{E34CBD57-98D8-4E8C-A663-5BCC7ED96BE8}" type="pres">
      <dgm:prSet presAssocID="{00D193B4-5299-469E-88EF-7940406B54DC}" presName="hierChild5" presStyleCnt="0"/>
      <dgm:spPr/>
    </dgm:pt>
    <dgm:pt modelId="{170E4B86-0409-412F-8023-5006423E08C2}" type="pres">
      <dgm:prSet presAssocID="{4A653C27-C00E-4D1F-BDA9-2E5432963345}" presName="Name37" presStyleLbl="parChTrans1D3" presStyleIdx="4" presStyleCnt="6"/>
      <dgm:spPr/>
    </dgm:pt>
    <dgm:pt modelId="{50AF8E57-264B-4642-B279-2B6D3535EF39}" type="pres">
      <dgm:prSet presAssocID="{AEE45854-F5FE-4B8A-BE6B-C09A94B0BD53}" presName="hierRoot2" presStyleCnt="0">
        <dgm:presLayoutVars>
          <dgm:hierBranch val="init"/>
        </dgm:presLayoutVars>
      </dgm:prSet>
      <dgm:spPr/>
    </dgm:pt>
    <dgm:pt modelId="{A46860A3-B6D0-4E4C-B6DB-AD4DC59FB90F}" type="pres">
      <dgm:prSet presAssocID="{AEE45854-F5FE-4B8A-BE6B-C09A94B0BD53}" presName="rootComposite" presStyleCnt="0"/>
      <dgm:spPr/>
    </dgm:pt>
    <dgm:pt modelId="{5739973C-148B-4C36-A386-814BC6083D01}" type="pres">
      <dgm:prSet presAssocID="{AEE45854-F5FE-4B8A-BE6B-C09A94B0BD53}" presName="rootText" presStyleLbl="node3" presStyleIdx="4" presStyleCnt="6">
        <dgm:presLayoutVars>
          <dgm:chPref val="3"/>
        </dgm:presLayoutVars>
      </dgm:prSet>
      <dgm:spPr/>
    </dgm:pt>
    <dgm:pt modelId="{2838AA79-EF82-4ECC-B1A1-0947D6390D52}" type="pres">
      <dgm:prSet presAssocID="{AEE45854-F5FE-4B8A-BE6B-C09A94B0BD53}" presName="rootConnector" presStyleLbl="node3" presStyleIdx="4" presStyleCnt="6"/>
      <dgm:spPr/>
    </dgm:pt>
    <dgm:pt modelId="{8BABB6A5-4858-4A5A-89FF-E7B425D37858}" type="pres">
      <dgm:prSet presAssocID="{AEE45854-F5FE-4B8A-BE6B-C09A94B0BD53}" presName="hierChild4" presStyleCnt="0"/>
      <dgm:spPr/>
    </dgm:pt>
    <dgm:pt modelId="{91043EE6-3EAF-4605-A76C-2051C40F51A5}" type="pres">
      <dgm:prSet presAssocID="{AEE45854-F5FE-4B8A-BE6B-C09A94B0BD53}" presName="hierChild5" presStyleCnt="0"/>
      <dgm:spPr/>
    </dgm:pt>
    <dgm:pt modelId="{02CACB28-F234-46EA-A0C6-F71B0655C911}" type="pres">
      <dgm:prSet presAssocID="{8D028F15-DF0C-4E23-91B5-2F034526A7FE}" presName="Name37" presStyleLbl="parChTrans1D3" presStyleIdx="5" presStyleCnt="6"/>
      <dgm:spPr/>
    </dgm:pt>
    <dgm:pt modelId="{72C66D79-7B3E-40DE-AA0E-289C69A7C849}" type="pres">
      <dgm:prSet presAssocID="{FD8BBBB1-13F4-4023-BA7A-33A4D93163E7}" presName="hierRoot2" presStyleCnt="0">
        <dgm:presLayoutVars>
          <dgm:hierBranch val="init"/>
        </dgm:presLayoutVars>
      </dgm:prSet>
      <dgm:spPr/>
    </dgm:pt>
    <dgm:pt modelId="{EBAC0E89-835C-477E-8160-E5C2853E0B5A}" type="pres">
      <dgm:prSet presAssocID="{FD8BBBB1-13F4-4023-BA7A-33A4D93163E7}" presName="rootComposite" presStyleCnt="0"/>
      <dgm:spPr/>
    </dgm:pt>
    <dgm:pt modelId="{AEAC2FB1-2A3C-49A4-BEBA-31810CE622D7}" type="pres">
      <dgm:prSet presAssocID="{FD8BBBB1-13F4-4023-BA7A-33A4D93163E7}" presName="rootText" presStyleLbl="node3" presStyleIdx="5" presStyleCnt="6">
        <dgm:presLayoutVars>
          <dgm:chPref val="3"/>
        </dgm:presLayoutVars>
      </dgm:prSet>
      <dgm:spPr/>
    </dgm:pt>
    <dgm:pt modelId="{9DA1790F-4B96-4667-9FEF-C4AEDCEB4D17}" type="pres">
      <dgm:prSet presAssocID="{FD8BBBB1-13F4-4023-BA7A-33A4D93163E7}" presName="rootConnector" presStyleLbl="node3" presStyleIdx="5" presStyleCnt="6"/>
      <dgm:spPr/>
    </dgm:pt>
    <dgm:pt modelId="{25FB4387-A568-47F7-B94D-69830122B119}" type="pres">
      <dgm:prSet presAssocID="{FD8BBBB1-13F4-4023-BA7A-33A4D93163E7}" presName="hierChild4" presStyleCnt="0"/>
      <dgm:spPr/>
    </dgm:pt>
    <dgm:pt modelId="{2254BD69-002B-4DC4-88B2-E2D1E73D119E}" type="pres">
      <dgm:prSet presAssocID="{FD8BBBB1-13F4-4023-BA7A-33A4D93163E7}" presName="hierChild5" presStyleCnt="0"/>
      <dgm:spPr/>
    </dgm:pt>
    <dgm:pt modelId="{49905DC7-9C02-4E5A-ADB1-838DA3BF19C0}" type="pres">
      <dgm:prSet presAssocID="{6BF9C0E8-14E7-44C1-AA93-D00DC035A8BF}" presName="hierChild5" presStyleCnt="0"/>
      <dgm:spPr/>
    </dgm:pt>
    <dgm:pt modelId="{59E1FE11-B690-4DD6-96EC-6E2B7DB30ED0}" type="pres">
      <dgm:prSet presAssocID="{33462155-ADAE-4635-8674-69FD0A93C74D}" presName="Name37" presStyleLbl="parChTrans1D2" presStyleIdx="2" presStyleCnt="4"/>
      <dgm:spPr/>
    </dgm:pt>
    <dgm:pt modelId="{0A2F7F05-6F11-41DD-A5F2-6F755389E5C2}" type="pres">
      <dgm:prSet presAssocID="{DE46F0E5-095F-49B8-A4D9-73FAE6CE11D0}" presName="hierRoot2" presStyleCnt="0">
        <dgm:presLayoutVars>
          <dgm:hierBranch val="init"/>
        </dgm:presLayoutVars>
      </dgm:prSet>
      <dgm:spPr/>
    </dgm:pt>
    <dgm:pt modelId="{69FA858B-79DA-4640-ABDA-AAF4E58A44E2}" type="pres">
      <dgm:prSet presAssocID="{DE46F0E5-095F-49B8-A4D9-73FAE6CE11D0}" presName="rootComposite" presStyleCnt="0"/>
      <dgm:spPr/>
    </dgm:pt>
    <dgm:pt modelId="{0B7F506E-6915-4640-9361-BE512F1A5AA7}" type="pres">
      <dgm:prSet presAssocID="{DE46F0E5-095F-49B8-A4D9-73FAE6CE11D0}" presName="rootText" presStyleLbl="node2" presStyleIdx="2" presStyleCnt="3">
        <dgm:presLayoutVars>
          <dgm:chPref val="3"/>
        </dgm:presLayoutVars>
      </dgm:prSet>
      <dgm:spPr/>
    </dgm:pt>
    <dgm:pt modelId="{F8645882-DC22-44D0-B63F-C2729C93B1E0}" type="pres">
      <dgm:prSet presAssocID="{DE46F0E5-095F-49B8-A4D9-73FAE6CE11D0}" presName="rootConnector" presStyleLbl="node2" presStyleIdx="2" presStyleCnt="3"/>
      <dgm:spPr/>
    </dgm:pt>
    <dgm:pt modelId="{8B67659A-F341-429D-97E4-D6C8A1635393}" type="pres">
      <dgm:prSet presAssocID="{DE46F0E5-095F-49B8-A4D9-73FAE6CE11D0}" presName="hierChild4" presStyleCnt="0"/>
      <dgm:spPr/>
    </dgm:pt>
    <dgm:pt modelId="{1C686326-9EA8-4829-9127-288B4DCB23F2}" type="pres">
      <dgm:prSet presAssocID="{DE46F0E5-095F-49B8-A4D9-73FAE6CE11D0}" presName="hierChild5" presStyleCnt="0"/>
      <dgm:spPr/>
    </dgm:pt>
    <dgm:pt modelId="{41886E10-F6AC-4422-9A70-ACA98E498CDD}" type="pres">
      <dgm:prSet presAssocID="{5D5AFBB4-AB8A-48B4-9724-E5D388CDE9F4}" presName="hierChild3" presStyleCnt="0"/>
      <dgm:spPr/>
    </dgm:pt>
    <dgm:pt modelId="{5DEAD598-65EE-4087-88A9-FBFB3734763D}" type="pres">
      <dgm:prSet presAssocID="{F8BFF757-563C-4FFA-B754-70CC12E77751}" presName="Name111" presStyleLbl="parChTrans1D2" presStyleIdx="3" presStyleCnt="4"/>
      <dgm:spPr/>
    </dgm:pt>
    <dgm:pt modelId="{2D07D1F6-2ABF-401E-98D9-19BF3D86D795}" type="pres">
      <dgm:prSet presAssocID="{A57D73D2-14E2-41A1-9D48-D90212F67D23}" presName="hierRoot3" presStyleCnt="0">
        <dgm:presLayoutVars>
          <dgm:hierBranch val="init"/>
        </dgm:presLayoutVars>
      </dgm:prSet>
      <dgm:spPr/>
    </dgm:pt>
    <dgm:pt modelId="{C09BC4CA-3F4D-483E-BD41-4DF1149AE88F}" type="pres">
      <dgm:prSet presAssocID="{A57D73D2-14E2-41A1-9D48-D90212F67D23}" presName="rootComposite3" presStyleCnt="0"/>
      <dgm:spPr/>
    </dgm:pt>
    <dgm:pt modelId="{7F40C743-2775-4DEF-B5BF-579F2C960869}" type="pres">
      <dgm:prSet presAssocID="{A57D73D2-14E2-41A1-9D48-D90212F67D23}" presName="rootText3" presStyleLbl="asst1" presStyleIdx="0" presStyleCnt="1">
        <dgm:presLayoutVars>
          <dgm:chPref val="3"/>
        </dgm:presLayoutVars>
      </dgm:prSet>
      <dgm:spPr/>
    </dgm:pt>
    <dgm:pt modelId="{2E0A3518-22D3-4262-9CF2-A6FA232E5C90}" type="pres">
      <dgm:prSet presAssocID="{A57D73D2-14E2-41A1-9D48-D90212F67D23}" presName="rootConnector3" presStyleLbl="asst1" presStyleIdx="0" presStyleCnt="1"/>
      <dgm:spPr/>
    </dgm:pt>
    <dgm:pt modelId="{4C59FFEE-F420-40C6-85C0-7A2FA3993BDC}" type="pres">
      <dgm:prSet presAssocID="{A57D73D2-14E2-41A1-9D48-D90212F67D23}" presName="hierChild6" presStyleCnt="0"/>
      <dgm:spPr/>
    </dgm:pt>
    <dgm:pt modelId="{85231F84-FA55-45EB-BD24-5B4D92187BE9}" type="pres">
      <dgm:prSet presAssocID="{A57D73D2-14E2-41A1-9D48-D90212F67D23}" presName="hierChild7" presStyleCnt="0"/>
      <dgm:spPr/>
    </dgm:pt>
  </dgm:ptLst>
  <dgm:cxnLst>
    <dgm:cxn modelId="{2ACA0004-4E53-4D04-BF0E-E16CEBF7EBD9}" type="presOf" srcId="{DC960CE7-9F9B-4476-88C5-0BDFF9FBB0CB}" destId="{31DB968D-D72B-4AB2-80E0-4616972496A8}" srcOrd="0" destOrd="0" presId="urn:microsoft.com/office/officeart/2005/8/layout/orgChart1"/>
    <dgm:cxn modelId="{17A4C908-1D70-4F8A-8C79-02A340461E6A}" type="presOf" srcId="{4A653C27-C00E-4D1F-BDA9-2E5432963345}" destId="{170E4B86-0409-412F-8023-5006423E08C2}" srcOrd="0" destOrd="0" presId="urn:microsoft.com/office/officeart/2005/8/layout/orgChart1"/>
    <dgm:cxn modelId="{E4CC6409-570C-4CDD-9787-46A39AB5DBEC}" type="presOf" srcId="{A57D73D2-14E2-41A1-9D48-D90212F67D23}" destId="{7F40C743-2775-4DEF-B5BF-579F2C960869}" srcOrd="0" destOrd="0" presId="urn:microsoft.com/office/officeart/2005/8/layout/orgChart1"/>
    <dgm:cxn modelId="{2170F40B-E26E-4114-8C6A-9304E4EBF0B7}" srcId="{6BF9C0E8-14E7-44C1-AA93-D00DC035A8BF}" destId="{FD8BBBB1-13F4-4023-BA7A-33A4D93163E7}" srcOrd="2" destOrd="0" parTransId="{8D028F15-DF0C-4E23-91B5-2F034526A7FE}" sibTransId="{43466561-0F20-47A4-AEE3-A727549D2100}"/>
    <dgm:cxn modelId="{3EF3431B-5A5E-4198-BA3C-E9FC4B1C3904}" type="presOf" srcId="{33462155-ADAE-4635-8674-69FD0A93C74D}" destId="{59E1FE11-B690-4DD6-96EC-6E2B7DB30ED0}" srcOrd="0" destOrd="0" presId="urn:microsoft.com/office/officeart/2005/8/layout/orgChart1"/>
    <dgm:cxn modelId="{1FD2051D-081C-4897-8E30-16555878C61E}" type="presOf" srcId="{AEE45854-F5FE-4B8A-BE6B-C09A94B0BD53}" destId="{5739973C-148B-4C36-A386-814BC6083D01}" srcOrd="0" destOrd="0" presId="urn:microsoft.com/office/officeart/2005/8/layout/orgChart1"/>
    <dgm:cxn modelId="{BBBEB627-01AD-40F6-AA10-B49798263282}" type="presOf" srcId="{8023CA18-73C5-45BE-84A6-FB3145477718}" destId="{645E4847-EC22-4CC7-97BD-28B8CC210259}" srcOrd="0" destOrd="0" presId="urn:microsoft.com/office/officeart/2005/8/layout/orgChart1"/>
    <dgm:cxn modelId="{9B2C3231-7778-4F48-9617-574BB960054A}" type="presOf" srcId="{9BCAF5D8-7E49-4195-B5F7-DBF5CF5DC3DF}" destId="{724CC9BE-6FB3-4A31-AB1A-34AAF81FDAA0}" srcOrd="1" destOrd="0" presId="urn:microsoft.com/office/officeart/2005/8/layout/orgChart1"/>
    <dgm:cxn modelId="{7205FE3A-E9AB-4110-9722-3DBE5738B619}" srcId="{B74063AD-0A3F-42B2-B37A-5C48D331AEF0}" destId="{8023CA18-73C5-45BE-84A6-FB3145477718}" srcOrd="0" destOrd="0" parTransId="{CB9F005C-F69F-481F-85B0-EF52D72A5C40}" sibTransId="{E2C24673-8F08-438C-9028-B3C033F6D4BA}"/>
    <dgm:cxn modelId="{57DBF05B-52D6-4FE8-A871-D460B5B4FF9D}" type="presOf" srcId="{F8BFF757-563C-4FFA-B754-70CC12E77751}" destId="{5DEAD598-65EE-4087-88A9-FBFB3734763D}" srcOrd="0" destOrd="0" presId="urn:microsoft.com/office/officeart/2005/8/layout/orgChart1"/>
    <dgm:cxn modelId="{9DD27342-1E0D-4639-9148-BF975C5B61EF}" type="presOf" srcId="{FD8BBBB1-13F4-4023-BA7A-33A4D93163E7}" destId="{9DA1790F-4B96-4667-9FEF-C4AEDCEB4D17}" srcOrd="1" destOrd="0" presId="urn:microsoft.com/office/officeart/2005/8/layout/orgChart1"/>
    <dgm:cxn modelId="{8960E164-3239-44B7-BA15-994ED6DE4DC3}" type="presOf" srcId="{6BF9C0E8-14E7-44C1-AA93-D00DC035A8BF}" destId="{4C209028-BF8B-46AF-8D40-7A1F9C967058}" srcOrd="0" destOrd="0" presId="urn:microsoft.com/office/officeart/2005/8/layout/orgChart1"/>
    <dgm:cxn modelId="{6FAB4246-8786-4041-8A03-CD441925084C}" type="presOf" srcId="{6BF9C0E8-14E7-44C1-AA93-D00DC035A8BF}" destId="{8C22D88F-E099-4CD5-98B7-657813C71120}" srcOrd="1" destOrd="0" presId="urn:microsoft.com/office/officeart/2005/8/layout/orgChart1"/>
    <dgm:cxn modelId="{6965C967-A5EC-4E8A-814F-B71323250D47}" srcId="{B6CD7769-447F-499E-88E5-6E719E0A7AFD}" destId="{5D5AFBB4-AB8A-48B4-9724-E5D388CDE9F4}" srcOrd="0" destOrd="0" parTransId="{1EC379AB-B272-4F08-A850-7B760B504949}" sibTransId="{4302B72E-86D4-4388-A7F2-76BD7A62CCDF}"/>
    <dgm:cxn modelId="{0EECDD67-7EF2-4804-A715-A64E34AE914F}" type="presOf" srcId="{DE46F0E5-095F-49B8-A4D9-73FAE6CE11D0}" destId="{0B7F506E-6915-4640-9361-BE512F1A5AA7}" srcOrd="0" destOrd="0" presId="urn:microsoft.com/office/officeart/2005/8/layout/orgChart1"/>
    <dgm:cxn modelId="{DD477449-23C9-40E0-9F94-0519D8B14295}" type="presOf" srcId="{0C6018EE-1E8C-4452-8FB9-B34B2B747ED9}" destId="{7C23EC16-0EEB-423F-841A-E1E9C713834A}" srcOrd="0" destOrd="0" presId="urn:microsoft.com/office/officeart/2005/8/layout/orgChart1"/>
    <dgm:cxn modelId="{D7633277-EDB2-49FF-8654-B7B390AF2448}" srcId="{5D5AFBB4-AB8A-48B4-9724-E5D388CDE9F4}" destId="{6BF9C0E8-14E7-44C1-AA93-D00DC035A8BF}" srcOrd="2" destOrd="0" parTransId="{9B0720F0-2B6A-4990-8104-E5F8D2C663D6}" sibTransId="{18B3BFF6-BA23-44B7-846C-5D48684DAD8E}"/>
    <dgm:cxn modelId="{AB9DE859-83A4-4D17-8F90-0369ABB3B787}" srcId="{5D5AFBB4-AB8A-48B4-9724-E5D388CDE9F4}" destId="{B74063AD-0A3F-42B2-B37A-5C48D331AEF0}" srcOrd="1" destOrd="0" parTransId="{0C6018EE-1E8C-4452-8FB9-B34B2B747ED9}" sibTransId="{C2631772-EF20-41CB-BC54-AF9C6DB73432}"/>
    <dgm:cxn modelId="{92CA747C-5A40-46BC-831C-D0621AECEE99}" type="presOf" srcId="{90499505-62A6-42D7-88CF-E5D29D6B9842}" destId="{BE6C37F9-3184-4604-BE50-1BE161A46AF2}" srcOrd="0" destOrd="0" presId="urn:microsoft.com/office/officeart/2005/8/layout/orgChart1"/>
    <dgm:cxn modelId="{12E25580-9B14-4ED2-B708-A75205788088}" type="presOf" srcId="{FD8BBBB1-13F4-4023-BA7A-33A4D93163E7}" destId="{AEAC2FB1-2A3C-49A4-BEBA-31810CE622D7}" srcOrd="0" destOrd="0" presId="urn:microsoft.com/office/officeart/2005/8/layout/orgChart1"/>
    <dgm:cxn modelId="{0DAEEA8E-A467-4D5D-BAAD-DE7D4DDF239B}" type="presOf" srcId="{00D193B4-5299-469E-88EF-7940406B54DC}" destId="{E88610B3-8417-4F6B-B581-224263DA1645}" srcOrd="1" destOrd="0" presId="urn:microsoft.com/office/officeart/2005/8/layout/orgChart1"/>
    <dgm:cxn modelId="{BAC5828F-3BC7-48A6-BFE0-C19F564FCD35}" type="presOf" srcId="{B74063AD-0A3F-42B2-B37A-5C48D331AEF0}" destId="{92091D1E-F030-420F-A838-F5D39CFA7ED5}" srcOrd="0" destOrd="0" presId="urn:microsoft.com/office/officeart/2005/8/layout/orgChart1"/>
    <dgm:cxn modelId="{7B556C96-B074-4DAB-93CC-691C6A1DDACD}" type="presOf" srcId="{8D028F15-DF0C-4E23-91B5-2F034526A7FE}" destId="{02CACB28-F234-46EA-A0C6-F71B0655C911}" srcOrd="0" destOrd="0" presId="urn:microsoft.com/office/officeart/2005/8/layout/orgChart1"/>
    <dgm:cxn modelId="{84122F98-02A2-4CB0-B940-AE4CE1282ACC}" type="presOf" srcId="{DE46F0E5-095F-49B8-A4D9-73FAE6CE11D0}" destId="{F8645882-DC22-44D0-B63F-C2729C93B1E0}" srcOrd="1" destOrd="0" presId="urn:microsoft.com/office/officeart/2005/8/layout/orgChart1"/>
    <dgm:cxn modelId="{09902D9D-25D3-401F-9F25-24BA5134726C}" type="presOf" srcId="{AEE45854-F5FE-4B8A-BE6B-C09A94B0BD53}" destId="{2838AA79-EF82-4ECC-B1A1-0947D6390D52}" srcOrd="1" destOrd="0" presId="urn:microsoft.com/office/officeart/2005/8/layout/orgChart1"/>
    <dgm:cxn modelId="{5B03749F-0A62-4529-9AF4-F481B5D3ABCD}" srcId="{5D5AFBB4-AB8A-48B4-9724-E5D388CDE9F4}" destId="{DE46F0E5-095F-49B8-A4D9-73FAE6CE11D0}" srcOrd="3" destOrd="0" parTransId="{33462155-ADAE-4635-8674-69FD0A93C74D}" sibTransId="{C4620000-27DE-4E37-8CCC-F475FEAA494D}"/>
    <dgm:cxn modelId="{15D3E1A7-CFD8-4603-ABAB-C47FBCBA5F2F}" type="presOf" srcId="{B6CD7769-447F-499E-88E5-6E719E0A7AFD}" destId="{5642B322-47FD-4CD6-9FCD-BB0D9FDFEBE4}" srcOrd="0" destOrd="0" presId="urn:microsoft.com/office/officeart/2005/8/layout/orgChart1"/>
    <dgm:cxn modelId="{652FACAC-8BED-4467-80B5-0AD7336BA402}" srcId="{6BF9C0E8-14E7-44C1-AA93-D00DC035A8BF}" destId="{00D193B4-5299-469E-88EF-7940406B54DC}" srcOrd="0" destOrd="0" parTransId="{04DC15A7-39BB-462B-B492-527917B5F45F}" sibTransId="{535AD862-629C-4232-8BDF-1C34C819E070}"/>
    <dgm:cxn modelId="{179D50AF-D480-4531-8787-23972875640C}" type="presOf" srcId="{9BCAF5D8-7E49-4195-B5F7-DBF5CF5DC3DF}" destId="{A8DA271F-78CB-4CF9-9040-DBF534F4792E}" srcOrd="0" destOrd="0" presId="urn:microsoft.com/office/officeart/2005/8/layout/orgChart1"/>
    <dgm:cxn modelId="{DAF74FB8-6AE5-4732-B28D-EA66E4CD2345}" type="presOf" srcId="{5D5AFBB4-AB8A-48B4-9724-E5D388CDE9F4}" destId="{1B2D5E79-830C-4A84-9E4E-5D3A188B54E0}" srcOrd="1" destOrd="0" presId="urn:microsoft.com/office/officeart/2005/8/layout/orgChart1"/>
    <dgm:cxn modelId="{B1F222BE-0556-4A13-9B49-BCB965448119}" type="presOf" srcId="{00D193B4-5299-469E-88EF-7940406B54DC}" destId="{CC20AD7A-10B1-481E-96EC-C342A670269A}" srcOrd="0" destOrd="0" presId="urn:microsoft.com/office/officeart/2005/8/layout/orgChart1"/>
    <dgm:cxn modelId="{35F12BC3-28C5-49C3-A677-3EFF42CF99BD}" type="presOf" srcId="{B74063AD-0A3F-42B2-B37A-5C48D331AEF0}" destId="{C89917DD-77C7-419D-8610-C67A7F8A0380}" srcOrd="1" destOrd="0" presId="urn:microsoft.com/office/officeart/2005/8/layout/orgChart1"/>
    <dgm:cxn modelId="{25EEF0C7-BDB1-400E-9FD2-A4F94D14EE41}" srcId="{5D5AFBB4-AB8A-48B4-9724-E5D388CDE9F4}" destId="{A57D73D2-14E2-41A1-9D48-D90212F67D23}" srcOrd="0" destOrd="0" parTransId="{F8BFF757-563C-4FFA-B754-70CC12E77751}" sibTransId="{8AE7F3D8-524E-4BAF-9538-0B42BC3D9797}"/>
    <dgm:cxn modelId="{DEC00FCB-E3B7-48E7-AADA-BD69547E24A1}" type="presOf" srcId="{90499505-62A6-42D7-88CF-E5D29D6B9842}" destId="{FC793932-8319-4F64-92AA-4ED0EF87EFE8}" srcOrd="1" destOrd="0" presId="urn:microsoft.com/office/officeart/2005/8/layout/orgChart1"/>
    <dgm:cxn modelId="{73F025CE-44E3-49EC-8745-D11150896F53}" type="presOf" srcId="{A57D73D2-14E2-41A1-9D48-D90212F67D23}" destId="{2E0A3518-22D3-4262-9CF2-A6FA232E5C90}" srcOrd="1" destOrd="0" presId="urn:microsoft.com/office/officeart/2005/8/layout/orgChart1"/>
    <dgm:cxn modelId="{CB49F3CE-0EF2-4747-87AB-457E2AB18067}" type="presOf" srcId="{5D5AFBB4-AB8A-48B4-9724-E5D388CDE9F4}" destId="{63C227BE-9DA7-43DD-A893-C0F18C1B41CA}" srcOrd="0" destOrd="0" presId="urn:microsoft.com/office/officeart/2005/8/layout/orgChart1"/>
    <dgm:cxn modelId="{586D43DA-0FFB-4C24-A347-3E7886BC1807}" type="presOf" srcId="{BE3393F9-E2EA-4EAF-A1F7-E74F1EA30441}" destId="{F8ED9E5E-0489-4EBE-9139-FADC73B52B3C}" srcOrd="0" destOrd="0" presId="urn:microsoft.com/office/officeart/2005/8/layout/orgChart1"/>
    <dgm:cxn modelId="{E59741EA-B1E3-4E33-A4F5-B5A2EE7A418B}" type="presOf" srcId="{9B0720F0-2B6A-4990-8104-E5F8D2C663D6}" destId="{AD01B507-CE85-43C1-846C-49FEEE4710CB}" srcOrd="0" destOrd="0" presId="urn:microsoft.com/office/officeart/2005/8/layout/orgChart1"/>
    <dgm:cxn modelId="{EE5507EB-60DF-4F8A-811B-77ED06EFE144}" srcId="{B74063AD-0A3F-42B2-B37A-5C48D331AEF0}" destId="{9BCAF5D8-7E49-4195-B5F7-DBF5CF5DC3DF}" srcOrd="1" destOrd="0" parTransId="{BE3393F9-E2EA-4EAF-A1F7-E74F1EA30441}" sibTransId="{B08AA00D-48AE-425C-8770-0EC6E0179817}"/>
    <dgm:cxn modelId="{EF6607F4-99DC-4E84-AF97-367F950ADE16}" srcId="{6BF9C0E8-14E7-44C1-AA93-D00DC035A8BF}" destId="{AEE45854-F5FE-4B8A-BE6B-C09A94B0BD53}" srcOrd="1" destOrd="0" parTransId="{4A653C27-C00E-4D1F-BDA9-2E5432963345}" sibTransId="{D8530698-A314-4910-883D-B593A2A3B6F2}"/>
    <dgm:cxn modelId="{7A3FA7F8-2752-451B-ACAA-8EE4A82E4195}" type="presOf" srcId="{04DC15A7-39BB-462B-B492-527917B5F45F}" destId="{C9AFC7BD-48B7-4F67-97A0-8599B4C40ABF}" srcOrd="0" destOrd="0" presId="urn:microsoft.com/office/officeart/2005/8/layout/orgChart1"/>
    <dgm:cxn modelId="{08CB9EF9-C5E5-45A9-8F2D-6700BD3E40A6}" srcId="{B74063AD-0A3F-42B2-B37A-5C48D331AEF0}" destId="{90499505-62A6-42D7-88CF-E5D29D6B9842}" srcOrd="2" destOrd="0" parTransId="{DC960CE7-9F9B-4476-88C5-0BDFF9FBB0CB}" sibTransId="{4D375DA0-DC7D-422B-9B79-5E0D284E23D5}"/>
    <dgm:cxn modelId="{F98A7AFC-6958-4694-9225-FFB6265E7975}" type="presOf" srcId="{8023CA18-73C5-45BE-84A6-FB3145477718}" destId="{B9767A95-FC89-4CCA-8E5C-B4CB467552B3}" srcOrd="1" destOrd="0" presId="urn:microsoft.com/office/officeart/2005/8/layout/orgChart1"/>
    <dgm:cxn modelId="{6CF25CFF-329F-4B31-9DA8-14E2B03B8C83}" type="presOf" srcId="{CB9F005C-F69F-481F-85B0-EF52D72A5C40}" destId="{06E7B5B1-5976-4BEE-A655-F659401A8287}" srcOrd="0" destOrd="0" presId="urn:microsoft.com/office/officeart/2005/8/layout/orgChart1"/>
    <dgm:cxn modelId="{0BF16E60-4B7C-4581-A3A1-93E39FD8B78A}" type="presParOf" srcId="{5642B322-47FD-4CD6-9FCD-BB0D9FDFEBE4}" destId="{0D9462EF-4D36-4F2D-8CBC-0564C982FC2C}" srcOrd="0" destOrd="0" presId="urn:microsoft.com/office/officeart/2005/8/layout/orgChart1"/>
    <dgm:cxn modelId="{916481FB-BBBF-4E6B-96B9-5CD08D45A95F}" type="presParOf" srcId="{0D9462EF-4D36-4F2D-8CBC-0564C982FC2C}" destId="{2490B026-2FA2-43E9-868C-A2593C700BA0}" srcOrd="0" destOrd="0" presId="urn:microsoft.com/office/officeart/2005/8/layout/orgChart1"/>
    <dgm:cxn modelId="{72D0FDE8-25C9-44DC-B6FC-8F595494C82D}" type="presParOf" srcId="{2490B026-2FA2-43E9-868C-A2593C700BA0}" destId="{63C227BE-9DA7-43DD-A893-C0F18C1B41CA}" srcOrd="0" destOrd="0" presId="urn:microsoft.com/office/officeart/2005/8/layout/orgChart1"/>
    <dgm:cxn modelId="{E09B9BA5-2BDF-4746-8DCD-BAD4DE114E51}" type="presParOf" srcId="{2490B026-2FA2-43E9-868C-A2593C700BA0}" destId="{1B2D5E79-830C-4A84-9E4E-5D3A188B54E0}" srcOrd="1" destOrd="0" presId="urn:microsoft.com/office/officeart/2005/8/layout/orgChart1"/>
    <dgm:cxn modelId="{9543C9C8-F4BC-4246-A436-D9F97C94AD95}" type="presParOf" srcId="{0D9462EF-4D36-4F2D-8CBC-0564C982FC2C}" destId="{EAAEDB81-4F0A-4192-92AE-52B4336FBBA6}" srcOrd="1" destOrd="0" presId="urn:microsoft.com/office/officeart/2005/8/layout/orgChart1"/>
    <dgm:cxn modelId="{25A719A7-8DED-4845-B68C-31F53ED22590}" type="presParOf" srcId="{EAAEDB81-4F0A-4192-92AE-52B4336FBBA6}" destId="{7C23EC16-0EEB-423F-841A-E1E9C713834A}" srcOrd="0" destOrd="0" presId="urn:microsoft.com/office/officeart/2005/8/layout/orgChart1"/>
    <dgm:cxn modelId="{1D904CE5-99AC-4D58-A84E-C50AAD0456D2}" type="presParOf" srcId="{EAAEDB81-4F0A-4192-92AE-52B4336FBBA6}" destId="{1368DE00-BE29-4565-991D-56BDB6D92A19}" srcOrd="1" destOrd="0" presId="urn:microsoft.com/office/officeart/2005/8/layout/orgChart1"/>
    <dgm:cxn modelId="{62E1C742-9CBE-42BE-9417-522F29889AFF}" type="presParOf" srcId="{1368DE00-BE29-4565-991D-56BDB6D92A19}" destId="{28C806FE-B5AC-4342-91AD-7A70D6B3B956}" srcOrd="0" destOrd="0" presId="urn:microsoft.com/office/officeart/2005/8/layout/orgChart1"/>
    <dgm:cxn modelId="{839CD620-C98C-4B7D-AF9A-691AE4CA6048}" type="presParOf" srcId="{28C806FE-B5AC-4342-91AD-7A70D6B3B956}" destId="{92091D1E-F030-420F-A838-F5D39CFA7ED5}" srcOrd="0" destOrd="0" presId="urn:microsoft.com/office/officeart/2005/8/layout/orgChart1"/>
    <dgm:cxn modelId="{466C02E4-E5CD-449D-B7C8-4E8304A25EF7}" type="presParOf" srcId="{28C806FE-B5AC-4342-91AD-7A70D6B3B956}" destId="{C89917DD-77C7-419D-8610-C67A7F8A0380}" srcOrd="1" destOrd="0" presId="urn:microsoft.com/office/officeart/2005/8/layout/orgChart1"/>
    <dgm:cxn modelId="{BA732522-380E-475D-BEF8-1276138E0D8B}" type="presParOf" srcId="{1368DE00-BE29-4565-991D-56BDB6D92A19}" destId="{C375BF72-D91B-4335-820C-4357C78F0802}" srcOrd="1" destOrd="0" presId="urn:microsoft.com/office/officeart/2005/8/layout/orgChart1"/>
    <dgm:cxn modelId="{15AC8B78-426B-4A26-85A4-5AE1ADAF3AAE}" type="presParOf" srcId="{C375BF72-D91B-4335-820C-4357C78F0802}" destId="{06E7B5B1-5976-4BEE-A655-F659401A8287}" srcOrd="0" destOrd="0" presId="urn:microsoft.com/office/officeart/2005/8/layout/orgChart1"/>
    <dgm:cxn modelId="{0E0FA860-3000-4D4A-B2BB-DAC29CDDBC15}" type="presParOf" srcId="{C375BF72-D91B-4335-820C-4357C78F0802}" destId="{034D22A4-29FD-4F6F-A0C4-4712248B6700}" srcOrd="1" destOrd="0" presId="urn:microsoft.com/office/officeart/2005/8/layout/orgChart1"/>
    <dgm:cxn modelId="{CCED393B-EB31-42E7-A48A-034AE02026F0}" type="presParOf" srcId="{034D22A4-29FD-4F6F-A0C4-4712248B6700}" destId="{0C065214-F98A-43FB-A10E-9167972030DC}" srcOrd="0" destOrd="0" presId="urn:microsoft.com/office/officeart/2005/8/layout/orgChart1"/>
    <dgm:cxn modelId="{B8B5CACE-E730-47E5-945F-9044446C8DA1}" type="presParOf" srcId="{0C065214-F98A-43FB-A10E-9167972030DC}" destId="{645E4847-EC22-4CC7-97BD-28B8CC210259}" srcOrd="0" destOrd="0" presId="urn:microsoft.com/office/officeart/2005/8/layout/orgChart1"/>
    <dgm:cxn modelId="{2FA3656A-91F6-42D5-9A84-9295E1239387}" type="presParOf" srcId="{0C065214-F98A-43FB-A10E-9167972030DC}" destId="{B9767A95-FC89-4CCA-8E5C-B4CB467552B3}" srcOrd="1" destOrd="0" presId="urn:microsoft.com/office/officeart/2005/8/layout/orgChart1"/>
    <dgm:cxn modelId="{AAB2CA95-8F12-4BFF-BEE3-02E940F53527}" type="presParOf" srcId="{034D22A4-29FD-4F6F-A0C4-4712248B6700}" destId="{0939203F-4DD4-4DF0-8F52-8F9A1F5E24AC}" srcOrd="1" destOrd="0" presId="urn:microsoft.com/office/officeart/2005/8/layout/orgChart1"/>
    <dgm:cxn modelId="{2BA1796D-16B1-4315-992F-DAEE829C5BD4}" type="presParOf" srcId="{034D22A4-29FD-4F6F-A0C4-4712248B6700}" destId="{71B475CF-5F41-4156-9382-4BA4643E9D0A}" srcOrd="2" destOrd="0" presId="urn:microsoft.com/office/officeart/2005/8/layout/orgChart1"/>
    <dgm:cxn modelId="{971046BE-FC23-4B3F-BC91-8D6782B75267}" type="presParOf" srcId="{C375BF72-D91B-4335-820C-4357C78F0802}" destId="{F8ED9E5E-0489-4EBE-9139-FADC73B52B3C}" srcOrd="2" destOrd="0" presId="urn:microsoft.com/office/officeart/2005/8/layout/orgChart1"/>
    <dgm:cxn modelId="{9767C3DF-418E-4AD5-9B19-06DBCCD52B24}" type="presParOf" srcId="{C375BF72-D91B-4335-820C-4357C78F0802}" destId="{B62110E8-C396-4C50-997B-B2B932539BD8}" srcOrd="3" destOrd="0" presId="urn:microsoft.com/office/officeart/2005/8/layout/orgChart1"/>
    <dgm:cxn modelId="{CD193551-6633-48A2-87C6-2AA520BC6D5E}" type="presParOf" srcId="{B62110E8-C396-4C50-997B-B2B932539BD8}" destId="{1712C513-EE7F-43AA-9486-7F0A03DA601F}" srcOrd="0" destOrd="0" presId="urn:microsoft.com/office/officeart/2005/8/layout/orgChart1"/>
    <dgm:cxn modelId="{69533987-3A3E-44B8-B91A-9CFBB51F61FA}" type="presParOf" srcId="{1712C513-EE7F-43AA-9486-7F0A03DA601F}" destId="{A8DA271F-78CB-4CF9-9040-DBF534F4792E}" srcOrd="0" destOrd="0" presId="urn:microsoft.com/office/officeart/2005/8/layout/orgChart1"/>
    <dgm:cxn modelId="{B5126A51-FE76-4004-8712-9176F4FE1434}" type="presParOf" srcId="{1712C513-EE7F-43AA-9486-7F0A03DA601F}" destId="{724CC9BE-6FB3-4A31-AB1A-34AAF81FDAA0}" srcOrd="1" destOrd="0" presId="urn:microsoft.com/office/officeart/2005/8/layout/orgChart1"/>
    <dgm:cxn modelId="{F8F75F86-4BFE-4E4A-8B11-5CA6552E8E63}" type="presParOf" srcId="{B62110E8-C396-4C50-997B-B2B932539BD8}" destId="{82DDDBD6-2131-48DB-820D-B4D60B21FF50}" srcOrd="1" destOrd="0" presId="urn:microsoft.com/office/officeart/2005/8/layout/orgChart1"/>
    <dgm:cxn modelId="{341697B8-4215-485F-9954-45796AF520E7}" type="presParOf" srcId="{B62110E8-C396-4C50-997B-B2B932539BD8}" destId="{EF874D4E-E6A8-48C8-9568-DFF33F3ED161}" srcOrd="2" destOrd="0" presId="urn:microsoft.com/office/officeart/2005/8/layout/orgChart1"/>
    <dgm:cxn modelId="{CB13AC90-8CFC-49D6-B073-35FAC41A9E4B}" type="presParOf" srcId="{C375BF72-D91B-4335-820C-4357C78F0802}" destId="{31DB968D-D72B-4AB2-80E0-4616972496A8}" srcOrd="4" destOrd="0" presId="urn:microsoft.com/office/officeart/2005/8/layout/orgChart1"/>
    <dgm:cxn modelId="{ADC7D54B-0A6E-43D1-938F-2694C9377363}" type="presParOf" srcId="{C375BF72-D91B-4335-820C-4357C78F0802}" destId="{F5E81A3E-FAF4-48F4-88C1-6E064A3E591D}" srcOrd="5" destOrd="0" presId="urn:microsoft.com/office/officeart/2005/8/layout/orgChart1"/>
    <dgm:cxn modelId="{12D0AE5B-739E-4A1F-9B5D-772D36FB5C74}" type="presParOf" srcId="{F5E81A3E-FAF4-48F4-88C1-6E064A3E591D}" destId="{7F85963F-76C4-4FD5-8162-F89FFE3F8140}" srcOrd="0" destOrd="0" presId="urn:microsoft.com/office/officeart/2005/8/layout/orgChart1"/>
    <dgm:cxn modelId="{8932FE2A-4047-4297-83DC-C862A9F9EE3F}" type="presParOf" srcId="{7F85963F-76C4-4FD5-8162-F89FFE3F8140}" destId="{BE6C37F9-3184-4604-BE50-1BE161A46AF2}" srcOrd="0" destOrd="0" presId="urn:microsoft.com/office/officeart/2005/8/layout/orgChart1"/>
    <dgm:cxn modelId="{C615B2AD-E661-4CED-B986-6D9F388E0EFD}" type="presParOf" srcId="{7F85963F-76C4-4FD5-8162-F89FFE3F8140}" destId="{FC793932-8319-4F64-92AA-4ED0EF87EFE8}" srcOrd="1" destOrd="0" presId="urn:microsoft.com/office/officeart/2005/8/layout/orgChart1"/>
    <dgm:cxn modelId="{B3C5B316-6DFF-467C-9714-8B133B9D913F}" type="presParOf" srcId="{F5E81A3E-FAF4-48F4-88C1-6E064A3E591D}" destId="{E90A90EF-1D54-445D-9BC6-F9338A6934CA}" srcOrd="1" destOrd="0" presId="urn:microsoft.com/office/officeart/2005/8/layout/orgChart1"/>
    <dgm:cxn modelId="{4900EE6F-0681-4EF4-A295-5071DE0A2643}" type="presParOf" srcId="{F5E81A3E-FAF4-48F4-88C1-6E064A3E591D}" destId="{647DE039-6F1C-4CD8-BFEB-1B68BD22E3ED}" srcOrd="2" destOrd="0" presId="urn:microsoft.com/office/officeart/2005/8/layout/orgChart1"/>
    <dgm:cxn modelId="{B605E5E8-3304-447E-8E33-4AE6710AB316}" type="presParOf" srcId="{1368DE00-BE29-4565-991D-56BDB6D92A19}" destId="{21D53BC5-61D6-403E-A3E2-7007C76A05B2}" srcOrd="2" destOrd="0" presId="urn:microsoft.com/office/officeart/2005/8/layout/orgChart1"/>
    <dgm:cxn modelId="{4C9FC473-D32D-407D-B566-75DCBEB73F5C}" type="presParOf" srcId="{EAAEDB81-4F0A-4192-92AE-52B4336FBBA6}" destId="{AD01B507-CE85-43C1-846C-49FEEE4710CB}" srcOrd="2" destOrd="0" presId="urn:microsoft.com/office/officeart/2005/8/layout/orgChart1"/>
    <dgm:cxn modelId="{11A5147B-19CF-4311-B6F3-AC91E8E29997}" type="presParOf" srcId="{EAAEDB81-4F0A-4192-92AE-52B4336FBBA6}" destId="{D33A19F4-23EC-4B7A-9F57-DD7C7AA024FC}" srcOrd="3" destOrd="0" presId="urn:microsoft.com/office/officeart/2005/8/layout/orgChart1"/>
    <dgm:cxn modelId="{265DBD86-C03F-4EDB-8FF6-BDBFCE04C7B4}" type="presParOf" srcId="{D33A19F4-23EC-4B7A-9F57-DD7C7AA024FC}" destId="{CC999926-FBB6-4C5A-875C-35602F671FE6}" srcOrd="0" destOrd="0" presId="urn:microsoft.com/office/officeart/2005/8/layout/orgChart1"/>
    <dgm:cxn modelId="{9FA840B2-983D-4627-956F-D94E96017A49}" type="presParOf" srcId="{CC999926-FBB6-4C5A-875C-35602F671FE6}" destId="{4C209028-BF8B-46AF-8D40-7A1F9C967058}" srcOrd="0" destOrd="0" presId="urn:microsoft.com/office/officeart/2005/8/layout/orgChart1"/>
    <dgm:cxn modelId="{0A425DE4-7E96-4A3B-80E5-AA699C323EC5}" type="presParOf" srcId="{CC999926-FBB6-4C5A-875C-35602F671FE6}" destId="{8C22D88F-E099-4CD5-98B7-657813C71120}" srcOrd="1" destOrd="0" presId="urn:microsoft.com/office/officeart/2005/8/layout/orgChart1"/>
    <dgm:cxn modelId="{C06584C3-A8E4-4545-AD5F-6D75226B0381}" type="presParOf" srcId="{D33A19F4-23EC-4B7A-9F57-DD7C7AA024FC}" destId="{8D706D33-B8A5-4D57-ABAD-A0774E4A1F8F}" srcOrd="1" destOrd="0" presId="urn:microsoft.com/office/officeart/2005/8/layout/orgChart1"/>
    <dgm:cxn modelId="{1488C62C-233A-439D-8367-97011FE3F492}" type="presParOf" srcId="{8D706D33-B8A5-4D57-ABAD-A0774E4A1F8F}" destId="{C9AFC7BD-48B7-4F67-97A0-8599B4C40ABF}" srcOrd="0" destOrd="0" presId="urn:microsoft.com/office/officeart/2005/8/layout/orgChart1"/>
    <dgm:cxn modelId="{2A3550A4-EEE5-4D5E-A2D7-47762FF5043A}" type="presParOf" srcId="{8D706D33-B8A5-4D57-ABAD-A0774E4A1F8F}" destId="{9BBCA1D6-6220-496A-BACB-DE34DE88808D}" srcOrd="1" destOrd="0" presId="urn:microsoft.com/office/officeart/2005/8/layout/orgChart1"/>
    <dgm:cxn modelId="{09E2A3F7-086D-494D-8CC5-5F42177346DC}" type="presParOf" srcId="{9BBCA1D6-6220-496A-BACB-DE34DE88808D}" destId="{4B50102D-FBD3-41A9-AC66-223043083035}" srcOrd="0" destOrd="0" presId="urn:microsoft.com/office/officeart/2005/8/layout/orgChart1"/>
    <dgm:cxn modelId="{4BD885A3-0E7C-43F7-90B1-542E83170147}" type="presParOf" srcId="{4B50102D-FBD3-41A9-AC66-223043083035}" destId="{CC20AD7A-10B1-481E-96EC-C342A670269A}" srcOrd="0" destOrd="0" presId="urn:microsoft.com/office/officeart/2005/8/layout/orgChart1"/>
    <dgm:cxn modelId="{67034B3E-60D9-413A-B515-E34CDD935BE5}" type="presParOf" srcId="{4B50102D-FBD3-41A9-AC66-223043083035}" destId="{E88610B3-8417-4F6B-B581-224263DA1645}" srcOrd="1" destOrd="0" presId="urn:microsoft.com/office/officeart/2005/8/layout/orgChart1"/>
    <dgm:cxn modelId="{069CF393-A109-462E-9E90-F9FC483DEEE0}" type="presParOf" srcId="{9BBCA1D6-6220-496A-BACB-DE34DE88808D}" destId="{A6CD79E1-18C7-4494-A63F-F2B35FC53C75}" srcOrd="1" destOrd="0" presId="urn:microsoft.com/office/officeart/2005/8/layout/orgChart1"/>
    <dgm:cxn modelId="{8445233D-BE2D-4437-A22C-F5F708CB6BBA}" type="presParOf" srcId="{9BBCA1D6-6220-496A-BACB-DE34DE88808D}" destId="{E34CBD57-98D8-4E8C-A663-5BCC7ED96BE8}" srcOrd="2" destOrd="0" presId="urn:microsoft.com/office/officeart/2005/8/layout/orgChart1"/>
    <dgm:cxn modelId="{88C0AFDF-3161-44AF-BD1A-8DCCA2D95E30}" type="presParOf" srcId="{8D706D33-B8A5-4D57-ABAD-A0774E4A1F8F}" destId="{170E4B86-0409-412F-8023-5006423E08C2}" srcOrd="2" destOrd="0" presId="urn:microsoft.com/office/officeart/2005/8/layout/orgChart1"/>
    <dgm:cxn modelId="{7106A31B-ABA6-416A-BD1C-8A879D31C8B8}" type="presParOf" srcId="{8D706D33-B8A5-4D57-ABAD-A0774E4A1F8F}" destId="{50AF8E57-264B-4642-B279-2B6D3535EF39}" srcOrd="3" destOrd="0" presId="urn:microsoft.com/office/officeart/2005/8/layout/orgChart1"/>
    <dgm:cxn modelId="{92E82CA2-D8DE-4F15-A282-00E8E25BFCD2}" type="presParOf" srcId="{50AF8E57-264B-4642-B279-2B6D3535EF39}" destId="{A46860A3-B6D0-4E4C-B6DB-AD4DC59FB90F}" srcOrd="0" destOrd="0" presId="urn:microsoft.com/office/officeart/2005/8/layout/orgChart1"/>
    <dgm:cxn modelId="{D15E9A15-8B31-4F41-A145-C6DCA7905928}" type="presParOf" srcId="{A46860A3-B6D0-4E4C-B6DB-AD4DC59FB90F}" destId="{5739973C-148B-4C36-A386-814BC6083D01}" srcOrd="0" destOrd="0" presId="urn:microsoft.com/office/officeart/2005/8/layout/orgChart1"/>
    <dgm:cxn modelId="{E24C1B01-73BD-4887-924D-3F54CE34FA49}" type="presParOf" srcId="{A46860A3-B6D0-4E4C-B6DB-AD4DC59FB90F}" destId="{2838AA79-EF82-4ECC-B1A1-0947D6390D52}" srcOrd="1" destOrd="0" presId="urn:microsoft.com/office/officeart/2005/8/layout/orgChart1"/>
    <dgm:cxn modelId="{0ABAD6D8-9EE5-4FEA-9F4F-FE3168307288}" type="presParOf" srcId="{50AF8E57-264B-4642-B279-2B6D3535EF39}" destId="{8BABB6A5-4858-4A5A-89FF-E7B425D37858}" srcOrd="1" destOrd="0" presId="urn:microsoft.com/office/officeart/2005/8/layout/orgChart1"/>
    <dgm:cxn modelId="{6ABA014B-270F-4B2A-9D6B-BB2F1BEDAEF4}" type="presParOf" srcId="{50AF8E57-264B-4642-B279-2B6D3535EF39}" destId="{91043EE6-3EAF-4605-A76C-2051C40F51A5}" srcOrd="2" destOrd="0" presId="urn:microsoft.com/office/officeart/2005/8/layout/orgChart1"/>
    <dgm:cxn modelId="{57E95563-68A8-4AF7-A50A-A08CFAFEB567}" type="presParOf" srcId="{8D706D33-B8A5-4D57-ABAD-A0774E4A1F8F}" destId="{02CACB28-F234-46EA-A0C6-F71B0655C911}" srcOrd="4" destOrd="0" presId="urn:microsoft.com/office/officeart/2005/8/layout/orgChart1"/>
    <dgm:cxn modelId="{C22C87A0-0406-4D69-9817-0BC97A508695}" type="presParOf" srcId="{8D706D33-B8A5-4D57-ABAD-A0774E4A1F8F}" destId="{72C66D79-7B3E-40DE-AA0E-289C69A7C849}" srcOrd="5" destOrd="0" presId="urn:microsoft.com/office/officeart/2005/8/layout/orgChart1"/>
    <dgm:cxn modelId="{0AD395BF-0789-46F1-99C6-ED8F810F5335}" type="presParOf" srcId="{72C66D79-7B3E-40DE-AA0E-289C69A7C849}" destId="{EBAC0E89-835C-477E-8160-E5C2853E0B5A}" srcOrd="0" destOrd="0" presId="urn:microsoft.com/office/officeart/2005/8/layout/orgChart1"/>
    <dgm:cxn modelId="{ECA58080-813D-46DF-8B06-8103492C93AC}" type="presParOf" srcId="{EBAC0E89-835C-477E-8160-E5C2853E0B5A}" destId="{AEAC2FB1-2A3C-49A4-BEBA-31810CE622D7}" srcOrd="0" destOrd="0" presId="urn:microsoft.com/office/officeart/2005/8/layout/orgChart1"/>
    <dgm:cxn modelId="{17E89292-7DFB-4DBD-AAA2-AB4A390A2302}" type="presParOf" srcId="{EBAC0E89-835C-477E-8160-E5C2853E0B5A}" destId="{9DA1790F-4B96-4667-9FEF-C4AEDCEB4D17}" srcOrd="1" destOrd="0" presId="urn:microsoft.com/office/officeart/2005/8/layout/orgChart1"/>
    <dgm:cxn modelId="{E000D4E3-F972-4D05-BCF7-B256176070F1}" type="presParOf" srcId="{72C66D79-7B3E-40DE-AA0E-289C69A7C849}" destId="{25FB4387-A568-47F7-B94D-69830122B119}" srcOrd="1" destOrd="0" presId="urn:microsoft.com/office/officeart/2005/8/layout/orgChart1"/>
    <dgm:cxn modelId="{0F9CBE5D-92D5-4BD0-9C60-C3C5B8B82802}" type="presParOf" srcId="{72C66D79-7B3E-40DE-AA0E-289C69A7C849}" destId="{2254BD69-002B-4DC4-88B2-E2D1E73D119E}" srcOrd="2" destOrd="0" presId="urn:microsoft.com/office/officeart/2005/8/layout/orgChart1"/>
    <dgm:cxn modelId="{42627AD8-0D99-40D0-BE84-E7E793F32255}" type="presParOf" srcId="{D33A19F4-23EC-4B7A-9F57-DD7C7AA024FC}" destId="{49905DC7-9C02-4E5A-ADB1-838DA3BF19C0}" srcOrd="2" destOrd="0" presId="urn:microsoft.com/office/officeart/2005/8/layout/orgChart1"/>
    <dgm:cxn modelId="{BFB8D96B-5311-4FA8-B543-F4CBF31A8A61}" type="presParOf" srcId="{EAAEDB81-4F0A-4192-92AE-52B4336FBBA6}" destId="{59E1FE11-B690-4DD6-96EC-6E2B7DB30ED0}" srcOrd="4" destOrd="0" presId="urn:microsoft.com/office/officeart/2005/8/layout/orgChart1"/>
    <dgm:cxn modelId="{7124D0E6-C87B-484C-8BEF-31E720C8C5F2}" type="presParOf" srcId="{EAAEDB81-4F0A-4192-92AE-52B4336FBBA6}" destId="{0A2F7F05-6F11-41DD-A5F2-6F755389E5C2}" srcOrd="5" destOrd="0" presId="urn:microsoft.com/office/officeart/2005/8/layout/orgChart1"/>
    <dgm:cxn modelId="{841819EE-60F9-4D1F-B693-4CC2E974208E}" type="presParOf" srcId="{0A2F7F05-6F11-41DD-A5F2-6F755389E5C2}" destId="{69FA858B-79DA-4640-ABDA-AAF4E58A44E2}" srcOrd="0" destOrd="0" presId="urn:microsoft.com/office/officeart/2005/8/layout/orgChart1"/>
    <dgm:cxn modelId="{8696BF11-08BD-4351-A6FF-91809E951B60}" type="presParOf" srcId="{69FA858B-79DA-4640-ABDA-AAF4E58A44E2}" destId="{0B7F506E-6915-4640-9361-BE512F1A5AA7}" srcOrd="0" destOrd="0" presId="urn:microsoft.com/office/officeart/2005/8/layout/orgChart1"/>
    <dgm:cxn modelId="{95C67285-32DC-425E-89D7-55A40EFD8EEB}" type="presParOf" srcId="{69FA858B-79DA-4640-ABDA-AAF4E58A44E2}" destId="{F8645882-DC22-44D0-B63F-C2729C93B1E0}" srcOrd="1" destOrd="0" presId="urn:microsoft.com/office/officeart/2005/8/layout/orgChart1"/>
    <dgm:cxn modelId="{1B9CB69E-DB36-43AF-BD2F-551338592AB0}" type="presParOf" srcId="{0A2F7F05-6F11-41DD-A5F2-6F755389E5C2}" destId="{8B67659A-F341-429D-97E4-D6C8A1635393}" srcOrd="1" destOrd="0" presId="urn:microsoft.com/office/officeart/2005/8/layout/orgChart1"/>
    <dgm:cxn modelId="{21BB9B1F-E293-4F71-9212-6A1F5E3CB9A0}" type="presParOf" srcId="{0A2F7F05-6F11-41DD-A5F2-6F755389E5C2}" destId="{1C686326-9EA8-4829-9127-288B4DCB23F2}" srcOrd="2" destOrd="0" presId="urn:microsoft.com/office/officeart/2005/8/layout/orgChart1"/>
    <dgm:cxn modelId="{60DD4B5C-E49A-4A00-AF67-BAC1F57ED658}" type="presParOf" srcId="{0D9462EF-4D36-4F2D-8CBC-0564C982FC2C}" destId="{41886E10-F6AC-4422-9A70-ACA98E498CDD}" srcOrd="2" destOrd="0" presId="urn:microsoft.com/office/officeart/2005/8/layout/orgChart1"/>
    <dgm:cxn modelId="{47B1C212-C0F3-499A-A166-3C7DFB0960FC}" type="presParOf" srcId="{41886E10-F6AC-4422-9A70-ACA98E498CDD}" destId="{5DEAD598-65EE-4087-88A9-FBFB3734763D}" srcOrd="0" destOrd="0" presId="urn:microsoft.com/office/officeart/2005/8/layout/orgChart1"/>
    <dgm:cxn modelId="{8D57928A-5F33-4DAF-A309-68E9B984D103}" type="presParOf" srcId="{41886E10-F6AC-4422-9A70-ACA98E498CDD}" destId="{2D07D1F6-2ABF-401E-98D9-19BF3D86D795}" srcOrd="1" destOrd="0" presId="urn:microsoft.com/office/officeart/2005/8/layout/orgChart1"/>
    <dgm:cxn modelId="{457AF852-E047-47E5-A7FC-2774A8E900B6}" type="presParOf" srcId="{2D07D1F6-2ABF-401E-98D9-19BF3D86D795}" destId="{C09BC4CA-3F4D-483E-BD41-4DF1149AE88F}" srcOrd="0" destOrd="0" presId="urn:microsoft.com/office/officeart/2005/8/layout/orgChart1"/>
    <dgm:cxn modelId="{DABCD64E-E5E1-4699-9656-4A25DCDFC72B}" type="presParOf" srcId="{C09BC4CA-3F4D-483E-BD41-4DF1149AE88F}" destId="{7F40C743-2775-4DEF-B5BF-579F2C960869}" srcOrd="0" destOrd="0" presId="urn:microsoft.com/office/officeart/2005/8/layout/orgChart1"/>
    <dgm:cxn modelId="{C79033E9-015A-43B9-87A7-963F1C232E68}" type="presParOf" srcId="{C09BC4CA-3F4D-483E-BD41-4DF1149AE88F}" destId="{2E0A3518-22D3-4262-9CF2-A6FA232E5C90}" srcOrd="1" destOrd="0" presId="urn:microsoft.com/office/officeart/2005/8/layout/orgChart1"/>
    <dgm:cxn modelId="{2031C595-B247-4675-A0C0-ED7973F53C22}" type="presParOf" srcId="{2D07D1F6-2ABF-401E-98D9-19BF3D86D795}" destId="{4C59FFEE-F420-40C6-85C0-7A2FA3993BDC}" srcOrd="1" destOrd="0" presId="urn:microsoft.com/office/officeart/2005/8/layout/orgChart1"/>
    <dgm:cxn modelId="{DE8A37D1-09A3-4A9D-8161-1E45C2C2551A}" type="presParOf" srcId="{2D07D1F6-2ABF-401E-98D9-19BF3D86D795}" destId="{85231F84-FA55-45EB-BD24-5B4D92187BE9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EAD598-65EE-4087-88A9-FBFB3734763D}">
      <dsp:nvSpPr>
        <dsp:cNvPr id="0" name=""/>
        <dsp:cNvSpPr/>
      </dsp:nvSpPr>
      <dsp:spPr>
        <a:xfrm>
          <a:off x="3919190" y="690810"/>
          <a:ext cx="144809" cy="634404"/>
        </a:xfrm>
        <a:custGeom>
          <a:avLst/>
          <a:gdLst/>
          <a:ahLst/>
          <a:cxnLst/>
          <a:rect l="0" t="0" r="0" b="0"/>
          <a:pathLst>
            <a:path>
              <a:moveTo>
                <a:pt x="144809" y="0"/>
              </a:moveTo>
              <a:lnTo>
                <a:pt x="144809" y="634404"/>
              </a:lnTo>
              <a:lnTo>
                <a:pt x="0" y="63440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E1FE11-B690-4DD6-96EC-6E2B7DB30ED0}">
      <dsp:nvSpPr>
        <dsp:cNvPr id="0" name=""/>
        <dsp:cNvSpPr/>
      </dsp:nvSpPr>
      <dsp:spPr>
        <a:xfrm>
          <a:off x="4064000" y="690810"/>
          <a:ext cx="1668760" cy="12688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23999"/>
              </a:lnTo>
              <a:lnTo>
                <a:pt x="1668760" y="1123999"/>
              </a:lnTo>
              <a:lnTo>
                <a:pt x="1668760" y="126880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CACB28-F234-46EA-A0C6-F71B0655C911}">
      <dsp:nvSpPr>
        <dsp:cNvPr id="0" name=""/>
        <dsp:cNvSpPr/>
      </dsp:nvSpPr>
      <dsp:spPr>
        <a:xfrm>
          <a:off x="3512343" y="2649190"/>
          <a:ext cx="206871" cy="25927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92784"/>
              </a:lnTo>
              <a:lnTo>
                <a:pt x="206871" y="259278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0E4B86-0409-412F-8023-5006423E08C2}">
      <dsp:nvSpPr>
        <dsp:cNvPr id="0" name=""/>
        <dsp:cNvSpPr/>
      </dsp:nvSpPr>
      <dsp:spPr>
        <a:xfrm>
          <a:off x="3512343" y="2649190"/>
          <a:ext cx="206871" cy="16135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13594"/>
              </a:lnTo>
              <a:lnTo>
                <a:pt x="206871" y="161359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AFC7BD-48B7-4F67-97A0-8599B4C40ABF}">
      <dsp:nvSpPr>
        <dsp:cNvPr id="0" name=""/>
        <dsp:cNvSpPr/>
      </dsp:nvSpPr>
      <dsp:spPr>
        <a:xfrm>
          <a:off x="3512343" y="2649190"/>
          <a:ext cx="206871" cy="6344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34404"/>
              </a:lnTo>
              <a:lnTo>
                <a:pt x="206871" y="63440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01B507-CE85-43C1-846C-49FEEE4710CB}">
      <dsp:nvSpPr>
        <dsp:cNvPr id="0" name=""/>
        <dsp:cNvSpPr/>
      </dsp:nvSpPr>
      <dsp:spPr>
        <a:xfrm>
          <a:off x="4018280" y="690810"/>
          <a:ext cx="91440" cy="126880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26880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1DB968D-D72B-4AB2-80E0-4616972496A8}">
      <dsp:nvSpPr>
        <dsp:cNvPr id="0" name=""/>
        <dsp:cNvSpPr/>
      </dsp:nvSpPr>
      <dsp:spPr>
        <a:xfrm>
          <a:off x="1843583" y="2649190"/>
          <a:ext cx="206871" cy="25927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92784"/>
              </a:lnTo>
              <a:lnTo>
                <a:pt x="206871" y="259278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ED9E5E-0489-4EBE-9139-FADC73B52B3C}">
      <dsp:nvSpPr>
        <dsp:cNvPr id="0" name=""/>
        <dsp:cNvSpPr/>
      </dsp:nvSpPr>
      <dsp:spPr>
        <a:xfrm>
          <a:off x="1843583" y="2649190"/>
          <a:ext cx="206871" cy="16135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13594"/>
              </a:lnTo>
              <a:lnTo>
                <a:pt x="206871" y="161359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E7B5B1-5976-4BEE-A655-F659401A8287}">
      <dsp:nvSpPr>
        <dsp:cNvPr id="0" name=""/>
        <dsp:cNvSpPr/>
      </dsp:nvSpPr>
      <dsp:spPr>
        <a:xfrm>
          <a:off x="1843583" y="2649190"/>
          <a:ext cx="206871" cy="6344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34404"/>
              </a:lnTo>
              <a:lnTo>
                <a:pt x="206871" y="63440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23EC16-0EEB-423F-841A-E1E9C713834A}">
      <dsp:nvSpPr>
        <dsp:cNvPr id="0" name=""/>
        <dsp:cNvSpPr/>
      </dsp:nvSpPr>
      <dsp:spPr>
        <a:xfrm>
          <a:off x="2395239" y="690810"/>
          <a:ext cx="1668760" cy="1268809"/>
        </a:xfrm>
        <a:custGeom>
          <a:avLst/>
          <a:gdLst/>
          <a:ahLst/>
          <a:cxnLst/>
          <a:rect l="0" t="0" r="0" b="0"/>
          <a:pathLst>
            <a:path>
              <a:moveTo>
                <a:pt x="1668760" y="0"/>
              </a:moveTo>
              <a:lnTo>
                <a:pt x="1668760" y="1123999"/>
              </a:lnTo>
              <a:lnTo>
                <a:pt x="0" y="1123999"/>
              </a:lnTo>
              <a:lnTo>
                <a:pt x="0" y="126880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C227BE-9DA7-43DD-A893-C0F18C1B41CA}">
      <dsp:nvSpPr>
        <dsp:cNvPr id="0" name=""/>
        <dsp:cNvSpPr/>
      </dsp:nvSpPr>
      <dsp:spPr>
        <a:xfrm>
          <a:off x="3374429" y="1240"/>
          <a:ext cx="1379140" cy="6895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Manager</a:t>
          </a:r>
        </a:p>
      </dsp:txBody>
      <dsp:txXfrm>
        <a:off x="3374429" y="1240"/>
        <a:ext cx="1379140" cy="689570"/>
      </dsp:txXfrm>
    </dsp:sp>
    <dsp:sp modelId="{92091D1E-F030-420F-A838-F5D39CFA7ED5}">
      <dsp:nvSpPr>
        <dsp:cNvPr id="0" name=""/>
        <dsp:cNvSpPr/>
      </dsp:nvSpPr>
      <dsp:spPr>
        <a:xfrm>
          <a:off x="1705669" y="1959619"/>
          <a:ext cx="1379140" cy="6895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1705669" y="1959619"/>
        <a:ext cx="1379140" cy="689570"/>
      </dsp:txXfrm>
    </dsp:sp>
    <dsp:sp modelId="{645E4847-EC22-4CC7-97BD-28B8CC210259}">
      <dsp:nvSpPr>
        <dsp:cNvPr id="0" name=""/>
        <dsp:cNvSpPr/>
      </dsp:nvSpPr>
      <dsp:spPr>
        <a:xfrm>
          <a:off x="2050454" y="2938809"/>
          <a:ext cx="1379140" cy="6895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Report 1</a:t>
          </a:r>
        </a:p>
      </dsp:txBody>
      <dsp:txXfrm>
        <a:off x="2050454" y="2938809"/>
        <a:ext cx="1379140" cy="689570"/>
      </dsp:txXfrm>
    </dsp:sp>
    <dsp:sp modelId="{A8DA271F-78CB-4CF9-9040-DBF534F4792E}">
      <dsp:nvSpPr>
        <dsp:cNvPr id="0" name=""/>
        <dsp:cNvSpPr/>
      </dsp:nvSpPr>
      <dsp:spPr>
        <a:xfrm>
          <a:off x="2050454" y="3917999"/>
          <a:ext cx="1379140" cy="6895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Report 2</a:t>
          </a:r>
        </a:p>
      </dsp:txBody>
      <dsp:txXfrm>
        <a:off x="2050454" y="3917999"/>
        <a:ext cx="1379140" cy="689570"/>
      </dsp:txXfrm>
    </dsp:sp>
    <dsp:sp modelId="{BE6C37F9-3184-4604-BE50-1BE161A46AF2}">
      <dsp:nvSpPr>
        <dsp:cNvPr id="0" name=""/>
        <dsp:cNvSpPr/>
      </dsp:nvSpPr>
      <dsp:spPr>
        <a:xfrm>
          <a:off x="2050454" y="4897189"/>
          <a:ext cx="1379140" cy="6895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Report 3</a:t>
          </a:r>
        </a:p>
      </dsp:txBody>
      <dsp:txXfrm>
        <a:off x="2050454" y="4897189"/>
        <a:ext cx="1379140" cy="689570"/>
      </dsp:txXfrm>
    </dsp:sp>
    <dsp:sp modelId="{4C209028-BF8B-46AF-8D40-7A1F9C967058}">
      <dsp:nvSpPr>
        <dsp:cNvPr id="0" name=""/>
        <dsp:cNvSpPr/>
      </dsp:nvSpPr>
      <dsp:spPr>
        <a:xfrm>
          <a:off x="3374429" y="1959619"/>
          <a:ext cx="1379140" cy="6895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3374429" y="1959619"/>
        <a:ext cx="1379140" cy="689570"/>
      </dsp:txXfrm>
    </dsp:sp>
    <dsp:sp modelId="{CC20AD7A-10B1-481E-96EC-C342A670269A}">
      <dsp:nvSpPr>
        <dsp:cNvPr id="0" name=""/>
        <dsp:cNvSpPr/>
      </dsp:nvSpPr>
      <dsp:spPr>
        <a:xfrm>
          <a:off x="3719214" y="2938809"/>
          <a:ext cx="1379140" cy="6895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Report 4</a:t>
          </a:r>
        </a:p>
      </dsp:txBody>
      <dsp:txXfrm>
        <a:off x="3719214" y="2938809"/>
        <a:ext cx="1379140" cy="689570"/>
      </dsp:txXfrm>
    </dsp:sp>
    <dsp:sp modelId="{5739973C-148B-4C36-A386-814BC6083D01}">
      <dsp:nvSpPr>
        <dsp:cNvPr id="0" name=""/>
        <dsp:cNvSpPr/>
      </dsp:nvSpPr>
      <dsp:spPr>
        <a:xfrm>
          <a:off x="3719214" y="3917999"/>
          <a:ext cx="1379140" cy="6895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Report 5</a:t>
          </a:r>
        </a:p>
      </dsp:txBody>
      <dsp:txXfrm>
        <a:off x="3719214" y="3917999"/>
        <a:ext cx="1379140" cy="689570"/>
      </dsp:txXfrm>
    </dsp:sp>
    <dsp:sp modelId="{AEAC2FB1-2A3C-49A4-BEBA-31810CE622D7}">
      <dsp:nvSpPr>
        <dsp:cNvPr id="0" name=""/>
        <dsp:cNvSpPr/>
      </dsp:nvSpPr>
      <dsp:spPr>
        <a:xfrm>
          <a:off x="3719214" y="4897189"/>
          <a:ext cx="1379140" cy="6895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Report 6</a:t>
          </a:r>
        </a:p>
      </dsp:txBody>
      <dsp:txXfrm>
        <a:off x="3719214" y="4897189"/>
        <a:ext cx="1379140" cy="689570"/>
      </dsp:txXfrm>
    </dsp:sp>
    <dsp:sp modelId="{0B7F506E-6915-4640-9361-BE512F1A5AA7}">
      <dsp:nvSpPr>
        <dsp:cNvPr id="0" name=""/>
        <dsp:cNvSpPr/>
      </dsp:nvSpPr>
      <dsp:spPr>
        <a:xfrm>
          <a:off x="5043189" y="1959619"/>
          <a:ext cx="1379140" cy="6895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5043189" y="1959619"/>
        <a:ext cx="1379140" cy="689570"/>
      </dsp:txXfrm>
    </dsp:sp>
    <dsp:sp modelId="{7F40C743-2775-4DEF-B5BF-579F2C960869}">
      <dsp:nvSpPr>
        <dsp:cNvPr id="0" name=""/>
        <dsp:cNvSpPr/>
      </dsp:nvSpPr>
      <dsp:spPr>
        <a:xfrm>
          <a:off x="2540049" y="980430"/>
          <a:ext cx="1379140" cy="6895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2540049" y="980430"/>
        <a:ext cx="1379140" cy="6895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39104-AC9C-57D7-D8A5-9F46FEB4FC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7E7B3F-AB7B-E284-B2A3-0F8509D1EF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668E7B-CD7D-4629-D82F-0CC29B995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3B7F6-C1D9-4BE0-94B6-E5D7358835D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5F613-35E2-3938-0F23-A5DE65FB3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EDA3E-C5DA-41E1-AFD2-10DBBF48F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1D41-9314-4E82-89F3-755AD124A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364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8A3EA-B446-F61A-8305-EBA3D1A32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CD70F-866F-F781-D8E8-0AD49D5E7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AA8521-38E3-C0FB-7AD0-D23CE655A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3B7F6-C1D9-4BE0-94B6-E5D7358835D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F992DA-45F3-13AF-3C57-B7DA17DF8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480B0C-28A6-6E01-1476-B89E0570C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1D41-9314-4E82-89F3-755AD124A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949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92EBC-893C-EDCA-39F0-703CE0F0E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49B79-FCEB-2CA7-2511-B812A234D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66EA9-E550-37F4-E635-FD1B66FF8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3B7F6-C1D9-4BE0-94B6-E5D7358835D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E12669-57D6-9660-51C9-133EA9020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853AD-B429-85C5-E63A-B22A4BE0C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1D41-9314-4E82-89F3-755AD124A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436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E5CC0-EE0A-AF1B-C21F-F5AF326D1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902E2-ED0E-5460-C1A3-3D0456D71A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8A4FB-D934-C996-CE0F-3EB053EC07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1E175D-90FF-30A0-B89B-83CB0AB42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3B7F6-C1D9-4BE0-94B6-E5D7358835D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15AEE2-272E-01B8-7D1E-8587DE01D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26438C-9B88-539A-07CF-A67674F16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1D41-9314-4E82-89F3-755AD124A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584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EB652-1015-521B-AC6F-DD6F5DCDF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B3FEFD-028F-4366-7C52-BA5CCE6E3E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709CB3-E7EC-B1BD-7B35-1CD9AD6769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212945-CCD1-F268-1A82-566697461D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79A338-5BA4-AED6-4520-C5D8787BC1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2EC874-EF5C-A80C-2D0C-293983BD8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3B7F6-C1D9-4BE0-94B6-E5D7358835D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02C2AF-B061-68BC-592F-3980E2DD1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358336-F2B3-A311-5CAD-9CC61907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1D41-9314-4E82-89F3-755AD124A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169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F136D-77F1-6441-D316-1A46DF40F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708BA7-52A0-5C9D-A725-DDF71E718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3B7F6-C1D9-4BE0-94B6-E5D7358835D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3DDDD0-0CCB-A983-F8C5-C5778EF70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373E13-5A1B-BFD3-26B1-9FD87F5C8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1D41-9314-4E82-89F3-755AD124A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604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09D30F-C792-CFA9-25D5-2E29366F0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3B7F6-C1D9-4BE0-94B6-E5D7358835D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B1B62E-66FA-6646-ED60-3C8315DB2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B9E259-EE07-D765-1B7E-5CE762E96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1D41-9314-4E82-89F3-755AD124A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804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489D2-3F69-994D-4CB4-18970DA8B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5D145-35F4-06C0-9303-BF31E58C73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24A757-6A65-19CF-A73C-F31051CCD4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3632F-E92A-EFF2-B263-2079E0599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3B7F6-C1D9-4BE0-94B6-E5D7358835D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F2BA07-E7F8-4406-ACFC-61922B8E9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68F9B0-ECE7-3C4D-E812-D0D27E06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1D41-9314-4E82-89F3-755AD124A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601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84203-2221-5CC8-61A1-C9A1FD45A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FDFF46-2E40-8576-9266-7F54F5E174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53BF6C-A9E1-D4F5-A6C4-5E83C1DA3D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453B4C-4A91-D02A-B5A8-BFE150582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3B7F6-C1D9-4BE0-94B6-E5D7358835D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94E10-5DD1-1AD4-3426-F52F55DEA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5F8F80-55ED-D8FD-6FBD-DB9FB6DA2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1D41-9314-4E82-89F3-755AD124A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432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B56E7-42DD-C46C-2627-6F2D1CDDE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D7DF2A-664E-0364-7537-6D34C33AF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E6DB87-15E1-B85A-2506-A960E3800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3B7F6-C1D9-4BE0-94B6-E5D7358835D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1CE19-FB67-A76E-D2F9-0EF77B23D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471B2-81AB-8783-D7ED-404D2392C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1D41-9314-4E82-89F3-755AD124A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248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895EB3-CC42-10CC-FF00-D8D6B436CE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FE389A-A53A-4A56-2DA9-F7AD3E5310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E2405C-70E5-65A1-03AD-672EE6F6E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3B7F6-C1D9-4BE0-94B6-E5D7358835D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97B23-F6E1-8D0C-C419-9C1F6875C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7500A-797C-A1C0-1A14-4F4F5C917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1D41-9314-4E82-89F3-755AD124A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930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90FD75-ABA7-14DA-8068-C8C808A7A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EF41CB-073B-35BF-998C-0DF8A6F70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DC408-D84D-BC27-15FA-F642254B02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63B7F6-C1D9-4BE0-94B6-E5D7358835D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8A4E3-1281-8437-7F3C-5F18D3BF7A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BAD88-211D-9F5B-8FD3-C5B0C2726A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281D41-9314-4E82-89F3-755AD124A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396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8F1F2325-929B-F538-47B0-F9933C33C3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35713452"/>
              </p:ext>
            </p:extLst>
          </p:nvPr>
        </p:nvGraphicFramePr>
        <p:xfrm>
          <a:off x="508000" y="508000"/>
          <a:ext cx="8128000" cy="558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72949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2026-09-05T20:22:42Z</dcterms:created>
  <dcterms:modified xsi:type="dcterms:W3CDTF">2026-09-05T20:22:44Z</dcterms:modified>
</cp:coreProperties>
</file>