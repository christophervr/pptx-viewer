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E7F78B-4CD3-4B03-B04D-86898BF88995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F119063-A330-4001-8F3F-737849A76ECC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DF94196D-DDC2-4727-9D80-FE148F448AC5}" type="parTrans" cxnId="{6EE7E139-6FFD-4788-A8F0-B51ABEEB90A0}">
      <dgm:prSet/>
      <dgm:spPr/>
      <dgm:t>
        <a:bodyPr/>
        <a:lstStyle/>
        <a:p>
          <a:endParaRPr lang="en-US"/>
        </a:p>
      </dgm:t>
    </dgm:pt>
    <dgm:pt modelId="{84B38AE4-8734-4CA2-A3EE-BC3D3932DC7D}" type="sibTrans" cxnId="{6EE7E139-6FFD-4788-A8F0-B51ABEEB90A0}">
      <dgm:prSet/>
      <dgm:spPr/>
      <dgm:t>
        <a:bodyPr/>
        <a:lstStyle/>
        <a:p>
          <a:endParaRPr lang="en-US"/>
        </a:p>
      </dgm:t>
    </dgm:pt>
    <dgm:pt modelId="{9B285FBC-E77A-44F4-9A41-56BAC371D1AD}" type="asst">
      <dgm:prSet phldrT="[Text]" phldr="1"/>
      <dgm:spPr/>
      <dgm:t>
        <a:bodyPr/>
        <a:lstStyle/>
        <a:p>
          <a:endParaRPr lang="en-US"/>
        </a:p>
      </dgm:t>
    </dgm:pt>
    <dgm:pt modelId="{A7EFA0E7-A1B1-4F1A-B2DC-8A4D9E6E5EDD}" type="parTrans" cxnId="{81F80CE4-E61C-4128-9707-75CC9701492E}">
      <dgm:prSet/>
      <dgm:spPr/>
      <dgm:t>
        <a:bodyPr/>
        <a:lstStyle/>
        <a:p>
          <a:endParaRPr lang="en-US"/>
        </a:p>
      </dgm:t>
    </dgm:pt>
    <dgm:pt modelId="{764774DC-6DB4-42E1-A71C-FDE1DFF60DAC}" type="sibTrans" cxnId="{81F80CE4-E61C-4128-9707-75CC9701492E}">
      <dgm:prSet/>
      <dgm:spPr/>
      <dgm:t>
        <a:bodyPr/>
        <a:lstStyle/>
        <a:p>
          <a:endParaRPr lang="en-US"/>
        </a:p>
      </dgm:t>
    </dgm:pt>
    <dgm:pt modelId="{4C301676-E877-4C77-959B-24F51E289851}">
      <dgm:prSet phldrT="[Text]" phldr="1"/>
      <dgm:spPr/>
      <dgm:t>
        <a:bodyPr/>
        <a:lstStyle/>
        <a:p>
          <a:endParaRPr lang="en-US"/>
        </a:p>
      </dgm:t>
    </dgm:pt>
    <dgm:pt modelId="{A2DE95CA-D4B9-4079-B000-234B341DA91E}" type="parTrans" cxnId="{5DC7294B-3764-420D-846B-B103925827DB}">
      <dgm:prSet/>
      <dgm:spPr/>
      <dgm:t>
        <a:bodyPr/>
        <a:lstStyle/>
        <a:p>
          <a:endParaRPr lang="en-US"/>
        </a:p>
      </dgm:t>
    </dgm:pt>
    <dgm:pt modelId="{20CAF744-616B-4259-988E-20433065C419}" type="sibTrans" cxnId="{5DC7294B-3764-420D-846B-B103925827DB}">
      <dgm:prSet/>
      <dgm:spPr/>
      <dgm:t>
        <a:bodyPr/>
        <a:lstStyle/>
        <a:p>
          <a:endParaRPr lang="en-US"/>
        </a:p>
      </dgm:t>
    </dgm:pt>
    <dgm:pt modelId="{4D904ABF-5B09-44A1-8137-22349C111A5A}">
      <dgm:prSet phldrT="[Text]" phldr="1"/>
      <dgm:spPr/>
      <dgm:t>
        <a:bodyPr/>
        <a:lstStyle/>
        <a:p>
          <a:endParaRPr lang="en-US"/>
        </a:p>
      </dgm:t>
    </dgm:pt>
    <dgm:pt modelId="{CF1C1EC9-0FAB-48D1-B40B-9A52036EB58E}" type="parTrans" cxnId="{8BB2DF6C-C020-459E-AEBC-1136F4EEEF9B}">
      <dgm:prSet/>
      <dgm:spPr/>
      <dgm:t>
        <a:bodyPr/>
        <a:lstStyle/>
        <a:p>
          <a:endParaRPr lang="en-US"/>
        </a:p>
      </dgm:t>
    </dgm:pt>
    <dgm:pt modelId="{73E66F4A-3911-4535-98FF-8795D2BDCDC9}" type="sibTrans" cxnId="{8BB2DF6C-C020-459E-AEBC-1136F4EEEF9B}">
      <dgm:prSet/>
      <dgm:spPr/>
      <dgm:t>
        <a:bodyPr/>
        <a:lstStyle/>
        <a:p>
          <a:endParaRPr lang="en-US"/>
        </a:p>
      </dgm:t>
    </dgm:pt>
    <dgm:pt modelId="{DAA0A0A6-8279-45B1-8E69-E6F834308DAF}">
      <dgm:prSet phldrT="[Text]" phldr="1"/>
      <dgm:spPr/>
      <dgm:t>
        <a:bodyPr/>
        <a:lstStyle/>
        <a:p>
          <a:endParaRPr lang="en-US"/>
        </a:p>
      </dgm:t>
    </dgm:pt>
    <dgm:pt modelId="{AE509D95-C8B0-4936-90ED-D0AD40C704BA}" type="parTrans" cxnId="{15308880-2AB7-4F98-9E17-0F977562B2F2}">
      <dgm:prSet/>
      <dgm:spPr/>
      <dgm:t>
        <a:bodyPr/>
        <a:lstStyle/>
        <a:p>
          <a:endParaRPr lang="en-US"/>
        </a:p>
      </dgm:t>
    </dgm:pt>
    <dgm:pt modelId="{4AB8620C-06C0-4AAD-8CCA-74F552FA78D7}" type="sibTrans" cxnId="{15308880-2AB7-4F98-9E17-0F977562B2F2}">
      <dgm:prSet/>
      <dgm:spPr/>
      <dgm:t>
        <a:bodyPr/>
        <a:lstStyle/>
        <a:p>
          <a:endParaRPr lang="en-US"/>
        </a:p>
      </dgm:t>
    </dgm:pt>
    <dgm:pt modelId="{07CA74C3-DE83-439A-8FE2-A43D326F46D5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A2693A2C-79AF-4168-8964-282BB5A8F687}" type="parTrans" cxnId="{5831B049-FC91-4053-91C1-627DCB8C37A1}">
      <dgm:prSet/>
      <dgm:spPr/>
    </dgm:pt>
    <dgm:pt modelId="{8A474797-F16B-45B8-9876-EEFA95D549AA}" type="sibTrans" cxnId="{5831B049-FC91-4053-91C1-627DCB8C37A1}">
      <dgm:prSet/>
      <dgm:spPr/>
    </dgm:pt>
    <dgm:pt modelId="{BED47964-51EA-4932-A7C2-4AFF1CB9A19D}">
      <dgm:prSet phldrT="[Text]"/>
      <dgm:spPr/>
      <dgm:t>
        <a:bodyPr/>
        <a:lstStyle/>
        <a:p>
          <a:r>
            <a:rPr lang="en-US"/>
            <a:t>M1R1</a:t>
          </a:r>
        </a:p>
      </dgm:t>
    </dgm:pt>
    <dgm:pt modelId="{76E60FF6-5C06-4D5F-9313-A3997D6B1124}" type="parTrans" cxnId="{F10D4079-59C5-49A9-AF2C-98069DEB1B64}">
      <dgm:prSet/>
      <dgm:spPr/>
    </dgm:pt>
    <dgm:pt modelId="{64057EC8-7860-45CE-9E3C-F3700F2E886C}" type="sibTrans" cxnId="{F10D4079-59C5-49A9-AF2C-98069DEB1B64}">
      <dgm:prSet/>
      <dgm:spPr/>
    </dgm:pt>
    <dgm:pt modelId="{E6D686C9-2A33-4BED-B31D-67AE66CAE817}">
      <dgm:prSet phldrT="[Text]"/>
      <dgm:spPr/>
      <dgm:t>
        <a:bodyPr/>
        <a:lstStyle/>
        <a:p>
          <a:r>
            <a:rPr lang="en-US"/>
            <a:t>M1R2</a:t>
          </a:r>
        </a:p>
      </dgm:t>
    </dgm:pt>
    <dgm:pt modelId="{3D0D98C2-4D61-4E54-AD47-9FD8862E2C62}" type="parTrans" cxnId="{980710B3-ED6E-4A95-9A8E-24302672D061}">
      <dgm:prSet/>
      <dgm:spPr/>
    </dgm:pt>
    <dgm:pt modelId="{69A7F0E4-EC88-4057-865A-374A1AC95678}" type="sibTrans" cxnId="{980710B3-ED6E-4A95-9A8E-24302672D061}">
      <dgm:prSet/>
      <dgm:spPr/>
    </dgm:pt>
    <dgm:pt modelId="{0B59AAF8-B7E8-4C39-81AD-3DCC782B7B05}">
      <dgm:prSet phldrT="[Text]"/>
      <dgm:spPr/>
      <dgm:t>
        <a:bodyPr/>
        <a:lstStyle/>
        <a:p>
          <a:r>
            <a:rPr lang="en-US"/>
            <a:t>M1R3</a:t>
          </a:r>
        </a:p>
      </dgm:t>
    </dgm:pt>
    <dgm:pt modelId="{1BA43DAD-D9A9-4B11-99F9-5C37E053BCB5}" type="parTrans" cxnId="{47532812-61D7-4DA3-A24A-8401B23568FE}">
      <dgm:prSet/>
      <dgm:spPr/>
    </dgm:pt>
    <dgm:pt modelId="{18F4B8D4-2042-4B85-81B1-36710A343849}" type="sibTrans" cxnId="{47532812-61D7-4DA3-A24A-8401B23568FE}">
      <dgm:prSet/>
      <dgm:spPr/>
    </dgm:pt>
    <dgm:pt modelId="{E6CA73B5-D592-4FEE-8668-8036528481BD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0EC1941E-67A5-4DBD-B6DB-6BE23A119E89}" type="parTrans" cxnId="{3FF4BCDD-95CC-4A9C-8BF7-3A45D1B589A4}">
      <dgm:prSet/>
      <dgm:spPr/>
    </dgm:pt>
    <dgm:pt modelId="{887ACE1B-3686-4C18-A3D2-AE2B7AE39674}" type="sibTrans" cxnId="{3FF4BCDD-95CC-4A9C-8BF7-3A45D1B589A4}">
      <dgm:prSet/>
      <dgm:spPr/>
    </dgm:pt>
    <dgm:pt modelId="{BEB9B453-EB56-420F-A2AD-75CD407FF80C}" type="pres">
      <dgm:prSet presAssocID="{41E7F78B-4CD3-4B03-B04D-86898BF88995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0E1FDE7-280E-4B10-BBD0-DCC0BC94EA75}" type="pres">
      <dgm:prSet presAssocID="{2F119063-A330-4001-8F3F-737849A76ECC}" presName="hierRoot1" presStyleCnt="0">
        <dgm:presLayoutVars>
          <dgm:hierBranch val="init"/>
        </dgm:presLayoutVars>
      </dgm:prSet>
      <dgm:spPr/>
    </dgm:pt>
    <dgm:pt modelId="{0A4C23CF-6AEB-4DF3-A9C4-F065C451C152}" type="pres">
      <dgm:prSet presAssocID="{2F119063-A330-4001-8F3F-737849A76ECC}" presName="rootComposite1" presStyleCnt="0"/>
      <dgm:spPr/>
    </dgm:pt>
    <dgm:pt modelId="{51BAEEB4-24CE-4997-94F7-93F530951E13}" type="pres">
      <dgm:prSet presAssocID="{2F119063-A330-4001-8F3F-737849A76ECC}" presName="rootText1" presStyleLbl="node0" presStyleIdx="0" presStyleCnt="1">
        <dgm:presLayoutVars>
          <dgm:chPref val="3"/>
        </dgm:presLayoutVars>
      </dgm:prSet>
      <dgm:spPr/>
    </dgm:pt>
    <dgm:pt modelId="{0DA05549-498F-44D6-9BF6-F1E9BB659B64}" type="pres">
      <dgm:prSet presAssocID="{2F119063-A330-4001-8F3F-737849A76ECC}" presName="rootConnector1" presStyleLbl="node1" presStyleIdx="0" presStyleCnt="0"/>
      <dgm:spPr/>
    </dgm:pt>
    <dgm:pt modelId="{542F6882-715D-4BD3-9E74-36F5BFECD336}" type="pres">
      <dgm:prSet presAssocID="{2F119063-A330-4001-8F3F-737849A76ECC}" presName="hierChild2" presStyleCnt="0"/>
      <dgm:spPr/>
    </dgm:pt>
    <dgm:pt modelId="{A6255C6B-6AA6-4390-B5D8-FD40EA4D4BDF}" type="pres">
      <dgm:prSet presAssocID="{A2DE95CA-D4B9-4079-B000-234B341DA91E}" presName="Name37" presStyleLbl="parChTrans1D2" presStyleIdx="0" presStyleCnt="4"/>
      <dgm:spPr/>
    </dgm:pt>
    <dgm:pt modelId="{EFA73F2B-423F-433A-B50B-490C40CA3207}" type="pres">
      <dgm:prSet presAssocID="{4C301676-E877-4C77-959B-24F51E289851}" presName="hierRoot2" presStyleCnt="0">
        <dgm:presLayoutVars>
          <dgm:hierBranch val="init"/>
        </dgm:presLayoutVars>
      </dgm:prSet>
      <dgm:spPr/>
    </dgm:pt>
    <dgm:pt modelId="{E3645C8C-DA91-4C38-978F-FE8F5B0C8459}" type="pres">
      <dgm:prSet presAssocID="{4C301676-E877-4C77-959B-24F51E289851}" presName="rootComposite" presStyleCnt="0"/>
      <dgm:spPr/>
    </dgm:pt>
    <dgm:pt modelId="{8E0CC80B-0CAC-47B3-B582-0ECEE409893B}" type="pres">
      <dgm:prSet presAssocID="{4C301676-E877-4C77-959B-24F51E289851}" presName="rootText" presStyleLbl="node2" presStyleIdx="0" presStyleCnt="3">
        <dgm:presLayoutVars>
          <dgm:chPref val="3"/>
        </dgm:presLayoutVars>
      </dgm:prSet>
      <dgm:spPr/>
    </dgm:pt>
    <dgm:pt modelId="{EFF1FA60-3779-4B92-B097-DC6B96D9A437}" type="pres">
      <dgm:prSet presAssocID="{4C301676-E877-4C77-959B-24F51E289851}" presName="rootConnector" presStyleLbl="node2" presStyleIdx="0" presStyleCnt="3"/>
      <dgm:spPr/>
    </dgm:pt>
    <dgm:pt modelId="{2A4CCAA7-048E-4FA1-8271-86B95E549F12}" type="pres">
      <dgm:prSet presAssocID="{4C301676-E877-4C77-959B-24F51E289851}" presName="hierChild4" presStyleCnt="0"/>
      <dgm:spPr/>
    </dgm:pt>
    <dgm:pt modelId="{3590FEF1-6575-4121-B092-9EFD659398AF}" type="pres">
      <dgm:prSet presAssocID="{A2693A2C-79AF-4168-8964-282BB5A8F687}" presName="Name37" presStyleLbl="parChTrans1D3" presStyleIdx="0" presStyleCnt="4"/>
      <dgm:spPr/>
    </dgm:pt>
    <dgm:pt modelId="{6D26B052-C7EE-4797-9DB7-E523459BD4E6}" type="pres">
      <dgm:prSet presAssocID="{07CA74C3-DE83-439A-8FE2-A43D326F46D5}" presName="hierRoot2" presStyleCnt="0">
        <dgm:presLayoutVars>
          <dgm:hierBranch val="init"/>
        </dgm:presLayoutVars>
      </dgm:prSet>
      <dgm:spPr/>
    </dgm:pt>
    <dgm:pt modelId="{81104480-013E-478E-AFF4-E12E68D16A91}" type="pres">
      <dgm:prSet presAssocID="{07CA74C3-DE83-439A-8FE2-A43D326F46D5}" presName="rootComposite" presStyleCnt="0"/>
      <dgm:spPr/>
    </dgm:pt>
    <dgm:pt modelId="{25125F6A-6E8E-45AC-B4F2-712B8E1C5DDE}" type="pres">
      <dgm:prSet presAssocID="{07CA74C3-DE83-439A-8FE2-A43D326F46D5}" presName="rootText" presStyleLbl="node3" presStyleIdx="0" presStyleCnt="4">
        <dgm:presLayoutVars>
          <dgm:chPref val="3"/>
        </dgm:presLayoutVars>
      </dgm:prSet>
      <dgm:spPr/>
    </dgm:pt>
    <dgm:pt modelId="{74A9CBF1-C744-4080-8C58-BDB8F812D911}" type="pres">
      <dgm:prSet presAssocID="{07CA74C3-DE83-439A-8FE2-A43D326F46D5}" presName="rootConnector" presStyleLbl="node3" presStyleIdx="0" presStyleCnt="4"/>
      <dgm:spPr/>
    </dgm:pt>
    <dgm:pt modelId="{F01C120E-3547-4B32-B6E5-86A97484F385}" type="pres">
      <dgm:prSet presAssocID="{07CA74C3-DE83-439A-8FE2-A43D326F46D5}" presName="hierChild4" presStyleCnt="0"/>
      <dgm:spPr/>
    </dgm:pt>
    <dgm:pt modelId="{CF90999C-472C-496E-A13D-9F39ACF4A94D}" type="pres">
      <dgm:prSet presAssocID="{1BA43DAD-D9A9-4B11-99F9-5C37E053BCB5}" presName="Name37" presStyleLbl="parChTrans1D4" presStyleIdx="0" presStyleCnt="1"/>
      <dgm:spPr/>
    </dgm:pt>
    <dgm:pt modelId="{031FDC6B-7AC8-4DB0-BB4D-4DD2F071FB30}" type="pres">
      <dgm:prSet presAssocID="{0B59AAF8-B7E8-4C39-81AD-3DCC782B7B05}" presName="hierRoot2" presStyleCnt="0">
        <dgm:presLayoutVars>
          <dgm:hierBranch val="init"/>
        </dgm:presLayoutVars>
      </dgm:prSet>
      <dgm:spPr/>
    </dgm:pt>
    <dgm:pt modelId="{D7BB50D8-C899-4307-92EE-55C87BE7C171}" type="pres">
      <dgm:prSet presAssocID="{0B59AAF8-B7E8-4C39-81AD-3DCC782B7B05}" presName="rootComposite" presStyleCnt="0"/>
      <dgm:spPr/>
    </dgm:pt>
    <dgm:pt modelId="{BD9A9417-D18D-4230-BB7A-5483DB4E8919}" type="pres">
      <dgm:prSet presAssocID="{0B59AAF8-B7E8-4C39-81AD-3DCC782B7B05}" presName="rootText" presStyleLbl="node4" presStyleIdx="0" presStyleCnt="1">
        <dgm:presLayoutVars>
          <dgm:chPref val="3"/>
        </dgm:presLayoutVars>
      </dgm:prSet>
      <dgm:spPr/>
    </dgm:pt>
    <dgm:pt modelId="{1FF08817-9078-4FBA-998A-12BAEF61EB46}" type="pres">
      <dgm:prSet presAssocID="{0B59AAF8-B7E8-4C39-81AD-3DCC782B7B05}" presName="rootConnector" presStyleLbl="node4" presStyleIdx="0" presStyleCnt="1"/>
      <dgm:spPr/>
    </dgm:pt>
    <dgm:pt modelId="{EE91EE76-ED94-4291-994C-D0CA226D5CB4}" type="pres">
      <dgm:prSet presAssocID="{0B59AAF8-B7E8-4C39-81AD-3DCC782B7B05}" presName="hierChild4" presStyleCnt="0"/>
      <dgm:spPr/>
    </dgm:pt>
    <dgm:pt modelId="{5A93EAED-DA29-4087-943C-6476BE165FF2}" type="pres">
      <dgm:prSet presAssocID="{0B59AAF8-B7E8-4C39-81AD-3DCC782B7B05}" presName="hierChild5" presStyleCnt="0"/>
      <dgm:spPr/>
    </dgm:pt>
    <dgm:pt modelId="{B5E8059D-38E9-4EB5-8CD0-BC0EC9E0A746}" type="pres">
      <dgm:prSet presAssocID="{07CA74C3-DE83-439A-8FE2-A43D326F46D5}" presName="hierChild5" presStyleCnt="0"/>
      <dgm:spPr/>
    </dgm:pt>
    <dgm:pt modelId="{D95DA74C-58F9-45EB-BF62-D161956FADBB}" type="pres">
      <dgm:prSet presAssocID="{3D0D98C2-4D61-4E54-AD47-9FD8862E2C62}" presName="Name37" presStyleLbl="parChTrans1D3" presStyleIdx="1" presStyleCnt="4"/>
      <dgm:spPr/>
    </dgm:pt>
    <dgm:pt modelId="{16A2BF7A-2FFE-4861-9202-8BBA45AF6F32}" type="pres">
      <dgm:prSet presAssocID="{E6D686C9-2A33-4BED-B31D-67AE66CAE817}" presName="hierRoot2" presStyleCnt="0">
        <dgm:presLayoutVars>
          <dgm:hierBranch val="init"/>
        </dgm:presLayoutVars>
      </dgm:prSet>
      <dgm:spPr/>
    </dgm:pt>
    <dgm:pt modelId="{1C50ADE8-6978-434F-8D5A-0B04D25E7203}" type="pres">
      <dgm:prSet presAssocID="{E6D686C9-2A33-4BED-B31D-67AE66CAE817}" presName="rootComposite" presStyleCnt="0"/>
      <dgm:spPr/>
    </dgm:pt>
    <dgm:pt modelId="{043D6D8F-CC69-4347-9906-F9C1FC7E69EB}" type="pres">
      <dgm:prSet presAssocID="{E6D686C9-2A33-4BED-B31D-67AE66CAE817}" presName="rootText" presStyleLbl="node3" presStyleIdx="1" presStyleCnt="4">
        <dgm:presLayoutVars>
          <dgm:chPref val="3"/>
        </dgm:presLayoutVars>
      </dgm:prSet>
      <dgm:spPr/>
    </dgm:pt>
    <dgm:pt modelId="{10936E8A-2672-4794-B0D5-B9A64DFC4A64}" type="pres">
      <dgm:prSet presAssocID="{E6D686C9-2A33-4BED-B31D-67AE66CAE817}" presName="rootConnector" presStyleLbl="node3" presStyleIdx="1" presStyleCnt="4"/>
      <dgm:spPr/>
    </dgm:pt>
    <dgm:pt modelId="{D062E90E-118D-4BD0-8FA7-F45DF8217944}" type="pres">
      <dgm:prSet presAssocID="{E6D686C9-2A33-4BED-B31D-67AE66CAE817}" presName="hierChild4" presStyleCnt="0"/>
      <dgm:spPr/>
    </dgm:pt>
    <dgm:pt modelId="{988B6FB0-C089-466B-9C3F-AB9C2EBD1362}" type="pres">
      <dgm:prSet presAssocID="{E6D686C9-2A33-4BED-B31D-67AE66CAE817}" presName="hierChild5" presStyleCnt="0"/>
      <dgm:spPr/>
    </dgm:pt>
    <dgm:pt modelId="{4BEC5C3B-1D54-4008-A6B3-CA3C1FCD7678}" type="pres">
      <dgm:prSet presAssocID="{76E60FF6-5C06-4D5F-9313-A3997D6B1124}" presName="Name37" presStyleLbl="parChTrans1D3" presStyleIdx="2" presStyleCnt="4"/>
      <dgm:spPr/>
    </dgm:pt>
    <dgm:pt modelId="{4B8F5ACE-33BB-4337-BE1B-A0EC8ED3A541}" type="pres">
      <dgm:prSet presAssocID="{BED47964-51EA-4932-A7C2-4AFF1CB9A19D}" presName="hierRoot2" presStyleCnt="0">
        <dgm:presLayoutVars>
          <dgm:hierBranch val="init"/>
        </dgm:presLayoutVars>
      </dgm:prSet>
      <dgm:spPr/>
    </dgm:pt>
    <dgm:pt modelId="{7690C42A-9D49-4E2B-A5E2-254F09AF4A34}" type="pres">
      <dgm:prSet presAssocID="{BED47964-51EA-4932-A7C2-4AFF1CB9A19D}" presName="rootComposite" presStyleCnt="0"/>
      <dgm:spPr/>
    </dgm:pt>
    <dgm:pt modelId="{9D751ABC-9649-47FE-BF1B-0104D5459938}" type="pres">
      <dgm:prSet presAssocID="{BED47964-51EA-4932-A7C2-4AFF1CB9A19D}" presName="rootText" presStyleLbl="node3" presStyleIdx="2" presStyleCnt="4">
        <dgm:presLayoutVars>
          <dgm:chPref val="3"/>
        </dgm:presLayoutVars>
      </dgm:prSet>
      <dgm:spPr/>
    </dgm:pt>
    <dgm:pt modelId="{FDF95F44-30DD-413D-A1DB-E659764C26D3}" type="pres">
      <dgm:prSet presAssocID="{BED47964-51EA-4932-A7C2-4AFF1CB9A19D}" presName="rootConnector" presStyleLbl="node3" presStyleIdx="2" presStyleCnt="4"/>
      <dgm:spPr/>
    </dgm:pt>
    <dgm:pt modelId="{DC7E6E11-4FDB-4053-98DA-C86C8FE43FAC}" type="pres">
      <dgm:prSet presAssocID="{BED47964-51EA-4932-A7C2-4AFF1CB9A19D}" presName="hierChild4" presStyleCnt="0"/>
      <dgm:spPr/>
    </dgm:pt>
    <dgm:pt modelId="{61476015-4CF6-40CA-97D7-D3F40BB2EF81}" type="pres">
      <dgm:prSet presAssocID="{BED47964-51EA-4932-A7C2-4AFF1CB9A19D}" presName="hierChild5" presStyleCnt="0"/>
      <dgm:spPr/>
    </dgm:pt>
    <dgm:pt modelId="{346C5A36-4C4F-458F-B885-BC42D0D463D6}" type="pres">
      <dgm:prSet presAssocID="{4C301676-E877-4C77-959B-24F51E289851}" presName="hierChild5" presStyleCnt="0"/>
      <dgm:spPr/>
    </dgm:pt>
    <dgm:pt modelId="{08ECFDEC-6BDB-448E-80C8-0461E09FE07E}" type="pres">
      <dgm:prSet presAssocID="{CF1C1EC9-0FAB-48D1-B40B-9A52036EB58E}" presName="Name37" presStyleLbl="parChTrans1D2" presStyleIdx="1" presStyleCnt="4"/>
      <dgm:spPr/>
    </dgm:pt>
    <dgm:pt modelId="{51324F4D-D2FF-4E6A-8565-B8754C297667}" type="pres">
      <dgm:prSet presAssocID="{4D904ABF-5B09-44A1-8137-22349C111A5A}" presName="hierRoot2" presStyleCnt="0">
        <dgm:presLayoutVars>
          <dgm:hierBranch val="init"/>
        </dgm:presLayoutVars>
      </dgm:prSet>
      <dgm:spPr/>
    </dgm:pt>
    <dgm:pt modelId="{955A6584-A23F-44CF-A42A-732B927693EE}" type="pres">
      <dgm:prSet presAssocID="{4D904ABF-5B09-44A1-8137-22349C111A5A}" presName="rootComposite" presStyleCnt="0"/>
      <dgm:spPr/>
    </dgm:pt>
    <dgm:pt modelId="{BD1475B4-A178-422E-ABBF-AD1633CADB3B}" type="pres">
      <dgm:prSet presAssocID="{4D904ABF-5B09-44A1-8137-22349C111A5A}" presName="rootText" presStyleLbl="node2" presStyleIdx="1" presStyleCnt="3">
        <dgm:presLayoutVars>
          <dgm:chPref val="3"/>
        </dgm:presLayoutVars>
      </dgm:prSet>
      <dgm:spPr/>
    </dgm:pt>
    <dgm:pt modelId="{AB6311AD-9879-4BF4-AE6D-872A69F415A1}" type="pres">
      <dgm:prSet presAssocID="{4D904ABF-5B09-44A1-8137-22349C111A5A}" presName="rootConnector" presStyleLbl="node2" presStyleIdx="1" presStyleCnt="3"/>
      <dgm:spPr/>
    </dgm:pt>
    <dgm:pt modelId="{ED032919-1429-495B-BE79-B11612AD8AFE}" type="pres">
      <dgm:prSet presAssocID="{4D904ABF-5B09-44A1-8137-22349C111A5A}" presName="hierChild4" presStyleCnt="0"/>
      <dgm:spPr/>
    </dgm:pt>
    <dgm:pt modelId="{FCE02D46-3101-47EF-91A0-65266585706A}" type="pres">
      <dgm:prSet presAssocID="{0EC1941E-67A5-4DBD-B6DB-6BE23A119E89}" presName="Name37" presStyleLbl="parChTrans1D3" presStyleIdx="3" presStyleCnt="4"/>
      <dgm:spPr/>
    </dgm:pt>
    <dgm:pt modelId="{7E4814FE-355E-4698-8AD9-EE5E177123BA}" type="pres">
      <dgm:prSet presAssocID="{E6CA73B5-D592-4FEE-8668-8036528481BD}" presName="hierRoot2" presStyleCnt="0">
        <dgm:presLayoutVars>
          <dgm:hierBranch val="init"/>
        </dgm:presLayoutVars>
      </dgm:prSet>
      <dgm:spPr/>
    </dgm:pt>
    <dgm:pt modelId="{C3CAED33-BA41-4285-BC88-5D2E07257138}" type="pres">
      <dgm:prSet presAssocID="{E6CA73B5-D592-4FEE-8668-8036528481BD}" presName="rootComposite" presStyleCnt="0"/>
      <dgm:spPr/>
    </dgm:pt>
    <dgm:pt modelId="{C5FF7990-912C-437B-99EA-1B59FACC0F12}" type="pres">
      <dgm:prSet presAssocID="{E6CA73B5-D592-4FEE-8668-8036528481BD}" presName="rootText" presStyleLbl="node3" presStyleIdx="3" presStyleCnt="4">
        <dgm:presLayoutVars>
          <dgm:chPref val="3"/>
        </dgm:presLayoutVars>
      </dgm:prSet>
      <dgm:spPr/>
    </dgm:pt>
    <dgm:pt modelId="{AA047DD7-902A-4AEF-B375-C018175CF76B}" type="pres">
      <dgm:prSet presAssocID="{E6CA73B5-D592-4FEE-8668-8036528481BD}" presName="rootConnector" presStyleLbl="node3" presStyleIdx="3" presStyleCnt="4"/>
      <dgm:spPr/>
    </dgm:pt>
    <dgm:pt modelId="{891AC52A-60B8-41B2-AB33-C06057FF6CB7}" type="pres">
      <dgm:prSet presAssocID="{E6CA73B5-D592-4FEE-8668-8036528481BD}" presName="hierChild4" presStyleCnt="0"/>
      <dgm:spPr/>
    </dgm:pt>
    <dgm:pt modelId="{FB5AC7DE-97C1-41DE-B507-C8A8BF2C3D6E}" type="pres">
      <dgm:prSet presAssocID="{E6CA73B5-D592-4FEE-8668-8036528481BD}" presName="hierChild5" presStyleCnt="0"/>
      <dgm:spPr/>
    </dgm:pt>
    <dgm:pt modelId="{1E91482C-EA12-4C56-B3EE-145839E4B144}" type="pres">
      <dgm:prSet presAssocID="{4D904ABF-5B09-44A1-8137-22349C111A5A}" presName="hierChild5" presStyleCnt="0"/>
      <dgm:spPr/>
    </dgm:pt>
    <dgm:pt modelId="{913E8AA3-11C7-48F6-8912-2A04DF07E529}" type="pres">
      <dgm:prSet presAssocID="{AE509D95-C8B0-4936-90ED-D0AD40C704BA}" presName="Name37" presStyleLbl="parChTrans1D2" presStyleIdx="2" presStyleCnt="4"/>
      <dgm:spPr/>
    </dgm:pt>
    <dgm:pt modelId="{02ACDE84-345C-4D68-B6E4-2FD70229CEE7}" type="pres">
      <dgm:prSet presAssocID="{DAA0A0A6-8279-45B1-8E69-E6F834308DAF}" presName="hierRoot2" presStyleCnt="0">
        <dgm:presLayoutVars>
          <dgm:hierBranch val="init"/>
        </dgm:presLayoutVars>
      </dgm:prSet>
      <dgm:spPr/>
    </dgm:pt>
    <dgm:pt modelId="{98A084A4-6B61-4988-B5B4-4F94C276B128}" type="pres">
      <dgm:prSet presAssocID="{DAA0A0A6-8279-45B1-8E69-E6F834308DAF}" presName="rootComposite" presStyleCnt="0"/>
      <dgm:spPr/>
    </dgm:pt>
    <dgm:pt modelId="{79C1592E-D471-4D31-8F1A-D81599271BA2}" type="pres">
      <dgm:prSet presAssocID="{DAA0A0A6-8279-45B1-8E69-E6F834308DAF}" presName="rootText" presStyleLbl="node2" presStyleIdx="2" presStyleCnt="3">
        <dgm:presLayoutVars>
          <dgm:chPref val="3"/>
        </dgm:presLayoutVars>
      </dgm:prSet>
      <dgm:spPr/>
    </dgm:pt>
    <dgm:pt modelId="{D2BE8915-EFD4-488E-BC1C-7330419B94B6}" type="pres">
      <dgm:prSet presAssocID="{DAA0A0A6-8279-45B1-8E69-E6F834308DAF}" presName="rootConnector" presStyleLbl="node2" presStyleIdx="2" presStyleCnt="3"/>
      <dgm:spPr/>
    </dgm:pt>
    <dgm:pt modelId="{1628CFEB-BDE5-4ABF-A077-A3D7776BC584}" type="pres">
      <dgm:prSet presAssocID="{DAA0A0A6-8279-45B1-8E69-E6F834308DAF}" presName="hierChild4" presStyleCnt="0"/>
      <dgm:spPr/>
    </dgm:pt>
    <dgm:pt modelId="{D41354B3-02A4-4104-8E34-0943EA48AB0B}" type="pres">
      <dgm:prSet presAssocID="{DAA0A0A6-8279-45B1-8E69-E6F834308DAF}" presName="hierChild5" presStyleCnt="0"/>
      <dgm:spPr/>
    </dgm:pt>
    <dgm:pt modelId="{9F70DBA5-A02C-4035-B0C8-4B7FB5908807}" type="pres">
      <dgm:prSet presAssocID="{2F119063-A330-4001-8F3F-737849A76ECC}" presName="hierChild3" presStyleCnt="0"/>
      <dgm:spPr/>
    </dgm:pt>
    <dgm:pt modelId="{AE5FDDC6-A82C-4073-A095-C8850B26BE52}" type="pres">
      <dgm:prSet presAssocID="{A7EFA0E7-A1B1-4F1A-B2DC-8A4D9E6E5EDD}" presName="Name111" presStyleLbl="parChTrans1D2" presStyleIdx="3" presStyleCnt="4"/>
      <dgm:spPr/>
    </dgm:pt>
    <dgm:pt modelId="{40A9D30C-1F8A-4794-A43E-4C5EF89B38EF}" type="pres">
      <dgm:prSet presAssocID="{9B285FBC-E77A-44F4-9A41-56BAC371D1AD}" presName="hierRoot3" presStyleCnt="0">
        <dgm:presLayoutVars>
          <dgm:hierBranch val="init"/>
        </dgm:presLayoutVars>
      </dgm:prSet>
      <dgm:spPr/>
    </dgm:pt>
    <dgm:pt modelId="{82144B8D-C034-47A4-B08A-5A7B36F49F81}" type="pres">
      <dgm:prSet presAssocID="{9B285FBC-E77A-44F4-9A41-56BAC371D1AD}" presName="rootComposite3" presStyleCnt="0"/>
      <dgm:spPr/>
    </dgm:pt>
    <dgm:pt modelId="{62352747-BF81-40FD-A961-21A0982D8475}" type="pres">
      <dgm:prSet presAssocID="{9B285FBC-E77A-44F4-9A41-56BAC371D1AD}" presName="rootText3" presStyleLbl="asst1" presStyleIdx="0" presStyleCnt="1">
        <dgm:presLayoutVars>
          <dgm:chPref val="3"/>
        </dgm:presLayoutVars>
      </dgm:prSet>
      <dgm:spPr/>
    </dgm:pt>
    <dgm:pt modelId="{36420AB8-9D49-4ED3-8228-13D186D78266}" type="pres">
      <dgm:prSet presAssocID="{9B285FBC-E77A-44F4-9A41-56BAC371D1AD}" presName="rootConnector3" presStyleLbl="asst1" presStyleIdx="0" presStyleCnt="1"/>
      <dgm:spPr/>
    </dgm:pt>
    <dgm:pt modelId="{E534D803-D1F4-44D4-8D53-91CDE50926E8}" type="pres">
      <dgm:prSet presAssocID="{9B285FBC-E77A-44F4-9A41-56BAC371D1AD}" presName="hierChild6" presStyleCnt="0"/>
      <dgm:spPr/>
    </dgm:pt>
    <dgm:pt modelId="{3C3073DF-EC68-4F93-9D44-DB3D97E3CF5A}" type="pres">
      <dgm:prSet presAssocID="{9B285FBC-E77A-44F4-9A41-56BAC371D1AD}" presName="hierChild7" presStyleCnt="0"/>
      <dgm:spPr/>
    </dgm:pt>
  </dgm:ptLst>
  <dgm:cxnLst>
    <dgm:cxn modelId="{A9A4F909-C3BD-4BBA-9347-2C66FF227A89}" type="presOf" srcId="{4D904ABF-5B09-44A1-8137-22349C111A5A}" destId="{BD1475B4-A178-422E-ABBF-AD1633CADB3B}" srcOrd="0" destOrd="0" presId="urn:microsoft.com/office/officeart/2005/8/layout/orgChart1"/>
    <dgm:cxn modelId="{47532812-61D7-4DA3-A24A-8401B23568FE}" srcId="{07CA74C3-DE83-439A-8FE2-A43D326F46D5}" destId="{0B59AAF8-B7E8-4C39-81AD-3DCC782B7B05}" srcOrd="0" destOrd="0" parTransId="{1BA43DAD-D9A9-4B11-99F9-5C37E053BCB5}" sibTransId="{18F4B8D4-2042-4B85-81B1-36710A343849}"/>
    <dgm:cxn modelId="{6EB41A13-0E76-4B09-B69F-4CF544934CEF}" type="presOf" srcId="{E6CA73B5-D592-4FEE-8668-8036528481BD}" destId="{AA047DD7-902A-4AEF-B375-C018175CF76B}" srcOrd="1" destOrd="0" presId="urn:microsoft.com/office/officeart/2005/8/layout/orgChart1"/>
    <dgm:cxn modelId="{80570415-6AF2-41D0-9DB9-55C68AA85BA0}" type="presOf" srcId="{A2DE95CA-D4B9-4079-B000-234B341DA91E}" destId="{A6255C6B-6AA6-4390-B5D8-FD40EA4D4BDF}" srcOrd="0" destOrd="0" presId="urn:microsoft.com/office/officeart/2005/8/layout/orgChart1"/>
    <dgm:cxn modelId="{573CC323-3E5C-4DA2-BC6B-B3254094D94E}" type="presOf" srcId="{0EC1941E-67A5-4DBD-B6DB-6BE23A119E89}" destId="{FCE02D46-3101-47EF-91A0-65266585706A}" srcOrd="0" destOrd="0" presId="urn:microsoft.com/office/officeart/2005/8/layout/orgChart1"/>
    <dgm:cxn modelId="{82BE3A35-3C26-46FA-B63F-D75D8323275B}" type="presOf" srcId="{0B59AAF8-B7E8-4C39-81AD-3DCC782B7B05}" destId="{1FF08817-9078-4FBA-998A-12BAEF61EB46}" srcOrd="1" destOrd="0" presId="urn:microsoft.com/office/officeart/2005/8/layout/orgChart1"/>
    <dgm:cxn modelId="{1B7B9A37-6845-44BA-B45D-CAE8B2D1F7E4}" type="presOf" srcId="{9B285FBC-E77A-44F4-9A41-56BAC371D1AD}" destId="{36420AB8-9D49-4ED3-8228-13D186D78266}" srcOrd="1" destOrd="0" presId="urn:microsoft.com/office/officeart/2005/8/layout/orgChart1"/>
    <dgm:cxn modelId="{6EE7E139-6FFD-4788-A8F0-B51ABEEB90A0}" srcId="{41E7F78B-4CD3-4B03-B04D-86898BF88995}" destId="{2F119063-A330-4001-8F3F-737849A76ECC}" srcOrd="0" destOrd="0" parTransId="{DF94196D-DDC2-4727-9D80-FE148F448AC5}" sibTransId="{84B38AE4-8734-4CA2-A3EE-BC3D3932DC7D}"/>
    <dgm:cxn modelId="{F344F540-CC0A-422D-9F88-BE550BE55EE3}" type="presOf" srcId="{4C301676-E877-4C77-959B-24F51E289851}" destId="{8E0CC80B-0CAC-47B3-B582-0ECEE409893B}" srcOrd="0" destOrd="0" presId="urn:microsoft.com/office/officeart/2005/8/layout/orgChart1"/>
    <dgm:cxn modelId="{B7A47C5E-5550-4B70-8C7F-CA622DFCC867}" type="presOf" srcId="{CF1C1EC9-0FAB-48D1-B40B-9A52036EB58E}" destId="{08ECFDEC-6BDB-448E-80C8-0461E09FE07E}" srcOrd="0" destOrd="0" presId="urn:microsoft.com/office/officeart/2005/8/layout/orgChart1"/>
    <dgm:cxn modelId="{193CBB61-497E-45CC-8247-0A96F14FE8B7}" type="presOf" srcId="{1BA43DAD-D9A9-4B11-99F9-5C37E053BCB5}" destId="{CF90999C-472C-496E-A13D-9F39ACF4A94D}" srcOrd="0" destOrd="0" presId="urn:microsoft.com/office/officeart/2005/8/layout/orgChart1"/>
    <dgm:cxn modelId="{FFBF8D64-2563-47AA-9BAE-3BA24C4A1787}" type="presOf" srcId="{E6CA73B5-D592-4FEE-8668-8036528481BD}" destId="{C5FF7990-912C-437B-99EA-1B59FACC0F12}" srcOrd="0" destOrd="0" presId="urn:microsoft.com/office/officeart/2005/8/layout/orgChart1"/>
    <dgm:cxn modelId="{FCFEB168-FAEC-48E8-9B28-98EE7E9EE449}" type="presOf" srcId="{41E7F78B-4CD3-4B03-B04D-86898BF88995}" destId="{BEB9B453-EB56-420F-A2AD-75CD407FF80C}" srcOrd="0" destOrd="0" presId="urn:microsoft.com/office/officeart/2005/8/layout/orgChart1"/>
    <dgm:cxn modelId="{5831B049-FC91-4053-91C1-627DCB8C37A1}" srcId="{4C301676-E877-4C77-959B-24F51E289851}" destId="{07CA74C3-DE83-439A-8FE2-A43D326F46D5}" srcOrd="0" destOrd="0" parTransId="{A2693A2C-79AF-4168-8964-282BB5A8F687}" sibTransId="{8A474797-F16B-45B8-9876-EEFA95D549AA}"/>
    <dgm:cxn modelId="{5DC7294B-3764-420D-846B-B103925827DB}" srcId="{2F119063-A330-4001-8F3F-737849A76ECC}" destId="{4C301676-E877-4C77-959B-24F51E289851}" srcOrd="1" destOrd="0" parTransId="{A2DE95CA-D4B9-4079-B000-234B341DA91E}" sibTransId="{20CAF744-616B-4259-988E-20433065C419}"/>
    <dgm:cxn modelId="{8BB2DF6C-C020-459E-AEBC-1136F4EEEF9B}" srcId="{2F119063-A330-4001-8F3F-737849A76ECC}" destId="{4D904ABF-5B09-44A1-8137-22349C111A5A}" srcOrd="2" destOrd="0" parTransId="{CF1C1EC9-0FAB-48D1-B40B-9A52036EB58E}" sibTransId="{73E66F4A-3911-4535-98FF-8795D2BDCDC9}"/>
    <dgm:cxn modelId="{DABB7D6F-AF82-4769-871B-50698765E219}" type="presOf" srcId="{4D904ABF-5B09-44A1-8137-22349C111A5A}" destId="{AB6311AD-9879-4BF4-AE6D-872A69F415A1}" srcOrd="1" destOrd="0" presId="urn:microsoft.com/office/officeart/2005/8/layout/orgChart1"/>
    <dgm:cxn modelId="{A967A770-BF31-4A21-90ED-08B493B5891F}" type="presOf" srcId="{9B285FBC-E77A-44F4-9A41-56BAC371D1AD}" destId="{62352747-BF81-40FD-A961-21A0982D8475}" srcOrd="0" destOrd="0" presId="urn:microsoft.com/office/officeart/2005/8/layout/orgChart1"/>
    <dgm:cxn modelId="{0BFF4574-CD5C-45D7-8844-A4E90F96F2E3}" type="presOf" srcId="{0B59AAF8-B7E8-4C39-81AD-3DCC782B7B05}" destId="{BD9A9417-D18D-4230-BB7A-5483DB4E8919}" srcOrd="0" destOrd="0" presId="urn:microsoft.com/office/officeart/2005/8/layout/orgChart1"/>
    <dgm:cxn modelId="{BDB59D58-0CD7-4B27-A5F7-A7D764176F8E}" type="presOf" srcId="{76E60FF6-5C06-4D5F-9313-A3997D6B1124}" destId="{4BEC5C3B-1D54-4008-A6B3-CA3C1FCD7678}" srcOrd="0" destOrd="0" presId="urn:microsoft.com/office/officeart/2005/8/layout/orgChart1"/>
    <dgm:cxn modelId="{F10D4079-59C5-49A9-AF2C-98069DEB1B64}" srcId="{4C301676-E877-4C77-959B-24F51E289851}" destId="{BED47964-51EA-4932-A7C2-4AFF1CB9A19D}" srcOrd="2" destOrd="0" parTransId="{76E60FF6-5C06-4D5F-9313-A3997D6B1124}" sibTransId="{64057EC8-7860-45CE-9E3C-F3700F2E886C}"/>
    <dgm:cxn modelId="{15308880-2AB7-4F98-9E17-0F977562B2F2}" srcId="{2F119063-A330-4001-8F3F-737849A76ECC}" destId="{DAA0A0A6-8279-45B1-8E69-E6F834308DAF}" srcOrd="3" destOrd="0" parTransId="{AE509D95-C8B0-4936-90ED-D0AD40C704BA}" sibTransId="{4AB8620C-06C0-4AAD-8CCA-74F552FA78D7}"/>
    <dgm:cxn modelId="{25BFA686-8DA7-44CA-803D-18B16133A5C1}" type="presOf" srcId="{07CA74C3-DE83-439A-8FE2-A43D326F46D5}" destId="{25125F6A-6E8E-45AC-B4F2-712B8E1C5DDE}" srcOrd="0" destOrd="0" presId="urn:microsoft.com/office/officeart/2005/8/layout/orgChart1"/>
    <dgm:cxn modelId="{CADD289B-A523-4B7C-AF2F-555D216C0229}" type="presOf" srcId="{2F119063-A330-4001-8F3F-737849A76ECC}" destId="{0DA05549-498F-44D6-9BF6-F1E9BB659B64}" srcOrd="1" destOrd="0" presId="urn:microsoft.com/office/officeart/2005/8/layout/orgChart1"/>
    <dgm:cxn modelId="{97F6279D-666D-45AC-A591-97AA239A4E20}" type="presOf" srcId="{DAA0A0A6-8279-45B1-8E69-E6F834308DAF}" destId="{79C1592E-D471-4D31-8F1A-D81599271BA2}" srcOrd="0" destOrd="0" presId="urn:microsoft.com/office/officeart/2005/8/layout/orgChart1"/>
    <dgm:cxn modelId="{E2DF9C9F-C88F-43EA-8829-844F7F3D2DAD}" type="presOf" srcId="{BED47964-51EA-4932-A7C2-4AFF1CB9A19D}" destId="{FDF95F44-30DD-413D-A1DB-E659764C26D3}" srcOrd="1" destOrd="0" presId="urn:microsoft.com/office/officeart/2005/8/layout/orgChart1"/>
    <dgm:cxn modelId="{ABE60FA0-463A-461B-92A6-C1BF6E7DA165}" type="presOf" srcId="{2F119063-A330-4001-8F3F-737849A76ECC}" destId="{51BAEEB4-24CE-4997-94F7-93F530951E13}" srcOrd="0" destOrd="0" presId="urn:microsoft.com/office/officeart/2005/8/layout/orgChart1"/>
    <dgm:cxn modelId="{75DE17A7-1701-4937-A4B9-7CF7901684D1}" type="presOf" srcId="{A2693A2C-79AF-4168-8964-282BB5A8F687}" destId="{3590FEF1-6575-4121-B092-9EFD659398AF}" srcOrd="0" destOrd="0" presId="urn:microsoft.com/office/officeart/2005/8/layout/orgChart1"/>
    <dgm:cxn modelId="{2931EDA8-4DDA-44ED-92ED-2AD3F6094FE2}" type="presOf" srcId="{3D0D98C2-4D61-4E54-AD47-9FD8862E2C62}" destId="{D95DA74C-58F9-45EB-BF62-D161956FADBB}" srcOrd="0" destOrd="0" presId="urn:microsoft.com/office/officeart/2005/8/layout/orgChart1"/>
    <dgm:cxn modelId="{980710B3-ED6E-4A95-9A8E-24302672D061}" srcId="{4C301676-E877-4C77-959B-24F51E289851}" destId="{E6D686C9-2A33-4BED-B31D-67AE66CAE817}" srcOrd="1" destOrd="0" parTransId="{3D0D98C2-4D61-4E54-AD47-9FD8862E2C62}" sibTransId="{69A7F0E4-EC88-4057-865A-374A1AC95678}"/>
    <dgm:cxn modelId="{F24FE1BA-6D50-459E-8346-69D18C20D489}" type="presOf" srcId="{A7EFA0E7-A1B1-4F1A-B2DC-8A4D9E6E5EDD}" destId="{AE5FDDC6-A82C-4073-A095-C8850B26BE52}" srcOrd="0" destOrd="0" presId="urn:microsoft.com/office/officeart/2005/8/layout/orgChart1"/>
    <dgm:cxn modelId="{8E597BBE-6060-46E4-911D-CADE5A7D5544}" type="presOf" srcId="{AE509D95-C8B0-4936-90ED-D0AD40C704BA}" destId="{913E8AA3-11C7-48F6-8912-2A04DF07E529}" srcOrd="0" destOrd="0" presId="urn:microsoft.com/office/officeart/2005/8/layout/orgChart1"/>
    <dgm:cxn modelId="{A69033D3-2F07-45CA-B7A3-EDB8705FCBB9}" type="presOf" srcId="{BED47964-51EA-4932-A7C2-4AFF1CB9A19D}" destId="{9D751ABC-9649-47FE-BF1B-0104D5459938}" srcOrd="0" destOrd="0" presId="urn:microsoft.com/office/officeart/2005/8/layout/orgChart1"/>
    <dgm:cxn modelId="{B2E5F2D8-1EE0-4763-9141-14372191BB23}" type="presOf" srcId="{E6D686C9-2A33-4BED-B31D-67AE66CAE817}" destId="{043D6D8F-CC69-4347-9906-F9C1FC7E69EB}" srcOrd="0" destOrd="0" presId="urn:microsoft.com/office/officeart/2005/8/layout/orgChart1"/>
    <dgm:cxn modelId="{CE5214D9-343E-4CD3-9831-970F945C4F2E}" type="presOf" srcId="{E6D686C9-2A33-4BED-B31D-67AE66CAE817}" destId="{10936E8A-2672-4794-B0D5-B9A64DFC4A64}" srcOrd="1" destOrd="0" presId="urn:microsoft.com/office/officeart/2005/8/layout/orgChart1"/>
    <dgm:cxn modelId="{3FF4BCDD-95CC-4A9C-8BF7-3A45D1B589A4}" srcId="{4D904ABF-5B09-44A1-8137-22349C111A5A}" destId="{E6CA73B5-D592-4FEE-8668-8036528481BD}" srcOrd="0" destOrd="0" parTransId="{0EC1941E-67A5-4DBD-B6DB-6BE23A119E89}" sibTransId="{887ACE1B-3686-4C18-A3D2-AE2B7AE39674}"/>
    <dgm:cxn modelId="{81F80CE4-E61C-4128-9707-75CC9701492E}" srcId="{2F119063-A330-4001-8F3F-737849A76ECC}" destId="{9B285FBC-E77A-44F4-9A41-56BAC371D1AD}" srcOrd="0" destOrd="0" parTransId="{A7EFA0E7-A1B1-4F1A-B2DC-8A4D9E6E5EDD}" sibTransId="{764774DC-6DB4-42E1-A71C-FDE1DFF60DAC}"/>
    <dgm:cxn modelId="{D42D81E9-A064-4388-AB21-E60507423AFB}" type="presOf" srcId="{DAA0A0A6-8279-45B1-8E69-E6F834308DAF}" destId="{D2BE8915-EFD4-488E-BC1C-7330419B94B6}" srcOrd="1" destOrd="0" presId="urn:microsoft.com/office/officeart/2005/8/layout/orgChart1"/>
    <dgm:cxn modelId="{D66308F4-EA1A-494F-89BB-589948CB351C}" type="presOf" srcId="{4C301676-E877-4C77-959B-24F51E289851}" destId="{EFF1FA60-3779-4B92-B097-DC6B96D9A437}" srcOrd="1" destOrd="0" presId="urn:microsoft.com/office/officeart/2005/8/layout/orgChart1"/>
    <dgm:cxn modelId="{B905B3FD-5531-422B-8A72-0A675EF015B8}" type="presOf" srcId="{07CA74C3-DE83-439A-8FE2-A43D326F46D5}" destId="{74A9CBF1-C744-4080-8C58-BDB8F812D911}" srcOrd="1" destOrd="0" presId="urn:microsoft.com/office/officeart/2005/8/layout/orgChart1"/>
    <dgm:cxn modelId="{2553A412-2E05-4E98-8AEA-5D21D3A4DAC7}" type="presParOf" srcId="{BEB9B453-EB56-420F-A2AD-75CD407FF80C}" destId="{10E1FDE7-280E-4B10-BBD0-DCC0BC94EA75}" srcOrd="0" destOrd="0" presId="urn:microsoft.com/office/officeart/2005/8/layout/orgChart1"/>
    <dgm:cxn modelId="{E7CFBD11-941E-4F76-A857-939574EAF34F}" type="presParOf" srcId="{10E1FDE7-280E-4B10-BBD0-DCC0BC94EA75}" destId="{0A4C23CF-6AEB-4DF3-A9C4-F065C451C152}" srcOrd="0" destOrd="0" presId="urn:microsoft.com/office/officeart/2005/8/layout/orgChart1"/>
    <dgm:cxn modelId="{720100B9-7855-4765-A37D-A8C8A16CF09C}" type="presParOf" srcId="{0A4C23CF-6AEB-4DF3-A9C4-F065C451C152}" destId="{51BAEEB4-24CE-4997-94F7-93F530951E13}" srcOrd="0" destOrd="0" presId="urn:microsoft.com/office/officeart/2005/8/layout/orgChart1"/>
    <dgm:cxn modelId="{F7A3CC7F-6D84-4440-A684-BF506297EA31}" type="presParOf" srcId="{0A4C23CF-6AEB-4DF3-A9C4-F065C451C152}" destId="{0DA05549-498F-44D6-9BF6-F1E9BB659B64}" srcOrd="1" destOrd="0" presId="urn:microsoft.com/office/officeart/2005/8/layout/orgChart1"/>
    <dgm:cxn modelId="{B90F20F5-D61D-47E4-A519-F5C22169D731}" type="presParOf" srcId="{10E1FDE7-280E-4B10-BBD0-DCC0BC94EA75}" destId="{542F6882-715D-4BD3-9E74-36F5BFECD336}" srcOrd="1" destOrd="0" presId="urn:microsoft.com/office/officeart/2005/8/layout/orgChart1"/>
    <dgm:cxn modelId="{0EF807BE-1BC7-4E78-8EBD-54D5146F940F}" type="presParOf" srcId="{542F6882-715D-4BD3-9E74-36F5BFECD336}" destId="{A6255C6B-6AA6-4390-B5D8-FD40EA4D4BDF}" srcOrd="0" destOrd="0" presId="urn:microsoft.com/office/officeart/2005/8/layout/orgChart1"/>
    <dgm:cxn modelId="{D9077E31-8519-44DC-9441-ACBAEE982062}" type="presParOf" srcId="{542F6882-715D-4BD3-9E74-36F5BFECD336}" destId="{EFA73F2B-423F-433A-B50B-490C40CA3207}" srcOrd="1" destOrd="0" presId="urn:microsoft.com/office/officeart/2005/8/layout/orgChart1"/>
    <dgm:cxn modelId="{D6402E3D-1AB1-4F28-BF1C-FD4377501865}" type="presParOf" srcId="{EFA73F2B-423F-433A-B50B-490C40CA3207}" destId="{E3645C8C-DA91-4C38-978F-FE8F5B0C8459}" srcOrd="0" destOrd="0" presId="urn:microsoft.com/office/officeart/2005/8/layout/orgChart1"/>
    <dgm:cxn modelId="{387ADC5A-24A9-458D-9C8E-F1849B3C1C42}" type="presParOf" srcId="{E3645C8C-DA91-4C38-978F-FE8F5B0C8459}" destId="{8E0CC80B-0CAC-47B3-B582-0ECEE409893B}" srcOrd="0" destOrd="0" presId="urn:microsoft.com/office/officeart/2005/8/layout/orgChart1"/>
    <dgm:cxn modelId="{3B4ACC8A-D094-4BB1-B0C9-F18E693812FB}" type="presParOf" srcId="{E3645C8C-DA91-4C38-978F-FE8F5B0C8459}" destId="{EFF1FA60-3779-4B92-B097-DC6B96D9A437}" srcOrd="1" destOrd="0" presId="urn:microsoft.com/office/officeart/2005/8/layout/orgChart1"/>
    <dgm:cxn modelId="{524666C0-8C10-41FB-8DDA-88AEEFD5BC0A}" type="presParOf" srcId="{EFA73F2B-423F-433A-B50B-490C40CA3207}" destId="{2A4CCAA7-048E-4FA1-8271-86B95E549F12}" srcOrd="1" destOrd="0" presId="urn:microsoft.com/office/officeart/2005/8/layout/orgChart1"/>
    <dgm:cxn modelId="{F5CE7B04-122F-473A-B24C-6B133207C985}" type="presParOf" srcId="{2A4CCAA7-048E-4FA1-8271-86B95E549F12}" destId="{3590FEF1-6575-4121-B092-9EFD659398AF}" srcOrd="0" destOrd="0" presId="urn:microsoft.com/office/officeart/2005/8/layout/orgChart1"/>
    <dgm:cxn modelId="{359A7DCD-14A7-4C63-943D-FCF4F92DC53F}" type="presParOf" srcId="{2A4CCAA7-048E-4FA1-8271-86B95E549F12}" destId="{6D26B052-C7EE-4797-9DB7-E523459BD4E6}" srcOrd="1" destOrd="0" presId="urn:microsoft.com/office/officeart/2005/8/layout/orgChart1"/>
    <dgm:cxn modelId="{B47B2C03-DF20-42B2-99E6-7353EDC32C22}" type="presParOf" srcId="{6D26B052-C7EE-4797-9DB7-E523459BD4E6}" destId="{81104480-013E-478E-AFF4-E12E68D16A91}" srcOrd="0" destOrd="0" presId="urn:microsoft.com/office/officeart/2005/8/layout/orgChart1"/>
    <dgm:cxn modelId="{9C4A503B-C806-4439-9AA3-0591DCFD5516}" type="presParOf" srcId="{81104480-013E-478E-AFF4-E12E68D16A91}" destId="{25125F6A-6E8E-45AC-B4F2-712B8E1C5DDE}" srcOrd="0" destOrd="0" presId="urn:microsoft.com/office/officeart/2005/8/layout/orgChart1"/>
    <dgm:cxn modelId="{869D9C35-BD9E-43E0-886C-9F013EAD3043}" type="presParOf" srcId="{81104480-013E-478E-AFF4-E12E68D16A91}" destId="{74A9CBF1-C744-4080-8C58-BDB8F812D911}" srcOrd="1" destOrd="0" presId="urn:microsoft.com/office/officeart/2005/8/layout/orgChart1"/>
    <dgm:cxn modelId="{E1EE9CF1-1ECB-4551-83E8-9F174C39467F}" type="presParOf" srcId="{6D26B052-C7EE-4797-9DB7-E523459BD4E6}" destId="{F01C120E-3547-4B32-B6E5-86A97484F385}" srcOrd="1" destOrd="0" presId="urn:microsoft.com/office/officeart/2005/8/layout/orgChart1"/>
    <dgm:cxn modelId="{0D534BA0-1FF4-4B67-874F-D1631C46A376}" type="presParOf" srcId="{F01C120E-3547-4B32-B6E5-86A97484F385}" destId="{CF90999C-472C-496E-A13D-9F39ACF4A94D}" srcOrd="0" destOrd="0" presId="urn:microsoft.com/office/officeart/2005/8/layout/orgChart1"/>
    <dgm:cxn modelId="{950C9FF0-02A9-4CBF-9899-5CD206351B41}" type="presParOf" srcId="{F01C120E-3547-4B32-B6E5-86A97484F385}" destId="{031FDC6B-7AC8-4DB0-BB4D-4DD2F071FB30}" srcOrd="1" destOrd="0" presId="urn:microsoft.com/office/officeart/2005/8/layout/orgChart1"/>
    <dgm:cxn modelId="{ABE50EEE-BAEB-42C5-AC9F-2D541AADF522}" type="presParOf" srcId="{031FDC6B-7AC8-4DB0-BB4D-4DD2F071FB30}" destId="{D7BB50D8-C899-4307-92EE-55C87BE7C171}" srcOrd="0" destOrd="0" presId="urn:microsoft.com/office/officeart/2005/8/layout/orgChart1"/>
    <dgm:cxn modelId="{B6E693BA-C0D3-4857-9F1D-348C6427D969}" type="presParOf" srcId="{D7BB50D8-C899-4307-92EE-55C87BE7C171}" destId="{BD9A9417-D18D-4230-BB7A-5483DB4E8919}" srcOrd="0" destOrd="0" presId="urn:microsoft.com/office/officeart/2005/8/layout/orgChart1"/>
    <dgm:cxn modelId="{2AE5D6EF-EDD5-4E1F-B409-A85AA1E54EFA}" type="presParOf" srcId="{D7BB50D8-C899-4307-92EE-55C87BE7C171}" destId="{1FF08817-9078-4FBA-998A-12BAEF61EB46}" srcOrd="1" destOrd="0" presId="urn:microsoft.com/office/officeart/2005/8/layout/orgChart1"/>
    <dgm:cxn modelId="{85F004AF-0685-45BD-A834-6D73F42533BD}" type="presParOf" srcId="{031FDC6B-7AC8-4DB0-BB4D-4DD2F071FB30}" destId="{EE91EE76-ED94-4291-994C-D0CA226D5CB4}" srcOrd="1" destOrd="0" presId="urn:microsoft.com/office/officeart/2005/8/layout/orgChart1"/>
    <dgm:cxn modelId="{C33BBF53-030F-4B0D-B46D-D1DD102695D7}" type="presParOf" srcId="{031FDC6B-7AC8-4DB0-BB4D-4DD2F071FB30}" destId="{5A93EAED-DA29-4087-943C-6476BE165FF2}" srcOrd="2" destOrd="0" presId="urn:microsoft.com/office/officeart/2005/8/layout/orgChart1"/>
    <dgm:cxn modelId="{9A9F435B-F6DC-4BC3-9B49-977E2986D8DE}" type="presParOf" srcId="{6D26B052-C7EE-4797-9DB7-E523459BD4E6}" destId="{B5E8059D-38E9-4EB5-8CD0-BC0EC9E0A746}" srcOrd="2" destOrd="0" presId="urn:microsoft.com/office/officeart/2005/8/layout/orgChart1"/>
    <dgm:cxn modelId="{011AE918-094B-49C3-B4BD-476DFBEC3190}" type="presParOf" srcId="{2A4CCAA7-048E-4FA1-8271-86B95E549F12}" destId="{D95DA74C-58F9-45EB-BF62-D161956FADBB}" srcOrd="2" destOrd="0" presId="urn:microsoft.com/office/officeart/2005/8/layout/orgChart1"/>
    <dgm:cxn modelId="{708DED7E-53B9-4B0E-B291-DA23309F9B74}" type="presParOf" srcId="{2A4CCAA7-048E-4FA1-8271-86B95E549F12}" destId="{16A2BF7A-2FFE-4861-9202-8BBA45AF6F32}" srcOrd="3" destOrd="0" presId="urn:microsoft.com/office/officeart/2005/8/layout/orgChart1"/>
    <dgm:cxn modelId="{EC8A7503-A2BE-4633-AB94-95D236ACFCE0}" type="presParOf" srcId="{16A2BF7A-2FFE-4861-9202-8BBA45AF6F32}" destId="{1C50ADE8-6978-434F-8D5A-0B04D25E7203}" srcOrd="0" destOrd="0" presId="urn:microsoft.com/office/officeart/2005/8/layout/orgChart1"/>
    <dgm:cxn modelId="{EBAC8FFB-E1E1-4C0B-BD09-B19DDEED1D98}" type="presParOf" srcId="{1C50ADE8-6978-434F-8D5A-0B04D25E7203}" destId="{043D6D8F-CC69-4347-9906-F9C1FC7E69EB}" srcOrd="0" destOrd="0" presId="urn:microsoft.com/office/officeart/2005/8/layout/orgChart1"/>
    <dgm:cxn modelId="{06F675DF-46FA-4C07-A452-A08EACAB240E}" type="presParOf" srcId="{1C50ADE8-6978-434F-8D5A-0B04D25E7203}" destId="{10936E8A-2672-4794-B0D5-B9A64DFC4A64}" srcOrd="1" destOrd="0" presId="urn:microsoft.com/office/officeart/2005/8/layout/orgChart1"/>
    <dgm:cxn modelId="{403954BE-90F0-4131-A41E-8B6F72ED2414}" type="presParOf" srcId="{16A2BF7A-2FFE-4861-9202-8BBA45AF6F32}" destId="{D062E90E-118D-4BD0-8FA7-F45DF8217944}" srcOrd="1" destOrd="0" presId="urn:microsoft.com/office/officeart/2005/8/layout/orgChart1"/>
    <dgm:cxn modelId="{1E83B75F-D57D-418D-A7F3-B4EF37CF5463}" type="presParOf" srcId="{16A2BF7A-2FFE-4861-9202-8BBA45AF6F32}" destId="{988B6FB0-C089-466B-9C3F-AB9C2EBD1362}" srcOrd="2" destOrd="0" presId="urn:microsoft.com/office/officeart/2005/8/layout/orgChart1"/>
    <dgm:cxn modelId="{83E01EFA-7E29-43EC-B118-B4F79D51A04F}" type="presParOf" srcId="{2A4CCAA7-048E-4FA1-8271-86B95E549F12}" destId="{4BEC5C3B-1D54-4008-A6B3-CA3C1FCD7678}" srcOrd="4" destOrd="0" presId="urn:microsoft.com/office/officeart/2005/8/layout/orgChart1"/>
    <dgm:cxn modelId="{FB5F79AE-A1A6-4D17-A95F-EC65AE04C354}" type="presParOf" srcId="{2A4CCAA7-048E-4FA1-8271-86B95E549F12}" destId="{4B8F5ACE-33BB-4337-BE1B-A0EC8ED3A541}" srcOrd="5" destOrd="0" presId="urn:microsoft.com/office/officeart/2005/8/layout/orgChart1"/>
    <dgm:cxn modelId="{59B63CFB-2DD3-4918-898B-1FCEDDE65876}" type="presParOf" srcId="{4B8F5ACE-33BB-4337-BE1B-A0EC8ED3A541}" destId="{7690C42A-9D49-4E2B-A5E2-254F09AF4A34}" srcOrd="0" destOrd="0" presId="urn:microsoft.com/office/officeart/2005/8/layout/orgChart1"/>
    <dgm:cxn modelId="{0F9D9049-1F14-464E-B7E3-2A5DC5EDB3D6}" type="presParOf" srcId="{7690C42A-9D49-4E2B-A5E2-254F09AF4A34}" destId="{9D751ABC-9649-47FE-BF1B-0104D5459938}" srcOrd="0" destOrd="0" presId="urn:microsoft.com/office/officeart/2005/8/layout/orgChart1"/>
    <dgm:cxn modelId="{7D787C8B-F5C8-46A5-B527-E8113463521D}" type="presParOf" srcId="{7690C42A-9D49-4E2B-A5E2-254F09AF4A34}" destId="{FDF95F44-30DD-413D-A1DB-E659764C26D3}" srcOrd="1" destOrd="0" presId="urn:microsoft.com/office/officeart/2005/8/layout/orgChart1"/>
    <dgm:cxn modelId="{0668D1C5-C369-4C98-A444-372305E81335}" type="presParOf" srcId="{4B8F5ACE-33BB-4337-BE1B-A0EC8ED3A541}" destId="{DC7E6E11-4FDB-4053-98DA-C86C8FE43FAC}" srcOrd="1" destOrd="0" presId="urn:microsoft.com/office/officeart/2005/8/layout/orgChart1"/>
    <dgm:cxn modelId="{1593E94A-31D8-4402-8724-CA777C34B474}" type="presParOf" srcId="{4B8F5ACE-33BB-4337-BE1B-A0EC8ED3A541}" destId="{61476015-4CF6-40CA-97D7-D3F40BB2EF81}" srcOrd="2" destOrd="0" presId="urn:microsoft.com/office/officeart/2005/8/layout/orgChart1"/>
    <dgm:cxn modelId="{6F5A9E48-0DBA-4C06-A772-DB8279065943}" type="presParOf" srcId="{EFA73F2B-423F-433A-B50B-490C40CA3207}" destId="{346C5A36-4C4F-458F-B885-BC42D0D463D6}" srcOrd="2" destOrd="0" presId="urn:microsoft.com/office/officeart/2005/8/layout/orgChart1"/>
    <dgm:cxn modelId="{040C3EFE-2B6D-4466-B1D2-7D0E36FB21F5}" type="presParOf" srcId="{542F6882-715D-4BD3-9E74-36F5BFECD336}" destId="{08ECFDEC-6BDB-448E-80C8-0461E09FE07E}" srcOrd="2" destOrd="0" presId="urn:microsoft.com/office/officeart/2005/8/layout/orgChart1"/>
    <dgm:cxn modelId="{0D31AEA9-D66C-4B70-9DF0-299C35953552}" type="presParOf" srcId="{542F6882-715D-4BD3-9E74-36F5BFECD336}" destId="{51324F4D-D2FF-4E6A-8565-B8754C297667}" srcOrd="3" destOrd="0" presId="urn:microsoft.com/office/officeart/2005/8/layout/orgChart1"/>
    <dgm:cxn modelId="{B1F73119-3E28-4199-A51E-2232ED8A196D}" type="presParOf" srcId="{51324F4D-D2FF-4E6A-8565-B8754C297667}" destId="{955A6584-A23F-44CF-A42A-732B927693EE}" srcOrd="0" destOrd="0" presId="urn:microsoft.com/office/officeart/2005/8/layout/orgChart1"/>
    <dgm:cxn modelId="{461C73C1-16C2-4839-B61E-C9F2D066E13D}" type="presParOf" srcId="{955A6584-A23F-44CF-A42A-732B927693EE}" destId="{BD1475B4-A178-422E-ABBF-AD1633CADB3B}" srcOrd="0" destOrd="0" presId="urn:microsoft.com/office/officeart/2005/8/layout/orgChart1"/>
    <dgm:cxn modelId="{D70161E8-EC1B-42E5-8DB3-DA34B752324E}" type="presParOf" srcId="{955A6584-A23F-44CF-A42A-732B927693EE}" destId="{AB6311AD-9879-4BF4-AE6D-872A69F415A1}" srcOrd="1" destOrd="0" presId="urn:microsoft.com/office/officeart/2005/8/layout/orgChart1"/>
    <dgm:cxn modelId="{1146C788-D2D7-4611-9EBD-9A68C301B395}" type="presParOf" srcId="{51324F4D-D2FF-4E6A-8565-B8754C297667}" destId="{ED032919-1429-495B-BE79-B11612AD8AFE}" srcOrd="1" destOrd="0" presId="urn:microsoft.com/office/officeart/2005/8/layout/orgChart1"/>
    <dgm:cxn modelId="{D7118A6B-F530-43C4-B5FA-9C011C653890}" type="presParOf" srcId="{ED032919-1429-495B-BE79-B11612AD8AFE}" destId="{FCE02D46-3101-47EF-91A0-65266585706A}" srcOrd="0" destOrd="0" presId="urn:microsoft.com/office/officeart/2005/8/layout/orgChart1"/>
    <dgm:cxn modelId="{6188B316-B74E-4F5E-8919-58214DFBA3F3}" type="presParOf" srcId="{ED032919-1429-495B-BE79-B11612AD8AFE}" destId="{7E4814FE-355E-4698-8AD9-EE5E177123BA}" srcOrd="1" destOrd="0" presId="urn:microsoft.com/office/officeart/2005/8/layout/orgChart1"/>
    <dgm:cxn modelId="{DEA205EC-E4B8-4501-99EA-F500A4C5E5DB}" type="presParOf" srcId="{7E4814FE-355E-4698-8AD9-EE5E177123BA}" destId="{C3CAED33-BA41-4285-BC88-5D2E07257138}" srcOrd="0" destOrd="0" presId="urn:microsoft.com/office/officeart/2005/8/layout/orgChart1"/>
    <dgm:cxn modelId="{540B55C0-3B2E-4EC3-A52A-2C2CC825FF87}" type="presParOf" srcId="{C3CAED33-BA41-4285-BC88-5D2E07257138}" destId="{C5FF7990-912C-437B-99EA-1B59FACC0F12}" srcOrd="0" destOrd="0" presId="urn:microsoft.com/office/officeart/2005/8/layout/orgChart1"/>
    <dgm:cxn modelId="{AE931778-2EC9-4BB6-B041-AB899452EB5E}" type="presParOf" srcId="{C3CAED33-BA41-4285-BC88-5D2E07257138}" destId="{AA047DD7-902A-4AEF-B375-C018175CF76B}" srcOrd="1" destOrd="0" presId="urn:microsoft.com/office/officeart/2005/8/layout/orgChart1"/>
    <dgm:cxn modelId="{8C256FE3-1AD7-4666-82AD-1ADE93378A2C}" type="presParOf" srcId="{7E4814FE-355E-4698-8AD9-EE5E177123BA}" destId="{891AC52A-60B8-41B2-AB33-C06057FF6CB7}" srcOrd="1" destOrd="0" presId="urn:microsoft.com/office/officeart/2005/8/layout/orgChart1"/>
    <dgm:cxn modelId="{3ED34025-40F3-404A-A0EA-4FA5BBEE461F}" type="presParOf" srcId="{7E4814FE-355E-4698-8AD9-EE5E177123BA}" destId="{FB5AC7DE-97C1-41DE-B507-C8A8BF2C3D6E}" srcOrd="2" destOrd="0" presId="urn:microsoft.com/office/officeart/2005/8/layout/orgChart1"/>
    <dgm:cxn modelId="{8AF34545-5771-4400-AD9C-A1BB4CD36CDE}" type="presParOf" srcId="{51324F4D-D2FF-4E6A-8565-B8754C297667}" destId="{1E91482C-EA12-4C56-B3EE-145839E4B144}" srcOrd="2" destOrd="0" presId="urn:microsoft.com/office/officeart/2005/8/layout/orgChart1"/>
    <dgm:cxn modelId="{6DC613D3-46D9-4F63-A792-3996BCB3EB3C}" type="presParOf" srcId="{542F6882-715D-4BD3-9E74-36F5BFECD336}" destId="{913E8AA3-11C7-48F6-8912-2A04DF07E529}" srcOrd="4" destOrd="0" presId="urn:microsoft.com/office/officeart/2005/8/layout/orgChart1"/>
    <dgm:cxn modelId="{A18D800B-0DA0-4A39-BADA-A233DBDABFDE}" type="presParOf" srcId="{542F6882-715D-4BD3-9E74-36F5BFECD336}" destId="{02ACDE84-345C-4D68-B6E4-2FD70229CEE7}" srcOrd="5" destOrd="0" presId="urn:microsoft.com/office/officeart/2005/8/layout/orgChart1"/>
    <dgm:cxn modelId="{528101E2-D91A-44A9-9843-7E920DFE42AF}" type="presParOf" srcId="{02ACDE84-345C-4D68-B6E4-2FD70229CEE7}" destId="{98A084A4-6B61-4988-B5B4-4F94C276B128}" srcOrd="0" destOrd="0" presId="urn:microsoft.com/office/officeart/2005/8/layout/orgChart1"/>
    <dgm:cxn modelId="{821835B8-3DC4-4819-B152-0FF238797D2E}" type="presParOf" srcId="{98A084A4-6B61-4988-B5B4-4F94C276B128}" destId="{79C1592E-D471-4D31-8F1A-D81599271BA2}" srcOrd="0" destOrd="0" presId="urn:microsoft.com/office/officeart/2005/8/layout/orgChart1"/>
    <dgm:cxn modelId="{A628CA41-2AD7-4C4E-A08D-2D531B8A989F}" type="presParOf" srcId="{98A084A4-6B61-4988-B5B4-4F94C276B128}" destId="{D2BE8915-EFD4-488E-BC1C-7330419B94B6}" srcOrd="1" destOrd="0" presId="urn:microsoft.com/office/officeart/2005/8/layout/orgChart1"/>
    <dgm:cxn modelId="{4E0D0CF1-3565-4015-82BC-C20BD7F43C9D}" type="presParOf" srcId="{02ACDE84-345C-4D68-B6E4-2FD70229CEE7}" destId="{1628CFEB-BDE5-4ABF-A077-A3D7776BC584}" srcOrd="1" destOrd="0" presId="urn:microsoft.com/office/officeart/2005/8/layout/orgChart1"/>
    <dgm:cxn modelId="{D836EA21-1C4D-49B2-B982-2C7444BBD91B}" type="presParOf" srcId="{02ACDE84-345C-4D68-B6E4-2FD70229CEE7}" destId="{D41354B3-02A4-4104-8E34-0943EA48AB0B}" srcOrd="2" destOrd="0" presId="urn:microsoft.com/office/officeart/2005/8/layout/orgChart1"/>
    <dgm:cxn modelId="{6D129C9B-5697-4A5A-978A-9D9AE47F1331}" type="presParOf" srcId="{10E1FDE7-280E-4B10-BBD0-DCC0BC94EA75}" destId="{9F70DBA5-A02C-4035-B0C8-4B7FB5908807}" srcOrd="2" destOrd="0" presId="urn:microsoft.com/office/officeart/2005/8/layout/orgChart1"/>
    <dgm:cxn modelId="{757C8FDB-9C0B-4151-9049-7185B92B2B20}" type="presParOf" srcId="{9F70DBA5-A02C-4035-B0C8-4B7FB5908807}" destId="{AE5FDDC6-A82C-4073-A095-C8850B26BE52}" srcOrd="0" destOrd="0" presId="urn:microsoft.com/office/officeart/2005/8/layout/orgChart1"/>
    <dgm:cxn modelId="{C6AD7EA7-3E9E-46C8-8550-533DD482145A}" type="presParOf" srcId="{9F70DBA5-A02C-4035-B0C8-4B7FB5908807}" destId="{40A9D30C-1F8A-4794-A43E-4C5EF89B38EF}" srcOrd="1" destOrd="0" presId="urn:microsoft.com/office/officeart/2005/8/layout/orgChart1"/>
    <dgm:cxn modelId="{24607561-44A7-455D-B4AB-199FFA219043}" type="presParOf" srcId="{40A9D30C-1F8A-4794-A43E-4C5EF89B38EF}" destId="{82144B8D-C034-47A4-B08A-5A7B36F49F81}" srcOrd="0" destOrd="0" presId="urn:microsoft.com/office/officeart/2005/8/layout/orgChart1"/>
    <dgm:cxn modelId="{4E0D5134-1FEC-4393-940F-7D61480DCE5E}" type="presParOf" srcId="{82144B8D-C034-47A4-B08A-5A7B36F49F81}" destId="{62352747-BF81-40FD-A961-21A0982D8475}" srcOrd="0" destOrd="0" presId="urn:microsoft.com/office/officeart/2005/8/layout/orgChart1"/>
    <dgm:cxn modelId="{7EA91216-1D93-4ED3-9547-CD1088569343}" type="presParOf" srcId="{82144B8D-C034-47A4-B08A-5A7B36F49F81}" destId="{36420AB8-9D49-4ED3-8228-13D186D78266}" srcOrd="1" destOrd="0" presId="urn:microsoft.com/office/officeart/2005/8/layout/orgChart1"/>
    <dgm:cxn modelId="{4F68111E-1DE8-4600-95D3-892061C84366}" type="presParOf" srcId="{40A9D30C-1F8A-4794-A43E-4C5EF89B38EF}" destId="{E534D803-D1F4-44D4-8D53-91CDE50926E8}" srcOrd="1" destOrd="0" presId="urn:microsoft.com/office/officeart/2005/8/layout/orgChart1"/>
    <dgm:cxn modelId="{1A651B09-DDA7-452C-9F4B-436949CCF99F}" type="presParOf" srcId="{40A9D30C-1F8A-4794-A43E-4C5EF89B38EF}" destId="{3C3073DF-EC68-4F93-9D44-DB3D97E3CF5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94B937-9A3E-4117-B559-A689D0FDC33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777A85-F22A-4B34-AF58-29B61BEA4104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0A3E7D99-EA1B-46D5-9167-58A7FD134353}" type="parTrans" cxnId="{D5045920-2CB1-4BFA-979E-ACEE886E50EA}">
      <dgm:prSet/>
      <dgm:spPr/>
      <dgm:t>
        <a:bodyPr/>
        <a:lstStyle/>
        <a:p>
          <a:endParaRPr lang="en-US"/>
        </a:p>
      </dgm:t>
    </dgm:pt>
    <dgm:pt modelId="{A35ACE66-E67A-430D-8988-F7926A8098C2}" type="sibTrans" cxnId="{D5045920-2CB1-4BFA-979E-ACEE886E50EA}">
      <dgm:prSet/>
      <dgm:spPr/>
      <dgm:t>
        <a:bodyPr/>
        <a:lstStyle/>
        <a:p>
          <a:endParaRPr lang="en-US"/>
        </a:p>
      </dgm:t>
    </dgm:pt>
    <dgm:pt modelId="{EEDA0C3D-C10B-43E5-8F51-E4292DA06BD6}" type="asst">
      <dgm:prSet phldrT="[Text]" phldr="1"/>
      <dgm:spPr/>
      <dgm:t>
        <a:bodyPr/>
        <a:lstStyle/>
        <a:p>
          <a:endParaRPr lang="en-US"/>
        </a:p>
      </dgm:t>
    </dgm:pt>
    <dgm:pt modelId="{585964F3-BE3E-4C34-9480-998D81F3C009}" type="parTrans" cxnId="{15375B10-C1BA-487C-9B32-4542CE5FB076}">
      <dgm:prSet/>
      <dgm:spPr/>
      <dgm:t>
        <a:bodyPr/>
        <a:lstStyle/>
        <a:p>
          <a:endParaRPr lang="en-US"/>
        </a:p>
      </dgm:t>
    </dgm:pt>
    <dgm:pt modelId="{72B7B1EA-5C42-434E-BF96-2E79A5F93106}" type="sibTrans" cxnId="{15375B10-C1BA-487C-9B32-4542CE5FB076}">
      <dgm:prSet/>
      <dgm:spPr/>
      <dgm:t>
        <a:bodyPr/>
        <a:lstStyle/>
        <a:p>
          <a:endParaRPr lang="en-US"/>
        </a:p>
      </dgm:t>
    </dgm:pt>
    <dgm:pt modelId="{DDE85945-F47F-4756-B6BC-A1C22D6583DC}">
      <dgm:prSet phldrT="[Text]" phldr="1"/>
      <dgm:spPr/>
      <dgm:t>
        <a:bodyPr/>
        <a:lstStyle/>
        <a:p>
          <a:endParaRPr lang="en-US"/>
        </a:p>
      </dgm:t>
    </dgm:pt>
    <dgm:pt modelId="{EFE3BC2E-DD38-4CDF-BF83-E0FF542F2B50}" type="parTrans" cxnId="{AF20FE68-39A8-4260-BC7F-02B03DDF85C9}">
      <dgm:prSet/>
      <dgm:spPr/>
      <dgm:t>
        <a:bodyPr/>
        <a:lstStyle/>
        <a:p>
          <a:endParaRPr lang="en-US"/>
        </a:p>
      </dgm:t>
    </dgm:pt>
    <dgm:pt modelId="{DEA35C6D-7338-43FB-989C-5D2FDB9B2538}" type="sibTrans" cxnId="{AF20FE68-39A8-4260-BC7F-02B03DDF85C9}">
      <dgm:prSet/>
      <dgm:spPr/>
      <dgm:t>
        <a:bodyPr/>
        <a:lstStyle/>
        <a:p>
          <a:endParaRPr lang="en-US"/>
        </a:p>
      </dgm:t>
    </dgm:pt>
    <dgm:pt modelId="{7A284970-9571-4953-89E3-0FB90ED13ED9}">
      <dgm:prSet phldrT="[Text]" phldr="1"/>
      <dgm:spPr/>
      <dgm:t>
        <a:bodyPr/>
        <a:lstStyle/>
        <a:p>
          <a:endParaRPr lang="en-US"/>
        </a:p>
      </dgm:t>
    </dgm:pt>
    <dgm:pt modelId="{BD206379-631B-40C3-BA4B-8730B2D0FC74}" type="parTrans" cxnId="{43BC6C51-63BE-4B98-8D00-B2460DDD2744}">
      <dgm:prSet/>
      <dgm:spPr/>
      <dgm:t>
        <a:bodyPr/>
        <a:lstStyle/>
        <a:p>
          <a:endParaRPr lang="en-US"/>
        </a:p>
      </dgm:t>
    </dgm:pt>
    <dgm:pt modelId="{45807121-533F-42EE-BA26-1CC252673FD9}" type="sibTrans" cxnId="{43BC6C51-63BE-4B98-8D00-B2460DDD2744}">
      <dgm:prSet/>
      <dgm:spPr/>
      <dgm:t>
        <a:bodyPr/>
        <a:lstStyle/>
        <a:p>
          <a:endParaRPr lang="en-US"/>
        </a:p>
      </dgm:t>
    </dgm:pt>
    <dgm:pt modelId="{26018E8D-C08F-4E11-92BA-B022B56A4F8A}">
      <dgm:prSet phldrT="[Text]" phldr="1"/>
      <dgm:spPr/>
      <dgm:t>
        <a:bodyPr/>
        <a:lstStyle/>
        <a:p>
          <a:endParaRPr lang="en-US"/>
        </a:p>
      </dgm:t>
    </dgm:pt>
    <dgm:pt modelId="{3AB83D12-7507-4287-BB4A-4968E8FF9A11}" type="parTrans" cxnId="{6DF13C2D-6DF9-4C80-A541-8E5EF863B4B9}">
      <dgm:prSet/>
      <dgm:spPr/>
      <dgm:t>
        <a:bodyPr/>
        <a:lstStyle/>
        <a:p>
          <a:endParaRPr lang="en-US"/>
        </a:p>
      </dgm:t>
    </dgm:pt>
    <dgm:pt modelId="{9CF4C8A4-4A86-47E0-9EC7-CD82F08E884F}" type="sibTrans" cxnId="{6DF13C2D-6DF9-4C80-A541-8E5EF863B4B9}">
      <dgm:prSet/>
      <dgm:spPr/>
      <dgm:t>
        <a:bodyPr/>
        <a:lstStyle/>
        <a:p>
          <a:endParaRPr lang="en-US"/>
        </a:p>
      </dgm:t>
    </dgm:pt>
    <dgm:pt modelId="{36BC2E08-9744-49FA-965F-5932ACFCF5B8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657B8EED-E6AA-45DF-AFAB-90761001E596}" type="parTrans" cxnId="{1CF96D0F-5226-4D70-B73B-6AB81A72F363}">
      <dgm:prSet/>
      <dgm:spPr/>
    </dgm:pt>
    <dgm:pt modelId="{7E9FC142-8D86-41FC-ACC3-3430DF7286E9}" type="sibTrans" cxnId="{1CF96D0F-5226-4D70-B73B-6AB81A72F363}">
      <dgm:prSet/>
      <dgm:spPr/>
    </dgm:pt>
    <dgm:pt modelId="{03F1C4E8-DC05-45A6-BB3A-769B6C63B3D2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5AE0EC55-C92E-40DD-9230-5C10D94B636D}" type="parTrans" cxnId="{6B9F72B2-3D66-4D3A-B628-13246D9384E8}">
      <dgm:prSet/>
      <dgm:spPr/>
    </dgm:pt>
    <dgm:pt modelId="{11FDD605-EF14-4347-8553-F883A800D4BD}" type="sibTrans" cxnId="{6B9F72B2-3D66-4D3A-B628-13246D9384E8}">
      <dgm:prSet/>
      <dgm:spPr/>
    </dgm:pt>
    <dgm:pt modelId="{85B5D7B9-D6FF-4BE6-9B21-0EB0A4EA6B48}">
      <dgm:prSet phldrT="[Text]"/>
      <dgm:spPr/>
      <dgm:t>
        <a:bodyPr/>
        <a:lstStyle/>
        <a:p>
          <a:r>
            <a:rPr lang="en-US"/>
            <a:t>M2R1</a:t>
          </a:r>
        </a:p>
      </dgm:t>
    </dgm:pt>
    <dgm:pt modelId="{3E9C3B1E-440D-43A0-B020-A55D6EC4187C}" type="parTrans" cxnId="{706D60D8-A38E-42A0-883B-FE27FCDBA4C3}">
      <dgm:prSet/>
      <dgm:spPr/>
    </dgm:pt>
    <dgm:pt modelId="{ED5BF304-BF51-40B2-92A8-214635D72C3C}" type="sibTrans" cxnId="{706D60D8-A38E-42A0-883B-FE27FCDBA4C3}">
      <dgm:prSet/>
      <dgm:spPr/>
    </dgm:pt>
    <dgm:pt modelId="{4C49BDD2-7B26-4DC0-ACC6-D2F02593D93C}">
      <dgm:prSet phldrT="[Text]"/>
      <dgm:spPr/>
      <dgm:t>
        <a:bodyPr/>
        <a:lstStyle/>
        <a:p>
          <a:r>
            <a:rPr lang="en-US"/>
            <a:t>M2R2</a:t>
          </a:r>
        </a:p>
      </dgm:t>
    </dgm:pt>
    <dgm:pt modelId="{E343F6BB-358B-40A3-8490-541CC2938216}" type="parTrans" cxnId="{866AB447-938C-4EA8-9892-9309F0798D1D}">
      <dgm:prSet/>
      <dgm:spPr/>
    </dgm:pt>
    <dgm:pt modelId="{DB1919CC-804F-4FFF-B4CB-0490C3C8DB03}" type="sibTrans" cxnId="{866AB447-938C-4EA8-9892-9309F0798D1D}">
      <dgm:prSet/>
      <dgm:spPr/>
    </dgm:pt>
    <dgm:pt modelId="{E328DDC5-A944-4000-8E4B-1F23329687C0}">
      <dgm:prSet phldrT="[Text]"/>
      <dgm:spPr/>
      <dgm:t>
        <a:bodyPr/>
        <a:lstStyle/>
        <a:p>
          <a:r>
            <a:rPr lang="en-US"/>
            <a:t>M2R3</a:t>
          </a:r>
        </a:p>
      </dgm:t>
    </dgm:pt>
    <dgm:pt modelId="{E154B9A3-89BC-4032-92E9-8E7AF758468B}" type="parTrans" cxnId="{27FDC6E1-6FBB-4246-9E6E-86340BAA1D46}">
      <dgm:prSet/>
      <dgm:spPr/>
    </dgm:pt>
    <dgm:pt modelId="{09ED33A1-1729-4F5B-A99B-8B56EABA338C}" type="sibTrans" cxnId="{27FDC6E1-6FBB-4246-9E6E-86340BAA1D46}">
      <dgm:prSet/>
      <dgm:spPr/>
    </dgm:pt>
    <dgm:pt modelId="{276EE970-4A4A-4CE3-8174-969FC185D9DC}" type="pres">
      <dgm:prSet presAssocID="{5194B937-9A3E-4117-B559-A689D0FDC33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9F16EC0-A3AA-491C-A272-1139D9168F50}" type="pres">
      <dgm:prSet presAssocID="{02777A85-F22A-4B34-AF58-29B61BEA4104}" presName="hierRoot1" presStyleCnt="0">
        <dgm:presLayoutVars>
          <dgm:hierBranch val="init"/>
        </dgm:presLayoutVars>
      </dgm:prSet>
      <dgm:spPr/>
    </dgm:pt>
    <dgm:pt modelId="{5AF1E557-A23A-4F5D-B0B2-99D7E0002FD9}" type="pres">
      <dgm:prSet presAssocID="{02777A85-F22A-4B34-AF58-29B61BEA4104}" presName="rootComposite1" presStyleCnt="0"/>
      <dgm:spPr/>
    </dgm:pt>
    <dgm:pt modelId="{B8DCEC70-1029-4745-9152-B5285FDB2A4C}" type="pres">
      <dgm:prSet presAssocID="{02777A85-F22A-4B34-AF58-29B61BEA4104}" presName="rootText1" presStyleLbl="node0" presStyleIdx="0" presStyleCnt="1">
        <dgm:presLayoutVars>
          <dgm:chPref val="3"/>
        </dgm:presLayoutVars>
      </dgm:prSet>
      <dgm:spPr/>
    </dgm:pt>
    <dgm:pt modelId="{7AF95D70-F59A-48D4-8C6A-F8C362F1935A}" type="pres">
      <dgm:prSet presAssocID="{02777A85-F22A-4B34-AF58-29B61BEA4104}" presName="rootConnector1" presStyleLbl="node1" presStyleIdx="0" presStyleCnt="0"/>
      <dgm:spPr/>
    </dgm:pt>
    <dgm:pt modelId="{4B1B381F-FF79-4DDB-B0A5-4D124D35100C}" type="pres">
      <dgm:prSet presAssocID="{02777A85-F22A-4B34-AF58-29B61BEA4104}" presName="hierChild2" presStyleCnt="0"/>
      <dgm:spPr/>
    </dgm:pt>
    <dgm:pt modelId="{CA300A83-9FF0-4D67-80E0-88137CE2F0C5}" type="pres">
      <dgm:prSet presAssocID="{EFE3BC2E-DD38-4CDF-BF83-E0FF542F2B50}" presName="Name37" presStyleLbl="parChTrans1D2" presStyleIdx="0" presStyleCnt="4"/>
      <dgm:spPr/>
    </dgm:pt>
    <dgm:pt modelId="{A0E498A9-D11F-4623-9FA2-DC8E0271E4CA}" type="pres">
      <dgm:prSet presAssocID="{DDE85945-F47F-4756-B6BC-A1C22D6583DC}" presName="hierRoot2" presStyleCnt="0">
        <dgm:presLayoutVars>
          <dgm:hierBranch val="init"/>
        </dgm:presLayoutVars>
      </dgm:prSet>
      <dgm:spPr/>
    </dgm:pt>
    <dgm:pt modelId="{2D8AC137-59DB-46A2-AF6D-222410FED7C8}" type="pres">
      <dgm:prSet presAssocID="{DDE85945-F47F-4756-B6BC-A1C22D6583DC}" presName="rootComposite" presStyleCnt="0"/>
      <dgm:spPr/>
    </dgm:pt>
    <dgm:pt modelId="{E08C6589-4CAB-4256-A52B-14233FAACE59}" type="pres">
      <dgm:prSet presAssocID="{DDE85945-F47F-4756-B6BC-A1C22D6583DC}" presName="rootText" presStyleLbl="node2" presStyleIdx="0" presStyleCnt="3">
        <dgm:presLayoutVars>
          <dgm:chPref val="3"/>
        </dgm:presLayoutVars>
      </dgm:prSet>
      <dgm:spPr/>
    </dgm:pt>
    <dgm:pt modelId="{3316725E-AE1E-4021-BCCE-5A7169A298DC}" type="pres">
      <dgm:prSet presAssocID="{DDE85945-F47F-4756-B6BC-A1C22D6583DC}" presName="rootConnector" presStyleLbl="node2" presStyleIdx="0" presStyleCnt="3"/>
      <dgm:spPr/>
    </dgm:pt>
    <dgm:pt modelId="{954FDF80-BAF6-4904-BB4B-0AB335AE4481}" type="pres">
      <dgm:prSet presAssocID="{DDE85945-F47F-4756-B6BC-A1C22D6583DC}" presName="hierChild4" presStyleCnt="0"/>
      <dgm:spPr/>
    </dgm:pt>
    <dgm:pt modelId="{2E3C8720-7932-4849-9C2C-14182C2D9778}" type="pres">
      <dgm:prSet presAssocID="{657B8EED-E6AA-45DF-AFAB-90761001E596}" presName="Name37" presStyleLbl="parChTrans1D3" presStyleIdx="0" presStyleCnt="3"/>
      <dgm:spPr/>
    </dgm:pt>
    <dgm:pt modelId="{D4EB90A8-36A1-4FFC-ABB6-ABE7C2F703D7}" type="pres">
      <dgm:prSet presAssocID="{36BC2E08-9744-49FA-965F-5932ACFCF5B8}" presName="hierRoot2" presStyleCnt="0">
        <dgm:presLayoutVars>
          <dgm:hierBranch val="init"/>
        </dgm:presLayoutVars>
      </dgm:prSet>
      <dgm:spPr/>
    </dgm:pt>
    <dgm:pt modelId="{930DE24D-8E33-4672-95A2-5A95976491D4}" type="pres">
      <dgm:prSet presAssocID="{36BC2E08-9744-49FA-965F-5932ACFCF5B8}" presName="rootComposite" presStyleCnt="0"/>
      <dgm:spPr/>
    </dgm:pt>
    <dgm:pt modelId="{7431316E-2F77-4625-925F-258E7B2C3F8C}" type="pres">
      <dgm:prSet presAssocID="{36BC2E08-9744-49FA-965F-5932ACFCF5B8}" presName="rootText" presStyleLbl="node3" presStyleIdx="0" presStyleCnt="3">
        <dgm:presLayoutVars>
          <dgm:chPref val="3"/>
        </dgm:presLayoutVars>
      </dgm:prSet>
      <dgm:spPr/>
    </dgm:pt>
    <dgm:pt modelId="{DBEE6104-9C99-4CE9-BD0C-4E69B4BD19ED}" type="pres">
      <dgm:prSet presAssocID="{36BC2E08-9744-49FA-965F-5932ACFCF5B8}" presName="rootConnector" presStyleLbl="node3" presStyleIdx="0" presStyleCnt="3"/>
      <dgm:spPr/>
    </dgm:pt>
    <dgm:pt modelId="{DB0E2C1D-6C87-4772-A691-0621FDEA9155}" type="pres">
      <dgm:prSet presAssocID="{36BC2E08-9744-49FA-965F-5932ACFCF5B8}" presName="hierChild4" presStyleCnt="0"/>
      <dgm:spPr/>
    </dgm:pt>
    <dgm:pt modelId="{56F07214-E90A-4371-8EF9-F1B70FD0DE2A}" type="pres">
      <dgm:prSet presAssocID="{36BC2E08-9744-49FA-965F-5932ACFCF5B8}" presName="hierChild5" presStyleCnt="0"/>
      <dgm:spPr/>
    </dgm:pt>
    <dgm:pt modelId="{B298C2CC-1474-48E1-A447-E38AA54FE5E7}" type="pres">
      <dgm:prSet presAssocID="{5AE0EC55-C92E-40DD-9230-5C10D94B636D}" presName="Name37" presStyleLbl="parChTrans1D3" presStyleIdx="1" presStyleCnt="3"/>
      <dgm:spPr/>
    </dgm:pt>
    <dgm:pt modelId="{CF68C42A-6D90-465A-AA33-5FD4CC297F8B}" type="pres">
      <dgm:prSet presAssocID="{03F1C4E8-DC05-45A6-BB3A-769B6C63B3D2}" presName="hierRoot2" presStyleCnt="0">
        <dgm:presLayoutVars>
          <dgm:hierBranch val="init"/>
        </dgm:presLayoutVars>
      </dgm:prSet>
      <dgm:spPr/>
    </dgm:pt>
    <dgm:pt modelId="{E0FFAE72-B80C-47A0-80F6-2A2677E4DB97}" type="pres">
      <dgm:prSet presAssocID="{03F1C4E8-DC05-45A6-BB3A-769B6C63B3D2}" presName="rootComposite" presStyleCnt="0"/>
      <dgm:spPr/>
    </dgm:pt>
    <dgm:pt modelId="{A93E0E34-5FAA-4D79-9685-C61B67212894}" type="pres">
      <dgm:prSet presAssocID="{03F1C4E8-DC05-45A6-BB3A-769B6C63B3D2}" presName="rootText" presStyleLbl="node3" presStyleIdx="1" presStyleCnt="3">
        <dgm:presLayoutVars>
          <dgm:chPref val="3"/>
        </dgm:presLayoutVars>
      </dgm:prSet>
      <dgm:spPr/>
    </dgm:pt>
    <dgm:pt modelId="{6429A95C-0F2B-4F71-A566-AB3CDFBB565D}" type="pres">
      <dgm:prSet presAssocID="{03F1C4E8-DC05-45A6-BB3A-769B6C63B3D2}" presName="rootConnector" presStyleLbl="node3" presStyleIdx="1" presStyleCnt="3"/>
      <dgm:spPr/>
    </dgm:pt>
    <dgm:pt modelId="{96507654-0603-4457-AABC-8357E53A33DA}" type="pres">
      <dgm:prSet presAssocID="{03F1C4E8-DC05-45A6-BB3A-769B6C63B3D2}" presName="hierChild4" presStyleCnt="0"/>
      <dgm:spPr/>
    </dgm:pt>
    <dgm:pt modelId="{B63295E3-BDFD-406A-A4D7-EC300AEA10F4}" type="pres">
      <dgm:prSet presAssocID="{E343F6BB-358B-40A3-8490-541CC2938216}" presName="Name37" presStyleLbl="parChTrans1D4" presStyleIdx="0" presStyleCnt="2"/>
      <dgm:spPr/>
    </dgm:pt>
    <dgm:pt modelId="{0BB0E509-EE6F-4ADB-B021-799A53B1F173}" type="pres">
      <dgm:prSet presAssocID="{4C49BDD2-7B26-4DC0-ACC6-D2F02593D93C}" presName="hierRoot2" presStyleCnt="0">
        <dgm:presLayoutVars>
          <dgm:hierBranch val="init"/>
        </dgm:presLayoutVars>
      </dgm:prSet>
      <dgm:spPr/>
    </dgm:pt>
    <dgm:pt modelId="{4F797657-B14A-4CC9-B96B-FBF853F1C67F}" type="pres">
      <dgm:prSet presAssocID="{4C49BDD2-7B26-4DC0-ACC6-D2F02593D93C}" presName="rootComposite" presStyleCnt="0"/>
      <dgm:spPr/>
    </dgm:pt>
    <dgm:pt modelId="{F3FA8B07-6791-4D6B-9AF8-76A8D673F721}" type="pres">
      <dgm:prSet presAssocID="{4C49BDD2-7B26-4DC0-ACC6-D2F02593D93C}" presName="rootText" presStyleLbl="node4" presStyleIdx="0" presStyleCnt="2">
        <dgm:presLayoutVars>
          <dgm:chPref val="3"/>
        </dgm:presLayoutVars>
      </dgm:prSet>
      <dgm:spPr/>
    </dgm:pt>
    <dgm:pt modelId="{CEAA5F0F-75D2-43D3-9CDE-2D1B2AC46CE5}" type="pres">
      <dgm:prSet presAssocID="{4C49BDD2-7B26-4DC0-ACC6-D2F02593D93C}" presName="rootConnector" presStyleLbl="node4" presStyleIdx="0" presStyleCnt="2"/>
      <dgm:spPr/>
    </dgm:pt>
    <dgm:pt modelId="{A9EE7042-AC94-4EE3-8844-D59C62DF9902}" type="pres">
      <dgm:prSet presAssocID="{4C49BDD2-7B26-4DC0-ACC6-D2F02593D93C}" presName="hierChild4" presStyleCnt="0"/>
      <dgm:spPr/>
    </dgm:pt>
    <dgm:pt modelId="{45B52ED2-4408-4786-B51C-9FB4E0CBE434}" type="pres">
      <dgm:prSet presAssocID="{4C49BDD2-7B26-4DC0-ACC6-D2F02593D93C}" presName="hierChild5" presStyleCnt="0"/>
      <dgm:spPr/>
    </dgm:pt>
    <dgm:pt modelId="{135F9284-9263-4530-9CE0-362430A04958}" type="pres">
      <dgm:prSet presAssocID="{E154B9A3-89BC-4032-92E9-8E7AF758468B}" presName="Name37" presStyleLbl="parChTrans1D4" presStyleIdx="1" presStyleCnt="2"/>
      <dgm:spPr/>
    </dgm:pt>
    <dgm:pt modelId="{0B13B73F-1F96-4FC8-8D4F-04EBCEBC0A49}" type="pres">
      <dgm:prSet presAssocID="{E328DDC5-A944-4000-8E4B-1F23329687C0}" presName="hierRoot2" presStyleCnt="0">
        <dgm:presLayoutVars>
          <dgm:hierBranch val="init"/>
        </dgm:presLayoutVars>
      </dgm:prSet>
      <dgm:spPr/>
    </dgm:pt>
    <dgm:pt modelId="{28E493C6-9E7A-4BA3-9FB3-EC0FD5C8387F}" type="pres">
      <dgm:prSet presAssocID="{E328DDC5-A944-4000-8E4B-1F23329687C0}" presName="rootComposite" presStyleCnt="0"/>
      <dgm:spPr/>
    </dgm:pt>
    <dgm:pt modelId="{2248358F-BBC8-44EA-8F0E-F4E33160B236}" type="pres">
      <dgm:prSet presAssocID="{E328DDC5-A944-4000-8E4B-1F23329687C0}" presName="rootText" presStyleLbl="node4" presStyleIdx="1" presStyleCnt="2">
        <dgm:presLayoutVars>
          <dgm:chPref val="3"/>
        </dgm:presLayoutVars>
      </dgm:prSet>
      <dgm:spPr/>
    </dgm:pt>
    <dgm:pt modelId="{4670ED1E-6484-4EC7-AE2A-7F9C142A91FF}" type="pres">
      <dgm:prSet presAssocID="{E328DDC5-A944-4000-8E4B-1F23329687C0}" presName="rootConnector" presStyleLbl="node4" presStyleIdx="1" presStyleCnt="2"/>
      <dgm:spPr/>
    </dgm:pt>
    <dgm:pt modelId="{A659F211-67DC-4F6D-B058-BEDCB0BC7476}" type="pres">
      <dgm:prSet presAssocID="{E328DDC5-A944-4000-8E4B-1F23329687C0}" presName="hierChild4" presStyleCnt="0"/>
      <dgm:spPr/>
    </dgm:pt>
    <dgm:pt modelId="{BC2851DF-909C-4456-A953-E470EE67465A}" type="pres">
      <dgm:prSet presAssocID="{E328DDC5-A944-4000-8E4B-1F23329687C0}" presName="hierChild5" presStyleCnt="0"/>
      <dgm:spPr/>
    </dgm:pt>
    <dgm:pt modelId="{A9562BCB-5439-4BF3-A289-B160544DDCDD}" type="pres">
      <dgm:prSet presAssocID="{03F1C4E8-DC05-45A6-BB3A-769B6C63B3D2}" presName="hierChild5" presStyleCnt="0"/>
      <dgm:spPr/>
    </dgm:pt>
    <dgm:pt modelId="{57C88CDE-EA84-4470-88EE-B5480F67B599}" type="pres">
      <dgm:prSet presAssocID="{3E9C3B1E-440D-43A0-B020-A55D6EC4187C}" presName="Name37" presStyleLbl="parChTrans1D3" presStyleIdx="2" presStyleCnt="3"/>
      <dgm:spPr/>
    </dgm:pt>
    <dgm:pt modelId="{85C71DF4-29D4-4478-AE6E-85DC29792D24}" type="pres">
      <dgm:prSet presAssocID="{85B5D7B9-D6FF-4BE6-9B21-0EB0A4EA6B48}" presName="hierRoot2" presStyleCnt="0">
        <dgm:presLayoutVars>
          <dgm:hierBranch val="init"/>
        </dgm:presLayoutVars>
      </dgm:prSet>
      <dgm:spPr/>
    </dgm:pt>
    <dgm:pt modelId="{1809F900-83C5-4DFA-961E-D11CC3DC4973}" type="pres">
      <dgm:prSet presAssocID="{85B5D7B9-D6FF-4BE6-9B21-0EB0A4EA6B48}" presName="rootComposite" presStyleCnt="0"/>
      <dgm:spPr/>
    </dgm:pt>
    <dgm:pt modelId="{10699ACE-3D4B-49FA-9289-43547B2C0687}" type="pres">
      <dgm:prSet presAssocID="{85B5D7B9-D6FF-4BE6-9B21-0EB0A4EA6B48}" presName="rootText" presStyleLbl="node3" presStyleIdx="2" presStyleCnt="3">
        <dgm:presLayoutVars>
          <dgm:chPref val="3"/>
        </dgm:presLayoutVars>
      </dgm:prSet>
      <dgm:spPr/>
    </dgm:pt>
    <dgm:pt modelId="{40CBCA6D-65E1-47C6-8621-82A278458036}" type="pres">
      <dgm:prSet presAssocID="{85B5D7B9-D6FF-4BE6-9B21-0EB0A4EA6B48}" presName="rootConnector" presStyleLbl="node3" presStyleIdx="2" presStyleCnt="3"/>
      <dgm:spPr/>
    </dgm:pt>
    <dgm:pt modelId="{F904ED36-D668-4665-846D-CE5E8D26434B}" type="pres">
      <dgm:prSet presAssocID="{85B5D7B9-D6FF-4BE6-9B21-0EB0A4EA6B48}" presName="hierChild4" presStyleCnt="0"/>
      <dgm:spPr/>
    </dgm:pt>
    <dgm:pt modelId="{72AF8793-6DB4-42F6-9B8E-11A63C941AF7}" type="pres">
      <dgm:prSet presAssocID="{85B5D7B9-D6FF-4BE6-9B21-0EB0A4EA6B48}" presName="hierChild5" presStyleCnt="0"/>
      <dgm:spPr/>
    </dgm:pt>
    <dgm:pt modelId="{569DCA61-C150-4B35-B515-0384857199F1}" type="pres">
      <dgm:prSet presAssocID="{DDE85945-F47F-4756-B6BC-A1C22D6583DC}" presName="hierChild5" presStyleCnt="0"/>
      <dgm:spPr/>
    </dgm:pt>
    <dgm:pt modelId="{6E19F51D-90C0-42FE-8BEF-630FFFA21B54}" type="pres">
      <dgm:prSet presAssocID="{BD206379-631B-40C3-BA4B-8730B2D0FC74}" presName="Name37" presStyleLbl="parChTrans1D2" presStyleIdx="1" presStyleCnt="4"/>
      <dgm:spPr/>
    </dgm:pt>
    <dgm:pt modelId="{6F312955-3DF5-4EAB-A5A8-794D89933ADD}" type="pres">
      <dgm:prSet presAssocID="{7A284970-9571-4953-89E3-0FB90ED13ED9}" presName="hierRoot2" presStyleCnt="0">
        <dgm:presLayoutVars>
          <dgm:hierBranch val="init"/>
        </dgm:presLayoutVars>
      </dgm:prSet>
      <dgm:spPr/>
    </dgm:pt>
    <dgm:pt modelId="{F70444EC-29BD-4DC0-86D1-2AAA7ABECCED}" type="pres">
      <dgm:prSet presAssocID="{7A284970-9571-4953-89E3-0FB90ED13ED9}" presName="rootComposite" presStyleCnt="0"/>
      <dgm:spPr/>
    </dgm:pt>
    <dgm:pt modelId="{1B2B7E84-6728-43AD-9C21-C8EC69BB9339}" type="pres">
      <dgm:prSet presAssocID="{7A284970-9571-4953-89E3-0FB90ED13ED9}" presName="rootText" presStyleLbl="node2" presStyleIdx="1" presStyleCnt="3">
        <dgm:presLayoutVars>
          <dgm:chPref val="3"/>
        </dgm:presLayoutVars>
      </dgm:prSet>
      <dgm:spPr/>
    </dgm:pt>
    <dgm:pt modelId="{C201BF75-D751-4580-9673-E25C66CF89DE}" type="pres">
      <dgm:prSet presAssocID="{7A284970-9571-4953-89E3-0FB90ED13ED9}" presName="rootConnector" presStyleLbl="node2" presStyleIdx="1" presStyleCnt="3"/>
      <dgm:spPr/>
    </dgm:pt>
    <dgm:pt modelId="{A1D0465E-D6F2-4996-AD37-F3F51134DDD4}" type="pres">
      <dgm:prSet presAssocID="{7A284970-9571-4953-89E3-0FB90ED13ED9}" presName="hierChild4" presStyleCnt="0"/>
      <dgm:spPr/>
    </dgm:pt>
    <dgm:pt modelId="{347D6B1B-320C-4B1B-9B93-B4D111257534}" type="pres">
      <dgm:prSet presAssocID="{7A284970-9571-4953-89E3-0FB90ED13ED9}" presName="hierChild5" presStyleCnt="0"/>
      <dgm:spPr/>
    </dgm:pt>
    <dgm:pt modelId="{92478BC0-BD80-4BC0-B207-8B4EF3F8C71A}" type="pres">
      <dgm:prSet presAssocID="{3AB83D12-7507-4287-BB4A-4968E8FF9A11}" presName="Name37" presStyleLbl="parChTrans1D2" presStyleIdx="2" presStyleCnt="4"/>
      <dgm:spPr/>
    </dgm:pt>
    <dgm:pt modelId="{C3FC0750-6A58-4FF0-82D7-52F25833CCE4}" type="pres">
      <dgm:prSet presAssocID="{26018E8D-C08F-4E11-92BA-B022B56A4F8A}" presName="hierRoot2" presStyleCnt="0">
        <dgm:presLayoutVars>
          <dgm:hierBranch val="init"/>
        </dgm:presLayoutVars>
      </dgm:prSet>
      <dgm:spPr/>
    </dgm:pt>
    <dgm:pt modelId="{ED0F123C-6F28-4B28-95CA-39091FC0CF49}" type="pres">
      <dgm:prSet presAssocID="{26018E8D-C08F-4E11-92BA-B022B56A4F8A}" presName="rootComposite" presStyleCnt="0"/>
      <dgm:spPr/>
    </dgm:pt>
    <dgm:pt modelId="{6E301C5F-BBF1-421E-939F-92EBD07DCC68}" type="pres">
      <dgm:prSet presAssocID="{26018E8D-C08F-4E11-92BA-B022B56A4F8A}" presName="rootText" presStyleLbl="node2" presStyleIdx="2" presStyleCnt="3">
        <dgm:presLayoutVars>
          <dgm:chPref val="3"/>
        </dgm:presLayoutVars>
      </dgm:prSet>
      <dgm:spPr/>
    </dgm:pt>
    <dgm:pt modelId="{21559159-6C21-46E1-90EA-D0F905DD7DFE}" type="pres">
      <dgm:prSet presAssocID="{26018E8D-C08F-4E11-92BA-B022B56A4F8A}" presName="rootConnector" presStyleLbl="node2" presStyleIdx="2" presStyleCnt="3"/>
      <dgm:spPr/>
    </dgm:pt>
    <dgm:pt modelId="{9DB158A1-FB63-4753-931C-A9AFE491587B}" type="pres">
      <dgm:prSet presAssocID="{26018E8D-C08F-4E11-92BA-B022B56A4F8A}" presName="hierChild4" presStyleCnt="0"/>
      <dgm:spPr/>
    </dgm:pt>
    <dgm:pt modelId="{8EF70216-4615-4FCA-A43B-E83B05803238}" type="pres">
      <dgm:prSet presAssocID="{26018E8D-C08F-4E11-92BA-B022B56A4F8A}" presName="hierChild5" presStyleCnt="0"/>
      <dgm:spPr/>
    </dgm:pt>
    <dgm:pt modelId="{85655493-F561-4A4A-B7A4-7AE7D20159CE}" type="pres">
      <dgm:prSet presAssocID="{02777A85-F22A-4B34-AF58-29B61BEA4104}" presName="hierChild3" presStyleCnt="0"/>
      <dgm:spPr/>
    </dgm:pt>
    <dgm:pt modelId="{9D3570A1-45F2-4C52-A5B1-69EFB10E428E}" type="pres">
      <dgm:prSet presAssocID="{585964F3-BE3E-4C34-9480-998D81F3C009}" presName="Name111" presStyleLbl="parChTrans1D2" presStyleIdx="3" presStyleCnt="4"/>
      <dgm:spPr/>
    </dgm:pt>
    <dgm:pt modelId="{6AA7ABE1-D2D6-4484-92E6-8D120CBD018F}" type="pres">
      <dgm:prSet presAssocID="{EEDA0C3D-C10B-43E5-8F51-E4292DA06BD6}" presName="hierRoot3" presStyleCnt="0">
        <dgm:presLayoutVars>
          <dgm:hierBranch val="init"/>
        </dgm:presLayoutVars>
      </dgm:prSet>
      <dgm:spPr/>
    </dgm:pt>
    <dgm:pt modelId="{49727099-2FB7-4FC8-B688-3622FA7075B7}" type="pres">
      <dgm:prSet presAssocID="{EEDA0C3D-C10B-43E5-8F51-E4292DA06BD6}" presName="rootComposite3" presStyleCnt="0"/>
      <dgm:spPr/>
    </dgm:pt>
    <dgm:pt modelId="{F6481C1B-118E-46E5-B07A-05F4FC1F6006}" type="pres">
      <dgm:prSet presAssocID="{EEDA0C3D-C10B-43E5-8F51-E4292DA06BD6}" presName="rootText3" presStyleLbl="asst1" presStyleIdx="0" presStyleCnt="1">
        <dgm:presLayoutVars>
          <dgm:chPref val="3"/>
        </dgm:presLayoutVars>
      </dgm:prSet>
      <dgm:spPr/>
    </dgm:pt>
    <dgm:pt modelId="{E3E2C73C-68AA-43E3-9EDB-D26FE6C76CE5}" type="pres">
      <dgm:prSet presAssocID="{EEDA0C3D-C10B-43E5-8F51-E4292DA06BD6}" presName="rootConnector3" presStyleLbl="asst1" presStyleIdx="0" presStyleCnt="1"/>
      <dgm:spPr/>
    </dgm:pt>
    <dgm:pt modelId="{06A469BC-4FD3-4A2D-8309-2CBBF138498D}" type="pres">
      <dgm:prSet presAssocID="{EEDA0C3D-C10B-43E5-8F51-E4292DA06BD6}" presName="hierChild6" presStyleCnt="0"/>
      <dgm:spPr/>
    </dgm:pt>
    <dgm:pt modelId="{544B8F50-5C78-4B7F-AB75-7CD4E9ABD10F}" type="pres">
      <dgm:prSet presAssocID="{EEDA0C3D-C10B-43E5-8F51-E4292DA06BD6}" presName="hierChild7" presStyleCnt="0"/>
      <dgm:spPr/>
    </dgm:pt>
  </dgm:ptLst>
  <dgm:cxnLst>
    <dgm:cxn modelId="{6FDF9F01-EE46-4BAF-B705-06C621C2C057}" type="presOf" srcId="{5AE0EC55-C92E-40DD-9230-5C10D94B636D}" destId="{B298C2CC-1474-48E1-A447-E38AA54FE5E7}" srcOrd="0" destOrd="0" presId="urn:microsoft.com/office/officeart/2005/8/layout/orgChart1"/>
    <dgm:cxn modelId="{1CF96D0F-5226-4D70-B73B-6AB81A72F363}" srcId="{DDE85945-F47F-4756-B6BC-A1C22D6583DC}" destId="{36BC2E08-9744-49FA-965F-5932ACFCF5B8}" srcOrd="0" destOrd="0" parTransId="{657B8EED-E6AA-45DF-AFAB-90761001E596}" sibTransId="{7E9FC142-8D86-41FC-ACC3-3430DF7286E9}"/>
    <dgm:cxn modelId="{15375B10-C1BA-487C-9B32-4542CE5FB076}" srcId="{02777A85-F22A-4B34-AF58-29B61BEA4104}" destId="{EEDA0C3D-C10B-43E5-8F51-E4292DA06BD6}" srcOrd="0" destOrd="0" parTransId="{585964F3-BE3E-4C34-9480-998D81F3C009}" sibTransId="{72B7B1EA-5C42-434E-BF96-2E79A5F93106}"/>
    <dgm:cxn modelId="{1153C610-7D57-4C52-8B78-24084A425CB3}" type="presOf" srcId="{36BC2E08-9744-49FA-965F-5932ACFCF5B8}" destId="{DBEE6104-9C99-4CE9-BD0C-4E69B4BD19ED}" srcOrd="1" destOrd="0" presId="urn:microsoft.com/office/officeart/2005/8/layout/orgChart1"/>
    <dgm:cxn modelId="{871A6311-B02E-4582-A1FB-FAD362DE024B}" type="presOf" srcId="{DDE85945-F47F-4756-B6BC-A1C22D6583DC}" destId="{E08C6589-4CAB-4256-A52B-14233FAACE59}" srcOrd="0" destOrd="0" presId="urn:microsoft.com/office/officeart/2005/8/layout/orgChart1"/>
    <dgm:cxn modelId="{57AB431B-A037-4D5A-87E8-B01F9A9F1F44}" type="presOf" srcId="{E328DDC5-A944-4000-8E4B-1F23329687C0}" destId="{4670ED1E-6484-4EC7-AE2A-7F9C142A91FF}" srcOrd="1" destOrd="0" presId="urn:microsoft.com/office/officeart/2005/8/layout/orgChart1"/>
    <dgm:cxn modelId="{7764D41E-6839-4735-857F-5CD6396D8115}" type="presOf" srcId="{7A284970-9571-4953-89E3-0FB90ED13ED9}" destId="{1B2B7E84-6728-43AD-9C21-C8EC69BB9339}" srcOrd="0" destOrd="0" presId="urn:microsoft.com/office/officeart/2005/8/layout/orgChart1"/>
    <dgm:cxn modelId="{D5045920-2CB1-4BFA-979E-ACEE886E50EA}" srcId="{5194B937-9A3E-4117-B559-A689D0FDC333}" destId="{02777A85-F22A-4B34-AF58-29B61BEA4104}" srcOrd="0" destOrd="0" parTransId="{0A3E7D99-EA1B-46D5-9167-58A7FD134353}" sibTransId="{A35ACE66-E67A-430D-8988-F7926A8098C2}"/>
    <dgm:cxn modelId="{B95A4121-8697-4B70-B970-AD0BF3D61DCA}" type="presOf" srcId="{EFE3BC2E-DD38-4CDF-BF83-E0FF542F2B50}" destId="{CA300A83-9FF0-4D67-80E0-88137CE2F0C5}" srcOrd="0" destOrd="0" presId="urn:microsoft.com/office/officeart/2005/8/layout/orgChart1"/>
    <dgm:cxn modelId="{EC565A23-4056-4CE8-A864-5AF8939084BE}" type="presOf" srcId="{5194B937-9A3E-4117-B559-A689D0FDC333}" destId="{276EE970-4A4A-4CE3-8174-969FC185D9DC}" srcOrd="0" destOrd="0" presId="urn:microsoft.com/office/officeart/2005/8/layout/orgChart1"/>
    <dgm:cxn modelId="{6DF13C2D-6DF9-4C80-A541-8E5EF863B4B9}" srcId="{02777A85-F22A-4B34-AF58-29B61BEA4104}" destId="{26018E8D-C08F-4E11-92BA-B022B56A4F8A}" srcOrd="3" destOrd="0" parTransId="{3AB83D12-7507-4287-BB4A-4968E8FF9A11}" sibTransId="{9CF4C8A4-4A86-47E0-9EC7-CD82F08E884F}"/>
    <dgm:cxn modelId="{6E948234-BAD6-4548-97C3-B9F5B4070D0B}" type="presOf" srcId="{E154B9A3-89BC-4032-92E9-8E7AF758468B}" destId="{135F9284-9263-4530-9CE0-362430A04958}" srcOrd="0" destOrd="0" presId="urn:microsoft.com/office/officeart/2005/8/layout/orgChart1"/>
    <dgm:cxn modelId="{99D66735-D3B7-4D1F-934E-54475B578D5F}" type="presOf" srcId="{3E9C3B1E-440D-43A0-B020-A55D6EC4187C}" destId="{57C88CDE-EA84-4470-88EE-B5480F67B599}" srcOrd="0" destOrd="0" presId="urn:microsoft.com/office/officeart/2005/8/layout/orgChart1"/>
    <dgm:cxn modelId="{1CC3473B-3760-4573-8EE4-AC46335472A9}" type="presOf" srcId="{4C49BDD2-7B26-4DC0-ACC6-D2F02593D93C}" destId="{CEAA5F0F-75D2-43D3-9CDE-2D1B2AC46CE5}" srcOrd="1" destOrd="0" presId="urn:microsoft.com/office/officeart/2005/8/layout/orgChart1"/>
    <dgm:cxn modelId="{63D2EF3D-6B26-4AF0-ADE7-18056CCE396D}" type="presOf" srcId="{85B5D7B9-D6FF-4BE6-9B21-0EB0A4EA6B48}" destId="{10699ACE-3D4B-49FA-9289-43547B2C0687}" srcOrd="0" destOrd="0" presId="urn:microsoft.com/office/officeart/2005/8/layout/orgChart1"/>
    <dgm:cxn modelId="{CCEC6644-441C-4FDF-816E-2D891593DBAF}" type="presOf" srcId="{03F1C4E8-DC05-45A6-BB3A-769B6C63B3D2}" destId="{6429A95C-0F2B-4F71-A566-AB3CDFBB565D}" srcOrd="1" destOrd="0" presId="urn:microsoft.com/office/officeart/2005/8/layout/orgChart1"/>
    <dgm:cxn modelId="{4FDB0C65-0B99-4FF8-8617-47566C638971}" type="presOf" srcId="{E343F6BB-358B-40A3-8490-541CC2938216}" destId="{B63295E3-BDFD-406A-A4D7-EC300AEA10F4}" srcOrd="0" destOrd="0" presId="urn:microsoft.com/office/officeart/2005/8/layout/orgChart1"/>
    <dgm:cxn modelId="{866AB447-938C-4EA8-9892-9309F0798D1D}" srcId="{03F1C4E8-DC05-45A6-BB3A-769B6C63B3D2}" destId="{4C49BDD2-7B26-4DC0-ACC6-D2F02593D93C}" srcOrd="0" destOrd="0" parTransId="{E343F6BB-358B-40A3-8490-541CC2938216}" sibTransId="{DB1919CC-804F-4FFF-B4CB-0490C3C8DB03}"/>
    <dgm:cxn modelId="{AF20FE68-39A8-4260-BC7F-02B03DDF85C9}" srcId="{02777A85-F22A-4B34-AF58-29B61BEA4104}" destId="{DDE85945-F47F-4756-B6BC-A1C22D6583DC}" srcOrd="1" destOrd="0" parTransId="{EFE3BC2E-DD38-4CDF-BF83-E0FF542F2B50}" sibTransId="{DEA35C6D-7338-43FB-989C-5D2FDB9B2538}"/>
    <dgm:cxn modelId="{1061BF6E-834D-438D-B17A-F050B2529907}" type="presOf" srcId="{7A284970-9571-4953-89E3-0FB90ED13ED9}" destId="{C201BF75-D751-4580-9673-E25C66CF89DE}" srcOrd="1" destOrd="0" presId="urn:microsoft.com/office/officeart/2005/8/layout/orgChart1"/>
    <dgm:cxn modelId="{43BC6C51-63BE-4B98-8D00-B2460DDD2744}" srcId="{02777A85-F22A-4B34-AF58-29B61BEA4104}" destId="{7A284970-9571-4953-89E3-0FB90ED13ED9}" srcOrd="2" destOrd="0" parTransId="{BD206379-631B-40C3-BA4B-8730B2D0FC74}" sibTransId="{45807121-533F-42EE-BA26-1CC252673FD9}"/>
    <dgm:cxn modelId="{4DF47F84-3FB1-4684-BA38-8B0587A89681}" type="presOf" srcId="{4C49BDD2-7B26-4DC0-ACC6-D2F02593D93C}" destId="{F3FA8B07-6791-4D6B-9AF8-76A8D673F721}" srcOrd="0" destOrd="0" presId="urn:microsoft.com/office/officeart/2005/8/layout/orgChart1"/>
    <dgm:cxn modelId="{214ECB89-09D4-4456-BB6C-D10EB8368F1C}" type="presOf" srcId="{26018E8D-C08F-4E11-92BA-B022B56A4F8A}" destId="{21559159-6C21-46E1-90EA-D0F905DD7DFE}" srcOrd="1" destOrd="0" presId="urn:microsoft.com/office/officeart/2005/8/layout/orgChart1"/>
    <dgm:cxn modelId="{E8B7FE89-E61A-419D-A79F-0FFAA7576668}" type="presOf" srcId="{585964F3-BE3E-4C34-9480-998D81F3C009}" destId="{9D3570A1-45F2-4C52-A5B1-69EFB10E428E}" srcOrd="0" destOrd="0" presId="urn:microsoft.com/office/officeart/2005/8/layout/orgChart1"/>
    <dgm:cxn modelId="{C6FDA1B1-1C42-47DD-BEA9-1DB63C634DE3}" type="presOf" srcId="{3AB83D12-7507-4287-BB4A-4968E8FF9A11}" destId="{92478BC0-BD80-4BC0-B207-8B4EF3F8C71A}" srcOrd="0" destOrd="0" presId="urn:microsoft.com/office/officeart/2005/8/layout/orgChart1"/>
    <dgm:cxn modelId="{6B9F72B2-3D66-4D3A-B628-13246D9384E8}" srcId="{DDE85945-F47F-4756-B6BC-A1C22D6583DC}" destId="{03F1C4E8-DC05-45A6-BB3A-769B6C63B3D2}" srcOrd="1" destOrd="0" parTransId="{5AE0EC55-C92E-40DD-9230-5C10D94B636D}" sibTransId="{11FDD605-EF14-4347-8553-F883A800D4BD}"/>
    <dgm:cxn modelId="{FF3762BF-E51F-40AD-8BB7-AAE7EB5A6FA2}" type="presOf" srcId="{657B8EED-E6AA-45DF-AFAB-90761001E596}" destId="{2E3C8720-7932-4849-9C2C-14182C2D9778}" srcOrd="0" destOrd="0" presId="urn:microsoft.com/office/officeart/2005/8/layout/orgChart1"/>
    <dgm:cxn modelId="{9B6056C5-8FF2-45E9-9F27-EB47396D7365}" type="presOf" srcId="{26018E8D-C08F-4E11-92BA-B022B56A4F8A}" destId="{6E301C5F-BBF1-421E-939F-92EBD07DCC68}" srcOrd="0" destOrd="0" presId="urn:microsoft.com/office/officeart/2005/8/layout/orgChart1"/>
    <dgm:cxn modelId="{9B4BF8D1-9FB4-4B10-9F43-05B849868FA3}" type="presOf" srcId="{DDE85945-F47F-4756-B6BC-A1C22D6583DC}" destId="{3316725E-AE1E-4021-BCCE-5A7169A298DC}" srcOrd="1" destOrd="0" presId="urn:microsoft.com/office/officeart/2005/8/layout/orgChart1"/>
    <dgm:cxn modelId="{B57E86D7-6B4B-44ED-985F-FAF5928B4203}" type="presOf" srcId="{EEDA0C3D-C10B-43E5-8F51-E4292DA06BD6}" destId="{E3E2C73C-68AA-43E3-9EDB-D26FE6C76CE5}" srcOrd="1" destOrd="0" presId="urn:microsoft.com/office/officeart/2005/8/layout/orgChart1"/>
    <dgm:cxn modelId="{706D60D8-A38E-42A0-883B-FE27FCDBA4C3}" srcId="{DDE85945-F47F-4756-B6BC-A1C22D6583DC}" destId="{85B5D7B9-D6FF-4BE6-9B21-0EB0A4EA6B48}" srcOrd="2" destOrd="0" parTransId="{3E9C3B1E-440D-43A0-B020-A55D6EC4187C}" sibTransId="{ED5BF304-BF51-40B2-92A8-214635D72C3C}"/>
    <dgm:cxn modelId="{898E3BDD-B5B8-4E95-8440-D757684F7CC3}" type="presOf" srcId="{E328DDC5-A944-4000-8E4B-1F23329687C0}" destId="{2248358F-BBC8-44EA-8F0E-F4E33160B236}" srcOrd="0" destOrd="0" presId="urn:microsoft.com/office/officeart/2005/8/layout/orgChart1"/>
    <dgm:cxn modelId="{27FDC6E1-6FBB-4246-9E6E-86340BAA1D46}" srcId="{03F1C4E8-DC05-45A6-BB3A-769B6C63B3D2}" destId="{E328DDC5-A944-4000-8E4B-1F23329687C0}" srcOrd="1" destOrd="0" parTransId="{E154B9A3-89BC-4032-92E9-8E7AF758468B}" sibTransId="{09ED33A1-1729-4F5B-A99B-8B56EABA338C}"/>
    <dgm:cxn modelId="{021525E2-0415-44F2-BC58-9EF3B0360E91}" type="presOf" srcId="{BD206379-631B-40C3-BA4B-8730B2D0FC74}" destId="{6E19F51D-90C0-42FE-8BEF-630FFFA21B54}" srcOrd="0" destOrd="0" presId="urn:microsoft.com/office/officeart/2005/8/layout/orgChart1"/>
    <dgm:cxn modelId="{83BEAFE2-EA69-46A7-88AE-07241045EDF8}" type="presOf" srcId="{85B5D7B9-D6FF-4BE6-9B21-0EB0A4EA6B48}" destId="{40CBCA6D-65E1-47C6-8621-82A278458036}" srcOrd="1" destOrd="0" presId="urn:microsoft.com/office/officeart/2005/8/layout/orgChart1"/>
    <dgm:cxn modelId="{8058AFE7-D1C3-43A6-B3F6-9994A793C428}" type="presOf" srcId="{02777A85-F22A-4B34-AF58-29B61BEA4104}" destId="{7AF95D70-F59A-48D4-8C6A-F8C362F1935A}" srcOrd="1" destOrd="0" presId="urn:microsoft.com/office/officeart/2005/8/layout/orgChart1"/>
    <dgm:cxn modelId="{22B407F2-61AC-4118-B14F-614FE47267B3}" type="presOf" srcId="{02777A85-F22A-4B34-AF58-29B61BEA4104}" destId="{B8DCEC70-1029-4745-9152-B5285FDB2A4C}" srcOrd="0" destOrd="0" presId="urn:microsoft.com/office/officeart/2005/8/layout/orgChart1"/>
    <dgm:cxn modelId="{8A49F5F5-B233-41DB-BF76-FE50F9ED0EEF}" type="presOf" srcId="{EEDA0C3D-C10B-43E5-8F51-E4292DA06BD6}" destId="{F6481C1B-118E-46E5-B07A-05F4FC1F6006}" srcOrd="0" destOrd="0" presId="urn:microsoft.com/office/officeart/2005/8/layout/orgChart1"/>
    <dgm:cxn modelId="{DEF584FB-1584-4238-82B9-F99476E99AA9}" type="presOf" srcId="{36BC2E08-9744-49FA-965F-5932ACFCF5B8}" destId="{7431316E-2F77-4625-925F-258E7B2C3F8C}" srcOrd="0" destOrd="0" presId="urn:microsoft.com/office/officeart/2005/8/layout/orgChart1"/>
    <dgm:cxn modelId="{8BB7BEFB-A4D7-4C3B-A913-0A2650B01EB6}" type="presOf" srcId="{03F1C4E8-DC05-45A6-BB3A-769B6C63B3D2}" destId="{A93E0E34-5FAA-4D79-9685-C61B67212894}" srcOrd="0" destOrd="0" presId="urn:microsoft.com/office/officeart/2005/8/layout/orgChart1"/>
    <dgm:cxn modelId="{34560182-8F18-43C1-89E8-D34DF3AA865C}" type="presParOf" srcId="{276EE970-4A4A-4CE3-8174-969FC185D9DC}" destId="{D9F16EC0-A3AA-491C-A272-1139D9168F50}" srcOrd="0" destOrd="0" presId="urn:microsoft.com/office/officeart/2005/8/layout/orgChart1"/>
    <dgm:cxn modelId="{79F1A94D-6CCB-497F-A529-9BDDC4396BE7}" type="presParOf" srcId="{D9F16EC0-A3AA-491C-A272-1139D9168F50}" destId="{5AF1E557-A23A-4F5D-B0B2-99D7E0002FD9}" srcOrd="0" destOrd="0" presId="urn:microsoft.com/office/officeart/2005/8/layout/orgChart1"/>
    <dgm:cxn modelId="{EA9793F7-0B22-4F08-964E-63A96427D820}" type="presParOf" srcId="{5AF1E557-A23A-4F5D-B0B2-99D7E0002FD9}" destId="{B8DCEC70-1029-4745-9152-B5285FDB2A4C}" srcOrd="0" destOrd="0" presId="urn:microsoft.com/office/officeart/2005/8/layout/orgChart1"/>
    <dgm:cxn modelId="{2E1A9674-AB97-4C7C-BB8A-AF91BF703731}" type="presParOf" srcId="{5AF1E557-A23A-4F5D-B0B2-99D7E0002FD9}" destId="{7AF95D70-F59A-48D4-8C6A-F8C362F1935A}" srcOrd="1" destOrd="0" presId="urn:microsoft.com/office/officeart/2005/8/layout/orgChart1"/>
    <dgm:cxn modelId="{DA0C20FE-459B-4979-BE24-352D89F9DEDD}" type="presParOf" srcId="{D9F16EC0-A3AA-491C-A272-1139D9168F50}" destId="{4B1B381F-FF79-4DDB-B0A5-4D124D35100C}" srcOrd="1" destOrd="0" presId="urn:microsoft.com/office/officeart/2005/8/layout/orgChart1"/>
    <dgm:cxn modelId="{DB26A2E0-35FF-41A7-A1F0-6F39E28852BE}" type="presParOf" srcId="{4B1B381F-FF79-4DDB-B0A5-4D124D35100C}" destId="{CA300A83-9FF0-4D67-80E0-88137CE2F0C5}" srcOrd="0" destOrd="0" presId="urn:microsoft.com/office/officeart/2005/8/layout/orgChart1"/>
    <dgm:cxn modelId="{2D90F9B4-4558-47E7-B9B2-58528E4275E9}" type="presParOf" srcId="{4B1B381F-FF79-4DDB-B0A5-4D124D35100C}" destId="{A0E498A9-D11F-4623-9FA2-DC8E0271E4CA}" srcOrd="1" destOrd="0" presId="urn:microsoft.com/office/officeart/2005/8/layout/orgChart1"/>
    <dgm:cxn modelId="{250A9434-B4CF-4D9F-9970-9901869C109B}" type="presParOf" srcId="{A0E498A9-D11F-4623-9FA2-DC8E0271E4CA}" destId="{2D8AC137-59DB-46A2-AF6D-222410FED7C8}" srcOrd="0" destOrd="0" presId="urn:microsoft.com/office/officeart/2005/8/layout/orgChart1"/>
    <dgm:cxn modelId="{4072A3BA-0352-4A9F-A95B-52F73E2999ED}" type="presParOf" srcId="{2D8AC137-59DB-46A2-AF6D-222410FED7C8}" destId="{E08C6589-4CAB-4256-A52B-14233FAACE59}" srcOrd="0" destOrd="0" presId="urn:microsoft.com/office/officeart/2005/8/layout/orgChart1"/>
    <dgm:cxn modelId="{7B37DA64-447C-498A-9291-05BEC57FEC3C}" type="presParOf" srcId="{2D8AC137-59DB-46A2-AF6D-222410FED7C8}" destId="{3316725E-AE1E-4021-BCCE-5A7169A298DC}" srcOrd="1" destOrd="0" presId="urn:microsoft.com/office/officeart/2005/8/layout/orgChart1"/>
    <dgm:cxn modelId="{0170829C-37A1-4DFA-9966-AFFB905BC364}" type="presParOf" srcId="{A0E498A9-D11F-4623-9FA2-DC8E0271E4CA}" destId="{954FDF80-BAF6-4904-BB4B-0AB335AE4481}" srcOrd="1" destOrd="0" presId="urn:microsoft.com/office/officeart/2005/8/layout/orgChart1"/>
    <dgm:cxn modelId="{ABD2C335-D9FD-41A9-A7FF-7E3845FD4CCA}" type="presParOf" srcId="{954FDF80-BAF6-4904-BB4B-0AB335AE4481}" destId="{2E3C8720-7932-4849-9C2C-14182C2D9778}" srcOrd="0" destOrd="0" presId="urn:microsoft.com/office/officeart/2005/8/layout/orgChart1"/>
    <dgm:cxn modelId="{D303E67B-1B3D-4302-B6FB-990CB13D0E78}" type="presParOf" srcId="{954FDF80-BAF6-4904-BB4B-0AB335AE4481}" destId="{D4EB90A8-36A1-4FFC-ABB6-ABE7C2F703D7}" srcOrd="1" destOrd="0" presId="urn:microsoft.com/office/officeart/2005/8/layout/orgChart1"/>
    <dgm:cxn modelId="{BD22078B-DC12-4870-925D-B839283C59EF}" type="presParOf" srcId="{D4EB90A8-36A1-4FFC-ABB6-ABE7C2F703D7}" destId="{930DE24D-8E33-4672-95A2-5A95976491D4}" srcOrd="0" destOrd="0" presId="urn:microsoft.com/office/officeart/2005/8/layout/orgChart1"/>
    <dgm:cxn modelId="{BE698EA0-57B6-49A8-8A25-F9299C85237D}" type="presParOf" srcId="{930DE24D-8E33-4672-95A2-5A95976491D4}" destId="{7431316E-2F77-4625-925F-258E7B2C3F8C}" srcOrd="0" destOrd="0" presId="urn:microsoft.com/office/officeart/2005/8/layout/orgChart1"/>
    <dgm:cxn modelId="{751E151C-0A94-4DA5-A834-BBD5F1EBB07D}" type="presParOf" srcId="{930DE24D-8E33-4672-95A2-5A95976491D4}" destId="{DBEE6104-9C99-4CE9-BD0C-4E69B4BD19ED}" srcOrd="1" destOrd="0" presId="urn:microsoft.com/office/officeart/2005/8/layout/orgChart1"/>
    <dgm:cxn modelId="{E435173C-284A-45F0-9296-54078D720661}" type="presParOf" srcId="{D4EB90A8-36A1-4FFC-ABB6-ABE7C2F703D7}" destId="{DB0E2C1D-6C87-4772-A691-0621FDEA9155}" srcOrd="1" destOrd="0" presId="urn:microsoft.com/office/officeart/2005/8/layout/orgChart1"/>
    <dgm:cxn modelId="{5CCD40D8-62C6-4EBD-B4E5-B68D3998EC3C}" type="presParOf" srcId="{D4EB90A8-36A1-4FFC-ABB6-ABE7C2F703D7}" destId="{56F07214-E90A-4371-8EF9-F1B70FD0DE2A}" srcOrd="2" destOrd="0" presId="urn:microsoft.com/office/officeart/2005/8/layout/orgChart1"/>
    <dgm:cxn modelId="{57C8FCFA-42F0-46FB-9C0B-32E49B0CEFFE}" type="presParOf" srcId="{954FDF80-BAF6-4904-BB4B-0AB335AE4481}" destId="{B298C2CC-1474-48E1-A447-E38AA54FE5E7}" srcOrd="2" destOrd="0" presId="urn:microsoft.com/office/officeart/2005/8/layout/orgChart1"/>
    <dgm:cxn modelId="{1BDBE088-8C1D-468E-9B40-6313E0DC2558}" type="presParOf" srcId="{954FDF80-BAF6-4904-BB4B-0AB335AE4481}" destId="{CF68C42A-6D90-465A-AA33-5FD4CC297F8B}" srcOrd="3" destOrd="0" presId="urn:microsoft.com/office/officeart/2005/8/layout/orgChart1"/>
    <dgm:cxn modelId="{5566AB34-CAD7-49C8-B599-ED6D08B6D23B}" type="presParOf" srcId="{CF68C42A-6D90-465A-AA33-5FD4CC297F8B}" destId="{E0FFAE72-B80C-47A0-80F6-2A2677E4DB97}" srcOrd="0" destOrd="0" presId="urn:microsoft.com/office/officeart/2005/8/layout/orgChart1"/>
    <dgm:cxn modelId="{288A8854-E742-4E49-B6BF-F3D586A9F67F}" type="presParOf" srcId="{E0FFAE72-B80C-47A0-80F6-2A2677E4DB97}" destId="{A93E0E34-5FAA-4D79-9685-C61B67212894}" srcOrd="0" destOrd="0" presId="urn:microsoft.com/office/officeart/2005/8/layout/orgChart1"/>
    <dgm:cxn modelId="{8DDD92B7-E0A0-47B9-A129-C713D259FF82}" type="presParOf" srcId="{E0FFAE72-B80C-47A0-80F6-2A2677E4DB97}" destId="{6429A95C-0F2B-4F71-A566-AB3CDFBB565D}" srcOrd="1" destOrd="0" presId="urn:microsoft.com/office/officeart/2005/8/layout/orgChart1"/>
    <dgm:cxn modelId="{ACD813EA-DA29-4712-85D9-3397FE9D29D7}" type="presParOf" srcId="{CF68C42A-6D90-465A-AA33-5FD4CC297F8B}" destId="{96507654-0603-4457-AABC-8357E53A33DA}" srcOrd="1" destOrd="0" presId="urn:microsoft.com/office/officeart/2005/8/layout/orgChart1"/>
    <dgm:cxn modelId="{BF719A7F-BFD0-44A0-9CDD-C18183DFC83D}" type="presParOf" srcId="{96507654-0603-4457-AABC-8357E53A33DA}" destId="{B63295E3-BDFD-406A-A4D7-EC300AEA10F4}" srcOrd="0" destOrd="0" presId="urn:microsoft.com/office/officeart/2005/8/layout/orgChart1"/>
    <dgm:cxn modelId="{7B082F77-FF4F-45B6-91BA-2EC0F8907801}" type="presParOf" srcId="{96507654-0603-4457-AABC-8357E53A33DA}" destId="{0BB0E509-EE6F-4ADB-B021-799A53B1F173}" srcOrd="1" destOrd="0" presId="urn:microsoft.com/office/officeart/2005/8/layout/orgChart1"/>
    <dgm:cxn modelId="{E7E0746C-BF13-4884-BAD0-00339057E3F8}" type="presParOf" srcId="{0BB0E509-EE6F-4ADB-B021-799A53B1F173}" destId="{4F797657-B14A-4CC9-B96B-FBF853F1C67F}" srcOrd="0" destOrd="0" presId="urn:microsoft.com/office/officeart/2005/8/layout/orgChart1"/>
    <dgm:cxn modelId="{5E5F94ED-366C-4C47-AF19-DA8110477FDF}" type="presParOf" srcId="{4F797657-B14A-4CC9-B96B-FBF853F1C67F}" destId="{F3FA8B07-6791-4D6B-9AF8-76A8D673F721}" srcOrd="0" destOrd="0" presId="urn:microsoft.com/office/officeart/2005/8/layout/orgChart1"/>
    <dgm:cxn modelId="{E68E8C80-B32F-4F0E-9CA1-28A7712DACC7}" type="presParOf" srcId="{4F797657-B14A-4CC9-B96B-FBF853F1C67F}" destId="{CEAA5F0F-75D2-43D3-9CDE-2D1B2AC46CE5}" srcOrd="1" destOrd="0" presId="urn:microsoft.com/office/officeart/2005/8/layout/orgChart1"/>
    <dgm:cxn modelId="{87A4C4F6-8B04-4E7C-B8DA-8AB97D7778BD}" type="presParOf" srcId="{0BB0E509-EE6F-4ADB-B021-799A53B1F173}" destId="{A9EE7042-AC94-4EE3-8844-D59C62DF9902}" srcOrd="1" destOrd="0" presId="urn:microsoft.com/office/officeart/2005/8/layout/orgChart1"/>
    <dgm:cxn modelId="{5623C3E5-8B60-4C4A-9C35-A7EFC9CB8FBC}" type="presParOf" srcId="{0BB0E509-EE6F-4ADB-B021-799A53B1F173}" destId="{45B52ED2-4408-4786-B51C-9FB4E0CBE434}" srcOrd="2" destOrd="0" presId="urn:microsoft.com/office/officeart/2005/8/layout/orgChart1"/>
    <dgm:cxn modelId="{9DC54AF2-B440-4781-A1B7-C42DA9294A4C}" type="presParOf" srcId="{96507654-0603-4457-AABC-8357E53A33DA}" destId="{135F9284-9263-4530-9CE0-362430A04958}" srcOrd="2" destOrd="0" presId="urn:microsoft.com/office/officeart/2005/8/layout/orgChart1"/>
    <dgm:cxn modelId="{DAA509F8-2BDD-4BEF-958D-AC81ECE6B5F0}" type="presParOf" srcId="{96507654-0603-4457-AABC-8357E53A33DA}" destId="{0B13B73F-1F96-4FC8-8D4F-04EBCEBC0A49}" srcOrd="3" destOrd="0" presId="urn:microsoft.com/office/officeart/2005/8/layout/orgChart1"/>
    <dgm:cxn modelId="{14843ABF-5536-40B1-B301-750A7CE588DA}" type="presParOf" srcId="{0B13B73F-1F96-4FC8-8D4F-04EBCEBC0A49}" destId="{28E493C6-9E7A-4BA3-9FB3-EC0FD5C8387F}" srcOrd="0" destOrd="0" presId="urn:microsoft.com/office/officeart/2005/8/layout/orgChart1"/>
    <dgm:cxn modelId="{27652C23-109D-47AE-B4C7-742D5C480975}" type="presParOf" srcId="{28E493C6-9E7A-4BA3-9FB3-EC0FD5C8387F}" destId="{2248358F-BBC8-44EA-8F0E-F4E33160B236}" srcOrd="0" destOrd="0" presId="urn:microsoft.com/office/officeart/2005/8/layout/orgChart1"/>
    <dgm:cxn modelId="{FFDB18B6-8E52-4BD5-B1DE-047DD35F548B}" type="presParOf" srcId="{28E493C6-9E7A-4BA3-9FB3-EC0FD5C8387F}" destId="{4670ED1E-6484-4EC7-AE2A-7F9C142A91FF}" srcOrd="1" destOrd="0" presId="urn:microsoft.com/office/officeart/2005/8/layout/orgChart1"/>
    <dgm:cxn modelId="{54594791-D384-4F90-9A7E-C057A047B231}" type="presParOf" srcId="{0B13B73F-1F96-4FC8-8D4F-04EBCEBC0A49}" destId="{A659F211-67DC-4F6D-B058-BEDCB0BC7476}" srcOrd="1" destOrd="0" presId="urn:microsoft.com/office/officeart/2005/8/layout/orgChart1"/>
    <dgm:cxn modelId="{A4BF0921-159E-4988-AC85-9780A64A3749}" type="presParOf" srcId="{0B13B73F-1F96-4FC8-8D4F-04EBCEBC0A49}" destId="{BC2851DF-909C-4456-A953-E470EE67465A}" srcOrd="2" destOrd="0" presId="urn:microsoft.com/office/officeart/2005/8/layout/orgChart1"/>
    <dgm:cxn modelId="{582ABE51-97E5-4A0F-B8B3-BCE4CB7B51B1}" type="presParOf" srcId="{CF68C42A-6D90-465A-AA33-5FD4CC297F8B}" destId="{A9562BCB-5439-4BF3-A289-B160544DDCDD}" srcOrd="2" destOrd="0" presId="urn:microsoft.com/office/officeart/2005/8/layout/orgChart1"/>
    <dgm:cxn modelId="{065C6316-1272-4255-9941-83559C501BD6}" type="presParOf" srcId="{954FDF80-BAF6-4904-BB4B-0AB335AE4481}" destId="{57C88CDE-EA84-4470-88EE-B5480F67B599}" srcOrd="4" destOrd="0" presId="urn:microsoft.com/office/officeart/2005/8/layout/orgChart1"/>
    <dgm:cxn modelId="{8EAC3C12-6195-40AD-99E0-176C3E104799}" type="presParOf" srcId="{954FDF80-BAF6-4904-BB4B-0AB335AE4481}" destId="{85C71DF4-29D4-4478-AE6E-85DC29792D24}" srcOrd="5" destOrd="0" presId="urn:microsoft.com/office/officeart/2005/8/layout/orgChart1"/>
    <dgm:cxn modelId="{5A7E3F87-11FD-4B61-BF41-C80265051FEB}" type="presParOf" srcId="{85C71DF4-29D4-4478-AE6E-85DC29792D24}" destId="{1809F900-83C5-4DFA-961E-D11CC3DC4973}" srcOrd="0" destOrd="0" presId="urn:microsoft.com/office/officeart/2005/8/layout/orgChart1"/>
    <dgm:cxn modelId="{64C4B475-5EE7-4439-A975-3635B8FEEB98}" type="presParOf" srcId="{1809F900-83C5-4DFA-961E-D11CC3DC4973}" destId="{10699ACE-3D4B-49FA-9289-43547B2C0687}" srcOrd="0" destOrd="0" presId="urn:microsoft.com/office/officeart/2005/8/layout/orgChart1"/>
    <dgm:cxn modelId="{51A3532B-2C32-4F14-ABF6-A092F17BD72D}" type="presParOf" srcId="{1809F900-83C5-4DFA-961E-D11CC3DC4973}" destId="{40CBCA6D-65E1-47C6-8621-82A278458036}" srcOrd="1" destOrd="0" presId="urn:microsoft.com/office/officeart/2005/8/layout/orgChart1"/>
    <dgm:cxn modelId="{475F5947-E399-4E21-A941-EC06B8F3A669}" type="presParOf" srcId="{85C71DF4-29D4-4478-AE6E-85DC29792D24}" destId="{F904ED36-D668-4665-846D-CE5E8D26434B}" srcOrd="1" destOrd="0" presId="urn:microsoft.com/office/officeart/2005/8/layout/orgChart1"/>
    <dgm:cxn modelId="{F08B3065-C39B-4BC3-80FB-49B2FC0C9328}" type="presParOf" srcId="{85C71DF4-29D4-4478-AE6E-85DC29792D24}" destId="{72AF8793-6DB4-42F6-9B8E-11A63C941AF7}" srcOrd="2" destOrd="0" presId="urn:microsoft.com/office/officeart/2005/8/layout/orgChart1"/>
    <dgm:cxn modelId="{456E000F-E64F-4D49-BAAF-0AF4D3F4BC4A}" type="presParOf" srcId="{A0E498A9-D11F-4623-9FA2-DC8E0271E4CA}" destId="{569DCA61-C150-4B35-B515-0384857199F1}" srcOrd="2" destOrd="0" presId="urn:microsoft.com/office/officeart/2005/8/layout/orgChart1"/>
    <dgm:cxn modelId="{3FB9A904-4021-4CA5-A772-135535E17951}" type="presParOf" srcId="{4B1B381F-FF79-4DDB-B0A5-4D124D35100C}" destId="{6E19F51D-90C0-42FE-8BEF-630FFFA21B54}" srcOrd="2" destOrd="0" presId="urn:microsoft.com/office/officeart/2005/8/layout/orgChart1"/>
    <dgm:cxn modelId="{55E3A0B3-8D1F-4AB3-9948-7661DBC8EB4A}" type="presParOf" srcId="{4B1B381F-FF79-4DDB-B0A5-4D124D35100C}" destId="{6F312955-3DF5-4EAB-A5A8-794D89933ADD}" srcOrd="3" destOrd="0" presId="urn:microsoft.com/office/officeart/2005/8/layout/orgChart1"/>
    <dgm:cxn modelId="{002F5782-C1FE-448B-A072-46C69B6F8AC4}" type="presParOf" srcId="{6F312955-3DF5-4EAB-A5A8-794D89933ADD}" destId="{F70444EC-29BD-4DC0-86D1-2AAA7ABECCED}" srcOrd="0" destOrd="0" presId="urn:microsoft.com/office/officeart/2005/8/layout/orgChart1"/>
    <dgm:cxn modelId="{312AC49F-0A81-47B4-836B-68B0D5CD8462}" type="presParOf" srcId="{F70444EC-29BD-4DC0-86D1-2AAA7ABECCED}" destId="{1B2B7E84-6728-43AD-9C21-C8EC69BB9339}" srcOrd="0" destOrd="0" presId="urn:microsoft.com/office/officeart/2005/8/layout/orgChart1"/>
    <dgm:cxn modelId="{AE7B04E3-1F2D-43E1-B000-3B8279E632C1}" type="presParOf" srcId="{F70444EC-29BD-4DC0-86D1-2AAA7ABECCED}" destId="{C201BF75-D751-4580-9673-E25C66CF89DE}" srcOrd="1" destOrd="0" presId="urn:microsoft.com/office/officeart/2005/8/layout/orgChart1"/>
    <dgm:cxn modelId="{544511FB-30AC-4415-8125-F05BA5957DBE}" type="presParOf" srcId="{6F312955-3DF5-4EAB-A5A8-794D89933ADD}" destId="{A1D0465E-D6F2-4996-AD37-F3F51134DDD4}" srcOrd="1" destOrd="0" presId="urn:microsoft.com/office/officeart/2005/8/layout/orgChart1"/>
    <dgm:cxn modelId="{EA79C342-E2F9-4542-B653-A9BC865EE599}" type="presParOf" srcId="{6F312955-3DF5-4EAB-A5A8-794D89933ADD}" destId="{347D6B1B-320C-4B1B-9B93-B4D111257534}" srcOrd="2" destOrd="0" presId="urn:microsoft.com/office/officeart/2005/8/layout/orgChart1"/>
    <dgm:cxn modelId="{9279350F-F131-457A-ACC9-64D5B93C4E70}" type="presParOf" srcId="{4B1B381F-FF79-4DDB-B0A5-4D124D35100C}" destId="{92478BC0-BD80-4BC0-B207-8B4EF3F8C71A}" srcOrd="4" destOrd="0" presId="urn:microsoft.com/office/officeart/2005/8/layout/orgChart1"/>
    <dgm:cxn modelId="{4943FB83-5202-4CB6-9EAD-71802E7B0F4B}" type="presParOf" srcId="{4B1B381F-FF79-4DDB-B0A5-4D124D35100C}" destId="{C3FC0750-6A58-4FF0-82D7-52F25833CCE4}" srcOrd="5" destOrd="0" presId="urn:microsoft.com/office/officeart/2005/8/layout/orgChart1"/>
    <dgm:cxn modelId="{00AD2972-21D2-4DE7-A1B9-81925659F357}" type="presParOf" srcId="{C3FC0750-6A58-4FF0-82D7-52F25833CCE4}" destId="{ED0F123C-6F28-4B28-95CA-39091FC0CF49}" srcOrd="0" destOrd="0" presId="urn:microsoft.com/office/officeart/2005/8/layout/orgChart1"/>
    <dgm:cxn modelId="{53762BEA-9007-4932-83A2-546AAB27FEB5}" type="presParOf" srcId="{ED0F123C-6F28-4B28-95CA-39091FC0CF49}" destId="{6E301C5F-BBF1-421E-939F-92EBD07DCC68}" srcOrd="0" destOrd="0" presId="urn:microsoft.com/office/officeart/2005/8/layout/orgChart1"/>
    <dgm:cxn modelId="{48A7E09C-8BB8-47EA-B87C-4C405FB1C011}" type="presParOf" srcId="{ED0F123C-6F28-4B28-95CA-39091FC0CF49}" destId="{21559159-6C21-46E1-90EA-D0F905DD7DFE}" srcOrd="1" destOrd="0" presId="urn:microsoft.com/office/officeart/2005/8/layout/orgChart1"/>
    <dgm:cxn modelId="{C40046FB-7243-4B4F-874B-2F7077B7C382}" type="presParOf" srcId="{C3FC0750-6A58-4FF0-82D7-52F25833CCE4}" destId="{9DB158A1-FB63-4753-931C-A9AFE491587B}" srcOrd="1" destOrd="0" presId="urn:microsoft.com/office/officeart/2005/8/layout/orgChart1"/>
    <dgm:cxn modelId="{46C62DAC-C565-4DD7-B80F-BD94FC207197}" type="presParOf" srcId="{C3FC0750-6A58-4FF0-82D7-52F25833CCE4}" destId="{8EF70216-4615-4FCA-A43B-E83B05803238}" srcOrd="2" destOrd="0" presId="urn:microsoft.com/office/officeart/2005/8/layout/orgChart1"/>
    <dgm:cxn modelId="{8CE26E8C-1ED0-45DF-BBDD-ACD585CE3FB9}" type="presParOf" srcId="{D9F16EC0-A3AA-491C-A272-1139D9168F50}" destId="{85655493-F561-4A4A-B7A4-7AE7D20159CE}" srcOrd="2" destOrd="0" presId="urn:microsoft.com/office/officeart/2005/8/layout/orgChart1"/>
    <dgm:cxn modelId="{5A2B70BF-8A5D-4875-BBDC-C3088BAF8052}" type="presParOf" srcId="{85655493-F561-4A4A-B7A4-7AE7D20159CE}" destId="{9D3570A1-45F2-4C52-A5B1-69EFB10E428E}" srcOrd="0" destOrd="0" presId="urn:microsoft.com/office/officeart/2005/8/layout/orgChart1"/>
    <dgm:cxn modelId="{D16D9C7D-9F8A-40E7-AB8E-6F6451FD7753}" type="presParOf" srcId="{85655493-F561-4A4A-B7A4-7AE7D20159CE}" destId="{6AA7ABE1-D2D6-4484-92E6-8D120CBD018F}" srcOrd="1" destOrd="0" presId="urn:microsoft.com/office/officeart/2005/8/layout/orgChart1"/>
    <dgm:cxn modelId="{88604747-38D6-4EF4-A152-E2E9C39712E0}" type="presParOf" srcId="{6AA7ABE1-D2D6-4484-92E6-8D120CBD018F}" destId="{49727099-2FB7-4FC8-B688-3622FA7075B7}" srcOrd="0" destOrd="0" presId="urn:microsoft.com/office/officeart/2005/8/layout/orgChart1"/>
    <dgm:cxn modelId="{E8AC6BED-005C-4299-BB65-25A2977FAB95}" type="presParOf" srcId="{49727099-2FB7-4FC8-B688-3622FA7075B7}" destId="{F6481C1B-118E-46E5-B07A-05F4FC1F6006}" srcOrd="0" destOrd="0" presId="urn:microsoft.com/office/officeart/2005/8/layout/orgChart1"/>
    <dgm:cxn modelId="{D5D20891-00A1-4D9D-8ED1-2255DFBDA2E6}" type="presParOf" srcId="{49727099-2FB7-4FC8-B688-3622FA7075B7}" destId="{E3E2C73C-68AA-43E3-9EDB-D26FE6C76CE5}" srcOrd="1" destOrd="0" presId="urn:microsoft.com/office/officeart/2005/8/layout/orgChart1"/>
    <dgm:cxn modelId="{F1778062-CCC6-40B5-9A7B-08BDFB8EF781}" type="presParOf" srcId="{6AA7ABE1-D2D6-4484-92E6-8D120CBD018F}" destId="{06A469BC-4FD3-4A2D-8309-2CBBF138498D}" srcOrd="1" destOrd="0" presId="urn:microsoft.com/office/officeart/2005/8/layout/orgChart1"/>
    <dgm:cxn modelId="{8E479778-BB90-4709-9142-BE2948C9D7B1}" type="presParOf" srcId="{6AA7ABE1-D2D6-4484-92E6-8D120CBD018F}" destId="{544B8F50-5C78-4B7F-AB75-7CD4E9ABD10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770821-1EEF-42EA-977A-5648F300FFD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235059-BBFB-4C6C-B9F9-1EBDAF862D85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B88ABF9F-A486-49DE-B30E-7A3129CA6D00}" type="parTrans" cxnId="{E3F0A48D-16C7-422B-BF2D-A9DE79629AFF}">
      <dgm:prSet/>
      <dgm:spPr/>
      <dgm:t>
        <a:bodyPr/>
        <a:lstStyle/>
        <a:p>
          <a:endParaRPr lang="en-US"/>
        </a:p>
      </dgm:t>
    </dgm:pt>
    <dgm:pt modelId="{746064E7-0D8F-441A-91C1-0EC65F4DF88E}" type="sibTrans" cxnId="{E3F0A48D-16C7-422B-BF2D-A9DE79629AFF}">
      <dgm:prSet/>
      <dgm:spPr/>
      <dgm:t>
        <a:bodyPr/>
        <a:lstStyle/>
        <a:p>
          <a:endParaRPr lang="en-US"/>
        </a:p>
      </dgm:t>
    </dgm:pt>
    <dgm:pt modelId="{269CDE87-8251-4E4A-854F-59F3133EFA43}" type="asst">
      <dgm:prSet phldrT="[Text]" phldr="1"/>
      <dgm:spPr/>
      <dgm:t>
        <a:bodyPr/>
        <a:lstStyle/>
        <a:p>
          <a:endParaRPr lang="en-US"/>
        </a:p>
      </dgm:t>
    </dgm:pt>
    <dgm:pt modelId="{A90DA39F-852D-484A-B446-59D8E0E6B124}" type="parTrans" cxnId="{82899155-ECE0-4A49-91B2-717F948CEA35}">
      <dgm:prSet/>
      <dgm:spPr/>
      <dgm:t>
        <a:bodyPr/>
        <a:lstStyle/>
        <a:p>
          <a:endParaRPr lang="en-US"/>
        </a:p>
      </dgm:t>
    </dgm:pt>
    <dgm:pt modelId="{0F13268D-EFFA-4CDB-B75F-9C59441366AB}" type="sibTrans" cxnId="{82899155-ECE0-4A49-91B2-717F948CEA35}">
      <dgm:prSet/>
      <dgm:spPr/>
      <dgm:t>
        <a:bodyPr/>
        <a:lstStyle/>
        <a:p>
          <a:endParaRPr lang="en-US"/>
        </a:p>
      </dgm:t>
    </dgm:pt>
    <dgm:pt modelId="{19CD0DE2-E321-4BD0-91D4-EC45ED50B3FD}">
      <dgm:prSet phldrT="[Text]" phldr="1"/>
      <dgm:spPr/>
      <dgm:t>
        <a:bodyPr/>
        <a:lstStyle/>
        <a:p>
          <a:endParaRPr lang="en-US"/>
        </a:p>
      </dgm:t>
    </dgm:pt>
    <dgm:pt modelId="{65968EFD-CB1B-474A-BA2E-3A11CE48110E}" type="parTrans" cxnId="{0462AA3C-6308-4C31-B75B-9CAC09C51D12}">
      <dgm:prSet/>
      <dgm:spPr/>
      <dgm:t>
        <a:bodyPr/>
        <a:lstStyle/>
        <a:p>
          <a:endParaRPr lang="en-US"/>
        </a:p>
      </dgm:t>
    </dgm:pt>
    <dgm:pt modelId="{818E8A71-9E50-45F8-8716-7EBE79293083}" type="sibTrans" cxnId="{0462AA3C-6308-4C31-B75B-9CAC09C51D12}">
      <dgm:prSet/>
      <dgm:spPr/>
      <dgm:t>
        <a:bodyPr/>
        <a:lstStyle/>
        <a:p>
          <a:endParaRPr lang="en-US"/>
        </a:p>
      </dgm:t>
    </dgm:pt>
    <dgm:pt modelId="{57D14F04-0213-4804-A604-27A8F1696F4B}">
      <dgm:prSet phldrT="[Text]" phldr="1"/>
      <dgm:spPr/>
      <dgm:t>
        <a:bodyPr/>
        <a:lstStyle/>
        <a:p>
          <a:endParaRPr lang="en-US"/>
        </a:p>
      </dgm:t>
    </dgm:pt>
    <dgm:pt modelId="{C2508016-ACD6-4B7D-9DD3-206C87208B72}" type="parTrans" cxnId="{E72E4508-15CC-40C4-B586-8A1B17D1469F}">
      <dgm:prSet/>
      <dgm:spPr/>
      <dgm:t>
        <a:bodyPr/>
        <a:lstStyle/>
        <a:p>
          <a:endParaRPr lang="en-US"/>
        </a:p>
      </dgm:t>
    </dgm:pt>
    <dgm:pt modelId="{5ED6784F-2F82-489C-92A5-EA9F42D2B02C}" type="sibTrans" cxnId="{E72E4508-15CC-40C4-B586-8A1B17D1469F}">
      <dgm:prSet/>
      <dgm:spPr/>
      <dgm:t>
        <a:bodyPr/>
        <a:lstStyle/>
        <a:p>
          <a:endParaRPr lang="en-US"/>
        </a:p>
      </dgm:t>
    </dgm:pt>
    <dgm:pt modelId="{8A30D437-4846-4B00-A9C4-BB84FED92696}">
      <dgm:prSet phldrT="[Text]" phldr="1"/>
      <dgm:spPr/>
      <dgm:t>
        <a:bodyPr/>
        <a:lstStyle/>
        <a:p>
          <a:endParaRPr lang="en-US"/>
        </a:p>
      </dgm:t>
    </dgm:pt>
    <dgm:pt modelId="{37FD96EE-B615-498A-ADC4-7359BA178CDD}" type="parTrans" cxnId="{08722E1E-4908-41A8-93F9-9E140AA9E6B1}">
      <dgm:prSet/>
      <dgm:spPr/>
      <dgm:t>
        <a:bodyPr/>
        <a:lstStyle/>
        <a:p>
          <a:endParaRPr lang="en-US"/>
        </a:p>
      </dgm:t>
    </dgm:pt>
    <dgm:pt modelId="{07EB3ED7-B013-44B5-BA41-85C25562ADA7}" type="sibTrans" cxnId="{08722E1E-4908-41A8-93F9-9E140AA9E6B1}">
      <dgm:prSet/>
      <dgm:spPr/>
      <dgm:t>
        <a:bodyPr/>
        <a:lstStyle/>
        <a:p>
          <a:endParaRPr lang="en-US"/>
        </a:p>
      </dgm:t>
    </dgm:pt>
    <dgm:pt modelId="{CBAFAE5D-174E-47C8-8720-79E4559C1859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39E3FFEE-571D-4F65-B284-F8915A501EC0}" type="parTrans" cxnId="{68F9DEF7-22FD-4231-8DF4-AFAB405D3826}">
      <dgm:prSet/>
      <dgm:spPr/>
    </dgm:pt>
    <dgm:pt modelId="{15919700-54B3-4DC3-A771-9A9C5DB67DD0}" type="sibTrans" cxnId="{68F9DEF7-22FD-4231-8DF4-AFAB405D3826}">
      <dgm:prSet/>
      <dgm:spPr/>
    </dgm:pt>
    <dgm:pt modelId="{B836C7F5-302E-479E-861A-D3A9CE1817BD}">
      <dgm:prSet phldrT="[Text]"/>
      <dgm:spPr/>
      <dgm:t>
        <a:bodyPr/>
        <a:lstStyle/>
        <a:p>
          <a:r>
            <a:rPr lang="en-US"/>
            <a:t>M1R1</a:t>
          </a:r>
        </a:p>
      </dgm:t>
    </dgm:pt>
    <dgm:pt modelId="{9E57E9B8-6E79-432C-A124-C1BA3FCAE78D}" type="parTrans" cxnId="{4D6B60B5-F682-4862-A7CD-EF9360D6338F}">
      <dgm:prSet/>
      <dgm:spPr/>
    </dgm:pt>
    <dgm:pt modelId="{2D50E22F-FD03-426B-83EB-3CA956617972}" type="sibTrans" cxnId="{4D6B60B5-F682-4862-A7CD-EF9360D6338F}">
      <dgm:prSet/>
      <dgm:spPr/>
    </dgm:pt>
    <dgm:pt modelId="{511F9335-038C-45FE-B10F-C7A607787F15}">
      <dgm:prSet phldrT="[Text]"/>
      <dgm:spPr/>
      <dgm:t>
        <a:bodyPr/>
        <a:lstStyle/>
        <a:p>
          <a:r>
            <a:rPr lang="en-US"/>
            <a:t>M1R2</a:t>
          </a:r>
        </a:p>
      </dgm:t>
    </dgm:pt>
    <dgm:pt modelId="{8CF1B2D9-934C-48B6-B546-0585DB9F779E}" type="parTrans" cxnId="{B500E5DB-E458-4288-9B50-3B4D130690FD}">
      <dgm:prSet/>
      <dgm:spPr/>
    </dgm:pt>
    <dgm:pt modelId="{126DF7A4-4FE3-4E11-80BA-BAEE27AC630A}" type="sibTrans" cxnId="{B500E5DB-E458-4288-9B50-3B4D130690FD}">
      <dgm:prSet/>
      <dgm:spPr/>
    </dgm:pt>
    <dgm:pt modelId="{8829813F-CB69-4012-98A4-AB57A4FFF3FD}">
      <dgm:prSet phldrT="[Text]"/>
      <dgm:spPr/>
      <dgm:t>
        <a:bodyPr/>
        <a:lstStyle/>
        <a:p>
          <a:r>
            <a:rPr lang="en-US"/>
            <a:t>M1R3</a:t>
          </a:r>
        </a:p>
      </dgm:t>
    </dgm:pt>
    <dgm:pt modelId="{01D7B935-183C-4288-9AA8-439E66197B6F}" type="parTrans" cxnId="{52582D80-4DB3-4E7F-BE3C-E35731BFD34D}">
      <dgm:prSet/>
      <dgm:spPr/>
    </dgm:pt>
    <dgm:pt modelId="{93E50A7F-7FB3-4C02-8B56-483EEA7567C7}" type="sibTrans" cxnId="{52582D80-4DB3-4E7F-BE3C-E35731BFD34D}">
      <dgm:prSet/>
      <dgm:spPr/>
    </dgm:pt>
    <dgm:pt modelId="{A7A2C845-B98D-4C74-9BF4-E3797E65B09B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B6AFB546-29DE-405C-B7FC-A6C8638015B1}" type="parTrans" cxnId="{481884E9-EBC3-460A-8B48-318F46A5BE6B}">
      <dgm:prSet/>
      <dgm:spPr/>
    </dgm:pt>
    <dgm:pt modelId="{E0016724-8630-4EB3-A84C-354261BAAA8F}" type="sibTrans" cxnId="{481884E9-EBC3-460A-8B48-318F46A5BE6B}">
      <dgm:prSet/>
      <dgm:spPr/>
    </dgm:pt>
    <dgm:pt modelId="{D833C4B6-5EF6-43CC-B198-CA8E3678BCAE}">
      <dgm:prSet phldrT="[Text]"/>
      <dgm:spPr/>
      <dgm:t>
        <a:bodyPr/>
        <a:lstStyle/>
        <a:p>
          <a:r>
            <a:rPr lang="en-US"/>
            <a:t>M2R1</a:t>
          </a:r>
        </a:p>
      </dgm:t>
    </dgm:pt>
    <dgm:pt modelId="{1D8980AF-F7FA-463B-AE8C-F3E06EE82EAE}" type="parTrans" cxnId="{B29FFABA-BC57-4281-9B32-AD7AB8026B47}">
      <dgm:prSet/>
      <dgm:spPr/>
    </dgm:pt>
    <dgm:pt modelId="{CB77AB31-4FDC-4D98-B6A3-D84141D8DBDC}" type="sibTrans" cxnId="{B29FFABA-BC57-4281-9B32-AD7AB8026B47}">
      <dgm:prSet/>
      <dgm:spPr/>
    </dgm:pt>
    <dgm:pt modelId="{332ACC1A-BA25-45F6-9637-831E749E9A81}">
      <dgm:prSet phldrT="[Text]"/>
      <dgm:spPr/>
      <dgm:t>
        <a:bodyPr/>
        <a:lstStyle/>
        <a:p>
          <a:r>
            <a:rPr lang="en-US"/>
            <a:t>M2R2</a:t>
          </a:r>
        </a:p>
      </dgm:t>
    </dgm:pt>
    <dgm:pt modelId="{A904D7DC-A4BB-4B5D-A796-92789350CC8E}" type="parTrans" cxnId="{3532AFED-453E-46EE-B9CC-51C17EEBB5EE}">
      <dgm:prSet/>
      <dgm:spPr/>
    </dgm:pt>
    <dgm:pt modelId="{F7614FBA-4AFE-4B69-A203-A1FAC0B173BE}" type="sibTrans" cxnId="{3532AFED-453E-46EE-B9CC-51C17EEBB5EE}">
      <dgm:prSet/>
      <dgm:spPr/>
    </dgm:pt>
    <dgm:pt modelId="{75831287-071F-4F57-91BC-41F6B4688429}">
      <dgm:prSet phldrT="[Text]"/>
      <dgm:spPr/>
      <dgm:t>
        <a:bodyPr/>
        <a:lstStyle/>
        <a:p>
          <a:r>
            <a:rPr lang="en-US"/>
            <a:t>M2R3</a:t>
          </a:r>
        </a:p>
      </dgm:t>
    </dgm:pt>
    <dgm:pt modelId="{C904E9D2-2545-4DD3-ACB2-5315CD78764A}" type="parTrans" cxnId="{B242DD03-4495-46F3-B9A8-678F0582DAB6}">
      <dgm:prSet/>
      <dgm:spPr/>
    </dgm:pt>
    <dgm:pt modelId="{96CF787F-AFB4-4051-AA07-F3C5C6B657A5}" type="sibTrans" cxnId="{B242DD03-4495-46F3-B9A8-678F0582DAB6}">
      <dgm:prSet/>
      <dgm:spPr/>
    </dgm:pt>
    <dgm:pt modelId="{87529660-A523-4603-A29C-49BF2A3C75D9}" type="pres">
      <dgm:prSet presAssocID="{20770821-1EEF-42EA-977A-5648F300FFD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BB56A20-4C75-47B4-AC77-0B1067913858}" type="pres">
      <dgm:prSet presAssocID="{29235059-BBFB-4C6C-B9F9-1EBDAF862D85}" presName="hierRoot1" presStyleCnt="0">
        <dgm:presLayoutVars>
          <dgm:hierBranch val="init"/>
        </dgm:presLayoutVars>
      </dgm:prSet>
      <dgm:spPr/>
    </dgm:pt>
    <dgm:pt modelId="{A0039FD2-9B54-4F12-B972-E1F8D3BF1AD9}" type="pres">
      <dgm:prSet presAssocID="{29235059-BBFB-4C6C-B9F9-1EBDAF862D85}" presName="rootComposite1" presStyleCnt="0"/>
      <dgm:spPr/>
    </dgm:pt>
    <dgm:pt modelId="{926CCBA1-42BC-40F9-9F4B-0B3CC3DCB38F}" type="pres">
      <dgm:prSet presAssocID="{29235059-BBFB-4C6C-B9F9-1EBDAF862D85}" presName="rootText1" presStyleLbl="node0" presStyleIdx="0" presStyleCnt="1">
        <dgm:presLayoutVars>
          <dgm:chPref val="3"/>
        </dgm:presLayoutVars>
      </dgm:prSet>
      <dgm:spPr/>
    </dgm:pt>
    <dgm:pt modelId="{CF5E52F6-6E7C-4B2A-95B3-CAF4DE2B4A37}" type="pres">
      <dgm:prSet presAssocID="{29235059-BBFB-4C6C-B9F9-1EBDAF862D85}" presName="rootConnector1" presStyleLbl="node1" presStyleIdx="0" presStyleCnt="0"/>
      <dgm:spPr/>
    </dgm:pt>
    <dgm:pt modelId="{D373A74B-30B6-4E2C-B624-2D88DAC31E08}" type="pres">
      <dgm:prSet presAssocID="{29235059-BBFB-4C6C-B9F9-1EBDAF862D85}" presName="hierChild2" presStyleCnt="0"/>
      <dgm:spPr/>
    </dgm:pt>
    <dgm:pt modelId="{379D5F64-8FA0-4D85-B928-32F10846B102}" type="pres">
      <dgm:prSet presAssocID="{65968EFD-CB1B-474A-BA2E-3A11CE48110E}" presName="Name37" presStyleLbl="parChTrans1D2" presStyleIdx="0" presStyleCnt="4"/>
      <dgm:spPr/>
    </dgm:pt>
    <dgm:pt modelId="{22EC3AD2-3CB0-447C-98E9-8CF1B9F795B9}" type="pres">
      <dgm:prSet presAssocID="{19CD0DE2-E321-4BD0-91D4-EC45ED50B3FD}" presName="hierRoot2" presStyleCnt="0">
        <dgm:presLayoutVars>
          <dgm:hierBranch val="init"/>
        </dgm:presLayoutVars>
      </dgm:prSet>
      <dgm:spPr/>
    </dgm:pt>
    <dgm:pt modelId="{E8845FAD-55E7-42AD-B84A-03DCEA7A30A0}" type="pres">
      <dgm:prSet presAssocID="{19CD0DE2-E321-4BD0-91D4-EC45ED50B3FD}" presName="rootComposite" presStyleCnt="0"/>
      <dgm:spPr/>
    </dgm:pt>
    <dgm:pt modelId="{CE56AF3A-7AD1-43AD-8D08-654D48A7B40A}" type="pres">
      <dgm:prSet presAssocID="{19CD0DE2-E321-4BD0-91D4-EC45ED50B3FD}" presName="rootText" presStyleLbl="node2" presStyleIdx="0" presStyleCnt="3">
        <dgm:presLayoutVars>
          <dgm:chPref val="3"/>
        </dgm:presLayoutVars>
      </dgm:prSet>
      <dgm:spPr/>
    </dgm:pt>
    <dgm:pt modelId="{B1B8B472-014C-46CF-B3FC-A94D20FF228F}" type="pres">
      <dgm:prSet presAssocID="{19CD0DE2-E321-4BD0-91D4-EC45ED50B3FD}" presName="rootConnector" presStyleLbl="node2" presStyleIdx="0" presStyleCnt="3"/>
      <dgm:spPr/>
    </dgm:pt>
    <dgm:pt modelId="{44A301DD-A117-4709-8F1E-A2831D7D5104}" type="pres">
      <dgm:prSet presAssocID="{19CD0DE2-E321-4BD0-91D4-EC45ED50B3FD}" presName="hierChild4" presStyleCnt="0"/>
      <dgm:spPr/>
    </dgm:pt>
    <dgm:pt modelId="{9CB06A0E-CEFC-4D61-856E-2562C99B0931}" type="pres">
      <dgm:prSet presAssocID="{39E3FFEE-571D-4F65-B284-F8915A501EC0}" presName="Name37" presStyleLbl="parChTrans1D3" presStyleIdx="0" presStyleCnt="6"/>
      <dgm:spPr/>
    </dgm:pt>
    <dgm:pt modelId="{6C8886F1-2789-47ED-B41C-DD5840DC4227}" type="pres">
      <dgm:prSet presAssocID="{CBAFAE5D-174E-47C8-8720-79E4559C1859}" presName="hierRoot2" presStyleCnt="0">
        <dgm:presLayoutVars>
          <dgm:hierBranch val="init"/>
        </dgm:presLayoutVars>
      </dgm:prSet>
      <dgm:spPr/>
    </dgm:pt>
    <dgm:pt modelId="{BF00F3B4-7C06-497A-8A64-1A21EC6A7891}" type="pres">
      <dgm:prSet presAssocID="{CBAFAE5D-174E-47C8-8720-79E4559C1859}" presName="rootComposite" presStyleCnt="0"/>
      <dgm:spPr/>
    </dgm:pt>
    <dgm:pt modelId="{0E309403-4B2F-442B-BB65-116D07DD9D14}" type="pres">
      <dgm:prSet presAssocID="{CBAFAE5D-174E-47C8-8720-79E4559C1859}" presName="rootText" presStyleLbl="node3" presStyleIdx="0" presStyleCnt="6">
        <dgm:presLayoutVars>
          <dgm:chPref val="3"/>
        </dgm:presLayoutVars>
      </dgm:prSet>
      <dgm:spPr/>
    </dgm:pt>
    <dgm:pt modelId="{2F6A4A77-8AFE-41EE-B03F-5E97BEACB17F}" type="pres">
      <dgm:prSet presAssocID="{CBAFAE5D-174E-47C8-8720-79E4559C1859}" presName="rootConnector" presStyleLbl="node3" presStyleIdx="0" presStyleCnt="6"/>
      <dgm:spPr/>
    </dgm:pt>
    <dgm:pt modelId="{2C90D4E8-2120-4DC0-8324-45B9D2C10D02}" type="pres">
      <dgm:prSet presAssocID="{CBAFAE5D-174E-47C8-8720-79E4559C1859}" presName="hierChild4" presStyleCnt="0"/>
      <dgm:spPr/>
    </dgm:pt>
    <dgm:pt modelId="{8500DA93-B5A0-4A01-8D30-B68FA8C84CBE}" type="pres">
      <dgm:prSet presAssocID="{01D7B935-183C-4288-9AA8-439E66197B6F}" presName="Name37" presStyleLbl="parChTrans1D4" presStyleIdx="0" presStyleCnt="2"/>
      <dgm:spPr/>
    </dgm:pt>
    <dgm:pt modelId="{720CC00F-31A8-4498-9A3A-4A1C330E752F}" type="pres">
      <dgm:prSet presAssocID="{8829813F-CB69-4012-98A4-AB57A4FFF3FD}" presName="hierRoot2" presStyleCnt="0">
        <dgm:presLayoutVars>
          <dgm:hierBranch val="init"/>
        </dgm:presLayoutVars>
      </dgm:prSet>
      <dgm:spPr/>
    </dgm:pt>
    <dgm:pt modelId="{B10CC71C-8235-4CB6-9E01-C6D0D44C7ECC}" type="pres">
      <dgm:prSet presAssocID="{8829813F-CB69-4012-98A4-AB57A4FFF3FD}" presName="rootComposite" presStyleCnt="0"/>
      <dgm:spPr/>
    </dgm:pt>
    <dgm:pt modelId="{A4D8D394-F87E-4587-A0F5-9ED0C8CFF5E1}" type="pres">
      <dgm:prSet presAssocID="{8829813F-CB69-4012-98A4-AB57A4FFF3FD}" presName="rootText" presStyleLbl="node4" presStyleIdx="0" presStyleCnt="2">
        <dgm:presLayoutVars>
          <dgm:chPref val="3"/>
        </dgm:presLayoutVars>
      </dgm:prSet>
      <dgm:spPr/>
    </dgm:pt>
    <dgm:pt modelId="{FF0CD3E3-A9D4-4776-BC99-666530A1B854}" type="pres">
      <dgm:prSet presAssocID="{8829813F-CB69-4012-98A4-AB57A4FFF3FD}" presName="rootConnector" presStyleLbl="node4" presStyleIdx="0" presStyleCnt="2"/>
      <dgm:spPr/>
    </dgm:pt>
    <dgm:pt modelId="{5BB50B01-5AD1-4231-93E2-5EE6F6BBEE6E}" type="pres">
      <dgm:prSet presAssocID="{8829813F-CB69-4012-98A4-AB57A4FFF3FD}" presName="hierChild4" presStyleCnt="0"/>
      <dgm:spPr/>
    </dgm:pt>
    <dgm:pt modelId="{66EF4297-1156-427F-AFB5-6A10857CB848}" type="pres">
      <dgm:prSet presAssocID="{8829813F-CB69-4012-98A4-AB57A4FFF3FD}" presName="hierChild5" presStyleCnt="0"/>
      <dgm:spPr/>
    </dgm:pt>
    <dgm:pt modelId="{393B424E-DD79-4D73-AB36-00F3CC1FA1D5}" type="pres">
      <dgm:prSet presAssocID="{CBAFAE5D-174E-47C8-8720-79E4559C1859}" presName="hierChild5" presStyleCnt="0"/>
      <dgm:spPr/>
    </dgm:pt>
    <dgm:pt modelId="{A8BE27F0-6A75-4926-910C-D6BB378764AE}" type="pres">
      <dgm:prSet presAssocID="{8CF1B2D9-934C-48B6-B546-0585DB9F779E}" presName="Name37" presStyleLbl="parChTrans1D3" presStyleIdx="1" presStyleCnt="6"/>
      <dgm:spPr/>
    </dgm:pt>
    <dgm:pt modelId="{DA30D3FB-02E6-48CC-A59C-1DE4A39086B8}" type="pres">
      <dgm:prSet presAssocID="{511F9335-038C-45FE-B10F-C7A607787F15}" presName="hierRoot2" presStyleCnt="0">
        <dgm:presLayoutVars>
          <dgm:hierBranch val="init"/>
        </dgm:presLayoutVars>
      </dgm:prSet>
      <dgm:spPr/>
    </dgm:pt>
    <dgm:pt modelId="{76E0F8B9-8914-4F3F-96A9-E926AF0EFB1D}" type="pres">
      <dgm:prSet presAssocID="{511F9335-038C-45FE-B10F-C7A607787F15}" presName="rootComposite" presStyleCnt="0"/>
      <dgm:spPr/>
    </dgm:pt>
    <dgm:pt modelId="{B650AEFA-43CD-447B-B6EE-8FE51379B87F}" type="pres">
      <dgm:prSet presAssocID="{511F9335-038C-45FE-B10F-C7A607787F15}" presName="rootText" presStyleLbl="node3" presStyleIdx="1" presStyleCnt="6">
        <dgm:presLayoutVars>
          <dgm:chPref val="3"/>
        </dgm:presLayoutVars>
      </dgm:prSet>
      <dgm:spPr/>
    </dgm:pt>
    <dgm:pt modelId="{F23FFC7A-1512-46E4-B573-8D1F5F790336}" type="pres">
      <dgm:prSet presAssocID="{511F9335-038C-45FE-B10F-C7A607787F15}" presName="rootConnector" presStyleLbl="node3" presStyleIdx="1" presStyleCnt="6"/>
      <dgm:spPr/>
    </dgm:pt>
    <dgm:pt modelId="{390FC23A-18B0-41DF-B629-7F127C07AC52}" type="pres">
      <dgm:prSet presAssocID="{511F9335-038C-45FE-B10F-C7A607787F15}" presName="hierChild4" presStyleCnt="0"/>
      <dgm:spPr/>
    </dgm:pt>
    <dgm:pt modelId="{0ADCC360-AACC-48BC-A5C0-9F96292D694E}" type="pres">
      <dgm:prSet presAssocID="{511F9335-038C-45FE-B10F-C7A607787F15}" presName="hierChild5" presStyleCnt="0"/>
      <dgm:spPr/>
    </dgm:pt>
    <dgm:pt modelId="{2C1356E5-A172-4A09-BDA6-76919360256C}" type="pres">
      <dgm:prSet presAssocID="{9E57E9B8-6E79-432C-A124-C1BA3FCAE78D}" presName="Name37" presStyleLbl="parChTrans1D3" presStyleIdx="2" presStyleCnt="6"/>
      <dgm:spPr/>
    </dgm:pt>
    <dgm:pt modelId="{55C22176-3AFF-45D9-9208-0E61C897A0EE}" type="pres">
      <dgm:prSet presAssocID="{B836C7F5-302E-479E-861A-D3A9CE1817BD}" presName="hierRoot2" presStyleCnt="0">
        <dgm:presLayoutVars>
          <dgm:hierBranch val="init"/>
        </dgm:presLayoutVars>
      </dgm:prSet>
      <dgm:spPr/>
    </dgm:pt>
    <dgm:pt modelId="{687044D8-8363-4F60-98E9-9FCDC72D1CF2}" type="pres">
      <dgm:prSet presAssocID="{B836C7F5-302E-479E-861A-D3A9CE1817BD}" presName="rootComposite" presStyleCnt="0"/>
      <dgm:spPr/>
    </dgm:pt>
    <dgm:pt modelId="{00B79FFC-102A-441A-9F10-3AB25F9C52F0}" type="pres">
      <dgm:prSet presAssocID="{B836C7F5-302E-479E-861A-D3A9CE1817BD}" presName="rootText" presStyleLbl="node3" presStyleIdx="2" presStyleCnt="6">
        <dgm:presLayoutVars>
          <dgm:chPref val="3"/>
        </dgm:presLayoutVars>
      </dgm:prSet>
      <dgm:spPr/>
    </dgm:pt>
    <dgm:pt modelId="{FAB7BE36-CFE9-4156-B79F-8604A27B17DB}" type="pres">
      <dgm:prSet presAssocID="{B836C7F5-302E-479E-861A-D3A9CE1817BD}" presName="rootConnector" presStyleLbl="node3" presStyleIdx="2" presStyleCnt="6"/>
      <dgm:spPr/>
    </dgm:pt>
    <dgm:pt modelId="{9B18F84B-48A2-46A2-8060-0DF157BD3459}" type="pres">
      <dgm:prSet presAssocID="{B836C7F5-302E-479E-861A-D3A9CE1817BD}" presName="hierChild4" presStyleCnt="0"/>
      <dgm:spPr/>
    </dgm:pt>
    <dgm:pt modelId="{21C37000-6A09-49CA-9E6F-636560656470}" type="pres">
      <dgm:prSet presAssocID="{B836C7F5-302E-479E-861A-D3A9CE1817BD}" presName="hierChild5" presStyleCnt="0"/>
      <dgm:spPr/>
    </dgm:pt>
    <dgm:pt modelId="{EE7DD3C8-C502-41B4-98AA-3390AC7B7A36}" type="pres">
      <dgm:prSet presAssocID="{19CD0DE2-E321-4BD0-91D4-EC45ED50B3FD}" presName="hierChild5" presStyleCnt="0"/>
      <dgm:spPr/>
    </dgm:pt>
    <dgm:pt modelId="{CB528D74-7387-4AFB-94BF-52433D5E81A2}" type="pres">
      <dgm:prSet presAssocID="{C2508016-ACD6-4B7D-9DD3-206C87208B72}" presName="Name37" presStyleLbl="parChTrans1D2" presStyleIdx="1" presStyleCnt="4"/>
      <dgm:spPr/>
    </dgm:pt>
    <dgm:pt modelId="{2EF19086-33FA-46C0-8963-D236DC4C26CE}" type="pres">
      <dgm:prSet presAssocID="{57D14F04-0213-4804-A604-27A8F1696F4B}" presName="hierRoot2" presStyleCnt="0">
        <dgm:presLayoutVars>
          <dgm:hierBranch val="init"/>
        </dgm:presLayoutVars>
      </dgm:prSet>
      <dgm:spPr/>
    </dgm:pt>
    <dgm:pt modelId="{B0F4DF6F-2D75-4CCF-8420-1BAD97A5163C}" type="pres">
      <dgm:prSet presAssocID="{57D14F04-0213-4804-A604-27A8F1696F4B}" presName="rootComposite" presStyleCnt="0"/>
      <dgm:spPr/>
    </dgm:pt>
    <dgm:pt modelId="{EEBAF4E1-7393-4706-A8D1-4F9847F0351B}" type="pres">
      <dgm:prSet presAssocID="{57D14F04-0213-4804-A604-27A8F1696F4B}" presName="rootText" presStyleLbl="node2" presStyleIdx="1" presStyleCnt="3">
        <dgm:presLayoutVars>
          <dgm:chPref val="3"/>
        </dgm:presLayoutVars>
      </dgm:prSet>
      <dgm:spPr/>
    </dgm:pt>
    <dgm:pt modelId="{BF4DA991-577A-4375-9B58-00C4ADDDE621}" type="pres">
      <dgm:prSet presAssocID="{57D14F04-0213-4804-A604-27A8F1696F4B}" presName="rootConnector" presStyleLbl="node2" presStyleIdx="1" presStyleCnt="3"/>
      <dgm:spPr/>
    </dgm:pt>
    <dgm:pt modelId="{CC00A56A-D2D3-492C-837E-741797D2D3FF}" type="pres">
      <dgm:prSet presAssocID="{57D14F04-0213-4804-A604-27A8F1696F4B}" presName="hierChild4" presStyleCnt="0"/>
      <dgm:spPr/>
    </dgm:pt>
    <dgm:pt modelId="{CE619D46-1BF7-4A8C-B7CC-FB85F99506DA}" type="pres">
      <dgm:prSet presAssocID="{B6AFB546-29DE-405C-B7FC-A6C8638015B1}" presName="Name37" presStyleLbl="parChTrans1D3" presStyleIdx="3" presStyleCnt="6"/>
      <dgm:spPr/>
    </dgm:pt>
    <dgm:pt modelId="{C6CA3DF6-95F1-4BDA-9CFB-2FE96CBF534F}" type="pres">
      <dgm:prSet presAssocID="{A7A2C845-B98D-4C74-9BF4-E3797E65B09B}" presName="hierRoot2" presStyleCnt="0">
        <dgm:presLayoutVars>
          <dgm:hierBranch val="init"/>
        </dgm:presLayoutVars>
      </dgm:prSet>
      <dgm:spPr/>
    </dgm:pt>
    <dgm:pt modelId="{E7FC8AF5-28B8-4BCE-90E2-8C40F87762DD}" type="pres">
      <dgm:prSet presAssocID="{A7A2C845-B98D-4C74-9BF4-E3797E65B09B}" presName="rootComposite" presStyleCnt="0"/>
      <dgm:spPr/>
    </dgm:pt>
    <dgm:pt modelId="{92B93234-19AD-41DA-8333-EB28BA3B7C04}" type="pres">
      <dgm:prSet presAssocID="{A7A2C845-B98D-4C74-9BF4-E3797E65B09B}" presName="rootText" presStyleLbl="node3" presStyleIdx="3" presStyleCnt="6">
        <dgm:presLayoutVars>
          <dgm:chPref val="3"/>
        </dgm:presLayoutVars>
      </dgm:prSet>
      <dgm:spPr/>
    </dgm:pt>
    <dgm:pt modelId="{57A90757-13B5-4680-A15C-678214632486}" type="pres">
      <dgm:prSet presAssocID="{A7A2C845-B98D-4C74-9BF4-E3797E65B09B}" presName="rootConnector" presStyleLbl="node3" presStyleIdx="3" presStyleCnt="6"/>
      <dgm:spPr/>
    </dgm:pt>
    <dgm:pt modelId="{44B9E428-44F4-4E13-AF06-0CF3254104B5}" type="pres">
      <dgm:prSet presAssocID="{A7A2C845-B98D-4C74-9BF4-E3797E65B09B}" presName="hierChild4" presStyleCnt="0"/>
      <dgm:spPr/>
    </dgm:pt>
    <dgm:pt modelId="{BF018458-466A-456E-B4C3-0355B2C01CBA}" type="pres">
      <dgm:prSet presAssocID="{C904E9D2-2545-4DD3-ACB2-5315CD78764A}" presName="Name37" presStyleLbl="parChTrans1D4" presStyleIdx="1" presStyleCnt="2"/>
      <dgm:spPr/>
    </dgm:pt>
    <dgm:pt modelId="{C39AE98C-5752-4054-B642-60D95DB164F0}" type="pres">
      <dgm:prSet presAssocID="{75831287-071F-4F57-91BC-41F6B4688429}" presName="hierRoot2" presStyleCnt="0">
        <dgm:presLayoutVars>
          <dgm:hierBranch val="init"/>
        </dgm:presLayoutVars>
      </dgm:prSet>
      <dgm:spPr/>
    </dgm:pt>
    <dgm:pt modelId="{6318C0CF-8D12-4A20-B8C7-FD51DB007764}" type="pres">
      <dgm:prSet presAssocID="{75831287-071F-4F57-91BC-41F6B4688429}" presName="rootComposite" presStyleCnt="0"/>
      <dgm:spPr/>
    </dgm:pt>
    <dgm:pt modelId="{D2672C35-3D36-4330-9B6E-D7AA94DF51FF}" type="pres">
      <dgm:prSet presAssocID="{75831287-071F-4F57-91BC-41F6B4688429}" presName="rootText" presStyleLbl="node4" presStyleIdx="1" presStyleCnt="2">
        <dgm:presLayoutVars>
          <dgm:chPref val="3"/>
        </dgm:presLayoutVars>
      </dgm:prSet>
      <dgm:spPr/>
    </dgm:pt>
    <dgm:pt modelId="{9688EB19-93B5-4FBB-835C-31A1A5F9E3A4}" type="pres">
      <dgm:prSet presAssocID="{75831287-071F-4F57-91BC-41F6B4688429}" presName="rootConnector" presStyleLbl="node4" presStyleIdx="1" presStyleCnt="2"/>
      <dgm:spPr/>
    </dgm:pt>
    <dgm:pt modelId="{22E4194F-4F5E-483C-88CB-B3CFBB21A39D}" type="pres">
      <dgm:prSet presAssocID="{75831287-071F-4F57-91BC-41F6B4688429}" presName="hierChild4" presStyleCnt="0"/>
      <dgm:spPr/>
    </dgm:pt>
    <dgm:pt modelId="{448DEC2F-EDF7-4D1D-8E34-AC89ADDDF947}" type="pres">
      <dgm:prSet presAssocID="{75831287-071F-4F57-91BC-41F6B4688429}" presName="hierChild5" presStyleCnt="0"/>
      <dgm:spPr/>
    </dgm:pt>
    <dgm:pt modelId="{3C9584E5-2F43-4F1C-BB26-8DF267C4C5ED}" type="pres">
      <dgm:prSet presAssocID="{A7A2C845-B98D-4C74-9BF4-E3797E65B09B}" presName="hierChild5" presStyleCnt="0"/>
      <dgm:spPr/>
    </dgm:pt>
    <dgm:pt modelId="{E48B1FA9-153B-4FBE-B75A-25AE307AFD0A}" type="pres">
      <dgm:prSet presAssocID="{A904D7DC-A4BB-4B5D-A796-92789350CC8E}" presName="Name37" presStyleLbl="parChTrans1D3" presStyleIdx="4" presStyleCnt="6"/>
      <dgm:spPr/>
    </dgm:pt>
    <dgm:pt modelId="{DABA06BA-B444-49BF-B134-29CC0107D7B5}" type="pres">
      <dgm:prSet presAssocID="{332ACC1A-BA25-45F6-9637-831E749E9A81}" presName="hierRoot2" presStyleCnt="0">
        <dgm:presLayoutVars>
          <dgm:hierBranch val="init"/>
        </dgm:presLayoutVars>
      </dgm:prSet>
      <dgm:spPr/>
    </dgm:pt>
    <dgm:pt modelId="{97723EA1-D1C5-4F6E-B41B-DC771926BF98}" type="pres">
      <dgm:prSet presAssocID="{332ACC1A-BA25-45F6-9637-831E749E9A81}" presName="rootComposite" presStyleCnt="0"/>
      <dgm:spPr/>
    </dgm:pt>
    <dgm:pt modelId="{77E4CB4B-62B5-4B32-9ECD-90D62688D44B}" type="pres">
      <dgm:prSet presAssocID="{332ACC1A-BA25-45F6-9637-831E749E9A81}" presName="rootText" presStyleLbl="node3" presStyleIdx="4" presStyleCnt="6">
        <dgm:presLayoutVars>
          <dgm:chPref val="3"/>
        </dgm:presLayoutVars>
      </dgm:prSet>
      <dgm:spPr/>
    </dgm:pt>
    <dgm:pt modelId="{1522B475-E8A2-4F18-A7B3-42EF32BB7134}" type="pres">
      <dgm:prSet presAssocID="{332ACC1A-BA25-45F6-9637-831E749E9A81}" presName="rootConnector" presStyleLbl="node3" presStyleIdx="4" presStyleCnt="6"/>
      <dgm:spPr/>
    </dgm:pt>
    <dgm:pt modelId="{4D4678C3-C18E-4292-9621-416C7120543B}" type="pres">
      <dgm:prSet presAssocID="{332ACC1A-BA25-45F6-9637-831E749E9A81}" presName="hierChild4" presStyleCnt="0"/>
      <dgm:spPr/>
    </dgm:pt>
    <dgm:pt modelId="{4E53DF0A-AD7D-4DFD-9277-CE04A4513CE1}" type="pres">
      <dgm:prSet presAssocID="{332ACC1A-BA25-45F6-9637-831E749E9A81}" presName="hierChild5" presStyleCnt="0"/>
      <dgm:spPr/>
    </dgm:pt>
    <dgm:pt modelId="{1F19B27B-D67D-4993-94B0-720C0DE15CB3}" type="pres">
      <dgm:prSet presAssocID="{1D8980AF-F7FA-463B-AE8C-F3E06EE82EAE}" presName="Name37" presStyleLbl="parChTrans1D3" presStyleIdx="5" presStyleCnt="6"/>
      <dgm:spPr/>
    </dgm:pt>
    <dgm:pt modelId="{FCD6447A-88F7-4EAC-B9B3-C08288F7139C}" type="pres">
      <dgm:prSet presAssocID="{D833C4B6-5EF6-43CC-B198-CA8E3678BCAE}" presName="hierRoot2" presStyleCnt="0">
        <dgm:presLayoutVars>
          <dgm:hierBranch val="init"/>
        </dgm:presLayoutVars>
      </dgm:prSet>
      <dgm:spPr/>
    </dgm:pt>
    <dgm:pt modelId="{A8C31E1F-C810-46F9-A3F4-E494CA0A4FAF}" type="pres">
      <dgm:prSet presAssocID="{D833C4B6-5EF6-43CC-B198-CA8E3678BCAE}" presName="rootComposite" presStyleCnt="0"/>
      <dgm:spPr/>
    </dgm:pt>
    <dgm:pt modelId="{84320453-5487-4F5A-8580-65583830F3F7}" type="pres">
      <dgm:prSet presAssocID="{D833C4B6-5EF6-43CC-B198-CA8E3678BCAE}" presName="rootText" presStyleLbl="node3" presStyleIdx="5" presStyleCnt="6">
        <dgm:presLayoutVars>
          <dgm:chPref val="3"/>
        </dgm:presLayoutVars>
      </dgm:prSet>
      <dgm:spPr/>
    </dgm:pt>
    <dgm:pt modelId="{3508D9DE-68C6-4CFB-9C14-83DAFC69A0D4}" type="pres">
      <dgm:prSet presAssocID="{D833C4B6-5EF6-43CC-B198-CA8E3678BCAE}" presName="rootConnector" presStyleLbl="node3" presStyleIdx="5" presStyleCnt="6"/>
      <dgm:spPr/>
    </dgm:pt>
    <dgm:pt modelId="{96AAF88A-99C7-45A2-9E96-B16BF524AB3D}" type="pres">
      <dgm:prSet presAssocID="{D833C4B6-5EF6-43CC-B198-CA8E3678BCAE}" presName="hierChild4" presStyleCnt="0"/>
      <dgm:spPr/>
    </dgm:pt>
    <dgm:pt modelId="{81B9FF0F-B08B-4C5D-8B38-34327C376723}" type="pres">
      <dgm:prSet presAssocID="{D833C4B6-5EF6-43CC-B198-CA8E3678BCAE}" presName="hierChild5" presStyleCnt="0"/>
      <dgm:spPr/>
    </dgm:pt>
    <dgm:pt modelId="{55023D75-F2F9-4BB9-89CE-6A35AB543408}" type="pres">
      <dgm:prSet presAssocID="{57D14F04-0213-4804-A604-27A8F1696F4B}" presName="hierChild5" presStyleCnt="0"/>
      <dgm:spPr/>
    </dgm:pt>
    <dgm:pt modelId="{E1889120-B903-4FD4-BB67-89C6EDE03132}" type="pres">
      <dgm:prSet presAssocID="{37FD96EE-B615-498A-ADC4-7359BA178CDD}" presName="Name37" presStyleLbl="parChTrans1D2" presStyleIdx="2" presStyleCnt="4"/>
      <dgm:spPr/>
    </dgm:pt>
    <dgm:pt modelId="{E190DEC8-6CD6-470C-B17A-7DFEF5F91F2A}" type="pres">
      <dgm:prSet presAssocID="{8A30D437-4846-4B00-A9C4-BB84FED92696}" presName="hierRoot2" presStyleCnt="0">
        <dgm:presLayoutVars>
          <dgm:hierBranch val="init"/>
        </dgm:presLayoutVars>
      </dgm:prSet>
      <dgm:spPr/>
    </dgm:pt>
    <dgm:pt modelId="{6397081F-232B-4DA0-A844-9DA941AFBF37}" type="pres">
      <dgm:prSet presAssocID="{8A30D437-4846-4B00-A9C4-BB84FED92696}" presName="rootComposite" presStyleCnt="0"/>
      <dgm:spPr/>
    </dgm:pt>
    <dgm:pt modelId="{65DDF9E7-7F96-4A76-AFCE-41AD2A4B006C}" type="pres">
      <dgm:prSet presAssocID="{8A30D437-4846-4B00-A9C4-BB84FED92696}" presName="rootText" presStyleLbl="node2" presStyleIdx="2" presStyleCnt="3">
        <dgm:presLayoutVars>
          <dgm:chPref val="3"/>
        </dgm:presLayoutVars>
      </dgm:prSet>
      <dgm:spPr/>
    </dgm:pt>
    <dgm:pt modelId="{7C058D90-47EF-4817-8927-3917AF169FAE}" type="pres">
      <dgm:prSet presAssocID="{8A30D437-4846-4B00-A9C4-BB84FED92696}" presName="rootConnector" presStyleLbl="node2" presStyleIdx="2" presStyleCnt="3"/>
      <dgm:spPr/>
    </dgm:pt>
    <dgm:pt modelId="{4733395A-895E-4FA1-967B-1A64D5630705}" type="pres">
      <dgm:prSet presAssocID="{8A30D437-4846-4B00-A9C4-BB84FED92696}" presName="hierChild4" presStyleCnt="0"/>
      <dgm:spPr/>
    </dgm:pt>
    <dgm:pt modelId="{81FAC6DB-4FF4-4479-A78B-ED9055DD8AC8}" type="pres">
      <dgm:prSet presAssocID="{8A30D437-4846-4B00-A9C4-BB84FED92696}" presName="hierChild5" presStyleCnt="0"/>
      <dgm:spPr/>
    </dgm:pt>
    <dgm:pt modelId="{EB7DAA33-DB9F-4E4F-8CB0-732910C9B7AE}" type="pres">
      <dgm:prSet presAssocID="{29235059-BBFB-4C6C-B9F9-1EBDAF862D85}" presName="hierChild3" presStyleCnt="0"/>
      <dgm:spPr/>
    </dgm:pt>
    <dgm:pt modelId="{B384B724-5574-49F0-9127-55A8C9CDC0A6}" type="pres">
      <dgm:prSet presAssocID="{A90DA39F-852D-484A-B446-59D8E0E6B124}" presName="Name111" presStyleLbl="parChTrans1D2" presStyleIdx="3" presStyleCnt="4"/>
      <dgm:spPr/>
    </dgm:pt>
    <dgm:pt modelId="{A12B619A-1D88-4793-8FDC-F372FC257A25}" type="pres">
      <dgm:prSet presAssocID="{269CDE87-8251-4E4A-854F-59F3133EFA43}" presName="hierRoot3" presStyleCnt="0">
        <dgm:presLayoutVars>
          <dgm:hierBranch val="init"/>
        </dgm:presLayoutVars>
      </dgm:prSet>
      <dgm:spPr/>
    </dgm:pt>
    <dgm:pt modelId="{745EFC54-4405-40A2-9B91-04A67EB14461}" type="pres">
      <dgm:prSet presAssocID="{269CDE87-8251-4E4A-854F-59F3133EFA43}" presName="rootComposite3" presStyleCnt="0"/>
      <dgm:spPr/>
    </dgm:pt>
    <dgm:pt modelId="{D4D26765-2EE9-473F-951C-1C8D4FDC3389}" type="pres">
      <dgm:prSet presAssocID="{269CDE87-8251-4E4A-854F-59F3133EFA43}" presName="rootText3" presStyleLbl="asst1" presStyleIdx="0" presStyleCnt="1">
        <dgm:presLayoutVars>
          <dgm:chPref val="3"/>
        </dgm:presLayoutVars>
      </dgm:prSet>
      <dgm:spPr/>
    </dgm:pt>
    <dgm:pt modelId="{240CFDF6-0366-4BBF-B0AE-4C7DE2EE3803}" type="pres">
      <dgm:prSet presAssocID="{269CDE87-8251-4E4A-854F-59F3133EFA43}" presName="rootConnector3" presStyleLbl="asst1" presStyleIdx="0" presStyleCnt="1"/>
      <dgm:spPr/>
    </dgm:pt>
    <dgm:pt modelId="{BA1B0824-03C7-4524-B443-A9D80305D22C}" type="pres">
      <dgm:prSet presAssocID="{269CDE87-8251-4E4A-854F-59F3133EFA43}" presName="hierChild6" presStyleCnt="0"/>
      <dgm:spPr/>
    </dgm:pt>
    <dgm:pt modelId="{B47B6E6D-2A27-428C-B6E1-FAD65E0628B7}" type="pres">
      <dgm:prSet presAssocID="{269CDE87-8251-4E4A-854F-59F3133EFA43}" presName="hierChild7" presStyleCnt="0"/>
      <dgm:spPr/>
    </dgm:pt>
  </dgm:ptLst>
  <dgm:cxnLst>
    <dgm:cxn modelId="{B81AF901-D817-419C-9AC4-09D5D0406A35}" type="presOf" srcId="{65968EFD-CB1B-474A-BA2E-3A11CE48110E}" destId="{379D5F64-8FA0-4D85-B928-32F10846B102}" srcOrd="0" destOrd="0" presId="urn:microsoft.com/office/officeart/2005/8/layout/orgChart1"/>
    <dgm:cxn modelId="{B242DD03-4495-46F3-B9A8-678F0582DAB6}" srcId="{A7A2C845-B98D-4C74-9BF4-E3797E65B09B}" destId="{75831287-071F-4F57-91BC-41F6B4688429}" srcOrd="0" destOrd="0" parTransId="{C904E9D2-2545-4DD3-ACB2-5315CD78764A}" sibTransId="{96CF787F-AFB4-4051-AA07-F3C5C6B657A5}"/>
    <dgm:cxn modelId="{E72E4508-15CC-40C4-B586-8A1B17D1469F}" srcId="{29235059-BBFB-4C6C-B9F9-1EBDAF862D85}" destId="{57D14F04-0213-4804-A604-27A8F1696F4B}" srcOrd="2" destOrd="0" parTransId="{C2508016-ACD6-4B7D-9DD3-206C87208B72}" sibTransId="{5ED6784F-2F82-489C-92A5-EA9F42D2B02C}"/>
    <dgm:cxn modelId="{1A1BA311-34F5-487C-A689-E33CC45DAA3A}" type="presOf" srcId="{A7A2C845-B98D-4C74-9BF4-E3797E65B09B}" destId="{92B93234-19AD-41DA-8333-EB28BA3B7C04}" srcOrd="0" destOrd="0" presId="urn:microsoft.com/office/officeart/2005/8/layout/orgChart1"/>
    <dgm:cxn modelId="{A148B318-0319-48F2-8BAF-FD2671FD0314}" type="presOf" srcId="{29235059-BBFB-4C6C-B9F9-1EBDAF862D85}" destId="{926CCBA1-42BC-40F9-9F4B-0B3CC3DCB38F}" srcOrd="0" destOrd="0" presId="urn:microsoft.com/office/officeart/2005/8/layout/orgChart1"/>
    <dgm:cxn modelId="{08722E1E-4908-41A8-93F9-9E140AA9E6B1}" srcId="{29235059-BBFB-4C6C-B9F9-1EBDAF862D85}" destId="{8A30D437-4846-4B00-A9C4-BB84FED92696}" srcOrd="3" destOrd="0" parTransId="{37FD96EE-B615-498A-ADC4-7359BA178CDD}" sibTransId="{07EB3ED7-B013-44B5-BA41-85C25562ADA7}"/>
    <dgm:cxn modelId="{64EF821F-7763-404F-8117-C9F9A66EE8F9}" type="presOf" srcId="{269CDE87-8251-4E4A-854F-59F3133EFA43}" destId="{240CFDF6-0366-4BBF-B0AE-4C7DE2EE3803}" srcOrd="1" destOrd="0" presId="urn:microsoft.com/office/officeart/2005/8/layout/orgChart1"/>
    <dgm:cxn modelId="{98035222-84A7-45F8-9F3F-FB6E43003296}" type="presOf" srcId="{01D7B935-183C-4288-9AA8-439E66197B6F}" destId="{8500DA93-B5A0-4A01-8D30-B68FA8C84CBE}" srcOrd="0" destOrd="0" presId="urn:microsoft.com/office/officeart/2005/8/layout/orgChart1"/>
    <dgm:cxn modelId="{1983943A-13E6-4D5F-BA92-56951F863424}" type="presOf" srcId="{B6AFB546-29DE-405C-B7FC-A6C8638015B1}" destId="{CE619D46-1BF7-4A8C-B7CC-FB85F99506DA}" srcOrd="0" destOrd="0" presId="urn:microsoft.com/office/officeart/2005/8/layout/orgChart1"/>
    <dgm:cxn modelId="{0462AA3C-6308-4C31-B75B-9CAC09C51D12}" srcId="{29235059-BBFB-4C6C-B9F9-1EBDAF862D85}" destId="{19CD0DE2-E321-4BD0-91D4-EC45ED50B3FD}" srcOrd="1" destOrd="0" parTransId="{65968EFD-CB1B-474A-BA2E-3A11CE48110E}" sibTransId="{818E8A71-9E50-45F8-8716-7EBE79293083}"/>
    <dgm:cxn modelId="{4AD5883F-3373-462D-B6BE-504C7EC33C54}" type="presOf" srcId="{332ACC1A-BA25-45F6-9637-831E749E9A81}" destId="{77E4CB4B-62B5-4B32-9ECD-90D62688D44B}" srcOrd="0" destOrd="0" presId="urn:microsoft.com/office/officeart/2005/8/layout/orgChart1"/>
    <dgm:cxn modelId="{9EF4235C-AF20-483D-ADA9-41C620AD655B}" type="presOf" srcId="{D833C4B6-5EF6-43CC-B198-CA8E3678BCAE}" destId="{3508D9DE-68C6-4CFB-9C14-83DAFC69A0D4}" srcOrd="1" destOrd="0" presId="urn:microsoft.com/office/officeart/2005/8/layout/orgChart1"/>
    <dgm:cxn modelId="{13F02462-D8CF-4A62-9671-8B9B209EC5C5}" type="presOf" srcId="{B836C7F5-302E-479E-861A-D3A9CE1817BD}" destId="{00B79FFC-102A-441A-9F10-3AB25F9C52F0}" srcOrd="0" destOrd="0" presId="urn:microsoft.com/office/officeart/2005/8/layout/orgChart1"/>
    <dgm:cxn modelId="{8AA8A043-4BAA-4E24-9216-6789EB85BEEE}" type="presOf" srcId="{20770821-1EEF-42EA-977A-5648F300FFD3}" destId="{87529660-A523-4603-A29C-49BF2A3C75D9}" srcOrd="0" destOrd="0" presId="urn:microsoft.com/office/officeart/2005/8/layout/orgChart1"/>
    <dgm:cxn modelId="{BD9C5747-D463-40F2-AA51-24CE7F7E7F9E}" type="presOf" srcId="{C2508016-ACD6-4B7D-9DD3-206C87208B72}" destId="{CB528D74-7387-4AFB-94BF-52433D5E81A2}" srcOrd="0" destOrd="0" presId="urn:microsoft.com/office/officeart/2005/8/layout/orgChart1"/>
    <dgm:cxn modelId="{A518374A-AB28-4B1E-AC27-2974484A9FA6}" type="presOf" srcId="{9E57E9B8-6E79-432C-A124-C1BA3FCAE78D}" destId="{2C1356E5-A172-4A09-BDA6-76919360256C}" srcOrd="0" destOrd="0" presId="urn:microsoft.com/office/officeart/2005/8/layout/orgChart1"/>
    <dgm:cxn modelId="{1E96674D-94AC-435D-A5A1-C41130001696}" type="presOf" srcId="{75831287-071F-4F57-91BC-41F6B4688429}" destId="{9688EB19-93B5-4FBB-835C-31A1A5F9E3A4}" srcOrd="1" destOrd="0" presId="urn:microsoft.com/office/officeart/2005/8/layout/orgChart1"/>
    <dgm:cxn modelId="{883AE74D-89E2-4033-BD46-DBF51B51D48F}" type="presOf" srcId="{1D8980AF-F7FA-463B-AE8C-F3E06EE82EAE}" destId="{1F19B27B-D67D-4993-94B0-720C0DE15CB3}" srcOrd="0" destOrd="0" presId="urn:microsoft.com/office/officeart/2005/8/layout/orgChart1"/>
    <dgm:cxn modelId="{568E804F-7187-4C62-9C57-BCF85E641D2E}" type="presOf" srcId="{C904E9D2-2545-4DD3-ACB2-5315CD78764A}" destId="{BF018458-466A-456E-B4C3-0355B2C01CBA}" srcOrd="0" destOrd="0" presId="urn:microsoft.com/office/officeart/2005/8/layout/orgChart1"/>
    <dgm:cxn modelId="{277E8652-DD72-42E9-92B6-C053B11DB100}" type="presOf" srcId="{29235059-BBFB-4C6C-B9F9-1EBDAF862D85}" destId="{CF5E52F6-6E7C-4B2A-95B3-CAF4DE2B4A37}" srcOrd="1" destOrd="0" presId="urn:microsoft.com/office/officeart/2005/8/layout/orgChart1"/>
    <dgm:cxn modelId="{3C692955-9025-4DBD-9F6B-9FEED2C51C56}" type="presOf" srcId="{37FD96EE-B615-498A-ADC4-7359BA178CDD}" destId="{E1889120-B903-4FD4-BB67-89C6EDE03132}" srcOrd="0" destOrd="0" presId="urn:microsoft.com/office/officeart/2005/8/layout/orgChart1"/>
    <dgm:cxn modelId="{82899155-ECE0-4A49-91B2-717F948CEA35}" srcId="{29235059-BBFB-4C6C-B9F9-1EBDAF862D85}" destId="{269CDE87-8251-4E4A-854F-59F3133EFA43}" srcOrd="0" destOrd="0" parTransId="{A90DA39F-852D-484A-B446-59D8E0E6B124}" sibTransId="{0F13268D-EFFA-4CDB-B75F-9C59441366AB}"/>
    <dgm:cxn modelId="{A8EEDF58-1EDD-45E9-B00F-509C5934CF6F}" type="presOf" srcId="{A7A2C845-B98D-4C74-9BF4-E3797E65B09B}" destId="{57A90757-13B5-4680-A15C-678214632486}" srcOrd="1" destOrd="0" presId="urn:microsoft.com/office/officeart/2005/8/layout/orgChart1"/>
    <dgm:cxn modelId="{1414327F-0758-4F10-B672-87CDCF37CD96}" type="presOf" srcId="{57D14F04-0213-4804-A604-27A8F1696F4B}" destId="{EEBAF4E1-7393-4706-A8D1-4F9847F0351B}" srcOrd="0" destOrd="0" presId="urn:microsoft.com/office/officeart/2005/8/layout/orgChart1"/>
    <dgm:cxn modelId="{52582D80-4DB3-4E7F-BE3C-E35731BFD34D}" srcId="{CBAFAE5D-174E-47C8-8720-79E4559C1859}" destId="{8829813F-CB69-4012-98A4-AB57A4FFF3FD}" srcOrd="0" destOrd="0" parTransId="{01D7B935-183C-4288-9AA8-439E66197B6F}" sibTransId="{93E50A7F-7FB3-4C02-8B56-483EEA7567C7}"/>
    <dgm:cxn modelId="{8BDEBE86-137A-452D-8EE2-D93524CFFAA8}" type="presOf" srcId="{8CF1B2D9-934C-48B6-B546-0585DB9F779E}" destId="{A8BE27F0-6A75-4926-910C-D6BB378764AE}" srcOrd="0" destOrd="0" presId="urn:microsoft.com/office/officeart/2005/8/layout/orgChart1"/>
    <dgm:cxn modelId="{9095BB89-191F-48EF-9739-940740B0C65C}" type="presOf" srcId="{CBAFAE5D-174E-47C8-8720-79E4559C1859}" destId="{0E309403-4B2F-442B-BB65-116D07DD9D14}" srcOrd="0" destOrd="0" presId="urn:microsoft.com/office/officeart/2005/8/layout/orgChart1"/>
    <dgm:cxn modelId="{FB14B48B-BEE9-4B67-B2E4-DFF98C39467A}" type="presOf" srcId="{332ACC1A-BA25-45F6-9637-831E749E9A81}" destId="{1522B475-E8A2-4F18-A7B3-42EF32BB7134}" srcOrd="1" destOrd="0" presId="urn:microsoft.com/office/officeart/2005/8/layout/orgChart1"/>
    <dgm:cxn modelId="{E3F0A48D-16C7-422B-BF2D-A9DE79629AFF}" srcId="{20770821-1EEF-42EA-977A-5648F300FFD3}" destId="{29235059-BBFB-4C6C-B9F9-1EBDAF862D85}" srcOrd="0" destOrd="0" parTransId="{B88ABF9F-A486-49DE-B30E-7A3129CA6D00}" sibTransId="{746064E7-0D8F-441A-91C1-0EC65F4DF88E}"/>
    <dgm:cxn modelId="{3A26179A-06B3-4369-9BF1-0724D75A2D28}" type="presOf" srcId="{A904D7DC-A4BB-4B5D-A796-92789350CC8E}" destId="{E48B1FA9-153B-4FBE-B75A-25AE307AFD0A}" srcOrd="0" destOrd="0" presId="urn:microsoft.com/office/officeart/2005/8/layout/orgChart1"/>
    <dgm:cxn modelId="{D009579F-F55D-4D59-ABAA-3FD8E43E11A5}" type="presOf" srcId="{19CD0DE2-E321-4BD0-91D4-EC45ED50B3FD}" destId="{B1B8B472-014C-46CF-B3FC-A94D20FF228F}" srcOrd="1" destOrd="0" presId="urn:microsoft.com/office/officeart/2005/8/layout/orgChart1"/>
    <dgm:cxn modelId="{4D327A9F-FE53-4FD2-98A1-EDEC5F2633F2}" type="presOf" srcId="{269CDE87-8251-4E4A-854F-59F3133EFA43}" destId="{D4D26765-2EE9-473F-951C-1C8D4FDC3389}" srcOrd="0" destOrd="0" presId="urn:microsoft.com/office/officeart/2005/8/layout/orgChart1"/>
    <dgm:cxn modelId="{6441E69F-8FDF-41A3-8CF2-2B4375EAE319}" type="presOf" srcId="{39E3FFEE-571D-4F65-B284-F8915A501EC0}" destId="{9CB06A0E-CEFC-4D61-856E-2562C99B0931}" srcOrd="0" destOrd="0" presId="urn:microsoft.com/office/officeart/2005/8/layout/orgChart1"/>
    <dgm:cxn modelId="{438A55AC-D69B-49C0-AE7B-569B050DDDDB}" type="presOf" srcId="{8A30D437-4846-4B00-A9C4-BB84FED92696}" destId="{7C058D90-47EF-4817-8927-3917AF169FAE}" srcOrd="1" destOrd="0" presId="urn:microsoft.com/office/officeart/2005/8/layout/orgChart1"/>
    <dgm:cxn modelId="{797973B2-D1CE-44AF-A1B2-CC3321802BEC}" type="presOf" srcId="{8829813F-CB69-4012-98A4-AB57A4FFF3FD}" destId="{FF0CD3E3-A9D4-4776-BC99-666530A1B854}" srcOrd="1" destOrd="0" presId="urn:microsoft.com/office/officeart/2005/8/layout/orgChart1"/>
    <dgm:cxn modelId="{09D217B3-E7B8-497B-9834-7329426A7E44}" type="presOf" srcId="{CBAFAE5D-174E-47C8-8720-79E4559C1859}" destId="{2F6A4A77-8AFE-41EE-B03F-5E97BEACB17F}" srcOrd="1" destOrd="0" presId="urn:microsoft.com/office/officeart/2005/8/layout/orgChart1"/>
    <dgm:cxn modelId="{85D5E2B4-5CD7-485D-B073-7D3BC15A0AC0}" type="presOf" srcId="{A90DA39F-852D-484A-B446-59D8E0E6B124}" destId="{B384B724-5574-49F0-9127-55A8C9CDC0A6}" srcOrd="0" destOrd="0" presId="urn:microsoft.com/office/officeart/2005/8/layout/orgChart1"/>
    <dgm:cxn modelId="{4D6B60B5-F682-4862-A7CD-EF9360D6338F}" srcId="{19CD0DE2-E321-4BD0-91D4-EC45ED50B3FD}" destId="{B836C7F5-302E-479E-861A-D3A9CE1817BD}" srcOrd="2" destOrd="0" parTransId="{9E57E9B8-6E79-432C-A124-C1BA3FCAE78D}" sibTransId="{2D50E22F-FD03-426B-83EB-3CA956617972}"/>
    <dgm:cxn modelId="{F0D858B8-331C-41EE-81DD-0C668D2CC577}" type="presOf" srcId="{8829813F-CB69-4012-98A4-AB57A4FFF3FD}" destId="{A4D8D394-F87E-4587-A0F5-9ED0C8CFF5E1}" srcOrd="0" destOrd="0" presId="urn:microsoft.com/office/officeart/2005/8/layout/orgChart1"/>
    <dgm:cxn modelId="{B29FFABA-BC57-4281-9B32-AD7AB8026B47}" srcId="{57D14F04-0213-4804-A604-27A8F1696F4B}" destId="{D833C4B6-5EF6-43CC-B198-CA8E3678BCAE}" srcOrd="2" destOrd="0" parTransId="{1D8980AF-F7FA-463B-AE8C-F3E06EE82EAE}" sibTransId="{CB77AB31-4FDC-4D98-B6A3-D84141D8DBDC}"/>
    <dgm:cxn modelId="{42F264BE-DACA-406F-AEE3-9B0125F4F536}" type="presOf" srcId="{D833C4B6-5EF6-43CC-B198-CA8E3678BCAE}" destId="{84320453-5487-4F5A-8580-65583830F3F7}" srcOrd="0" destOrd="0" presId="urn:microsoft.com/office/officeart/2005/8/layout/orgChart1"/>
    <dgm:cxn modelId="{679723C5-CDC2-4843-AEDA-9E9234A08969}" type="presOf" srcId="{19CD0DE2-E321-4BD0-91D4-EC45ED50B3FD}" destId="{CE56AF3A-7AD1-43AD-8D08-654D48A7B40A}" srcOrd="0" destOrd="0" presId="urn:microsoft.com/office/officeart/2005/8/layout/orgChart1"/>
    <dgm:cxn modelId="{954EEED9-4060-412D-A0B5-F9D5A40DC6F7}" type="presOf" srcId="{75831287-071F-4F57-91BC-41F6B4688429}" destId="{D2672C35-3D36-4330-9B6E-D7AA94DF51FF}" srcOrd="0" destOrd="0" presId="urn:microsoft.com/office/officeart/2005/8/layout/orgChart1"/>
    <dgm:cxn modelId="{B74F7DDA-8F5B-4E06-9A66-94358FD70213}" type="presOf" srcId="{8A30D437-4846-4B00-A9C4-BB84FED92696}" destId="{65DDF9E7-7F96-4A76-AFCE-41AD2A4B006C}" srcOrd="0" destOrd="0" presId="urn:microsoft.com/office/officeart/2005/8/layout/orgChart1"/>
    <dgm:cxn modelId="{B500E5DB-E458-4288-9B50-3B4D130690FD}" srcId="{19CD0DE2-E321-4BD0-91D4-EC45ED50B3FD}" destId="{511F9335-038C-45FE-B10F-C7A607787F15}" srcOrd="1" destOrd="0" parTransId="{8CF1B2D9-934C-48B6-B546-0585DB9F779E}" sibTransId="{126DF7A4-4FE3-4E11-80BA-BAEE27AC630A}"/>
    <dgm:cxn modelId="{8F7E56E2-CEBD-4E81-BFDF-9D78D92D1AA8}" type="presOf" srcId="{511F9335-038C-45FE-B10F-C7A607787F15}" destId="{B650AEFA-43CD-447B-B6EE-8FE51379B87F}" srcOrd="0" destOrd="0" presId="urn:microsoft.com/office/officeart/2005/8/layout/orgChart1"/>
    <dgm:cxn modelId="{2356A9E6-AF31-42CD-941D-2F7B1623CF98}" type="presOf" srcId="{B836C7F5-302E-479E-861A-D3A9CE1817BD}" destId="{FAB7BE36-CFE9-4156-B79F-8604A27B17DB}" srcOrd="1" destOrd="0" presId="urn:microsoft.com/office/officeart/2005/8/layout/orgChart1"/>
    <dgm:cxn modelId="{2362C2E6-39BD-4F7C-8F33-E68DD26CBBE4}" type="presOf" srcId="{511F9335-038C-45FE-B10F-C7A607787F15}" destId="{F23FFC7A-1512-46E4-B573-8D1F5F790336}" srcOrd="1" destOrd="0" presId="urn:microsoft.com/office/officeart/2005/8/layout/orgChart1"/>
    <dgm:cxn modelId="{481884E9-EBC3-460A-8B48-318F46A5BE6B}" srcId="{57D14F04-0213-4804-A604-27A8F1696F4B}" destId="{A7A2C845-B98D-4C74-9BF4-E3797E65B09B}" srcOrd="0" destOrd="0" parTransId="{B6AFB546-29DE-405C-B7FC-A6C8638015B1}" sibTransId="{E0016724-8630-4EB3-A84C-354261BAAA8F}"/>
    <dgm:cxn modelId="{3532AFED-453E-46EE-B9CC-51C17EEBB5EE}" srcId="{57D14F04-0213-4804-A604-27A8F1696F4B}" destId="{332ACC1A-BA25-45F6-9637-831E749E9A81}" srcOrd="1" destOrd="0" parTransId="{A904D7DC-A4BB-4B5D-A796-92789350CC8E}" sibTransId="{F7614FBA-4AFE-4B69-A203-A1FAC0B173BE}"/>
    <dgm:cxn modelId="{68F9DEF7-22FD-4231-8DF4-AFAB405D3826}" srcId="{19CD0DE2-E321-4BD0-91D4-EC45ED50B3FD}" destId="{CBAFAE5D-174E-47C8-8720-79E4559C1859}" srcOrd="0" destOrd="0" parTransId="{39E3FFEE-571D-4F65-B284-F8915A501EC0}" sibTransId="{15919700-54B3-4DC3-A771-9A9C5DB67DD0}"/>
    <dgm:cxn modelId="{5C429AFA-BBB0-4F7A-BC55-3C0F2419EAAA}" type="presOf" srcId="{57D14F04-0213-4804-A604-27A8F1696F4B}" destId="{BF4DA991-577A-4375-9B58-00C4ADDDE621}" srcOrd="1" destOrd="0" presId="urn:microsoft.com/office/officeart/2005/8/layout/orgChart1"/>
    <dgm:cxn modelId="{9FCB20F7-D239-4E87-A57B-5D2AC3D54238}" type="presParOf" srcId="{87529660-A523-4603-A29C-49BF2A3C75D9}" destId="{EBB56A20-4C75-47B4-AC77-0B1067913858}" srcOrd="0" destOrd="0" presId="urn:microsoft.com/office/officeart/2005/8/layout/orgChart1"/>
    <dgm:cxn modelId="{7F50B9E2-D5F4-4990-8097-1D8961F2FE7D}" type="presParOf" srcId="{EBB56A20-4C75-47B4-AC77-0B1067913858}" destId="{A0039FD2-9B54-4F12-B972-E1F8D3BF1AD9}" srcOrd="0" destOrd="0" presId="urn:microsoft.com/office/officeart/2005/8/layout/orgChart1"/>
    <dgm:cxn modelId="{4F0058E3-BC16-4589-9839-C9EC642C1703}" type="presParOf" srcId="{A0039FD2-9B54-4F12-B972-E1F8D3BF1AD9}" destId="{926CCBA1-42BC-40F9-9F4B-0B3CC3DCB38F}" srcOrd="0" destOrd="0" presId="urn:microsoft.com/office/officeart/2005/8/layout/orgChart1"/>
    <dgm:cxn modelId="{D8079A0B-01D1-418D-853E-6044486AF11C}" type="presParOf" srcId="{A0039FD2-9B54-4F12-B972-E1F8D3BF1AD9}" destId="{CF5E52F6-6E7C-4B2A-95B3-CAF4DE2B4A37}" srcOrd="1" destOrd="0" presId="urn:microsoft.com/office/officeart/2005/8/layout/orgChart1"/>
    <dgm:cxn modelId="{846ECC15-A014-42FA-ABB4-914F319FF6D8}" type="presParOf" srcId="{EBB56A20-4C75-47B4-AC77-0B1067913858}" destId="{D373A74B-30B6-4E2C-B624-2D88DAC31E08}" srcOrd="1" destOrd="0" presId="urn:microsoft.com/office/officeart/2005/8/layout/orgChart1"/>
    <dgm:cxn modelId="{9C75DC57-29C7-4A19-BBC2-526CE988B1BC}" type="presParOf" srcId="{D373A74B-30B6-4E2C-B624-2D88DAC31E08}" destId="{379D5F64-8FA0-4D85-B928-32F10846B102}" srcOrd="0" destOrd="0" presId="urn:microsoft.com/office/officeart/2005/8/layout/orgChart1"/>
    <dgm:cxn modelId="{5271FD92-463D-4724-A308-2C067764AE6E}" type="presParOf" srcId="{D373A74B-30B6-4E2C-B624-2D88DAC31E08}" destId="{22EC3AD2-3CB0-447C-98E9-8CF1B9F795B9}" srcOrd="1" destOrd="0" presId="urn:microsoft.com/office/officeart/2005/8/layout/orgChart1"/>
    <dgm:cxn modelId="{85EE52C5-F1E0-4E72-A7CB-2D650AC66E75}" type="presParOf" srcId="{22EC3AD2-3CB0-447C-98E9-8CF1B9F795B9}" destId="{E8845FAD-55E7-42AD-B84A-03DCEA7A30A0}" srcOrd="0" destOrd="0" presId="urn:microsoft.com/office/officeart/2005/8/layout/orgChart1"/>
    <dgm:cxn modelId="{11D4EDD6-79AE-438E-80EC-246776A44679}" type="presParOf" srcId="{E8845FAD-55E7-42AD-B84A-03DCEA7A30A0}" destId="{CE56AF3A-7AD1-43AD-8D08-654D48A7B40A}" srcOrd="0" destOrd="0" presId="urn:microsoft.com/office/officeart/2005/8/layout/orgChart1"/>
    <dgm:cxn modelId="{3A1E5F2C-994E-4CF7-8CDA-F20BD9A36930}" type="presParOf" srcId="{E8845FAD-55E7-42AD-B84A-03DCEA7A30A0}" destId="{B1B8B472-014C-46CF-B3FC-A94D20FF228F}" srcOrd="1" destOrd="0" presId="urn:microsoft.com/office/officeart/2005/8/layout/orgChart1"/>
    <dgm:cxn modelId="{4E0DC94D-2EE4-4B98-B58E-7013D2E622D4}" type="presParOf" srcId="{22EC3AD2-3CB0-447C-98E9-8CF1B9F795B9}" destId="{44A301DD-A117-4709-8F1E-A2831D7D5104}" srcOrd="1" destOrd="0" presId="urn:microsoft.com/office/officeart/2005/8/layout/orgChart1"/>
    <dgm:cxn modelId="{7EF3E1B5-9E2A-487E-A6B9-78C333892B0C}" type="presParOf" srcId="{44A301DD-A117-4709-8F1E-A2831D7D5104}" destId="{9CB06A0E-CEFC-4D61-856E-2562C99B0931}" srcOrd="0" destOrd="0" presId="urn:microsoft.com/office/officeart/2005/8/layout/orgChart1"/>
    <dgm:cxn modelId="{66605AC2-0539-466C-9684-00E45C456715}" type="presParOf" srcId="{44A301DD-A117-4709-8F1E-A2831D7D5104}" destId="{6C8886F1-2789-47ED-B41C-DD5840DC4227}" srcOrd="1" destOrd="0" presId="urn:microsoft.com/office/officeart/2005/8/layout/orgChart1"/>
    <dgm:cxn modelId="{12529DAE-4883-4247-9088-DC5A82C43171}" type="presParOf" srcId="{6C8886F1-2789-47ED-B41C-DD5840DC4227}" destId="{BF00F3B4-7C06-497A-8A64-1A21EC6A7891}" srcOrd="0" destOrd="0" presId="urn:microsoft.com/office/officeart/2005/8/layout/orgChart1"/>
    <dgm:cxn modelId="{282667BC-1228-4EE1-9E91-4EB9F4983946}" type="presParOf" srcId="{BF00F3B4-7C06-497A-8A64-1A21EC6A7891}" destId="{0E309403-4B2F-442B-BB65-116D07DD9D14}" srcOrd="0" destOrd="0" presId="urn:microsoft.com/office/officeart/2005/8/layout/orgChart1"/>
    <dgm:cxn modelId="{27EB09C1-7564-4B78-A6F3-663AB3419694}" type="presParOf" srcId="{BF00F3B4-7C06-497A-8A64-1A21EC6A7891}" destId="{2F6A4A77-8AFE-41EE-B03F-5E97BEACB17F}" srcOrd="1" destOrd="0" presId="urn:microsoft.com/office/officeart/2005/8/layout/orgChart1"/>
    <dgm:cxn modelId="{21101FAF-0079-421B-85CB-FC2970BA5599}" type="presParOf" srcId="{6C8886F1-2789-47ED-B41C-DD5840DC4227}" destId="{2C90D4E8-2120-4DC0-8324-45B9D2C10D02}" srcOrd="1" destOrd="0" presId="urn:microsoft.com/office/officeart/2005/8/layout/orgChart1"/>
    <dgm:cxn modelId="{FF52B31D-31DF-4FE5-AD97-2CC8942CA74F}" type="presParOf" srcId="{2C90D4E8-2120-4DC0-8324-45B9D2C10D02}" destId="{8500DA93-B5A0-4A01-8D30-B68FA8C84CBE}" srcOrd="0" destOrd="0" presId="urn:microsoft.com/office/officeart/2005/8/layout/orgChart1"/>
    <dgm:cxn modelId="{0FD8DC5A-B31A-4629-ABA0-8766C0206EBB}" type="presParOf" srcId="{2C90D4E8-2120-4DC0-8324-45B9D2C10D02}" destId="{720CC00F-31A8-4498-9A3A-4A1C330E752F}" srcOrd="1" destOrd="0" presId="urn:microsoft.com/office/officeart/2005/8/layout/orgChart1"/>
    <dgm:cxn modelId="{925A253D-D871-4814-9187-9712874CE444}" type="presParOf" srcId="{720CC00F-31A8-4498-9A3A-4A1C330E752F}" destId="{B10CC71C-8235-4CB6-9E01-C6D0D44C7ECC}" srcOrd="0" destOrd="0" presId="urn:microsoft.com/office/officeart/2005/8/layout/orgChart1"/>
    <dgm:cxn modelId="{01CB6119-3549-46FE-B138-44E95E076B34}" type="presParOf" srcId="{B10CC71C-8235-4CB6-9E01-C6D0D44C7ECC}" destId="{A4D8D394-F87E-4587-A0F5-9ED0C8CFF5E1}" srcOrd="0" destOrd="0" presId="urn:microsoft.com/office/officeart/2005/8/layout/orgChart1"/>
    <dgm:cxn modelId="{1D6592BE-DB27-49EA-9592-1261023C4A0E}" type="presParOf" srcId="{B10CC71C-8235-4CB6-9E01-C6D0D44C7ECC}" destId="{FF0CD3E3-A9D4-4776-BC99-666530A1B854}" srcOrd="1" destOrd="0" presId="urn:microsoft.com/office/officeart/2005/8/layout/orgChart1"/>
    <dgm:cxn modelId="{C93FA2EB-FCB9-4C13-A30C-12D524A0C8D9}" type="presParOf" srcId="{720CC00F-31A8-4498-9A3A-4A1C330E752F}" destId="{5BB50B01-5AD1-4231-93E2-5EE6F6BBEE6E}" srcOrd="1" destOrd="0" presId="urn:microsoft.com/office/officeart/2005/8/layout/orgChart1"/>
    <dgm:cxn modelId="{5112BC17-22EE-4976-9575-012911C7B027}" type="presParOf" srcId="{720CC00F-31A8-4498-9A3A-4A1C330E752F}" destId="{66EF4297-1156-427F-AFB5-6A10857CB848}" srcOrd="2" destOrd="0" presId="urn:microsoft.com/office/officeart/2005/8/layout/orgChart1"/>
    <dgm:cxn modelId="{86A2D182-2D93-4101-9164-BE136606D319}" type="presParOf" srcId="{6C8886F1-2789-47ED-B41C-DD5840DC4227}" destId="{393B424E-DD79-4D73-AB36-00F3CC1FA1D5}" srcOrd="2" destOrd="0" presId="urn:microsoft.com/office/officeart/2005/8/layout/orgChart1"/>
    <dgm:cxn modelId="{ED695A60-F547-46E1-9E99-70B0ED8AABF7}" type="presParOf" srcId="{44A301DD-A117-4709-8F1E-A2831D7D5104}" destId="{A8BE27F0-6A75-4926-910C-D6BB378764AE}" srcOrd="2" destOrd="0" presId="urn:microsoft.com/office/officeart/2005/8/layout/orgChart1"/>
    <dgm:cxn modelId="{9D973D6E-7B79-4BE0-B986-E88F7968318B}" type="presParOf" srcId="{44A301DD-A117-4709-8F1E-A2831D7D5104}" destId="{DA30D3FB-02E6-48CC-A59C-1DE4A39086B8}" srcOrd="3" destOrd="0" presId="urn:microsoft.com/office/officeart/2005/8/layout/orgChart1"/>
    <dgm:cxn modelId="{1FB5229C-698F-418B-9ABA-137A08ECC5B5}" type="presParOf" srcId="{DA30D3FB-02E6-48CC-A59C-1DE4A39086B8}" destId="{76E0F8B9-8914-4F3F-96A9-E926AF0EFB1D}" srcOrd="0" destOrd="0" presId="urn:microsoft.com/office/officeart/2005/8/layout/orgChart1"/>
    <dgm:cxn modelId="{604CF0F1-39E3-4C43-A7A4-301DE50F30F9}" type="presParOf" srcId="{76E0F8B9-8914-4F3F-96A9-E926AF0EFB1D}" destId="{B650AEFA-43CD-447B-B6EE-8FE51379B87F}" srcOrd="0" destOrd="0" presId="urn:microsoft.com/office/officeart/2005/8/layout/orgChart1"/>
    <dgm:cxn modelId="{4DAE9944-4D17-433D-A6D1-99EB0A2D2C49}" type="presParOf" srcId="{76E0F8B9-8914-4F3F-96A9-E926AF0EFB1D}" destId="{F23FFC7A-1512-46E4-B573-8D1F5F790336}" srcOrd="1" destOrd="0" presId="urn:microsoft.com/office/officeart/2005/8/layout/orgChart1"/>
    <dgm:cxn modelId="{1FF0B195-8C68-46C0-A7F3-6336B28C87D2}" type="presParOf" srcId="{DA30D3FB-02E6-48CC-A59C-1DE4A39086B8}" destId="{390FC23A-18B0-41DF-B629-7F127C07AC52}" srcOrd="1" destOrd="0" presId="urn:microsoft.com/office/officeart/2005/8/layout/orgChart1"/>
    <dgm:cxn modelId="{4B835C6E-2B5A-4E04-A179-AEFDB0CB1B40}" type="presParOf" srcId="{DA30D3FB-02E6-48CC-A59C-1DE4A39086B8}" destId="{0ADCC360-AACC-48BC-A5C0-9F96292D694E}" srcOrd="2" destOrd="0" presId="urn:microsoft.com/office/officeart/2005/8/layout/orgChart1"/>
    <dgm:cxn modelId="{B6E86DA5-9CCC-4AAE-AE40-986DBE4704FA}" type="presParOf" srcId="{44A301DD-A117-4709-8F1E-A2831D7D5104}" destId="{2C1356E5-A172-4A09-BDA6-76919360256C}" srcOrd="4" destOrd="0" presId="urn:microsoft.com/office/officeart/2005/8/layout/orgChart1"/>
    <dgm:cxn modelId="{05854953-151D-4F59-A9E2-EA346B411C06}" type="presParOf" srcId="{44A301DD-A117-4709-8F1E-A2831D7D5104}" destId="{55C22176-3AFF-45D9-9208-0E61C897A0EE}" srcOrd="5" destOrd="0" presId="urn:microsoft.com/office/officeart/2005/8/layout/orgChart1"/>
    <dgm:cxn modelId="{F51E3D7C-EE20-4BF9-A8A5-B6A9D0E445F5}" type="presParOf" srcId="{55C22176-3AFF-45D9-9208-0E61C897A0EE}" destId="{687044D8-8363-4F60-98E9-9FCDC72D1CF2}" srcOrd="0" destOrd="0" presId="urn:microsoft.com/office/officeart/2005/8/layout/orgChart1"/>
    <dgm:cxn modelId="{BFA93AFD-FC70-461C-97A1-2E727FB3C2D1}" type="presParOf" srcId="{687044D8-8363-4F60-98E9-9FCDC72D1CF2}" destId="{00B79FFC-102A-441A-9F10-3AB25F9C52F0}" srcOrd="0" destOrd="0" presId="urn:microsoft.com/office/officeart/2005/8/layout/orgChart1"/>
    <dgm:cxn modelId="{2C27F8DC-CE4F-4746-AEFD-DBE4714BF1F4}" type="presParOf" srcId="{687044D8-8363-4F60-98E9-9FCDC72D1CF2}" destId="{FAB7BE36-CFE9-4156-B79F-8604A27B17DB}" srcOrd="1" destOrd="0" presId="urn:microsoft.com/office/officeart/2005/8/layout/orgChart1"/>
    <dgm:cxn modelId="{6C5ABDC6-7BBA-4792-982F-F495FEF93CEE}" type="presParOf" srcId="{55C22176-3AFF-45D9-9208-0E61C897A0EE}" destId="{9B18F84B-48A2-46A2-8060-0DF157BD3459}" srcOrd="1" destOrd="0" presId="urn:microsoft.com/office/officeart/2005/8/layout/orgChart1"/>
    <dgm:cxn modelId="{C41CE893-69D4-4191-8BCC-F4ECBD300277}" type="presParOf" srcId="{55C22176-3AFF-45D9-9208-0E61C897A0EE}" destId="{21C37000-6A09-49CA-9E6F-636560656470}" srcOrd="2" destOrd="0" presId="urn:microsoft.com/office/officeart/2005/8/layout/orgChart1"/>
    <dgm:cxn modelId="{5FA95427-46FF-42BD-83FB-41BE69ED7C19}" type="presParOf" srcId="{22EC3AD2-3CB0-447C-98E9-8CF1B9F795B9}" destId="{EE7DD3C8-C502-41B4-98AA-3390AC7B7A36}" srcOrd="2" destOrd="0" presId="urn:microsoft.com/office/officeart/2005/8/layout/orgChart1"/>
    <dgm:cxn modelId="{FFA78771-02EF-4769-BA65-81C6FB58FADA}" type="presParOf" srcId="{D373A74B-30B6-4E2C-B624-2D88DAC31E08}" destId="{CB528D74-7387-4AFB-94BF-52433D5E81A2}" srcOrd="2" destOrd="0" presId="urn:microsoft.com/office/officeart/2005/8/layout/orgChart1"/>
    <dgm:cxn modelId="{B317F555-E281-4090-BF00-F54D0FF55633}" type="presParOf" srcId="{D373A74B-30B6-4E2C-B624-2D88DAC31E08}" destId="{2EF19086-33FA-46C0-8963-D236DC4C26CE}" srcOrd="3" destOrd="0" presId="urn:microsoft.com/office/officeart/2005/8/layout/orgChart1"/>
    <dgm:cxn modelId="{9FEF2961-5D70-4502-8B40-81D41D20A1D9}" type="presParOf" srcId="{2EF19086-33FA-46C0-8963-D236DC4C26CE}" destId="{B0F4DF6F-2D75-4CCF-8420-1BAD97A5163C}" srcOrd="0" destOrd="0" presId="urn:microsoft.com/office/officeart/2005/8/layout/orgChart1"/>
    <dgm:cxn modelId="{BEE2E0C7-F7B2-48A7-804F-0911A51CFC5F}" type="presParOf" srcId="{B0F4DF6F-2D75-4CCF-8420-1BAD97A5163C}" destId="{EEBAF4E1-7393-4706-A8D1-4F9847F0351B}" srcOrd="0" destOrd="0" presId="urn:microsoft.com/office/officeart/2005/8/layout/orgChart1"/>
    <dgm:cxn modelId="{25C1A33B-E69D-4319-BECB-336B955E531C}" type="presParOf" srcId="{B0F4DF6F-2D75-4CCF-8420-1BAD97A5163C}" destId="{BF4DA991-577A-4375-9B58-00C4ADDDE621}" srcOrd="1" destOrd="0" presId="urn:microsoft.com/office/officeart/2005/8/layout/orgChart1"/>
    <dgm:cxn modelId="{5DA2E46E-9CC2-432B-B583-4FFC9B9E27C0}" type="presParOf" srcId="{2EF19086-33FA-46C0-8963-D236DC4C26CE}" destId="{CC00A56A-D2D3-492C-837E-741797D2D3FF}" srcOrd="1" destOrd="0" presId="urn:microsoft.com/office/officeart/2005/8/layout/orgChart1"/>
    <dgm:cxn modelId="{824AEF3E-31E0-49F6-B6C1-D8719FC61A89}" type="presParOf" srcId="{CC00A56A-D2D3-492C-837E-741797D2D3FF}" destId="{CE619D46-1BF7-4A8C-B7CC-FB85F99506DA}" srcOrd="0" destOrd="0" presId="urn:microsoft.com/office/officeart/2005/8/layout/orgChart1"/>
    <dgm:cxn modelId="{7100BB64-97D2-4B9D-B8C5-36F25265131F}" type="presParOf" srcId="{CC00A56A-D2D3-492C-837E-741797D2D3FF}" destId="{C6CA3DF6-95F1-4BDA-9CFB-2FE96CBF534F}" srcOrd="1" destOrd="0" presId="urn:microsoft.com/office/officeart/2005/8/layout/orgChart1"/>
    <dgm:cxn modelId="{FA58DF48-309F-4808-A9F2-19C1A9C9F0AF}" type="presParOf" srcId="{C6CA3DF6-95F1-4BDA-9CFB-2FE96CBF534F}" destId="{E7FC8AF5-28B8-4BCE-90E2-8C40F87762DD}" srcOrd="0" destOrd="0" presId="urn:microsoft.com/office/officeart/2005/8/layout/orgChart1"/>
    <dgm:cxn modelId="{0DEF73F0-F37B-4A31-9EEA-CCA99EB1C2B7}" type="presParOf" srcId="{E7FC8AF5-28B8-4BCE-90E2-8C40F87762DD}" destId="{92B93234-19AD-41DA-8333-EB28BA3B7C04}" srcOrd="0" destOrd="0" presId="urn:microsoft.com/office/officeart/2005/8/layout/orgChart1"/>
    <dgm:cxn modelId="{ED881FDB-A1AA-4995-B905-9BED964AA6AF}" type="presParOf" srcId="{E7FC8AF5-28B8-4BCE-90E2-8C40F87762DD}" destId="{57A90757-13B5-4680-A15C-678214632486}" srcOrd="1" destOrd="0" presId="urn:microsoft.com/office/officeart/2005/8/layout/orgChart1"/>
    <dgm:cxn modelId="{AAC274D8-4404-466C-A738-E32499A655F6}" type="presParOf" srcId="{C6CA3DF6-95F1-4BDA-9CFB-2FE96CBF534F}" destId="{44B9E428-44F4-4E13-AF06-0CF3254104B5}" srcOrd="1" destOrd="0" presId="urn:microsoft.com/office/officeart/2005/8/layout/orgChart1"/>
    <dgm:cxn modelId="{102C4831-65AE-451B-BDAE-C0ECDBA8125A}" type="presParOf" srcId="{44B9E428-44F4-4E13-AF06-0CF3254104B5}" destId="{BF018458-466A-456E-B4C3-0355B2C01CBA}" srcOrd="0" destOrd="0" presId="urn:microsoft.com/office/officeart/2005/8/layout/orgChart1"/>
    <dgm:cxn modelId="{CD5D5E94-B9A1-4D65-8CD7-7B2F06A1D59B}" type="presParOf" srcId="{44B9E428-44F4-4E13-AF06-0CF3254104B5}" destId="{C39AE98C-5752-4054-B642-60D95DB164F0}" srcOrd="1" destOrd="0" presId="urn:microsoft.com/office/officeart/2005/8/layout/orgChart1"/>
    <dgm:cxn modelId="{3673A87E-931D-49FE-AC78-4EC394DA6B09}" type="presParOf" srcId="{C39AE98C-5752-4054-B642-60D95DB164F0}" destId="{6318C0CF-8D12-4A20-B8C7-FD51DB007764}" srcOrd="0" destOrd="0" presId="urn:microsoft.com/office/officeart/2005/8/layout/orgChart1"/>
    <dgm:cxn modelId="{57FEE9D2-675E-4E55-A08C-74F383527B85}" type="presParOf" srcId="{6318C0CF-8D12-4A20-B8C7-FD51DB007764}" destId="{D2672C35-3D36-4330-9B6E-D7AA94DF51FF}" srcOrd="0" destOrd="0" presId="urn:microsoft.com/office/officeart/2005/8/layout/orgChart1"/>
    <dgm:cxn modelId="{252D1F8F-6910-4AB2-AF32-136BF09AD175}" type="presParOf" srcId="{6318C0CF-8D12-4A20-B8C7-FD51DB007764}" destId="{9688EB19-93B5-4FBB-835C-31A1A5F9E3A4}" srcOrd="1" destOrd="0" presId="urn:microsoft.com/office/officeart/2005/8/layout/orgChart1"/>
    <dgm:cxn modelId="{FA4CF79B-5D64-4539-A21A-FB5BF18EF5DD}" type="presParOf" srcId="{C39AE98C-5752-4054-B642-60D95DB164F0}" destId="{22E4194F-4F5E-483C-88CB-B3CFBB21A39D}" srcOrd="1" destOrd="0" presId="urn:microsoft.com/office/officeart/2005/8/layout/orgChart1"/>
    <dgm:cxn modelId="{5987A5CD-E9A5-428C-A914-C9E7DBAAF2CB}" type="presParOf" srcId="{C39AE98C-5752-4054-B642-60D95DB164F0}" destId="{448DEC2F-EDF7-4D1D-8E34-AC89ADDDF947}" srcOrd="2" destOrd="0" presId="urn:microsoft.com/office/officeart/2005/8/layout/orgChart1"/>
    <dgm:cxn modelId="{AA5618FD-F6F5-411C-8114-E4CBEF364106}" type="presParOf" srcId="{C6CA3DF6-95F1-4BDA-9CFB-2FE96CBF534F}" destId="{3C9584E5-2F43-4F1C-BB26-8DF267C4C5ED}" srcOrd="2" destOrd="0" presId="urn:microsoft.com/office/officeart/2005/8/layout/orgChart1"/>
    <dgm:cxn modelId="{9A6D8807-6E1B-4E0F-8F00-44EA0EF311D3}" type="presParOf" srcId="{CC00A56A-D2D3-492C-837E-741797D2D3FF}" destId="{E48B1FA9-153B-4FBE-B75A-25AE307AFD0A}" srcOrd="2" destOrd="0" presId="urn:microsoft.com/office/officeart/2005/8/layout/orgChart1"/>
    <dgm:cxn modelId="{6C78E973-45F6-48BF-A7C5-29C6A16A3A50}" type="presParOf" srcId="{CC00A56A-D2D3-492C-837E-741797D2D3FF}" destId="{DABA06BA-B444-49BF-B134-29CC0107D7B5}" srcOrd="3" destOrd="0" presId="urn:microsoft.com/office/officeart/2005/8/layout/orgChart1"/>
    <dgm:cxn modelId="{C3297478-65D0-4354-8D2D-5CAB47E30C72}" type="presParOf" srcId="{DABA06BA-B444-49BF-B134-29CC0107D7B5}" destId="{97723EA1-D1C5-4F6E-B41B-DC771926BF98}" srcOrd="0" destOrd="0" presId="urn:microsoft.com/office/officeart/2005/8/layout/orgChart1"/>
    <dgm:cxn modelId="{B8A8B906-68C4-4356-9065-C584D6B5A532}" type="presParOf" srcId="{97723EA1-D1C5-4F6E-B41B-DC771926BF98}" destId="{77E4CB4B-62B5-4B32-9ECD-90D62688D44B}" srcOrd="0" destOrd="0" presId="urn:microsoft.com/office/officeart/2005/8/layout/orgChart1"/>
    <dgm:cxn modelId="{8C9D171E-A4D9-4F6C-BD02-C951DECB4081}" type="presParOf" srcId="{97723EA1-D1C5-4F6E-B41B-DC771926BF98}" destId="{1522B475-E8A2-4F18-A7B3-42EF32BB7134}" srcOrd="1" destOrd="0" presId="urn:microsoft.com/office/officeart/2005/8/layout/orgChart1"/>
    <dgm:cxn modelId="{0C03131F-4A2C-492F-A241-534C303787FB}" type="presParOf" srcId="{DABA06BA-B444-49BF-B134-29CC0107D7B5}" destId="{4D4678C3-C18E-4292-9621-416C7120543B}" srcOrd="1" destOrd="0" presId="urn:microsoft.com/office/officeart/2005/8/layout/orgChart1"/>
    <dgm:cxn modelId="{BA7E5011-6008-493A-99FE-4E8E08F3E966}" type="presParOf" srcId="{DABA06BA-B444-49BF-B134-29CC0107D7B5}" destId="{4E53DF0A-AD7D-4DFD-9277-CE04A4513CE1}" srcOrd="2" destOrd="0" presId="urn:microsoft.com/office/officeart/2005/8/layout/orgChart1"/>
    <dgm:cxn modelId="{7097160A-BAC5-4FD2-92B6-DEDA581025CC}" type="presParOf" srcId="{CC00A56A-D2D3-492C-837E-741797D2D3FF}" destId="{1F19B27B-D67D-4993-94B0-720C0DE15CB3}" srcOrd="4" destOrd="0" presId="urn:microsoft.com/office/officeart/2005/8/layout/orgChart1"/>
    <dgm:cxn modelId="{7BB3F2A1-A0BF-40B2-AD90-767987C475B9}" type="presParOf" srcId="{CC00A56A-D2D3-492C-837E-741797D2D3FF}" destId="{FCD6447A-88F7-4EAC-B9B3-C08288F7139C}" srcOrd="5" destOrd="0" presId="urn:microsoft.com/office/officeart/2005/8/layout/orgChart1"/>
    <dgm:cxn modelId="{736F5759-9B8B-4523-A844-9282CFF5918A}" type="presParOf" srcId="{FCD6447A-88F7-4EAC-B9B3-C08288F7139C}" destId="{A8C31E1F-C810-46F9-A3F4-E494CA0A4FAF}" srcOrd="0" destOrd="0" presId="urn:microsoft.com/office/officeart/2005/8/layout/orgChart1"/>
    <dgm:cxn modelId="{87B57898-1176-4278-A08C-4885B6053437}" type="presParOf" srcId="{A8C31E1F-C810-46F9-A3F4-E494CA0A4FAF}" destId="{84320453-5487-4F5A-8580-65583830F3F7}" srcOrd="0" destOrd="0" presId="urn:microsoft.com/office/officeart/2005/8/layout/orgChart1"/>
    <dgm:cxn modelId="{3C8AC5DE-AA9E-470C-9D25-66D170E87ED7}" type="presParOf" srcId="{A8C31E1F-C810-46F9-A3F4-E494CA0A4FAF}" destId="{3508D9DE-68C6-4CFB-9C14-83DAFC69A0D4}" srcOrd="1" destOrd="0" presId="urn:microsoft.com/office/officeart/2005/8/layout/orgChart1"/>
    <dgm:cxn modelId="{7AE4BF66-1FFB-4C26-9FA9-7BE457C28D5F}" type="presParOf" srcId="{FCD6447A-88F7-4EAC-B9B3-C08288F7139C}" destId="{96AAF88A-99C7-45A2-9E96-B16BF524AB3D}" srcOrd="1" destOrd="0" presId="urn:microsoft.com/office/officeart/2005/8/layout/orgChart1"/>
    <dgm:cxn modelId="{9EEF8229-8D6A-4D80-B7BD-F7967388776C}" type="presParOf" srcId="{FCD6447A-88F7-4EAC-B9B3-C08288F7139C}" destId="{81B9FF0F-B08B-4C5D-8B38-34327C376723}" srcOrd="2" destOrd="0" presId="urn:microsoft.com/office/officeart/2005/8/layout/orgChart1"/>
    <dgm:cxn modelId="{6E1BD344-147E-4E19-9ECF-E12A5C33E6DF}" type="presParOf" srcId="{2EF19086-33FA-46C0-8963-D236DC4C26CE}" destId="{55023D75-F2F9-4BB9-89CE-6A35AB543408}" srcOrd="2" destOrd="0" presId="urn:microsoft.com/office/officeart/2005/8/layout/orgChart1"/>
    <dgm:cxn modelId="{794968F1-8CF5-4362-ADB3-78A12A5E9336}" type="presParOf" srcId="{D373A74B-30B6-4E2C-B624-2D88DAC31E08}" destId="{E1889120-B903-4FD4-BB67-89C6EDE03132}" srcOrd="4" destOrd="0" presId="urn:microsoft.com/office/officeart/2005/8/layout/orgChart1"/>
    <dgm:cxn modelId="{5E4660FA-2D1E-43BA-B749-411FCC9B354E}" type="presParOf" srcId="{D373A74B-30B6-4E2C-B624-2D88DAC31E08}" destId="{E190DEC8-6CD6-470C-B17A-7DFEF5F91F2A}" srcOrd="5" destOrd="0" presId="urn:microsoft.com/office/officeart/2005/8/layout/orgChart1"/>
    <dgm:cxn modelId="{7355832E-B602-4663-8593-9264B8FD2BB6}" type="presParOf" srcId="{E190DEC8-6CD6-470C-B17A-7DFEF5F91F2A}" destId="{6397081F-232B-4DA0-A844-9DA941AFBF37}" srcOrd="0" destOrd="0" presId="urn:microsoft.com/office/officeart/2005/8/layout/orgChart1"/>
    <dgm:cxn modelId="{4961874C-A347-4F96-9CF3-CBCF4375E7B0}" type="presParOf" srcId="{6397081F-232B-4DA0-A844-9DA941AFBF37}" destId="{65DDF9E7-7F96-4A76-AFCE-41AD2A4B006C}" srcOrd="0" destOrd="0" presId="urn:microsoft.com/office/officeart/2005/8/layout/orgChart1"/>
    <dgm:cxn modelId="{985FDB2C-B287-4EF4-BFBA-1E027913F728}" type="presParOf" srcId="{6397081F-232B-4DA0-A844-9DA941AFBF37}" destId="{7C058D90-47EF-4817-8927-3917AF169FAE}" srcOrd="1" destOrd="0" presId="urn:microsoft.com/office/officeart/2005/8/layout/orgChart1"/>
    <dgm:cxn modelId="{BBF72DB7-CBFC-4E48-A530-E8F360D16B1A}" type="presParOf" srcId="{E190DEC8-6CD6-470C-B17A-7DFEF5F91F2A}" destId="{4733395A-895E-4FA1-967B-1A64D5630705}" srcOrd="1" destOrd="0" presId="urn:microsoft.com/office/officeart/2005/8/layout/orgChart1"/>
    <dgm:cxn modelId="{FAE2FB3A-0098-459A-B39C-FCF22E5F356E}" type="presParOf" srcId="{E190DEC8-6CD6-470C-B17A-7DFEF5F91F2A}" destId="{81FAC6DB-4FF4-4479-A78B-ED9055DD8AC8}" srcOrd="2" destOrd="0" presId="urn:microsoft.com/office/officeart/2005/8/layout/orgChart1"/>
    <dgm:cxn modelId="{C0B1CA9A-06A8-414C-9A80-830D70529A2E}" type="presParOf" srcId="{EBB56A20-4C75-47B4-AC77-0B1067913858}" destId="{EB7DAA33-DB9F-4E4F-8CB0-732910C9B7AE}" srcOrd="2" destOrd="0" presId="urn:microsoft.com/office/officeart/2005/8/layout/orgChart1"/>
    <dgm:cxn modelId="{ED22C033-A714-46C0-B274-B9D1615C86F0}" type="presParOf" srcId="{EB7DAA33-DB9F-4E4F-8CB0-732910C9B7AE}" destId="{B384B724-5574-49F0-9127-55A8C9CDC0A6}" srcOrd="0" destOrd="0" presId="urn:microsoft.com/office/officeart/2005/8/layout/orgChart1"/>
    <dgm:cxn modelId="{C1919E6A-5BEA-49E3-9DBE-D51B24597712}" type="presParOf" srcId="{EB7DAA33-DB9F-4E4F-8CB0-732910C9B7AE}" destId="{A12B619A-1D88-4793-8FDC-F372FC257A25}" srcOrd="1" destOrd="0" presId="urn:microsoft.com/office/officeart/2005/8/layout/orgChart1"/>
    <dgm:cxn modelId="{4DE3AE03-A22D-410E-BC68-AC13899A6D78}" type="presParOf" srcId="{A12B619A-1D88-4793-8FDC-F372FC257A25}" destId="{745EFC54-4405-40A2-9B91-04A67EB14461}" srcOrd="0" destOrd="0" presId="urn:microsoft.com/office/officeart/2005/8/layout/orgChart1"/>
    <dgm:cxn modelId="{CB9C756D-8630-4801-B0FE-F5CEA9EDDEC4}" type="presParOf" srcId="{745EFC54-4405-40A2-9B91-04A67EB14461}" destId="{D4D26765-2EE9-473F-951C-1C8D4FDC3389}" srcOrd="0" destOrd="0" presId="urn:microsoft.com/office/officeart/2005/8/layout/orgChart1"/>
    <dgm:cxn modelId="{052D4FB4-78D5-47C8-9443-3766BA37B1C7}" type="presParOf" srcId="{745EFC54-4405-40A2-9B91-04A67EB14461}" destId="{240CFDF6-0366-4BBF-B0AE-4C7DE2EE3803}" srcOrd="1" destOrd="0" presId="urn:microsoft.com/office/officeart/2005/8/layout/orgChart1"/>
    <dgm:cxn modelId="{520C66F2-E82B-4798-9ADB-379750EC596D}" type="presParOf" srcId="{A12B619A-1D88-4793-8FDC-F372FC257A25}" destId="{BA1B0824-03C7-4524-B443-A9D80305D22C}" srcOrd="1" destOrd="0" presId="urn:microsoft.com/office/officeart/2005/8/layout/orgChart1"/>
    <dgm:cxn modelId="{20CB394A-13CC-4589-B7E4-AB0C9409FFD9}" type="presParOf" srcId="{A12B619A-1D88-4793-8FDC-F372FC257A25}" destId="{B47B6E6D-2A27-428C-B6E1-FAD65E0628B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8392BD7-5F52-4F17-99AC-CE70ED7012B0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E90E9D-A8A4-4CE5-AC86-7695C1927691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5F33D8B2-47D3-41B6-8710-49011DBE0D27}" type="parTrans" cxnId="{E4EAB9EB-0B42-4557-87B3-41B7992A4D8C}">
      <dgm:prSet/>
      <dgm:spPr/>
      <dgm:t>
        <a:bodyPr/>
        <a:lstStyle/>
        <a:p>
          <a:endParaRPr lang="en-US"/>
        </a:p>
      </dgm:t>
    </dgm:pt>
    <dgm:pt modelId="{24878E4B-DFEB-4BA4-A1EE-846B8B9A8041}" type="sibTrans" cxnId="{E4EAB9EB-0B42-4557-87B3-41B7992A4D8C}">
      <dgm:prSet/>
      <dgm:spPr/>
      <dgm:t>
        <a:bodyPr/>
        <a:lstStyle/>
        <a:p>
          <a:endParaRPr lang="en-US"/>
        </a:p>
      </dgm:t>
    </dgm:pt>
    <dgm:pt modelId="{4126455D-66A8-4A3A-B114-1C876418236C}" type="asst">
      <dgm:prSet phldrT="[Text]" phldr="1"/>
      <dgm:spPr/>
      <dgm:t>
        <a:bodyPr/>
        <a:lstStyle/>
        <a:p>
          <a:endParaRPr lang="en-US"/>
        </a:p>
      </dgm:t>
    </dgm:pt>
    <dgm:pt modelId="{223CF003-1842-4AE5-963D-AB8F89B64D6D}" type="parTrans" cxnId="{294D3462-79E0-40AA-8921-C340A1CD977F}">
      <dgm:prSet/>
      <dgm:spPr/>
      <dgm:t>
        <a:bodyPr/>
        <a:lstStyle/>
        <a:p>
          <a:endParaRPr lang="en-US"/>
        </a:p>
      </dgm:t>
    </dgm:pt>
    <dgm:pt modelId="{BE3FE8F7-62A4-47B3-803F-EC77968901D3}" type="sibTrans" cxnId="{294D3462-79E0-40AA-8921-C340A1CD977F}">
      <dgm:prSet/>
      <dgm:spPr/>
      <dgm:t>
        <a:bodyPr/>
        <a:lstStyle/>
        <a:p>
          <a:endParaRPr lang="en-US"/>
        </a:p>
      </dgm:t>
    </dgm:pt>
    <dgm:pt modelId="{2C8E1146-923B-4A81-B297-7FB77B38B20E}">
      <dgm:prSet phldrT="[Text]" phldr="1"/>
      <dgm:spPr/>
      <dgm:t>
        <a:bodyPr/>
        <a:lstStyle/>
        <a:p>
          <a:endParaRPr lang="en-US"/>
        </a:p>
      </dgm:t>
    </dgm:pt>
    <dgm:pt modelId="{9E3876EC-D92B-4E23-BC31-9280422A507E}" type="parTrans" cxnId="{F315BB9C-3878-411D-8A18-0D209FA6A5AA}">
      <dgm:prSet/>
      <dgm:spPr/>
      <dgm:t>
        <a:bodyPr/>
        <a:lstStyle/>
        <a:p>
          <a:endParaRPr lang="en-US"/>
        </a:p>
      </dgm:t>
    </dgm:pt>
    <dgm:pt modelId="{2F1F2F9A-6AED-4735-99FC-4A7A8E41319C}" type="sibTrans" cxnId="{F315BB9C-3878-411D-8A18-0D209FA6A5AA}">
      <dgm:prSet/>
      <dgm:spPr/>
      <dgm:t>
        <a:bodyPr/>
        <a:lstStyle/>
        <a:p>
          <a:endParaRPr lang="en-US"/>
        </a:p>
      </dgm:t>
    </dgm:pt>
    <dgm:pt modelId="{59D47DF6-C6F5-4331-A9D6-9243B9A05E91}">
      <dgm:prSet phldrT="[Text]" phldr="1"/>
      <dgm:spPr/>
      <dgm:t>
        <a:bodyPr/>
        <a:lstStyle/>
        <a:p>
          <a:endParaRPr lang="en-US"/>
        </a:p>
      </dgm:t>
    </dgm:pt>
    <dgm:pt modelId="{D307D648-693A-4E3D-9E73-D988DEE48524}" type="parTrans" cxnId="{1D7FD3E4-8F0D-4FC7-A5A8-003BD0458957}">
      <dgm:prSet/>
      <dgm:spPr/>
      <dgm:t>
        <a:bodyPr/>
        <a:lstStyle/>
        <a:p>
          <a:endParaRPr lang="en-US"/>
        </a:p>
      </dgm:t>
    </dgm:pt>
    <dgm:pt modelId="{CB0B2492-DDF4-4858-9B16-227843DF43B1}" type="sibTrans" cxnId="{1D7FD3E4-8F0D-4FC7-A5A8-003BD0458957}">
      <dgm:prSet/>
      <dgm:spPr/>
      <dgm:t>
        <a:bodyPr/>
        <a:lstStyle/>
        <a:p>
          <a:endParaRPr lang="en-US"/>
        </a:p>
      </dgm:t>
    </dgm:pt>
    <dgm:pt modelId="{902CD2C5-3258-4A6F-8B2B-DB764CA26982}">
      <dgm:prSet phldrT="[Text]" phldr="1"/>
      <dgm:spPr/>
      <dgm:t>
        <a:bodyPr/>
        <a:lstStyle/>
        <a:p>
          <a:endParaRPr lang="en-US"/>
        </a:p>
      </dgm:t>
    </dgm:pt>
    <dgm:pt modelId="{488EB656-87E1-44A9-A5BA-F1DDED418690}" type="parTrans" cxnId="{4E7E183D-63B2-4ED9-9318-71F3A4650B6E}">
      <dgm:prSet/>
      <dgm:spPr/>
      <dgm:t>
        <a:bodyPr/>
        <a:lstStyle/>
        <a:p>
          <a:endParaRPr lang="en-US"/>
        </a:p>
      </dgm:t>
    </dgm:pt>
    <dgm:pt modelId="{21E35190-3D6A-4D48-A855-DD40586416C3}" type="sibTrans" cxnId="{4E7E183D-63B2-4ED9-9318-71F3A4650B6E}">
      <dgm:prSet/>
      <dgm:spPr/>
      <dgm:t>
        <a:bodyPr/>
        <a:lstStyle/>
        <a:p>
          <a:endParaRPr lang="en-US"/>
        </a:p>
      </dgm:t>
    </dgm:pt>
    <dgm:pt modelId="{0C818744-835C-4D3B-8496-10B49CFE9AAC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5FF61D1B-DB84-4CC0-BDC1-1E1160D6645C}" type="parTrans" cxnId="{39E5DE8D-EABA-47CF-B718-856A1A1DA6DD}">
      <dgm:prSet/>
      <dgm:spPr/>
    </dgm:pt>
    <dgm:pt modelId="{A13B1FE4-916A-4DB0-AE26-5F2AFCFA9093}" type="sibTrans" cxnId="{39E5DE8D-EABA-47CF-B718-856A1A1DA6DD}">
      <dgm:prSet/>
      <dgm:spPr/>
    </dgm:pt>
    <dgm:pt modelId="{1E1D942F-B97A-4F2B-AF7B-6D5CA478CA87}">
      <dgm:prSet phldrT="[Text]"/>
      <dgm:spPr/>
      <dgm:t>
        <a:bodyPr/>
        <a:lstStyle/>
        <a:p>
          <a:r>
            <a:rPr lang="en-US"/>
            <a:t>M1R1</a:t>
          </a:r>
        </a:p>
      </dgm:t>
    </dgm:pt>
    <dgm:pt modelId="{A1D0DAF4-3328-4975-8E52-D162BC055B11}" type="parTrans" cxnId="{9ABD9D60-B2B9-4C31-BDD8-3E383BDD25E2}">
      <dgm:prSet/>
      <dgm:spPr/>
    </dgm:pt>
    <dgm:pt modelId="{5BA28F13-9BE0-4AD1-BDB3-E54B1681018B}" type="sibTrans" cxnId="{9ABD9D60-B2B9-4C31-BDD8-3E383BDD25E2}">
      <dgm:prSet/>
      <dgm:spPr/>
    </dgm:pt>
    <dgm:pt modelId="{0587D2B3-D87B-4F1F-996B-E27DFE2D463A}">
      <dgm:prSet phldrT="[Text]"/>
      <dgm:spPr/>
      <dgm:t>
        <a:bodyPr/>
        <a:lstStyle/>
        <a:p>
          <a:r>
            <a:rPr lang="en-US"/>
            <a:t>M1R2</a:t>
          </a:r>
        </a:p>
      </dgm:t>
    </dgm:pt>
    <dgm:pt modelId="{B31964A0-327E-468B-9E24-F228DB9C8604}" type="parTrans" cxnId="{B1D08BFB-5C71-4E10-9D93-BCB5CA3FE085}">
      <dgm:prSet/>
      <dgm:spPr/>
    </dgm:pt>
    <dgm:pt modelId="{55B34304-664E-4876-BA53-789C4F69ABD8}" type="sibTrans" cxnId="{B1D08BFB-5C71-4E10-9D93-BCB5CA3FE085}">
      <dgm:prSet/>
      <dgm:spPr/>
    </dgm:pt>
    <dgm:pt modelId="{A9505621-D2E8-415F-AE99-95632705009D}">
      <dgm:prSet phldrT="[Text]"/>
      <dgm:spPr/>
      <dgm:t>
        <a:bodyPr/>
        <a:lstStyle/>
        <a:p>
          <a:r>
            <a:rPr lang="en-US"/>
            <a:t>M1R3</a:t>
          </a:r>
        </a:p>
      </dgm:t>
    </dgm:pt>
    <dgm:pt modelId="{BA9013AB-85C2-40EB-A971-607F6FA4C559}" type="parTrans" cxnId="{7A28AB4A-FB76-48A3-8A0F-191CABC79A54}">
      <dgm:prSet/>
      <dgm:spPr/>
    </dgm:pt>
    <dgm:pt modelId="{5A31EBA8-9AE1-4165-949A-918868E3499A}" type="sibTrans" cxnId="{7A28AB4A-FB76-48A3-8A0F-191CABC79A54}">
      <dgm:prSet/>
      <dgm:spPr/>
    </dgm:pt>
    <dgm:pt modelId="{6F141CB4-FDB5-4E8D-92FF-D1A466E34E7F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BFCC03B6-31CF-4A34-A65F-E5CDF6C80D09}" type="parTrans" cxnId="{AFE6EEE3-7415-4CD7-BE1A-E2BBB2A7D6A5}">
      <dgm:prSet/>
      <dgm:spPr/>
    </dgm:pt>
    <dgm:pt modelId="{63E85313-DE84-41D8-9C70-9101049F24FF}" type="sibTrans" cxnId="{AFE6EEE3-7415-4CD7-BE1A-E2BBB2A7D6A5}">
      <dgm:prSet/>
      <dgm:spPr/>
    </dgm:pt>
    <dgm:pt modelId="{FEFE1A7A-1623-4519-94BA-7ED787AA71BA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87622A10-63B0-4074-85F8-41DEA62323AB}" type="parTrans" cxnId="{1642F2B3-FED3-4039-9E3D-11F6378A69FA}">
      <dgm:prSet/>
      <dgm:spPr/>
    </dgm:pt>
    <dgm:pt modelId="{367AF402-37EE-4DB3-B839-B4D43396A8F6}" type="sibTrans" cxnId="{1642F2B3-FED3-4039-9E3D-11F6378A69FA}">
      <dgm:prSet/>
      <dgm:spPr/>
    </dgm:pt>
    <dgm:pt modelId="{7D4734E9-167E-450F-AC8B-B68D7885108C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C21BBC45-8BEC-4E80-A9D1-461D8B0B7B8B}" type="parTrans" cxnId="{BC25A184-642E-4E10-84DE-378FDC33B798}">
      <dgm:prSet/>
      <dgm:spPr/>
    </dgm:pt>
    <dgm:pt modelId="{F1FDD440-E77E-4F68-A935-59D07ED263EA}" type="sibTrans" cxnId="{BC25A184-642E-4E10-84DE-378FDC33B798}">
      <dgm:prSet/>
      <dgm:spPr/>
    </dgm:pt>
    <dgm:pt modelId="{2D64C113-36CE-42F7-B982-DBFE4528A739}" type="pres">
      <dgm:prSet presAssocID="{18392BD7-5F52-4F17-99AC-CE70ED7012B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5107430-E471-4509-B37C-1403C0A91821}" type="pres">
      <dgm:prSet presAssocID="{2AE90E9D-A8A4-4CE5-AC86-7695C1927691}" presName="hierRoot1" presStyleCnt="0">
        <dgm:presLayoutVars>
          <dgm:hierBranch val="init"/>
        </dgm:presLayoutVars>
      </dgm:prSet>
      <dgm:spPr/>
    </dgm:pt>
    <dgm:pt modelId="{5C2E625B-1412-421C-9B72-DDC82D18FF52}" type="pres">
      <dgm:prSet presAssocID="{2AE90E9D-A8A4-4CE5-AC86-7695C1927691}" presName="rootComposite1" presStyleCnt="0"/>
      <dgm:spPr/>
    </dgm:pt>
    <dgm:pt modelId="{2C32B819-3694-4FA2-A92D-273F91AA5D98}" type="pres">
      <dgm:prSet presAssocID="{2AE90E9D-A8A4-4CE5-AC86-7695C1927691}" presName="rootText1" presStyleLbl="node0" presStyleIdx="0" presStyleCnt="1">
        <dgm:presLayoutVars>
          <dgm:chPref val="3"/>
        </dgm:presLayoutVars>
      </dgm:prSet>
      <dgm:spPr/>
    </dgm:pt>
    <dgm:pt modelId="{1BFC4F09-382F-4B3F-B2FB-10FF7B3B518D}" type="pres">
      <dgm:prSet presAssocID="{2AE90E9D-A8A4-4CE5-AC86-7695C1927691}" presName="rootConnector1" presStyleLbl="node1" presStyleIdx="0" presStyleCnt="0"/>
      <dgm:spPr/>
    </dgm:pt>
    <dgm:pt modelId="{706BAFD5-05A7-4BCF-91FE-EBAACB7439C2}" type="pres">
      <dgm:prSet presAssocID="{2AE90E9D-A8A4-4CE5-AC86-7695C1927691}" presName="hierChild2" presStyleCnt="0"/>
      <dgm:spPr/>
    </dgm:pt>
    <dgm:pt modelId="{F14F4CD5-B8DA-4656-80F8-BCEEA60DEE55}" type="pres">
      <dgm:prSet presAssocID="{9E3876EC-D92B-4E23-BC31-9280422A507E}" presName="Name37" presStyleLbl="parChTrans1D2" presStyleIdx="0" presStyleCnt="4"/>
      <dgm:spPr/>
    </dgm:pt>
    <dgm:pt modelId="{90A40707-33DB-4E18-B6A2-FACF3631F34F}" type="pres">
      <dgm:prSet presAssocID="{2C8E1146-923B-4A81-B297-7FB77B38B20E}" presName="hierRoot2" presStyleCnt="0">
        <dgm:presLayoutVars>
          <dgm:hierBranch val="init"/>
        </dgm:presLayoutVars>
      </dgm:prSet>
      <dgm:spPr/>
    </dgm:pt>
    <dgm:pt modelId="{314BBC99-656C-43C4-A82F-1A7BD6F4E362}" type="pres">
      <dgm:prSet presAssocID="{2C8E1146-923B-4A81-B297-7FB77B38B20E}" presName="rootComposite" presStyleCnt="0"/>
      <dgm:spPr/>
    </dgm:pt>
    <dgm:pt modelId="{9187D5C8-2F03-4AED-AD41-03FDF38647DE}" type="pres">
      <dgm:prSet presAssocID="{2C8E1146-923B-4A81-B297-7FB77B38B20E}" presName="rootText" presStyleLbl="node2" presStyleIdx="0" presStyleCnt="3">
        <dgm:presLayoutVars>
          <dgm:chPref val="3"/>
        </dgm:presLayoutVars>
      </dgm:prSet>
      <dgm:spPr/>
    </dgm:pt>
    <dgm:pt modelId="{34E5B2E8-8DAC-4E51-AFEA-EF8D1E8337FE}" type="pres">
      <dgm:prSet presAssocID="{2C8E1146-923B-4A81-B297-7FB77B38B20E}" presName="rootConnector" presStyleLbl="node2" presStyleIdx="0" presStyleCnt="3"/>
      <dgm:spPr/>
    </dgm:pt>
    <dgm:pt modelId="{71EEBF6F-01E9-4D62-9270-524E5360E61D}" type="pres">
      <dgm:prSet presAssocID="{2C8E1146-923B-4A81-B297-7FB77B38B20E}" presName="hierChild4" presStyleCnt="0"/>
      <dgm:spPr/>
    </dgm:pt>
    <dgm:pt modelId="{E54508FD-BC83-4A55-99A2-4F2D99AE0043}" type="pres">
      <dgm:prSet presAssocID="{5FF61D1B-DB84-4CC0-BDC1-1E1160D6645C}" presName="Name37" presStyleLbl="parChTrans1D3" presStyleIdx="0" presStyleCnt="6"/>
      <dgm:spPr/>
    </dgm:pt>
    <dgm:pt modelId="{AA032B9F-2126-46E8-BCAE-F236076408E7}" type="pres">
      <dgm:prSet presAssocID="{0C818744-835C-4D3B-8496-10B49CFE9AAC}" presName="hierRoot2" presStyleCnt="0">
        <dgm:presLayoutVars>
          <dgm:hierBranch val="init"/>
        </dgm:presLayoutVars>
      </dgm:prSet>
      <dgm:spPr/>
    </dgm:pt>
    <dgm:pt modelId="{F14C35B1-49FA-4317-89CC-1BA0D03EC9BC}" type="pres">
      <dgm:prSet presAssocID="{0C818744-835C-4D3B-8496-10B49CFE9AAC}" presName="rootComposite" presStyleCnt="0"/>
      <dgm:spPr/>
    </dgm:pt>
    <dgm:pt modelId="{96F55B4F-1C6E-494B-8970-40484061868F}" type="pres">
      <dgm:prSet presAssocID="{0C818744-835C-4D3B-8496-10B49CFE9AAC}" presName="rootText" presStyleLbl="node3" presStyleIdx="0" presStyleCnt="6">
        <dgm:presLayoutVars>
          <dgm:chPref val="3"/>
        </dgm:presLayoutVars>
      </dgm:prSet>
      <dgm:spPr/>
    </dgm:pt>
    <dgm:pt modelId="{2C4DEC8E-BE95-4F8C-9293-5D8BFD9CFE41}" type="pres">
      <dgm:prSet presAssocID="{0C818744-835C-4D3B-8496-10B49CFE9AAC}" presName="rootConnector" presStyleLbl="node3" presStyleIdx="0" presStyleCnt="6"/>
      <dgm:spPr/>
    </dgm:pt>
    <dgm:pt modelId="{84F7A835-3E34-47BB-8C28-B651B122BD65}" type="pres">
      <dgm:prSet presAssocID="{0C818744-835C-4D3B-8496-10B49CFE9AAC}" presName="hierChild4" presStyleCnt="0"/>
      <dgm:spPr/>
    </dgm:pt>
    <dgm:pt modelId="{CE0ADE5A-03F2-4E0E-83C6-792162DEA48A}" type="pres">
      <dgm:prSet presAssocID="{BA9013AB-85C2-40EB-A971-607F6FA4C559}" presName="Name37" presStyleLbl="parChTrans1D4" presStyleIdx="0" presStyleCnt="1"/>
      <dgm:spPr/>
    </dgm:pt>
    <dgm:pt modelId="{85082222-E129-4A38-B21A-B4128AB7B159}" type="pres">
      <dgm:prSet presAssocID="{A9505621-D2E8-415F-AE99-95632705009D}" presName="hierRoot2" presStyleCnt="0">
        <dgm:presLayoutVars>
          <dgm:hierBranch val="init"/>
        </dgm:presLayoutVars>
      </dgm:prSet>
      <dgm:spPr/>
    </dgm:pt>
    <dgm:pt modelId="{7CC5A920-2F79-47C3-9BA3-0EB9FF407BBF}" type="pres">
      <dgm:prSet presAssocID="{A9505621-D2E8-415F-AE99-95632705009D}" presName="rootComposite" presStyleCnt="0"/>
      <dgm:spPr/>
    </dgm:pt>
    <dgm:pt modelId="{911EBBD1-B5EC-4222-9FD9-F5AC8645C846}" type="pres">
      <dgm:prSet presAssocID="{A9505621-D2E8-415F-AE99-95632705009D}" presName="rootText" presStyleLbl="node4" presStyleIdx="0" presStyleCnt="1">
        <dgm:presLayoutVars>
          <dgm:chPref val="3"/>
        </dgm:presLayoutVars>
      </dgm:prSet>
      <dgm:spPr/>
    </dgm:pt>
    <dgm:pt modelId="{E30F3E42-14B2-40EB-976C-5674B5E92104}" type="pres">
      <dgm:prSet presAssocID="{A9505621-D2E8-415F-AE99-95632705009D}" presName="rootConnector" presStyleLbl="node4" presStyleIdx="0" presStyleCnt="1"/>
      <dgm:spPr/>
    </dgm:pt>
    <dgm:pt modelId="{99D07000-8B19-4C7F-A70A-1843F80EE3A0}" type="pres">
      <dgm:prSet presAssocID="{A9505621-D2E8-415F-AE99-95632705009D}" presName="hierChild4" presStyleCnt="0"/>
      <dgm:spPr/>
    </dgm:pt>
    <dgm:pt modelId="{56C2D53C-B0F3-433D-9990-89492942CCAA}" type="pres">
      <dgm:prSet presAssocID="{A9505621-D2E8-415F-AE99-95632705009D}" presName="hierChild5" presStyleCnt="0"/>
      <dgm:spPr/>
    </dgm:pt>
    <dgm:pt modelId="{32404599-A647-4888-8C5D-535A614C76C3}" type="pres">
      <dgm:prSet presAssocID="{0C818744-835C-4D3B-8496-10B49CFE9AAC}" presName="hierChild5" presStyleCnt="0"/>
      <dgm:spPr/>
    </dgm:pt>
    <dgm:pt modelId="{9C136DEC-116F-450F-B115-5F879E31DD7B}" type="pres">
      <dgm:prSet presAssocID="{B31964A0-327E-468B-9E24-F228DB9C8604}" presName="Name37" presStyleLbl="parChTrans1D3" presStyleIdx="1" presStyleCnt="6"/>
      <dgm:spPr/>
    </dgm:pt>
    <dgm:pt modelId="{51CDE5C0-E0C0-4C2B-81A4-50615E222E13}" type="pres">
      <dgm:prSet presAssocID="{0587D2B3-D87B-4F1F-996B-E27DFE2D463A}" presName="hierRoot2" presStyleCnt="0">
        <dgm:presLayoutVars>
          <dgm:hierBranch val="init"/>
        </dgm:presLayoutVars>
      </dgm:prSet>
      <dgm:spPr/>
    </dgm:pt>
    <dgm:pt modelId="{7F62B379-BE64-483A-8751-0FE33C78C966}" type="pres">
      <dgm:prSet presAssocID="{0587D2B3-D87B-4F1F-996B-E27DFE2D463A}" presName="rootComposite" presStyleCnt="0"/>
      <dgm:spPr/>
    </dgm:pt>
    <dgm:pt modelId="{365D3FEB-BA3B-49B1-91C7-FCF207881AC3}" type="pres">
      <dgm:prSet presAssocID="{0587D2B3-D87B-4F1F-996B-E27DFE2D463A}" presName="rootText" presStyleLbl="node3" presStyleIdx="1" presStyleCnt="6">
        <dgm:presLayoutVars>
          <dgm:chPref val="3"/>
        </dgm:presLayoutVars>
      </dgm:prSet>
      <dgm:spPr/>
    </dgm:pt>
    <dgm:pt modelId="{48F8F8CE-036D-4ACB-AF68-FED715FCA776}" type="pres">
      <dgm:prSet presAssocID="{0587D2B3-D87B-4F1F-996B-E27DFE2D463A}" presName="rootConnector" presStyleLbl="node3" presStyleIdx="1" presStyleCnt="6"/>
      <dgm:spPr/>
    </dgm:pt>
    <dgm:pt modelId="{BE40AFD6-361E-4F05-851B-E9857F699147}" type="pres">
      <dgm:prSet presAssocID="{0587D2B3-D87B-4F1F-996B-E27DFE2D463A}" presName="hierChild4" presStyleCnt="0"/>
      <dgm:spPr/>
    </dgm:pt>
    <dgm:pt modelId="{8A7677A5-0D94-4D3A-88D0-8E2A1711C384}" type="pres">
      <dgm:prSet presAssocID="{0587D2B3-D87B-4F1F-996B-E27DFE2D463A}" presName="hierChild5" presStyleCnt="0"/>
      <dgm:spPr/>
    </dgm:pt>
    <dgm:pt modelId="{75925899-BF97-4D73-8E61-C1D910BF4300}" type="pres">
      <dgm:prSet presAssocID="{A1D0DAF4-3328-4975-8E52-D162BC055B11}" presName="Name37" presStyleLbl="parChTrans1D3" presStyleIdx="2" presStyleCnt="6"/>
      <dgm:spPr/>
    </dgm:pt>
    <dgm:pt modelId="{F1DB3453-4F8B-43A6-8463-3E85FE7BC98F}" type="pres">
      <dgm:prSet presAssocID="{1E1D942F-B97A-4F2B-AF7B-6D5CA478CA87}" presName="hierRoot2" presStyleCnt="0">
        <dgm:presLayoutVars>
          <dgm:hierBranch val="init"/>
        </dgm:presLayoutVars>
      </dgm:prSet>
      <dgm:spPr/>
    </dgm:pt>
    <dgm:pt modelId="{26C98966-E447-443F-9002-D6F2850AEC83}" type="pres">
      <dgm:prSet presAssocID="{1E1D942F-B97A-4F2B-AF7B-6D5CA478CA87}" presName="rootComposite" presStyleCnt="0"/>
      <dgm:spPr/>
    </dgm:pt>
    <dgm:pt modelId="{5B2668CA-C908-4EE1-9DDE-A7D834962123}" type="pres">
      <dgm:prSet presAssocID="{1E1D942F-B97A-4F2B-AF7B-6D5CA478CA87}" presName="rootText" presStyleLbl="node3" presStyleIdx="2" presStyleCnt="6">
        <dgm:presLayoutVars>
          <dgm:chPref val="3"/>
        </dgm:presLayoutVars>
      </dgm:prSet>
      <dgm:spPr/>
    </dgm:pt>
    <dgm:pt modelId="{B3541C59-E1DC-45EE-884A-74C55750A6DC}" type="pres">
      <dgm:prSet presAssocID="{1E1D942F-B97A-4F2B-AF7B-6D5CA478CA87}" presName="rootConnector" presStyleLbl="node3" presStyleIdx="2" presStyleCnt="6"/>
      <dgm:spPr/>
    </dgm:pt>
    <dgm:pt modelId="{A28B8BBE-9763-47F6-82B3-689B831DFE71}" type="pres">
      <dgm:prSet presAssocID="{1E1D942F-B97A-4F2B-AF7B-6D5CA478CA87}" presName="hierChild4" presStyleCnt="0"/>
      <dgm:spPr/>
    </dgm:pt>
    <dgm:pt modelId="{58D017D9-A3F2-4676-817A-8539CD458EF6}" type="pres">
      <dgm:prSet presAssocID="{1E1D942F-B97A-4F2B-AF7B-6D5CA478CA87}" presName="hierChild5" presStyleCnt="0"/>
      <dgm:spPr/>
    </dgm:pt>
    <dgm:pt modelId="{439B234D-D00C-4F27-88FE-470C2F8986E8}" type="pres">
      <dgm:prSet presAssocID="{2C8E1146-923B-4A81-B297-7FB77B38B20E}" presName="hierChild5" presStyleCnt="0"/>
      <dgm:spPr/>
    </dgm:pt>
    <dgm:pt modelId="{60C97CEA-FDC9-48E0-A690-87FF64455072}" type="pres">
      <dgm:prSet presAssocID="{D307D648-693A-4E3D-9E73-D988DEE48524}" presName="Name37" presStyleLbl="parChTrans1D2" presStyleIdx="1" presStyleCnt="4"/>
      <dgm:spPr/>
    </dgm:pt>
    <dgm:pt modelId="{6BEE6D03-01DF-4A61-948C-E72358396BCB}" type="pres">
      <dgm:prSet presAssocID="{59D47DF6-C6F5-4331-A9D6-9243B9A05E91}" presName="hierRoot2" presStyleCnt="0">
        <dgm:presLayoutVars>
          <dgm:hierBranch val="init"/>
        </dgm:presLayoutVars>
      </dgm:prSet>
      <dgm:spPr/>
    </dgm:pt>
    <dgm:pt modelId="{89F63273-539E-4B8F-B559-81EE1B78847C}" type="pres">
      <dgm:prSet presAssocID="{59D47DF6-C6F5-4331-A9D6-9243B9A05E91}" presName="rootComposite" presStyleCnt="0"/>
      <dgm:spPr/>
    </dgm:pt>
    <dgm:pt modelId="{7CC14C65-A95C-4618-8B25-A79A993F287C}" type="pres">
      <dgm:prSet presAssocID="{59D47DF6-C6F5-4331-A9D6-9243B9A05E91}" presName="rootText" presStyleLbl="node2" presStyleIdx="1" presStyleCnt="3">
        <dgm:presLayoutVars>
          <dgm:chPref val="3"/>
        </dgm:presLayoutVars>
      </dgm:prSet>
      <dgm:spPr/>
    </dgm:pt>
    <dgm:pt modelId="{E2CDBFF1-F9F5-4AC4-9F49-8B35A57C01EA}" type="pres">
      <dgm:prSet presAssocID="{59D47DF6-C6F5-4331-A9D6-9243B9A05E91}" presName="rootConnector" presStyleLbl="node2" presStyleIdx="1" presStyleCnt="3"/>
      <dgm:spPr/>
    </dgm:pt>
    <dgm:pt modelId="{C24566B8-D6BC-46A8-82A0-E0BB1222234A}" type="pres">
      <dgm:prSet presAssocID="{59D47DF6-C6F5-4331-A9D6-9243B9A05E91}" presName="hierChild4" presStyleCnt="0"/>
      <dgm:spPr/>
    </dgm:pt>
    <dgm:pt modelId="{ABFC3CB7-11BC-4852-BB94-ED3BD36C03F2}" type="pres">
      <dgm:prSet presAssocID="{BFCC03B6-31CF-4A34-A65F-E5CDF6C80D09}" presName="Name37" presStyleLbl="parChTrans1D3" presStyleIdx="3" presStyleCnt="6"/>
      <dgm:spPr/>
    </dgm:pt>
    <dgm:pt modelId="{BF3756C7-F092-48D6-9D59-F63BD1116BE7}" type="pres">
      <dgm:prSet presAssocID="{6F141CB4-FDB5-4E8D-92FF-D1A466E34E7F}" presName="hierRoot2" presStyleCnt="0">
        <dgm:presLayoutVars>
          <dgm:hierBranch val="init"/>
        </dgm:presLayoutVars>
      </dgm:prSet>
      <dgm:spPr/>
    </dgm:pt>
    <dgm:pt modelId="{85C03DFF-89CC-4BE6-B2DD-85DFB18CEB84}" type="pres">
      <dgm:prSet presAssocID="{6F141CB4-FDB5-4E8D-92FF-D1A466E34E7F}" presName="rootComposite" presStyleCnt="0"/>
      <dgm:spPr/>
    </dgm:pt>
    <dgm:pt modelId="{C12CBE26-52C5-4FBB-901A-886D2E575D55}" type="pres">
      <dgm:prSet presAssocID="{6F141CB4-FDB5-4E8D-92FF-D1A466E34E7F}" presName="rootText" presStyleLbl="node3" presStyleIdx="3" presStyleCnt="6">
        <dgm:presLayoutVars>
          <dgm:chPref val="3"/>
        </dgm:presLayoutVars>
      </dgm:prSet>
      <dgm:spPr/>
    </dgm:pt>
    <dgm:pt modelId="{2649761D-8A70-47B3-8D22-C0DBBF523542}" type="pres">
      <dgm:prSet presAssocID="{6F141CB4-FDB5-4E8D-92FF-D1A466E34E7F}" presName="rootConnector" presStyleLbl="node3" presStyleIdx="3" presStyleCnt="6"/>
      <dgm:spPr/>
    </dgm:pt>
    <dgm:pt modelId="{58166056-B209-4065-8130-38AF25A5D319}" type="pres">
      <dgm:prSet presAssocID="{6F141CB4-FDB5-4E8D-92FF-D1A466E34E7F}" presName="hierChild4" presStyleCnt="0"/>
      <dgm:spPr/>
    </dgm:pt>
    <dgm:pt modelId="{33AA9364-B740-427F-8D00-DA2DD97CD46B}" type="pres">
      <dgm:prSet presAssocID="{6F141CB4-FDB5-4E8D-92FF-D1A466E34E7F}" presName="hierChild5" presStyleCnt="0"/>
      <dgm:spPr/>
    </dgm:pt>
    <dgm:pt modelId="{B64F741F-C743-4DB5-B0C5-DA79FB9C07BE}" type="pres">
      <dgm:prSet presAssocID="{87622A10-63B0-4074-85F8-41DEA62323AB}" presName="Name37" presStyleLbl="parChTrans1D3" presStyleIdx="4" presStyleCnt="6"/>
      <dgm:spPr/>
    </dgm:pt>
    <dgm:pt modelId="{777A6B93-9C52-4A7A-A0A6-67A2348A75AF}" type="pres">
      <dgm:prSet presAssocID="{FEFE1A7A-1623-4519-94BA-7ED787AA71BA}" presName="hierRoot2" presStyleCnt="0">
        <dgm:presLayoutVars>
          <dgm:hierBranch val="init"/>
        </dgm:presLayoutVars>
      </dgm:prSet>
      <dgm:spPr/>
    </dgm:pt>
    <dgm:pt modelId="{941DC1A9-44F3-4DAE-91FB-4E8C4280BFFD}" type="pres">
      <dgm:prSet presAssocID="{FEFE1A7A-1623-4519-94BA-7ED787AA71BA}" presName="rootComposite" presStyleCnt="0"/>
      <dgm:spPr/>
    </dgm:pt>
    <dgm:pt modelId="{D73FD78C-D1AD-47BB-A97D-D75F3141BF68}" type="pres">
      <dgm:prSet presAssocID="{FEFE1A7A-1623-4519-94BA-7ED787AA71BA}" presName="rootText" presStyleLbl="node3" presStyleIdx="4" presStyleCnt="6">
        <dgm:presLayoutVars>
          <dgm:chPref val="3"/>
        </dgm:presLayoutVars>
      </dgm:prSet>
      <dgm:spPr/>
    </dgm:pt>
    <dgm:pt modelId="{5ABC49F8-F93E-4272-9603-D9F0FB453782}" type="pres">
      <dgm:prSet presAssocID="{FEFE1A7A-1623-4519-94BA-7ED787AA71BA}" presName="rootConnector" presStyleLbl="node3" presStyleIdx="4" presStyleCnt="6"/>
      <dgm:spPr/>
    </dgm:pt>
    <dgm:pt modelId="{763357F2-8BB5-4A9B-B07F-F93B416D6A4B}" type="pres">
      <dgm:prSet presAssocID="{FEFE1A7A-1623-4519-94BA-7ED787AA71BA}" presName="hierChild4" presStyleCnt="0"/>
      <dgm:spPr/>
    </dgm:pt>
    <dgm:pt modelId="{453CF9E5-3D10-46E2-B9D0-F8893D7D8520}" type="pres">
      <dgm:prSet presAssocID="{FEFE1A7A-1623-4519-94BA-7ED787AA71BA}" presName="hierChild5" presStyleCnt="0"/>
      <dgm:spPr/>
    </dgm:pt>
    <dgm:pt modelId="{42CFD77F-39E9-4658-AA2B-67C14CD29D9A}" type="pres">
      <dgm:prSet presAssocID="{C21BBC45-8BEC-4E80-A9D1-461D8B0B7B8B}" presName="Name37" presStyleLbl="parChTrans1D3" presStyleIdx="5" presStyleCnt="6"/>
      <dgm:spPr/>
    </dgm:pt>
    <dgm:pt modelId="{2E784A86-6BDB-4FF7-AA9A-35B0CD3B24D7}" type="pres">
      <dgm:prSet presAssocID="{7D4734E9-167E-450F-AC8B-B68D7885108C}" presName="hierRoot2" presStyleCnt="0">
        <dgm:presLayoutVars>
          <dgm:hierBranch val="init"/>
        </dgm:presLayoutVars>
      </dgm:prSet>
      <dgm:spPr/>
    </dgm:pt>
    <dgm:pt modelId="{5173AFBB-5EE4-471B-AA06-EB2B87FD35AC}" type="pres">
      <dgm:prSet presAssocID="{7D4734E9-167E-450F-AC8B-B68D7885108C}" presName="rootComposite" presStyleCnt="0"/>
      <dgm:spPr/>
    </dgm:pt>
    <dgm:pt modelId="{87A75A74-EF70-49AD-994A-CB1EF6AB2B55}" type="pres">
      <dgm:prSet presAssocID="{7D4734E9-167E-450F-AC8B-B68D7885108C}" presName="rootText" presStyleLbl="node3" presStyleIdx="5" presStyleCnt="6">
        <dgm:presLayoutVars>
          <dgm:chPref val="3"/>
        </dgm:presLayoutVars>
      </dgm:prSet>
      <dgm:spPr/>
    </dgm:pt>
    <dgm:pt modelId="{755212D4-F768-49DE-9A62-6E3E15CF200E}" type="pres">
      <dgm:prSet presAssocID="{7D4734E9-167E-450F-AC8B-B68D7885108C}" presName="rootConnector" presStyleLbl="node3" presStyleIdx="5" presStyleCnt="6"/>
      <dgm:spPr/>
    </dgm:pt>
    <dgm:pt modelId="{541256B4-76C9-4141-B798-8E74C90D8F84}" type="pres">
      <dgm:prSet presAssocID="{7D4734E9-167E-450F-AC8B-B68D7885108C}" presName="hierChild4" presStyleCnt="0"/>
      <dgm:spPr/>
    </dgm:pt>
    <dgm:pt modelId="{2F627657-EBBE-40C8-ACF1-633770262E82}" type="pres">
      <dgm:prSet presAssocID="{7D4734E9-167E-450F-AC8B-B68D7885108C}" presName="hierChild5" presStyleCnt="0"/>
      <dgm:spPr/>
    </dgm:pt>
    <dgm:pt modelId="{39F03CD1-F6C0-441B-B6F7-F58089B9E9B0}" type="pres">
      <dgm:prSet presAssocID="{59D47DF6-C6F5-4331-A9D6-9243B9A05E91}" presName="hierChild5" presStyleCnt="0"/>
      <dgm:spPr/>
    </dgm:pt>
    <dgm:pt modelId="{EFE0801D-4316-4453-9FC1-C8BFA12D618A}" type="pres">
      <dgm:prSet presAssocID="{488EB656-87E1-44A9-A5BA-F1DDED418690}" presName="Name37" presStyleLbl="parChTrans1D2" presStyleIdx="2" presStyleCnt="4"/>
      <dgm:spPr/>
    </dgm:pt>
    <dgm:pt modelId="{FAA3F867-B218-452E-B3EC-E23113AF22C2}" type="pres">
      <dgm:prSet presAssocID="{902CD2C5-3258-4A6F-8B2B-DB764CA26982}" presName="hierRoot2" presStyleCnt="0">
        <dgm:presLayoutVars>
          <dgm:hierBranch val="init"/>
        </dgm:presLayoutVars>
      </dgm:prSet>
      <dgm:spPr/>
    </dgm:pt>
    <dgm:pt modelId="{2C75352F-A423-482C-94DA-BC7BA734AF56}" type="pres">
      <dgm:prSet presAssocID="{902CD2C5-3258-4A6F-8B2B-DB764CA26982}" presName="rootComposite" presStyleCnt="0"/>
      <dgm:spPr/>
    </dgm:pt>
    <dgm:pt modelId="{4FBF5D52-9999-44AF-AD11-57A614788F09}" type="pres">
      <dgm:prSet presAssocID="{902CD2C5-3258-4A6F-8B2B-DB764CA26982}" presName="rootText" presStyleLbl="node2" presStyleIdx="2" presStyleCnt="3">
        <dgm:presLayoutVars>
          <dgm:chPref val="3"/>
        </dgm:presLayoutVars>
      </dgm:prSet>
      <dgm:spPr/>
    </dgm:pt>
    <dgm:pt modelId="{46869C4C-2002-448C-929D-8334620F7960}" type="pres">
      <dgm:prSet presAssocID="{902CD2C5-3258-4A6F-8B2B-DB764CA26982}" presName="rootConnector" presStyleLbl="node2" presStyleIdx="2" presStyleCnt="3"/>
      <dgm:spPr/>
    </dgm:pt>
    <dgm:pt modelId="{27AF9C6D-F319-4C96-99AC-A46AEAFDC3A1}" type="pres">
      <dgm:prSet presAssocID="{902CD2C5-3258-4A6F-8B2B-DB764CA26982}" presName="hierChild4" presStyleCnt="0"/>
      <dgm:spPr/>
    </dgm:pt>
    <dgm:pt modelId="{0C4D2B34-5C2F-42DF-AEB5-C414ABE74B54}" type="pres">
      <dgm:prSet presAssocID="{902CD2C5-3258-4A6F-8B2B-DB764CA26982}" presName="hierChild5" presStyleCnt="0"/>
      <dgm:spPr/>
    </dgm:pt>
    <dgm:pt modelId="{C3E1A85C-9744-4DED-91CA-729BB9213ACF}" type="pres">
      <dgm:prSet presAssocID="{2AE90E9D-A8A4-4CE5-AC86-7695C1927691}" presName="hierChild3" presStyleCnt="0"/>
      <dgm:spPr/>
    </dgm:pt>
    <dgm:pt modelId="{EC35B80E-E06B-41B0-B4C9-B7BC9AF3510E}" type="pres">
      <dgm:prSet presAssocID="{223CF003-1842-4AE5-963D-AB8F89B64D6D}" presName="Name111" presStyleLbl="parChTrans1D2" presStyleIdx="3" presStyleCnt="4"/>
      <dgm:spPr/>
    </dgm:pt>
    <dgm:pt modelId="{1CD4B4CC-836E-4FBE-90A6-404794B5C4E1}" type="pres">
      <dgm:prSet presAssocID="{4126455D-66A8-4A3A-B114-1C876418236C}" presName="hierRoot3" presStyleCnt="0">
        <dgm:presLayoutVars>
          <dgm:hierBranch val="init"/>
        </dgm:presLayoutVars>
      </dgm:prSet>
      <dgm:spPr/>
    </dgm:pt>
    <dgm:pt modelId="{981807A8-1D8E-4706-A8AB-3E6C19AAEF15}" type="pres">
      <dgm:prSet presAssocID="{4126455D-66A8-4A3A-B114-1C876418236C}" presName="rootComposite3" presStyleCnt="0"/>
      <dgm:spPr/>
    </dgm:pt>
    <dgm:pt modelId="{FA06092A-8E24-4F60-8ACC-9C3A7CEF84FD}" type="pres">
      <dgm:prSet presAssocID="{4126455D-66A8-4A3A-B114-1C876418236C}" presName="rootText3" presStyleLbl="asst1" presStyleIdx="0" presStyleCnt="1">
        <dgm:presLayoutVars>
          <dgm:chPref val="3"/>
        </dgm:presLayoutVars>
      </dgm:prSet>
      <dgm:spPr/>
    </dgm:pt>
    <dgm:pt modelId="{5AB7A8CB-336A-4774-950E-B8AD77E9B25F}" type="pres">
      <dgm:prSet presAssocID="{4126455D-66A8-4A3A-B114-1C876418236C}" presName="rootConnector3" presStyleLbl="asst1" presStyleIdx="0" presStyleCnt="1"/>
      <dgm:spPr/>
    </dgm:pt>
    <dgm:pt modelId="{093F4D39-B248-49D0-ABAE-1414E7476F56}" type="pres">
      <dgm:prSet presAssocID="{4126455D-66A8-4A3A-B114-1C876418236C}" presName="hierChild6" presStyleCnt="0"/>
      <dgm:spPr/>
    </dgm:pt>
    <dgm:pt modelId="{200F7DBB-F0EC-4A70-9EE0-A990F606B776}" type="pres">
      <dgm:prSet presAssocID="{4126455D-66A8-4A3A-B114-1C876418236C}" presName="hierChild7" presStyleCnt="0"/>
      <dgm:spPr/>
    </dgm:pt>
  </dgm:ptLst>
  <dgm:cxnLst>
    <dgm:cxn modelId="{AB4F3E01-C1ED-4408-83A3-7E4D8FC10B15}" type="presOf" srcId="{87622A10-63B0-4074-85F8-41DEA62323AB}" destId="{B64F741F-C743-4DB5-B0C5-DA79FB9C07BE}" srcOrd="0" destOrd="0" presId="urn:microsoft.com/office/officeart/2005/8/layout/orgChart1"/>
    <dgm:cxn modelId="{B5DE5206-3F1E-410B-80D4-ACB7B6B77CD9}" type="presOf" srcId="{5FF61D1B-DB84-4CC0-BDC1-1E1160D6645C}" destId="{E54508FD-BC83-4A55-99A2-4F2D99AE0043}" srcOrd="0" destOrd="0" presId="urn:microsoft.com/office/officeart/2005/8/layout/orgChart1"/>
    <dgm:cxn modelId="{93672711-2337-4BF8-BDC0-4FD5C8C6914B}" type="presOf" srcId="{4126455D-66A8-4A3A-B114-1C876418236C}" destId="{FA06092A-8E24-4F60-8ACC-9C3A7CEF84FD}" srcOrd="0" destOrd="0" presId="urn:microsoft.com/office/officeart/2005/8/layout/orgChart1"/>
    <dgm:cxn modelId="{9041B917-BD52-4AAE-AE14-B2D129ED6098}" type="presOf" srcId="{0C818744-835C-4D3B-8496-10B49CFE9AAC}" destId="{2C4DEC8E-BE95-4F8C-9293-5D8BFD9CFE41}" srcOrd="1" destOrd="0" presId="urn:microsoft.com/office/officeart/2005/8/layout/orgChart1"/>
    <dgm:cxn modelId="{EF604621-73CA-41B0-84C3-15A567A8014C}" type="presOf" srcId="{A9505621-D2E8-415F-AE99-95632705009D}" destId="{E30F3E42-14B2-40EB-976C-5674B5E92104}" srcOrd="1" destOrd="0" presId="urn:microsoft.com/office/officeart/2005/8/layout/orgChart1"/>
    <dgm:cxn modelId="{6071CA29-085E-450E-81E6-511A118135AA}" type="presOf" srcId="{0587D2B3-D87B-4F1F-996B-E27DFE2D463A}" destId="{48F8F8CE-036D-4ACB-AF68-FED715FCA776}" srcOrd="1" destOrd="0" presId="urn:microsoft.com/office/officeart/2005/8/layout/orgChart1"/>
    <dgm:cxn modelId="{C4CF0833-3D4F-4D1D-B354-FE14C3696BF3}" type="presOf" srcId="{18392BD7-5F52-4F17-99AC-CE70ED7012B0}" destId="{2D64C113-36CE-42F7-B982-DBFE4528A739}" srcOrd="0" destOrd="0" presId="urn:microsoft.com/office/officeart/2005/8/layout/orgChart1"/>
    <dgm:cxn modelId="{9C56BD35-1C86-4765-93DE-8B3D6B57D26D}" type="presOf" srcId="{2AE90E9D-A8A4-4CE5-AC86-7695C1927691}" destId="{1BFC4F09-382F-4B3F-B2FB-10FF7B3B518D}" srcOrd="1" destOrd="0" presId="urn:microsoft.com/office/officeart/2005/8/layout/orgChart1"/>
    <dgm:cxn modelId="{4E7E183D-63B2-4ED9-9318-71F3A4650B6E}" srcId="{2AE90E9D-A8A4-4CE5-AC86-7695C1927691}" destId="{902CD2C5-3258-4A6F-8B2B-DB764CA26982}" srcOrd="3" destOrd="0" parTransId="{488EB656-87E1-44A9-A5BA-F1DDED418690}" sibTransId="{21E35190-3D6A-4D48-A855-DD40586416C3}"/>
    <dgm:cxn modelId="{55CC023F-9A45-4A74-95E2-2A6210D082BE}" type="presOf" srcId="{FEFE1A7A-1623-4519-94BA-7ED787AA71BA}" destId="{D73FD78C-D1AD-47BB-A97D-D75F3141BF68}" srcOrd="0" destOrd="0" presId="urn:microsoft.com/office/officeart/2005/8/layout/orgChart1"/>
    <dgm:cxn modelId="{C09D2A40-CA5C-4A45-9261-18DCBB47F212}" type="presOf" srcId="{4126455D-66A8-4A3A-B114-1C876418236C}" destId="{5AB7A8CB-336A-4774-950E-B8AD77E9B25F}" srcOrd="1" destOrd="0" presId="urn:microsoft.com/office/officeart/2005/8/layout/orgChart1"/>
    <dgm:cxn modelId="{D0FD295B-C958-4688-8590-8A4732911528}" type="presOf" srcId="{0C818744-835C-4D3B-8496-10B49CFE9AAC}" destId="{96F55B4F-1C6E-494B-8970-40484061868F}" srcOrd="0" destOrd="0" presId="urn:microsoft.com/office/officeart/2005/8/layout/orgChart1"/>
    <dgm:cxn modelId="{25D45C60-69D6-4ED0-AACD-0A5429D85429}" type="presOf" srcId="{A9505621-D2E8-415F-AE99-95632705009D}" destId="{911EBBD1-B5EC-4222-9FD9-F5AC8645C846}" srcOrd="0" destOrd="0" presId="urn:microsoft.com/office/officeart/2005/8/layout/orgChart1"/>
    <dgm:cxn modelId="{9ABD9D60-B2B9-4C31-BDD8-3E383BDD25E2}" srcId="{2C8E1146-923B-4A81-B297-7FB77B38B20E}" destId="{1E1D942F-B97A-4F2B-AF7B-6D5CA478CA87}" srcOrd="2" destOrd="0" parTransId="{A1D0DAF4-3328-4975-8E52-D162BC055B11}" sibTransId="{5BA28F13-9BE0-4AD1-BDB3-E54B1681018B}"/>
    <dgm:cxn modelId="{294D3462-79E0-40AA-8921-C340A1CD977F}" srcId="{2AE90E9D-A8A4-4CE5-AC86-7695C1927691}" destId="{4126455D-66A8-4A3A-B114-1C876418236C}" srcOrd="0" destOrd="0" parTransId="{223CF003-1842-4AE5-963D-AB8F89B64D6D}" sibTransId="{BE3FE8F7-62A4-47B3-803F-EC77968901D3}"/>
    <dgm:cxn modelId="{0ED59742-BF07-468F-887A-7E8BC50679DC}" type="presOf" srcId="{6F141CB4-FDB5-4E8D-92FF-D1A466E34E7F}" destId="{2649761D-8A70-47B3-8D22-C0DBBF523542}" srcOrd="1" destOrd="0" presId="urn:microsoft.com/office/officeart/2005/8/layout/orgChart1"/>
    <dgm:cxn modelId="{83419568-73ED-4F83-93FB-E2C434AE56B1}" type="presOf" srcId="{B31964A0-327E-468B-9E24-F228DB9C8604}" destId="{9C136DEC-116F-450F-B115-5F879E31DD7B}" srcOrd="0" destOrd="0" presId="urn:microsoft.com/office/officeart/2005/8/layout/orgChart1"/>
    <dgm:cxn modelId="{7A28AB4A-FB76-48A3-8A0F-191CABC79A54}" srcId="{0C818744-835C-4D3B-8496-10B49CFE9AAC}" destId="{A9505621-D2E8-415F-AE99-95632705009D}" srcOrd="0" destOrd="0" parTransId="{BA9013AB-85C2-40EB-A971-607F6FA4C559}" sibTransId="{5A31EBA8-9AE1-4165-949A-918868E3499A}"/>
    <dgm:cxn modelId="{1DAC1E54-11A1-46DC-9656-8C165AAB4192}" type="presOf" srcId="{2C8E1146-923B-4A81-B297-7FB77B38B20E}" destId="{34E5B2E8-8DAC-4E51-AFEA-EF8D1E8337FE}" srcOrd="1" destOrd="0" presId="urn:microsoft.com/office/officeart/2005/8/layout/orgChart1"/>
    <dgm:cxn modelId="{81B80358-61B8-465B-99F7-E31303619250}" type="presOf" srcId="{2AE90E9D-A8A4-4CE5-AC86-7695C1927691}" destId="{2C32B819-3694-4FA2-A92D-273F91AA5D98}" srcOrd="0" destOrd="0" presId="urn:microsoft.com/office/officeart/2005/8/layout/orgChart1"/>
    <dgm:cxn modelId="{40849D58-9624-467D-A780-317370C20E34}" type="presOf" srcId="{A1D0DAF4-3328-4975-8E52-D162BC055B11}" destId="{75925899-BF97-4D73-8E61-C1D910BF4300}" srcOrd="0" destOrd="0" presId="urn:microsoft.com/office/officeart/2005/8/layout/orgChart1"/>
    <dgm:cxn modelId="{9CC7455A-F122-4FBF-9015-0CC4C75A30CB}" type="presOf" srcId="{7D4734E9-167E-450F-AC8B-B68D7885108C}" destId="{87A75A74-EF70-49AD-994A-CB1EF6AB2B55}" srcOrd="0" destOrd="0" presId="urn:microsoft.com/office/officeart/2005/8/layout/orgChart1"/>
    <dgm:cxn modelId="{BC79AC5A-F072-4D57-BFE0-C8DEA5C5AC2C}" type="presOf" srcId="{6F141CB4-FDB5-4E8D-92FF-D1A466E34E7F}" destId="{C12CBE26-52C5-4FBB-901A-886D2E575D55}" srcOrd="0" destOrd="0" presId="urn:microsoft.com/office/officeart/2005/8/layout/orgChart1"/>
    <dgm:cxn modelId="{D41EDA82-F0E0-463A-BC23-ADF7C13530E1}" type="presOf" srcId="{FEFE1A7A-1623-4519-94BA-7ED787AA71BA}" destId="{5ABC49F8-F93E-4272-9603-D9F0FB453782}" srcOrd="1" destOrd="0" presId="urn:microsoft.com/office/officeart/2005/8/layout/orgChart1"/>
    <dgm:cxn modelId="{BC25A184-642E-4E10-84DE-378FDC33B798}" srcId="{59D47DF6-C6F5-4331-A9D6-9243B9A05E91}" destId="{7D4734E9-167E-450F-AC8B-B68D7885108C}" srcOrd="2" destOrd="0" parTransId="{C21BBC45-8BEC-4E80-A9D1-461D8B0B7B8B}" sibTransId="{F1FDD440-E77E-4F68-A935-59D07ED263EA}"/>
    <dgm:cxn modelId="{71853186-B624-4368-8C05-CB9E886853A3}" type="presOf" srcId="{7D4734E9-167E-450F-AC8B-B68D7885108C}" destId="{755212D4-F768-49DE-9A62-6E3E15CF200E}" srcOrd="1" destOrd="0" presId="urn:microsoft.com/office/officeart/2005/8/layout/orgChart1"/>
    <dgm:cxn modelId="{B4E73389-D15C-40F6-8709-4BB649E7D210}" type="presOf" srcId="{59D47DF6-C6F5-4331-A9D6-9243B9A05E91}" destId="{E2CDBFF1-F9F5-4AC4-9F49-8B35A57C01EA}" srcOrd="1" destOrd="0" presId="urn:microsoft.com/office/officeart/2005/8/layout/orgChart1"/>
    <dgm:cxn modelId="{FE8E6A8A-C160-4295-AAC1-D4CC1971C632}" type="presOf" srcId="{902CD2C5-3258-4A6F-8B2B-DB764CA26982}" destId="{4FBF5D52-9999-44AF-AD11-57A614788F09}" srcOrd="0" destOrd="0" presId="urn:microsoft.com/office/officeart/2005/8/layout/orgChart1"/>
    <dgm:cxn modelId="{39E5DE8D-EABA-47CF-B718-856A1A1DA6DD}" srcId="{2C8E1146-923B-4A81-B297-7FB77B38B20E}" destId="{0C818744-835C-4D3B-8496-10B49CFE9AAC}" srcOrd="0" destOrd="0" parTransId="{5FF61D1B-DB84-4CC0-BDC1-1E1160D6645C}" sibTransId="{A13B1FE4-916A-4DB0-AE26-5F2AFCFA9093}"/>
    <dgm:cxn modelId="{F315BB9C-3878-411D-8A18-0D209FA6A5AA}" srcId="{2AE90E9D-A8A4-4CE5-AC86-7695C1927691}" destId="{2C8E1146-923B-4A81-B297-7FB77B38B20E}" srcOrd="1" destOrd="0" parTransId="{9E3876EC-D92B-4E23-BC31-9280422A507E}" sibTransId="{2F1F2F9A-6AED-4735-99FC-4A7A8E41319C}"/>
    <dgm:cxn modelId="{955B5EAC-81AD-4248-ACA0-B1D9BFBCD474}" type="presOf" srcId="{D307D648-693A-4E3D-9E73-D988DEE48524}" destId="{60C97CEA-FDC9-48E0-A690-87FF64455072}" srcOrd="0" destOrd="0" presId="urn:microsoft.com/office/officeart/2005/8/layout/orgChart1"/>
    <dgm:cxn modelId="{563789AD-4BC6-4D8F-915A-BB66918716CA}" type="presOf" srcId="{1E1D942F-B97A-4F2B-AF7B-6D5CA478CA87}" destId="{B3541C59-E1DC-45EE-884A-74C55750A6DC}" srcOrd="1" destOrd="0" presId="urn:microsoft.com/office/officeart/2005/8/layout/orgChart1"/>
    <dgm:cxn modelId="{5FFA62B1-6873-481C-A3C7-2D11BCFC6FE4}" type="presOf" srcId="{BA9013AB-85C2-40EB-A971-607F6FA4C559}" destId="{CE0ADE5A-03F2-4E0E-83C6-792162DEA48A}" srcOrd="0" destOrd="0" presId="urn:microsoft.com/office/officeart/2005/8/layout/orgChart1"/>
    <dgm:cxn modelId="{DA6051B1-00A3-443C-8283-96C307037817}" type="presOf" srcId="{1E1D942F-B97A-4F2B-AF7B-6D5CA478CA87}" destId="{5B2668CA-C908-4EE1-9DDE-A7D834962123}" srcOrd="0" destOrd="0" presId="urn:microsoft.com/office/officeart/2005/8/layout/orgChart1"/>
    <dgm:cxn modelId="{5AEADEB1-34A4-48FC-82BD-F2EE53B65B75}" type="presOf" srcId="{223CF003-1842-4AE5-963D-AB8F89B64D6D}" destId="{EC35B80E-E06B-41B0-B4C9-B7BC9AF3510E}" srcOrd="0" destOrd="0" presId="urn:microsoft.com/office/officeart/2005/8/layout/orgChart1"/>
    <dgm:cxn modelId="{1642F2B3-FED3-4039-9E3D-11F6378A69FA}" srcId="{59D47DF6-C6F5-4331-A9D6-9243B9A05E91}" destId="{FEFE1A7A-1623-4519-94BA-7ED787AA71BA}" srcOrd="1" destOrd="0" parTransId="{87622A10-63B0-4074-85F8-41DEA62323AB}" sibTransId="{367AF402-37EE-4DB3-B839-B4D43396A8F6}"/>
    <dgm:cxn modelId="{AB43DCC3-71B1-4831-AE61-531AA2E3BFF9}" type="presOf" srcId="{BFCC03B6-31CF-4A34-A65F-E5CDF6C80D09}" destId="{ABFC3CB7-11BC-4852-BB94-ED3BD36C03F2}" srcOrd="0" destOrd="0" presId="urn:microsoft.com/office/officeart/2005/8/layout/orgChart1"/>
    <dgm:cxn modelId="{19FD20E0-DD14-4882-B138-D10106CE34B3}" type="presOf" srcId="{0587D2B3-D87B-4F1F-996B-E27DFE2D463A}" destId="{365D3FEB-BA3B-49B1-91C7-FCF207881AC3}" srcOrd="0" destOrd="0" presId="urn:microsoft.com/office/officeart/2005/8/layout/orgChart1"/>
    <dgm:cxn modelId="{AFE6EEE3-7415-4CD7-BE1A-E2BBB2A7D6A5}" srcId="{59D47DF6-C6F5-4331-A9D6-9243B9A05E91}" destId="{6F141CB4-FDB5-4E8D-92FF-D1A466E34E7F}" srcOrd="0" destOrd="0" parTransId="{BFCC03B6-31CF-4A34-A65F-E5CDF6C80D09}" sibTransId="{63E85313-DE84-41D8-9C70-9101049F24FF}"/>
    <dgm:cxn modelId="{1D7FD3E4-8F0D-4FC7-A5A8-003BD0458957}" srcId="{2AE90E9D-A8A4-4CE5-AC86-7695C1927691}" destId="{59D47DF6-C6F5-4331-A9D6-9243B9A05E91}" srcOrd="2" destOrd="0" parTransId="{D307D648-693A-4E3D-9E73-D988DEE48524}" sibTransId="{CB0B2492-DDF4-4858-9B16-227843DF43B1}"/>
    <dgm:cxn modelId="{E4EAB9EB-0B42-4557-87B3-41B7992A4D8C}" srcId="{18392BD7-5F52-4F17-99AC-CE70ED7012B0}" destId="{2AE90E9D-A8A4-4CE5-AC86-7695C1927691}" srcOrd="0" destOrd="0" parTransId="{5F33D8B2-47D3-41B6-8710-49011DBE0D27}" sibTransId="{24878E4B-DFEB-4BA4-A1EE-846B8B9A8041}"/>
    <dgm:cxn modelId="{9DEE63ED-33E1-4A25-A8A7-323C455D34D4}" type="presOf" srcId="{C21BBC45-8BEC-4E80-A9D1-461D8B0B7B8B}" destId="{42CFD77F-39E9-4658-AA2B-67C14CD29D9A}" srcOrd="0" destOrd="0" presId="urn:microsoft.com/office/officeart/2005/8/layout/orgChart1"/>
    <dgm:cxn modelId="{284072F1-C0DD-452D-A670-06BC97B6F698}" type="presOf" srcId="{59D47DF6-C6F5-4331-A9D6-9243B9A05E91}" destId="{7CC14C65-A95C-4618-8B25-A79A993F287C}" srcOrd="0" destOrd="0" presId="urn:microsoft.com/office/officeart/2005/8/layout/orgChart1"/>
    <dgm:cxn modelId="{55B2C7F2-E625-4AB9-AD6F-145E3876E542}" type="presOf" srcId="{488EB656-87E1-44A9-A5BA-F1DDED418690}" destId="{EFE0801D-4316-4453-9FC1-C8BFA12D618A}" srcOrd="0" destOrd="0" presId="urn:microsoft.com/office/officeart/2005/8/layout/orgChart1"/>
    <dgm:cxn modelId="{D69F5AF4-20B3-4A27-A632-D2942F566154}" type="presOf" srcId="{2C8E1146-923B-4A81-B297-7FB77B38B20E}" destId="{9187D5C8-2F03-4AED-AD41-03FDF38647DE}" srcOrd="0" destOrd="0" presId="urn:microsoft.com/office/officeart/2005/8/layout/orgChart1"/>
    <dgm:cxn modelId="{B1D08BFB-5C71-4E10-9D93-BCB5CA3FE085}" srcId="{2C8E1146-923B-4A81-B297-7FB77B38B20E}" destId="{0587D2B3-D87B-4F1F-996B-E27DFE2D463A}" srcOrd="1" destOrd="0" parTransId="{B31964A0-327E-468B-9E24-F228DB9C8604}" sibTransId="{55B34304-664E-4876-BA53-789C4F69ABD8}"/>
    <dgm:cxn modelId="{C37569FC-DD1B-4CFB-9946-8217F392240D}" type="presOf" srcId="{9E3876EC-D92B-4E23-BC31-9280422A507E}" destId="{F14F4CD5-B8DA-4656-80F8-BCEEA60DEE55}" srcOrd="0" destOrd="0" presId="urn:microsoft.com/office/officeart/2005/8/layout/orgChart1"/>
    <dgm:cxn modelId="{9AEBA9FF-1DA1-42EE-B528-30FCF14188BE}" type="presOf" srcId="{902CD2C5-3258-4A6F-8B2B-DB764CA26982}" destId="{46869C4C-2002-448C-929D-8334620F7960}" srcOrd="1" destOrd="0" presId="urn:microsoft.com/office/officeart/2005/8/layout/orgChart1"/>
    <dgm:cxn modelId="{682940F7-FE96-4D6D-A5E7-687AE0268943}" type="presParOf" srcId="{2D64C113-36CE-42F7-B982-DBFE4528A739}" destId="{55107430-E471-4509-B37C-1403C0A91821}" srcOrd="0" destOrd="0" presId="urn:microsoft.com/office/officeart/2005/8/layout/orgChart1"/>
    <dgm:cxn modelId="{3EDAB2BB-26E5-4176-9AF2-988C1E2BB09A}" type="presParOf" srcId="{55107430-E471-4509-B37C-1403C0A91821}" destId="{5C2E625B-1412-421C-9B72-DDC82D18FF52}" srcOrd="0" destOrd="0" presId="urn:microsoft.com/office/officeart/2005/8/layout/orgChart1"/>
    <dgm:cxn modelId="{68FDF621-19A4-4CDF-A64F-96C134A860F8}" type="presParOf" srcId="{5C2E625B-1412-421C-9B72-DDC82D18FF52}" destId="{2C32B819-3694-4FA2-A92D-273F91AA5D98}" srcOrd="0" destOrd="0" presId="urn:microsoft.com/office/officeart/2005/8/layout/orgChart1"/>
    <dgm:cxn modelId="{7A15EA0F-3C9C-4902-BDB3-7E3C784B68DB}" type="presParOf" srcId="{5C2E625B-1412-421C-9B72-DDC82D18FF52}" destId="{1BFC4F09-382F-4B3F-B2FB-10FF7B3B518D}" srcOrd="1" destOrd="0" presId="urn:microsoft.com/office/officeart/2005/8/layout/orgChart1"/>
    <dgm:cxn modelId="{23435E1B-CEB8-44AF-987D-6BA0E5A4E05D}" type="presParOf" srcId="{55107430-E471-4509-B37C-1403C0A91821}" destId="{706BAFD5-05A7-4BCF-91FE-EBAACB7439C2}" srcOrd="1" destOrd="0" presId="urn:microsoft.com/office/officeart/2005/8/layout/orgChart1"/>
    <dgm:cxn modelId="{C8690EEE-5DD4-41B7-976E-017343FB8A5D}" type="presParOf" srcId="{706BAFD5-05A7-4BCF-91FE-EBAACB7439C2}" destId="{F14F4CD5-B8DA-4656-80F8-BCEEA60DEE55}" srcOrd="0" destOrd="0" presId="urn:microsoft.com/office/officeart/2005/8/layout/orgChart1"/>
    <dgm:cxn modelId="{1988D86D-F771-4936-8128-3B49DE065929}" type="presParOf" srcId="{706BAFD5-05A7-4BCF-91FE-EBAACB7439C2}" destId="{90A40707-33DB-4E18-B6A2-FACF3631F34F}" srcOrd="1" destOrd="0" presId="urn:microsoft.com/office/officeart/2005/8/layout/orgChart1"/>
    <dgm:cxn modelId="{D30284C4-E681-41F2-A4C8-30CDA2FACF35}" type="presParOf" srcId="{90A40707-33DB-4E18-B6A2-FACF3631F34F}" destId="{314BBC99-656C-43C4-A82F-1A7BD6F4E362}" srcOrd="0" destOrd="0" presId="urn:microsoft.com/office/officeart/2005/8/layout/orgChart1"/>
    <dgm:cxn modelId="{8C278B9A-D4DE-4B90-8A2C-54934BEBAECB}" type="presParOf" srcId="{314BBC99-656C-43C4-A82F-1A7BD6F4E362}" destId="{9187D5C8-2F03-4AED-AD41-03FDF38647DE}" srcOrd="0" destOrd="0" presId="urn:microsoft.com/office/officeart/2005/8/layout/orgChart1"/>
    <dgm:cxn modelId="{AD291675-D7A8-4AB6-9677-EA1C7BE0529E}" type="presParOf" srcId="{314BBC99-656C-43C4-A82F-1A7BD6F4E362}" destId="{34E5B2E8-8DAC-4E51-AFEA-EF8D1E8337FE}" srcOrd="1" destOrd="0" presId="urn:microsoft.com/office/officeart/2005/8/layout/orgChart1"/>
    <dgm:cxn modelId="{A32E1018-E496-45C9-A14B-FB2500F9CD31}" type="presParOf" srcId="{90A40707-33DB-4E18-B6A2-FACF3631F34F}" destId="{71EEBF6F-01E9-4D62-9270-524E5360E61D}" srcOrd="1" destOrd="0" presId="urn:microsoft.com/office/officeart/2005/8/layout/orgChart1"/>
    <dgm:cxn modelId="{5A6384EE-AD70-4CE6-B724-842C0F3B60EE}" type="presParOf" srcId="{71EEBF6F-01E9-4D62-9270-524E5360E61D}" destId="{E54508FD-BC83-4A55-99A2-4F2D99AE0043}" srcOrd="0" destOrd="0" presId="urn:microsoft.com/office/officeart/2005/8/layout/orgChart1"/>
    <dgm:cxn modelId="{2844B495-E1CE-4FC3-9AAF-C8C8E218B817}" type="presParOf" srcId="{71EEBF6F-01E9-4D62-9270-524E5360E61D}" destId="{AA032B9F-2126-46E8-BCAE-F236076408E7}" srcOrd="1" destOrd="0" presId="urn:microsoft.com/office/officeart/2005/8/layout/orgChart1"/>
    <dgm:cxn modelId="{037EAFCD-36A2-4681-BB0B-64FA237B9E32}" type="presParOf" srcId="{AA032B9F-2126-46E8-BCAE-F236076408E7}" destId="{F14C35B1-49FA-4317-89CC-1BA0D03EC9BC}" srcOrd="0" destOrd="0" presId="urn:microsoft.com/office/officeart/2005/8/layout/orgChart1"/>
    <dgm:cxn modelId="{DF4F875B-D9B4-4FF7-A798-5F40A7B44434}" type="presParOf" srcId="{F14C35B1-49FA-4317-89CC-1BA0D03EC9BC}" destId="{96F55B4F-1C6E-494B-8970-40484061868F}" srcOrd="0" destOrd="0" presId="urn:microsoft.com/office/officeart/2005/8/layout/orgChart1"/>
    <dgm:cxn modelId="{6B183766-EAFF-4772-8335-1FD9A1D6A07B}" type="presParOf" srcId="{F14C35B1-49FA-4317-89CC-1BA0D03EC9BC}" destId="{2C4DEC8E-BE95-4F8C-9293-5D8BFD9CFE41}" srcOrd="1" destOrd="0" presId="urn:microsoft.com/office/officeart/2005/8/layout/orgChart1"/>
    <dgm:cxn modelId="{233591B8-761E-4573-A99E-FC8A618B2373}" type="presParOf" srcId="{AA032B9F-2126-46E8-BCAE-F236076408E7}" destId="{84F7A835-3E34-47BB-8C28-B651B122BD65}" srcOrd="1" destOrd="0" presId="urn:microsoft.com/office/officeart/2005/8/layout/orgChart1"/>
    <dgm:cxn modelId="{A0904569-720E-468A-A7C1-A9C6C8F6F406}" type="presParOf" srcId="{84F7A835-3E34-47BB-8C28-B651B122BD65}" destId="{CE0ADE5A-03F2-4E0E-83C6-792162DEA48A}" srcOrd="0" destOrd="0" presId="urn:microsoft.com/office/officeart/2005/8/layout/orgChart1"/>
    <dgm:cxn modelId="{D367C6D4-C96D-4F56-B7EE-95C26E81E3EC}" type="presParOf" srcId="{84F7A835-3E34-47BB-8C28-B651B122BD65}" destId="{85082222-E129-4A38-B21A-B4128AB7B159}" srcOrd="1" destOrd="0" presId="urn:microsoft.com/office/officeart/2005/8/layout/orgChart1"/>
    <dgm:cxn modelId="{93179F1D-6D0E-4467-A22A-A580EA4C67F9}" type="presParOf" srcId="{85082222-E129-4A38-B21A-B4128AB7B159}" destId="{7CC5A920-2F79-47C3-9BA3-0EB9FF407BBF}" srcOrd="0" destOrd="0" presId="urn:microsoft.com/office/officeart/2005/8/layout/orgChart1"/>
    <dgm:cxn modelId="{DC7C4BF5-01DD-44D3-9107-AE1818CD270E}" type="presParOf" srcId="{7CC5A920-2F79-47C3-9BA3-0EB9FF407BBF}" destId="{911EBBD1-B5EC-4222-9FD9-F5AC8645C846}" srcOrd="0" destOrd="0" presId="urn:microsoft.com/office/officeart/2005/8/layout/orgChart1"/>
    <dgm:cxn modelId="{5932DF6D-7BA9-4037-8888-5EE246CCA8E1}" type="presParOf" srcId="{7CC5A920-2F79-47C3-9BA3-0EB9FF407BBF}" destId="{E30F3E42-14B2-40EB-976C-5674B5E92104}" srcOrd="1" destOrd="0" presId="urn:microsoft.com/office/officeart/2005/8/layout/orgChart1"/>
    <dgm:cxn modelId="{3E2BFA72-C42B-4033-80C4-033C5422E4F7}" type="presParOf" srcId="{85082222-E129-4A38-B21A-B4128AB7B159}" destId="{99D07000-8B19-4C7F-A70A-1843F80EE3A0}" srcOrd="1" destOrd="0" presId="urn:microsoft.com/office/officeart/2005/8/layout/orgChart1"/>
    <dgm:cxn modelId="{767DA71E-1893-49A3-8481-00E594A62BB4}" type="presParOf" srcId="{85082222-E129-4A38-B21A-B4128AB7B159}" destId="{56C2D53C-B0F3-433D-9990-89492942CCAA}" srcOrd="2" destOrd="0" presId="urn:microsoft.com/office/officeart/2005/8/layout/orgChart1"/>
    <dgm:cxn modelId="{2A21C5CF-6A53-41C8-BE9E-299363F62501}" type="presParOf" srcId="{AA032B9F-2126-46E8-BCAE-F236076408E7}" destId="{32404599-A647-4888-8C5D-535A614C76C3}" srcOrd="2" destOrd="0" presId="urn:microsoft.com/office/officeart/2005/8/layout/orgChart1"/>
    <dgm:cxn modelId="{C28E1AAC-05D8-45BC-AB47-D6E510850B04}" type="presParOf" srcId="{71EEBF6F-01E9-4D62-9270-524E5360E61D}" destId="{9C136DEC-116F-450F-B115-5F879E31DD7B}" srcOrd="2" destOrd="0" presId="urn:microsoft.com/office/officeart/2005/8/layout/orgChart1"/>
    <dgm:cxn modelId="{F65DAB8D-8D97-4B36-8A70-B3FDFB6DD36D}" type="presParOf" srcId="{71EEBF6F-01E9-4D62-9270-524E5360E61D}" destId="{51CDE5C0-E0C0-4C2B-81A4-50615E222E13}" srcOrd="3" destOrd="0" presId="urn:microsoft.com/office/officeart/2005/8/layout/orgChart1"/>
    <dgm:cxn modelId="{85FCB837-1100-46E3-8F21-DFDCD7814EAF}" type="presParOf" srcId="{51CDE5C0-E0C0-4C2B-81A4-50615E222E13}" destId="{7F62B379-BE64-483A-8751-0FE33C78C966}" srcOrd="0" destOrd="0" presId="urn:microsoft.com/office/officeart/2005/8/layout/orgChart1"/>
    <dgm:cxn modelId="{879706A0-79FA-4ECF-9A09-B6A96BB2C4C8}" type="presParOf" srcId="{7F62B379-BE64-483A-8751-0FE33C78C966}" destId="{365D3FEB-BA3B-49B1-91C7-FCF207881AC3}" srcOrd="0" destOrd="0" presId="urn:microsoft.com/office/officeart/2005/8/layout/orgChart1"/>
    <dgm:cxn modelId="{F1D25C42-4130-4016-AA1E-CF43F7BD0802}" type="presParOf" srcId="{7F62B379-BE64-483A-8751-0FE33C78C966}" destId="{48F8F8CE-036D-4ACB-AF68-FED715FCA776}" srcOrd="1" destOrd="0" presId="urn:microsoft.com/office/officeart/2005/8/layout/orgChart1"/>
    <dgm:cxn modelId="{6DEB7242-937E-4D13-86C9-2B7D86820C98}" type="presParOf" srcId="{51CDE5C0-E0C0-4C2B-81A4-50615E222E13}" destId="{BE40AFD6-361E-4F05-851B-E9857F699147}" srcOrd="1" destOrd="0" presId="urn:microsoft.com/office/officeart/2005/8/layout/orgChart1"/>
    <dgm:cxn modelId="{A8C581EE-BA46-4E34-8BF8-A207A5A062C4}" type="presParOf" srcId="{51CDE5C0-E0C0-4C2B-81A4-50615E222E13}" destId="{8A7677A5-0D94-4D3A-88D0-8E2A1711C384}" srcOrd="2" destOrd="0" presId="urn:microsoft.com/office/officeart/2005/8/layout/orgChart1"/>
    <dgm:cxn modelId="{BAD81EF1-A0C5-4129-844F-47678C383BB0}" type="presParOf" srcId="{71EEBF6F-01E9-4D62-9270-524E5360E61D}" destId="{75925899-BF97-4D73-8E61-C1D910BF4300}" srcOrd="4" destOrd="0" presId="urn:microsoft.com/office/officeart/2005/8/layout/orgChart1"/>
    <dgm:cxn modelId="{5E91CC42-F2F3-4F3F-9B70-18BDF6D82D75}" type="presParOf" srcId="{71EEBF6F-01E9-4D62-9270-524E5360E61D}" destId="{F1DB3453-4F8B-43A6-8463-3E85FE7BC98F}" srcOrd="5" destOrd="0" presId="urn:microsoft.com/office/officeart/2005/8/layout/orgChart1"/>
    <dgm:cxn modelId="{7174C133-C533-4DC4-AAA0-B78092CDA315}" type="presParOf" srcId="{F1DB3453-4F8B-43A6-8463-3E85FE7BC98F}" destId="{26C98966-E447-443F-9002-D6F2850AEC83}" srcOrd="0" destOrd="0" presId="urn:microsoft.com/office/officeart/2005/8/layout/orgChart1"/>
    <dgm:cxn modelId="{7D6A5097-E52D-44E6-BECA-24096D7C29B2}" type="presParOf" srcId="{26C98966-E447-443F-9002-D6F2850AEC83}" destId="{5B2668CA-C908-4EE1-9DDE-A7D834962123}" srcOrd="0" destOrd="0" presId="urn:microsoft.com/office/officeart/2005/8/layout/orgChart1"/>
    <dgm:cxn modelId="{C520CE0D-0E63-480B-9458-80D2F8A17F7D}" type="presParOf" srcId="{26C98966-E447-443F-9002-D6F2850AEC83}" destId="{B3541C59-E1DC-45EE-884A-74C55750A6DC}" srcOrd="1" destOrd="0" presId="urn:microsoft.com/office/officeart/2005/8/layout/orgChart1"/>
    <dgm:cxn modelId="{658D2CF4-EA32-42C4-939B-0EC58283AF8B}" type="presParOf" srcId="{F1DB3453-4F8B-43A6-8463-3E85FE7BC98F}" destId="{A28B8BBE-9763-47F6-82B3-689B831DFE71}" srcOrd="1" destOrd="0" presId="urn:microsoft.com/office/officeart/2005/8/layout/orgChart1"/>
    <dgm:cxn modelId="{7D7AC16C-22E6-412C-928C-130D0BA13EB3}" type="presParOf" srcId="{F1DB3453-4F8B-43A6-8463-3E85FE7BC98F}" destId="{58D017D9-A3F2-4676-817A-8539CD458EF6}" srcOrd="2" destOrd="0" presId="urn:microsoft.com/office/officeart/2005/8/layout/orgChart1"/>
    <dgm:cxn modelId="{C54E891C-0995-4BD5-909F-BC1D0D3DE017}" type="presParOf" srcId="{90A40707-33DB-4E18-B6A2-FACF3631F34F}" destId="{439B234D-D00C-4F27-88FE-470C2F8986E8}" srcOrd="2" destOrd="0" presId="urn:microsoft.com/office/officeart/2005/8/layout/orgChart1"/>
    <dgm:cxn modelId="{4FF8DB2D-5763-4552-ACA9-55F57046524C}" type="presParOf" srcId="{706BAFD5-05A7-4BCF-91FE-EBAACB7439C2}" destId="{60C97CEA-FDC9-48E0-A690-87FF64455072}" srcOrd="2" destOrd="0" presId="urn:microsoft.com/office/officeart/2005/8/layout/orgChart1"/>
    <dgm:cxn modelId="{115DC8C3-8296-493F-939F-D461316E6E45}" type="presParOf" srcId="{706BAFD5-05A7-4BCF-91FE-EBAACB7439C2}" destId="{6BEE6D03-01DF-4A61-948C-E72358396BCB}" srcOrd="3" destOrd="0" presId="urn:microsoft.com/office/officeart/2005/8/layout/orgChart1"/>
    <dgm:cxn modelId="{6CA2D59A-FC8B-4BD7-9A5B-4A18BE5AAB43}" type="presParOf" srcId="{6BEE6D03-01DF-4A61-948C-E72358396BCB}" destId="{89F63273-539E-4B8F-B559-81EE1B78847C}" srcOrd="0" destOrd="0" presId="urn:microsoft.com/office/officeart/2005/8/layout/orgChart1"/>
    <dgm:cxn modelId="{E737FBB8-76CC-4C21-B77B-AED5D191C02A}" type="presParOf" srcId="{89F63273-539E-4B8F-B559-81EE1B78847C}" destId="{7CC14C65-A95C-4618-8B25-A79A993F287C}" srcOrd="0" destOrd="0" presId="urn:microsoft.com/office/officeart/2005/8/layout/orgChart1"/>
    <dgm:cxn modelId="{E272DF90-553B-4043-AADC-54227E5E0EFC}" type="presParOf" srcId="{89F63273-539E-4B8F-B559-81EE1B78847C}" destId="{E2CDBFF1-F9F5-4AC4-9F49-8B35A57C01EA}" srcOrd="1" destOrd="0" presId="urn:microsoft.com/office/officeart/2005/8/layout/orgChart1"/>
    <dgm:cxn modelId="{9EC01BED-7A1D-4A24-B2F6-B8608E653D86}" type="presParOf" srcId="{6BEE6D03-01DF-4A61-948C-E72358396BCB}" destId="{C24566B8-D6BC-46A8-82A0-E0BB1222234A}" srcOrd="1" destOrd="0" presId="urn:microsoft.com/office/officeart/2005/8/layout/orgChart1"/>
    <dgm:cxn modelId="{6AE6E470-C35C-429F-A6B5-2532DD0AAD1E}" type="presParOf" srcId="{C24566B8-D6BC-46A8-82A0-E0BB1222234A}" destId="{ABFC3CB7-11BC-4852-BB94-ED3BD36C03F2}" srcOrd="0" destOrd="0" presId="urn:microsoft.com/office/officeart/2005/8/layout/orgChart1"/>
    <dgm:cxn modelId="{A3860B77-C721-4A71-9EE0-7D8E5B74EDA1}" type="presParOf" srcId="{C24566B8-D6BC-46A8-82A0-E0BB1222234A}" destId="{BF3756C7-F092-48D6-9D59-F63BD1116BE7}" srcOrd="1" destOrd="0" presId="urn:microsoft.com/office/officeart/2005/8/layout/orgChart1"/>
    <dgm:cxn modelId="{7BA8227C-0B1E-4041-8B0C-91037A0396F4}" type="presParOf" srcId="{BF3756C7-F092-48D6-9D59-F63BD1116BE7}" destId="{85C03DFF-89CC-4BE6-B2DD-85DFB18CEB84}" srcOrd="0" destOrd="0" presId="urn:microsoft.com/office/officeart/2005/8/layout/orgChart1"/>
    <dgm:cxn modelId="{60FD4382-3212-4096-A1F1-5ACF99B45FBC}" type="presParOf" srcId="{85C03DFF-89CC-4BE6-B2DD-85DFB18CEB84}" destId="{C12CBE26-52C5-4FBB-901A-886D2E575D55}" srcOrd="0" destOrd="0" presId="urn:microsoft.com/office/officeart/2005/8/layout/orgChart1"/>
    <dgm:cxn modelId="{043E520D-84BF-409C-A461-B27A92C8F2ED}" type="presParOf" srcId="{85C03DFF-89CC-4BE6-B2DD-85DFB18CEB84}" destId="{2649761D-8A70-47B3-8D22-C0DBBF523542}" srcOrd="1" destOrd="0" presId="urn:microsoft.com/office/officeart/2005/8/layout/orgChart1"/>
    <dgm:cxn modelId="{B5DE5CBD-4452-4690-B4E4-6AA6EF05AC63}" type="presParOf" srcId="{BF3756C7-F092-48D6-9D59-F63BD1116BE7}" destId="{58166056-B209-4065-8130-38AF25A5D319}" srcOrd="1" destOrd="0" presId="urn:microsoft.com/office/officeart/2005/8/layout/orgChart1"/>
    <dgm:cxn modelId="{35535211-3799-40E1-ACDD-FD240B1DEE65}" type="presParOf" srcId="{BF3756C7-F092-48D6-9D59-F63BD1116BE7}" destId="{33AA9364-B740-427F-8D00-DA2DD97CD46B}" srcOrd="2" destOrd="0" presId="urn:microsoft.com/office/officeart/2005/8/layout/orgChart1"/>
    <dgm:cxn modelId="{69BCB549-8F0C-4FBD-B44A-4A8E50F9707D}" type="presParOf" srcId="{C24566B8-D6BC-46A8-82A0-E0BB1222234A}" destId="{B64F741F-C743-4DB5-B0C5-DA79FB9C07BE}" srcOrd="2" destOrd="0" presId="urn:microsoft.com/office/officeart/2005/8/layout/orgChart1"/>
    <dgm:cxn modelId="{61F6B372-44E9-4F47-B71B-272A1865D6DB}" type="presParOf" srcId="{C24566B8-D6BC-46A8-82A0-E0BB1222234A}" destId="{777A6B93-9C52-4A7A-A0A6-67A2348A75AF}" srcOrd="3" destOrd="0" presId="urn:microsoft.com/office/officeart/2005/8/layout/orgChart1"/>
    <dgm:cxn modelId="{2FB2ECE7-283D-4290-9701-66D2A3135C55}" type="presParOf" srcId="{777A6B93-9C52-4A7A-A0A6-67A2348A75AF}" destId="{941DC1A9-44F3-4DAE-91FB-4E8C4280BFFD}" srcOrd="0" destOrd="0" presId="urn:microsoft.com/office/officeart/2005/8/layout/orgChart1"/>
    <dgm:cxn modelId="{E73EE311-D5DE-42DB-9658-BB9439DD77B6}" type="presParOf" srcId="{941DC1A9-44F3-4DAE-91FB-4E8C4280BFFD}" destId="{D73FD78C-D1AD-47BB-A97D-D75F3141BF68}" srcOrd="0" destOrd="0" presId="urn:microsoft.com/office/officeart/2005/8/layout/orgChart1"/>
    <dgm:cxn modelId="{471B8E78-0391-4D81-A07A-D0EAF7532ACD}" type="presParOf" srcId="{941DC1A9-44F3-4DAE-91FB-4E8C4280BFFD}" destId="{5ABC49F8-F93E-4272-9603-D9F0FB453782}" srcOrd="1" destOrd="0" presId="urn:microsoft.com/office/officeart/2005/8/layout/orgChart1"/>
    <dgm:cxn modelId="{7957E9F8-D46B-438A-92D7-54CED76521A9}" type="presParOf" srcId="{777A6B93-9C52-4A7A-A0A6-67A2348A75AF}" destId="{763357F2-8BB5-4A9B-B07F-F93B416D6A4B}" srcOrd="1" destOrd="0" presId="urn:microsoft.com/office/officeart/2005/8/layout/orgChart1"/>
    <dgm:cxn modelId="{5EFFA8CF-29C8-4736-AE28-96FB44E04522}" type="presParOf" srcId="{777A6B93-9C52-4A7A-A0A6-67A2348A75AF}" destId="{453CF9E5-3D10-46E2-B9D0-F8893D7D8520}" srcOrd="2" destOrd="0" presId="urn:microsoft.com/office/officeart/2005/8/layout/orgChart1"/>
    <dgm:cxn modelId="{3E99CE46-2C9D-4431-85FA-7E21EAA4702E}" type="presParOf" srcId="{C24566B8-D6BC-46A8-82A0-E0BB1222234A}" destId="{42CFD77F-39E9-4658-AA2B-67C14CD29D9A}" srcOrd="4" destOrd="0" presId="urn:microsoft.com/office/officeart/2005/8/layout/orgChart1"/>
    <dgm:cxn modelId="{DB0475F5-E2EE-4A2F-84C4-B5E647F1477A}" type="presParOf" srcId="{C24566B8-D6BC-46A8-82A0-E0BB1222234A}" destId="{2E784A86-6BDB-4FF7-AA9A-35B0CD3B24D7}" srcOrd="5" destOrd="0" presId="urn:microsoft.com/office/officeart/2005/8/layout/orgChart1"/>
    <dgm:cxn modelId="{98C056E5-59EE-4FAC-B1E4-70498DB3AAFD}" type="presParOf" srcId="{2E784A86-6BDB-4FF7-AA9A-35B0CD3B24D7}" destId="{5173AFBB-5EE4-471B-AA06-EB2B87FD35AC}" srcOrd="0" destOrd="0" presId="urn:microsoft.com/office/officeart/2005/8/layout/orgChart1"/>
    <dgm:cxn modelId="{A1420A84-2DC0-4308-BDA9-F57A2F2C0009}" type="presParOf" srcId="{5173AFBB-5EE4-471B-AA06-EB2B87FD35AC}" destId="{87A75A74-EF70-49AD-994A-CB1EF6AB2B55}" srcOrd="0" destOrd="0" presId="urn:microsoft.com/office/officeart/2005/8/layout/orgChart1"/>
    <dgm:cxn modelId="{EC312383-5C09-4E24-B8C7-19FE8851BBA1}" type="presParOf" srcId="{5173AFBB-5EE4-471B-AA06-EB2B87FD35AC}" destId="{755212D4-F768-49DE-9A62-6E3E15CF200E}" srcOrd="1" destOrd="0" presId="urn:microsoft.com/office/officeart/2005/8/layout/orgChart1"/>
    <dgm:cxn modelId="{9A642ED2-59B2-4D6F-B398-3543E3405B08}" type="presParOf" srcId="{2E784A86-6BDB-4FF7-AA9A-35B0CD3B24D7}" destId="{541256B4-76C9-4141-B798-8E74C90D8F84}" srcOrd="1" destOrd="0" presId="urn:microsoft.com/office/officeart/2005/8/layout/orgChart1"/>
    <dgm:cxn modelId="{74835C5C-A3AE-4D9C-ADEB-1905312B2B1A}" type="presParOf" srcId="{2E784A86-6BDB-4FF7-AA9A-35B0CD3B24D7}" destId="{2F627657-EBBE-40C8-ACF1-633770262E82}" srcOrd="2" destOrd="0" presId="urn:microsoft.com/office/officeart/2005/8/layout/orgChart1"/>
    <dgm:cxn modelId="{B5C60B07-1121-4DE3-83AB-9F88FD4EE2DC}" type="presParOf" srcId="{6BEE6D03-01DF-4A61-948C-E72358396BCB}" destId="{39F03CD1-F6C0-441B-B6F7-F58089B9E9B0}" srcOrd="2" destOrd="0" presId="urn:microsoft.com/office/officeart/2005/8/layout/orgChart1"/>
    <dgm:cxn modelId="{DDBCFF78-25A4-44C9-8413-F5A84B976C96}" type="presParOf" srcId="{706BAFD5-05A7-4BCF-91FE-EBAACB7439C2}" destId="{EFE0801D-4316-4453-9FC1-C8BFA12D618A}" srcOrd="4" destOrd="0" presId="urn:microsoft.com/office/officeart/2005/8/layout/orgChart1"/>
    <dgm:cxn modelId="{71D9654E-5C7D-4477-A59F-09B6B33F0675}" type="presParOf" srcId="{706BAFD5-05A7-4BCF-91FE-EBAACB7439C2}" destId="{FAA3F867-B218-452E-B3EC-E23113AF22C2}" srcOrd="5" destOrd="0" presId="urn:microsoft.com/office/officeart/2005/8/layout/orgChart1"/>
    <dgm:cxn modelId="{BA010573-D3A7-4751-9AAB-ED1B2641B1C6}" type="presParOf" srcId="{FAA3F867-B218-452E-B3EC-E23113AF22C2}" destId="{2C75352F-A423-482C-94DA-BC7BA734AF56}" srcOrd="0" destOrd="0" presId="urn:microsoft.com/office/officeart/2005/8/layout/orgChart1"/>
    <dgm:cxn modelId="{0BE4537A-B191-4E7D-B125-E7B0AA11C395}" type="presParOf" srcId="{2C75352F-A423-482C-94DA-BC7BA734AF56}" destId="{4FBF5D52-9999-44AF-AD11-57A614788F09}" srcOrd="0" destOrd="0" presId="urn:microsoft.com/office/officeart/2005/8/layout/orgChart1"/>
    <dgm:cxn modelId="{D858B80A-44AB-42D7-B612-4DD3D5C54D0B}" type="presParOf" srcId="{2C75352F-A423-482C-94DA-BC7BA734AF56}" destId="{46869C4C-2002-448C-929D-8334620F7960}" srcOrd="1" destOrd="0" presId="urn:microsoft.com/office/officeart/2005/8/layout/orgChart1"/>
    <dgm:cxn modelId="{491D7D44-5E0B-4888-96EF-E95A27F079A7}" type="presParOf" srcId="{FAA3F867-B218-452E-B3EC-E23113AF22C2}" destId="{27AF9C6D-F319-4C96-99AC-A46AEAFDC3A1}" srcOrd="1" destOrd="0" presId="urn:microsoft.com/office/officeart/2005/8/layout/orgChart1"/>
    <dgm:cxn modelId="{3A3B306D-37A7-4B54-829E-F508B87F9218}" type="presParOf" srcId="{FAA3F867-B218-452E-B3EC-E23113AF22C2}" destId="{0C4D2B34-5C2F-42DF-AEB5-C414ABE74B54}" srcOrd="2" destOrd="0" presId="urn:microsoft.com/office/officeart/2005/8/layout/orgChart1"/>
    <dgm:cxn modelId="{011E9586-0E7C-4158-B60E-772965BFEBFE}" type="presParOf" srcId="{55107430-E471-4509-B37C-1403C0A91821}" destId="{C3E1A85C-9744-4DED-91CA-729BB9213ACF}" srcOrd="2" destOrd="0" presId="urn:microsoft.com/office/officeart/2005/8/layout/orgChart1"/>
    <dgm:cxn modelId="{6905A91F-6547-40A0-BC72-77E5FD1052F6}" type="presParOf" srcId="{C3E1A85C-9744-4DED-91CA-729BB9213ACF}" destId="{EC35B80E-E06B-41B0-B4C9-B7BC9AF3510E}" srcOrd="0" destOrd="0" presId="urn:microsoft.com/office/officeart/2005/8/layout/orgChart1"/>
    <dgm:cxn modelId="{462E269B-493D-4F22-812F-AAEF7628FD2A}" type="presParOf" srcId="{C3E1A85C-9744-4DED-91CA-729BB9213ACF}" destId="{1CD4B4CC-836E-4FBE-90A6-404794B5C4E1}" srcOrd="1" destOrd="0" presId="urn:microsoft.com/office/officeart/2005/8/layout/orgChart1"/>
    <dgm:cxn modelId="{4633E778-96AF-42C4-B9B6-239B790AF6EB}" type="presParOf" srcId="{1CD4B4CC-836E-4FBE-90A6-404794B5C4E1}" destId="{981807A8-1D8E-4706-A8AB-3E6C19AAEF15}" srcOrd="0" destOrd="0" presId="urn:microsoft.com/office/officeart/2005/8/layout/orgChart1"/>
    <dgm:cxn modelId="{5F91C02B-8775-4C49-B80B-3A1D49628AC8}" type="presParOf" srcId="{981807A8-1D8E-4706-A8AB-3E6C19AAEF15}" destId="{FA06092A-8E24-4F60-8ACC-9C3A7CEF84FD}" srcOrd="0" destOrd="0" presId="urn:microsoft.com/office/officeart/2005/8/layout/orgChart1"/>
    <dgm:cxn modelId="{8F1DABC9-8824-47A5-A815-B680E64BB4C4}" type="presParOf" srcId="{981807A8-1D8E-4706-A8AB-3E6C19AAEF15}" destId="{5AB7A8CB-336A-4774-950E-B8AD77E9B25F}" srcOrd="1" destOrd="0" presId="urn:microsoft.com/office/officeart/2005/8/layout/orgChart1"/>
    <dgm:cxn modelId="{30AA19B9-10D4-46DD-8EE8-E0FA23CF005E}" type="presParOf" srcId="{1CD4B4CC-836E-4FBE-90A6-404794B5C4E1}" destId="{093F4D39-B248-49D0-ABAE-1414E7476F56}" srcOrd="1" destOrd="0" presId="urn:microsoft.com/office/officeart/2005/8/layout/orgChart1"/>
    <dgm:cxn modelId="{CD476FFB-14CF-4E13-B248-D922A4D22EEE}" type="presParOf" srcId="{1CD4B4CC-836E-4FBE-90A6-404794B5C4E1}" destId="{200F7DBB-F0EC-4A70-9EE0-A990F606B77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AC526B-11E2-418D-89A0-9D8238DE276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750BFE-B6AF-4DD4-B814-DB79EE8271C3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F7BA7A29-D8B8-448D-A495-BB43D6CDEC62}" type="parTrans" cxnId="{A8B3B56D-BB46-4A39-93C4-9DEEC7F1B7E4}">
      <dgm:prSet/>
      <dgm:spPr/>
      <dgm:t>
        <a:bodyPr/>
        <a:lstStyle/>
        <a:p>
          <a:endParaRPr lang="en-US"/>
        </a:p>
      </dgm:t>
    </dgm:pt>
    <dgm:pt modelId="{D46AC76A-C536-4860-9473-4A71B8E7BA29}" type="sibTrans" cxnId="{A8B3B56D-BB46-4A39-93C4-9DEEC7F1B7E4}">
      <dgm:prSet/>
      <dgm:spPr/>
      <dgm:t>
        <a:bodyPr/>
        <a:lstStyle/>
        <a:p>
          <a:endParaRPr lang="en-US"/>
        </a:p>
      </dgm:t>
    </dgm:pt>
    <dgm:pt modelId="{217C6092-AB48-45D1-BBBF-71CD05D90EDA}" type="asst">
      <dgm:prSet phldrT="[Text]" phldr="1"/>
      <dgm:spPr/>
      <dgm:t>
        <a:bodyPr/>
        <a:lstStyle/>
        <a:p>
          <a:endParaRPr lang="en-US"/>
        </a:p>
      </dgm:t>
    </dgm:pt>
    <dgm:pt modelId="{8E3CAF92-D345-4034-B050-4F5ABFD1E75F}" type="parTrans" cxnId="{CFCA7146-B7D9-4CE4-910E-48489B319ECE}">
      <dgm:prSet/>
      <dgm:spPr/>
      <dgm:t>
        <a:bodyPr/>
        <a:lstStyle/>
        <a:p>
          <a:endParaRPr lang="en-US"/>
        </a:p>
      </dgm:t>
    </dgm:pt>
    <dgm:pt modelId="{2CDC05B7-127D-4636-B938-6422B0044CAB}" type="sibTrans" cxnId="{CFCA7146-B7D9-4CE4-910E-48489B319ECE}">
      <dgm:prSet/>
      <dgm:spPr/>
      <dgm:t>
        <a:bodyPr/>
        <a:lstStyle/>
        <a:p>
          <a:endParaRPr lang="en-US"/>
        </a:p>
      </dgm:t>
    </dgm:pt>
    <dgm:pt modelId="{9B57B4E4-BACA-4E6B-9507-FF9662280015}">
      <dgm:prSet phldrT="[Text]" phldr="1"/>
      <dgm:spPr/>
      <dgm:t>
        <a:bodyPr/>
        <a:lstStyle/>
        <a:p>
          <a:endParaRPr lang="en-US"/>
        </a:p>
      </dgm:t>
    </dgm:pt>
    <dgm:pt modelId="{7C5AA968-57D1-4E16-B2A3-E13F41EF3957}" type="parTrans" cxnId="{8B6D5ECF-08B5-4163-8654-4D56CD0824C9}">
      <dgm:prSet/>
      <dgm:spPr/>
      <dgm:t>
        <a:bodyPr/>
        <a:lstStyle/>
        <a:p>
          <a:endParaRPr lang="en-US"/>
        </a:p>
      </dgm:t>
    </dgm:pt>
    <dgm:pt modelId="{C532138C-1C06-4E32-87F6-62D1FD3242C9}" type="sibTrans" cxnId="{8B6D5ECF-08B5-4163-8654-4D56CD0824C9}">
      <dgm:prSet/>
      <dgm:spPr/>
      <dgm:t>
        <a:bodyPr/>
        <a:lstStyle/>
        <a:p>
          <a:endParaRPr lang="en-US"/>
        </a:p>
      </dgm:t>
    </dgm:pt>
    <dgm:pt modelId="{10F4AA50-F138-4930-8A56-BACF1032219B}">
      <dgm:prSet phldrT="[Text]" phldr="1"/>
      <dgm:spPr/>
      <dgm:t>
        <a:bodyPr/>
        <a:lstStyle/>
        <a:p>
          <a:endParaRPr lang="en-US"/>
        </a:p>
      </dgm:t>
    </dgm:pt>
    <dgm:pt modelId="{8B963F1A-3E68-4D58-B149-8DE57AF0B420}" type="parTrans" cxnId="{27EC0D85-4A72-41B4-B05F-047966DF5742}">
      <dgm:prSet/>
      <dgm:spPr/>
      <dgm:t>
        <a:bodyPr/>
        <a:lstStyle/>
        <a:p>
          <a:endParaRPr lang="en-US"/>
        </a:p>
      </dgm:t>
    </dgm:pt>
    <dgm:pt modelId="{1CF60192-6085-4BE0-920E-2F6661413640}" type="sibTrans" cxnId="{27EC0D85-4A72-41B4-B05F-047966DF5742}">
      <dgm:prSet/>
      <dgm:spPr/>
      <dgm:t>
        <a:bodyPr/>
        <a:lstStyle/>
        <a:p>
          <a:endParaRPr lang="en-US"/>
        </a:p>
      </dgm:t>
    </dgm:pt>
    <dgm:pt modelId="{010FFD23-D41D-4577-9D62-3E7A0F65B74E}">
      <dgm:prSet phldrT="[Text]" phldr="1"/>
      <dgm:spPr/>
      <dgm:t>
        <a:bodyPr/>
        <a:lstStyle/>
        <a:p>
          <a:endParaRPr lang="en-US"/>
        </a:p>
      </dgm:t>
    </dgm:pt>
    <dgm:pt modelId="{B3F25F7A-9471-43D5-9F1D-E5D8F70C1648}" type="parTrans" cxnId="{96DF21CE-9AFC-48F6-925F-5F3409923E38}">
      <dgm:prSet/>
      <dgm:spPr/>
      <dgm:t>
        <a:bodyPr/>
        <a:lstStyle/>
        <a:p>
          <a:endParaRPr lang="en-US"/>
        </a:p>
      </dgm:t>
    </dgm:pt>
    <dgm:pt modelId="{01C6857F-C32E-4DD3-8753-E1DFA2E9E2EC}" type="sibTrans" cxnId="{96DF21CE-9AFC-48F6-925F-5F3409923E38}">
      <dgm:prSet/>
      <dgm:spPr/>
      <dgm:t>
        <a:bodyPr/>
        <a:lstStyle/>
        <a:p>
          <a:endParaRPr lang="en-US"/>
        </a:p>
      </dgm:t>
    </dgm:pt>
    <dgm:pt modelId="{AC3AD6A3-1E07-40AB-91E8-A0EA289CA198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0A42E4E8-6836-4CEB-8FB3-F967E868B576}" type="parTrans" cxnId="{6C57CF7E-1BED-46A9-89C6-61A3D424186F}">
      <dgm:prSet/>
      <dgm:spPr/>
    </dgm:pt>
    <dgm:pt modelId="{8EE56D38-C5A8-40D9-8B96-BC7BABF39BE9}" type="sibTrans" cxnId="{6C57CF7E-1BED-46A9-89C6-61A3D424186F}">
      <dgm:prSet/>
      <dgm:spPr/>
    </dgm:pt>
    <dgm:pt modelId="{8DEF4A3D-F139-444B-BE02-19518C214AA1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2439457C-DE1F-4C31-A8F3-0D3C9894DB73}" type="parTrans" cxnId="{397C95A1-F99E-4519-8D9B-D5FBDAE56BF4}">
      <dgm:prSet/>
      <dgm:spPr/>
    </dgm:pt>
    <dgm:pt modelId="{11E239EC-283A-40F2-ADE9-A5D1280F462F}" type="sibTrans" cxnId="{397C95A1-F99E-4519-8D9B-D5FBDAE56BF4}">
      <dgm:prSet/>
      <dgm:spPr/>
    </dgm:pt>
    <dgm:pt modelId="{BEF2A2A6-E580-4538-9668-858E430C6CC3}">
      <dgm:prSet phldrT="[Text]"/>
      <dgm:spPr/>
      <dgm:t>
        <a:bodyPr/>
        <a:lstStyle/>
        <a:p>
          <a:r>
            <a:rPr lang="en-US"/>
            <a:t>M2R1</a:t>
          </a:r>
        </a:p>
      </dgm:t>
    </dgm:pt>
    <dgm:pt modelId="{36DAFCA7-5BEE-46CC-8A22-FA134262A89A}" type="parTrans" cxnId="{6368DA14-01B0-46B5-8908-24488A7CFC63}">
      <dgm:prSet/>
      <dgm:spPr/>
    </dgm:pt>
    <dgm:pt modelId="{2119A932-FBB0-4064-9ACE-628E598182BF}" type="sibTrans" cxnId="{6368DA14-01B0-46B5-8908-24488A7CFC63}">
      <dgm:prSet/>
      <dgm:spPr/>
    </dgm:pt>
    <dgm:pt modelId="{4334AB1C-447C-4FB0-8716-150EC7775B44}">
      <dgm:prSet phldrT="[Text]"/>
      <dgm:spPr/>
      <dgm:t>
        <a:bodyPr/>
        <a:lstStyle/>
        <a:p>
          <a:r>
            <a:rPr lang="en-US"/>
            <a:t>M2R2</a:t>
          </a:r>
        </a:p>
      </dgm:t>
    </dgm:pt>
    <dgm:pt modelId="{55638343-620B-4C90-AFA5-26A23249364E}" type="parTrans" cxnId="{B12EA24D-8000-40DE-BA5E-EE22976DD737}">
      <dgm:prSet/>
      <dgm:spPr/>
    </dgm:pt>
    <dgm:pt modelId="{44F43077-2858-461D-98A5-17887E2C9E40}" type="sibTrans" cxnId="{B12EA24D-8000-40DE-BA5E-EE22976DD737}">
      <dgm:prSet/>
      <dgm:spPr/>
    </dgm:pt>
    <dgm:pt modelId="{D6D668F6-0121-426A-AD8A-5EC57DCC9696}">
      <dgm:prSet phldrT="[Text]"/>
      <dgm:spPr/>
      <dgm:t>
        <a:bodyPr/>
        <a:lstStyle/>
        <a:p>
          <a:r>
            <a:rPr lang="en-US"/>
            <a:t>M2R3</a:t>
          </a:r>
        </a:p>
      </dgm:t>
    </dgm:pt>
    <dgm:pt modelId="{E0426DE1-78CF-4871-83B2-E4A2231609EE}" type="parTrans" cxnId="{4264580F-5BEF-4CB6-8A8C-5CC6CC6316CF}">
      <dgm:prSet/>
      <dgm:spPr/>
    </dgm:pt>
    <dgm:pt modelId="{929B78CF-FF1D-4CE4-B1B5-53D51B9C8D29}" type="sibTrans" cxnId="{4264580F-5BEF-4CB6-8A8C-5CC6CC6316CF}">
      <dgm:prSet/>
      <dgm:spPr/>
    </dgm:pt>
    <dgm:pt modelId="{4D0B359F-F733-4385-B119-B29B237848A2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7FB399FF-64DB-4906-8CFC-5B6B07A7C8CC}" type="parTrans" cxnId="{4D0D1F7F-E1A8-447E-811D-2A1F701B38FC}">
      <dgm:prSet/>
      <dgm:spPr/>
    </dgm:pt>
    <dgm:pt modelId="{B78460DD-0A21-4C2B-9AB8-2B329CB7056C}" type="sibTrans" cxnId="{4D0D1F7F-E1A8-447E-811D-2A1F701B38FC}">
      <dgm:prSet/>
      <dgm:spPr/>
    </dgm:pt>
    <dgm:pt modelId="{DE8F8FAD-95ED-4D2A-8AE0-6AC22359EE77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4138DF2A-F524-4BC2-9983-B6DF28465175}" type="parTrans" cxnId="{165F7CD7-153E-4F53-B108-95FE97652A7C}">
      <dgm:prSet/>
      <dgm:spPr/>
    </dgm:pt>
    <dgm:pt modelId="{80833C0C-AD56-4491-9520-EE27CEA989F9}" type="sibTrans" cxnId="{165F7CD7-153E-4F53-B108-95FE97652A7C}">
      <dgm:prSet/>
      <dgm:spPr/>
    </dgm:pt>
    <dgm:pt modelId="{B4067CB5-D668-413B-9158-458266707B64}" type="pres">
      <dgm:prSet presAssocID="{EBAC526B-11E2-418D-89A0-9D8238DE276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06614B3-A37E-4A0B-A55C-9FF0208B777F}" type="pres">
      <dgm:prSet presAssocID="{3D750BFE-B6AF-4DD4-B814-DB79EE8271C3}" presName="hierRoot1" presStyleCnt="0">
        <dgm:presLayoutVars>
          <dgm:hierBranch val="init"/>
        </dgm:presLayoutVars>
      </dgm:prSet>
      <dgm:spPr/>
    </dgm:pt>
    <dgm:pt modelId="{970C66A6-5E15-47BE-A496-4B6EC92F55B5}" type="pres">
      <dgm:prSet presAssocID="{3D750BFE-B6AF-4DD4-B814-DB79EE8271C3}" presName="rootComposite1" presStyleCnt="0"/>
      <dgm:spPr/>
    </dgm:pt>
    <dgm:pt modelId="{2D54279A-90EF-4E8D-A8F3-C8A9A2733521}" type="pres">
      <dgm:prSet presAssocID="{3D750BFE-B6AF-4DD4-B814-DB79EE8271C3}" presName="rootText1" presStyleLbl="node0" presStyleIdx="0" presStyleCnt="1">
        <dgm:presLayoutVars>
          <dgm:chPref val="3"/>
        </dgm:presLayoutVars>
      </dgm:prSet>
      <dgm:spPr/>
    </dgm:pt>
    <dgm:pt modelId="{BC55934C-4717-4EC5-B210-67ECA8D81855}" type="pres">
      <dgm:prSet presAssocID="{3D750BFE-B6AF-4DD4-B814-DB79EE8271C3}" presName="rootConnector1" presStyleLbl="node1" presStyleIdx="0" presStyleCnt="0"/>
      <dgm:spPr/>
    </dgm:pt>
    <dgm:pt modelId="{AAF1901B-9411-48FD-803C-E3993381B17A}" type="pres">
      <dgm:prSet presAssocID="{3D750BFE-B6AF-4DD4-B814-DB79EE8271C3}" presName="hierChild2" presStyleCnt="0"/>
      <dgm:spPr/>
    </dgm:pt>
    <dgm:pt modelId="{3DFED01D-D1BB-4FDE-8CFD-081325BBA9F2}" type="pres">
      <dgm:prSet presAssocID="{7C5AA968-57D1-4E16-B2A3-E13F41EF3957}" presName="Name37" presStyleLbl="parChTrans1D2" presStyleIdx="0" presStyleCnt="4"/>
      <dgm:spPr/>
    </dgm:pt>
    <dgm:pt modelId="{76E2E7F7-E463-4EBB-9760-490472591719}" type="pres">
      <dgm:prSet presAssocID="{9B57B4E4-BACA-4E6B-9507-FF9662280015}" presName="hierRoot2" presStyleCnt="0">
        <dgm:presLayoutVars>
          <dgm:hierBranch val="init"/>
        </dgm:presLayoutVars>
      </dgm:prSet>
      <dgm:spPr/>
    </dgm:pt>
    <dgm:pt modelId="{8EC185A1-F7FF-4D67-B959-9C2C67B0D89B}" type="pres">
      <dgm:prSet presAssocID="{9B57B4E4-BACA-4E6B-9507-FF9662280015}" presName="rootComposite" presStyleCnt="0"/>
      <dgm:spPr/>
    </dgm:pt>
    <dgm:pt modelId="{A27A2CFC-37DA-47C5-ADB5-872883FDAE54}" type="pres">
      <dgm:prSet presAssocID="{9B57B4E4-BACA-4E6B-9507-FF9662280015}" presName="rootText" presStyleLbl="node2" presStyleIdx="0" presStyleCnt="3">
        <dgm:presLayoutVars>
          <dgm:chPref val="3"/>
        </dgm:presLayoutVars>
      </dgm:prSet>
      <dgm:spPr/>
    </dgm:pt>
    <dgm:pt modelId="{DF6B906D-A48D-460A-90B7-32EFEA49B23D}" type="pres">
      <dgm:prSet presAssocID="{9B57B4E4-BACA-4E6B-9507-FF9662280015}" presName="rootConnector" presStyleLbl="node2" presStyleIdx="0" presStyleCnt="3"/>
      <dgm:spPr/>
    </dgm:pt>
    <dgm:pt modelId="{7FB3446A-D678-4DEF-8B26-02541AAE7452}" type="pres">
      <dgm:prSet presAssocID="{9B57B4E4-BACA-4E6B-9507-FF9662280015}" presName="hierChild4" presStyleCnt="0"/>
      <dgm:spPr/>
    </dgm:pt>
    <dgm:pt modelId="{CCF71AFE-CE64-40E5-A9E5-AE16BE6EF27C}" type="pres">
      <dgm:prSet presAssocID="{0A42E4E8-6836-4CEB-8FB3-F967E868B576}" presName="Name37" presStyleLbl="parChTrans1D3" presStyleIdx="0" presStyleCnt="5"/>
      <dgm:spPr/>
    </dgm:pt>
    <dgm:pt modelId="{831F53DA-211A-4602-92B1-8003AEABCB27}" type="pres">
      <dgm:prSet presAssocID="{AC3AD6A3-1E07-40AB-91E8-A0EA289CA198}" presName="hierRoot2" presStyleCnt="0">
        <dgm:presLayoutVars>
          <dgm:hierBranch val="init"/>
        </dgm:presLayoutVars>
      </dgm:prSet>
      <dgm:spPr/>
    </dgm:pt>
    <dgm:pt modelId="{DD230674-5B60-4176-AD32-A202A84E1D3F}" type="pres">
      <dgm:prSet presAssocID="{AC3AD6A3-1E07-40AB-91E8-A0EA289CA198}" presName="rootComposite" presStyleCnt="0"/>
      <dgm:spPr/>
    </dgm:pt>
    <dgm:pt modelId="{A075FCD9-024C-4CA0-8463-3ED12F39FB4E}" type="pres">
      <dgm:prSet presAssocID="{AC3AD6A3-1E07-40AB-91E8-A0EA289CA198}" presName="rootText" presStyleLbl="node3" presStyleIdx="0" presStyleCnt="5">
        <dgm:presLayoutVars>
          <dgm:chPref val="3"/>
        </dgm:presLayoutVars>
      </dgm:prSet>
      <dgm:spPr/>
    </dgm:pt>
    <dgm:pt modelId="{6CDE2FFE-56D5-41C1-AF3D-035BDA79A30C}" type="pres">
      <dgm:prSet presAssocID="{AC3AD6A3-1E07-40AB-91E8-A0EA289CA198}" presName="rootConnector" presStyleLbl="node3" presStyleIdx="0" presStyleCnt="5"/>
      <dgm:spPr/>
    </dgm:pt>
    <dgm:pt modelId="{C6BFEFC1-D099-453C-B499-9B596B0E71A0}" type="pres">
      <dgm:prSet presAssocID="{AC3AD6A3-1E07-40AB-91E8-A0EA289CA198}" presName="hierChild4" presStyleCnt="0"/>
      <dgm:spPr/>
    </dgm:pt>
    <dgm:pt modelId="{D09FABAA-4B10-499E-9FA2-875A3DA6D534}" type="pres">
      <dgm:prSet presAssocID="{AC3AD6A3-1E07-40AB-91E8-A0EA289CA198}" presName="hierChild5" presStyleCnt="0"/>
      <dgm:spPr/>
    </dgm:pt>
    <dgm:pt modelId="{2EF9BD5B-9CD1-4A64-8CB4-4F3D98CB6F7A}" type="pres">
      <dgm:prSet presAssocID="{2439457C-DE1F-4C31-A8F3-0D3C9894DB73}" presName="Name37" presStyleLbl="parChTrans1D3" presStyleIdx="1" presStyleCnt="5"/>
      <dgm:spPr/>
    </dgm:pt>
    <dgm:pt modelId="{1E8CC3F2-6ECD-44CB-8CBE-91AF455D3914}" type="pres">
      <dgm:prSet presAssocID="{8DEF4A3D-F139-444B-BE02-19518C214AA1}" presName="hierRoot2" presStyleCnt="0">
        <dgm:presLayoutVars>
          <dgm:hierBranch val="init"/>
        </dgm:presLayoutVars>
      </dgm:prSet>
      <dgm:spPr/>
    </dgm:pt>
    <dgm:pt modelId="{DA344ADD-5C49-4F9B-94AB-B1D33BC80403}" type="pres">
      <dgm:prSet presAssocID="{8DEF4A3D-F139-444B-BE02-19518C214AA1}" presName="rootComposite" presStyleCnt="0"/>
      <dgm:spPr/>
    </dgm:pt>
    <dgm:pt modelId="{AF70D474-5C23-4537-976F-A8FE35523E0D}" type="pres">
      <dgm:prSet presAssocID="{8DEF4A3D-F139-444B-BE02-19518C214AA1}" presName="rootText" presStyleLbl="node3" presStyleIdx="1" presStyleCnt="5">
        <dgm:presLayoutVars>
          <dgm:chPref val="3"/>
        </dgm:presLayoutVars>
      </dgm:prSet>
      <dgm:spPr/>
    </dgm:pt>
    <dgm:pt modelId="{5B8B8A51-FE96-47C6-B3AF-0724FDFA1717}" type="pres">
      <dgm:prSet presAssocID="{8DEF4A3D-F139-444B-BE02-19518C214AA1}" presName="rootConnector" presStyleLbl="node3" presStyleIdx="1" presStyleCnt="5"/>
      <dgm:spPr/>
    </dgm:pt>
    <dgm:pt modelId="{51B92009-A8B6-4400-9ACF-42694FE81B47}" type="pres">
      <dgm:prSet presAssocID="{8DEF4A3D-F139-444B-BE02-19518C214AA1}" presName="hierChild4" presStyleCnt="0"/>
      <dgm:spPr/>
    </dgm:pt>
    <dgm:pt modelId="{A1C35F8F-27D8-4CB2-A21E-5CDF1607E1A0}" type="pres">
      <dgm:prSet presAssocID="{55638343-620B-4C90-AFA5-26A23249364E}" presName="Name37" presStyleLbl="parChTrans1D4" presStyleIdx="0" presStyleCnt="2"/>
      <dgm:spPr/>
    </dgm:pt>
    <dgm:pt modelId="{16907562-5384-4CCE-AF2F-A155903C007B}" type="pres">
      <dgm:prSet presAssocID="{4334AB1C-447C-4FB0-8716-150EC7775B44}" presName="hierRoot2" presStyleCnt="0">
        <dgm:presLayoutVars>
          <dgm:hierBranch val="init"/>
        </dgm:presLayoutVars>
      </dgm:prSet>
      <dgm:spPr/>
    </dgm:pt>
    <dgm:pt modelId="{16D27541-52D2-4BF5-BC85-2E6C7CB06826}" type="pres">
      <dgm:prSet presAssocID="{4334AB1C-447C-4FB0-8716-150EC7775B44}" presName="rootComposite" presStyleCnt="0"/>
      <dgm:spPr/>
    </dgm:pt>
    <dgm:pt modelId="{D78DDC26-FF1A-44FD-845A-CD49D9B5988B}" type="pres">
      <dgm:prSet presAssocID="{4334AB1C-447C-4FB0-8716-150EC7775B44}" presName="rootText" presStyleLbl="node4" presStyleIdx="0" presStyleCnt="2">
        <dgm:presLayoutVars>
          <dgm:chPref val="3"/>
        </dgm:presLayoutVars>
      </dgm:prSet>
      <dgm:spPr/>
    </dgm:pt>
    <dgm:pt modelId="{BDCE2E16-0DBF-4726-9314-3AE1EB6C372A}" type="pres">
      <dgm:prSet presAssocID="{4334AB1C-447C-4FB0-8716-150EC7775B44}" presName="rootConnector" presStyleLbl="node4" presStyleIdx="0" presStyleCnt="2"/>
      <dgm:spPr/>
    </dgm:pt>
    <dgm:pt modelId="{F78C180D-728C-4C2C-ACEA-001E0FFE3D78}" type="pres">
      <dgm:prSet presAssocID="{4334AB1C-447C-4FB0-8716-150EC7775B44}" presName="hierChild4" presStyleCnt="0"/>
      <dgm:spPr/>
    </dgm:pt>
    <dgm:pt modelId="{B6B7953C-A846-477A-9201-C366B7049A3C}" type="pres">
      <dgm:prSet presAssocID="{4334AB1C-447C-4FB0-8716-150EC7775B44}" presName="hierChild5" presStyleCnt="0"/>
      <dgm:spPr/>
    </dgm:pt>
    <dgm:pt modelId="{0A6FA377-15BC-46D9-AAE2-66C8CF2DB307}" type="pres">
      <dgm:prSet presAssocID="{E0426DE1-78CF-4871-83B2-E4A2231609EE}" presName="Name37" presStyleLbl="parChTrans1D4" presStyleIdx="1" presStyleCnt="2"/>
      <dgm:spPr/>
    </dgm:pt>
    <dgm:pt modelId="{60C4CD96-3F71-482C-A7AF-23AE1A435139}" type="pres">
      <dgm:prSet presAssocID="{D6D668F6-0121-426A-AD8A-5EC57DCC9696}" presName="hierRoot2" presStyleCnt="0">
        <dgm:presLayoutVars>
          <dgm:hierBranch val="init"/>
        </dgm:presLayoutVars>
      </dgm:prSet>
      <dgm:spPr/>
    </dgm:pt>
    <dgm:pt modelId="{B1C93AD7-B0B1-4C60-9D3E-F1E7F76DF36B}" type="pres">
      <dgm:prSet presAssocID="{D6D668F6-0121-426A-AD8A-5EC57DCC9696}" presName="rootComposite" presStyleCnt="0"/>
      <dgm:spPr/>
    </dgm:pt>
    <dgm:pt modelId="{A3743C7B-3A97-4B42-8550-D868405361AC}" type="pres">
      <dgm:prSet presAssocID="{D6D668F6-0121-426A-AD8A-5EC57DCC9696}" presName="rootText" presStyleLbl="node4" presStyleIdx="1" presStyleCnt="2">
        <dgm:presLayoutVars>
          <dgm:chPref val="3"/>
        </dgm:presLayoutVars>
      </dgm:prSet>
      <dgm:spPr/>
    </dgm:pt>
    <dgm:pt modelId="{6BB71A7C-EAFC-471F-8A97-CD8DDE37E87E}" type="pres">
      <dgm:prSet presAssocID="{D6D668F6-0121-426A-AD8A-5EC57DCC9696}" presName="rootConnector" presStyleLbl="node4" presStyleIdx="1" presStyleCnt="2"/>
      <dgm:spPr/>
    </dgm:pt>
    <dgm:pt modelId="{83BBB589-333C-4CF1-BE88-EF33A23B127D}" type="pres">
      <dgm:prSet presAssocID="{D6D668F6-0121-426A-AD8A-5EC57DCC9696}" presName="hierChild4" presStyleCnt="0"/>
      <dgm:spPr/>
    </dgm:pt>
    <dgm:pt modelId="{18937323-9B04-4FC7-989C-C74D45C99B5C}" type="pres">
      <dgm:prSet presAssocID="{D6D668F6-0121-426A-AD8A-5EC57DCC9696}" presName="hierChild5" presStyleCnt="0"/>
      <dgm:spPr/>
    </dgm:pt>
    <dgm:pt modelId="{EB656CB6-25A3-45DD-8AAA-6EA9078784EE}" type="pres">
      <dgm:prSet presAssocID="{8DEF4A3D-F139-444B-BE02-19518C214AA1}" presName="hierChild5" presStyleCnt="0"/>
      <dgm:spPr/>
    </dgm:pt>
    <dgm:pt modelId="{862901AA-FFCB-4098-A1BC-B523F337B507}" type="pres">
      <dgm:prSet presAssocID="{36DAFCA7-5BEE-46CC-8A22-FA134262A89A}" presName="Name37" presStyleLbl="parChTrans1D3" presStyleIdx="2" presStyleCnt="5"/>
      <dgm:spPr/>
    </dgm:pt>
    <dgm:pt modelId="{4AFC9AD9-9DFE-4CD1-8727-D186993A34AC}" type="pres">
      <dgm:prSet presAssocID="{BEF2A2A6-E580-4538-9668-858E430C6CC3}" presName="hierRoot2" presStyleCnt="0">
        <dgm:presLayoutVars>
          <dgm:hierBranch val="init"/>
        </dgm:presLayoutVars>
      </dgm:prSet>
      <dgm:spPr/>
    </dgm:pt>
    <dgm:pt modelId="{23FCE845-0C9D-46B2-896A-AF5FC5CED83D}" type="pres">
      <dgm:prSet presAssocID="{BEF2A2A6-E580-4538-9668-858E430C6CC3}" presName="rootComposite" presStyleCnt="0"/>
      <dgm:spPr/>
    </dgm:pt>
    <dgm:pt modelId="{D84BC931-142B-4C75-830B-E33640BB8132}" type="pres">
      <dgm:prSet presAssocID="{BEF2A2A6-E580-4538-9668-858E430C6CC3}" presName="rootText" presStyleLbl="node3" presStyleIdx="2" presStyleCnt="5">
        <dgm:presLayoutVars>
          <dgm:chPref val="3"/>
        </dgm:presLayoutVars>
      </dgm:prSet>
      <dgm:spPr/>
    </dgm:pt>
    <dgm:pt modelId="{B1AB214C-E51F-4C20-93C3-827D90F349CA}" type="pres">
      <dgm:prSet presAssocID="{BEF2A2A6-E580-4538-9668-858E430C6CC3}" presName="rootConnector" presStyleLbl="node3" presStyleIdx="2" presStyleCnt="5"/>
      <dgm:spPr/>
    </dgm:pt>
    <dgm:pt modelId="{AF808BB0-0050-4096-9940-9A1F41B09ECD}" type="pres">
      <dgm:prSet presAssocID="{BEF2A2A6-E580-4538-9668-858E430C6CC3}" presName="hierChild4" presStyleCnt="0"/>
      <dgm:spPr/>
    </dgm:pt>
    <dgm:pt modelId="{CFAB6ACD-D701-479E-8D20-AD4C9653A146}" type="pres">
      <dgm:prSet presAssocID="{BEF2A2A6-E580-4538-9668-858E430C6CC3}" presName="hierChild5" presStyleCnt="0"/>
      <dgm:spPr/>
    </dgm:pt>
    <dgm:pt modelId="{7A81FD14-79CF-474E-9EA9-D5B7C69C6FED}" type="pres">
      <dgm:prSet presAssocID="{9B57B4E4-BACA-4E6B-9507-FF9662280015}" presName="hierChild5" presStyleCnt="0"/>
      <dgm:spPr/>
    </dgm:pt>
    <dgm:pt modelId="{0D27B12A-04B7-46F2-BD20-A768FE80B2DE}" type="pres">
      <dgm:prSet presAssocID="{8B963F1A-3E68-4D58-B149-8DE57AF0B420}" presName="Name37" presStyleLbl="parChTrans1D2" presStyleIdx="1" presStyleCnt="4"/>
      <dgm:spPr/>
    </dgm:pt>
    <dgm:pt modelId="{34D42009-D38C-4AD4-A3FB-1AB54D744692}" type="pres">
      <dgm:prSet presAssocID="{10F4AA50-F138-4930-8A56-BACF1032219B}" presName="hierRoot2" presStyleCnt="0">
        <dgm:presLayoutVars>
          <dgm:hierBranch val="init"/>
        </dgm:presLayoutVars>
      </dgm:prSet>
      <dgm:spPr/>
    </dgm:pt>
    <dgm:pt modelId="{BC72F8B2-ADB0-40A9-9523-E391B33E7ACB}" type="pres">
      <dgm:prSet presAssocID="{10F4AA50-F138-4930-8A56-BACF1032219B}" presName="rootComposite" presStyleCnt="0"/>
      <dgm:spPr/>
    </dgm:pt>
    <dgm:pt modelId="{B0946154-5838-42FB-8665-95989C656178}" type="pres">
      <dgm:prSet presAssocID="{10F4AA50-F138-4930-8A56-BACF1032219B}" presName="rootText" presStyleLbl="node2" presStyleIdx="1" presStyleCnt="3">
        <dgm:presLayoutVars>
          <dgm:chPref val="3"/>
        </dgm:presLayoutVars>
      </dgm:prSet>
      <dgm:spPr/>
    </dgm:pt>
    <dgm:pt modelId="{2DB425E9-0BC4-49C4-A7B1-0D4AF9416950}" type="pres">
      <dgm:prSet presAssocID="{10F4AA50-F138-4930-8A56-BACF1032219B}" presName="rootConnector" presStyleLbl="node2" presStyleIdx="1" presStyleCnt="3"/>
      <dgm:spPr/>
    </dgm:pt>
    <dgm:pt modelId="{E65CD4E6-F65A-4A0A-84FD-146310CDADA0}" type="pres">
      <dgm:prSet presAssocID="{10F4AA50-F138-4930-8A56-BACF1032219B}" presName="hierChild4" presStyleCnt="0"/>
      <dgm:spPr/>
    </dgm:pt>
    <dgm:pt modelId="{0068C1A1-1F1C-4245-833B-A9E56B02DCE0}" type="pres">
      <dgm:prSet presAssocID="{7FB399FF-64DB-4906-8CFC-5B6B07A7C8CC}" presName="Name37" presStyleLbl="parChTrans1D3" presStyleIdx="3" presStyleCnt="5"/>
      <dgm:spPr/>
    </dgm:pt>
    <dgm:pt modelId="{B60ACBE3-D2E5-44B6-8C28-22A759E57513}" type="pres">
      <dgm:prSet presAssocID="{4D0B359F-F733-4385-B119-B29B237848A2}" presName="hierRoot2" presStyleCnt="0">
        <dgm:presLayoutVars>
          <dgm:hierBranch val="init"/>
        </dgm:presLayoutVars>
      </dgm:prSet>
      <dgm:spPr/>
    </dgm:pt>
    <dgm:pt modelId="{C6EAAD16-EF80-4EB2-A8D7-E605C4A93CB2}" type="pres">
      <dgm:prSet presAssocID="{4D0B359F-F733-4385-B119-B29B237848A2}" presName="rootComposite" presStyleCnt="0"/>
      <dgm:spPr/>
    </dgm:pt>
    <dgm:pt modelId="{502CA699-D971-485D-B7B0-3D9CAFF2C206}" type="pres">
      <dgm:prSet presAssocID="{4D0B359F-F733-4385-B119-B29B237848A2}" presName="rootText" presStyleLbl="node3" presStyleIdx="3" presStyleCnt="5">
        <dgm:presLayoutVars>
          <dgm:chPref val="3"/>
        </dgm:presLayoutVars>
      </dgm:prSet>
      <dgm:spPr/>
    </dgm:pt>
    <dgm:pt modelId="{8738407A-AC68-416D-835D-1EFE3FC17612}" type="pres">
      <dgm:prSet presAssocID="{4D0B359F-F733-4385-B119-B29B237848A2}" presName="rootConnector" presStyleLbl="node3" presStyleIdx="3" presStyleCnt="5"/>
      <dgm:spPr/>
    </dgm:pt>
    <dgm:pt modelId="{8C2B6D4A-0E6C-4554-B074-B3200412DB2E}" type="pres">
      <dgm:prSet presAssocID="{4D0B359F-F733-4385-B119-B29B237848A2}" presName="hierChild4" presStyleCnt="0"/>
      <dgm:spPr/>
    </dgm:pt>
    <dgm:pt modelId="{6D37C613-43F8-43B2-8423-04D281689FF3}" type="pres">
      <dgm:prSet presAssocID="{4D0B359F-F733-4385-B119-B29B237848A2}" presName="hierChild5" presStyleCnt="0"/>
      <dgm:spPr/>
    </dgm:pt>
    <dgm:pt modelId="{2C8827F2-1B29-4E53-8F19-02449E9CD730}" type="pres">
      <dgm:prSet presAssocID="{4138DF2A-F524-4BC2-9983-B6DF28465175}" presName="Name37" presStyleLbl="parChTrans1D3" presStyleIdx="4" presStyleCnt="5"/>
      <dgm:spPr/>
    </dgm:pt>
    <dgm:pt modelId="{83C21626-A8D7-44DC-A8E4-A3CD7D6B4A23}" type="pres">
      <dgm:prSet presAssocID="{DE8F8FAD-95ED-4D2A-8AE0-6AC22359EE77}" presName="hierRoot2" presStyleCnt="0">
        <dgm:presLayoutVars>
          <dgm:hierBranch val="init"/>
        </dgm:presLayoutVars>
      </dgm:prSet>
      <dgm:spPr/>
    </dgm:pt>
    <dgm:pt modelId="{CA3A8578-E0E6-41A4-9352-40ADD95B85D6}" type="pres">
      <dgm:prSet presAssocID="{DE8F8FAD-95ED-4D2A-8AE0-6AC22359EE77}" presName="rootComposite" presStyleCnt="0"/>
      <dgm:spPr/>
    </dgm:pt>
    <dgm:pt modelId="{66A42085-67A4-4749-B39C-CC457FCE487E}" type="pres">
      <dgm:prSet presAssocID="{DE8F8FAD-95ED-4D2A-8AE0-6AC22359EE77}" presName="rootText" presStyleLbl="node3" presStyleIdx="4" presStyleCnt="5">
        <dgm:presLayoutVars>
          <dgm:chPref val="3"/>
        </dgm:presLayoutVars>
      </dgm:prSet>
      <dgm:spPr/>
    </dgm:pt>
    <dgm:pt modelId="{996A4CCE-EE47-4D8C-A64B-9B18DEE36BEF}" type="pres">
      <dgm:prSet presAssocID="{DE8F8FAD-95ED-4D2A-8AE0-6AC22359EE77}" presName="rootConnector" presStyleLbl="node3" presStyleIdx="4" presStyleCnt="5"/>
      <dgm:spPr/>
    </dgm:pt>
    <dgm:pt modelId="{17647125-2439-4F5F-813F-20641AD8213E}" type="pres">
      <dgm:prSet presAssocID="{DE8F8FAD-95ED-4D2A-8AE0-6AC22359EE77}" presName="hierChild4" presStyleCnt="0"/>
      <dgm:spPr/>
    </dgm:pt>
    <dgm:pt modelId="{45871B62-C632-45D3-B8CC-E5B8973C2B8B}" type="pres">
      <dgm:prSet presAssocID="{DE8F8FAD-95ED-4D2A-8AE0-6AC22359EE77}" presName="hierChild5" presStyleCnt="0"/>
      <dgm:spPr/>
    </dgm:pt>
    <dgm:pt modelId="{E7A6B836-3D25-4E08-9C95-B18274332C04}" type="pres">
      <dgm:prSet presAssocID="{10F4AA50-F138-4930-8A56-BACF1032219B}" presName="hierChild5" presStyleCnt="0"/>
      <dgm:spPr/>
    </dgm:pt>
    <dgm:pt modelId="{CA6E7800-8149-4E2F-8C6C-11622239E422}" type="pres">
      <dgm:prSet presAssocID="{B3F25F7A-9471-43D5-9F1D-E5D8F70C1648}" presName="Name37" presStyleLbl="parChTrans1D2" presStyleIdx="2" presStyleCnt="4"/>
      <dgm:spPr/>
    </dgm:pt>
    <dgm:pt modelId="{F9DDA037-F401-4B83-8ACC-C696A8A82017}" type="pres">
      <dgm:prSet presAssocID="{010FFD23-D41D-4577-9D62-3E7A0F65B74E}" presName="hierRoot2" presStyleCnt="0">
        <dgm:presLayoutVars>
          <dgm:hierBranch val="init"/>
        </dgm:presLayoutVars>
      </dgm:prSet>
      <dgm:spPr/>
    </dgm:pt>
    <dgm:pt modelId="{8FC6A423-F40B-46C0-8D1E-E253357068CB}" type="pres">
      <dgm:prSet presAssocID="{010FFD23-D41D-4577-9D62-3E7A0F65B74E}" presName="rootComposite" presStyleCnt="0"/>
      <dgm:spPr/>
    </dgm:pt>
    <dgm:pt modelId="{FBCFF6AC-E8E7-4292-BB70-752F497C92CF}" type="pres">
      <dgm:prSet presAssocID="{010FFD23-D41D-4577-9D62-3E7A0F65B74E}" presName="rootText" presStyleLbl="node2" presStyleIdx="2" presStyleCnt="3">
        <dgm:presLayoutVars>
          <dgm:chPref val="3"/>
        </dgm:presLayoutVars>
      </dgm:prSet>
      <dgm:spPr/>
    </dgm:pt>
    <dgm:pt modelId="{6DE0E877-3DC5-41FF-A1EC-9A4E61AD3C9C}" type="pres">
      <dgm:prSet presAssocID="{010FFD23-D41D-4577-9D62-3E7A0F65B74E}" presName="rootConnector" presStyleLbl="node2" presStyleIdx="2" presStyleCnt="3"/>
      <dgm:spPr/>
    </dgm:pt>
    <dgm:pt modelId="{FB93E12E-9151-4933-A896-1C07939F8284}" type="pres">
      <dgm:prSet presAssocID="{010FFD23-D41D-4577-9D62-3E7A0F65B74E}" presName="hierChild4" presStyleCnt="0"/>
      <dgm:spPr/>
    </dgm:pt>
    <dgm:pt modelId="{79BB54AA-BA16-4094-96C5-188A27F75227}" type="pres">
      <dgm:prSet presAssocID="{010FFD23-D41D-4577-9D62-3E7A0F65B74E}" presName="hierChild5" presStyleCnt="0"/>
      <dgm:spPr/>
    </dgm:pt>
    <dgm:pt modelId="{2154E077-BD73-4FB1-B090-99963B43668D}" type="pres">
      <dgm:prSet presAssocID="{3D750BFE-B6AF-4DD4-B814-DB79EE8271C3}" presName="hierChild3" presStyleCnt="0"/>
      <dgm:spPr/>
    </dgm:pt>
    <dgm:pt modelId="{1C31CB0D-8FA0-4029-BE96-BD2084925451}" type="pres">
      <dgm:prSet presAssocID="{8E3CAF92-D345-4034-B050-4F5ABFD1E75F}" presName="Name111" presStyleLbl="parChTrans1D2" presStyleIdx="3" presStyleCnt="4"/>
      <dgm:spPr/>
    </dgm:pt>
    <dgm:pt modelId="{8E819C9D-3A5E-4044-930D-52DCC4485F80}" type="pres">
      <dgm:prSet presAssocID="{217C6092-AB48-45D1-BBBF-71CD05D90EDA}" presName="hierRoot3" presStyleCnt="0">
        <dgm:presLayoutVars>
          <dgm:hierBranch val="init"/>
        </dgm:presLayoutVars>
      </dgm:prSet>
      <dgm:spPr/>
    </dgm:pt>
    <dgm:pt modelId="{85093ADA-BDFD-4BA5-9D8D-9E9EE0793D3D}" type="pres">
      <dgm:prSet presAssocID="{217C6092-AB48-45D1-BBBF-71CD05D90EDA}" presName="rootComposite3" presStyleCnt="0"/>
      <dgm:spPr/>
    </dgm:pt>
    <dgm:pt modelId="{93DD675E-24D1-4605-AB59-593850AF0DE8}" type="pres">
      <dgm:prSet presAssocID="{217C6092-AB48-45D1-BBBF-71CD05D90EDA}" presName="rootText3" presStyleLbl="asst1" presStyleIdx="0" presStyleCnt="1">
        <dgm:presLayoutVars>
          <dgm:chPref val="3"/>
        </dgm:presLayoutVars>
      </dgm:prSet>
      <dgm:spPr/>
    </dgm:pt>
    <dgm:pt modelId="{1EEB6401-F987-40E2-B84A-259BE236A61B}" type="pres">
      <dgm:prSet presAssocID="{217C6092-AB48-45D1-BBBF-71CD05D90EDA}" presName="rootConnector3" presStyleLbl="asst1" presStyleIdx="0" presStyleCnt="1"/>
      <dgm:spPr/>
    </dgm:pt>
    <dgm:pt modelId="{539969A5-A630-429C-9D72-9D568FBDAA69}" type="pres">
      <dgm:prSet presAssocID="{217C6092-AB48-45D1-BBBF-71CD05D90EDA}" presName="hierChild6" presStyleCnt="0"/>
      <dgm:spPr/>
    </dgm:pt>
    <dgm:pt modelId="{26860EFC-7E19-427C-AD8E-E0E74D314E7A}" type="pres">
      <dgm:prSet presAssocID="{217C6092-AB48-45D1-BBBF-71CD05D90EDA}" presName="hierChild7" presStyleCnt="0"/>
      <dgm:spPr/>
    </dgm:pt>
  </dgm:ptLst>
  <dgm:cxnLst>
    <dgm:cxn modelId="{0D02D903-433E-4081-A202-2B6CBBD01291}" type="presOf" srcId="{AC3AD6A3-1E07-40AB-91E8-A0EA289CA198}" destId="{A075FCD9-024C-4CA0-8463-3ED12F39FB4E}" srcOrd="0" destOrd="0" presId="urn:microsoft.com/office/officeart/2005/8/layout/orgChart1"/>
    <dgm:cxn modelId="{A6372F0E-A255-4252-938E-C78DCE39EFAC}" type="presOf" srcId="{D6D668F6-0121-426A-AD8A-5EC57DCC9696}" destId="{6BB71A7C-EAFC-471F-8A97-CD8DDE37E87E}" srcOrd="1" destOrd="0" presId="urn:microsoft.com/office/officeart/2005/8/layout/orgChart1"/>
    <dgm:cxn modelId="{4264580F-5BEF-4CB6-8A8C-5CC6CC6316CF}" srcId="{8DEF4A3D-F139-444B-BE02-19518C214AA1}" destId="{D6D668F6-0121-426A-AD8A-5EC57DCC9696}" srcOrd="1" destOrd="0" parTransId="{E0426DE1-78CF-4871-83B2-E4A2231609EE}" sibTransId="{929B78CF-FF1D-4CE4-B1B5-53D51B9C8D29}"/>
    <dgm:cxn modelId="{80E15A0F-AF74-4927-8EA3-7E38BB2B98FA}" type="presOf" srcId="{D6D668F6-0121-426A-AD8A-5EC57DCC9696}" destId="{A3743C7B-3A97-4B42-8550-D868405361AC}" srcOrd="0" destOrd="0" presId="urn:microsoft.com/office/officeart/2005/8/layout/orgChart1"/>
    <dgm:cxn modelId="{6368DA14-01B0-46B5-8908-24488A7CFC63}" srcId="{9B57B4E4-BACA-4E6B-9507-FF9662280015}" destId="{BEF2A2A6-E580-4538-9668-858E430C6CC3}" srcOrd="2" destOrd="0" parTransId="{36DAFCA7-5BEE-46CC-8A22-FA134262A89A}" sibTransId="{2119A932-FBB0-4064-9ACE-628E598182BF}"/>
    <dgm:cxn modelId="{AD72C31C-D2A9-4FB1-B7E7-95496DAD9CDD}" type="presOf" srcId="{AC3AD6A3-1E07-40AB-91E8-A0EA289CA198}" destId="{6CDE2FFE-56D5-41C1-AF3D-035BDA79A30C}" srcOrd="1" destOrd="0" presId="urn:microsoft.com/office/officeart/2005/8/layout/orgChart1"/>
    <dgm:cxn modelId="{CA30E528-F7D5-48AC-A44A-8540B7A2B7F3}" type="presOf" srcId="{E0426DE1-78CF-4871-83B2-E4A2231609EE}" destId="{0A6FA377-15BC-46D9-AAE2-66C8CF2DB307}" srcOrd="0" destOrd="0" presId="urn:microsoft.com/office/officeart/2005/8/layout/orgChart1"/>
    <dgm:cxn modelId="{7BEB952A-D1BD-4301-B815-8DA6EE8975F4}" type="presOf" srcId="{8B963F1A-3E68-4D58-B149-8DE57AF0B420}" destId="{0D27B12A-04B7-46F2-BD20-A768FE80B2DE}" srcOrd="0" destOrd="0" presId="urn:microsoft.com/office/officeart/2005/8/layout/orgChart1"/>
    <dgm:cxn modelId="{CBE4AA2D-D2B5-4CB2-8420-8243EE8584D2}" type="presOf" srcId="{4D0B359F-F733-4385-B119-B29B237848A2}" destId="{502CA699-D971-485D-B7B0-3D9CAFF2C206}" srcOrd="0" destOrd="0" presId="urn:microsoft.com/office/officeart/2005/8/layout/orgChart1"/>
    <dgm:cxn modelId="{6E49DB2D-7490-427D-A7B4-C12E4ADFA931}" type="presOf" srcId="{3D750BFE-B6AF-4DD4-B814-DB79EE8271C3}" destId="{BC55934C-4717-4EC5-B210-67ECA8D81855}" srcOrd="1" destOrd="0" presId="urn:microsoft.com/office/officeart/2005/8/layout/orgChart1"/>
    <dgm:cxn modelId="{22BF6136-50C4-4025-A667-21DFFE950606}" type="presOf" srcId="{9B57B4E4-BACA-4E6B-9507-FF9662280015}" destId="{DF6B906D-A48D-460A-90B7-32EFEA49B23D}" srcOrd="1" destOrd="0" presId="urn:microsoft.com/office/officeart/2005/8/layout/orgChart1"/>
    <dgm:cxn modelId="{6C1CC35D-518C-4AE5-A58E-CD644FA88489}" type="presOf" srcId="{010FFD23-D41D-4577-9D62-3E7A0F65B74E}" destId="{6DE0E877-3DC5-41FF-A1EC-9A4E61AD3C9C}" srcOrd="1" destOrd="0" presId="urn:microsoft.com/office/officeart/2005/8/layout/orgChart1"/>
    <dgm:cxn modelId="{3A6D6964-73E3-4FA0-9A53-2048AA01371A}" type="presOf" srcId="{BEF2A2A6-E580-4538-9668-858E430C6CC3}" destId="{B1AB214C-E51F-4C20-93C3-827D90F349CA}" srcOrd="1" destOrd="0" presId="urn:microsoft.com/office/officeart/2005/8/layout/orgChart1"/>
    <dgm:cxn modelId="{CFCA7146-B7D9-4CE4-910E-48489B319ECE}" srcId="{3D750BFE-B6AF-4DD4-B814-DB79EE8271C3}" destId="{217C6092-AB48-45D1-BBBF-71CD05D90EDA}" srcOrd="0" destOrd="0" parTransId="{8E3CAF92-D345-4034-B050-4F5ABFD1E75F}" sibTransId="{2CDC05B7-127D-4636-B938-6422B0044CAB}"/>
    <dgm:cxn modelId="{590F4B47-3754-40FD-9094-F19314122CA5}" type="presOf" srcId="{9B57B4E4-BACA-4E6B-9507-FF9662280015}" destId="{A27A2CFC-37DA-47C5-ADB5-872883FDAE54}" srcOrd="0" destOrd="0" presId="urn:microsoft.com/office/officeart/2005/8/layout/orgChart1"/>
    <dgm:cxn modelId="{70BE1F6A-595E-4A88-A886-68A31A0A7D0B}" type="presOf" srcId="{4334AB1C-447C-4FB0-8716-150EC7775B44}" destId="{BDCE2E16-0DBF-4726-9314-3AE1EB6C372A}" srcOrd="1" destOrd="0" presId="urn:microsoft.com/office/officeart/2005/8/layout/orgChart1"/>
    <dgm:cxn modelId="{B12EA24D-8000-40DE-BA5E-EE22976DD737}" srcId="{8DEF4A3D-F139-444B-BE02-19518C214AA1}" destId="{4334AB1C-447C-4FB0-8716-150EC7775B44}" srcOrd="0" destOrd="0" parTransId="{55638343-620B-4C90-AFA5-26A23249364E}" sibTransId="{44F43077-2858-461D-98A5-17887E2C9E40}"/>
    <dgm:cxn modelId="{A8B3B56D-BB46-4A39-93C4-9DEEC7F1B7E4}" srcId="{EBAC526B-11E2-418D-89A0-9D8238DE276C}" destId="{3D750BFE-B6AF-4DD4-B814-DB79EE8271C3}" srcOrd="0" destOrd="0" parTransId="{F7BA7A29-D8B8-448D-A495-BB43D6CDEC62}" sibTransId="{D46AC76A-C536-4860-9473-4A71B8E7BA29}"/>
    <dgm:cxn modelId="{CE3C3350-1C83-4AC5-9AB0-1E2AC5C96EE0}" type="presOf" srcId="{36DAFCA7-5BEE-46CC-8A22-FA134262A89A}" destId="{862901AA-FFCB-4098-A1BC-B523F337B507}" srcOrd="0" destOrd="0" presId="urn:microsoft.com/office/officeart/2005/8/layout/orgChart1"/>
    <dgm:cxn modelId="{B47A4A71-4DA4-4DD9-B78E-8413F82EEC99}" type="presOf" srcId="{55638343-620B-4C90-AFA5-26A23249364E}" destId="{A1C35F8F-27D8-4CB2-A21E-5CDF1607E1A0}" srcOrd="0" destOrd="0" presId="urn:microsoft.com/office/officeart/2005/8/layout/orgChart1"/>
    <dgm:cxn modelId="{FBFA7351-6A62-4597-82B0-6A40179A4F86}" type="presOf" srcId="{7C5AA968-57D1-4E16-B2A3-E13F41EF3957}" destId="{3DFED01D-D1BB-4FDE-8CFD-081325BBA9F2}" srcOrd="0" destOrd="0" presId="urn:microsoft.com/office/officeart/2005/8/layout/orgChart1"/>
    <dgm:cxn modelId="{941E8F56-F88D-4B6D-8001-89E69B1547A0}" type="presOf" srcId="{3D750BFE-B6AF-4DD4-B814-DB79EE8271C3}" destId="{2D54279A-90EF-4E8D-A8F3-C8A9A2733521}" srcOrd="0" destOrd="0" presId="urn:microsoft.com/office/officeart/2005/8/layout/orgChart1"/>
    <dgm:cxn modelId="{6040B777-0781-424A-94E8-0E9CC6344C53}" type="presOf" srcId="{7FB399FF-64DB-4906-8CFC-5B6B07A7C8CC}" destId="{0068C1A1-1F1C-4245-833B-A9E56B02DCE0}" srcOrd="0" destOrd="0" presId="urn:microsoft.com/office/officeart/2005/8/layout/orgChart1"/>
    <dgm:cxn modelId="{AF0EB97E-73D0-43F3-82DF-99580EBF645C}" type="presOf" srcId="{EBAC526B-11E2-418D-89A0-9D8238DE276C}" destId="{B4067CB5-D668-413B-9158-458266707B64}" srcOrd="0" destOrd="0" presId="urn:microsoft.com/office/officeart/2005/8/layout/orgChart1"/>
    <dgm:cxn modelId="{6C57CF7E-1BED-46A9-89C6-61A3D424186F}" srcId="{9B57B4E4-BACA-4E6B-9507-FF9662280015}" destId="{AC3AD6A3-1E07-40AB-91E8-A0EA289CA198}" srcOrd="0" destOrd="0" parTransId="{0A42E4E8-6836-4CEB-8FB3-F967E868B576}" sibTransId="{8EE56D38-C5A8-40D9-8B96-BC7BABF39BE9}"/>
    <dgm:cxn modelId="{4D0D1F7F-E1A8-447E-811D-2A1F701B38FC}" srcId="{10F4AA50-F138-4930-8A56-BACF1032219B}" destId="{4D0B359F-F733-4385-B119-B29B237848A2}" srcOrd="0" destOrd="0" parTransId="{7FB399FF-64DB-4906-8CFC-5B6B07A7C8CC}" sibTransId="{B78460DD-0A21-4C2B-9AB8-2B329CB7056C}"/>
    <dgm:cxn modelId="{27EC0D85-4A72-41B4-B05F-047966DF5742}" srcId="{3D750BFE-B6AF-4DD4-B814-DB79EE8271C3}" destId="{10F4AA50-F138-4930-8A56-BACF1032219B}" srcOrd="2" destOrd="0" parTransId="{8B963F1A-3E68-4D58-B149-8DE57AF0B420}" sibTransId="{1CF60192-6085-4BE0-920E-2F6661413640}"/>
    <dgm:cxn modelId="{9BFD5B8A-C263-4B0A-B007-978C3D654939}" type="presOf" srcId="{217C6092-AB48-45D1-BBBF-71CD05D90EDA}" destId="{1EEB6401-F987-40E2-B84A-259BE236A61B}" srcOrd="1" destOrd="0" presId="urn:microsoft.com/office/officeart/2005/8/layout/orgChart1"/>
    <dgm:cxn modelId="{397C95A1-F99E-4519-8D9B-D5FBDAE56BF4}" srcId="{9B57B4E4-BACA-4E6B-9507-FF9662280015}" destId="{8DEF4A3D-F139-444B-BE02-19518C214AA1}" srcOrd="1" destOrd="0" parTransId="{2439457C-DE1F-4C31-A8F3-0D3C9894DB73}" sibTransId="{11E239EC-283A-40F2-ADE9-A5D1280F462F}"/>
    <dgm:cxn modelId="{548E32B9-8EA6-4A87-A962-5EA65C43BCF8}" type="presOf" srcId="{B3F25F7A-9471-43D5-9F1D-E5D8F70C1648}" destId="{CA6E7800-8149-4E2F-8C6C-11622239E422}" srcOrd="0" destOrd="0" presId="urn:microsoft.com/office/officeart/2005/8/layout/orgChart1"/>
    <dgm:cxn modelId="{549A0CC0-F448-4241-8899-27BA000238F1}" type="presOf" srcId="{217C6092-AB48-45D1-BBBF-71CD05D90EDA}" destId="{93DD675E-24D1-4605-AB59-593850AF0DE8}" srcOrd="0" destOrd="0" presId="urn:microsoft.com/office/officeart/2005/8/layout/orgChart1"/>
    <dgm:cxn modelId="{96DF21CE-9AFC-48F6-925F-5F3409923E38}" srcId="{3D750BFE-B6AF-4DD4-B814-DB79EE8271C3}" destId="{010FFD23-D41D-4577-9D62-3E7A0F65B74E}" srcOrd="3" destOrd="0" parTransId="{B3F25F7A-9471-43D5-9F1D-E5D8F70C1648}" sibTransId="{01C6857F-C32E-4DD3-8753-E1DFA2E9E2EC}"/>
    <dgm:cxn modelId="{8B6D5ECF-08B5-4163-8654-4D56CD0824C9}" srcId="{3D750BFE-B6AF-4DD4-B814-DB79EE8271C3}" destId="{9B57B4E4-BACA-4E6B-9507-FF9662280015}" srcOrd="1" destOrd="0" parTransId="{7C5AA968-57D1-4E16-B2A3-E13F41EF3957}" sibTransId="{C532138C-1C06-4E32-87F6-62D1FD3242C9}"/>
    <dgm:cxn modelId="{847781D6-B186-4ABE-961B-E5656AFECF16}" type="presOf" srcId="{BEF2A2A6-E580-4538-9668-858E430C6CC3}" destId="{D84BC931-142B-4C75-830B-E33640BB8132}" srcOrd="0" destOrd="0" presId="urn:microsoft.com/office/officeart/2005/8/layout/orgChart1"/>
    <dgm:cxn modelId="{165F7CD7-153E-4F53-B108-95FE97652A7C}" srcId="{10F4AA50-F138-4930-8A56-BACF1032219B}" destId="{DE8F8FAD-95ED-4D2A-8AE0-6AC22359EE77}" srcOrd="1" destOrd="0" parTransId="{4138DF2A-F524-4BC2-9983-B6DF28465175}" sibTransId="{80833C0C-AD56-4491-9520-EE27CEA989F9}"/>
    <dgm:cxn modelId="{625D30D8-CB2E-41C7-AE0E-B3965CAE6640}" type="presOf" srcId="{DE8F8FAD-95ED-4D2A-8AE0-6AC22359EE77}" destId="{996A4CCE-EE47-4D8C-A64B-9B18DEE36BEF}" srcOrd="1" destOrd="0" presId="urn:microsoft.com/office/officeart/2005/8/layout/orgChart1"/>
    <dgm:cxn modelId="{56C98EDB-DEF6-422B-A472-C1DC63288BC0}" type="presOf" srcId="{10F4AA50-F138-4930-8A56-BACF1032219B}" destId="{2DB425E9-0BC4-49C4-A7B1-0D4AF9416950}" srcOrd="1" destOrd="0" presId="urn:microsoft.com/office/officeart/2005/8/layout/orgChart1"/>
    <dgm:cxn modelId="{1304DFDB-F9A1-4CE5-ACA8-336C5E827ABB}" type="presOf" srcId="{4D0B359F-F733-4385-B119-B29B237848A2}" destId="{8738407A-AC68-416D-835D-1EFE3FC17612}" srcOrd="1" destOrd="0" presId="urn:microsoft.com/office/officeart/2005/8/layout/orgChart1"/>
    <dgm:cxn modelId="{0D1364E3-50EF-4DC0-991C-A11D358A7703}" type="presOf" srcId="{0A42E4E8-6836-4CEB-8FB3-F967E868B576}" destId="{CCF71AFE-CE64-40E5-A9E5-AE16BE6EF27C}" srcOrd="0" destOrd="0" presId="urn:microsoft.com/office/officeart/2005/8/layout/orgChart1"/>
    <dgm:cxn modelId="{FA4E1BE4-F491-4DCF-97A8-BBCBF58A45A8}" type="presOf" srcId="{4334AB1C-447C-4FB0-8716-150EC7775B44}" destId="{D78DDC26-FF1A-44FD-845A-CD49D9B5988B}" srcOrd="0" destOrd="0" presId="urn:microsoft.com/office/officeart/2005/8/layout/orgChart1"/>
    <dgm:cxn modelId="{7C81A1E4-9270-414F-B06E-AF424DE02AEC}" type="presOf" srcId="{4138DF2A-F524-4BC2-9983-B6DF28465175}" destId="{2C8827F2-1B29-4E53-8F19-02449E9CD730}" srcOrd="0" destOrd="0" presId="urn:microsoft.com/office/officeart/2005/8/layout/orgChart1"/>
    <dgm:cxn modelId="{9A571EE7-2FA9-4FE4-9865-C6B1A9202CD2}" type="presOf" srcId="{8DEF4A3D-F139-444B-BE02-19518C214AA1}" destId="{5B8B8A51-FE96-47C6-B3AF-0724FDFA1717}" srcOrd="1" destOrd="0" presId="urn:microsoft.com/office/officeart/2005/8/layout/orgChart1"/>
    <dgm:cxn modelId="{100CC9F4-049B-4CF1-A72A-E9D51F3CB4E5}" type="presOf" srcId="{10F4AA50-F138-4930-8A56-BACF1032219B}" destId="{B0946154-5838-42FB-8665-95989C656178}" srcOrd="0" destOrd="0" presId="urn:microsoft.com/office/officeart/2005/8/layout/orgChart1"/>
    <dgm:cxn modelId="{AB6330F5-55EA-4DAF-9AF1-9B270E9EF5F1}" type="presOf" srcId="{8DEF4A3D-F139-444B-BE02-19518C214AA1}" destId="{AF70D474-5C23-4537-976F-A8FE35523E0D}" srcOrd="0" destOrd="0" presId="urn:microsoft.com/office/officeart/2005/8/layout/orgChart1"/>
    <dgm:cxn modelId="{64DD14F7-CDC1-4E2E-A913-1ADE6519BED9}" type="presOf" srcId="{2439457C-DE1F-4C31-A8F3-0D3C9894DB73}" destId="{2EF9BD5B-9CD1-4A64-8CB4-4F3D98CB6F7A}" srcOrd="0" destOrd="0" presId="urn:microsoft.com/office/officeart/2005/8/layout/orgChart1"/>
    <dgm:cxn modelId="{E54D81F8-6CF9-46CB-8E1F-352CD6948AA7}" type="presOf" srcId="{010FFD23-D41D-4577-9D62-3E7A0F65B74E}" destId="{FBCFF6AC-E8E7-4292-BB70-752F497C92CF}" srcOrd="0" destOrd="0" presId="urn:microsoft.com/office/officeart/2005/8/layout/orgChart1"/>
    <dgm:cxn modelId="{E32FE7F9-2D95-4C54-A6F0-2D3F3B892A8A}" type="presOf" srcId="{8E3CAF92-D345-4034-B050-4F5ABFD1E75F}" destId="{1C31CB0D-8FA0-4029-BE96-BD2084925451}" srcOrd="0" destOrd="0" presId="urn:microsoft.com/office/officeart/2005/8/layout/orgChart1"/>
    <dgm:cxn modelId="{F3F7E8FB-1DF4-489D-B55E-A024D2DE219F}" type="presOf" srcId="{DE8F8FAD-95ED-4D2A-8AE0-6AC22359EE77}" destId="{66A42085-67A4-4749-B39C-CC457FCE487E}" srcOrd="0" destOrd="0" presId="urn:microsoft.com/office/officeart/2005/8/layout/orgChart1"/>
    <dgm:cxn modelId="{7100BD09-37E7-4F53-B221-86E71E9199EA}" type="presParOf" srcId="{B4067CB5-D668-413B-9158-458266707B64}" destId="{606614B3-A37E-4A0B-A55C-9FF0208B777F}" srcOrd="0" destOrd="0" presId="urn:microsoft.com/office/officeart/2005/8/layout/orgChart1"/>
    <dgm:cxn modelId="{9F1ADDC8-725A-4C1C-BA75-1F924446C46D}" type="presParOf" srcId="{606614B3-A37E-4A0B-A55C-9FF0208B777F}" destId="{970C66A6-5E15-47BE-A496-4B6EC92F55B5}" srcOrd="0" destOrd="0" presId="urn:microsoft.com/office/officeart/2005/8/layout/orgChart1"/>
    <dgm:cxn modelId="{C20CE094-51AE-491E-ADFB-AE49037D158F}" type="presParOf" srcId="{970C66A6-5E15-47BE-A496-4B6EC92F55B5}" destId="{2D54279A-90EF-4E8D-A8F3-C8A9A2733521}" srcOrd="0" destOrd="0" presId="urn:microsoft.com/office/officeart/2005/8/layout/orgChart1"/>
    <dgm:cxn modelId="{8A4E1335-2061-4414-8CE5-1AA500E8A0BA}" type="presParOf" srcId="{970C66A6-5E15-47BE-A496-4B6EC92F55B5}" destId="{BC55934C-4717-4EC5-B210-67ECA8D81855}" srcOrd="1" destOrd="0" presId="urn:microsoft.com/office/officeart/2005/8/layout/orgChart1"/>
    <dgm:cxn modelId="{3362930B-4029-4232-9401-64DF5140A705}" type="presParOf" srcId="{606614B3-A37E-4A0B-A55C-9FF0208B777F}" destId="{AAF1901B-9411-48FD-803C-E3993381B17A}" srcOrd="1" destOrd="0" presId="urn:microsoft.com/office/officeart/2005/8/layout/orgChart1"/>
    <dgm:cxn modelId="{E2E58608-62C4-4125-867E-001042E50BF2}" type="presParOf" srcId="{AAF1901B-9411-48FD-803C-E3993381B17A}" destId="{3DFED01D-D1BB-4FDE-8CFD-081325BBA9F2}" srcOrd="0" destOrd="0" presId="urn:microsoft.com/office/officeart/2005/8/layout/orgChart1"/>
    <dgm:cxn modelId="{E7DA8ED6-0E21-49E3-A60C-F55090CE3DCC}" type="presParOf" srcId="{AAF1901B-9411-48FD-803C-E3993381B17A}" destId="{76E2E7F7-E463-4EBB-9760-490472591719}" srcOrd="1" destOrd="0" presId="urn:microsoft.com/office/officeart/2005/8/layout/orgChart1"/>
    <dgm:cxn modelId="{C5BB19E6-B1B4-4B8C-9FF0-E4072853281E}" type="presParOf" srcId="{76E2E7F7-E463-4EBB-9760-490472591719}" destId="{8EC185A1-F7FF-4D67-B959-9C2C67B0D89B}" srcOrd="0" destOrd="0" presId="urn:microsoft.com/office/officeart/2005/8/layout/orgChart1"/>
    <dgm:cxn modelId="{3EE1912C-32F9-4827-A6A4-DCD64BD1A8F8}" type="presParOf" srcId="{8EC185A1-F7FF-4D67-B959-9C2C67B0D89B}" destId="{A27A2CFC-37DA-47C5-ADB5-872883FDAE54}" srcOrd="0" destOrd="0" presId="urn:microsoft.com/office/officeart/2005/8/layout/orgChart1"/>
    <dgm:cxn modelId="{5ECF5378-93F3-4FA3-8CFE-D769A06B9FFC}" type="presParOf" srcId="{8EC185A1-F7FF-4D67-B959-9C2C67B0D89B}" destId="{DF6B906D-A48D-460A-90B7-32EFEA49B23D}" srcOrd="1" destOrd="0" presId="urn:microsoft.com/office/officeart/2005/8/layout/orgChart1"/>
    <dgm:cxn modelId="{C8764895-3796-412E-BDBF-000DB5893809}" type="presParOf" srcId="{76E2E7F7-E463-4EBB-9760-490472591719}" destId="{7FB3446A-D678-4DEF-8B26-02541AAE7452}" srcOrd="1" destOrd="0" presId="urn:microsoft.com/office/officeart/2005/8/layout/orgChart1"/>
    <dgm:cxn modelId="{614A9231-0926-437C-B1B0-01FC20DFBFE9}" type="presParOf" srcId="{7FB3446A-D678-4DEF-8B26-02541AAE7452}" destId="{CCF71AFE-CE64-40E5-A9E5-AE16BE6EF27C}" srcOrd="0" destOrd="0" presId="urn:microsoft.com/office/officeart/2005/8/layout/orgChart1"/>
    <dgm:cxn modelId="{7A4479B9-7112-4E6E-AA9C-A12937E3DED5}" type="presParOf" srcId="{7FB3446A-D678-4DEF-8B26-02541AAE7452}" destId="{831F53DA-211A-4602-92B1-8003AEABCB27}" srcOrd="1" destOrd="0" presId="urn:microsoft.com/office/officeart/2005/8/layout/orgChart1"/>
    <dgm:cxn modelId="{24C5389C-C3DC-4D53-B685-AAC94610D80D}" type="presParOf" srcId="{831F53DA-211A-4602-92B1-8003AEABCB27}" destId="{DD230674-5B60-4176-AD32-A202A84E1D3F}" srcOrd="0" destOrd="0" presId="urn:microsoft.com/office/officeart/2005/8/layout/orgChart1"/>
    <dgm:cxn modelId="{EDAF98F8-CC76-471E-995C-30EFB55C22FC}" type="presParOf" srcId="{DD230674-5B60-4176-AD32-A202A84E1D3F}" destId="{A075FCD9-024C-4CA0-8463-3ED12F39FB4E}" srcOrd="0" destOrd="0" presId="urn:microsoft.com/office/officeart/2005/8/layout/orgChart1"/>
    <dgm:cxn modelId="{4B7CCFE4-B37F-49B2-87EE-BE63D1003519}" type="presParOf" srcId="{DD230674-5B60-4176-AD32-A202A84E1D3F}" destId="{6CDE2FFE-56D5-41C1-AF3D-035BDA79A30C}" srcOrd="1" destOrd="0" presId="urn:microsoft.com/office/officeart/2005/8/layout/orgChart1"/>
    <dgm:cxn modelId="{128123C7-04A9-4EBE-8DCB-A8256140AF67}" type="presParOf" srcId="{831F53DA-211A-4602-92B1-8003AEABCB27}" destId="{C6BFEFC1-D099-453C-B499-9B596B0E71A0}" srcOrd="1" destOrd="0" presId="urn:microsoft.com/office/officeart/2005/8/layout/orgChart1"/>
    <dgm:cxn modelId="{0E9E9206-FB30-4E45-8CFD-0A88E0AB63B7}" type="presParOf" srcId="{831F53DA-211A-4602-92B1-8003AEABCB27}" destId="{D09FABAA-4B10-499E-9FA2-875A3DA6D534}" srcOrd="2" destOrd="0" presId="urn:microsoft.com/office/officeart/2005/8/layout/orgChart1"/>
    <dgm:cxn modelId="{6D2EE1FB-16F7-473D-BFCB-E92789D723B3}" type="presParOf" srcId="{7FB3446A-D678-4DEF-8B26-02541AAE7452}" destId="{2EF9BD5B-9CD1-4A64-8CB4-4F3D98CB6F7A}" srcOrd="2" destOrd="0" presId="urn:microsoft.com/office/officeart/2005/8/layout/orgChart1"/>
    <dgm:cxn modelId="{D902890F-169D-43F0-A503-5C427EA3346E}" type="presParOf" srcId="{7FB3446A-D678-4DEF-8B26-02541AAE7452}" destId="{1E8CC3F2-6ECD-44CB-8CBE-91AF455D3914}" srcOrd="3" destOrd="0" presId="urn:microsoft.com/office/officeart/2005/8/layout/orgChart1"/>
    <dgm:cxn modelId="{83791532-BB54-456E-834F-CAC73AA878C4}" type="presParOf" srcId="{1E8CC3F2-6ECD-44CB-8CBE-91AF455D3914}" destId="{DA344ADD-5C49-4F9B-94AB-B1D33BC80403}" srcOrd="0" destOrd="0" presId="urn:microsoft.com/office/officeart/2005/8/layout/orgChart1"/>
    <dgm:cxn modelId="{118834A1-38FF-4A5B-8A7B-1869B2284E0A}" type="presParOf" srcId="{DA344ADD-5C49-4F9B-94AB-B1D33BC80403}" destId="{AF70D474-5C23-4537-976F-A8FE35523E0D}" srcOrd="0" destOrd="0" presId="urn:microsoft.com/office/officeart/2005/8/layout/orgChart1"/>
    <dgm:cxn modelId="{6AD3436C-F00B-4C71-958A-38CE951256CF}" type="presParOf" srcId="{DA344ADD-5C49-4F9B-94AB-B1D33BC80403}" destId="{5B8B8A51-FE96-47C6-B3AF-0724FDFA1717}" srcOrd="1" destOrd="0" presId="urn:microsoft.com/office/officeart/2005/8/layout/orgChart1"/>
    <dgm:cxn modelId="{4B2773DE-9F02-4B9A-B21D-FAB0D9D60CB2}" type="presParOf" srcId="{1E8CC3F2-6ECD-44CB-8CBE-91AF455D3914}" destId="{51B92009-A8B6-4400-9ACF-42694FE81B47}" srcOrd="1" destOrd="0" presId="urn:microsoft.com/office/officeart/2005/8/layout/orgChart1"/>
    <dgm:cxn modelId="{A27C7500-D01B-4771-9351-96978C6CD556}" type="presParOf" srcId="{51B92009-A8B6-4400-9ACF-42694FE81B47}" destId="{A1C35F8F-27D8-4CB2-A21E-5CDF1607E1A0}" srcOrd="0" destOrd="0" presId="urn:microsoft.com/office/officeart/2005/8/layout/orgChart1"/>
    <dgm:cxn modelId="{715D3D7B-5044-45DF-8B36-05F9FB58686D}" type="presParOf" srcId="{51B92009-A8B6-4400-9ACF-42694FE81B47}" destId="{16907562-5384-4CCE-AF2F-A155903C007B}" srcOrd="1" destOrd="0" presId="urn:microsoft.com/office/officeart/2005/8/layout/orgChart1"/>
    <dgm:cxn modelId="{1B5C5E36-3C1E-4713-8831-9EA9ED260032}" type="presParOf" srcId="{16907562-5384-4CCE-AF2F-A155903C007B}" destId="{16D27541-52D2-4BF5-BC85-2E6C7CB06826}" srcOrd="0" destOrd="0" presId="urn:microsoft.com/office/officeart/2005/8/layout/orgChart1"/>
    <dgm:cxn modelId="{EEDA582F-B1CD-4B61-A6F2-FABB6053FFCF}" type="presParOf" srcId="{16D27541-52D2-4BF5-BC85-2E6C7CB06826}" destId="{D78DDC26-FF1A-44FD-845A-CD49D9B5988B}" srcOrd="0" destOrd="0" presId="urn:microsoft.com/office/officeart/2005/8/layout/orgChart1"/>
    <dgm:cxn modelId="{34DF6C80-4167-47A7-AA7B-CB9873052A10}" type="presParOf" srcId="{16D27541-52D2-4BF5-BC85-2E6C7CB06826}" destId="{BDCE2E16-0DBF-4726-9314-3AE1EB6C372A}" srcOrd="1" destOrd="0" presId="urn:microsoft.com/office/officeart/2005/8/layout/orgChart1"/>
    <dgm:cxn modelId="{0B3B12FF-E2DA-43E9-B8EF-BAB9AB62F322}" type="presParOf" srcId="{16907562-5384-4CCE-AF2F-A155903C007B}" destId="{F78C180D-728C-4C2C-ACEA-001E0FFE3D78}" srcOrd="1" destOrd="0" presId="urn:microsoft.com/office/officeart/2005/8/layout/orgChart1"/>
    <dgm:cxn modelId="{88F41AAF-15E7-427F-8203-B1E8176CE82C}" type="presParOf" srcId="{16907562-5384-4CCE-AF2F-A155903C007B}" destId="{B6B7953C-A846-477A-9201-C366B7049A3C}" srcOrd="2" destOrd="0" presId="urn:microsoft.com/office/officeart/2005/8/layout/orgChart1"/>
    <dgm:cxn modelId="{9CE689B3-D08E-48AB-967F-509B482642A5}" type="presParOf" srcId="{51B92009-A8B6-4400-9ACF-42694FE81B47}" destId="{0A6FA377-15BC-46D9-AAE2-66C8CF2DB307}" srcOrd="2" destOrd="0" presId="urn:microsoft.com/office/officeart/2005/8/layout/orgChart1"/>
    <dgm:cxn modelId="{0FF91196-46BC-4E05-9467-A588D50DD046}" type="presParOf" srcId="{51B92009-A8B6-4400-9ACF-42694FE81B47}" destId="{60C4CD96-3F71-482C-A7AF-23AE1A435139}" srcOrd="3" destOrd="0" presId="urn:microsoft.com/office/officeart/2005/8/layout/orgChart1"/>
    <dgm:cxn modelId="{3B4FB167-D3B2-451E-9915-A2B776FAD54D}" type="presParOf" srcId="{60C4CD96-3F71-482C-A7AF-23AE1A435139}" destId="{B1C93AD7-B0B1-4C60-9D3E-F1E7F76DF36B}" srcOrd="0" destOrd="0" presId="urn:microsoft.com/office/officeart/2005/8/layout/orgChart1"/>
    <dgm:cxn modelId="{F9CD9DC1-AD49-493D-B706-C4A10866F010}" type="presParOf" srcId="{B1C93AD7-B0B1-4C60-9D3E-F1E7F76DF36B}" destId="{A3743C7B-3A97-4B42-8550-D868405361AC}" srcOrd="0" destOrd="0" presId="urn:microsoft.com/office/officeart/2005/8/layout/orgChart1"/>
    <dgm:cxn modelId="{CA7B5E84-C233-4985-947A-9908CBDE9B57}" type="presParOf" srcId="{B1C93AD7-B0B1-4C60-9D3E-F1E7F76DF36B}" destId="{6BB71A7C-EAFC-471F-8A97-CD8DDE37E87E}" srcOrd="1" destOrd="0" presId="urn:microsoft.com/office/officeart/2005/8/layout/orgChart1"/>
    <dgm:cxn modelId="{6058D729-9E83-4D86-B42A-64D4CF1B63CC}" type="presParOf" srcId="{60C4CD96-3F71-482C-A7AF-23AE1A435139}" destId="{83BBB589-333C-4CF1-BE88-EF33A23B127D}" srcOrd="1" destOrd="0" presId="urn:microsoft.com/office/officeart/2005/8/layout/orgChart1"/>
    <dgm:cxn modelId="{1478E7C9-9F33-4924-A9C2-23A4C2B4127A}" type="presParOf" srcId="{60C4CD96-3F71-482C-A7AF-23AE1A435139}" destId="{18937323-9B04-4FC7-989C-C74D45C99B5C}" srcOrd="2" destOrd="0" presId="urn:microsoft.com/office/officeart/2005/8/layout/orgChart1"/>
    <dgm:cxn modelId="{3D270DA3-619B-407B-93A0-B545FEE4BC7A}" type="presParOf" srcId="{1E8CC3F2-6ECD-44CB-8CBE-91AF455D3914}" destId="{EB656CB6-25A3-45DD-8AAA-6EA9078784EE}" srcOrd="2" destOrd="0" presId="urn:microsoft.com/office/officeart/2005/8/layout/orgChart1"/>
    <dgm:cxn modelId="{930E9C78-FCB2-413E-B702-DDAC43DF0268}" type="presParOf" srcId="{7FB3446A-D678-4DEF-8B26-02541AAE7452}" destId="{862901AA-FFCB-4098-A1BC-B523F337B507}" srcOrd="4" destOrd="0" presId="urn:microsoft.com/office/officeart/2005/8/layout/orgChart1"/>
    <dgm:cxn modelId="{A2A3079D-9FDB-41E3-BAF9-BB3087CC1000}" type="presParOf" srcId="{7FB3446A-D678-4DEF-8B26-02541AAE7452}" destId="{4AFC9AD9-9DFE-4CD1-8727-D186993A34AC}" srcOrd="5" destOrd="0" presId="urn:microsoft.com/office/officeart/2005/8/layout/orgChart1"/>
    <dgm:cxn modelId="{715086C0-2448-4350-A940-E5D57A1FA96E}" type="presParOf" srcId="{4AFC9AD9-9DFE-4CD1-8727-D186993A34AC}" destId="{23FCE845-0C9D-46B2-896A-AF5FC5CED83D}" srcOrd="0" destOrd="0" presId="urn:microsoft.com/office/officeart/2005/8/layout/orgChart1"/>
    <dgm:cxn modelId="{25DEB5AB-D0E6-4094-9B4B-7B224EBD8047}" type="presParOf" srcId="{23FCE845-0C9D-46B2-896A-AF5FC5CED83D}" destId="{D84BC931-142B-4C75-830B-E33640BB8132}" srcOrd="0" destOrd="0" presId="urn:microsoft.com/office/officeart/2005/8/layout/orgChart1"/>
    <dgm:cxn modelId="{B9CAAF22-230A-403B-9305-F123D9B29834}" type="presParOf" srcId="{23FCE845-0C9D-46B2-896A-AF5FC5CED83D}" destId="{B1AB214C-E51F-4C20-93C3-827D90F349CA}" srcOrd="1" destOrd="0" presId="urn:microsoft.com/office/officeart/2005/8/layout/orgChart1"/>
    <dgm:cxn modelId="{BE7F6FEC-05D8-4489-9F28-A34F6C75299C}" type="presParOf" srcId="{4AFC9AD9-9DFE-4CD1-8727-D186993A34AC}" destId="{AF808BB0-0050-4096-9940-9A1F41B09ECD}" srcOrd="1" destOrd="0" presId="urn:microsoft.com/office/officeart/2005/8/layout/orgChart1"/>
    <dgm:cxn modelId="{8565EEF2-BE2E-42F9-9E83-186E4086C165}" type="presParOf" srcId="{4AFC9AD9-9DFE-4CD1-8727-D186993A34AC}" destId="{CFAB6ACD-D701-479E-8D20-AD4C9653A146}" srcOrd="2" destOrd="0" presId="urn:microsoft.com/office/officeart/2005/8/layout/orgChart1"/>
    <dgm:cxn modelId="{D9A47820-F8C7-47AA-B32A-D8031EF56606}" type="presParOf" srcId="{76E2E7F7-E463-4EBB-9760-490472591719}" destId="{7A81FD14-79CF-474E-9EA9-D5B7C69C6FED}" srcOrd="2" destOrd="0" presId="urn:microsoft.com/office/officeart/2005/8/layout/orgChart1"/>
    <dgm:cxn modelId="{04288D76-4038-44B6-BBC1-2D56A74FA6C6}" type="presParOf" srcId="{AAF1901B-9411-48FD-803C-E3993381B17A}" destId="{0D27B12A-04B7-46F2-BD20-A768FE80B2DE}" srcOrd="2" destOrd="0" presId="urn:microsoft.com/office/officeart/2005/8/layout/orgChart1"/>
    <dgm:cxn modelId="{6FA21864-DDE7-490E-8B5D-743561D537AB}" type="presParOf" srcId="{AAF1901B-9411-48FD-803C-E3993381B17A}" destId="{34D42009-D38C-4AD4-A3FB-1AB54D744692}" srcOrd="3" destOrd="0" presId="urn:microsoft.com/office/officeart/2005/8/layout/orgChart1"/>
    <dgm:cxn modelId="{CC718CD5-4493-475C-B67C-86B7C052A1F0}" type="presParOf" srcId="{34D42009-D38C-4AD4-A3FB-1AB54D744692}" destId="{BC72F8B2-ADB0-40A9-9523-E391B33E7ACB}" srcOrd="0" destOrd="0" presId="urn:microsoft.com/office/officeart/2005/8/layout/orgChart1"/>
    <dgm:cxn modelId="{A51303ED-F13B-4D72-981B-0862D72A6FF8}" type="presParOf" srcId="{BC72F8B2-ADB0-40A9-9523-E391B33E7ACB}" destId="{B0946154-5838-42FB-8665-95989C656178}" srcOrd="0" destOrd="0" presId="urn:microsoft.com/office/officeart/2005/8/layout/orgChart1"/>
    <dgm:cxn modelId="{4CEE7C5D-FF5A-4C7A-AD02-2F2C73ED8D84}" type="presParOf" srcId="{BC72F8B2-ADB0-40A9-9523-E391B33E7ACB}" destId="{2DB425E9-0BC4-49C4-A7B1-0D4AF9416950}" srcOrd="1" destOrd="0" presId="urn:microsoft.com/office/officeart/2005/8/layout/orgChart1"/>
    <dgm:cxn modelId="{574B4EBB-9405-49C2-91C6-88A7DB5FE027}" type="presParOf" srcId="{34D42009-D38C-4AD4-A3FB-1AB54D744692}" destId="{E65CD4E6-F65A-4A0A-84FD-146310CDADA0}" srcOrd="1" destOrd="0" presId="urn:microsoft.com/office/officeart/2005/8/layout/orgChart1"/>
    <dgm:cxn modelId="{1C017724-C3A1-47BE-A446-9F0AE23F95B7}" type="presParOf" srcId="{E65CD4E6-F65A-4A0A-84FD-146310CDADA0}" destId="{0068C1A1-1F1C-4245-833B-A9E56B02DCE0}" srcOrd="0" destOrd="0" presId="urn:microsoft.com/office/officeart/2005/8/layout/orgChart1"/>
    <dgm:cxn modelId="{401F6179-939B-46DD-ABEF-974938F40A74}" type="presParOf" srcId="{E65CD4E6-F65A-4A0A-84FD-146310CDADA0}" destId="{B60ACBE3-D2E5-44B6-8C28-22A759E57513}" srcOrd="1" destOrd="0" presId="urn:microsoft.com/office/officeart/2005/8/layout/orgChart1"/>
    <dgm:cxn modelId="{21C274F7-C25D-47D9-A198-4678D4B00415}" type="presParOf" srcId="{B60ACBE3-D2E5-44B6-8C28-22A759E57513}" destId="{C6EAAD16-EF80-4EB2-A8D7-E605C4A93CB2}" srcOrd="0" destOrd="0" presId="urn:microsoft.com/office/officeart/2005/8/layout/orgChart1"/>
    <dgm:cxn modelId="{BF45F903-BC78-4DB5-B4B7-A804CD952258}" type="presParOf" srcId="{C6EAAD16-EF80-4EB2-A8D7-E605C4A93CB2}" destId="{502CA699-D971-485D-B7B0-3D9CAFF2C206}" srcOrd="0" destOrd="0" presId="urn:microsoft.com/office/officeart/2005/8/layout/orgChart1"/>
    <dgm:cxn modelId="{C3B76690-1EF3-4FB3-85E7-10A5D14BF820}" type="presParOf" srcId="{C6EAAD16-EF80-4EB2-A8D7-E605C4A93CB2}" destId="{8738407A-AC68-416D-835D-1EFE3FC17612}" srcOrd="1" destOrd="0" presId="urn:microsoft.com/office/officeart/2005/8/layout/orgChart1"/>
    <dgm:cxn modelId="{7EBD39BE-CC74-46C4-8CB8-62E9A942DDE9}" type="presParOf" srcId="{B60ACBE3-D2E5-44B6-8C28-22A759E57513}" destId="{8C2B6D4A-0E6C-4554-B074-B3200412DB2E}" srcOrd="1" destOrd="0" presId="urn:microsoft.com/office/officeart/2005/8/layout/orgChart1"/>
    <dgm:cxn modelId="{E2E11999-D74D-4D58-A38F-1F9FFF7C0180}" type="presParOf" srcId="{B60ACBE3-D2E5-44B6-8C28-22A759E57513}" destId="{6D37C613-43F8-43B2-8423-04D281689FF3}" srcOrd="2" destOrd="0" presId="urn:microsoft.com/office/officeart/2005/8/layout/orgChart1"/>
    <dgm:cxn modelId="{9F657890-3999-4C08-9852-FEC8ED0021D0}" type="presParOf" srcId="{E65CD4E6-F65A-4A0A-84FD-146310CDADA0}" destId="{2C8827F2-1B29-4E53-8F19-02449E9CD730}" srcOrd="2" destOrd="0" presId="urn:microsoft.com/office/officeart/2005/8/layout/orgChart1"/>
    <dgm:cxn modelId="{E51BB1B9-1C6C-4D73-A30B-273FBA973169}" type="presParOf" srcId="{E65CD4E6-F65A-4A0A-84FD-146310CDADA0}" destId="{83C21626-A8D7-44DC-A8E4-A3CD7D6B4A23}" srcOrd="3" destOrd="0" presId="urn:microsoft.com/office/officeart/2005/8/layout/orgChart1"/>
    <dgm:cxn modelId="{C5A1664C-D465-400C-9E61-D5DD1B6233B2}" type="presParOf" srcId="{83C21626-A8D7-44DC-A8E4-A3CD7D6B4A23}" destId="{CA3A8578-E0E6-41A4-9352-40ADD95B85D6}" srcOrd="0" destOrd="0" presId="urn:microsoft.com/office/officeart/2005/8/layout/orgChart1"/>
    <dgm:cxn modelId="{24D63DB5-E48D-43DF-891B-DB6D9481B16E}" type="presParOf" srcId="{CA3A8578-E0E6-41A4-9352-40ADD95B85D6}" destId="{66A42085-67A4-4749-B39C-CC457FCE487E}" srcOrd="0" destOrd="0" presId="urn:microsoft.com/office/officeart/2005/8/layout/orgChart1"/>
    <dgm:cxn modelId="{AD7F065C-1A1A-4581-AB27-4DFED43EBB35}" type="presParOf" srcId="{CA3A8578-E0E6-41A4-9352-40ADD95B85D6}" destId="{996A4CCE-EE47-4D8C-A64B-9B18DEE36BEF}" srcOrd="1" destOrd="0" presId="urn:microsoft.com/office/officeart/2005/8/layout/orgChart1"/>
    <dgm:cxn modelId="{CEF9B55E-2429-4496-BDCC-004A50571316}" type="presParOf" srcId="{83C21626-A8D7-44DC-A8E4-A3CD7D6B4A23}" destId="{17647125-2439-4F5F-813F-20641AD8213E}" srcOrd="1" destOrd="0" presId="urn:microsoft.com/office/officeart/2005/8/layout/orgChart1"/>
    <dgm:cxn modelId="{BDAE6941-F9DE-4961-8598-067923897AC7}" type="presParOf" srcId="{83C21626-A8D7-44DC-A8E4-A3CD7D6B4A23}" destId="{45871B62-C632-45D3-B8CC-E5B8973C2B8B}" srcOrd="2" destOrd="0" presId="urn:microsoft.com/office/officeart/2005/8/layout/orgChart1"/>
    <dgm:cxn modelId="{086F4089-0912-4368-8EAD-41CD441C9959}" type="presParOf" srcId="{34D42009-D38C-4AD4-A3FB-1AB54D744692}" destId="{E7A6B836-3D25-4E08-9C95-B18274332C04}" srcOrd="2" destOrd="0" presId="urn:microsoft.com/office/officeart/2005/8/layout/orgChart1"/>
    <dgm:cxn modelId="{41CE8D80-84FB-42B2-9E2A-8BEF992FFA06}" type="presParOf" srcId="{AAF1901B-9411-48FD-803C-E3993381B17A}" destId="{CA6E7800-8149-4E2F-8C6C-11622239E422}" srcOrd="4" destOrd="0" presId="urn:microsoft.com/office/officeart/2005/8/layout/orgChart1"/>
    <dgm:cxn modelId="{EE9E5AE8-245C-42C1-9632-8F34A0C139CD}" type="presParOf" srcId="{AAF1901B-9411-48FD-803C-E3993381B17A}" destId="{F9DDA037-F401-4B83-8ACC-C696A8A82017}" srcOrd="5" destOrd="0" presId="urn:microsoft.com/office/officeart/2005/8/layout/orgChart1"/>
    <dgm:cxn modelId="{9238F5CD-4AE1-4B99-BECD-82AAD4D434D7}" type="presParOf" srcId="{F9DDA037-F401-4B83-8ACC-C696A8A82017}" destId="{8FC6A423-F40B-46C0-8D1E-E253357068CB}" srcOrd="0" destOrd="0" presId="urn:microsoft.com/office/officeart/2005/8/layout/orgChart1"/>
    <dgm:cxn modelId="{B520DBB7-28B9-405A-B5D0-82BF84157342}" type="presParOf" srcId="{8FC6A423-F40B-46C0-8D1E-E253357068CB}" destId="{FBCFF6AC-E8E7-4292-BB70-752F497C92CF}" srcOrd="0" destOrd="0" presId="urn:microsoft.com/office/officeart/2005/8/layout/orgChart1"/>
    <dgm:cxn modelId="{63042B6C-2449-40D8-B09A-73EE79F14EDA}" type="presParOf" srcId="{8FC6A423-F40B-46C0-8D1E-E253357068CB}" destId="{6DE0E877-3DC5-41FF-A1EC-9A4E61AD3C9C}" srcOrd="1" destOrd="0" presId="urn:microsoft.com/office/officeart/2005/8/layout/orgChart1"/>
    <dgm:cxn modelId="{818D0EEC-9CA7-47C7-9CC9-6250F5B54286}" type="presParOf" srcId="{F9DDA037-F401-4B83-8ACC-C696A8A82017}" destId="{FB93E12E-9151-4933-A896-1C07939F8284}" srcOrd="1" destOrd="0" presId="urn:microsoft.com/office/officeart/2005/8/layout/orgChart1"/>
    <dgm:cxn modelId="{5D827630-2BE3-4385-8229-6BE094BC3CAE}" type="presParOf" srcId="{F9DDA037-F401-4B83-8ACC-C696A8A82017}" destId="{79BB54AA-BA16-4094-96C5-188A27F75227}" srcOrd="2" destOrd="0" presId="urn:microsoft.com/office/officeart/2005/8/layout/orgChart1"/>
    <dgm:cxn modelId="{A6629F5B-A0F9-417C-8209-6641C1F282FC}" type="presParOf" srcId="{606614B3-A37E-4A0B-A55C-9FF0208B777F}" destId="{2154E077-BD73-4FB1-B090-99963B43668D}" srcOrd="2" destOrd="0" presId="urn:microsoft.com/office/officeart/2005/8/layout/orgChart1"/>
    <dgm:cxn modelId="{EF0D7114-7464-4419-8174-191A274DE822}" type="presParOf" srcId="{2154E077-BD73-4FB1-B090-99963B43668D}" destId="{1C31CB0D-8FA0-4029-BE96-BD2084925451}" srcOrd="0" destOrd="0" presId="urn:microsoft.com/office/officeart/2005/8/layout/orgChart1"/>
    <dgm:cxn modelId="{6BA7B67B-6C4F-4B17-AA11-F24F1757DF5F}" type="presParOf" srcId="{2154E077-BD73-4FB1-B090-99963B43668D}" destId="{8E819C9D-3A5E-4044-930D-52DCC4485F80}" srcOrd="1" destOrd="0" presId="urn:microsoft.com/office/officeart/2005/8/layout/orgChart1"/>
    <dgm:cxn modelId="{71AF328F-CD81-4D9B-BAAF-076F07939620}" type="presParOf" srcId="{8E819C9D-3A5E-4044-930D-52DCC4485F80}" destId="{85093ADA-BDFD-4BA5-9D8D-9E9EE0793D3D}" srcOrd="0" destOrd="0" presId="urn:microsoft.com/office/officeart/2005/8/layout/orgChart1"/>
    <dgm:cxn modelId="{396ABE7B-7EF2-473D-8D4D-8AA3DDA21AD9}" type="presParOf" srcId="{85093ADA-BDFD-4BA5-9D8D-9E9EE0793D3D}" destId="{93DD675E-24D1-4605-AB59-593850AF0DE8}" srcOrd="0" destOrd="0" presId="urn:microsoft.com/office/officeart/2005/8/layout/orgChart1"/>
    <dgm:cxn modelId="{7F0E643C-DF81-4C9D-9043-E3034F6CE2AE}" type="presParOf" srcId="{85093ADA-BDFD-4BA5-9D8D-9E9EE0793D3D}" destId="{1EEB6401-F987-40E2-B84A-259BE236A61B}" srcOrd="1" destOrd="0" presId="urn:microsoft.com/office/officeart/2005/8/layout/orgChart1"/>
    <dgm:cxn modelId="{18B274A0-3A10-4BD1-976C-28CF8099A9F6}" type="presParOf" srcId="{8E819C9D-3A5E-4044-930D-52DCC4485F80}" destId="{539969A5-A630-429C-9D72-9D568FBDAA69}" srcOrd="1" destOrd="0" presId="urn:microsoft.com/office/officeart/2005/8/layout/orgChart1"/>
    <dgm:cxn modelId="{63056060-7754-4AD4-901A-444DB0FD350C}" type="presParOf" srcId="{8E819C9D-3A5E-4044-930D-52DCC4485F80}" destId="{26860EFC-7E19-427C-AD8E-E0E74D314E7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1341D99-6EBB-40FB-8BC3-FAF3986C0EE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1B6ED4-4411-4D03-A1CD-9C4412169CC4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E4631D89-0FFC-4AF3-944A-DDA7291A2A44}" type="parTrans" cxnId="{A1D12EE6-AE19-4319-BC44-218DC4B09E15}">
      <dgm:prSet/>
      <dgm:spPr/>
      <dgm:t>
        <a:bodyPr/>
        <a:lstStyle/>
        <a:p>
          <a:endParaRPr lang="en-US"/>
        </a:p>
      </dgm:t>
    </dgm:pt>
    <dgm:pt modelId="{224D6140-EB63-43E2-B670-A6BE586A6537}" type="sibTrans" cxnId="{A1D12EE6-AE19-4319-BC44-218DC4B09E15}">
      <dgm:prSet/>
      <dgm:spPr/>
      <dgm:t>
        <a:bodyPr/>
        <a:lstStyle/>
        <a:p>
          <a:endParaRPr lang="en-US"/>
        </a:p>
      </dgm:t>
    </dgm:pt>
    <dgm:pt modelId="{0482CA5D-44A1-4B5E-8BEC-F451F9D20A0C}" type="asst">
      <dgm:prSet phldrT="[Text]" phldr="1"/>
      <dgm:spPr/>
      <dgm:t>
        <a:bodyPr/>
        <a:lstStyle/>
        <a:p>
          <a:endParaRPr lang="en-US"/>
        </a:p>
      </dgm:t>
    </dgm:pt>
    <dgm:pt modelId="{CBF67BB0-03A9-4C4D-A0C7-9F447BCF78A5}" type="parTrans" cxnId="{BA77140F-579C-488F-9045-D7271BCB3CC2}">
      <dgm:prSet/>
      <dgm:spPr/>
      <dgm:t>
        <a:bodyPr/>
        <a:lstStyle/>
        <a:p>
          <a:endParaRPr lang="en-US"/>
        </a:p>
      </dgm:t>
    </dgm:pt>
    <dgm:pt modelId="{4FF32ABE-EEA3-42DA-9106-49B41CE00C20}" type="sibTrans" cxnId="{BA77140F-579C-488F-9045-D7271BCB3CC2}">
      <dgm:prSet/>
      <dgm:spPr/>
      <dgm:t>
        <a:bodyPr/>
        <a:lstStyle/>
        <a:p>
          <a:endParaRPr lang="en-US"/>
        </a:p>
      </dgm:t>
    </dgm:pt>
    <dgm:pt modelId="{74008373-5DD3-4E47-B46D-D7FED89125BB}">
      <dgm:prSet phldrT="[Text]" phldr="1"/>
      <dgm:spPr/>
      <dgm:t>
        <a:bodyPr/>
        <a:lstStyle/>
        <a:p>
          <a:endParaRPr lang="en-US"/>
        </a:p>
      </dgm:t>
    </dgm:pt>
    <dgm:pt modelId="{45CA0E26-77D9-4578-BB1D-D1CDFBF96C25}" type="parTrans" cxnId="{95F27395-7B3F-4160-A77A-CA31C38F1C31}">
      <dgm:prSet/>
      <dgm:spPr/>
      <dgm:t>
        <a:bodyPr/>
        <a:lstStyle/>
        <a:p>
          <a:endParaRPr lang="en-US"/>
        </a:p>
      </dgm:t>
    </dgm:pt>
    <dgm:pt modelId="{E31A10E3-3835-4DB0-A68C-7491DB6027E2}" type="sibTrans" cxnId="{95F27395-7B3F-4160-A77A-CA31C38F1C31}">
      <dgm:prSet/>
      <dgm:spPr/>
      <dgm:t>
        <a:bodyPr/>
        <a:lstStyle/>
        <a:p>
          <a:endParaRPr lang="en-US"/>
        </a:p>
      </dgm:t>
    </dgm:pt>
    <dgm:pt modelId="{30004A32-0343-4EF7-B3F7-893B3811CF1F}">
      <dgm:prSet phldrT="[Text]" phldr="1"/>
      <dgm:spPr/>
      <dgm:t>
        <a:bodyPr/>
        <a:lstStyle/>
        <a:p>
          <a:endParaRPr lang="en-US"/>
        </a:p>
      </dgm:t>
    </dgm:pt>
    <dgm:pt modelId="{7D5514C7-8496-4ED0-BDDC-D89DFE658543}" type="parTrans" cxnId="{E495C931-B2F2-43F0-8A88-6CD39004AEA0}">
      <dgm:prSet/>
      <dgm:spPr/>
      <dgm:t>
        <a:bodyPr/>
        <a:lstStyle/>
        <a:p>
          <a:endParaRPr lang="en-US"/>
        </a:p>
      </dgm:t>
    </dgm:pt>
    <dgm:pt modelId="{D01C6DDB-9E3A-486C-B975-D3999B7EAC58}" type="sibTrans" cxnId="{E495C931-B2F2-43F0-8A88-6CD39004AEA0}">
      <dgm:prSet/>
      <dgm:spPr/>
      <dgm:t>
        <a:bodyPr/>
        <a:lstStyle/>
        <a:p>
          <a:endParaRPr lang="en-US"/>
        </a:p>
      </dgm:t>
    </dgm:pt>
    <dgm:pt modelId="{FAD15578-B004-4162-ADF2-7E78FC210984}">
      <dgm:prSet phldrT="[Text]" phldr="1"/>
      <dgm:spPr/>
      <dgm:t>
        <a:bodyPr/>
        <a:lstStyle/>
        <a:p>
          <a:endParaRPr lang="en-US"/>
        </a:p>
      </dgm:t>
    </dgm:pt>
    <dgm:pt modelId="{DA56FE62-F2A8-4A26-AC1A-C396B9A79A66}" type="parTrans" cxnId="{A8A99D47-E273-48E4-A0D7-3A8A54562507}">
      <dgm:prSet/>
      <dgm:spPr/>
      <dgm:t>
        <a:bodyPr/>
        <a:lstStyle/>
        <a:p>
          <a:endParaRPr lang="en-US"/>
        </a:p>
      </dgm:t>
    </dgm:pt>
    <dgm:pt modelId="{2EF86CF8-264C-4920-B2EB-7E1108A3BC28}" type="sibTrans" cxnId="{A8A99D47-E273-48E4-A0D7-3A8A54562507}">
      <dgm:prSet/>
      <dgm:spPr/>
      <dgm:t>
        <a:bodyPr/>
        <a:lstStyle/>
        <a:p>
          <a:endParaRPr lang="en-US"/>
        </a:p>
      </dgm:t>
    </dgm:pt>
    <dgm:pt modelId="{A3000AF7-48B5-47C7-B94D-F43FEEC789EB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CB1FBDF2-7437-416F-96B1-547BC12342FB}" type="parTrans" cxnId="{9CA91DF9-6BC1-427C-A19E-CB318554CF98}">
      <dgm:prSet/>
      <dgm:spPr/>
    </dgm:pt>
    <dgm:pt modelId="{B9D68506-038F-4833-9212-A0F8A346EFF2}" type="sibTrans" cxnId="{9CA91DF9-6BC1-427C-A19E-CB318554CF98}">
      <dgm:prSet/>
      <dgm:spPr/>
    </dgm:pt>
    <dgm:pt modelId="{9451B7F1-8842-4FB4-8876-BC3B39F031CA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0916CB7F-DC46-48A3-8DA2-FC9F23CA2885}" type="parTrans" cxnId="{D7A2CEE5-26CC-4965-B3E1-1ADBE975CCE3}">
      <dgm:prSet/>
      <dgm:spPr/>
    </dgm:pt>
    <dgm:pt modelId="{CF2C10C0-FB43-4A41-BABA-D96CA94D01A7}" type="sibTrans" cxnId="{D7A2CEE5-26CC-4965-B3E1-1ADBE975CCE3}">
      <dgm:prSet/>
      <dgm:spPr/>
    </dgm:pt>
    <dgm:pt modelId="{63F41065-50B2-4750-826B-8138C551E983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19D012B8-0C6B-469D-BB89-0931F7E0D026}" type="parTrans" cxnId="{10F4914B-E03F-4175-8D63-6BF791AE27ED}">
      <dgm:prSet/>
      <dgm:spPr/>
    </dgm:pt>
    <dgm:pt modelId="{7784E910-6C3E-4416-9352-E8B8B5081EA6}" type="sibTrans" cxnId="{10F4914B-E03F-4175-8D63-6BF791AE27ED}">
      <dgm:prSet/>
      <dgm:spPr/>
    </dgm:pt>
    <dgm:pt modelId="{49EBEF00-CC76-4B6B-B7AE-E539ED860369}">
      <dgm:prSet phldrT="[Text]"/>
      <dgm:spPr/>
      <dgm:t>
        <a:bodyPr/>
        <a:lstStyle/>
        <a:p>
          <a:r>
            <a:rPr lang="en-US"/>
            <a:t>M3R1</a:t>
          </a:r>
        </a:p>
      </dgm:t>
    </dgm:pt>
    <dgm:pt modelId="{06C3243F-427F-466C-9C59-330D778D0E9F}" type="parTrans" cxnId="{F0647AF9-BA52-4B30-A24F-9C6BB686EA82}">
      <dgm:prSet/>
      <dgm:spPr/>
    </dgm:pt>
    <dgm:pt modelId="{B61E31FA-4239-418D-8C02-6BECF1D8203A}" type="sibTrans" cxnId="{F0647AF9-BA52-4B30-A24F-9C6BB686EA82}">
      <dgm:prSet/>
      <dgm:spPr/>
    </dgm:pt>
    <dgm:pt modelId="{E87042A0-2658-4A3B-960B-86566444092E}">
      <dgm:prSet phldrT="[Text]"/>
      <dgm:spPr/>
      <dgm:t>
        <a:bodyPr/>
        <a:lstStyle/>
        <a:p>
          <a:r>
            <a:rPr lang="en-US"/>
            <a:t>M3R2</a:t>
          </a:r>
        </a:p>
      </dgm:t>
    </dgm:pt>
    <dgm:pt modelId="{84406FA4-04E5-4B47-A1B9-7FE4DFE91366}" type="parTrans" cxnId="{229C8650-3B24-4175-A478-296207EB763B}">
      <dgm:prSet/>
      <dgm:spPr/>
    </dgm:pt>
    <dgm:pt modelId="{3F10DCAE-81FC-44A5-97CB-253736B093C6}" type="sibTrans" cxnId="{229C8650-3B24-4175-A478-296207EB763B}">
      <dgm:prSet/>
      <dgm:spPr/>
    </dgm:pt>
    <dgm:pt modelId="{EC27B3DB-97D5-4182-BD16-826804671A69}">
      <dgm:prSet phldrT="[Text]"/>
      <dgm:spPr/>
      <dgm:t>
        <a:bodyPr/>
        <a:lstStyle/>
        <a:p>
          <a:r>
            <a:rPr lang="en-US"/>
            <a:t>M3R3</a:t>
          </a:r>
        </a:p>
      </dgm:t>
    </dgm:pt>
    <dgm:pt modelId="{46203756-40A6-4F78-AFB8-46771C1E484E}" type="parTrans" cxnId="{1F0186F7-69B0-4CD9-9A0F-2CD73A2627F2}">
      <dgm:prSet/>
      <dgm:spPr/>
    </dgm:pt>
    <dgm:pt modelId="{0A48FDF0-1232-4C47-BAF6-D5496A5F559F}" type="sibTrans" cxnId="{1F0186F7-69B0-4CD9-9A0F-2CD73A2627F2}">
      <dgm:prSet/>
      <dgm:spPr/>
    </dgm:pt>
    <dgm:pt modelId="{242C7E08-4001-4A62-A48E-D03556910AD1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B2B79C03-947F-48CD-94A7-C1908E75D863}" type="parTrans" cxnId="{6F1601D9-038E-4E0D-9921-96F63E1D46FF}">
      <dgm:prSet/>
      <dgm:spPr/>
    </dgm:pt>
    <dgm:pt modelId="{3CB1DDBD-84B0-431A-9DBF-2E79A0CC741F}" type="sibTrans" cxnId="{6F1601D9-038E-4E0D-9921-96F63E1D46FF}">
      <dgm:prSet/>
      <dgm:spPr/>
    </dgm:pt>
    <dgm:pt modelId="{568592E4-2974-4CA7-B333-DB68F74744A8}" type="pres">
      <dgm:prSet presAssocID="{B1341D99-6EBB-40FB-8BC3-FAF3986C0E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44ED515-AD1B-46D3-ABA7-DE3A2FC47FA3}" type="pres">
      <dgm:prSet presAssocID="{351B6ED4-4411-4D03-A1CD-9C4412169CC4}" presName="hierRoot1" presStyleCnt="0">
        <dgm:presLayoutVars>
          <dgm:hierBranch val="init"/>
        </dgm:presLayoutVars>
      </dgm:prSet>
      <dgm:spPr/>
    </dgm:pt>
    <dgm:pt modelId="{F06C8E91-3CE3-4F58-9E06-8F7F6198F4BB}" type="pres">
      <dgm:prSet presAssocID="{351B6ED4-4411-4D03-A1CD-9C4412169CC4}" presName="rootComposite1" presStyleCnt="0"/>
      <dgm:spPr/>
    </dgm:pt>
    <dgm:pt modelId="{99E58B9A-EAB3-436C-8891-1327543E09AF}" type="pres">
      <dgm:prSet presAssocID="{351B6ED4-4411-4D03-A1CD-9C4412169CC4}" presName="rootText1" presStyleLbl="node0" presStyleIdx="0" presStyleCnt="1">
        <dgm:presLayoutVars>
          <dgm:chPref val="3"/>
        </dgm:presLayoutVars>
      </dgm:prSet>
      <dgm:spPr/>
    </dgm:pt>
    <dgm:pt modelId="{09C1E7A3-5BC8-4EC8-A66F-1B0418E4A27A}" type="pres">
      <dgm:prSet presAssocID="{351B6ED4-4411-4D03-A1CD-9C4412169CC4}" presName="rootConnector1" presStyleLbl="node1" presStyleIdx="0" presStyleCnt="0"/>
      <dgm:spPr/>
    </dgm:pt>
    <dgm:pt modelId="{89093318-3801-47A7-9B50-8F0084903260}" type="pres">
      <dgm:prSet presAssocID="{351B6ED4-4411-4D03-A1CD-9C4412169CC4}" presName="hierChild2" presStyleCnt="0"/>
      <dgm:spPr/>
    </dgm:pt>
    <dgm:pt modelId="{7A3669D3-57EF-4BFA-AFA8-9EA79A792379}" type="pres">
      <dgm:prSet presAssocID="{45CA0E26-77D9-4578-BB1D-D1CDFBF96C25}" presName="Name37" presStyleLbl="parChTrans1D2" presStyleIdx="0" presStyleCnt="4"/>
      <dgm:spPr/>
    </dgm:pt>
    <dgm:pt modelId="{E8F470F0-89FB-4B76-99C4-969F47A9E1A2}" type="pres">
      <dgm:prSet presAssocID="{74008373-5DD3-4E47-B46D-D7FED89125BB}" presName="hierRoot2" presStyleCnt="0">
        <dgm:presLayoutVars>
          <dgm:hierBranch val="init"/>
        </dgm:presLayoutVars>
      </dgm:prSet>
      <dgm:spPr/>
    </dgm:pt>
    <dgm:pt modelId="{22D20397-8135-4B62-BD53-8EA12B430EC6}" type="pres">
      <dgm:prSet presAssocID="{74008373-5DD3-4E47-B46D-D7FED89125BB}" presName="rootComposite" presStyleCnt="0"/>
      <dgm:spPr/>
    </dgm:pt>
    <dgm:pt modelId="{C8854265-6E3B-48E6-AA96-B602A5C8185F}" type="pres">
      <dgm:prSet presAssocID="{74008373-5DD3-4E47-B46D-D7FED89125BB}" presName="rootText" presStyleLbl="node2" presStyleIdx="0" presStyleCnt="3">
        <dgm:presLayoutVars>
          <dgm:chPref val="3"/>
        </dgm:presLayoutVars>
      </dgm:prSet>
      <dgm:spPr/>
    </dgm:pt>
    <dgm:pt modelId="{13716BA0-B14E-4FF4-8C50-974643C0C8EB}" type="pres">
      <dgm:prSet presAssocID="{74008373-5DD3-4E47-B46D-D7FED89125BB}" presName="rootConnector" presStyleLbl="node2" presStyleIdx="0" presStyleCnt="3"/>
      <dgm:spPr/>
    </dgm:pt>
    <dgm:pt modelId="{68F5CFBB-7A15-4FE8-8D1C-9DEB35AC3FAC}" type="pres">
      <dgm:prSet presAssocID="{74008373-5DD3-4E47-B46D-D7FED89125BB}" presName="hierChild4" presStyleCnt="0"/>
      <dgm:spPr/>
    </dgm:pt>
    <dgm:pt modelId="{7BD035AB-77E8-456A-AA60-6AD7A131CBE7}" type="pres">
      <dgm:prSet presAssocID="{CB1FBDF2-7437-416F-96B1-547BC12342FB}" presName="Name37" presStyleLbl="parChTrans1D3" presStyleIdx="0" presStyleCnt="4"/>
      <dgm:spPr/>
    </dgm:pt>
    <dgm:pt modelId="{965D8E49-9464-4527-88FB-27A9136E34A9}" type="pres">
      <dgm:prSet presAssocID="{A3000AF7-48B5-47C7-B94D-F43FEEC789EB}" presName="hierRoot2" presStyleCnt="0">
        <dgm:presLayoutVars>
          <dgm:hierBranch val="init"/>
        </dgm:presLayoutVars>
      </dgm:prSet>
      <dgm:spPr/>
    </dgm:pt>
    <dgm:pt modelId="{009675F8-2D98-4C73-9647-2A27DD4F2950}" type="pres">
      <dgm:prSet presAssocID="{A3000AF7-48B5-47C7-B94D-F43FEEC789EB}" presName="rootComposite" presStyleCnt="0"/>
      <dgm:spPr/>
    </dgm:pt>
    <dgm:pt modelId="{86F29C2B-0DBE-47AC-8C9E-FB9CBD796151}" type="pres">
      <dgm:prSet presAssocID="{A3000AF7-48B5-47C7-B94D-F43FEEC789EB}" presName="rootText" presStyleLbl="node3" presStyleIdx="0" presStyleCnt="4">
        <dgm:presLayoutVars>
          <dgm:chPref val="3"/>
        </dgm:presLayoutVars>
      </dgm:prSet>
      <dgm:spPr/>
    </dgm:pt>
    <dgm:pt modelId="{C10C4705-2EC2-49BF-AABD-5083CCDEFC70}" type="pres">
      <dgm:prSet presAssocID="{A3000AF7-48B5-47C7-B94D-F43FEEC789EB}" presName="rootConnector" presStyleLbl="node3" presStyleIdx="0" presStyleCnt="4"/>
      <dgm:spPr/>
    </dgm:pt>
    <dgm:pt modelId="{7EE13910-5B3F-4F7B-80A3-C8380A3D9769}" type="pres">
      <dgm:prSet presAssocID="{A3000AF7-48B5-47C7-B94D-F43FEEC789EB}" presName="hierChild4" presStyleCnt="0"/>
      <dgm:spPr/>
    </dgm:pt>
    <dgm:pt modelId="{A4427816-6138-4F9A-AAFE-1655203066D8}" type="pres">
      <dgm:prSet presAssocID="{A3000AF7-48B5-47C7-B94D-F43FEEC789EB}" presName="hierChild5" presStyleCnt="0"/>
      <dgm:spPr/>
    </dgm:pt>
    <dgm:pt modelId="{BB23D3CC-45CE-4661-A945-8FC12339D3C3}" type="pres">
      <dgm:prSet presAssocID="{0916CB7F-DC46-48A3-8DA2-FC9F23CA2885}" presName="Name37" presStyleLbl="parChTrans1D3" presStyleIdx="1" presStyleCnt="4"/>
      <dgm:spPr/>
    </dgm:pt>
    <dgm:pt modelId="{1E774051-57E3-4CED-A98E-C40E65AC09DB}" type="pres">
      <dgm:prSet presAssocID="{9451B7F1-8842-4FB4-8876-BC3B39F031CA}" presName="hierRoot2" presStyleCnt="0">
        <dgm:presLayoutVars>
          <dgm:hierBranch val="init"/>
        </dgm:presLayoutVars>
      </dgm:prSet>
      <dgm:spPr/>
    </dgm:pt>
    <dgm:pt modelId="{F2530075-F30B-4CFD-9CC0-474AF1F04632}" type="pres">
      <dgm:prSet presAssocID="{9451B7F1-8842-4FB4-8876-BC3B39F031CA}" presName="rootComposite" presStyleCnt="0"/>
      <dgm:spPr/>
    </dgm:pt>
    <dgm:pt modelId="{CE2FE268-7BB9-4AD6-8F62-DB0A7C7E5E17}" type="pres">
      <dgm:prSet presAssocID="{9451B7F1-8842-4FB4-8876-BC3B39F031CA}" presName="rootText" presStyleLbl="node3" presStyleIdx="1" presStyleCnt="4">
        <dgm:presLayoutVars>
          <dgm:chPref val="3"/>
        </dgm:presLayoutVars>
      </dgm:prSet>
      <dgm:spPr/>
    </dgm:pt>
    <dgm:pt modelId="{1C4D74FD-341C-4445-BE96-67457782999B}" type="pres">
      <dgm:prSet presAssocID="{9451B7F1-8842-4FB4-8876-BC3B39F031CA}" presName="rootConnector" presStyleLbl="node3" presStyleIdx="1" presStyleCnt="4"/>
      <dgm:spPr/>
    </dgm:pt>
    <dgm:pt modelId="{98454827-5ADB-4B19-B0E8-B4C665D39D62}" type="pres">
      <dgm:prSet presAssocID="{9451B7F1-8842-4FB4-8876-BC3B39F031CA}" presName="hierChild4" presStyleCnt="0"/>
      <dgm:spPr/>
    </dgm:pt>
    <dgm:pt modelId="{CB1C3E62-AEA3-4C83-AA2A-0A3EB3EF56F0}" type="pres">
      <dgm:prSet presAssocID="{9451B7F1-8842-4FB4-8876-BC3B39F031CA}" presName="hierChild5" presStyleCnt="0"/>
      <dgm:spPr/>
    </dgm:pt>
    <dgm:pt modelId="{216C338A-4E8E-4D5D-BE32-87B5D73E6B2D}" type="pres">
      <dgm:prSet presAssocID="{19D012B8-0C6B-469D-BB89-0931F7E0D026}" presName="Name37" presStyleLbl="parChTrans1D3" presStyleIdx="2" presStyleCnt="4"/>
      <dgm:spPr/>
    </dgm:pt>
    <dgm:pt modelId="{84F2916D-936E-4A85-9A0F-8166A5BACB80}" type="pres">
      <dgm:prSet presAssocID="{63F41065-50B2-4750-826B-8138C551E983}" presName="hierRoot2" presStyleCnt="0">
        <dgm:presLayoutVars>
          <dgm:hierBranch val="init"/>
        </dgm:presLayoutVars>
      </dgm:prSet>
      <dgm:spPr/>
    </dgm:pt>
    <dgm:pt modelId="{4CFBF684-9347-4E42-9369-79947FF267FC}" type="pres">
      <dgm:prSet presAssocID="{63F41065-50B2-4750-826B-8138C551E983}" presName="rootComposite" presStyleCnt="0"/>
      <dgm:spPr/>
    </dgm:pt>
    <dgm:pt modelId="{7C8CB5EA-117C-4E91-921A-FD2D455F9426}" type="pres">
      <dgm:prSet presAssocID="{63F41065-50B2-4750-826B-8138C551E983}" presName="rootText" presStyleLbl="node3" presStyleIdx="2" presStyleCnt="4">
        <dgm:presLayoutVars>
          <dgm:chPref val="3"/>
        </dgm:presLayoutVars>
      </dgm:prSet>
      <dgm:spPr/>
    </dgm:pt>
    <dgm:pt modelId="{C356A2C3-E476-499C-A344-1405D2901E42}" type="pres">
      <dgm:prSet presAssocID="{63F41065-50B2-4750-826B-8138C551E983}" presName="rootConnector" presStyleLbl="node3" presStyleIdx="2" presStyleCnt="4"/>
      <dgm:spPr/>
    </dgm:pt>
    <dgm:pt modelId="{D2730B32-2D7B-4BC7-A3F1-B5B6F58D726D}" type="pres">
      <dgm:prSet presAssocID="{63F41065-50B2-4750-826B-8138C551E983}" presName="hierChild4" presStyleCnt="0"/>
      <dgm:spPr/>
    </dgm:pt>
    <dgm:pt modelId="{2E26F305-EC9B-425A-BDEF-B25C8E714830}" type="pres">
      <dgm:prSet presAssocID="{06C3243F-427F-466C-9C59-330D778D0E9F}" presName="Name37" presStyleLbl="parChTrans1D4" presStyleIdx="0" presStyleCnt="3"/>
      <dgm:spPr/>
    </dgm:pt>
    <dgm:pt modelId="{41DF135C-1BDD-4599-A770-F97ABEBEFEA1}" type="pres">
      <dgm:prSet presAssocID="{49EBEF00-CC76-4B6B-B7AE-E539ED860369}" presName="hierRoot2" presStyleCnt="0">
        <dgm:presLayoutVars>
          <dgm:hierBranch val="init"/>
        </dgm:presLayoutVars>
      </dgm:prSet>
      <dgm:spPr/>
    </dgm:pt>
    <dgm:pt modelId="{87D4FECA-5495-49A8-9506-75EF5E1E6656}" type="pres">
      <dgm:prSet presAssocID="{49EBEF00-CC76-4B6B-B7AE-E539ED860369}" presName="rootComposite" presStyleCnt="0"/>
      <dgm:spPr/>
    </dgm:pt>
    <dgm:pt modelId="{5E8579CF-7496-4BC5-8B68-9246CB1413F9}" type="pres">
      <dgm:prSet presAssocID="{49EBEF00-CC76-4B6B-B7AE-E539ED860369}" presName="rootText" presStyleLbl="node4" presStyleIdx="0" presStyleCnt="3">
        <dgm:presLayoutVars>
          <dgm:chPref val="3"/>
        </dgm:presLayoutVars>
      </dgm:prSet>
      <dgm:spPr/>
    </dgm:pt>
    <dgm:pt modelId="{73780BEF-796A-49FC-9D12-F818F1EFFCA9}" type="pres">
      <dgm:prSet presAssocID="{49EBEF00-CC76-4B6B-B7AE-E539ED860369}" presName="rootConnector" presStyleLbl="node4" presStyleIdx="0" presStyleCnt="3"/>
      <dgm:spPr/>
    </dgm:pt>
    <dgm:pt modelId="{A0DCC3F2-6FB4-4488-9650-DAD24CB3E01F}" type="pres">
      <dgm:prSet presAssocID="{49EBEF00-CC76-4B6B-B7AE-E539ED860369}" presName="hierChild4" presStyleCnt="0"/>
      <dgm:spPr/>
    </dgm:pt>
    <dgm:pt modelId="{DDC48C59-6B42-4DB2-A74C-AB9D0DB5B462}" type="pres">
      <dgm:prSet presAssocID="{49EBEF00-CC76-4B6B-B7AE-E539ED860369}" presName="hierChild5" presStyleCnt="0"/>
      <dgm:spPr/>
    </dgm:pt>
    <dgm:pt modelId="{C324B281-9CFB-4A4E-B088-8F71F0827E1F}" type="pres">
      <dgm:prSet presAssocID="{84406FA4-04E5-4B47-A1B9-7FE4DFE91366}" presName="Name37" presStyleLbl="parChTrans1D4" presStyleIdx="1" presStyleCnt="3"/>
      <dgm:spPr/>
    </dgm:pt>
    <dgm:pt modelId="{087B6E26-5D86-4084-AC14-161D241FE13F}" type="pres">
      <dgm:prSet presAssocID="{E87042A0-2658-4A3B-960B-86566444092E}" presName="hierRoot2" presStyleCnt="0">
        <dgm:presLayoutVars>
          <dgm:hierBranch val="init"/>
        </dgm:presLayoutVars>
      </dgm:prSet>
      <dgm:spPr/>
    </dgm:pt>
    <dgm:pt modelId="{6E2ED56C-049E-4C0D-9853-A4FEBD9215B7}" type="pres">
      <dgm:prSet presAssocID="{E87042A0-2658-4A3B-960B-86566444092E}" presName="rootComposite" presStyleCnt="0"/>
      <dgm:spPr/>
    </dgm:pt>
    <dgm:pt modelId="{6FA8C4F3-5E63-4D54-9E57-A77B3CD81BEB}" type="pres">
      <dgm:prSet presAssocID="{E87042A0-2658-4A3B-960B-86566444092E}" presName="rootText" presStyleLbl="node4" presStyleIdx="1" presStyleCnt="3">
        <dgm:presLayoutVars>
          <dgm:chPref val="3"/>
        </dgm:presLayoutVars>
      </dgm:prSet>
      <dgm:spPr/>
    </dgm:pt>
    <dgm:pt modelId="{EBA1E94B-565E-448D-AA17-7E482E296E04}" type="pres">
      <dgm:prSet presAssocID="{E87042A0-2658-4A3B-960B-86566444092E}" presName="rootConnector" presStyleLbl="node4" presStyleIdx="1" presStyleCnt="3"/>
      <dgm:spPr/>
    </dgm:pt>
    <dgm:pt modelId="{A4030BC7-ACE5-4EE3-9BBB-DBBAC0F813DD}" type="pres">
      <dgm:prSet presAssocID="{E87042A0-2658-4A3B-960B-86566444092E}" presName="hierChild4" presStyleCnt="0"/>
      <dgm:spPr/>
    </dgm:pt>
    <dgm:pt modelId="{3DD80944-E2B6-48AD-A2B6-316F05F583C7}" type="pres">
      <dgm:prSet presAssocID="{E87042A0-2658-4A3B-960B-86566444092E}" presName="hierChild5" presStyleCnt="0"/>
      <dgm:spPr/>
    </dgm:pt>
    <dgm:pt modelId="{52B7C214-F630-453A-83BA-9F48F0387637}" type="pres">
      <dgm:prSet presAssocID="{46203756-40A6-4F78-AFB8-46771C1E484E}" presName="Name37" presStyleLbl="parChTrans1D4" presStyleIdx="2" presStyleCnt="3"/>
      <dgm:spPr/>
    </dgm:pt>
    <dgm:pt modelId="{84A096A9-65D8-42C5-BEC6-7B64E9932DEC}" type="pres">
      <dgm:prSet presAssocID="{EC27B3DB-97D5-4182-BD16-826804671A69}" presName="hierRoot2" presStyleCnt="0">
        <dgm:presLayoutVars>
          <dgm:hierBranch val="init"/>
        </dgm:presLayoutVars>
      </dgm:prSet>
      <dgm:spPr/>
    </dgm:pt>
    <dgm:pt modelId="{0D3B1196-55F7-4AA6-A3EE-720B962B4052}" type="pres">
      <dgm:prSet presAssocID="{EC27B3DB-97D5-4182-BD16-826804671A69}" presName="rootComposite" presStyleCnt="0"/>
      <dgm:spPr/>
    </dgm:pt>
    <dgm:pt modelId="{089B03C9-9804-4A5E-866B-4090BAAE6D55}" type="pres">
      <dgm:prSet presAssocID="{EC27B3DB-97D5-4182-BD16-826804671A69}" presName="rootText" presStyleLbl="node4" presStyleIdx="2" presStyleCnt="3">
        <dgm:presLayoutVars>
          <dgm:chPref val="3"/>
        </dgm:presLayoutVars>
      </dgm:prSet>
      <dgm:spPr/>
    </dgm:pt>
    <dgm:pt modelId="{BD99E890-D64A-4A5C-85B6-DF7B68CE23E4}" type="pres">
      <dgm:prSet presAssocID="{EC27B3DB-97D5-4182-BD16-826804671A69}" presName="rootConnector" presStyleLbl="node4" presStyleIdx="2" presStyleCnt="3"/>
      <dgm:spPr/>
    </dgm:pt>
    <dgm:pt modelId="{ED736FEF-1D03-442C-805B-FFAF68EF91BF}" type="pres">
      <dgm:prSet presAssocID="{EC27B3DB-97D5-4182-BD16-826804671A69}" presName="hierChild4" presStyleCnt="0"/>
      <dgm:spPr/>
    </dgm:pt>
    <dgm:pt modelId="{F6EE4B81-1157-4DFD-B437-1E18399BD8CA}" type="pres">
      <dgm:prSet presAssocID="{EC27B3DB-97D5-4182-BD16-826804671A69}" presName="hierChild5" presStyleCnt="0"/>
      <dgm:spPr/>
    </dgm:pt>
    <dgm:pt modelId="{5D45A93E-33C4-4EE0-93F4-997FB12586DB}" type="pres">
      <dgm:prSet presAssocID="{63F41065-50B2-4750-826B-8138C551E983}" presName="hierChild5" presStyleCnt="0"/>
      <dgm:spPr/>
    </dgm:pt>
    <dgm:pt modelId="{E48472DD-9C59-4CEE-B433-9C2FEBCDCE21}" type="pres">
      <dgm:prSet presAssocID="{74008373-5DD3-4E47-B46D-D7FED89125BB}" presName="hierChild5" presStyleCnt="0"/>
      <dgm:spPr/>
    </dgm:pt>
    <dgm:pt modelId="{8F78EEE5-FD79-4020-85DA-110D574B66C4}" type="pres">
      <dgm:prSet presAssocID="{7D5514C7-8496-4ED0-BDDC-D89DFE658543}" presName="Name37" presStyleLbl="parChTrans1D2" presStyleIdx="1" presStyleCnt="4"/>
      <dgm:spPr/>
    </dgm:pt>
    <dgm:pt modelId="{799AD4D6-1DEE-4737-9D71-F66C15D24077}" type="pres">
      <dgm:prSet presAssocID="{30004A32-0343-4EF7-B3F7-893B3811CF1F}" presName="hierRoot2" presStyleCnt="0">
        <dgm:presLayoutVars>
          <dgm:hierBranch val="init"/>
        </dgm:presLayoutVars>
      </dgm:prSet>
      <dgm:spPr/>
    </dgm:pt>
    <dgm:pt modelId="{CE7FE800-639D-4FAE-BBFB-701390E9FED2}" type="pres">
      <dgm:prSet presAssocID="{30004A32-0343-4EF7-B3F7-893B3811CF1F}" presName="rootComposite" presStyleCnt="0"/>
      <dgm:spPr/>
    </dgm:pt>
    <dgm:pt modelId="{8FB0238A-8693-4D84-B2DA-C22951BF85B8}" type="pres">
      <dgm:prSet presAssocID="{30004A32-0343-4EF7-B3F7-893B3811CF1F}" presName="rootText" presStyleLbl="node2" presStyleIdx="1" presStyleCnt="3">
        <dgm:presLayoutVars>
          <dgm:chPref val="3"/>
        </dgm:presLayoutVars>
      </dgm:prSet>
      <dgm:spPr/>
    </dgm:pt>
    <dgm:pt modelId="{B283C6CF-0EBE-4D84-9011-FEA328FD0DF9}" type="pres">
      <dgm:prSet presAssocID="{30004A32-0343-4EF7-B3F7-893B3811CF1F}" presName="rootConnector" presStyleLbl="node2" presStyleIdx="1" presStyleCnt="3"/>
      <dgm:spPr/>
    </dgm:pt>
    <dgm:pt modelId="{1CF98548-6E7B-421B-AECB-94C7CDB3050A}" type="pres">
      <dgm:prSet presAssocID="{30004A32-0343-4EF7-B3F7-893B3811CF1F}" presName="hierChild4" presStyleCnt="0"/>
      <dgm:spPr/>
    </dgm:pt>
    <dgm:pt modelId="{13C1B086-FD3A-4E1D-88CB-A5BBD0C06C96}" type="pres">
      <dgm:prSet presAssocID="{B2B79C03-947F-48CD-94A7-C1908E75D863}" presName="Name37" presStyleLbl="parChTrans1D3" presStyleIdx="3" presStyleCnt="4"/>
      <dgm:spPr/>
    </dgm:pt>
    <dgm:pt modelId="{4FE6EAE9-E680-4A3A-9DF9-05F3B9FF1A83}" type="pres">
      <dgm:prSet presAssocID="{242C7E08-4001-4A62-A48E-D03556910AD1}" presName="hierRoot2" presStyleCnt="0">
        <dgm:presLayoutVars>
          <dgm:hierBranch val="init"/>
        </dgm:presLayoutVars>
      </dgm:prSet>
      <dgm:spPr/>
    </dgm:pt>
    <dgm:pt modelId="{26C069F5-7CD8-4DB6-A065-7D754C43D3F4}" type="pres">
      <dgm:prSet presAssocID="{242C7E08-4001-4A62-A48E-D03556910AD1}" presName="rootComposite" presStyleCnt="0"/>
      <dgm:spPr/>
    </dgm:pt>
    <dgm:pt modelId="{E1B1A5FF-F850-4DF8-A94A-29449A46D604}" type="pres">
      <dgm:prSet presAssocID="{242C7E08-4001-4A62-A48E-D03556910AD1}" presName="rootText" presStyleLbl="node3" presStyleIdx="3" presStyleCnt="4">
        <dgm:presLayoutVars>
          <dgm:chPref val="3"/>
        </dgm:presLayoutVars>
      </dgm:prSet>
      <dgm:spPr/>
    </dgm:pt>
    <dgm:pt modelId="{CF95DAFE-3CEA-4493-8F9A-61B7C5F81A28}" type="pres">
      <dgm:prSet presAssocID="{242C7E08-4001-4A62-A48E-D03556910AD1}" presName="rootConnector" presStyleLbl="node3" presStyleIdx="3" presStyleCnt="4"/>
      <dgm:spPr/>
    </dgm:pt>
    <dgm:pt modelId="{68A98340-F105-4A6A-918C-2759C166B472}" type="pres">
      <dgm:prSet presAssocID="{242C7E08-4001-4A62-A48E-D03556910AD1}" presName="hierChild4" presStyleCnt="0"/>
      <dgm:spPr/>
    </dgm:pt>
    <dgm:pt modelId="{BFB1FE9A-79E4-4DC0-AF6F-B95A1E439BE0}" type="pres">
      <dgm:prSet presAssocID="{242C7E08-4001-4A62-A48E-D03556910AD1}" presName="hierChild5" presStyleCnt="0"/>
      <dgm:spPr/>
    </dgm:pt>
    <dgm:pt modelId="{68041F79-04B1-4C70-BBC3-22F81ECA4517}" type="pres">
      <dgm:prSet presAssocID="{30004A32-0343-4EF7-B3F7-893B3811CF1F}" presName="hierChild5" presStyleCnt="0"/>
      <dgm:spPr/>
    </dgm:pt>
    <dgm:pt modelId="{F530314C-C356-4103-88FB-3DE2E8D10FC4}" type="pres">
      <dgm:prSet presAssocID="{DA56FE62-F2A8-4A26-AC1A-C396B9A79A66}" presName="Name37" presStyleLbl="parChTrans1D2" presStyleIdx="2" presStyleCnt="4"/>
      <dgm:spPr/>
    </dgm:pt>
    <dgm:pt modelId="{33528EAC-DD12-45E4-83C0-DAACE3C1A7A2}" type="pres">
      <dgm:prSet presAssocID="{FAD15578-B004-4162-ADF2-7E78FC210984}" presName="hierRoot2" presStyleCnt="0">
        <dgm:presLayoutVars>
          <dgm:hierBranch val="init"/>
        </dgm:presLayoutVars>
      </dgm:prSet>
      <dgm:spPr/>
    </dgm:pt>
    <dgm:pt modelId="{687BEA0E-7816-4043-AF42-12F54690DF95}" type="pres">
      <dgm:prSet presAssocID="{FAD15578-B004-4162-ADF2-7E78FC210984}" presName="rootComposite" presStyleCnt="0"/>
      <dgm:spPr/>
    </dgm:pt>
    <dgm:pt modelId="{DEA73841-96BA-408D-8D8B-06247C50D410}" type="pres">
      <dgm:prSet presAssocID="{FAD15578-B004-4162-ADF2-7E78FC210984}" presName="rootText" presStyleLbl="node2" presStyleIdx="2" presStyleCnt="3">
        <dgm:presLayoutVars>
          <dgm:chPref val="3"/>
        </dgm:presLayoutVars>
      </dgm:prSet>
      <dgm:spPr/>
    </dgm:pt>
    <dgm:pt modelId="{5C2A0350-3C76-491B-B213-120A6756EE55}" type="pres">
      <dgm:prSet presAssocID="{FAD15578-B004-4162-ADF2-7E78FC210984}" presName="rootConnector" presStyleLbl="node2" presStyleIdx="2" presStyleCnt="3"/>
      <dgm:spPr/>
    </dgm:pt>
    <dgm:pt modelId="{8F5D049A-F766-4037-9627-86C432B384B8}" type="pres">
      <dgm:prSet presAssocID="{FAD15578-B004-4162-ADF2-7E78FC210984}" presName="hierChild4" presStyleCnt="0"/>
      <dgm:spPr/>
    </dgm:pt>
    <dgm:pt modelId="{9F2A3ED1-EA1D-41B5-91E3-DBAAACFF03F0}" type="pres">
      <dgm:prSet presAssocID="{FAD15578-B004-4162-ADF2-7E78FC210984}" presName="hierChild5" presStyleCnt="0"/>
      <dgm:spPr/>
    </dgm:pt>
    <dgm:pt modelId="{DED286B1-5F92-43D0-840D-85BE4523C8EC}" type="pres">
      <dgm:prSet presAssocID="{351B6ED4-4411-4D03-A1CD-9C4412169CC4}" presName="hierChild3" presStyleCnt="0"/>
      <dgm:spPr/>
    </dgm:pt>
    <dgm:pt modelId="{A8FD46B2-B7FC-4209-8C28-72ACC719C6C2}" type="pres">
      <dgm:prSet presAssocID="{CBF67BB0-03A9-4C4D-A0C7-9F447BCF78A5}" presName="Name111" presStyleLbl="parChTrans1D2" presStyleIdx="3" presStyleCnt="4"/>
      <dgm:spPr/>
    </dgm:pt>
    <dgm:pt modelId="{CF4F763B-368A-47B7-8870-E41E2B0EE9A8}" type="pres">
      <dgm:prSet presAssocID="{0482CA5D-44A1-4B5E-8BEC-F451F9D20A0C}" presName="hierRoot3" presStyleCnt="0">
        <dgm:presLayoutVars>
          <dgm:hierBranch val="init"/>
        </dgm:presLayoutVars>
      </dgm:prSet>
      <dgm:spPr/>
    </dgm:pt>
    <dgm:pt modelId="{2A9A148B-9BA5-4420-B8A2-6A469B139FE9}" type="pres">
      <dgm:prSet presAssocID="{0482CA5D-44A1-4B5E-8BEC-F451F9D20A0C}" presName="rootComposite3" presStyleCnt="0"/>
      <dgm:spPr/>
    </dgm:pt>
    <dgm:pt modelId="{122DB099-7821-415F-9599-3DC258B7E624}" type="pres">
      <dgm:prSet presAssocID="{0482CA5D-44A1-4B5E-8BEC-F451F9D20A0C}" presName="rootText3" presStyleLbl="asst1" presStyleIdx="0" presStyleCnt="1">
        <dgm:presLayoutVars>
          <dgm:chPref val="3"/>
        </dgm:presLayoutVars>
      </dgm:prSet>
      <dgm:spPr/>
    </dgm:pt>
    <dgm:pt modelId="{056E9E8B-FFEB-4EDE-8D6B-B187DF06CC7C}" type="pres">
      <dgm:prSet presAssocID="{0482CA5D-44A1-4B5E-8BEC-F451F9D20A0C}" presName="rootConnector3" presStyleLbl="asst1" presStyleIdx="0" presStyleCnt="1"/>
      <dgm:spPr/>
    </dgm:pt>
    <dgm:pt modelId="{CE64BD91-F95C-4B8E-9480-12AF55F855AC}" type="pres">
      <dgm:prSet presAssocID="{0482CA5D-44A1-4B5E-8BEC-F451F9D20A0C}" presName="hierChild6" presStyleCnt="0"/>
      <dgm:spPr/>
    </dgm:pt>
    <dgm:pt modelId="{FC86E733-A902-4330-AF24-BEDC5FD8A4B6}" type="pres">
      <dgm:prSet presAssocID="{0482CA5D-44A1-4B5E-8BEC-F451F9D20A0C}" presName="hierChild7" presStyleCnt="0"/>
      <dgm:spPr/>
    </dgm:pt>
  </dgm:ptLst>
  <dgm:cxnLst>
    <dgm:cxn modelId="{BA77140F-579C-488F-9045-D7271BCB3CC2}" srcId="{351B6ED4-4411-4D03-A1CD-9C4412169CC4}" destId="{0482CA5D-44A1-4B5E-8BEC-F451F9D20A0C}" srcOrd="0" destOrd="0" parTransId="{CBF67BB0-03A9-4C4D-A0C7-9F447BCF78A5}" sibTransId="{4FF32ABE-EEA3-42DA-9106-49B41CE00C20}"/>
    <dgm:cxn modelId="{17697115-9E7E-42BA-84DD-405545BE3A2D}" type="presOf" srcId="{74008373-5DD3-4E47-B46D-D7FED89125BB}" destId="{13716BA0-B14E-4FF4-8C50-974643C0C8EB}" srcOrd="1" destOrd="0" presId="urn:microsoft.com/office/officeart/2005/8/layout/orgChart1"/>
    <dgm:cxn modelId="{0B0D421C-5DC3-44F4-B44B-2954A00C9FFF}" type="presOf" srcId="{45CA0E26-77D9-4578-BB1D-D1CDFBF96C25}" destId="{7A3669D3-57EF-4BFA-AFA8-9EA79A792379}" srcOrd="0" destOrd="0" presId="urn:microsoft.com/office/officeart/2005/8/layout/orgChart1"/>
    <dgm:cxn modelId="{3A5C7E1C-7911-4846-A7EA-92F932C80B78}" type="presOf" srcId="{0916CB7F-DC46-48A3-8DA2-FC9F23CA2885}" destId="{BB23D3CC-45CE-4661-A945-8FC12339D3C3}" srcOrd="0" destOrd="0" presId="urn:microsoft.com/office/officeart/2005/8/layout/orgChart1"/>
    <dgm:cxn modelId="{1C328724-3778-43C2-BAD9-DE492D9DD53C}" type="presOf" srcId="{A3000AF7-48B5-47C7-B94D-F43FEEC789EB}" destId="{86F29C2B-0DBE-47AC-8C9E-FB9CBD796151}" srcOrd="0" destOrd="0" presId="urn:microsoft.com/office/officeart/2005/8/layout/orgChart1"/>
    <dgm:cxn modelId="{9EB41230-758F-4B9A-950C-72F391B90945}" type="presOf" srcId="{DA56FE62-F2A8-4A26-AC1A-C396B9A79A66}" destId="{F530314C-C356-4103-88FB-3DE2E8D10FC4}" srcOrd="0" destOrd="0" presId="urn:microsoft.com/office/officeart/2005/8/layout/orgChart1"/>
    <dgm:cxn modelId="{E495C931-B2F2-43F0-8A88-6CD39004AEA0}" srcId="{351B6ED4-4411-4D03-A1CD-9C4412169CC4}" destId="{30004A32-0343-4EF7-B3F7-893B3811CF1F}" srcOrd="2" destOrd="0" parTransId="{7D5514C7-8496-4ED0-BDDC-D89DFE658543}" sibTransId="{D01C6DDB-9E3A-486C-B975-D3999B7EAC58}"/>
    <dgm:cxn modelId="{F978783F-71E2-440C-AA08-96C259EA5854}" type="presOf" srcId="{EC27B3DB-97D5-4182-BD16-826804671A69}" destId="{089B03C9-9804-4A5E-866B-4090BAAE6D55}" srcOrd="0" destOrd="0" presId="urn:microsoft.com/office/officeart/2005/8/layout/orgChart1"/>
    <dgm:cxn modelId="{BAE7465B-7DEB-4BCE-9547-F5977A7238C0}" type="presOf" srcId="{9451B7F1-8842-4FB4-8876-BC3B39F031CA}" destId="{1C4D74FD-341C-4445-BE96-67457782999B}" srcOrd="1" destOrd="0" presId="urn:microsoft.com/office/officeart/2005/8/layout/orgChart1"/>
    <dgm:cxn modelId="{F3F85361-424A-4536-B2A7-AE89F492DE74}" type="presOf" srcId="{49EBEF00-CC76-4B6B-B7AE-E539ED860369}" destId="{73780BEF-796A-49FC-9D12-F818F1EFFCA9}" srcOrd="1" destOrd="0" presId="urn:microsoft.com/office/officeart/2005/8/layout/orgChart1"/>
    <dgm:cxn modelId="{C478BA62-BD29-4F1E-8C6D-6E97A1FAF4ED}" type="presOf" srcId="{9451B7F1-8842-4FB4-8876-BC3B39F031CA}" destId="{CE2FE268-7BB9-4AD6-8F62-DB0A7C7E5E17}" srcOrd="0" destOrd="0" presId="urn:microsoft.com/office/officeart/2005/8/layout/orgChart1"/>
    <dgm:cxn modelId="{4FFB4047-44A9-4F0E-A836-0AB99A3F6C18}" type="presOf" srcId="{CBF67BB0-03A9-4C4D-A0C7-9F447BCF78A5}" destId="{A8FD46B2-B7FC-4209-8C28-72ACC719C6C2}" srcOrd="0" destOrd="0" presId="urn:microsoft.com/office/officeart/2005/8/layout/orgChart1"/>
    <dgm:cxn modelId="{A8A99D47-E273-48E4-A0D7-3A8A54562507}" srcId="{351B6ED4-4411-4D03-A1CD-9C4412169CC4}" destId="{FAD15578-B004-4162-ADF2-7E78FC210984}" srcOrd="3" destOrd="0" parTransId="{DA56FE62-F2A8-4A26-AC1A-C396B9A79A66}" sibTransId="{2EF86CF8-264C-4920-B2EB-7E1108A3BC28}"/>
    <dgm:cxn modelId="{83CEF56A-D55A-41EE-AAC9-29458558EB93}" type="presOf" srcId="{06C3243F-427F-466C-9C59-330D778D0E9F}" destId="{2E26F305-EC9B-425A-BDEF-B25C8E714830}" srcOrd="0" destOrd="0" presId="urn:microsoft.com/office/officeart/2005/8/layout/orgChart1"/>
    <dgm:cxn modelId="{10F4914B-E03F-4175-8D63-6BF791AE27ED}" srcId="{74008373-5DD3-4E47-B46D-D7FED89125BB}" destId="{63F41065-50B2-4750-826B-8138C551E983}" srcOrd="2" destOrd="0" parTransId="{19D012B8-0C6B-469D-BB89-0931F7E0D026}" sibTransId="{7784E910-6C3E-4416-9352-E8B8B5081EA6}"/>
    <dgm:cxn modelId="{5CB6AF4D-3BE2-4AF7-B52C-192134B2785F}" type="presOf" srcId="{0482CA5D-44A1-4B5E-8BEC-F451F9D20A0C}" destId="{056E9E8B-FFEB-4EDE-8D6B-B187DF06CC7C}" srcOrd="1" destOrd="0" presId="urn:microsoft.com/office/officeart/2005/8/layout/orgChart1"/>
    <dgm:cxn modelId="{3358FF6F-8B74-4542-9857-5270816E49D2}" type="presOf" srcId="{242C7E08-4001-4A62-A48E-D03556910AD1}" destId="{CF95DAFE-3CEA-4493-8F9A-61B7C5F81A28}" srcOrd="1" destOrd="0" presId="urn:microsoft.com/office/officeart/2005/8/layout/orgChart1"/>
    <dgm:cxn modelId="{229C8650-3B24-4175-A478-296207EB763B}" srcId="{63F41065-50B2-4750-826B-8138C551E983}" destId="{E87042A0-2658-4A3B-960B-86566444092E}" srcOrd="1" destOrd="0" parTransId="{84406FA4-04E5-4B47-A1B9-7FE4DFE91366}" sibTransId="{3F10DCAE-81FC-44A5-97CB-253736B093C6}"/>
    <dgm:cxn modelId="{F1BD3553-4EE4-4067-926E-EC1C02B30215}" type="presOf" srcId="{19D012B8-0C6B-469D-BB89-0931F7E0D026}" destId="{216C338A-4E8E-4D5D-BE32-87B5D73E6B2D}" srcOrd="0" destOrd="0" presId="urn:microsoft.com/office/officeart/2005/8/layout/orgChart1"/>
    <dgm:cxn modelId="{B7F8B058-1768-42D9-A670-80003322380D}" type="presOf" srcId="{84406FA4-04E5-4B47-A1B9-7FE4DFE91366}" destId="{C324B281-9CFB-4A4E-B088-8F71F0827E1F}" srcOrd="0" destOrd="0" presId="urn:microsoft.com/office/officeart/2005/8/layout/orgChart1"/>
    <dgm:cxn modelId="{9F2CE180-0E25-40F6-A393-60424E76A6F1}" type="presOf" srcId="{63F41065-50B2-4750-826B-8138C551E983}" destId="{7C8CB5EA-117C-4E91-921A-FD2D455F9426}" srcOrd="0" destOrd="0" presId="urn:microsoft.com/office/officeart/2005/8/layout/orgChart1"/>
    <dgm:cxn modelId="{0BCEB084-FF0F-47B0-8F58-77A39E284974}" type="presOf" srcId="{B2B79C03-947F-48CD-94A7-C1908E75D863}" destId="{13C1B086-FD3A-4E1D-88CB-A5BBD0C06C96}" srcOrd="0" destOrd="0" presId="urn:microsoft.com/office/officeart/2005/8/layout/orgChart1"/>
    <dgm:cxn modelId="{4FC29C86-E7A7-46BB-B865-84EE274AEAB9}" type="presOf" srcId="{49EBEF00-CC76-4B6B-B7AE-E539ED860369}" destId="{5E8579CF-7496-4BC5-8B68-9246CB1413F9}" srcOrd="0" destOrd="0" presId="urn:microsoft.com/office/officeart/2005/8/layout/orgChart1"/>
    <dgm:cxn modelId="{BB450B89-0689-4EC9-B99E-B03FE9660F35}" type="presOf" srcId="{30004A32-0343-4EF7-B3F7-893B3811CF1F}" destId="{B283C6CF-0EBE-4D84-9011-FEA328FD0DF9}" srcOrd="1" destOrd="0" presId="urn:microsoft.com/office/officeart/2005/8/layout/orgChart1"/>
    <dgm:cxn modelId="{4D002089-0FAB-4BEA-BDA8-C17DBA6FFFE9}" type="presOf" srcId="{FAD15578-B004-4162-ADF2-7E78FC210984}" destId="{DEA73841-96BA-408D-8D8B-06247C50D410}" srcOrd="0" destOrd="0" presId="urn:microsoft.com/office/officeart/2005/8/layout/orgChart1"/>
    <dgm:cxn modelId="{70547C8F-D07F-4BC6-B45E-698261A58F60}" type="presOf" srcId="{E87042A0-2658-4A3B-960B-86566444092E}" destId="{6FA8C4F3-5E63-4D54-9E57-A77B3CD81BEB}" srcOrd="0" destOrd="0" presId="urn:microsoft.com/office/officeart/2005/8/layout/orgChart1"/>
    <dgm:cxn modelId="{95F27395-7B3F-4160-A77A-CA31C38F1C31}" srcId="{351B6ED4-4411-4D03-A1CD-9C4412169CC4}" destId="{74008373-5DD3-4E47-B46D-D7FED89125BB}" srcOrd="1" destOrd="0" parTransId="{45CA0E26-77D9-4578-BB1D-D1CDFBF96C25}" sibTransId="{E31A10E3-3835-4DB0-A68C-7491DB6027E2}"/>
    <dgm:cxn modelId="{9F6FB4A0-3128-438D-9110-8682AF64523F}" type="presOf" srcId="{351B6ED4-4411-4D03-A1CD-9C4412169CC4}" destId="{09C1E7A3-5BC8-4EC8-A66F-1B0418E4A27A}" srcOrd="1" destOrd="0" presId="urn:microsoft.com/office/officeart/2005/8/layout/orgChart1"/>
    <dgm:cxn modelId="{39FAC9A6-FC94-43C9-8842-E1929E6F394C}" type="presOf" srcId="{63F41065-50B2-4750-826B-8138C551E983}" destId="{C356A2C3-E476-499C-A344-1405D2901E42}" srcOrd="1" destOrd="0" presId="urn:microsoft.com/office/officeart/2005/8/layout/orgChart1"/>
    <dgm:cxn modelId="{6B3EF9A9-E799-402F-9A42-5DA574FA734B}" type="presOf" srcId="{0482CA5D-44A1-4B5E-8BEC-F451F9D20A0C}" destId="{122DB099-7821-415F-9599-3DC258B7E624}" srcOrd="0" destOrd="0" presId="urn:microsoft.com/office/officeart/2005/8/layout/orgChart1"/>
    <dgm:cxn modelId="{E861C8B1-DAD6-434B-9636-4F6A1CA0C261}" type="presOf" srcId="{74008373-5DD3-4E47-B46D-D7FED89125BB}" destId="{C8854265-6E3B-48E6-AA96-B602A5C8185F}" srcOrd="0" destOrd="0" presId="urn:microsoft.com/office/officeart/2005/8/layout/orgChart1"/>
    <dgm:cxn modelId="{339891B2-014B-4608-A8D0-619359D9B1F4}" type="presOf" srcId="{7D5514C7-8496-4ED0-BDDC-D89DFE658543}" destId="{8F78EEE5-FD79-4020-85DA-110D574B66C4}" srcOrd="0" destOrd="0" presId="urn:microsoft.com/office/officeart/2005/8/layout/orgChart1"/>
    <dgm:cxn modelId="{689EA0B5-7472-4146-87C7-F542FC74F022}" type="presOf" srcId="{A3000AF7-48B5-47C7-B94D-F43FEEC789EB}" destId="{C10C4705-2EC2-49BF-AABD-5083CCDEFC70}" srcOrd="1" destOrd="0" presId="urn:microsoft.com/office/officeart/2005/8/layout/orgChart1"/>
    <dgm:cxn modelId="{C553CBB7-693B-4368-8BAF-B7FDEEBCB03D}" type="presOf" srcId="{242C7E08-4001-4A62-A48E-D03556910AD1}" destId="{E1B1A5FF-F850-4DF8-A94A-29449A46D604}" srcOrd="0" destOrd="0" presId="urn:microsoft.com/office/officeart/2005/8/layout/orgChart1"/>
    <dgm:cxn modelId="{CE56F2BB-A1DC-4F57-82C7-1048D9B7E32B}" type="presOf" srcId="{30004A32-0343-4EF7-B3F7-893B3811CF1F}" destId="{8FB0238A-8693-4D84-B2DA-C22951BF85B8}" srcOrd="0" destOrd="0" presId="urn:microsoft.com/office/officeart/2005/8/layout/orgChart1"/>
    <dgm:cxn modelId="{8C445AC3-2AED-4E0B-A5EA-6C2A130176F8}" type="presOf" srcId="{B1341D99-6EBB-40FB-8BC3-FAF3986C0EE6}" destId="{568592E4-2974-4CA7-B333-DB68F74744A8}" srcOrd="0" destOrd="0" presId="urn:microsoft.com/office/officeart/2005/8/layout/orgChart1"/>
    <dgm:cxn modelId="{6F1601D9-038E-4E0D-9921-96F63E1D46FF}" srcId="{30004A32-0343-4EF7-B3F7-893B3811CF1F}" destId="{242C7E08-4001-4A62-A48E-D03556910AD1}" srcOrd="0" destOrd="0" parTransId="{B2B79C03-947F-48CD-94A7-C1908E75D863}" sibTransId="{3CB1DDBD-84B0-431A-9DBF-2E79A0CC741F}"/>
    <dgm:cxn modelId="{3FBE1CD9-E85C-4A75-AEB1-21A7C1667C26}" type="presOf" srcId="{351B6ED4-4411-4D03-A1CD-9C4412169CC4}" destId="{99E58B9A-EAB3-436C-8891-1327543E09AF}" srcOrd="0" destOrd="0" presId="urn:microsoft.com/office/officeart/2005/8/layout/orgChart1"/>
    <dgm:cxn modelId="{201D12DA-6A36-487D-8568-35DBA59DA499}" type="presOf" srcId="{EC27B3DB-97D5-4182-BD16-826804671A69}" destId="{BD99E890-D64A-4A5C-85B6-DF7B68CE23E4}" srcOrd="1" destOrd="0" presId="urn:microsoft.com/office/officeart/2005/8/layout/orgChart1"/>
    <dgm:cxn modelId="{D7A2CEE5-26CC-4965-B3E1-1ADBE975CCE3}" srcId="{74008373-5DD3-4E47-B46D-D7FED89125BB}" destId="{9451B7F1-8842-4FB4-8876-BC3B39F031CA}" srcOrd="1" destOrd="0" parTransId="{0916CB7F-DC46-48A3-8DA2-FC9F23CA2885}" sibTransId="{CF2C10C0-FB43-4A41-BABA-D96CA94D01A7}"/>
    <dgm:cxn modelId="{A1D12EE6-AE19-4319-BC44-218DC4B09E15}" srcId="{B1341D99-6EBB-40FB-8BC3-FAF3986C0EE6}" destId="{351B6ED4-4411-4D03-A1CD-9C4412169CC4}" srcOrd="0" destOrd="0" parTransId="{E4631D89-0FFC-4AF3-944A-DDA7291A2A44}" sibTransId="{224D6140-EB63-43E2-B670-A6BE586A6537}"/>
    <dgm:cxn modelId="{14524FE6-586D-4B1C-9B1D-E066E312E56E}" type="presOf" srcId="{FAD15578-B004-4162-ADF2-7E78FC210984}" destId="{5C2A0350-3C76-491B-B213-120A6756EE55}" srcOrd="1" destOrd="0" presId="urn:microsoft.com/office/officeart/2005/8/layout/orgChart1"/>
    <dgm:cxn modelId="{4416AFEC-C5C3-4618-913B-9C0E1F78E6AF}" type="presOf" srcId="{46203756-40A6-4F78-AFB8-46771C1E484E}" destId="{52B7C214-F630-453A-83BA-9F48F0387637}" srcOrd="0" destOrd="0" presId="urn:microsoft.com/office/officeart/2005/8/layout/orgChart1"/>
    <dgm:cxn modelId="{CFA1A5F2-0074-434E-BE2D-7C96C7619AC0}" type="presOf" srcId="{CB1FBDF2-7437-416F-96B1-547BC12342FB}" destId="{7BD035AB-77E8-456A-AA60-6AD7A131CBE7}" srcOrd="0" destOrd="0" presId="urn:microsoft.com/office/officeart/2005/8/layout/orgChart1"/>
    <dgm:cxn modelId="{1F0186F7-69B0-4CD9-9A0F-2CD73A2627F2}" srcId="{63F41065-50B2-4750-826B-8138C551E983}" destId="{EC27B3DB-97D5-4182-BD16-826804671A69}" srcOrd="2" destOrd="0" parTransId="{46203756-40A6-4F78-AFB8-46771C1E484E}" sibTransId="{0A48FDF0-1232-4C47-BAF6-D5496A5F559F}"/>
    <dgm:cxn modelId="{9CA91DF9-6BC1-427C-A19E-CB318554CF98}" srcId="{74008373-5DD3-4E47-B46D-D7FED89125BB}" destId="{A3000AF7-48B5-47C7-B94D-F43FEEC789EB}" srcOrd="0" destOrd="0" parTransId="{CB1FBDF2-7437-416F-96B1-547BC12342FB}" sibTransId="{B9D68506-038F-4833-9212-A0F8A346EFF2}"/>
    <dgm:cxn modelId="{F0647AF9-BA52-4B30-A24F-9C6BB686EA82}" srcId="{63F41065-50B2-4750-826B-8138C551E983}" destId="{49EBEF00-CC76-4B6B-B7AE-E539ED860369}" srcOrd="0" destOrd="0" parTransId="{06C3243F-427F-466C-9C59-330D778D0E9F}" sibTransId="{B61E31FA-4239-418D-8C02-6BECF1D8203A}"/>
    <dgm:cxn modelId="{33B161FB-53C9-4349-9D41-A3006B9D3255}" type="presOf" srcId="{E87042A0-2658-4A3B-960B-86566444092E}" destId="{EBA1E94B-565E-448D-AA17-7E482E296E04}" srcOrd="1" destOrd="0" presId="urn:microsoft.com/office/officeart/2005/8/layout/orgChart1"/>
    <dgm:cxn modelId="{9295D3F6-484B-4E3E-96E0-7BA59B650BCA}" type="presParOf" srcId="{568592E4-2974-4CA7-B333-DB68F74744A8}" destId="{944ED515-AD1B-46D3-ABA7-DE3A2FC47FA3}" srcOrd="0" destOrd="0" presId="urn:microsoft.com/office/officeart/2005/8/layout/orgChart1"/>
    <dgm:cxn modelId="{6EBEA03A-1673-4AF3-97CF-9C0599A3907B}" type="presParOf" srcId="{944ED515-AD1B-46D3-ABA7-DE3A2FC47FA3}" destId="{F06C8E91-3CE3-4F58-9E06-8F7F6198F4BB}" srcOrd="0" destOrd="0" presId="urn:microsoft.com/office/officeart/2005/8/layout/orgChart1"/>
    <dgm:cxn modelId="{2EA46BFC-AFBD-4FF4-9D6F-C0DF76EAD2F7}" type="presParOf" srcId="{F06C8E91-3CE3-4F58-9E06-8F7F6198F4BB}" destId="{99E58B9A-EAB3-436C-8891-1327543E09AF}" srcOrd="0" destOrd="0" presId="urn:microsoft.com/office/officeart/2005/8/layout/orgChart1"/>
    <dgm:cxn modelId="{C2882D23-8498-4AB2-8F32-9088AEFD3100}" type="presParOf" srcId="{F06C8E91-3CE3-4F58-9E06-8F7F6198F4BB}" destId="{09C1E7A3-5BC8-4EC8-A66F-1B0418E4A27A}" srcOrd="1" destOrd="0" presId="urn:microsoft.com/office/officeart/2005/8/layout/orgChart1"/>
    <dgm:cxn modelId="{601C93A5-A4BA-4B9B-87A1-D79715557B6A}" type="presParOf" srcId="{944ED515-AD1B-46D3-ABA7-DE3A2FC47FA3}" destId="{89093318-3801-47A7-9B50-8F0084903260}" srcOrd="1" destOrd="0" presId="urn:microsoft.com/office/officeart/2005/8/layout/orgChart1"/>
    <dgm:cxn modelId="{EB115DC3-4C9D-4DA7-B771-8189A0D420A8}" type="presParOf" srcId="{89093318-3801-47A7-9B50-8F0084903260}" destId="{7A3669D3-57EF-4BFA-AFA8-9EA79A792379}" srcOrd="0" destOrd="0" presId="urn:microsoft.com/office/officeart/2005/8/layout/orgChart1"/>
    <dgm:cxn modelId="{2C724848-9310-4F41-9D01-F7E76FB053AB}" type="presParOf" srcId="{89093318-3801-47A7-9B50-8F0084903260}" destId="{E8F470F0-89FB-4B76-99C4-969F47A9E1A2}" srcOrd="1" destOrd="0" presId="urn:microsoft.com/office/officeart/2005/8/layout/orgChart1"/>
    <dgm:cxn modelId="{020662A0-7280-4421-B2B8-29E7B5705FC8}" type="presParOf" srcId="{E8F470F0-89FB-4B76-99C4-969F47A9E1A2}" destId="{22D20397-8135-4B62-BD53-8EA12B430EC6}" srcOrd="0" destOrd="0" presId="urn:microsoft.com/office/officeart/2005/8/layout/orgChart1"/>
    <dgm:cxn modelId="{64675061-D11D-4A76-9AD3-6E16F3D4CA09}" type="presParOf" srcId="{22D20397-8135-4B62-BD53-8EA12B430EC6}" destId="{C8854265-6E3B-48E6-AA96-B602A5C8185F}" srcOrd="0" destOrd="0" presId="urn:microsoft.com/office/officeart/2005/8/layout/orgChart1"/>
    <dgm:cxn modelId="{C2500AD5-7EA6-4759-A79E-F88217747CE5}" type="presParOf" srcId="{22D20397-8135-4B62-BD53-8EA12B430EC6}" destId="{13716BA0-B14E-4FF4-8C50-974643C0C8EB}" srcOrd="1" destOrd="0" presId="urn:microsoft.com/office/officeart/2005/8/layout/orgChart1"/>
    <dgm:cxn modelId="{D6DE1BF1-30DC-4440-AD14-13C193DDFC90}" type="presParOf" srcId="{E8F470F0-89FB-4B76-99C4-969F47A9E1A2}" destId="{68F5CFBB-7A15-4FE8-8D1C-9DEB35AC3FAC}" srcOrd="1" destOrd="0" presId="urn:microsoft.com/office/officeart/2005/8/layout/orgChart1"/>
    <dgm:cxn modelId="{AE564E7A-9C4A-4AD3-A2DD-8086A40FA73E}" type="presParOf" srcId="{68F5CFBB-7A15-4FE8-8D1C-9DEB35AC3FAC}" destId="{7BD035AB-77E8-456A-AA60-6AD7A131CBE7}" srcOrd="0" destOrd="0" presId="urn:microsoft.com/office/officeart/2005/8/layout/orgChart1"/>
    <dgm:cxn modelId="{7021DD36-7D3D-40E5-B57E-437CF9BBAE02}" type="presParOf" srcId="{68F5CFBB-7A15-4FE8-8D1C-9DEB35AC3FAC}" destId="{965D8E49-9464-4527-88FB-27A9136E34A9}" srcOrd="1" destOrd="0" presId="urn:microsoft.com/office/officeart/2005/8/layout/orgChart1"/>
    <dgm:cxn modelId="{96647C38-E04C-4BCD-803E-CC8E69D95E2F}" type="presParOf" srcId="{965D8E49-9464-4527-88FB-27A9136E34A9}" destId="{009675F8-2D98-4C73-9647-2A27DD4F2950}" srcOrd="0" destOrd="0" presId="urn:microsoft.com/office/officeart/2005/8/layout/orgChart1"/>
    <dgm:cxn modelId="{C8234B8B-EE8D-4EAB-AED7-8326D503FEA8}" type="presParOf" srcId="{009675F8-2D98-4C73-9647-2A27DD4F2950}" destId="{86F29C2B-0DBE-47AC-8C9E-FB9CBD796151}" srcOrd="0" destOrd="0" presId="urn:microsoft.com/office/officeart/2005/8/layout/orgChart1"/>
    <dgm:cxn modelId="{098E8466-F57F-451D-81C4-0B7196B4BEBA}" type="presParOf" srcId="{009675F8-2D98-4C73-9647-2A27DD4F2950}" destId="{C10C4705-2EC2-49BF-AABD-5083CCDEFC70}" srcOrd="1" destOrd="0" presId="urn:microsoft.com/office/officeart/2005/8/layout/orgChart1"/>
    <dgm:cxn modelId="{9EC61E62-CA28-40C5-90D5-1EB9BF111A0E}" type="presParOf" srcId="{965D8E49-9464-4527-88FB-27A9136E34A9}" destId="{7EE13910-5B3F-4F7B-80A3-C8380A3D9769}" srcOrd="1" destOrd="0" presId="urn:microsoft.com/office/officeart/2005/8/layout/orgChart1"/>
    <dgm:cxn modelId="{600D398C-A91F-490D-9B60-FE252F9A3363}" type="presParOf" srcId="{965D8E49-9464-4527-88FB-27A9136E34A9}" destId="{A4427816-6138-4F9A-AAFE-1655203066D8}" srcOrd="2" destOrd="0" presId="urn:microsoft.com/office/officeart/2005/8/layout/orgChart1"/>
    <dgm:cxn modelId="{8CFA468C-8476-42AF-A697-20C4C05493AC}" type="presParOf" srcId="{68F5CFBB-7A15-4FE8-8D1C-9DEB35AC3FAC}" destId="{BB23D3CC-45CE-4661-A945-8FC12339D3C3}" srcOrd="2" destOrd="0" presId="urn:microsoft.com/office/officeart/2005/8/layout/orgChart1"/>
    <dgm:cxn modelId="{6F05ECE8-4310-4AF8-8ACC-C4E51BD108AB}" type="presParOf" srcId="{68F5CFBB-7A15-4FE8-8D1C-9DEB35AC3FAC}" destId="{1E774051-57E3-4CED-A98E-C40E65AC09DB}" srcOrd="3" destOrd="0" presId="urn:microsoft.com/office/officeart/2005/8/layout/orgChart1"/>
    <dgm:cxn modelId="{408B5136-B5A0-421B-94A1-6D0EE3E870E2}" type="presParOf" srcId="{1E774051-57E3-4CED-A98E-C40E65AC09DB}" destId="{F2530075-F30B-4CFD-9CC0-474AF1F04632}" srcOrd="0" destOrd="0" presId="urn:microsoft.com/office/officeart/2005/8/layout/orgChart1"/>
    <dgm:cxn modelId="{F429EBE2-05ED-40FA-94C3-420530BACDBE}" type="presParOf" srcId="{F2530075-F30B-4CFD-9CC0-474AF1F04632}" destId="{CE2FE268-7BB9-4AD6-8F62-DB0A7C7E5E17}" srcOrd="0" destOrd="0" presId="urn:microsoft.com/office/officeart/2005/8/layout/orgChart1"/>
    <dgm:cxn modelId="{D223C733-C25D-48A4-9788-255147A4326F}" type="presParOf" srcId="{F2530075-F30B-4CFD-9CC0-474AF1F04632}" destId="{1C4D74FD-341C-4445-BE96-67457782999B}" srcOrd="1" destOrd="0" presId="urn:microsoft.com/office/officeart/2005/8/layout/orgChart1"/>
    <dgm:cxn modelId="{95B02347-143B-4E42-A5AB-C8F11EC3038D}" type="presParOf" srcId="{1E774051-57E3-4CED-A98E-C40E65AC09DB}" destId="{98454827-5ADB-4B19-B0E8-B4C665D39D62}" srcOrd="1" destOrd="0" presId="urn:microsoft.com/office/officeart/2005/8/layout/orgChart1"/>
    <dgm:cxn modelId="{779AA9C9-4388-40F2-A8B7-631B2FB133A4}" type="presParOf" srcId="{1E774051-57E3-4CED-A98E-C40E65AC09DB}" destId="{CB1C3E62-AEA3-4C83-AA2A-0A3EB3EF56F0}" srcOrd="2" destOrd="0" presId="urn:microsoft.com/office/officeart/2005/8/layout/orgChart1"/>
    <dgm:cxn modelId="{D1B89712-AA44-41E0-9287-721B080F221D}" type="presParOf" srcId="{68F5CFBB-7A15-4FE8-8D1C-9DEB35AC3FAC}" destId="{216C338A-4E8E-4D5D-BE32-87B5D73E6B2D}" srcOrd="4" destOrd="0" presId="urn:microsoft.com/office/officeart/2005/8/layout/orgChart1"/>
    <dgm:cxn modelId="{E5D7CC2E-99A7-4F34-B1F1-F65CC21ECFA0}" type="presParOf" srcId="{68F5CFBB-7A15-4FE8-8D1C-9DEB35AC3FAC}" destId="{84F2916D-936E-4A85-9A0F-8166A5BACB80}" srcOrd="5" destOrd="0" presId="urn:microsoft.com/office/officeart/2005/8/layout/orgChart1"/>
    <dgm:cxn modelId="{0D159957-6177-47CE-A741-9FFAB45135D5}" type="presParOf" srcId="{84F2916D-936E-4A85-9A0F-8166A5BACB80}" destId="{4CFBF684-9347-4E42-9369-79947FF267FC}" srcOrd="0" destOrd="0" presId="urn:microsoft.com/office/officeart/2005/8/layout/orgChart1"/>
    <dgm:cxn modelId="{A9D17FA7-D0C6-454A-9B43-B8A01BBF3321}" type="presParOf" srcId="{4CFBF684-9347-4E42-9369-79947FF267FC}" destId="{7C8CB5EA-117C-4E91-921A-FD2D455F9426}" srcOrd="0" destOrd="0" presId="urn:microsoft.com/office/officeart/2005/8/layout/orgChart1"/>
    <dgm:cxn modelId="{07F8096C-9505-4EAB-8248-3B41B3870C9C}" type="presParOf" srcId="{4CFBF684-9347-4E42-9369-79947FF267FC}" destId="{C356A2C3-E476-499C-A344-1405D2901E42}" srcOrd="1" destOrd="0" presId="urn:microsoft.com/office/officeart/2005/8/layout/orgChart1"/>
    <dgm:cxn modelId="{73E93D97-3B33-47AC-8779-D207A504342B}" type="presParOf" srcId="{84F2916D-936E-4A85-9A0F-8166A5BACB80}" destId="{D2730B32-2D7B-4BC7-A3F1-B5B6F58D726D}" srcOrd="1" destOrd="0" presId="urn:microsoft.com/office/officeart/2005/8/layout/orgChart1"/>
    <dgm:cxn modelId="{7CB57C93-E4E4-4F2E-83EB-458C8D494882}" type="presParOf" srcId="{D2730B32-2D7B-4BC7-A3F1-B5B6F58D726D}" destId="{2E26F305-EC9B-425A-BDEF-B25C8E714830}" srcOrd="0" destOrd="0" presId="urn:microsoft.com/office/officeart/2005/8/layout/orgChart1"/>
    <dgm:cxn modelId="{3EBCA3DA-653D-45F6-86A6-1AF9CBE7079C}" type="presParOf" srcId="{D2730B32-2D7B-4BC7-A3F1-B5B6F58D726D}" destId="{41DF135C-1BDD-4599-A770-F97ABEBEFEA1}" srcOrd="1" destOrd="0" presId="urn:microsoft.com/office/officeart/2005/8/layout/orgChart1"/>
    <dgm:cxn modelId="{1156671F-DDEE-44CD-8E21-F117ECBB9FEA}" type="presParOf" srcId="{41DF135C-1BDD-4599-A770-F97ABEBEFEA1}" destId="{87D4FECA-5495-49A8-9506-75EF5E1E6656}" srcOrd="0" destOrd="0" presId="urn:microsoft.com/office/officeart/2005/8/layout/orgChart1"/>
    <dgm:cxn modelId="{3CEFB7D3-B26D-440D-A653-7E42B530167E}" type="presParOf" srcId="{87D4FECA-5495-49A8-9506-75EF5E1E6656}" destId="{5E8579CF-7496-4BC5-8B68-9246CB1413F9}" srcOrd="0" destOrd="0" presId="urn:microsoft.com/office/officeart/2005/8/layout/orgChart1"/>
    <dgm:cxn modelId="{D2C4D242-62D1-48A4-AC4E-BDFB5FA715A2}" type="presParOf" srcId="{87D4FECA-5495-49A8-9506-75EF5E1E6656}" destId="{73780BEF-796A-49FC-9D12-F818F1EFFCA9}" srcOrd="1" destOrd="0" presId="urn:microsoft.com/office/officeart/2005/8/layout/orgChart1"/>
    <dgm:cxn modelId="{EACC5FE7-00DF-4148-9AD0-154DB2A8218F}" type="presParOf" srcId="{41DF135C-1BDD-4599-A770-F97ABEBEFEA1}" destId="{A0DCC3F2-6FB4-4488-9650-DAD24CB3E01F}" srcOrd="1" destOrd="0" presId="urn:microsoft.com/office/officeart/2005/8/layout/orgChart1"/>
    <dgm:cxn modelId="{498739B6-8385-48CB-B0F9-73AAA5EAA58E}" type="presParOf" srcId="{41DF135C-1BDD-4599-A770-F97ABEBEFEA1}" destId="{DDC48C59-6B42-4DB2-A74C-AB9D0DB5B462}" srcOrd="2" destOrd="0" presId="urn:microsoft.com/office/officeart/2005/8/layout/orgChart1"/>
    <dgm:cxn modelId="{52C6FE54-BE05-482B-AC70-8A798AD7382C}" type="presParOf" srcId="{D2730B32-2D7B-4BC7-A3F1-B5B6F58D726D}" destId="{C324B281-9CFB-4A4E-B088-8F71F0827E1F}" srcOrd="2" destOrd="0" presId="urn:microsoft.com/office/officeart/2005/8/layout/orgChart1"/>
    <dgm:cxn modelId="{C9B5C551-603A-4A24-A8CC-5E534B427559}" type="presParOf" srcId="{D2730B32-2D7B-4BC7-A3F1-B5B6F58D726D}" destId="{087B6E26-5D86-4084-AC14-161D241FE13F}" srcOrd="3" destOrd="0" presId="urn:microsoft.com/office/officeart/2005/8/layout/orgChart1"/>
    <dgm:cxn modelId="{15F6CF08-646D-4DB0-99D5-E200E032B280}" type="presParOf" srcId="{087B6E26-5D86-4084-AC14-161D241FE13F}" destId="{6E2ED56C-049E-4C0D-9853-A4FEBD9215B7}" srcOrd="0" destOrd="0" presId="urn:microsoft.com/office/officeart/2005/8/layout/orgChart1"/>
    <dgm:cxn modelId="{34203FBF-FA11-46D7-92A8-8E3567A16698}" type="presParOf" srcId="{6E2ED56C-049E-4C0D-9853-A4FEBD9215B7}" destId="{6FA8C4F3-5E63-4D54-9E57-A77B3CD81BEB}" srcOrd="0" destOrd="0" presId="urn:microsoft.com/office/officeart/2005/8/layout/orgChart1"/>
    <dgm:cxn modelId="{AECF8C12-3025-4A89-B66D-EAA7D0A1EC34}" type="presParOf" srcId="{6E2ED56C-049E-4C0D-9853-A4FEBD9215B7}" destId="{EBA1E94B-565E-448D-AA17-7E482E296E04}" srcOrd="1" destOrd="0" presId="urn:microsoft.com/office/officeart/2005/8/layout/orgChart1"/>
    <dgm:cxn modelId="{2112A888-14FC-49D2-8CE7-E650156138FF}" type="presParOf" srcId="{087B6E26-5D86-4084-AC14-161D241FE13F}" destId="{A4030BC7-ACE5-4EE3-9BBB-DBBAC0F813DD}" srcOrd="1" destOrd="0" presId="urn:microsoft.com/office/officeart/2005/8/layout/orgChart1"/>
    <dgm:cxn modelId="{F01C46BA-2776-4C07-AB6D-A6E5556E4F54}" type="presParOf" srcId="{087B6E26-5D86-4084-AC14-161D241FE13F}" destId="{3DD80944-E2B6-48AD-A2B6-316F05F583C7}" srcOrd="2" destOrd="0" presId="urn:microsoft.com/office/officeart/2005/8/layout/orgChart1"/>
    <dgm:cxn modelId="{74FBF7A7-154F-4C09-9A4D-540D48D70884}" type="presParOf" srcId="{D2730B32-2D7B-4BC7-A3F1-B5B6F58D726D}" destId="{52B7C214-F630-453A-83BA-9F48F0387637}" srcOrd="4" destOrd="0" presId="urn:microsoft.com/office/officeart/2005/8/layout/orgChart1"/>
    <dgm:cxn modelId="{16726612-66B2-4540-95D5-0830A00240DD}" type="presParOf" srcId="{D2730B32-2D7B-4BC7-A3F1-B5B6F58D726D}" destId="{84A096A9-65D8-42C5-BEC6-7B64E9932DEC}" srcOrd="5" destOrd="0" presId="urn:microsoft.com/office/officeart/2005/8/layout/orgChart1"/>
    <dgm:cxn modelId="{B5FD5DFC-E19F-4EDF-BFF1-793F0365E714}" type="presParOf" srcId="{84A096A9-65D8-42C5-BEC6-7B64E9932DEC}" destId="{0D3B1196-55F7-4AA6-A3EE-720B962B4052}" srcOrd="0" destOrd="0" presId="urn:microsoft.com/office/officeart/2005/8/layout/orgChart1"/>
    <dgm:cxn modelId="{E4489EBE-7AA8-41FB-B11D-F2826512B234}" type="presParOf" srcId="{0D3B1196-55F7-4AA6-A3EE-720B962B4052}" destId="{089B03C9-9804-4A5E-866B-4090BAAE6D55}" srcOrd="0" destOrd="0" presId="urn:microsoft.com/office/officeart/2005/8/layout/orgChart1"/>
    <dgm:cxn modelId="{C0ADCBF9-7758-4B29-833C-D046C12C3E78}" type="presParOf" srcId="{0D3B1196-55F7-4AA6-A3EE-720B962B4052}" destId="{BD99E890-D64A-4A5C-85B6-DF7B68CE23E4}" srcOrd="1" destOrd="0" presId="urn:microsoft.com/office/officeart/2005/8/layout/orgChart1"/>
    <dgm:cxn modelId="{095F59E5-2463-4E17-A288-DC1C2BF109B4}" type="presParOf" srcId="{84A096A9-65D8-42C5-BEC6-7B64E9932DEC}" destId="{ED736FEF-1D03-442C-805B-FFAF68EF91BF}" srcOrd="1" destOrd="0" presId="urn:microsoft.com/office/officeart/2005/8/layout/orgChart1"/>
    <dgm:cxn modelId="{619B3918-60AC-4361-82B1-B41BFDAE0D58}" type="presParOf" srcId="{84A096A9-65D8-42C5-BEC6-7B64E9932DEC}" destId="{F6EE4B81-1157-4DFD-B437-1E18399BD8CA}" srcOrd="2" destOrd="0" presId="urn:microsoft.com/office/officeart/2005/8/layout/orgChart1"/>
    <dgm:cxn modelId="{ACDEC861-C2D0-4922-AAD5-889D1DF89580}" type="presParOf" srcId="{84F2916D-936E-4A85-9A0F-8166A5BACB80}" destId="{5D45A93E-33C4-4EE0-93F4-997FB12586DB}" srcOrd="2" destOrd="0" presId="urn:microsoft.com/office/officeart/2005/8/layout/orgChart1"/>
    <dgm:cxn modelId="{D86A2F8E-74E3-45AB-A3CE-E61595E55D39}" type="presParOf" srcId="{E8F470F0-89FB-4B76-99C4-969F47A9E1A2}" destId="{E48472DD-9C59-4CEE-B433-9C2FEBCDCE21}" srcOrd="2" destOrd="0" presId="urn:microsoft.com/office/officeart/2005/8/layout/orgChart1"/>
    <dgm:cxn modelId="{CB246682-273B-421F-9D2F-7745501AC246}" type="presParOf" srcId="{89093318-3801-47A7-9B50-8F0084903260}" destId="{8F78EEE5-FD79-4020-85DA-110D574B66C4}" srcOrd="2" destOrd="0" presId="urn:microsoft.com/office/officeart/2005/8/layout/orgChart1"/>
    <dgm:cxn modelId="{A71C90C4-C5ED-4CB7-B7BF-4F924E3FEA5F}" type="presParOf" srcId="{89093318-3801-47A7-9B50-8F0084903260}" destId="{799AD4D6-1DEE-4737-9D71-F66C15D24077}" srcOrd="3" destOrd="0" presId="urn:microsoft.com/office/officeart/2005/8/layout/orgChart1"/>
    <dgm:cxn modelId="{51DF504C-0FA8-4858-A766-61F6F76E6955}" type="presParOf" srcId="{799AD4D6-1DEE-4737-9D71-F66C15D24077}" destId="{CE7FE800-639D-4FAE-BBFB-701390E9FED2}" srcOrd="0" destOrd="0" presId="urn:microsoft.com/office/officeart/2005/8/layout/orgChart1"/>
    <dgm:cxn modelId="{EF2BF3A7-1C30-43F0-9491-E524C1B31DCB}" type="presParOf" srcId="{CE7FE800-639D-4FAE-BBFB-701390E9FED2}" destId="{8FB0238A-8693-4D84-B2DA-C22951BF85B8}" srcOrd="0" destOrd="0" presId="urn:microsoft.com/office/officeart/2005/8/layout/orgChart1"/>
    <dgm:cxn modelId="{3F37F5BC-5B5F-434B-AE90-0E70B5BE16BE}" type="presParOf" srcId="{CE7FE800-639D-4FAE-BBFB-701390E9FED2}" destId="{B283C6CF-0EBE-4D84-9011-FEA328FD0DF9}" srcOrd="1" destOrd="0" presId="urn:microsoft.com/office/officeart/2005/8/layout/orgChart1"/>
    <dgm:cxn modelId="{AB35E2B6-D63D-40BC-B6A8-32CA16792C5E}" type="presParOf" srcId="{799AD4D6-1DEE-4737-9D71-F66C15D24077}" destId="{1CF98548-6E7B-421B-AECB-94C7CDB3050A}" srcOrd="1" destOrd="0" presId="urn:microsoft.com/office/officeart/2005/8/layout/orgChart1"/>
    <dgm:cxn modelId="{2FFB9B6F-7C9B-4983-82AE-74588B6DDD3D}" type="presParOf" srcId="{1CF98548-6E7B-421B-AECB-94C7CDB3050A}" destId="{13C1B086-FD3A-4E1D-88CB-A5BBD0C06C96}" srcOrd="0" destOrd="0" presId="urn:microsoft.com/office/officeart/2005/8/layout/orgChart1"/>
    <dgm:cxn modelId="{CA74D3DE-ACF2-4892-950E-2C562D2371C7}" type="presParOf" srcId="{1CF98548-6E7B-421B-AECB-94C7CDB3050A}" destId="{4FE6EAE9-E680-4A3A-9DF9-05F3B9FF1A83}" srcOrd="1" destOrd="0" presId="urn:microsoft.com/office/officeart/2005/8/layout/orgChart1"/>
    <dgm:cxn modelId="{CCD6FAD9-AC08-43B0-A361-A18860A6AACA}" type="presParOf" srcId="{4FE6EAE9-E680-4A3A-9DF9-05F3B9FF1A83}" destId="{26C069F5-7CD8-4DB6-A065-7D754C43D3F4}" srcOrd="0" destOrd="0" presId="urn:microsoft.com/office/officeart/2005/8/layout/orgChart1"/>
    <dgm:cxn modelId="{EB95B2F6-FDB2-4B3A-99B6-19996C666445}" type="presParOf" srcId="{26C069F5-7CD8-4DB6-A065-7D754C43D3F4}" destId="{E1B1A5FF-F850-4DF8-A94A-29449A46D604}" srcOrd="0" destOrd="0" presId="urn:microsoft.com/office/officeart/2005/8/layout/orgChart1"/>
    <dgm:cxn modelId="{202F8EDD-4371-46D6-B1F6-2DCF350E9610}" type="presParOf" srcId="{26C069F5-7CD8-4DB6-A065-7D754C43D3F4}" destId="{CF95DAFE-3CEA-4493-8F9A-61B7C5F81A28}" srcOrd="1" destOrd="0" presId="urn:microsoft.com/office/officeart/2005/8/layout/orgChart1"/>
    <dgm:cxn modelId="{42D08BA3-0DF1-4976-90B7-10C3030E07AB}" type="presParOf" srcId="{4FE6EAE9-E680-4A3A-9DF9-05F3B9FF1A83}" destId="{68A98340-F105-4A6A-918C-2759C166B472}" srcOrd="1" destOrd="0" presId="urn:microsoft.com/office/officeart/2005/8/layout/orgChart1"/>
    <dgm:cxn modelId="{568355BE-085F-4746-8F19-4CFECAC5BC26}" type="presParOf" srcId="{4FE6EAE9-E680-4A3A-9DF9-05F3B9FF1A83}" destId="{BFB1FE9A-79E4-4DC0-AF6F-B95A1E439BE0}" srcOrd="2" destOrd="0" presId="urn:microsoft.com/office/officeart/2005/8/layout/orgChart1"/>
    <dgm:cxn modelId="{2D169B20-4EE2-4031-B7C0-59942BC1A74D}" type="presParOf" srcId="{799AD4D6-1DEE-4737-9D71-F66C15D24077}" destId="{68041F79-04B1-4C70-BBC3-22F81ECA4517}" srcOrd="2" destOrd="0" presId="urn:microsoft.com/office/officeart/2005/8/layout/orgChart1"/>
    <dgm:cxn modelId="{46251388-FCB1-413C-9154-DCCD0F9A4528}" type="presParOf" srcId="{89093318-3801-47A7-9B50-8F0084903260}" destId="{F530314C-C356-4103-88FB-3DE2E8D10FC4}" srcOrd="4" destOrd="0" presId="urn:microsoft.com/office/officeart/2005/8/layout/orgChart1"/>
    <dgm:cxn modelId="{59444707-D909-44FE-B017-6621709229A5}" type="presParOf" srcId="{89093318-3801-47A7-9B50-8F0084903260}" destId="{33528EAC-DD12-45E4-83C0-DAACE3C1A7A2}" srcOrd="5" destOrd="0" presId="urn:microsoft.com/office/officeart/2005/8/layout/orgChart1"/>
    <dgm:cxn modelId="{B0F55B56-271F-4310-8F6B-BF6601CA20FE}" type="presParOf" srcId="{33528EAC-DD12-45E4-83C0-DAACE3C1A7A2}" destId="{687BEA0E-7816-4043-AF42-12F54690DF95}" srcOrd="0" destOrd="0" presId="urn:microsoft.com/office/officeart/2005/8/layout/orgChart1"/>
    <dgm:cxn modelId="{BE4B8D0A-C20D-418D-BE17-B11D79E593A5}" type="presParOf" srcId="{687BEA0E-7816-4043-AF42-12F54690DF95}" destId="{DEA73841-96BA-408D-8D8B-06247C50D410}" srcOrd="0" destOrd="0" presId="urn:microsoft.com/office/officeart/2005/8/layout/orgChart1"/>
    <dgm:cxn modelId="{142B2924-4BC6-42AB-93A8-ABC85BC28B59}" type="presParOf" srcId="{687BEA0E-7816-4043-AF42-12F54690DF95}" destId="{5C2A0350-3C76-491B-B213-120A6756EE55}" srcOrd="1" destOrd="0" presId="urn:microsoft.com/office/officeart/2005/8/layout/orgChart1"/>
    <dgm:cxn modelId="{EFC345DD-3495-4B1E-AB55-5B98E3C9ADEC}" type="presParOf" srcId="{33528EAC-DD12-45E4-83C0-DAACE3C1A7A2}" destId="{8F5D049A-F766-4037-9627-86C432B384B8}" srcOrd="1" destOrd="0" presId="urn:microsoft.com/office/officeart/2005/8/layout/orgChart1"/>
    <dgm:cxn modelId="{2138D367-A682-415C-8209-D0F3FA711428}" type="presParOf" srcId="{33528EAC-DD12-45E4-83C0-DAACE3C1A7A2}" destId="{9F2A3ED1-EA1D-41B5-91E3-DBAAACFF03F0}" srcOrd="2" destOrd="0" presId="urn:microsoft.com/office/officeart/2005/8/layout/orgChart1"/>
    <dgm:cxn modelId="{B8194A30-0F11-4FEB-9118-814CE1D7F560}" type="presParOf" srcId="{944ED515-AD1B-46D3-ABA7-DE3A2FC47FA3}" destId="{DED286B1-5F92-43D0-840D-85BE4523C8EC}" srcOrd="2" destOrd="0" presId="urn:microsoft.com/office/officeart/2005/8/layout/orgChart1"/>
    <dgm:cxn modelId="{41F73BAE-2F89-4AE3-A8A9-AF0FE91B4B79}" type="presParOf" srcId="{DED286B1-5F92-43D0-840D-85BE4523C8EC}" destId="{A8FD46B2-B7FC-4209-8C28-72ACC719C6C2}" srcOrd="0" destOrd="0" presId="urn:microsoft.com/office/officeart/2005/8/layout/orgChart1"/>
    <dgm:cxn modelId="{966A61A2-36E0-45CA-8526-FA5DDE71C986}" type="presParOf" srcId="{DED286B1-5F92-43D0-840D-85BE4523C8EC}" destId="{CF4F763B-368A-47B7-8870-E41E2B0EE9A8}" srcOrd="1" destOrd="0" presId="urn:microsoft.com/office/officeart/2005/8/layout/orgChart1"/>
    <dgm:cxn modelId="{B12FC5EB-FE3E-45DA-BC89-6840392A8CD9}" type="presParOf" srcId="{CF4F763B-368A-47B7-8870-E41E2B0EE9A8}" destId="{2A9A148B-9BA5-4420-B8A2-6A469B139FE9}" srcOrd="0" destOrd="0" presId="urn:microsoft.com/office/officeart/2005/8/layout/orgChart1"/>
    <dgm:cxn modelId="{023780E7-BFB4-4E8D-9DCE-8381FC3A1731}" type="presParOf" srcId="{2A9A148B-9BA5-4420-B8A2-6A469B139FE9}" destId="{122DB099-7821-415F-9599-3DC258B7E624}" srcOrd="0" destOrd="0" presId="urn:microsoft.com/office/officeart/2005/8/layout/orgChart1"/>
    <dgm:cxn modelId="{BF62D531-031C-44F9-BDA4-27A90E2FAE5F}" type="presParOf" srcId="{2A9A148B-9BA5-4420-B8A2-6A469B139FE9}" destId="{056E9E8B-FFEB-4EDE-8D6B-B187DF06CC7C}" srcOrd="1" destOrd="0" presId="urn:microsoft.com/office/officeart/2005/8/layout/orgChart1"/>
    <dgm:cxn modelId="{677FDA6C-7069-4114-8D7A-5937C7317EE6}" type="presParOf" srcId="{CF4F763B-368A-47B7-8870-E41E2B0EE9A8}" destId="{CE64BD91-F95C-4B8E-9480-12AF55F855AC}" srcOrd="1" destOrd="0" presId="urn:microsoft.com/office/officeart/2005/8/layout/orgChart1"/>
    <dgm:cxn modelId="{1954B35E-7C43-4DA0-8D67-3E0C887CC3C5}" type="presParOf" srcId="{CF4F763B-368A-47B7-8870-E41E2B0EE9A8}" destId="{FC86E733-A902-4330-AF24-BEDC5FD8A4B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A754F84-37EE-4327-AD89-9F659CE4252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12BF8B0-37E1-4747-A725-1E7C2F5DA55F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BC6C8405-5BF2-4205-AF32-D0A9144C94A2}" type="parTrans" cxnId="{44633715-A3B3-46A7-8D7E-6DA131550B75}">
      <dgm:prSet/>
      <dgm:spPr/>
      <dgm:t>
        <a:bodyPr/>
        <a:lstStyle/>
        <a:p>
          <a:endParaRPr lang="en-US"/>
        </a:p>
      </dgm:t>
    </dgm:pt>
    <dgm:pt modelId="{FBFF4176-A7FB-46B2-93FF-A377FEF55879}" type="sibTrans" cxnId="{44633715-A3B3-46A7-8D7E-6DA131550B75}">
      <dgm:prSet/>
      <dgm:spPr/>
      <dgm:t>
        <a:bodyPr/>
        <a:lstStyle/>
        <a:p>
          <a:endParaRPr lang="en-US"/>
        </a:p>
      </dgm:t>
    </dgm:pt>
    <dgm:pt modelId="{8C00A0B0-7CAF-488E-980D-47AFC41DDB4E}" type="asst">
      <dgm:prSet phldrT="[Text]" phldr="1"/>
      <dgm:spPr/>
      <dgm:t>
        <a:bodyPr/>
        <a:lstStyle/>
        <a:p>
          <a:endParaRPr lang="en-US"/>
        </a:p>
      </dgm:t>
    </dgm:pt>
    <dgm:pt modelId="{90E0DDB5-E469-45E9-AC78-2E4F9457728D}" type="parTrans" cxnId="{A71A7F3E-51B7-4FC4-B11A-ED83C13E3D9E}">
      <dgm:prSet/>
      <dgm:spPr/>
      <dgm:t>
        <a:bodyPr/>
        <a:lstStyle/>
        <a:p>
          <a:endParaRPr lang="en-US"/>
        </a:p>
      </dgm:t>
    </dgm:pt>
    <dgm:pt modelId="{89EB456C-3A1E-4B46-A209-2FE2F2645326}" type="sibTrans" cxnId="{A71A7F3E-51B7-4FC4-B11A-ED83C13E3D9E}">
      <dgm:prSet/>
      <dgm:spPr/>
      <dgm:t>
        <a:bodyPr/>
        <a:lstStyle/>
        <a:p>
          <a:endParaRPr lang="en-US"/>
        </a:p>
      </dgm:t>
    </dgm:pt>
    <dgm:pt modelId="{592F2820-BD5E-4965-A26A-F2996B869AB0}">
      <dgm:prSet phldrT="[Text]" phldr="1"/>
      <dgm:spPr/>
      <dgm:t>
        <a:bodyPr/>
        <a:lstStyle/>
        <a:p>
          <a:endParaRPr lang="en-US"/>
        </a:p>
      </dgm:t>
    </dgm:pt>
    <dgm:pt modelId="{9F768DF3-BDAB-4658-B9F6-0774CC98ADF7}" type="parTrans" cxnId="{39FF7C16-03AD-47F0-B139-CE333FFA0D05}">
      <dgm:prSet/>
      <dgm:spPr/>
      <dgm:t>
        <a:bodyPr/>
        <a:lstStyle/>
        <a:p>
          <a:endParaRPr lang="en-US"/>
        </a:p>
      </dgm:t>
    </dgm:pt>
    <dgm:pt modelId="{3F2F767D-96C5-4C54-9EE2-AD6B59306F5C}" type="sibTrans" cxnId="{39FF7C16-03AD-47F0-B139-CE333FFA0D05}">
      <dgm:prSet/>
      <dgm:spPr/>
      <dgm:t>
        <a:bodyPr/>
        <a:lstStyle/>
        <a:p>
          <a:endParaRPr lang="en-US"/>
        </a:p>
      </dgm:t>
    </dgm:pt>
    <dgm:pt modelId="{5891B253-F74C-4AD3-B239-4D3323AA08D4}">
      <dgm:prSet phldrT="[Text]" phldr="1"/>
      <dgm:spPr/>
      <dgm:t>
        <a:bodyPr/>
        <a:lstStyle/>
        <a:p>
          <a:endParaRPr lang="en-US"/>
        </a:p>
      </dgm:t>
    </dgm:pt>
    <dgm:pt modelId="{38AE0669-12F5-4FE1-8820-E07C51AF8216}" type="parTrans" cxnId="{D660E78F-BBFB-42CE-AF5D-9E1620A5E54A}">
      <dgm:prSet/>
      <dgm:spPr/>
      <dgm:t>
        <a:bodyPr/>
        <a:lstStyle/>
        <a:p>
          <a:endParaRPr lang="en-US"/>
        </a:p>
      </dgm:t>
    </dgm:pt>
    <dgm:pt modelId="{7478376A-3495-47FA-8668-F0E8FB5C39E6}" type="sibTrans" cxnId="{D660E78F-BBFB-42CE-AF5D-9E1620A5E54A}">
      <dgm:prSet/>
      <dgm:spPr/>
      <dgm:t>
        <a:bodyPr/>
        <a:lstStyle/>
        <a:p>
          <a:endParaRPr lang="en-US"/>
        </a:p>
      </dgm:t>
    </dgm:pt>
    <dgm:pt modelId="{28AF254B-0B17-4701-9761-97F5A45E0C19}">
      <dgm:prSet phldrT="[Text]" phldr="1"/>
      <dgm:spPr/>
      <dgm:t>
        <a:bodyPr/>
        <a:lstStyle/>
        <a:p>
          <a:endParaRPr lang="en-US"/>
        </a:p>
      </dgm:t>
    </dgm:pt>
    <dgm:pt modelId="{BDD7DDB0-F193-4ED4-A05D-DEDD39CC9DDA}" type="parTrans" cxnId="{6DBE9021-4AC3-43EC-8B23-D026474E251B}">
      <dgm:prSet/>
      <dgm:spPr/>
      <dgm:t>
        <a:bodyPr/>
        <a:lstStyle/>
        <a:p>
          <a:endParaRPr lang="en-US"/>
        </a:p>
      </dgm:t>
    </dgm:pt>
    <dgm:pt modelId="{B3AFC12D-2545-447D-9861-F8B7F3110BFE}" type="sibTrans" cxnId="{6DBE9021-4AC3-43EC-8B23-D026474E251B}">
      <dgm:prSet/>
      <dgm:spPr/>
      <dgm:t>
        <a:bodyPr/>
        <a:lstStyle/>
        <a:p>
          <a:endParaRPr lang="en-US"/>
        </a:p>
      </dgm:t>
    </dgm:pt>
    <dgm:pt modelId="{33556C17-29FC-4F91-BCFD-2F10AE7AAAD5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C1D8A36F-4602-4AF8-ABF0-7501B6D94AC9}" type="parTrans" cxnId="{A85FFE7C-6211-4A2A-9E02-5226FA4FDF35}">
      <dgm:prSet/>
      <dgm:spPr/>
    </dgm:pt>
    <dgm:pt modelId="{B387B93A-0E73-4422-A151-D6A3DA2D9C92}" type="sibTrans" cxnId="{A85FFE7C-6211-4A2A-9E02-5226FA4FDF35}">
      <dgm:prSet/>
      <dgm:spPr/>
    </dgm:pt>
    <dgm:pt modelId="{D769858D-F8B8-441D-A225-88EB75940549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D394BDD1-4890-4837-BBCE-A29CD0466BD6}" type="parTrans" cxnId="{D8A9D854-49FE-48B4-A265-D3C982582874}">
      <dgm:prSet/>
      <dgm:spPr/>
    </dgm:pt>
    <dgm:pt modelId="{84AE3212-A46F-46AA-8982-48F044E02997}" type="sibTrans" cxnId="{D8A9D854-49FE-48B4-A265-D3C982582874}">
      <dgm:prSet/>
      <dgm:spPr/>
    </dgm:pt>
    <dgm:pt modelId="{34AFB902-DF4A-4618-AE43-0F8A5A14AA2F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16477407-F999-4265-9D5D-622ECF94D28F}" type="parTrans" cxnId="{BCBCF209-1F1D-4F3C-819B-FD26DEC51EC4}">
      <dgm:prSet/>
      <dgm:spPr/>
    </dgm:pt>
    <dgm:pt modelId="{0CD2556E-7758-4AC4-AFB8-AE60D88A8C2A}" type="sibTrans" cxnId="{BCBCF209-1F1D-4F3C-819B-FD26DEC51EC4}">
      <dgm:prSet/>
      <dgm:spPr/>
    </dgm:pt>
    <dgm:pt modelId="{AD296614-5264-4DD0-A933-2A68CC6A1FDF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CD1C32BB-7B5C-4A79-927C-5228ACE8ED86}" type="parTrans" cxnId="{BDA67385-D320-47ED-A266-5446081E0F1F}">
      <dgm:prSet/>
      <dgm:spPr/>
    </dgm:pt>
    <dgm:pt modelId="{52E3EF01-E653-4BC2-8D93-A35979FE8F36}" type="sibTrans" cxnId="{BDA67385-D320-47ED-A266-5446081E0F1F}">
      <dgm:prSet/>
      <dgm:spPr/>
    </dgm:pt>
    <dgm:pt modelId="{EC53092D-4339-46B2-8A62-F920FBDBA295}">
      <dgm:prSet phldrT="[Text]"/>
      <dgm:spPr/>
      <dgm:t>
        <a:bodyPr/>
        <a:lstStyle/>
        <a:p>
          <a:r>
            <a:rPr lang="en-US"/>
            <a:t>M4R1</a:t>
          </a:r>
        </a:p>
      </dgm:t>
    </dgm:pt>
    <dgm:pt modelId="{53A3F07B-2046-4074-A0FF-E72DE9A8C93F}" type="parTrans" cxnId="{9499E2D1-9AA9-4F13-A4CF-2B1626B5FC3E}">
      <dgm:prSet/>
      <dgm:spPr/>
    </dgm:pt>
    <dgm:pt modelId="{68C0E266-2712-454B-8848-AE063B8F0847}" type="sibTrans" cxnId="{9499E2D1-9AA9-4F13-A4CF-2B1626B5FC3E}">
      <dgm:prSet/>
      <dgm:spPr/>
    </dgm:pt>
    <dgm:pt modelId="{550D5532-2785-4B30-A212-CA4A4E2463F4}">
      <dgm:prSet phldrT="[Text]"/>
      <dgm:spPr/>
      <dgm:t>
        <a:bodyPr/>
        <a:lstStyle/>
        <a:p>
          <a:r>
            <a:rPr lang="en-US"/>
            <a:t>M4R2</a:t>
          </a:r>
        </a:p>
      </dgm:t>
    </dgm:pt>
    <dgm:pt modelId="{750DC8CB-6545-471D-964C-DA1E8B1E22F2}" type="parTrans" cxnId="{D0BDF3E6-BFCA-47B0-9331-243A318AA790}">
      <dgm:prSet/>
      <dgm:spPr/>
    </dgm:pt>
    <dgm:pt modelId="{206AB814-5269-41FB-91FF-7F6CB28AB1FA}" type="sibTrans" cxnId="{D0BDF3E6-BFCA-47B0-9331-243A318AA790}">
      <dgm:prSet/>
      <dgm:spPr/>
    </dgm:pt>
    <dgm:pt modelId="{207F28A6-8315-4AAD-926D-5BC1359774C2}">
      <dgm:prSet phldrT="[Text]"/>
      <dgm:spPr/>
      <dgm:t>
        <a:bodyPr/>
        <a:lstStyle/>
        <a:p>
          <a:r>
            <a:rPr lang="en-US"/>
            <a:t>M4R3</a:t>
          </a:r>
        </a:p>
      </dgm:t>
    </dgm:pt>
    <dgm:pt modelId="{2123D073-42C1-4358-8B68-9A67ED5F9EAD}" type="parTrans" cxnId="{91FB12D9-C255-410C-8B81-63BB7D63EAA9}">
      <dgm:prSet/>
      <dgm:spPr/>
    </dgm:pt>
    <dgm:pt modelId="{ED4298F2-28A2-48E2-80CE-85C5CB288089}" type="sibTrans" cxnId="{91FB12D9-C255-410C-8B81-63BB7D63EAA9}">
      <dgm:prSet/>
      <dgm:spPr/>
    </dgm:pt>
    <dgm:pt modelId="{84564CB9-C58E-4E21-B1B7-C1ED984C2B3A}" type="pres">
      <dgm:prSet presAssocID="{7A754F84-37EE-4327-AD89-9F659CE4252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47D6D10-BDC1-4382-A3A5-CC274EA5C2C9}" type="pres">
      <dgm:prSet presAssocID="{012BF8B0-37E1-4747-A725-1E7C2F5DA55F}" presName="hierRoot1" presStyleCnt="0">
        <dgm:presLayoutVars>
          <dgm:hierBranch val="init"/>
        </dgm:presLayoutVars>
      </dgm:prSet>
      <dgm:spPr/>
    </dgm:pt>
    <dgm:pt modelId="{7CF27998-8B61-4B18-A227-F6A57FA431E3}" type="pres">
      <dgm:prSet presAssocID="{012BF8B0-37E1-4747-A725-1E7C2F5DA55F}" presName="rootComposite1" presStyleCnt="0"/>
      <dgm:spPr/>
    </dgm:pt>
    <dgm:pt modelId="{687EDB44-06A4-4C28-BCD8-59DC5FBB1D96}" type="pres">
      <dgm:prSet presAssocID="{012BF8B0-37E1-4747-A725-1E7C2F5DA55F}" presName="rootText1" presStyleLbl="node0" presStyleIdx="0" presStyleCnt="1">
        <dgm:presLayoutVars>
          <dgm:chPref val="3"/>
        </dgm:presLayoutVars>
      </dgm:prSet>
      <dgm:spPr/>
    </dgm:pt>
    <dgm:pt modelId="{7C9539E2-13E0-4FB3-A26D-C465ADC4C1B5}" type="pres">
      <dgm:prSet presAssocID="{012BF8B0-37E1-4747-A725-1E7C2F5DA55F}" presName="rootConnector1" presStyleLbl="node1" presStyleIdx="0" presStyleCnt="0"/>
      <dgm:spPr/>
    </dgm:pt>
    <dgm:pt modelId="{F74BCBC3-725D-4A9A-933D-BFD57958991D}" type="pres">
      <dgm:prSet presAssocID="{012BF8B0-37E1-4747-A725-1E7C2F5DA55F}" presName="hierChild2" presStyleCnt="0"/>
      <dgm:spPr/>
    </dgm:pt>
    <dgm:pt modelId="{0EF1E29D-CA44-4688-8FFB-23392B84A1EF}" type="pres">
      <dgm:prSet presAssocID="{9F768DF3-BDAB-4658-B9F6-0774CC98ADF7}" presName="Name37" presStyleLbl="parChTrans1D2" presStyleIdx="0" presStyleCnt="4"/>
      <dgm:spPr/>
    </dgm:pt>
    <dgm:pt modelId="{F3291F78-DEE6-4A78-9665-5B8C88EEC0E8}" type="pres">
      <dgm:prSet presAssocID="{592F2820-BD5E-4965-A26A-F2996B869AB0}" presName="hierRoot2" presStyleCnt="0">
        <dgm:presLayoutVars>
          <dgm:hierBranch val="init"/>
        </dgm:presLayoutVars>
      </dgm:prSet>
      <dgm:spPr/>
    </dgm:pt>
    <dgm:pt modelId="{A94F0F6F-4CF1-4E9F-9611-61E1DE513497}" type="pres">
      <dgm:prSet presAssocID="{592F2820-BD5E-4965-A26A-F2996B869AB0}" presName="rootComposite" presStyleCnt="0"/>
      <dgm:spPr/>
    </dgm:pt>
    <dgm:pt modelId="{2DB5F27C-8E5C-42BE-83BF-555C995E71F5}" type="pres">
      <dgm:prSet presAssocID="{592F2820-BD5E-4965-A26A-F2996B869AB0}" presName="rootText" presStyleLbl="node2" presStyleIdx="0" presStyleCnt="3">
        <dgm:presLayoutVars>
          <dgm:chPref val="3"/>
        </dgm:presLayoutVars>
      </dgm:prSet>
      <dgm:spPr/>
    </dgm:pt>
    <dgm:pt modelId="{CE28FBC3-C43A-4988-B2B8-6689A38A60AF}" type="pres">
      <dgm:prSet presAssocID="{592F2820-BD5E-4965-A26A-F2996B869AB0}" presName="rootConnector" presStyleLbl="node2" presStyleIdx="0" presStyleCnt="3"/>
      <dgm:spPr/>
    </dgm:pt>
    <dgm:pt modelId="{E44CCDAA-88F3-4724-9056-8276877A9A62}" type="pres">
      <dgm:prSet presAssocID="{592F2820-BD5E-4965-A26A-F2996B869AB0}" presName="hierChild4" presStyleCnt="0"/>
      <dgm:spPr/>
    </dgm:pt>
    <dgm:pt modelId="{DB33D6A0-A2B7-4E7A-BEC4-B4BB11EBD3D8}" type="pres">
      <dgm:prSet presAssocID="{C1D8A36F-4602-4AF8-ABF0-7501B6D94AC9}" presName="Name37" presStyleLbl="parChTrans1D3" presStyleIdx="0" presStyleCnt="6"/>
      <dgm:spPr/>
    </dgm:pt>
    <dgm:pt modelId="{9EE6EC70-363C-4E49-A77E-B55C9EA8D01D}" type="pres">
      <dgm:prSet presAssocID="{33556C17-29FC-4F91-BCFD-2F10AE7AAAD5}" presName="hierRoot2" presStyleCnt="0">
        <dgm:presLayoutVars>
          <dgm:hierBranch val="init"/>
        </dgm:presLayoutVars>
      </dgm:prSet>
      <dgm:spPr/>
    </dgm:pt>
    <dgm:pt modelId="{1B6EBB25-DFE8-4493-B4EA-37AA6438B4C5}" type="pres">
      <dgm:prSet presAssocID="{33556C17-29FC-4F91-BCFD-2F10AE7AAAD5}" presName="rootComposite" presStyleCnt="0"/>
      <dgm:spPr/>
    </dgm:pt>
    <dgm:pt modelId="{0A238ACC-FACA-48B5-B73A-356CC4BFAC06}" type="pres">
      <dgm:prSet presAssocID="{33556C17-29FC-4F91-BCFD-2F10AE7AAAD5}" presName="rootText" presStyleLbl="node3" presStyleIdx="0" presStyleCnt="6">
        <dgm:presLayoutVars>
          <dgm:chPref val="3"/>
        </dgm:presLayoutVars>
      </dgm:prSet>
      <dgm:spPr/>
    </dgm:pt>
    <dgm:pt modelId="{57D373C7-A43C-417A-96C6-473AE8C21C08}" type="pres">
      <dgm:prSet presAssocID="{33556C17-29FC-4F91-BCFD-2F10AE7AAAD5}" presName="rootConnector" presStyleLbl="node3" presStyleIdx="0" presStyleCnt="6"/>
      <dgm:spPr/>
    </dgm:pt>
    <dgm:pt modelId="{15B5ECF1-7B86-49AF-8F6B-2C7EC89262E8}" type="pres">
      <dgm:prSet presAssocID="{33556C17-29FC-4F91-BCFD-2F10AE7AAAD5}" presName="hierChild4" presStyleCnt="0"/>
      <dgm:spPr/>
    </dgm:pt>
    <dgm:pt modelId="{484428FF-C60F-425B-AE71-C9112FFC2408}" type="pres">
      <dgm:prSet presAssocID="{33556C17-29FC-4F91-BCFD-2F10AE7AAAD5}" presName="hierChild5" presStyleCnt="0"/>
      <dgm:spPr/>
    </dgm:pt>
    <dgm:pt modelId="{A8F4DBE4-E778-4435-8BB0-4B356449B1DE}" type="pres">
      <dgm:prSet presAssocID="{D394BDD1-4890-4837-BBCE-A29CD0466BD6}" presName="Name37" presStyleLbl="parChTrans1D3" presStyleIdx="1" presStyleCnt="6"/>
      <dgm:spPr/>
    </dgm:pt>
    <dgm:pt modelId="{F9434CAC-3095-4041-97ED-A9A201B7AB95}" type="pres">
      <dgm:prSet presAssocID="{D769858D-F8B8-441D-A225-88EB75940549}" presName="hierRoot2" presStyleCnt="0">
        <dgm:presLayoutVars>
          <dgm:hierBranch val="init"/>
        </dgm:presLayoutVars>
      </dgm:prSet>
      <dgm:spPr/>
    </dgm:pt>
    <dgm:pt modelId="{CCDECE4C-616C-466A-B83E-611B51C48C9D}" type="pres">
      <dgm:prSet presAssocID="{D769858D-F8B8-441D-A225-88EB75940549}" presName="rootComposite" presStyleCnt="0"/>
      <dgm:spPr/>
    </dgm:pt>
    <dgm:pt modelId="{AD7DC4B4-BF1A-4433-AF5D-FD14C8D66E02}" type="pres">
      <dgm:prSet presAssocID="{D769858D-F8B8-441D-A225-88EB75940549}" presName="rootText" presStyleLbl="node3" presStyleIdx="1" presStyleCnt="6">
        <dgm:presLayoutVars>
          <dgm:chPref val="3"/>
        </dgm:presLayoutVars>
      </dgm:prSet>
      <dgm:spPr/>
    </dgm:pt>
    <dgm:pt modelId="{7A16D974-3AD5-4785-A71D-52F8D87A6312}" type="pres">
      <dgm:prSet presAssocID="{D769858D-F8B8-441D-A225-88EB75940549}" presName="rootConnector" presStyleLbl="node3" presStyleIdx="1" presStyleCnt="6"/>
      <dgm:spPr/>
    </dgm:pt>
    <dgm:pt modelId="{6762599F-ACDE-464F-8252-DE4E40CD2AAD}" type="pres">
      <dgm:prSet presAssocID="{D769858D-F8B8-441D-A225-88EB75940549}" presName="hierChild4" presStyleCnt="0"/>
      <dgm:spPr/>
    </dgm:pt>
    <dgm:pt modelId="{036D2262-DBAC-43B3-A715-47D7E4C1B0AB}" type="pres">
      <dgm:prSet presAssocID="{D769858D-F8B8-441D-A225-88EB75940549}" presName="hierChild5" presStyleCnt="0"/>
      <dgm:spPr/>
    </dgm:pt>
    <dgm:pt modelId="{2DB496AA-BB0E-4CF5-A47F-15D9FF1BC52B}" type="pres">
      <dgm:prSet presAssocID="{16477407-F999-4265-9D5D-622ECF94D28F}" presName="Name37" presStyleLbl="parChTrans1D3" presStyleIdx="2" presStyleCnt="6"/>
      <dgm:spPr/>
    </dgm:pt>
    <dgm:pt modelId="{AF62E729-B509-4338-AB2E-CDD798C1E685}" type="pres">
      <dgm:prSet presAssocID="{34AFB902-DF4A-4618-AE43-0F8A5A14AA2F}" presName="hierRoot2" presStyleCnt="0">
        <dgm:presLayoutVars>
          <dgm:hierBranch val="init"/>
        </dgm:presLayoutVars>
      </dgm:prSet>
      <dgm:spPr/>
    </dgm:pt>
    <dgm:pt modelId="{C42D21FB-D09A-4357-9CBC-F1AA473495F5}" type="pres">
      <dgm:prSet presAssocID="{34AFB902-DF4A-4618-AE43-0F8A5A14AA2F}" presName="rootComposite" presStyleCnt="0"/>
      <dgm:spPr/>
    </dgm:pt>
    <dgm:pt modelId="{479565B0-8B31-47F0-898F-2267EFE6DE06}" type="pres">
      <dgm:prSet presAssocID="{34AFB902-DF4A-4618-AE43-0F8A5A14AA2F}" presName="rootText" presStyleLbl="node3" presStyleIdx="2" presStyleCnt="6">
        <dgm:presLayoutVars>
          <dgm:chPref val="3"/>
        </dgm:presLayoutVars>
      </dgm:prSet>
      <dgm:spPr/>
    </dgm:pt>
    <dgm:pt modelId="{1BDF30DB-7686-4BD3-AF02-BE0C4D4D0764}" type="pres">
      <dgm:prSet presAssocID="{34AFB902-DF4A-4618-AE43-0F8A5A14AA2F}" presName="rootConnector" presStyleLbl="node3" presStyleIdx="2" presStyleCnt="6"/>
      <dgm:spPr/>
    </dgm:pt>
    <dgm:pt modelId="{BC6FEFA5-347C-4236-AD74-5CE09919F8C7}" type="pres">
      <dgm:prSet presAssocID="{34AFB902-DF4A-4618-AE43-0F8A5A14AA2F}" presName="hierChild4" presStyleCnt="0"/>
      <dgm:spPr/>
    </dgm:pt>
    <dgm:pt modelId="{CFC11338-60E6-4539-8083-28CEDC23B6A1}" type="pres">
      <dgm:prSet presAssocID="{34AFB902-DF4A-4618-AE43-0F8A5A14AA2F}" presName="hierChild5" presStyleCnt="0"/>
      <dgm:spPr/>
    </dgm:pt>
    <dgm:pt modelId="{BB9445CB-7761-472A-88F7-80DD8A36C6CC}" type="pres">
      <dgm:prSet presAssocID="{592F2820-BD5E-4965-A26A-F2996B869AB0}" presName="hierChild5" presStyleCnt="0"/>
      <dgm:spPr/>
    </dgm:pt>
    <dgm:pt modelId="{21A5FE0E-5DEC-4DB4-8B2D-33D2582389AB}" type="pres">
      <dgm:prSet presAssocID="{38AE0669-12F5-4FE1-8820-E07C51AF8216}" presName="Name37" presStyleLbl="parChTrans1D2" presStyleIdx="1" presStyleCnt="4"/>
      <dgm:spPr/>
    </dgm:pt>
    <dgm:pt modelId="{B85EDD0B-D1C0-46B8-865E-B87107E0925D}" type="pres">
      <dgm:prSet presAssocID="{5891B253-F74C-4AD3-B239-4D3323AA08D4}" presName="hierRoot2" presStyleCnt="0">
        <dgm:presLayoutVars>
          <dgm:hierBranch val="init"/>
        </dgm:presLayoutVars>
      </dgm:prSet>
      <dgm:spPr/>
    </dgm:pt>
    <dgm:pt modelId="{73DD788C-E90F-4808-9B78-98A1FCFD0CEF}" type="pres">
      <dgm:prSet presAssocID="{5891B253-F74C-4AD3-B239-4D3323AA08D4}" presName="rootComposite" presStyleCnt="0"/>
      <dgm:spPr/>
    </dgm:pt>
    <dgm:pt modelId="{55B48AD6-392F-4DF4-B43A-6272E9020614}" type="pres">
      <dgm:prSet presAssocID="{5891B253-F74C-4AD3-B239-4D3323AA08D4}" presName="rootText" presStyleLbl="node2" presStyleIdx="1" presStyleCnt="3">
        <dgm:presLayoutVars>
          <dgm:chPref val="3"/>
        </dgm:presLayoutVars>
      </dgm:prSet>
      <dgm:spPr/>
    </dgm:pt>
    <dgm:pt modelId="{7393354C-9252-491C-9521-5F58AFFF82EB}" type="pres">
      <dgm:prSet presAssocID="{5891B253-F74C-4AD3-B239-4D3323AA08D4}" presName="rootConnector" presStyleLbl="node2" presStyleIdx="1" presStyleCnt="3"/>
      <dgm:spPr/>
    </dgm:pt>
    <dgm:pt modelId="{E44E6C7B-382D-4E4F-BE01-0940B2FD38E8}" type="pres">
      <dgm:prSet presAssocID="{5891B253-F74C-4AD3-B239-4D3323AA08D4}" presName="hierChild4" presStyleCnt="0"/>
      <dgm:spPr/>
    </dgm:pt>
    <dgm:pt modelId="{412D5FC2-301C-46CE-AFCD-88FAE10B3AFE}" type="pres">
      <dgm:prSet presAssocID="{CD1C32BB-7B5C-4A79-927C-5228ACE8ED86}" presName="Name37" presStyleLbl="parChTrans1D3" presStyleIdx="3" presStyleCnt="6"/>
      <dgm:spPr/>
    </dgm:pt>
    <dgm:pt modelId="{E4D74E24-873A-4A3D-8DEA-341AB38A7C02}" type="pres">
      <dgm:prSet presAssocID="{AD296614-5264-4DD0-A933-2A68CC6A1FDF}" presName="hierRoot2" presStyleCnt="0">
        <dgm:presLayoutVars>
          <dgm:hierBranch val="init"/>
        </dgm:presLayoutVars>
      </dgm:prSet>
      <dgm:spPr/>
    </dgm:pt>
    <dgm:pt modelId="{989BBF66-812D-4278-8081-782A1EFDFDC0}" type="pres">
      <dgm:prSet presAssocID="{AD296614-5264-4DD0-A933-2A68CC6A1FDF}" presName="rootComposite" presStyleCnt="0"/>
      <dgm:spPr/>
    </dgm:pt>
    <dgm:pt modelId="{784B83AE-AB83-407B-B141-53B854FE45BD}" type="pres">
      <dgm:prSet presAssocID="{AD296614-5264-4DD0-A933-2A68CC6A1FDF}" presName="rootText" presStyleLbl="node3" presStyleIdx="3" presStyleCnt="6">
        <dgm:presLayoutVars>
          <dgm:chPref val="3"/>
        </dgm:presLayoutVars>
      </dgm:prSet>
      <dgm:spPr/>
    </dgm:pt>
    <dgm:pt modelId="{E3C5FB00-91A8-43AB-9F5D-309A42432360}" type="pres">
      <dgm:prSet presAssocID="{AD296614-5264-4DD0-A933-2A68CC6A1FDF}" presName="rootConnector" presStyleLbl="node3" presStyleIdx="3" presStyleCnt="6"/>
      <dgm:spPr/>
    </dgm:pt>
    <dgm:pt modelId="{292BAE70-6B42-49DB-BEC5-AD3BFDC90130}" type="pres">
      <dgm:prSet presAssocID="{AD296614-5264-4DD0-A933-2A68CC6A1FDF}" presName="hierChild4" presStyleCnt="0"/>
      <dgm:spPr/>
    </dgm:pt>
    <dgm:pt modelId="{7EAAFABE-A868-4111-9FEE-BBD854E81D5E}" type="pres">
      <dgm:prSet presAssocID="{2123D073-42C1-4358-8B68-9A67ED5F9EAD}" presName="Name37" presStyleLbl="parChTrans1D4" presStyleIdx="0" presStyleCnt="1"/>
      <dgm:spPr/>
    </dgm:pt>
    <dgm:pt modelId="{1CB6DEBC-63C7-4094-BFE7-0AE5DA570891}" type="pres">
      <dgm:prSet presAssocID="{207F28A6-8315-4AAD-926D-5BC1359774C2}" presName="hierRoot2" presStyleCnt="0">
        <dgm:presLayoutVars>
          <dgm:hierBranch val="init"/>
        </dgm:presLayoutVars>
      </dgm:prSet>
      <dgm:spPr/>
    </dgm:pt>
    <dgm:pt modelId="{163744FC-3671-4FFD-BF4D-D250EBBE4BBF}" type="pres">
      <dgm:prSet presAssocID="{207F28A6-8315-4AAD-926D-5BC1359774C2}" presName="rootComposite" presStyleCnt="0"/>
      <dgm:spPr/>
    </dgm:pt>
    <dgm:pt modelId="{4573F794-AA6A-462C-94EA-54909519945C}" type="pres">
      <dgm:prSet presAssocID="{207F28A6-8315-4AAD-926D-5BC1359774C2}" presName="rootText" presStyleLbl="node4" presStyleIdx="0" presStyleCnt="1">
        <dgm:presLayoutVars>
          <dgm:chPref val="3"/>
        </dgm:presLayoutVars>
      </dgm:prSet>
      <dgm:spPr/>
    </dgm:pt>
    <dgm:pt modelId="{CBF3DF1C-078C-4928-9ADC-060F40D1BF29}" type="pres">
      <dgm:prSet presAssocID="{207F28A6-8315-4AAD-926D-5BC1359774C2}" presName="rootConnector" presStyleLbl="node4" presStyleIdx="0" presStyleCnt="1"/>
      <dgm:spPr/>
    </dgm:pt>
    <dgm:pt modelId="{624BFBC8-91C2-498B-9552-532838F99AB6}" type="pres">
      <dgm:prSet presAssocID="{207F28A6-8315-4AAD-926D-5BC1359774C2}" presName="hierChild4" presStyleCnt="0"/>
      <dgm:spPr/>
    </dgm:pt>
    <dgm:pt modelId="{66374F0A-89EF-41DC-9187-C3B4FCCFCBA5}" type="pres">
      <dgm:prSet presAssocID="{207F28A6-8315-4AAD-926D-5BC1359774C2}" presName="hierChild5" presStyleCnt="0"/>
      <dgm:spPr/>
    </dgm:pt>
    <dgm:pt modelId="{3A6F07AE-C0D1-4D3F-90C1-95337B1C05F6}" type="pres">
      <dgm:prSet presAssocID="{AD296614-5264-4DD0-A933-2A68CC6A1FDF}" presName="hierChild5" presStyleCnt="0"/>
      <dgm:spPr/>
    </dgm:pt>
    <dgm:pt modelId="{C5CEA0C9-4B0F-47A1-A958-1C88B771C93B}" type="pres">
      <dgm:prSet presAssocID="{750DC8CB-6545-471D-964C-DA1E8B1E22F2}" presName="Name37" presStyleLbl="parChTrans1D3" presStyleIdx="4" presStyleCnt="6"/>
      <dgm:spPr/>
    </dgm:pt>
    <dgm:pt modelId="{30A4A903-706B-41E2-9E38-A0417E570CEB}" type="pres">
      <dgm:prSet presAssocID="{550D5532-2785-4B30-A212-CA4A4E2463F4}" presName="hierRoot2" presStyleCnt="0">
        <dgm:presLayoutVars>
          <dgm:hierBranch val="init"/>
        </dgm:presLayoutVars>
      </dgm:prSet>
      <dgm:spPr/>
    </dgm:pt>
    <dgm:pt modelId="{D80F1EA6-81E7-4534-A930-0D90B045BEC9}" type="pres">
      <dgm:prSet presAssocID="{550D5532-2785-4B30-A212-CA4A4E2463F4}" presName="rootComposite" presStyleCnt="0"/>
      <dgm:spPr/>
    </dgm:pt>
    <dgm:pt modelId="{5FF84869-CB39-408C-B5A9-14983CCF1572}" type="pres">
      <dgm:prSet presAssocID="{550D5532-2785-4B30-A212-CA4A4E2463F4}" presName="rootText" presStyleLbl="node3" presStyleIdx="4" presStyleCnt="6">
        <dgm:presLayoutVars>
          <dgm:chPref val="3"/>
        </dgm:presLayoutVars>
      </dgm:prSet>
      <dgm:spPr/>
    </dgm:pt>
    <dgm:pt modelId="{AB98F148-7E2C-4392-99AF-52ECC9A6C966}" type="pres">
      <dgm:prSet presAssocID="{550D5532-2785-4B30-A212-CA4A4E2463F4}" presName="rootConnector" presStyleLbl="node3" presStyleIdx="4" presStyleCnt="6"/>
      <dgm:spPr/>
    </dgm:pt>
    <dgm:pt modelId="{7E7E3EC9-F8B8-4F8D-83AB-93AA2C658AE2}" type="pres">
      <dgm:prSet presAssocID="{550D5532-2785-4B30-A212-CA4A4E2463F4}" presName="hierChild4" presStyleCnt="0"/>
      <dgm:spPr/>
    </dgm:pt>
    <dgm:pt modelId="{26780231-5BF2-4CE6-B487-8A26EB36FDF8}" type="pres">
      <dgm:prSet presAssocID="{550D5532-2785-4B30-A212-CA4A4E2463F4}" presName="hierChild5" presStyleCnt="0"/>
      <dgm:spPr/>
    </dgm:pt>
    <dgm:pt modelId="{93068951-63A0-45BA-AF5B-5B4F54F29DFA}" type="pres">
      <dgm:prSet presAssocID="{53A3F07B-2046-4074-A0FF-E72DE9A8C93F}" presName="Name37" presStyleLbl="parChTrans1D3" presStyleIdx="5" presStyleCnt="6"/>
      <dgm:spPr/>
    </dgm:pt>
    <dgm:pt modelId="{F64AAEC0-F0CE-4493-A669-62A5744E55A2}" type="pres">
      <dgm:prSet presAssocID="{EC53092D-4339-46B2-8A62-F920FBDBA295}" presName="hierRoot2" presStyleCnt="0">
        <dgm:presLayoutVars>
          <dgm:hierBranch val="init"/>
        </dgm:presLayoutVars>
      </dgm:prSet>
      <dgm:spPr/>
    </dgm:pt>
    <dgm:pt modelId="{69097716-A0AB-4D3D-AB8C-94675A0DD572}" type="pres">
      <dgm:prSet presAssocID="{EC53092D-4339-46B2-8A62-F920FBDBA295}" presName="rootComposite" presStyleCnt="0"/>
      <dgm:spPr/>
    </dgm:pt>
    <dgm:pt modelId="{8A4E6053-CB34-4FEE-A720-96673A81200E}" type="pres">
      <dgm:prSet presAssocID="{EC53092D-4339-46B2-8A62-F920FBDBA295}" presName="rootText" presStyleLbl="node3" presStyleIdx="5" presStyleCnt="6">
        <dgm:presLayoutVars>
          <dgm:chPref val="3"/>
        </dgm:presLayoutVars>
      </dgm:prSet>
      <dgm:spPr/>
    </dgm:pt>
    <dgm:pt modelId="{06AAE0FF-3BA8-4F5D-9A14-2A85A530CF33}" type="pres">
      <dgm:prSet presAssocID="{EC53092D-4339-46B2-8A62-F920FBDBA295}" presName="rootConnector" presStyleLbl="node3" presStyleIdx="5" presStyleCnt="6"/>
      <dgm:spPr/>
    </dgm:pt>
    <dgm:pt modelId="{F6CD011D-A6DE-44EB-9E78-42A40FF685EC}" type="pres">
      <dgm:prSet presAssocID="{EC53092D-4339-46B2-8A62-F920FBDBA295}" presName="hierChild4" presStyleCnt="0"/>
      <dgm:spPr/>
    </dgm:pt>
    <dgm:pt modelId="{B016610B-F756-48AF-BB5C-060CD6622C0B}" type="pres">
      <dgm:prSet presAssocID="{EC53092D-4339-46B2-8A62-F920FBDBA295}" presName="hierChild5" presStyleCnt="0"/>
      <dgm:spPr/>
    </dgm:pt>
    <dgm:pt modelId="{5AF888D0-AA06-4719-97D4-3ED914B775A5}" type="pres">
      <dgm:prSet presAssocID="{5891B253-F74C-4AD3-B239-4D3323AA08D4}" presName="hierChild5" presStyleCnt="0"/>
      <dgm:spPr/>
    </dgm:pt>
    <dgm:pt modelId="{6A95EDE3-1066-4CCF-A2B3-70BF5B9E26CC}" type="pres">
      <dgm:prSet presAssocID="{BDD7DDB0-F193-4ED4-A05D-DEDD39CC9DDA}" presName="Name37" presStyleLbl="parChTrans1D2" presStyleIdx="2" presStyleCnt="4"/>
      <dgm:spPr/>
    </dgm:pt>
    <dgm:pt modelId="{A5B3C4AC-C63C-4957-A82F-C8673C502EA0}" type="pres">
      <dgm:prSet presAssocID="{28AF254B-0B17-4701-9761-97F5A45E0C19}" presName="hierRoot2" presStyleCnt="0">
        <dgm:presLayoutVars>
          <dgm:hierBranch val="init"/>
        </dgm:presLayoutVars>
      </dgm:prSet>
      <dgm:spPr/>
    </dgm:pt>
    <dgm:pt modelId="{F2D17C47-16F3-4CBD-B510-701D6E31F23C}" type="pres">
      <dgm:prSet presAssocID="{28AF254B-0B17-4701-9761-97F5A45E0C19}" presName="rootComposite" presStyleCnt="0"/>
      <dgm:spPr/>
    </dgm:pt>
    <dgm:pt modelId="{4E552DFD-8CA5-4CF2-9DE2-2B2189A62D15}" type="pres">
      <dgm:prSet presAssocID="{28AF254B-0B17-4701-9761-97F5A45E0C19}" presName="rootText" presStyleLbl="node2" presStyleIdx="2" presStyleCnt="3">
        <dgm:presLayoutVars>
          <dgm:chPref val="3"/>
        </dgm:presLayoutVars>
      </dgm:prSet>
      <dgm:spPr/>
    </dgm:pt>
    <dgm:pt modelId="{1A10E6F7-CF1D-4021-9853-36B287B9AD02}" type="pres">
      <dgm:prSet presAssocID="{28AF254B-0B17-4701-9761-97F5A45E0C19}" presName="rootConnector" presStyleLbl="node2" presStyleIdx="2" presStyleCnt="3"/>
      <dgm:spPr/>
    </dgm:pt>
    <dgm:pt modelId="{0B4FBD0E-9EFB-4A34-BBD6-23F0D86D14CD}" type="pres">
      <dgm:prSet presAssocID="{28AF254B-0B17-4701-9761-97F5A45E0C19}" presName="hierChild4" presStyleCnt="0"/>
      <dgm:spPr/>
    </dgm:pt>
    <dgm:pt modelId="{EE8255CB-D382-464E-B9FE-CEDFBDEB09EF}" type="pres">
      <dgm:prSet presAssocID="{28AF254B-0B17-4701-9761-97F5A45E0C19}" presName="hierChild5" presStyleCnt="0"/>
      <dgm:spPr/>
    </dgm:pt>
    <dgm:pt modelId="{352707CF-20A3-4956-8B78-16A347DBB47C}" type="pres">
      <dgm:prSet presAssocID="{012BF8B0-37E1-4747-A725-1E7C2F5DA55F}" presName="hierChild3" presStyleCnt="0"/>
      <dgm:spPr/>
    </dgm:pt>
    <dgm:pt modelId="{C7D08F34-C417-4262-AC4F-8576963713C3}" type="pres">
      <dgm:prSet presAssocID="{90E0DDB5-E469-45E9-AC78-2E4F9457728D}" presName="Name111" presStyleLbl="parChTrans1D2" presStyleIdx="3" presStyleCnt="4"/>
      <dgm:spPr/>
    </dgm:pt>
    <dgm:pt modelId="{42960D04-9807-41F0-BE62-949592FEC22D}" type="pres">
      <dgm:prSet presAssocID="{8C00A0B0-7CAF-488E-980D-47AFC41DDB4E}" presName="hierRoot3" presStyleCnt="0">
        <dgm:presLayoutVars>
          <dgm:hierBranch val="init"/>
        </dgm:presLayoutVars>
      </dgm:prSet>
      <dgm:spPr/>
    </dgm:pt>
    <dgm:pt modelId="{57D1A7C0-7336-42B2-8631-F7EEFEA894AF}" type="pres">
      <dgm:prSet presAssocID="{8C00A0B0-7CAF-488E-980D-47AFC41DDB4E}" presName="rootComposite3" presStyleCnt="0"/>
      <dgm:spPr/>
    </dgm:pt>
    <dgm:pt modelId="{16A7EFA3-984E-4134-A6B7-9336C4FF1C65}" type="pres">
      <dgm:prSet presAssocID="{8C00A0B0-7CAF-488E-980D-47AFC41DDB4E}" presName="rootText3" presStyleLbl="asst1" presStyleIdx="0" presStyleCnt="1">
        <dgm:presLayoutVars>
          <dgm:chPref val="3"/>
        </dgm:presLayoutVars>
      </dgm:prSet>
      <dgm:spPr/>
    </dgm:pt>
    <dgm:pt modelId="{9DCF09BB-A9BF-42A8-9D4A-D97797F03B64}" type="pres">
      <dgm:prSet presAssocID="{8C00A0B0-7CAF-488E-980D-47AFC41DDB4E}" presName="rootConnector3" presStyleLbl="asst1" presStyleIdx="0" presStyleCnt="1"/>
      <dgm:spPr/>
    </dgm:pt>
    <dgm:pt modelId="{EEBB7304-D5F6-42E6-8DFA-D246219AB7E2}" type="pres">
      <dgm:prSet presAssocID="{8C00A0B0-7CAF-488E-980D-47AFC41DDB4E}" presName="hierChild6" presStyleCnt="0"/>
      <dgm:spPr/>
    </dgm:pt>
    <dgm:pt modelId="{310F4CC5-DA8A-4633-B96C-78883DC0D55A}" type="pres">
      <dgm:prSet presAssocID="{8C00A0B0-7CAF-488E-980D-47AFC41DDB4E}" presName="hierChild7" presStyleCnt="0"/>
      <dgm:spPr/>
    </dgm:pt>
  </dgm:ptLst>
  <dgm:cxnLst>
    <dgm:cxn modelId="{BCBCF209-1F1D-4F3C-819B-FD26DEC51EC4}" srcId="{592F2820-BD5E-4965-A26A-F2996B869AB0}" destId="{34AFB902-DF4A-4618-AE43-0F8A5A14AA2F}" srcOrd="2" destOrd="0" parTransId="{16477407-F999-4265-9D5D-622ECF94D28F}" sibTransId="{0CD2556E-7758-4AC4-AFB8-AE60D88A8C2A}"/>
    <dgm:cxn modelId="{4B6E380D-49E5-4392-B86A-51DF15006038}" type="presOf" srcId="{012BF8B0-37E1-4747-A725-1E7C2F5DA55F}" destId="{7C9539E2-13E0-4FB3-A26D-C465ADC4C1B5}" srcOrd="1" destOrd="0" presId="urn:microsoft.com/office/officeart/2005/8/layout/orgChart1"/>
    <dgm:cxn modelId="{BE531212-5918-42FF-B187-F05DAB529132}" type="presOf" srcId="{EC53092D-4339-46B2-8A62-F920FBDBA295}" destId="{06AAE0FF-3BA8-4F5D-9A14-2A85A530CF33}" srcOrd="1" destOrd="0" presId="urn:microsoft.com/office/officeart/2005/8/layout/orgChart1"/>
    <dgm:cxn modelId="{44633715-A3B3-46A7-8D7E-6DA131550B75}" srcId="{7A754F84-37EE-4327-AD89-9F659CE42522}" destId="{012BF8B0-37E1-4747-A725-1E7C2F5DA55F}" srcOrd="0" destOrd="0" parTransId="{BC6C8405-5BF2-4205-AF32-D0A9144C94A2}" sibTransId="{FBFF4176-A7FB-46B2-93FF-A377FEF55879}"/>
    <dgm:cxn modelId="{39FF7C16-03AD-47F0-B139-CE333FFA0D05}" srcId="{012BF8B0-37E1-4747-A725-1E7C2F5DA55F}" destId="{592F2820-BD5E-4965-A26A-F2996B869AB0}" srcOrd="1" destOrd="0" parTransId="{9F768DF3-BDAB-4658-B9F6-0774CC98ADF7}" sibTransId="{3F2F767D-96C5-4C54-9EE2-AD6B59306F5C}"/>
    <dgm:cxn modelId="{F4693E1F-AA6D-4B9C-ACDC-5FC999DEE64A}" type="presOf" srcId="{8C00A0B0-7CAF-488E-980D-47AFC41DDB4E}" destId="{16A7EFA3-984E-4134-A6B7-9336C4FF1C65}" srcOrd="0" destOrd="0" presId="urn:microsoft.com/office/officeart/2005/8/layout/orgChart1"/>
    <dgm:cxn modelId="{F1829E1F-967F-4ABC-848D-96118D380A5C}" type="presOf" srcId="{C1D8A36F-4602-4AF8-ABF0-7501B6D94AC9}" destId="{DB33D6A0-A2B7-4E7A-BEC4-B4BB11EBD3D8}" srcOrd="0" destOrd="0" presId="urn:microsoft.com/office/officeart/2005/8/layout/orgChart1"/>
    <dgm:cxn modelId="{8F098421-49E4-4C62-83BB-906E5E81225C}" type="presOf" srcId="{9F768DF3-BDAB-4658-B9F6-0774CC98ADF7}" destId="{0EF1E29D-CA44-4688-8FFB-23392B84A1EF}" srcOrd="0" destOrd="0" presId="urn:microsoft.com/office/officeart/2005/8/layout/orgChart1"/>
    <dgm:cxn modelId="{6DBE9021-4AC3-43EC-8B23-D026474E251B}" srcId="{012BF8B0-37E1-4747-A725-1E7C2F5DA55F}" destId="{28AF254B-0B17-4701-9761-97F5A45E0C19}" srcOrd="3" destOrd="0" parTransId="{BDD7DDB0-F193-4ED4-A05D-DEDD39CC9DDA}" sibTransId="{B3AFC12D-2545-447D-9861-F8B7F3110BFE}"/>
    <dgm:cxn modelId="{158A4623-9DA1-4E86-8612-D792C2B85F65}" type="presOf" srcId="{BDD7DDB0-F193-4ED4-A05D-DEDD39CC9DDA}" destId="{6A95EDE3-1066-4CCF-A2B3-70BF5B9E26CC}" srcOrd="0" destOrd="0" presId="urn:microsoft.com/office/officeart/2005/8/layout/orgChart1"/>
    <dgm:cxn modelId="{E8004737-6F04-413E-8144-B4C9FF4AA08F}" type="presOf" srcId="{592F2820-BD5E-4965-A26A-F2996B869AB0}" destId="{2DB5F27C-8E5C-42BE-83BF-555C995E71F5}" srcOrd="0" destOrd="0" presId="urn:microsoft.com/office/officeart/2005/8/layout/orgChart1"/>
    <dgm:cxn modelId="{6466073C-2944-4F55-8752-E8911EDE05CD}" type="presOf" srcId="{207F28A6-8315-4AAD-926D-5BC1359774C2}" destId="{4573F794-AA6A-462C-94EA-54909519945C}" srcOrd="0" destOrd="0" presId="urn:microsoft.com/office/officeart/2005/8/layout/orgChart1"/>
    <dgm:cxn modelId="{A71A7F3E-51B7-4FC4-B11A-ED83C13E3D9E}" srcId="{012BF8B0-37E1-4747-A725-1E7C2F5DA55F}" destId="{8C00A0B0-7CAF-488E-980D-47AFC41DDB4E}" srcOrd="0" destOrd="0" parTransId="{90E0DDB5-E469-45E9-AC78-2E4F9457728D}" sibTransId="{89EB456C-3A1E-4B46-A209-2FE2F2645326}"/>
    <dgm:cxn modelId="{AF52645B-C621-44CF-83E5-7C13F06360C8}" type="presOf" srcId="{7A754F84-37EE-4327-AD89-9F659CE42522}" destId="{84564CB9-C58E-4E21-B1B7-C1ED984C2B3A}" srcOrd="0" destOrd="0" presId="urn:microsoft.com/office/officeart/2005/8/layout/orgChart1"/>
    <dgm:cxn modelId="{AC8F925B-F2E2-4C38-8922-0A930D581138}" type="presOf" srcId="{550D5532-2785-4B30-A212-CA4A4E2463F4}" destId="{AB98F148-7E2C-4392-99AF-52ECC9A6C966}" srcOrd="1" destOrd="0" presId="urn:microsoft.com/office/officeart/2005/8/layout/orgChart1"/>
    <dgm:cxn modelId="{46104942-5908-4E3F-B23E-855A7B806689}" type="presOf" srcId="{8C00A0B0-7CAF-488E-980D-47AFC41DDB4E}" destId="{9DCF09BB-A9BF-42A8-9D4A-D97797F03B64}" srcOrd="1" destOrd="0" presId="urn:microsoft.com/office/officeart/2005/8/layout/orgChart1"/>
    <dgm:cxn modelId="{D12FC665-1B9F-4C0D-8E0F-A848AE80CCD0}" type="presOf" srcId="{16477407-F999-4265-9D5D-622ECF94D28F}" destId="{2DB496AA-BB0E-4CF5-A47F-15D9FF1BC52B}" srcOrd="0" destOrd="0" presId="urn:microsoft.com/office/officeart/2005/8/layout/orgChart1"/>
    <dgm:cxn modelId="{5562DC45-63DD-4091-9303-9F34E08C9B54}" type="presOf" srcId="{EC53092D-4339-46B2-8A62-F920FBDBA295}" destId="{8A4E6053-CB34-4FEE-A720-96673A81200E}" srcOrd="0" destOrd="0" presId="urn:microsoft.com/office/officeart/2005/8/layout/orgChart1"/>
    <dgm:cxn modelId="{8752116B-A04F-4E7E-BDB4-0B6E98BF6B2F}" type="presOf" srcId="{5891B253-F74C-4AD3-B239-4D3323AA08D4}" destId="{55B48AD6-392F-4DF4-B43A-6272E9020614}" srcOrd="0" destOrd="0" presId="urn:microsoft.com/office/officeart/2005/8/layout/orgChart1"/>
    <dgm:cxn modelId="{73A6B14C-340B-42FD-B5F3-D967D242EE3D}" type="presOf" srcId="{D769858D-F8B8-441D-A225-88EB75940549}" destId="{AD7DC4B4-BF1A-4433-AF5D-FD14C8D66E02}" srcOrd="0" destOrd="0" presId="urn:microsoft.com/office/officeart/2005/8/layout/orgChart1"/>
    <dgm:cxn modelId="{8703D96F-04AF-4EF6-9C51-3C18F72BAA7F}" type="presOf" srcId="{5891B253-F74C-4AD3-B239-4D3323AA08D4}" destId="{7393354C-9252-491C-9521-5F58AFFF82EB}" srcOrd="1" destOrd="0" presId="urn:microsoft.com/office/officeart/2005/8/layout/orgChart1"/>
    <dgm:cxn modelId="{6C95B553-B853-4192-A5F4-5128C99DD917}" type="presOf" srcId="{38AE0669-12F5-4FE1-8820-E07C51AF8216}" destId="{21A5FE0E-5DEC-4DB4-8B2D-33D2582389AB}" srcOrd="0" destOrd="0" presId="urn:microsoft.com/office/officeart/2005/8/layout/orgChart1"/>
    <dgm:cxn modelId="{D8A9D854-49FE-48B4-A265-D3C982582874}" srcId="{592F2820-BD5E-4965-A26A-F2996B869AB0}" destId="{D769858D-F8B8-441D-A225-88EB75940549}" srcOrd="1" destOrd="0" parTransId="{D394BDD1-4890-4837-BBCE-A29CD0466BD6}" sibTransId="{84AE3212-A46F-46AA-8982-48F044E02997}"/>
    <dgm:cxn modelId="{519A8975-9178-4D31-8867-C9CC4F5CFDB7}" type="presOf" srcId="{34AFB902-DF4A-4618-AE43-0F8A5A14AA2F}" destId="{1BDF30DB-7686-4BD3-AF02-BE0C4D4D0764}" srcOrd="1" destOrd="0" presId="urn:microsoft.com/office/officeart/2005/8/layout/orgChart1"/>
    <dgm:cxn modelId="{214F0157-829F-430F-83D3-99C7C367FAA9}" type="presOf" srcId="{53A3F07B-2046-4074-A0FF-E72DE9A8C93F}" destId="{93068951-63A0-45BA-AF5B-5B4F54F29DFA}" srcOrd="0" destOrd="0" presId="urn:microsoft.com/office/officeart/2005/8/layout/orgChart1"/>
    <dgm:cxn modelId="{A85FFE7C-6211-4A2A-9E02-5226FA4FDF35}" srcId="{592F2820-BD5E-4965-A26A-F2996B869AB0}" destId="{33556C17-29FC-4F91-BCFD-2F10AE7AAAD5}" srcOrd="0" destOrd="0" parTransId="{C1D8A36F-4602-4AF8-ABF0-7501B6D94AC9}" sibTransId="{B387B93A-0E73-4422-A151-D6A3DA2D9C92}"/>
    <dgm:cxn modelId="{BDA67385-D320-47ED-A266-5446081E0F1F}" srcId="{5891B253-F74C-4AD3-B239-4D3323AA08D4}" destId="{AD296614-5264-4DD0-A933-2A68CC6A1FDF}" srcOrd="0" destOrd="0" parTransId="{CD1C32BB-7B5C-4A79-927C-5228ACE8ED86}" sibTransId="{52E3EF01-E653-4BC2-8D93-A35979FE8F36}"/>
    <dgm:cxn modelId="{4B668987-9EAE-4376-B368-070A873B5545}" type="presOf" srcId="{012BF8B0-37E1-4747-A725-1E7C2F5DA55F}" destId="{687EDB44-06A4-4C28-BCD8-59DC5FBB1D96}" srcOrd="0" destOrd="0" presId="urn:microsoft.com/office/officeart/2005/8/layout/orgChart1"/>
    <dgm:cxn modelId="{D660E78F-BBFB-42CE-AF5D-9E1620A5E54A}" srcId="{012BF8B0-37E1-4747-A725-1E7C2F5DA55F}" destId="{5891B253-F74C-4AD3-B239-4D3323AA08D4}" srcOrd="2" destOrd="0" parTransId="{38AE0669-12F5-4FE1-8820-E07C51AF8216}" sibTransId="{7478376A-3495-47FA-8668-F0E8FB5C39E6}"/>
    <dgm:cxn modelId="{310EB991-40B4-4589-A648-FDD148A45CCC}" type="presOf" srcId="{592F2820-BD5E-4965-A26A-F2996B869AB0}" destId="{CE28FBC3-C43A-4988-B2B8-6689A38A60AF}" srcOrd="1" destOrd="0" presId="urn:microsoft.com/office/officeart/2005/8/layout/orgChart1"/>
    <dgm:cxn modelId="{7D3881A9-3BF0-4745-8C32-83296DCF398F}" type="presOf" srcId="{750DC8CB-6545-471D-964C-DA1E8B1E22F2}" destId="{C5CEA0C9-4B0F-47A1-A958-1C88B771C93B}" srcOrd="0" destOrd="0" presId="urn:microsoft.com/office/officeart/2005/8/layout/orgChart1"/>
    <dgm:cxn modelId="{003A61B3-2987-4348-86E8-715FCDE8C355}" type="presOf" srcId="{34AFB902-DF4A-4618-AE43-0F8A5A14AA2F}" destId="{479565B0-8B31-47F0-898F-2267EFE6DE06}" srcOrd="0" destOrd="0" presId="urn:microsoft.com/office/officeart/2005/8/layout/orgChart1"/>
    <dgm:cxn modelId="{20CB4EB3-6FCD-47A5-A3BC-6EA68D79B2EC}" type="presOf" srcId="{D769858D-F8B8-441D-A225-88EB75940549}" destId="{7A16D974-3AD5-4785-A71D-52F8D87A6312}" srcOrd="1" destOrd="0" presId="urn:microsoft.com/office/officeart/2005/8/layout/orgChart1"/>
    <dgm:cxn modelId="{D440DAC2-94FB-470B-AEF6-AC2C9DE3F693}" type="presOf" srcId="{33556C17-29FC-4F91-BCFD-2F10AE7AAAD5}" destId="{0A238ACC-FACA-48B5-B73A-356CC4BFAC06}" srcOrd="0" destOrd="0" presId="urn:microsoft.com/office/officeart/2005/8/layout/orgChart1"/>
    <dgm:cxn modelId="{D925B2C3-5395-4261-9563-8BBB1E0F7A93}" type="presOf" srcId="{28AF254B-0B17-4701-9761-97F5A45E0C19}" destId="{4E552DFD-8CA5-4CF2-9DE2-2B2189A62D15}" srcOrd="0" destOrd="0" presId="urn:microsoft.com/office/officeart/2005/8/layout/orgChart1"/>
    <dgm:cxn modelId="{FBFAD3C5-3C22-455E-B156-F701CC79053F}" type="presOf" srcId="{AD296614-5264-4DD0-A933-2A68CC6A1FDF}" destId="{E3C5FB00-91A8-43AB-9F5D-309A42432360}" srcOrd="1" destOrd="0" presId="urn:microsoft.com/office/officeart/2005/8/layout/orgChart1"/>
    <dgm:cxn modelId="{7758DFC5-B218-48B6-AA0D-9F0D6A2B6A83}" type="presOf" srcId="{AD296614-5264-4DD0-A933-2A68CC6A1FDF}" destId="{784B83AE-AB83-407B-B141-53B854FE45BD}" srcOrd="0" destOrd="0" presId="urn:microsoft.com/office/officeart/2005/8/layout/orgChart1"/>
    <dgm:cxn modelId="{3E3350C7-6EED-4F19-9F7E-270B47024420}" type="presOf" srcId="{90E0DDB5-E469-45E9-AC78-2E4F9457728D}" destId="{C7D08F34-C417-4262-AC4F-8576963713C3}" srcOrd="0" destOrd="0" presId="urn:microsoft.com/office/officeart/2005/8/layout/orgChart1"/>
    <dgm:cxn modelId="{9499E2D1-9AA9-4F13-A4CF-2B1626B5FC3E}" srcId="{5891B253-F74C-4AD3-B239-4D3323AA08D4}" destId="{EC53092D-4339-46B2-8A62-F920FBDBA295}" srcOrd="2" destOrd="0" parTransId="{53A3F07B-2046-4074-A0FF-E72DE9A8C93F}" sibTransId="{68C0E266-2712-454B-8848-AE063B8F0847}"/>
    <dgm:cxn modelId="{2311BDD5-60A6-441E-9D5A-D3C8A809DF74}" type="presOf" srcId="{28AF254B-0B17-4701-9761-97F5A45E0C19}" destId="{1A10E6F7-CF1D-4021-9853-36B287B9AD02}" srcOrd="1" destOrd="0" presId="urn:microsoft.com/office/officeart/2005/8/layout/orgChart1"/>
    <dgm:cxn modelId="{FA218DD8-55E7-477C-88D7-399B6EC0F039}" type="presOf" srcId="{2123D073-42C1-4358-8B68-9A67ED5F9EAD}" destId="{7EAAFABE-A868-4111-9FEE-BBD854E81D5E}" srcOrd="0" destOrd="0" presId="urn:microsoft.com/office/officeart/2005/8/layout/orgChart1"/>
    <dgm:cxn modelId="{91FB12D9-C255-410C-8B81-63BB7D63EAA9}" srcId="{AD296614-5264-4DD0-A933-2A68CC6A1FDF}" destId="{207F28A6-8315-4AAD-926D-5BC1359774C2}" srcOrd="0" destOrd="0" parTransId="{2123D073-42C1-4358-8B68-9A67ED5F9EAD}" sibTransId="{ED4298F2-28A2-48E2-80CE-85C5CB288089}"/>
    <dgm:cxn modelId="{A1D22FDB-9E33-4EE5-9B52-A010CF8641D8}" type="presOf" srcId="{D394BDD1-4890-4837-BBCE-A29CD0466BD6}" destId="{A8F4DBE4-E778-4435-8BB0-4B356449B1DE}" srcOrd="0" destOrd="0" presId="urn:microsoft.com/office/officeart/2005/8/layout/orgChart1"/>
    <dgm:cxn modelId="{73DFB6DE-FE18-409D-B874-6D4C78C2D668}" type="presOf" srcId="{CD1C32BB-7B5C-4A79-927C-5228ACE8ED86}" destId="{412D5FC2-301C-46CE-AFCD-88FAE10B3AFE}" srcOrd="0" destOrd="0" presId="urn:microsoft.com/office/officeart/2005/8/layout/orgChart1"/>
    <dgm:cxn modelId="{A92EB2E0-35AE-454C-A043-0E4A977ECFBB}" type="presOf" srcId="{207F28A6-8315-4AAD-926D-5BC1359774C2}" destId="{CBF3DF1C-078C-4928-9ADC-060F40D1BF29}" srcOrd="1" destOrd="0" presId="urn:microsoft.com/office/officeart/2005/8/layout/orgChart1"/>
    <dgm:cxn modelId="{D0BDF3E6-BFCA-47B0-9331-243A318AA790}" srcId="{5891B253-F74C-4AD3-B239-4D3323AA08D4}" destId="{550D5532-2785-4B30-A212-CA4A4E2463F4}" srcOrd="1" destOrd="0" parTransId="{750DC8CB-6545-471D-964C-DA1E8B1E22F2}" sibTransId="{206AB814-5269-41FB-91FF-7F6CB28AB1FA}"/>
    <dgm:cxn modelId="{65A177FA-D11D-4768-A73D-0FA64F9F8EB1}" type="presOf" srcId="{550D5532-2785-4B30-A212-CA4A4E2463F4}" destId="{5FF84869-CB39-408C-B5A9-14983CCF1572}" srcOrd="0" destOrd="0" presId="urn:microsoft.com/office/officeart/2005/8/layout/orgChart1"/>
    <dgm:cxn modelId="{5F0D7DFE-68E0-4346-9466-CB77C57A7FD9}" type="presOf" srcId="{33556C17-29FC-4F91-BCFD-2F10AE7AAAD5}" destId="{57D373C7-A43C-417A-96C6-473AE8C21C08}" srcOrd="1" destOrd="0" presId="urn:microsoft.com/office/officeart/2005/8/layout/orgChart1"/>
    <dgm:cxn modelId="{5B1D1577-1E4B-4348-B487-A784263FBA96}" type="presParOf" srcId="{84564CB9-C58E-4E21-B1B7-C1ED984C2B3A}" destId="{047D6D10-BDC1-4382-A3A5-CC274EA5C2C9}" srcOrd="0" destOrd="0" presId="urn:microsoft.com/office/officeart/2005/8/layout/orgChart1"/>
    <dgm:cxn modelId="{2F0F31A2-F3FF-40C3-B553-16450F54EB6A}" type="presParOf" srcId="{047D6D10-BDC1-4382-A3A5-CC274EA5C2C9}" destId="{7CF27998-8B61-4B18-A227-F6A57FA431E3}" srcOrd="0" destOrd="0" presId="urn:microsoft.com/office/officeart/2005/8/layout/orgChart1"/>
    <dgm:cxn modelId="{4E114A9F-D4D5-40F9-9BE6-938AA3DD873E}" type="presParOf" srcId="{7CF27998-8B61-4B18-A227-F6A57FA431E3}" destId="{687EDB44-06A4-4C28-BCD8-59DC5FBB1D96}" srcOrd="0" destOrd="0" presId="urn:microsoft.com/office/officeart/2005/8/layout/orgChart1"/>
    <dgm:cxn modelId="{C0161AD6-12E2-4CDB-9A42-606173F09C43}" type="presParOf" srcId="{7CF27998-8B61-4B18-A227-F6A57FA431E3}" destId="{7C9539E2-13E0-4FB3-A26D-C465ADC4C1B5}" srcOrd="1" destOrd="0" presId="urn:microsoft.com/office/officeart/2005/8/layout/orgChart1"/>
    <dgm:cxn modelId="{E5E939D2-C439-4AA3-860B-6D1751A91467}" type="presParOf" srcId="{047D6D10-BDC1-4382-A3A5-CC274EA5C2C9}" destId="{F74BCBC3-725D-4A9A-933D-BFD57958991D}" srcOrd="1" destOrd="0" presId="urn:microsoft.com/office/officeart/2005/8/layout/orgChart1"/>
    <dgm:cxn modelId="{7FF81BCF-1A67-4E7A-8F2B-25B178379B83}" type="presParOf" srcId="{F74BCBC3-725D-4A9A-933D-BFD57958991D}" destId="{0EF1E29D-CA44-4688-8FFB-23392B84A1EF}" srcOrd="0" destOrd="0" presId="urn:microsoft.com/office/officeart/2005/8/layout/orgChart1"/>
    <dgm:cxn modelId="{AF7E3EC5-244D-47B0-93CA-B8A74C79B425}" type="presParOf" srcId="{F74BCBC3-725D-4A9A-933D-BFD57958991D}" destId="{F3291F78-DEE6-4A78-9665-5B8C88EEC0E8}" srcOrd="1" destOrd="0" presId="urn:microsoft.com/office/officeart/2005/8/layout/orgChart1"/>
    <dgm:cxn modelId="{28DD352A-9B43-488D-A58E-9E58C85CFC9C}" type="presParOf" srcId="{F3291F78-DEE6-4A78-9665-5B8C88EEC0E8}" destId="{A94F0F6F-4CF1-4E9F-9611-61E1DE513497}" srcOrd="0" destOrd="0" presId="urn:microsoft.com/office/officeart/2005/8/layout/orgChart1"/>
    <dgm:cxn modelId="{BE46BF20-C3D8-4F5E-8883-9005E61E338A}" type="presParOf" srcId="{A94F0F6F-4CF1-4E9F-9611-61E1DE513497}" destId="{2DB5F27C-8E5C-42BE-83BF-555C995E71F5}" srcOrd="0" destOrd="0" presId="urn:microsoft.com/office/officeart/2005/8/layout/orgChart1"/>
    <dgm:cxn modelId="{EF29B8D6-C4BF-47CE-92BB-67D15DDC0BC0}" type="presParOf" srcId="{A94F0F6F-4CF1-4E9F-9611-61E1DE513497}" destId="{CE28FBC3-C43A-4988-B2B8-6689A38A60AF}" srcOrd="1" destOrd="0" presId="urn:microsoft.com/office/officeart/2005/8/layout/orgChart1"/>
    <dgm:cxn modelId="{AB502D22-48F0-4F48-AC80-C661F90541A7}" type="presParOf" srcId="{F3291F78-DEE6-4A78-9665-5B8C88EEC0E8}" destId="{E44CCDAA-88F3-4724-9056-8276877A9A62}" srcOrd="1" destOrd="0" presId="urn:microsoft.com/office/officeart/2005/8/layout/orgChart1"/>
    <dgm:cxn modelId="{9421B4BC-B8D1-496E-9D87-B5F282A64716}" type="presParOf" srcId="{E44CCDAA-88F3-4724-9056-8276877A9A62}" destId="{DB33D6A0-A2B7-4E7A-BEC4-B4BB11EBD3D8}" srcOrd="0" destOrd="0" presId="urn:microsoft.com/office/officeart/2005/8/layout/orgChart1"/>
    <dgm:cxn modelId="{C34C3422-715F-445F-A2D0-050A22974F68}" type="presParOf" srcId="{E44CCDAA-88F3-4724-9056-8276877A9A62}" destId="{9EE6EC70-363C-4E49-A77E-B55C9EA8D01D}" srcOrd="1" destOrd="0" presId="urn:microsoft.com/office/officeart/2005/8/layout/orgChart1"/>
    <dgm:cxn modelId="{67A030D6-653A-473E-B825-F716A4EC64E3}" type="presParOf" srcId="{9EE6EC70-363C-4E49-A77E-B55C9EA8D01D}" destId="{1B6EBB25-DFE8-4493-B4EA-37AA6438B4C5}" srcOrd="0" destOrd="0" presId="urn:microsoft.com/office/officeart/2005/8/layout/orgChart1"/>
    <dgm:cxn modelId="{3A926314-6A03-4E0D-866D-CA9767A8CFCE}" type="presParOf" srcId="{1B6EBB25-DFE8-4493-B4EA-37AA6438B4C5}" destId="{0A238ACC-FACA-48B5-B73A-356CC4BFAC06}" srcOrd="0" destOrd="0" presId="urn:microsoft.com/office/officeart/2005/8/layout/orgChart1"/>
    <dgm:cxn modelId="{A78269C7-A9BD-4473-9786-C14B545A095D}" type="presParOf" srcId="{1B6EBB25-DFE8-4493-B4EA-37AA6438B4C5}" destId="{57D373C7-A43C-417A-96C6-473AE8C21C08}" srcOrd="1" destOrd="0" presId="urn:microsoft.com/office/officeart/2005/8/layout/orgChart1"/>
    <dgm:cxn modelId="{D374BDFC-74EA-41D8-A4F0-3785DD87234C}" type="presParOf" srcId="{9EE6EC70-363C-4E49-A77E-B55C9EA8D01D}" destId="{15B5ECF1-7B86-49AF-8F6B-2C7EC89262E8}" srcOrd="1" destOrd="0" presId="urn:microsoft.com/office/officeart/2005/8/layout/orgChart1"/>
    <dgm:cxn modelId="{35BE1002-8ED0-4C71-8026-572221AFEAA1}" type="presParOf" srcId="{9EE6EC70-363C-4E49-A77E-B55C9EA8D01D}" destId="{484428FF-C60F-425B-AE71-C9112FFC2408}" srcOrd="2" destOrd="0" presId="urn:microsoft.com/office/officeart/2005/8/layout/orgChart1"/>
    <dgm:cxn modelId="{A8D36B76-0F90-431A-A671-476B0C760717}" type="presParOf" srcId="{E44CCDAA-88F3-4724-9056-8276877A9A62}" destId="{A8F4DBE4-E778-4435-8BB0-4B356449B1DE}" srcOrd="2" destOrd="0" presId="urn:microsoft.com/office/officeart/2005/8/layout/orgChart1"/>
    <dgm:cxn modelId="{76435345-C5DB-4574-8D91-5AAA464017EC}" type="presParOf" srcId="{E44CCDAA-88F3-4724-9056-8276877A9A62}" destId="{F9434CAC-3095-4041-97ED-A9A201B7AB95}" srcOrd="3" destOrd="0" presId="urn:microsoft.com/office/officeart/2005/8/layout/orgChart1"/>
    <dgm:cxn modelId="{8A4E5F76-1AA6-453C-8DC1-32EBD15C24EF}" type="presParOf" srcId="{F9434CAC-3095-4041-97ED-A9A201B7AB95}" destId="{CCDECE4C-616C-466A-B83E-611B51C48C9D}" srcOrd="0" destOrd="0" presId="urn:microsoft.com/office/officeart/2005/8/layout/orgChart1"/>
    <dgm:cxn modelId="{BE3F89A2-BFFD-49C6-9F0D-9D0ED50BDC44}" type="presParOf" srcId="{CCDECE4C-616C-466A-B83E-611B51C48C9D}" destId="{AD7DC4B4-BF1A-4433-AF5D-FD14C8D66E02}" srcOrd="0" destOrd="0" presId="urn:microsoft.com/office/officeart/2005/8/layout/orgChart1"/>
    <dgm:cxn modelId="{C7A98625-8188-4D3E-9936-283F1B650655}" type="presParOf" srcId="{CCDECE4C-616C-466A-B83E-611B51C48C9D}" destId="{7A16D974-3AD5-4785-A71D-52F8D87A6312}" srcOrd="1" destOrd="0" presId="urn:microsoft.com/office/officeart/2005/8/layout/orgChart1"/>
    <dgm:cxn modelId="{2AA8A6FE-E231-4BFF-9CDA-9134AAD0F844}" type="presParOf" srcId="{F9434CAC-3095-4041-97ED-A9A201B7AB95}" destId="{6762599F-ACDE-464F-8252-DE4E40CD2AAD}" srcOrd="1" destOrd="0" presId="urn:microsoft.com/office/officeart/2005/8/layout/orgChart1"/>
    <dgm:cxn modelId="{0AC42AD6-8E3C-4146-93C1-9123768286A2}" type="presParOf" srcId="{F9434CAC-3095-4041-97ED-A9A201B7AB95}" destId="{036D2262-DBAC-43B3-A715-47D7E4C1B0AB}" srcOrd="2" destOrd="0" presId="urn:microsoft.com/office/officeart/2005/8/layout/orgChart1"/>
    <dgm:cxn modelId="{F140F0BA-E47B-43CE-B169-FB56ACBEFFA9}" type="presParOf" srcId="{E44CCDAA-88F3-4724-9056-8276877A9A62}" destId="{2DB496AA-BB0E-4CF5-A47F-15D9FF1BC52B}" srcOrd="4" destOrd="0" presId="urn:microsoft.com/office/officeart/2005/8/layout/orgChart1"/>
    <dgm:cxn modelId="{9E183673-3814-4EFB-81A0-D79E4046A65F}" type="presParOf" srcId="{E44CCDAA-88F3-4724-9056-8276877A9A62}" destId="{AF62E729-B509-4338-AB2E-CDD798C1E685}" srcOrd="5" destOrd="0" presId="urn:microsoft.com/office/officeart/2005/8/layout/orgChart1"/>
    <dgm:cxn modelId="{7E719F36-FBAF-494D-925A-F71EE84FBB4D}" type="presParOf" srcId="{AF62E729-B509-4338-AB2E-CDD798C1E685}" destId="{C42D21FB-D09A-4357-9CBC-F1AA473495F5}" srcOrd="0" destOrd="0" presId="urn:microsoft.com/office/officeart/2005/8/layout/orgChart1"/>
    <dgm:cxn modelId="{A6A4A1EA-11B5-4246-AA30-E4D1E6C7920D}" type="presParOf" srcId="{C42D21FB-D09A-4357-9CBC-F1AA473495F5}" destId="{479565B0-8B31-47F0-898F-2267EFE6DE06}" srcOrd="0" destOrd="0" presId="urn:microsoft.com/office/officeart/2005/8/layout/orgChart1"/>
    <dgm:cxn modelId="{1FB33B24-6ECA-4DB1-95E7-5CE3CD2A2D6E}" type="presParOf" srcId="{C42D21FB-D09A-4357-9CBC-F1AA473495F5}" destId="{1BDF30DB-7686-4BD3-AF02-BE0C4D4D0764}" srcOrd="1" destOrd="0" presId="urn:microsoft.com/office/officeart/2005/8/layout/orgChart1"/>
    <dgm:cxn modelId="{B460BEDF-364C-4E50-84E7-A6915E231B7C}" type="presParOf" srcId="{AF62E729-B509-4338-AB2E-CDD798C1E685}" destId="{BC6FEFA5-347C-4236-AD74-5CE09919F8C7}" srcOrd="1" destOrd="0" presId="urn:microsoft.com/office/officeart/2005/8/layout/orgChart1"/>
    <dgm:cxn modelId="{E59FF9FD-2787-43ED-A55E-B19A61B10A0A}" type="presParOf" srcId="{AF62E729-B509-4338-AB2E-CDD798C1E685}" destId="{CFC11338-60E6-4539-8083-28CEDC23B6A1}" srcOrd="2" destOrd="0" presId="urn:microsoft.com/office/officeart/2005/8/layout/orgChart1"/>
    <dgm:cxn modelId="{C5E6CA26-8BAC-4239-BA66-87DAA49DF839}" type="presParOf" srcId="{F3291F78-DEE6-4A78-9665-5B8C88EEC0E8}" destId="{BB9445CB-7761-472A-88F7-80DD8A36C6CC}" srcOrd="2" destOrd="0" presId="urn:microsoft.com/office/officeart/2005/8/layout/orgChart1"/>
    <dgm:cxn modelId="{288644DE-823C-45CE-8971-7D4F441E2C5F}" type="presParOf" srcId="{F74BCBC3-725D-4A9A-933D-BFD57958991D}" destId="{21A5FE0E-5DEC-4DB4-8B2D-33D2582389AB}" srcOrd="2" destOrd="0" presId="urn:microsoft.com/office/officeart/2005/8/layout/orgChart1"/>
    <dgm:cxn modelId="{3321B66A-8F4F-46AD-A415-18DD574820F5}" type="presParOf" srcId="{F74BCBC3-725D-4A9A-933D-BFD57958991D}" destId="{B85EDD0B-D1C0-46B8-865E-B87107E0925D}" srcOrd="3" destOrd="0" presId="urn:microsoft.com/office/officeart/2005/8/layout/orgChart1"/>
    <dgm:cxn modelId="{3699C9FD-9F5B-4E3C-B6AA-F6273FE3C7C2}" type="presParOf" srcId="{B85EDD0B-D1C0-46B8-865E-B87107E0925D}" destId="{73DD788C-E90F-4808-9B78-98A1FCFD0CEF}" srcOrd="0" destOrd="0" presId="urn:microsoft.com/office/officeart/2005/8/layout/orgChart1"/>
    <dgm:cxn modelId="{FF18BC26-944C-48D4-9C31-B2FD4EBD138A}" type="presParOf" srcId="{73DD788C-E90F-4808-9B78-98A1FCFD0CEF}" destId="{55B48AD6-392F-4DF4-B43A-6272E9020614}" srcOrd="0" destOrd="0" presId="urn:microsoft.com/office/officeart/2005/8/layout/orgChart1"/>
    <dgm:cxn modelId="{ECBBA0AB-B490-4623-ACB8-3B86C1B0BFCF}" type="presParOf" srcId="{73DD788C-E90F-4808-9B78-98A1FCFD0CEF}" destId="{7393354C-9252-491C-9521-5F58AFFF82EB}" srcOrd="1" destOrd="0" presId="urn:microsoft.com/office/officeart/2005/8/layout/orgChart1"/>
    <dgm:cxn modelId="{7C509672-0598-4B71-9C35-63C28053CBEF}" type="presParOf" srcId="{B85EDD0B-D1C0-46B8-865E-B87107E0925D}" destId="{E44E6C7B-382D-4E4F-BE01-0940B2FD38E8}" srcOrd="1" destOrd="0" presId="urn:microsoft.com/office/officeart/2005/8/layout/orgChart1"/>
    <dgm:cxn modelId="{4276E63F-3ED9-49C2-B798-4A24CB7B36BD}" type="presParOf" srcId="{E44E6C7B-382D-4E4F-BE01-0940B2FD38E8}" destId="{412D5FC2-301C-46CE-AFCD-88FAE10B3AFE}" srcOrd="0" destOrd="0" presId="urn:microsoft.com/office/officeart/2005/8/layout/orgChart1"/>
    <dgm:cxn modelId="{69C90538-EF94-41FC-B3DC-43E0675267A7}" type="presParOf" srcId="{E44E6C7B-382D-4E4F-BE01-0940B2FD38E8}" destId="{E4D74E24-873A-4A3D-8DEA-341AB38A7C02}" srcOrd="1" destOrd="0" presId="urn:microsoft.com/office/officeart/2005/8/layout/orgChart1"/>
    <dgm:cxn modelId="{44108FB7-77CF-4570-A354-07FAA9508C97}" type="presParOf" srcId="{E4D74E24-873A-4A3D-8DEA-341AB38A7C02}" destId="{989BBF66-812D-4278-8081-782A1EFDFDC0}" srcOrd="0" destOrd="0" presId="urn:microsoft.com/office/officeart/2005/8/layout/orgChart1"/>
    <dgm:cxn modelId="{E81E1A0A-DD79-4498-96F7-8CA7053B36CC}" type="presParOf" srcId="{989BBF66-812D-4278-8081-782A1EFDFDC0}" destId="{784B83AE-AB83-407B-B141-53B854FE45BD}" srcOrd="0" destOrd="0" presId="urn:microsoft.com/office/officeart/2005/8/layout/orgChart1"/>
    <dgm:cxn modelId="{848C8F4E-231D-46FF-9AA4-891EA2DB3892}" type="presParOf" srcId="{989BBF66-812D-4278-8081-782A1EFDFDC0}" destId="{E3C5FB00-91A8-43AB-9F5D-309A42432360}" srcOrd="1" destOrd="0" presId="urn:microsoft.com/office/officeart/2005/8/layout/orgChart1"/>
    <dgm:cxn modelId="{FBD964CD-AD16-4A6E-8B98-512C5149D09B}" type="presParOf" srcId="{E4D74E24-873A-4A3D-8DEA-341AB38A7C02}" destId="{292BAE70-6B42-49DB-BEC5-AD3BFDC90130}" srcOrd="1" destOrd="0" presId="urn:microsoft.com/office/officeart/2005/8/layout/orgChart1"/>
    <dgm:cxn modelId="{E38ADF28-CE10-4420-BF0D-22AA90217361}" type="presParOf" srcId="{292BAE70-6B42-49DB-BEC5-AD3BFDC90130}" destId="{7EAAFABE-A868-4111-9FEE-BBD854E81D5E}" srcOrd="0" destOrd="0" presId="urn:microsoft.com/office/officeart/2005/8/layout/orgChart1"/>
    <dgm:cxn modelId="{7829391D-DAC5-4B65-8C08-E4570C4FD837}" type="presParOf" srcId="{292BAE70-6B42-49DB-BEC5-AD3BFDC90130}" destId="{1CB6DEBC-63C7-4094-BFE7-0AE5DA570891}" srcOrd="1" destOrd="0" presId="urn:microsoft.com/office/officeart/2005/8/layout/orgChart1"/>
    <dgm:cxn modelId="{1D4191E6-8127-49D7-B5B9-30D84A30B1A5}" type="presParOf" srcId="{1CB6DEBC-63C7-4094-BFE7-0AE5DA570891}" destId="{163744FC-3671-4FFD-BF4D-D250EBBE4BBF}" srcOrd="0" destOrd="0" presId="urn:microsoft.com/office/officeart/2005/8/layout/orgChart1"/>
    <dgm:cxn modelId="{8FA0BA8A-D45D-49C2-BB63-EFD948E8E6E7}" type="presParOf" srcId="{163744FC-3671-4FFD-BF4D-D250EBBE4BBF}" destId="{4573F794-AA6A-462C-94EA-54909519945C}" srcOrd="0" destOrd="0" presId="urn:microsoft.com/office/officeart/2005/8/layout/orgChart1"/>
    <dgm:cxn modelId="{EC094DC4-B90C-4A84-B561-761495DCB927}" type="presParOf" srcId="{163744FC-3671-4FFD-BF4D-D250EBBE4BBF}" destId="{CBF3DF1C-078C-4928-9ADC-060F40D1BF29}" srcOrd="1" destOrd="0" presId="urn:microsoft.com/office/officeart/2005/8/layout/orgChart1"/>
    <dgm:cxn modelId="{82DBF28D-CA92-494D-9E13-0B69BCE3E151}" type="presParOf" srcId="{1CB6DEBC-63C7-4094-BFE7-0AE5DA570891}" destId="{624BFBC8-91C2-498B-9552-532838F99AB6}" srcOrd="1" destOrd="0" presId="urn:microsoft.com/office/officeart/2005/8/layout/orgChart1"/>
    <dgm:cxn modelId="{2B51C7B8-E6A9-43AB-9B4E-9DB21537AF7D}" type="presParOf" srcId="{1CB6DEBC-63C7-4094-BFE7-0AE5DA570891}" destId="{66374F0A-89EF-41DC-9187-C3B4FCCFCBA5}" srcOrd="2" destOrd="0" presId="urn:microsoft.com/office/officeart/2005/8/layout/orgChart1"/>
    <dgm:cxn modelId="{7344BC65-E72E-49EA-B130-286733B578F1}" type="presParOf" srcId="{E4D74E24-873A-4A3D-8DEA-341AB38A7C02}" destId="{3A6F07AE-C0D1-4D3F-90C1-95337B1C05F6}" srcOrd="2" destOrd="0" presId="urn:microsoft.com/office/officeart/2005/8/layout/orgChart1"/>
    <dgm:cxn modelId="{E49F8569-E4E5-43D0-B1B1-B50EA6624D07}" type="presParOf" srcId="{E44E6C7B-382D-4E4F-BE01-0940B2FD38E8}" destId="{C5CEA0C9-4B0F-47A1-A958-1C88B771C93B}" srcOrd="2" destOrd="0" presId="urn:microsoft.com/office/officeart/2005/8/layout/orgChart1"/>
    <dgm:cxn modelId="{23286A85-C51C-4EFE-990F-3AEA2DA4C90C}" type="presParOf" srcId="{E44E6C7B-382D-4E4F-BE01-0940B2FD38E8}" destId="{30A4A903-706B-41E2-9E38-A0417E570CEB}" srcOrd="3" destOrd="0" presId="urn:microsoft.com/office/officeart/2005/8/layout/orgChart1"/>
    <dgm:cxn modelId="{53F425F4-EFBA-4C4F-B27F-A789C79E4511}" type="presParOf" srcId="{30A4A903-706B-41E2-9E38-A0417E570CEB}" destId="{D80F1EA6-81E7-4534-A930-0D90B045BEC9}" srcOrd="0" destOrd="0" presId="urn:microsoft.com/office/officeart/2005/8/layout/orgChart1"/>
    <dgm:cxn modelId="{C1455A55-802A-455E-88E8-49755A549EA7}" type="presParOf" srcId="{D80F1EA6-81E7-4534-A930-0D90B045BEC9}" destId="{5FF84869-CB39-408C-B5A9-14983CCF1572}" srcOrd="0" destOrd="0" presId="urn:microsoft.com/office/officeart/2005/8/layout/orgChart1"/>
    <dgm:cxn modelId="{4DFE5754-6C12-4DB8-BEC7-292024E8020B}" type="presParOf" srcId="{D80F1EA6-81E7-4534-A930-0D90B045BEC9}" destId="{AB98F148-7E2C-4392-99AF-52ECC9A6C966}" srcOrd="1" destOrd="0" presId="urn:microsoft.com/office/officeart/2005/8/layout/orgChart1"/>
    <dgm:cxn modelId="{23E7D47E-2E42-4BC3-97AA-55927B3188E5}" type="presParOf" srcId="{30A4A903-706B-41E2-9E38-A0417E570CEB}" destId="{7E7E3EC9-F8B8-4F8D-83AB-93AA2C658AE2}" srcOrd="1" destOrd="0" presId="urn:microsoft.com/office/officeart/2005/8/layout/orgChart1"/>
    <dgm:cxn modelId="{903ADB65-B314-4722-9924-8793D78DD857}" type="presParOf" srcId="{30A4A903-706B-41E2-9E38-A0417E570CEB}" destId="{26780231-5BF2-4CE6-B487-8A26EB36FDF8}" srcOrd="2" destOrd="0" presId="urn:microsoft.com/office/officeart/2005/8/layout/orgChart1"/>
    <dgm:cxn modelId="{495B57AF-4A79-4A03-A933-CB5CB8CB689C}" type="presParOf" srcId="{E44E6C7B-382D-4E4F-BE01-0940B2FD38E8}" destId="{93068951-63A0-45BA-AF5B-5B4F54F29DFA}" srcOrd="4" destOrd="0" presId="urn:microsoft.com/office/officeart/2005/8/layout/orgChart1"/>
    <dgm:cxn modelId="{1FFBAEEE-F87C-4F61-800A-E407A853E2F8}" type="presParOf" srcId="{E44E6C7B-382D-4E4F-BE01-0940B2FD38E8}" destId="{F64AAEC0-F0CE-4493-A669-62A5744E55A2}" srcOrd="5" destOrd="0" presId="urn:microsoft.com/office/officeart/2005/8/layout/orgChart1"/>
    <dgm:cxn modelId="{2B0644A3-7148-4743-9AA6-B6117AE7E604}" type="presParOf" srcId="{F64AAEC0-F0CE-4493-A669-62A5744E55A2}" destId="{69097716-A0AB-4D3D-AB8C-94675A0DD572}" srcOrd="0" destOrd="0" presId="urn:microsoft.com/office/officeart/2005/8/layout/orgChart1"/>
    <dgm:cxn modelId="{A69CD4F2-9E60-4B4A-BFF4-2C1861F5E4AE}" type="presParOf" srcId="{69097716-A0AB-4D3D-AB8C-94675A0DD572}" destId="{8A4E6053-CB34-4FEE-A720-96673A81200E}" srcOrd="0" destOrd="0" presId="urn:microsoft.com/office/officeart/2005/8/layout/orgChart1"/>
    <dgm:cxn modelId="{34F59D17-A290-4BA8-AD14-9C4F92F18D5F}" type="presParOf" srcId="{69097716-A0AB-4D3D-AB8C-94675A0DD572}" destId="{06AAE0FF-3BA8-4F5D-9A14-2A85A530CF33}" srcOrd="1" destOrd="0" presId="urn:microsoft.com/office/officeart/2005/8/layout/orgChart1"/>
    <dgm:cxn modelId="{3F4081F8-D587-4B60-A6D5-35202CBB1886}" type="presParOf" srcId="{F64AAEC0-F0CE-4493-A669-62A5744E55A2}" destId="{F6CD011D-A6DE-44EB-9E78-42A40FF685EC}" srcOrd="1" destOrd="0" presId="urn:microsoft.com/office/officeart/2005/8/layout/orgChart1"/>
    <dgm:cxn modelId="{88585945-4849-4409-9CC7-220E22FB6CCD}" type="presParOf" srcId="{F64AAEC0-F0CE-4493-A669-62A5744E55A2}" destId="{B016610B-F756-48AF-BB5C-060CD6622C0B}" srcOrd="2" destOrd="0" presId="urn:microsoft.com/office/officeart/2005/8/layout/orgChart1"/>
    <dgm:cxn modelId="{94040F93-D37C-48B1-BC5C-D5103C61E623}" type="presParOf" srcId="{B85EDD0B-D1C0-46B8-865E-B87107E0925D}" destId="{5AF888D0-AA06-4719-97D4-3ED914B775A5}" srcOrd="2" destOrd="0" presId="urn:microsoft.com/office/officeart/2005/8/layout/orgChart1"/>
    <dgm:cxn modelId="{FFBCF4DE-34A6-4A91-8164-58E4FC7DFAE5}" type="presParOf" srcId="{F74BCBC3-725D-4A9A-933D-BFD57958991D}" destId="{6A95EDE3-1066-4CCF-A2B3-70BF5B9E26CC}" srcOrd="4" destOrd="0" presId="urn:microsoft.com/office/officeart/2005/8/layout/orgChart1"/>
    <dgm:cxn modelId="{9B4192C3-655F-4C1D-8273-3EF9C9B46C28}" type="presParOf" srcId="{F74BCBC3-725D-4A9A-933D-BFD57958991D}" destId="{A5B3C4AC-C63C-4957-A82F-C8673C502EA0}" srcOrd="5" destOrd="0" presId="urn:microsoft.com/office/officeart/2005/8/layout/orgChart1"/>
    <dgm:cxn modelId="{9B5494FB-7CFC-4DE0-89BC-471B76988644}" type="presParOf" srcId="{A5B3C4AC-C63C-4957-A82F-C8673C502EA0}" destId="{F2D17C47-16F3-4CBD-B510-701D6E31F23C}" srcOrd="0" destOrd="0" presId="urn:microsoft.com/office/officeart/2005/8/layout/orgChart1"/>
    <dgm:cxn modelId="{937D45AB-0F71-4C81-B1A0-17B22542F83C}" type="presParOf" srcId="{F2D17C47-16F3-4CBD-B510-701D6E31F23C}" destId="{4E552DFD-8CA5-4CF2-9DE2-2B2189A62D15}" srcOrd="0" destOrd="0" presId="urn:microsoft.com/office/officeart/2005/8/layout/orgChart1"/>
    <dgm:cxn modelId="{417DEEF1-AD1C-4837-AFBC-586BD9B46D4A}" type="presParOf" srcId="{F2D17C47-16F3-4CBD-B510-701D6E31F23C}" destId="{1A10E6F7-CF1D-4021-9853-36B287B9AD02}" srcOrd="1" destOrd="0" presId="urn:microsoft.com/office/officeart/2005/8/layout/orgChart1"/>
    <dgm:cxn modelId="{E3FE86B7-77C6-4D5B-9BC3-C197C0F938C3}" type="presParOf" srcId="{A5B3C4AC-C63C-4957-A82F-C8673C502EA0}" destId="{0B4FBD0E-9EFB-4A34-BBD6-23F0D86D14CD}" srcOrd="1" destOrd="0" presId="urn:microsoft.com/office/officeart/2005/8/layout/orgChart1"/>
    <dgm:cxn modelId="{C0F39947-FC43-4729-A072-E98ADAF70976}" type="presParOf" srcId="{A5B3C4AC-C63C-4957-A82F-C8673C502EA0}" destId="{EE8255CB-D382-464E-B9FE-CEDFBDEB09EF}" srcOrd="2" destOrd="0" presId="urn:microsoft.com/office/officeart/2005/8/layout/orgChart1"/>
    <dgm:cxn modelId="{9D69274B-338A-40C1-8FBC-CE9ACF89640E}" type="presParOf" srcId="{047D6D10-BDC1-4382-A3A5-CC274EA5C2C9}" destId="{352707CF-20A3-4956-8B78-16A347DBB47C}" srcOrd="2" destOrd="0" presId="urn:microsoft.com/office/officeart/2005/8/layout/orgChart1"/>
    <dgm:cxn modelId="{EEB4154F-1D0E-4D6D-A218-85A941E19EC1}" type="presParOf" srcId="{352707CF-20A3-4956-8B78-16A347DBB47C}" destId="{C7D08F34-C417-4262-AC4F-8576963713C3}" srcOrd="0" destOrd="0" presId="urn:microsoft.com/office/officeart/2005/8/layout/orgChart1"/>
    <dgm:cxn modelId="{1ABC9359-EDCF-425F-889F-9DD5287D12ED}" type="presParOf" srcId="{352707CF-20A3-4956-8B78-16A347DBB47C}" destId="{42960D04-9807-41F0-BE62-949592FEC22D}" srcOrd="1" destOrd="0" presId="urn:microsoft.com/office/officeart/2005/8/layout/orgChart1"/>
    <dgm:cxn modelId="{170D7B30-2A0C-4C28-B34F-CFA54E1DEE4C}" type="presParOf" srcId="{42960D04-9807-41F0-BE62-949592FEC22D}" destId="{57D1A7C0-7336-42B2-8631-F7EEFEA894AF}" srcOrd="0" destOrd="0" presId="urn:microsoft.com/office/officeart/2005/8/layout/orgChart1"/>
    <dgm:cxn modelId="{A932B6F3-B9E0-410D-83CD-581FEB86E82C}" type="presParOf" srcId="{57D1A7C0-7336-42B2-8631-F7EEFEA894AF}" destId="{16A7EFA3-984E-4134-A6B7-9336C4FF1C65}" srcOrd="0" destOrd="0" presId="urn:microsoft.com/office/officeart/2005/8/layout/orgChart1"/>
    <dgm:cxn modelId="{CDAB3509-F028-4197-9FB5-6AB957EC7699}" type="presParOf" srcId="{57D1A7C0-7336-42B2-8631-F7EEFEA894AF}" destId="{9DCF09BB-A9BF-42A8-9D4A-D97797F03B64}" srcOrd="1" destOrd="0" presId="urn:microsoft.com/office/officeart/2005/8/layout/orgChart1"/>
    <dgm:cxn modelId="{7A78D599-3BD6-4487-A25A-EB4D84F016FD}" type="presParOf" srcId="{42960D04-9807-41F0-BE62-949592FEC22D}" destId="{EEBB7304-D5F6-42E6-8DFA-D246219AB7E2}" srcOrd="1" destOrd="0" presId="urn:microsoft.com/office/officeart/2005/8/layout/orgChart1"/>
    <dgm:cxn modelId="{3538B6C0-FB4B-44D7-809D-0BEB8D363D08}" type="presParOf" srcId="{42960D04-9807-41F0-BE62-949592FEC22D}" destId="{310F4CC5-DA8A-4633-B96C-78883DC0D55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A4B3C14-68DE-4FD5-A53B-9E56111C074A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5DE7D9-8C78-4F14-B7AB-2FF9637A240D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99AFC76E-0A32-4E5C-AE0D-EFB3B7DD2345}" type="parTrans" cxnId="{74C09C56-3B9C-4950-A155-E0C31D9A2CBA}">
      <dgm:prSet/>
      <dgm:spPr/>
      <dgm:t>
        <a:bodyPr/>
        <a:lstStyle/>
        <a:p>
          <a:endParaRPr lang="en-US"/>
        </a:p>
      </dgm:t>
    </dgm:pt>
    <dgm:pt modelId="{8F7D230F-D80C-4850-92B3-B4F81BEAEAAA}" type="sibTrans" cxnId="{74C09C56-3B9C-4950-A155-E0C31D9A2CBA}">
      <dgm:prSet/>
      <dgm:spPr/>
      <dgm:t>
        <a:bodyPr/>
        <a:lstStyle/>
        <a:p>
          <a:endParaRPr lang="en-US"/>
        </a:p>
      </dgm:t>
    </dgm:pt>
    <dgm:pt modelId="{F998A1CD-A0F7-4A76-9A64-E23B3EADC56B}" type="asst">
      <dgm:prSet phldrT="[Text]" phldr="1"/>
      <dgm:spPr/>
      <dgm:t>
        <a:bodyPr/>
        <a:lstStyle/>
        <a:p>
          <a:endParaRPr lang="en-US"/>
        </a:p>
      </dgm:t>
    </dgm:pt>
    <dgm:pt modelId="{E13639D5-59E6-4D5D-8C7C-A6F9DA1602D6}" type="parTrans" cxnId="{1A1CF326-C4DC-478E-A904-01C3C92B8632}">
      <dgm:prSet/>
      <dgm:spPr/>
      <dgm:t>
        <a:bodyPr/>
        <a:lstStyle/>
        <a:p>
          <a:endParaRPr lang="en-US"/>
        </a:p>
      </dgm:t>
    </dgm:pt>
    <dgm:pt modelId="{13CACF34-AD98-4ED1-8647-A00D1E4827E0}" type="sibTrans" cxnId="{1A1CF326-C4DC-478E-A904-01C3C92B8632}">
      <dgm:prSet/>
      <dgm:spPr/>
      <dgm:t>
        <a:bodyPr/>
        <a:lstStyle/>
        <a:p>
          <a:endParaRPr lang="en-US"/>
        </a:p>
      </dgm:t>
    </dgm:pt>
    <dgm:pt modelId="{B32B39B0-2699-44ED-9F79-EF2D2A51DF0A}">
      <dgm:prSet phldrT="[Text]" phldr="1"/>
      <dgm:spPr/>
      <dgm:t>
        <a:bodyPr/>
        <a:lstStyle/>
        <a:p>
          <a:endParaRPr lang="en-US"/>
        </a:p>
      </dgm:t>
    </dgm:pt>
    <dgm:pt modelId="{8FA100B4-25CB-4FFE-9C07-824865D5863E}" type="parTrans" cxnId="{57D0CE8D-258C-4AF8-8E84-873102CA79DD}">
      <dgm:prSet/>
      <dgm:spPr/>
      <dgm:t>
        <a:bodyPr/>
        <a:lstStyle/>
        <a:p>
          <a:endParaRPr lang="en-US"/>
        </a:p>
      </dgm:t>
    </dgm:pt>
    <dgm:pt modelId="{F1C4EA7F-9B04-496B-81FD-3A9BAC106F32}" type="sibTrans" cxnId="{57D0CE8D-258C-4AF8-8E84-873102CA79DD}">
      <dgm:prSet/>
      <dgm:spPr/>
      <dgm:t>
        <a:bodyPr/>
        <a:lstStyle/>
        <a:p>
          <a:endParaRPr lang="en-US"/>
        </a:p>
      </dgm:t>
    </dgm:pt>
    <dgm:pt modelId="{F3621507-6E0A-44D4-9B0B-BA4122B2EB7E}">
      <dgm:prSet phldrT="[Text]" phldr="1"/>
      <dgm:spPr/>
      <dgm:t>
        <a:bodyPr/>
        <a:lstStyle/>
        <a:p>
          <a:endParaRPr lang="en-US"/>
        </a:p>
      </dgm:t>
    </dgm:pt>
    <dgm:pt modelId="{B35AD7BB-929F-4788-A946-F6533DD75463}" type="parTrans" cxnId="{A366480B-C5DD-4B98-A635-60206FDEB893}">
      <dgm:prSet/>
      <dgm:spPr/>
      <dgm:t>
        <a:bodyPr/>
        <a:lstStyle/>
        <a:p>
          <a:endParaRPr lang="en-US"/>
        </a:p>
      </dgm:t>
    </dgm:pt>
    <dgm:pt modelId="{60A90753-9E6B-4F9A-99BE-ACFC697E3369}" type="sibTrans" cxnId="{A366480B-C5DD-4B98-A635-60206FDEB893}">
      <dgm:prSet/>
      <dgm:spPr/>
      <dgm:t>
        <a:bodyPr/>
        <a:lstStyle/>
        <a:p>
          <a:endParaRPr lang="en-US"/>
        </a:p>
      </dgm:t>
    </dgm:pt>
    <dgm:pt modelId="{84BBA344-34FC-4EF5-92EE-6B96D3FD6AD6}">
      <dgm:prSet phldrT="[Text]" phldr="1"/>
      <dgm:spPr/>
      <dgm:t>
        <a:bodyPr/>
        <a:lstStyle/>
        <a:p>
          <a:endParaRPr lang="en-US"/>
        </a:p>
      </dgm:t>
    </dgm:pt>
    <dgm:pt modelId="{DE1B577B-FA6F-4A72-B197-842B7595D417}" type="parTrans" cxnId="{A6602505-216B-4C0A-9155-754883349BBE}">
      <dgm:prSet/>
      <dgm:spPr/>
      <dgm:t>
        <a:bodyPr/>
        <a:lstStyle/>
        <a:p>
          <a:endParaRPr lang="en-US"/>
        </a:p>
      </dgm:t>
    </dgm:pt>
    <dgm:pt modelId="{29CD9938-1565-498A-A34E-380B071A59F1}" type="sibTrans" cxnId="{A6602505-216B-4C0A-9155-754883349BBE}">
      <dgm:prSet/>
      <dgm:spPr/>
      <dgm:t>
        <a:bodyPr/>
        <a:lstStyle/>
        <a:p>
          <a:endParaRPr lang="en-US"/>
        </a:p>
      </dgm:t>
    </dgm:pt>
    <dgm:pt modelId="{84EC4234-BAA3-469D-874F-34FF88E84F61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7678EED6-0D8C-4F12-B8C4-9385F7D0DE54}" type="parTrans" cxnId="{AA9B4C7C-0200-4E23-AC04-8249081FBEF6}">
      <dgm:prSet/>
      <dgm:spPr/>
    </dgm:pt>
    <dgm:pt modelId="{106DBAA4-F3D0-48F0-9B83-D1E60501F988}" type="sibTrans" cxnId="{AA9B4C7C-0200-4E23-AC04-8249081FBEF6}">
      <dgm:prSet/>
      <dgm:spPr/>
    </dgm:pt>
    <dgm:pt modelId="{7974EA8A-41DB-4AC0-AF4B-FE68C1F7A167}">
      <dgm:prSet phldrT="[Text]"/>
      <dgm:spPr/>
      <dgm:t>
        <a:bodyPr/>
        <a:lstStyle/>
        <a:p>
          <a:r>
            <a:rPr lang="en-US"/>
            <a:t>M1R1</a:t>
          </a:r>
        </a:p>
      </dgm:t>
    </dgm:pt>
    <dgm:pt modelId="{21996068-74C4-4CC2-B4C9-12BEAC74C077}" type="parTrans" cxnId="{A44061D6-BAC0-49F4-8576-C729A17942AE}">
      <dgm:prSet/>
      <dgm:spPr/>
    </dgm:pt>
    <dgm:pt modelId="{2263E26D-A7FC-4E68-925D-84A77C69A464}" type="sibTrans" cxnId="{A44061D6-BAC0-49F4-8576-C729A17942AE}">
      <dgm:prSet/>
      <dgm:spPr/>
    </dgm:pt>
    <dgm:pt modelId="{733AD12A-456E-413E-968C-EC18A5D85D78}">
      <dgm:prSet phldrT="[Text]"/>
      <dgm:spPr/>
      <dgm:t>
        <a:bodyPr/>
        <a:lstStyle/>
        <a:p>
          <a:r>
            <a:rPr lang="en-US"/>
            <a:t>M1R2</a:t>
          </a:r>
        </a:p>
      </dgm:t>
    </dgm:pt>
    <dgm:pt modelId="{EC73EF67-60B3-44DF-B528-0A13E785F9D2}" type="parTrans" cxnId="{0F3F13DC-8BB5-45C3-A49F-6D8ADAD95F3F}">
      <dgm:prSet/>
      <dgm:spPr/>
    </dgm:pt>
    <dgm:pt modelId="{FA9D9EE2-224A-4BD2-80A0-216CC70BD61A}" type="sibTrans" cxnId="{0F3F13DC-8BB5-45C3-A49F-6D8ADAD95F3F}">
      <dgm:prSet/>
      <dgm:spPr/>
    </dgm:pt>
    <dgm:pt modelId="{60BAB261-EA76-46A2-A80A-FE7F305652E6}">
      <dgm:prSet phldrT="[Text]"/>
      <dgm:spPr/>
      <dgm:t>
        <a:bodyPr/>
        <a:lstStyle/>
        <a:p>
          <a:r>
            <a:rPr lang="en-US"/>
            <a:t>M1R3</a:t>
          </a:r>
        </a:p>
      </dgm:t>
    </dgm:pt>
    <dgm:pt modelId="{47FC99E7-645C-4A5E-A294-1046709BFF1E}" type="parTrans" cxnId="{B63D61C9-9364-4633-9904-AD9FCC104CE9}">
      <dgm:prSet/>
      <dgm:spPr/>
    </dgm:pt>
    <dgm:pt modelId="{9C8DD376-EC7E-4DBB-9323-9EF1BB253421}" type="sibTrans" cxnId="{B63D61C9-9364-4633-9904-AD9FCC104CE9}">
      <dgm:prSet/>
      <dgm:spPr/>
    </dgm:pt>
    <dgm:pt modelId="{5BD9FC1A-C20D-4177-AD41-ADD798EBECF0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4893549B-4508-4FCE-B350-E4D7E420E926}" type="parTrans" cxnId="{3D1D9787-41D3-44D3-AC92-3E68B4D72E96}">
      <dgm:prSet/>
      <dgm:spPr/>
    </dgm:pt>
    <dgm:pt modelId="{5D1878D7-26AE-4E8C-9359-ACBE4BF9A965}" type="sibTrans" cxnId="{3D1D9787-41D3-44D3-AC92-3E68B4D72E96}">
      <dgm:prSet/>
      <dgm:spPr/>
    </dgm:pt>
    <dgm:pt modelId="{93E61B3A-DA8E-4E9A-802F-7036B2734F37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DB5A69B8-B752-4B80-B36A-129EC560B576}" type="parTrans" cxnId="{CE4546EA-32AB-4F80-8986-BF9F7F763318}">
      <dgm:prSet/>
      <dgm:spPr/>
    </dgm:pt>
    <dgm:pt modelId="{C8CCC105-F1CC-4C2E-A080-4F640695ED1C}" type="sibTrans" cxnId="{CE4546EA-32AB-4F80-8986-BF9F7F763318}">
      <dgm:prSet/>
      <dgm:spPr/>
    </dgm:pt>
    <dgm:pt modelId="{7FA94D91-74D7-4A65-904A-885E5F807483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43491D31-BD3A-410C-9D3C-28AA74EC3E84}" type="parTrans" cxnId="{9ABD0B3E-1F1B-49C3-94A8-A64F30687D75}">
      <dgm:prSet/>
      <dgm:spPr/>
    </dgm:pt>
    <dgm:pt modelId="{FD947DF9-F5E0-4C02-A333-273ED660F6B3}" type="sibTrans" cxnId="{9ABD0B3E-1F1B-49C3-94A8-A64F30687D75}">
      <dgm:prSet/>
      <dgm:spPr/>
    </dgm:pt>
    <dgm:pt modelId="{1F10082C-5D58-4CF9-B693-E20A52FB461E}">
      <dgm:prSet phldrT="[Text]"/>
      <dgm:spPr/>
      <dgm:t>
        <a:bodyPr/>
        <a:lstStyle/>
        <a:p>
          <a:r>
            <a:rPr lang="en-US"/>
            <a:t>M4R1</a:t>
          </a:r>
        </a:p>
      </dgm:t>
    </dgm:pt>
    <dgm:pt modelId="{7CE7DFC2-E77D-47C8-A739-57DA41D94904}" type="parTrans" cxnId="{A0EA1981-2E90-4FEB-8EA0-C04C86470022}">
      <dgm:prSet/>
      <dgm:spPr/>
    </dgm:pt>
    <dgm:pt modelId="{30B9EA7A-4F7B-4E1B-96E4-FAC4C32F2067}" type="sibTrans" cxnId="{A0EA1981-2E90-4FEB-8EA0-C04C86470022}">
      <dgm:prSet/>
      <dgm:spPr/>
    </dgm:pt>
    <dgm:pt modelId="{13D52AEB-22EE-4500-9B40-CF748696A813}">
      <dgm:prSet phldrT="[Text]"/>
      <dgm:spPr/>
      <dgm:t>
        <a:bodyPr/>
        <a:lstStyle/>
        <a:p>
          <a:r>
            <a:rPr lang="en-US"/>
            <a:t>M4R2</a:t>
          </a:r>
        </a:p>
      </dgm:t>
    </dgm:pt>
    <dgm:pt modelId="{6A158CE8-1CE9-4F50-A9F8-3FA0A8FE9000}" type="parTrans" cxnId="{1269D164-1EA7-405C-B35F-C4F1CF6974F7}">
      <dgm:prSet/>
      <dgm:spPr/>
    </dgm:pt>
    <dgm:pt modelId="{22A9D256-A233-4D7A-BD70-3A3ED958361F}" type="sibTrans" cxnId="{1269D164-1EA7-405C-B35F-C4F1CF6974F7}">
      <dgm:prSet/>
      <dgm:spPr/>
    </dgm:pt>
    <dgm:pt modelId="{C9CED193-6480-41B9-B773-08ED5088C9CA}">
      <dgm:prSet phldrT="[Text]"/>
      <dgm:spPr/>
      <dgm:t>
        <a:bodyPr/>
        <a:lstStyle/>
        <a:p>
          <a:r>
            <a:rPr lang="en-US"/>
            <a:t>M4R3</a:t>
          </a:r>
        </a:p>
      </dgm:t>
    </dgm:pt>
    <dgm:pt modelId="{B45BB5E1-EFC0-4674-94A7-831B18FB0F3D}" type="parTrans" cxnId="{8624BCB1-CF90-470B-AA36-975539F70103}">
      <dgm:prSet/>
      <dgm:spPr/>
    </dgm:pt>
    <dgm:pt modelId="{5AC54E6C-0220-4998-8682-47965EA8CB59}" type="sibTrans" cxnId="{8624BCB1-CF90-470B-AA36-975539F70103}">
      <dgm:prSet/>
      <dgm:spPr/>
    </dgm:pt>
    <dgm:pt modelId="{5983CF65-D74B-4A7F-AA34-3A596C78D87C}" type="pres">
      <dgm:prSet presAssocID="{AA4B3C14-68DE-4FD5-A53B-9E56111C074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B01D25F-5B05-4015-ADC4-89CB6A5EEAAB}" type="pres">
      <dgm:prSet presAssocID="{285DE7D9-8C78-4F14-B7AB-2FF9637A240D}" presName="hierRoot1" presStyleCnt="0">
        <dgm:presLayoutVars>
          <dgm:hierBranch val="init"/>
        </dgm:presLayoutVars>
      </dgm:prSet>
      <dgm:spPr/>
    </dgm:pt>
    <dgm:pt modelId="{DFA96019-BFAA-4BF7-AB96-10FDD8D247D3}" type="pres">
      <dgm:prSet presAssocID="{285DE7D9-8C78-4F14-B7AB-2FF9637A240D}" presName="rootComposite1" presStyleCnt="0"/>
      <dgm:spPr/>
    </dgm:pt>
    <dgm:pt modelId="{C12B285A-917B-47E1-8F11-1E0820B347D5}" type="pres">
      <dgm:prSet presAssocID="{285DE7D9-8C78-4F14-B7AB-2FF9637A240D}" presName="rootText1" presStyleLbl="node0" presStyleIdx="0" presStyleCnt="1">
        <dgm:presLayoutVars>
          <dgm:chPref val="3"/>
        </dgm:presLayoutVars>
      </dgm:prSet>
      <dgm:spPr/>
    </dgm:pt>
    <dgm:pt modelId="{0A35AFC0-B9D9-4FE4-BB0F-4F1B6F0AC585}" type="pres">
      <dgm:prSet presAssocID="{285DE7D9-8C78-4F14-B7AB-2FF9637A240D}" presName="rootConnector1" presStyleLbl="node1" presStyleIdx="0" presStyleCnt="0"/>
      <dgm:spPr/>
    </dgm:pt>
    <dgm:pt modelId="{F19416D6-E400-40D8-9ADE-6DEABDEF6C53}" type="pres">
      <dgm:prSet presAssocID="{285DE7D9-8C78-4F14-B7AB-2FF9637A240D}" presName="hierChild2" presStyleCnt="0"/>
      <dgm:spPr/>
    </dgm:pt>
    <dgm:pt modelId="{FCEEFC75-1F72-4CE4-861D-73439F4464D3}" type="pres">
      <dgm:prSet presAssocID="{8FA100B4-25CB-4FFE-9C07-824865D5863E}" presName="Name37" presStyleLbl="parChTrans1D2" presStyleIdx="0" presStyleCnt="4"/>
      <dgm:spPr/>
    </dgm:pt>
    <dgm:pt modelId="{7346B9AE-99AD-4EEA-87CE-846088A8DB45}" type="pres">
      <dgm:prSet presAssocID="{B32B39B0-2699-44ED-9F79-EF2D2A51DF0A}" presName="hierRoot2" presStyleCnt="0">
        <dgm:presLayoutVars>
          <dgm:hierBranch val="init"/>
        </dgm:presLayoutVars>
      </dgm:prSet>
      <dgm:spPr/>
    </dgm:pt>
    <dgm:pt modelId="{836DE1B2-7828-4662-8DF4-BE60F5322919}" type="pres">
      <dgm:prSet presAssocID="{B32B39B0-2699-44ED-9F79-EF2D2A51DF0A}" presName="rootComposite" presStyleCnt="0"/>
      <dgm:spPr/>
    </dgm:pt>
    <dgm:pt modelId="{1CEFF478-B5DA-46C0-8775-1F96110299B7}" type="pres">
      <dgm:prSet presAssocID="{B32B39B0-2699-44ED-9F79-EF2D2A51DF0A}" presName="rootText" presStyleLbl="node2" presStyleIdx="0" presStyleCnt="3">
        <dgm:presLayoutVars>
          <dgm:chPref val="3"/>
        </dgm:presLayoutVars>
      </dgm:prSet>
      <dgm:spPr/>
    </dgm:pt>
    <dgm:pt modelId="{DD1A1C69-AF18-41C7-AFB2-2DC9ED4BC2D6}" type="pres">
      <dgm:prSet presAssocID="{B32B39B0-2699-44ED-9F79-EF2D2A51DF0A}" presName="rootConnector" presStyleLbl="node2" presStyleIdx="0" presStyleCnt="3"/>
      <dgm:spPr/>
    </dgm:pt>
    <dgm:pt modelId="{9FFB25B7-15DB-4D5B-A020-A75B238D000F}" type="pres">
      <dgm:prSet presAssocID="{B32B39B0-2699-44ED-9F79-EF2D2A51DF0A}" presName="hierChild4" presStyleCnt="0"/>
      <dgm:spPr/>
    </dgm:pt>
    <dgm:pt modelId="{8EAE17A4-C827-438B-8C10-2AD218FBD78C}" type="pres">
      <dgm:prSet presAssocID="{7678EED6-0D8C-4F12-B8C4-9385F7D0DE54}" presName="Name37" presStyleLbl="parChTrans1D3" presStyleIdx="0" presStyleCnt="6"/>
      <dgm:spPr/>
    </dgm:pt>
    <dgm:pt modelId="{D2A30A73-3A28-4E9D-AE88-65201E05F19E}" type="pres">
      <dgm:prSet presAssocID="{84EC4234-BAA3-469D-874F-34FF88E84F61}" presName="hierRoot2" presStyleCnt="0">
        <dgm:presLayoutVars>
          <dgm:hierBranch val="init"/>
        </dgm:presLayoutVars>
      </dgm:prSet>
      <dgm:spPr/>
    </dgm:pt>
    <dgm:pt modelId="{496CE91A-F857-455C-8693-E1AE57CCED8D}" type="pres">
      <dgm:prSet presAssocID="{84EC4234-BAA3-469D-874F-34FF88E84F61}" presName="rootComposite" presStyleCnt="0"/>
      <dgm:spPr/>
    </dgm:pt>
    <dgm:pt modelId="{18102B3B-C1C4-4E93-9D4B-425D9C91AE01}" type="pres">
      <dgm:prSet presAssocID="{84EC4234-BAA3-469D-874F-34FF88E84F61}" presName="rootText" presStyleLbl="node3" presStyleIdx="0" presStyleCnt="6">
        <dgm:presLayoutVars>
          <dgm:chPref val="3"/>
        </dgm:presLayoutVars>
      </dgm:prSet>
      <dgm:spPr/>
    </dgm:pt>
    <dgm:pt modelId="{0CABBCE9-BAF7-4BA6-A742-A4B897AC35B2}" type="pres">
      <dgm:prSet presAssocID="{84EC4234-BAA3-469D-874F-34FF88E84F61}" presName="rootConnector" presStyleLbl="node3" presStyleIdx="0" presStyleCnt="6"/>
      <dgm:spPr/>
    </dgm:pt>
    <dgm:pt modelId="{A7A96967-4450-44B3-ACD0-1A82CC480C33}" type="pres">
      <dgm:prSet presAssocID="{84EC4234-BAA3-469D-874F-34FF88E84F61}" presName="hierChild4" presStyleCnt="0"/>
      <dgm:spPr/>
    </dgm:pt>
    <dgm:pt modelId="{DE01C033-95B6-469D-8565-F94DD9992D63}" type="pres">
      <dgm:prSet presAssocID="{47FC99E7-645C-4A5E-A294-1046709BFF1E}" presName="Name37" presStyleLbl="parChTrans1D4" presStyleIdx="0" presStyleCnt="4"/>
      <dgm:spPr/>
    </dgm:pt>
    <dgm:pt modelId="{752A94F5-A764-49FE-96B0-7A338CBD2036}" type="pres">
      <dgm:prSet presAssocID="{60BAB261-EA76-46A2-A80A-FE7F305652E6}" presName="hierRoot2" presStyleCnt="0">
        <dgm:presLayoutVars>
          <dgm:hierBranch val="init"/>
        </dgm:presLayoutVars>
      </dgm:prSet>
      <dgm:spPr/>
    </dgm:pt>
    <dgm:pt modelId="{E3B57156-0DF0-4CEB-AFB6-4D38E2AFCEDB}" type="pres">
      <dgm:prSet presAssocID="{60BAB261-EA76-46A2-A80A-FE7F305652E6}" presName="rootComposite" presStyleCnt="0"/>
      <dgm:spPr/>
    </dgm:pt>
    <dgm:pt modelId="{603670ED-15B2-4CE9-9067-4FCD011C99FE}" type="pres">
      <dgm:prSet presAssocID="{60BAB261-EA76-46A2-A80A-FE7F305652E6}" presName="rootText" presStyleLbl="node4" presStyleIdx="0" presStyleCnt="4">
        <dgm:presLayoutVars>
          <dgm:chPref val="3"/>
        </dgm:presLayoutVars>
      </dgm:prSet>
      <dgm:spPr/>
    </dgm:pt>
    <dgm:pt modelId="{3883DB77-0308-4C30-95FC-46EA549A7839}" type="pres">
      <dgm:prSet presAssocID="{60BAB261-EA76-46A2-A80A-FE7F305652E6}" presName="rootConnector" presStyleLbl="node4" presStyleIdx="0" presStyleCnt="4"/>
      <dgm:spPr/>
    </dgm:pt>
    <dgm:pt modelId="{81041C81-2784-4E6D-84DF-6ABA1E888145}" type="pres">
      <dgm:prSet presAssocID="{60BAB261-EA76-46A2-A80A-FE7F305652E6}" presName="hierChild4" presStyleCnt="0"/>
      <dgm:spPr/>
    </dgm:pt>
    <dgm:pt modelId="{B6E79F1E-9132-432B-AC24-78DC59B6ACF0}" type="pres">
      <dgm:prSet presAssocID="{60BAB261-EA76-46A2-A80A-FE7F305652E6}" presName="hierChild5" presStyleCnt="0"/>
      <dgm:spPr/>
    </dgm:pt>
    <dgm:pt modelId="{25E99D40-804C-41C4-826B-A0B8F52F14EA}" type="pres">
      <dgm:prSet presAssocID="{84EC4234-BAA3-469D-874F-34FF88E84F61}" presName="hierChild5" presStyleCnt="0"/>
      <dgm:spPr/>
    </dgm:pt>
    <dgm:pt modelId="{8CC2F427-DDEA-4C51-9DAC-2A5469A094ED}" type="pres">
      <dgm:prSet presAssocID="{EC73EF67-60B3-44DF-B528-0A13E785F9D2}" presName="Name37" presStyleLbl="parChTrans1D3" presStyleIdx="1" presStyleCnt="6"/>
      <dgm:spPr/>
    </dgm:pt>
    <dgm:pt modelId="{959F191C-BDCD-40B8-9071-E539DA66D721}" type="pres">
      <dgm:prSet presAssocID="{733AD12A-456E-413E-968C-EC18A5D85D78}" presName="hierRoot2" presStyleCnt="0">
        <dgm:presLayoutVars>
          <dgm:hierBranch val="init"/>
        </dgm:presLayoutVars>
      </dgm:prSet>
      <dgm:spPr/>
    </dgm:pt>
    <dgm:pt modelId="{685A02F1-4F74-4FF3-BCAF-4DDE4D853FDE}" type="pres">
      <dgm:prSet presAssocID="{733AD12A-456E-413E-968C-EC18A5D85D78}" presName="rootComposite" presStyleCnt="0"/>
      <dgm:spPr/>
    </dgm:pt>
    <dgm:pt modelId="{878BA2F0-E9C7-437A-B75D-A63F15C19E7D}" type="pres">
      <dgm:prSet presAssocID="{733AD12A-456E-413E-968C-EC18A5D85D78}" presName="rootText" presStyleLbl="node3" presStyleIdx="1" presStyleCnt="6">
        <dgm:presLayoutVars>
          <dgm:chPref val="3"/>
        </dgm:presLayoutVars>
      </dgm:prSet>
      <dgm:spPr/>
    </dgm:pt>
    <dgm:pt modelId="{9C680B0F-1355-4EAB-BDFF-3EDA8A1D86FA}" type="pres">
      <dgm:prSet presAssocID="{733AD12A-456E-413E-968C-EC18A5D85D78}" presName="rootConnector" presStyleLbl="node3" presStyleIdx="1" presStyleCnt="6"/>
      <dgm:spPr/>
    </dgm:pt>
    <dgm:pt modelId="{E8DD6F1D-6CD9-4FA3-BF67-59282925C387}" type="pres">
      <dgm:prSet presAssocID="{733AD12A-456E-413E-968C-EC18A5D85D78}" presName="hierChild4" presStyleCnt="0"/>
      <dgm:spPr/>
    </dgm:pt>
    <dgm:pt modelId="{CA867423-F54C-4D62-8CE2-0D36403E5BCB}" type="pres">
      <dgm:prSet presAssocID="{733AD12A-456E-413E-968C-EC18A5D85D78}" presName="hierChild5" presStyleCnt="0"/>
      <dgm:spPr/>
    </dgm:pt>
    <dgm:pt modelId="{37FAF4C9-DD94-4574-A7B6-6EDBCC56A815}" type="pres">
      <dgm:prSet presAssocID="{21996068-74C4-4CC2-B4C9-12BEAC74C077}" presName="Name37" presStyleLbl="parChTrans1D3" presStyleIdx="2" presStyleCnt="6"/>
      <dgm:spPr/>
    </dgm:pt>
    <dgm:pt modelId="{251CF687-987E-4C95-B01F-1A223009A6B4}" type="pres">
      <dgm:prSet presAssocID="{7974EA8A-41DB-4AC0-AF4B-FE68C1F7A167}" presName="hierRoot2" presStyleCnt="0">
        <dgm:presLayoutVars>
          <dgm:hierBranch val="init"/>
        </dgm:presLayoutVars>
      </dgm:prSet>
      <dgm:spPr/>
    </dgm:pt>
    <dgm:pt modelId="{2AEDF97E-D039-4614-A656-7D185A837674}" type="pres">
      <dgm:prSet presAssocID="{7974EA8A-41DB-4AC0-AF4B-FE68C1F7A167}" presName="rootComposite" presStyleCnt="0"/>
      <dgm:spPr/>
    </dgm:pt>
    <dgm:pt modelId="{1C0B2D8A-C09C-47F3-AEF4-22CA24013705}" type="pres">
      <dgm:prSet presAssocID="{7974EA8A-41DB-4AC0-AF4B-FE68C1F7A167}" presName="rootText" presStyleLbl="node3" presStyleIdx="2" presStyleCnt="6">
        <dgm:presLayoutVars>
          <dgm:chPref val="3"/>
        </dgm:presLayoutVars>
      </dgm:prSet>
      <dgm:spPr/>
    </dgm:pt>
    <dgm:pt modelId="{28E6AF4B-60C4-45EE-A57A-81283B055021}" type="pres">
      <dgm:prSet presAssocID="{7974EA8A-41DB-4AC0-AF4B-FE68C1F7A167}" presName="rootConnector" presStyleLbl="node3" presStyleIdx="2" presStyleCnt="6"/>
      <dgm:spPr/>
    </dgm:pt>
    <dgm:pt modelId="{8608F9A5-D350-4685-A101-814D1F694235}" type="pres">
      <dgm:prSet presAssocID="{7974EA8A-41DB-4AC0-AF4B-FE68C1F7A167}" presName="hierChild4" presStyleCnt="0"/>
      <dgm:spPr/>
    </dgm:pt>
    <dgm:pt modelId="{843ADBDF-B82C-43A0-8233-F19942275810}" type="pres">
      <dgm:prSet presAssocID="{7974EA8A-41DB-4AC0-AF4B-FE68C1F7A167}" presName="hierChild5" presStyleCnt="0"/>
      <dgm:spPr/>
    </dgm:pt>
    <dgm:pt modelId="{CDE63688-B307-45FD-B416-24A846618F76}" type="pres">
      <dgm:prSet presAssocID="{B32B39B0-2699-44ED-9F79-EF2D2A51DF0A}" presName="hierChild5" presStyleCnt="0"/>
      <dgm:spPr/>
    </dgm:pt>
    <dgm:pt modelId="{A2FF2250-9555-4217-B763-3B914FB0A114}" type="pres">
      <dgm:prSet presAssocID="{B35AD7BB-929F-4788-A946-F6533DD75463}" presName="Name37" presStyleLbl="parChTrans1D2" presStyleIdx="1" presStyleCnt="4"/>
      <dgm:spPr/>
    </dgm:pt>
    <dgm:pt modelId="{9FFEA0A7-27E9-44EF-90F6-F4756F4DB7EE}" type="pres">
      <dgm:prSet presAssocID="{F3621507-6E0A-44D4-9B0B-BA4122B2EB7E}" presName="hierRoot2" presStyleCnt="0">
        <dgm:presLayoutVars>
          <dgm:hierBranch val="init"/>
        </dgm:presLayoutVars>
      </dgm:prSet>
      <dgm:spPr/>
    </dgm:pt>
    <dgm:pt modelId="{B4E9E590-4189-49B4-97E5-8E3F27961A2C}" type="pres">
      <dgm:prSet presAssocID="{F3621507-6E0A-44D4-9B0B-BA4122B2EB7E}" presName="rootComposite" presStyleCnt="0"/>
      <dgm:spPr/>
    </dgm:pt>
    <dgm:pt modelId="{491DFC7A-E4DB-4953-918D-1CD4CADD1663}" type="pres">
      <dgm:prSet presAssocID="{F3621507-6E0A-44D4-9B0B-BA4122B2EB7E}" presName="rootText" presStyleLbl="node2" presStyleIdx="1" presStyleCnt="3">
        <dgm:presLayoutVars>
          <dgm:chPref val="3"/>
        </dgm:presLayoutVars>
      </dgm:prSet>
      <dgm:spPr/>
    </dgm:pt>
    <dgm:pt modelId="{31B838F8-1249-44A7-8AB2-9EF32FEE1444}" type="pres">
      <dgm:prSet presAssocID="{F3621507-6E0A-44D4-9B0B-BA4122B2EB7E}" presName="rootConnector" presStyleLbl="node2" presStyleIdx="1" presStyleCnt="3"/>
      <dgm:spPr/>
    </dgm:pt>
    <dgm:pt modelId="{C2B8B9A2-A1D0-4781-8B60-92C4B19AE2FA}" type="pres">
      <dgm:prSet presAssocID="{F3621507-6E0A-44D4-9B0B-BA4122B2EB7E}" presName="hierChild4" presStyleCnt="0"/>
      <dgm:spPr/>
    </dgm:pt>
    <dgm:pt modelId="{23937325-81E7-4080-96FF-EF0C02483B65}" type="pres">
      <dgm:prSet presAssocID="{4893549B-4508-4FCE-B350-E4D7E420E926}" presName="Name37" presStyleLbl="parChTrans1D3" presStyleIdx="3" presStyleCnt="6"/>
      <dgm:spPr/>
    </dgm:pt>
    <dgm:pt modelId="{7CF959F4-17A1-409A-8BEE-FE34B50916C3}" type="pres">
      <dgm:prSet presAssocID="{5BD9FC1A-C20D-4177-AD41-ADD798EBECF0}" presName="hierRoot2" presStyleCnt="0">
        <dgm:presLayoutVars>
          <dgm:hierBranch val="init"/>
        </dgm:presLayoutVars>
      </dgm:prSet>
      <dgm:spPr/>
    </dgm:pt>
    <dgm:pt modelId="{A7364355-6CDA-46ED-BED6-B8D398E04FEA}" type="pres">
      <dgm:prSet presAssocID="{5BD9FC1A-C20D-4177-AD41-ADD798EBECF0}" presName="rootComposite" presStyleCnt="0"/>
      <dgm:spPr/>
    </dgm:pt>
    <dgm:pt modelId="{60D9C0D3-94C9-4CF7-A26A-031EE640253E}" type="pres">
      <dgm:prSet presAssocID="{5BD9FC1A-C20D-4177-AD41-ADD798EBECF0}" presName="rootText" presStyleLbl="node3" presStyleIdx="3" presStyleCnt="6">
        <dgm:presLayoutVars>
          <dgm:chPref val="3"/>
        </dgm:presLayoutVars>
      </dgm:prSet>
      <dgm:spPr/>
    </dgm:pt>
    <dgm:pt modelId="{2CB7D983-D97D-4EAA-BD10-2549034A07E0}" type="pres">
      <dgm:prSet presAssocID="{5BD9FC1A-C20D-4177-AD41-ADD798EBECF0}" presName="rootConnector" presStyleLbl="node3" presStyleIdx="3" presStyleCnt="6"/>
      <dgm:spPr/>
    </dgm:pt>
    <dgm:pt modelId="{55E60AC8-2C20-4D4C-8EC7-3FE02C5C488D}" type="pres">
      <dgm:prSet presAssocID="{5BD9FC1A-C20D-4177-AD41-ADD798EBECF0}" presName="hierChild4" presStyleCnt="0"/>
      <dgm:spPr/>
    </dgm:pt>
    <dgm:pt modelId="{0FC7EB8D-7813-438B-8BA1-DE8674E9A8CD}" type="pres">
      <dgm:prSet presAssocID="{5BD9FC1A-C20D-4177-AD41-ADD798EBECF0}" presName="hierChild5" presStyleCnt="0"/>
      <dgm:spPr/>
    </dgm:pt>
    <dgm:pt modelId="{C852FEBA-6E14-413C-BEA8-8653B253D0CD}" type="pres">
      <dgm:prSet presAssocID="{DB5A69B8-B752-4B80-B36A-129EC560B576}" presName="Name37" presStyleLbl="parChTrans1D3" presStyleIdx="4" presStyleCnt="6"/>
      <dgm:spPr/>
    </dgm:pt>
    <dgm:pt modelId="{BC690394-BF77-46EB-AC58-9C08E5FEB449}" type="pres">
      <dgm:prSet presAssocID="{93E61B3A-DA8E-4E9A-802F-7036B2734F37}" presName="hierRoot2" presStyleCnt="0">
        <dgm:presLayoutVars>
          <dgm:hierBranch val="init"/>
        </dgm:presLayoutVars>
      </dgm:prSet>
      <dgm:spPr/>
    </dgm:pt>
    <dgm:pt modelId="{8B067457-3201-4406-B6D9-B807A0D17538}" type="pres">
      <dgm:prSet presAssocID="{93E61B3A-DA8E-4E9A-802F-7036B2734F37}" presName="rootComposite" presStyleCnt="0"/>
      <dgm:spPr/>
    </dgm:pt>
    <dgm:pt modelId="{3FDBA31F-C13F-40E4-9B99-6406F2FFDFA4}" type="pres">
      <dgm:prSet presAssocID="{93E61B3A-DA8E-4E9A-802F-7036B2734F37}" presName="rootText" presStyleLbl="node3" presStyleIdx="4" presStyleCnt="6">
        <dgm:presLayoutVars>
          <dgm:chPref val="3"/>
        </dgm:presLayoutVars>
      </dgm:prSet>
      <dgm:spPr/>
    </dgm:pt>
    <dgm:pt modelId="{4AC41421-94CF-4398-B806-82778A8D70B3}" type="pres">
      <dgm:prSet presAssocID="{93E61B3A-DA8E-4E9A-802F-7036B2734F37}" presName="rootConnector" presStyleLbl="node3" presStyleIdx="4" presStyleCnt="6"/>
      <dgm:spPr/>
    </dgm:pt>
    <dgm:pt modelId="{FC2368CC-9D34-4E64-ACFD-7E7A04D97658}" type="pres">
      <dgm:prSet presAssocID="{93E61B3A-DA8E-4E9A-802F-7036B2734F37}" presName="hierChild4" presStyleCnt="0"/>
      <dgm:spPr/>
    </dgm:pt>
    <dgm:pt modelId="{541D73C7-3665-495E-8ACC-CE37EEC0A185}" type="pres">
      <dgm:prSet presAssocID="{93E61B3A-DA8E-4E9A-802F-7036B2734F37}" presName="hierChild5" presStyleCnt="0"/>
      <dgm:spPr/>
    </dgm:pt>
    <dgm:pt modelId="{8EF47901-94F4-44CA-85DF-05E2CE032E23}" type="pres">
      <dgm:prSet presAssocID="{43491D31-BD3A-410C-9D3C-28AA74EC3E84}" presName="Name37" presStyleLbl="parChTrans1D3" presStyleIdx="5" presStyleCnt="6"/>
      <dgm:spPr/>
    </dgm:pt>
    <dgm:pt modelId="{CA655D45-5D0C-4177-9F2A-CB2A10C3248B}" type="pres">
      <dgm:prSet presAssocID="{7FA94D91-74D7-4A65-904A-885E5F807483}" presName="hierRoot2" presStyleCnt="0">
        <dgm:presLayoutVars>
          <dgm:hierBranch val="init"/>
        </dgm:presLayoutVars>
      </dgm:prSet>
      <dgm:spPr/>
    </dgm:pt>
    <dgm:pt modelId="{FDDEB15D-D97C-447C-B149-A93E84897DCA}" type="pres">
      <dgm:prSet presAssocID="{7FA94D91-74D7-4A65-904A-885E5F807483}" presName="rootComposite" presStyleCnt="0"/>
      <dgm:spPr/>
    </dgm:pt>
    <dgm:pt modelId="{AF57546C-C645-4334-975A-49E8CD0ED8EE}" type="pres">
      <dgm:prSet presAssocID="{7FA94D91-74D7-4A65-904A-885E5F807483}" presName="rootText" presStyleLbl="node3" presStyleIdx="5" presStyleCnt="6">
        <dgm:presLayoutVars>
          <dgm:chPref val="3"/>
        </dgm:presLayoutVars>
      </dgm:prSet>
      <dgm:spPr/>
    </dgm:pt>
    <dgm:pt modelId="{E3046D48-6265-4037-87EA-22FFA977FB5B}" type="pres">
      <dgm:prSet presAssocID="{7FA94D91-74D7-4A65-904A-885E5F807483}" presName="rootConnector" presStyleLbl="node3" presStyleIdx="5" presStyleCnt="6"/>
      <dgm:spPr/>
    </dgm:pt>
    <dgm:pt modelId="{AFEFD1B3-988A-4C3E-B5B6-415382853D2B}" type="pres">
      <dgm:prSet presAssocID="{7FA94D91-74D7-4A65-904A-885E5F807483}" presName="hierChild4" presStyleCnt="0"/>
      <dgm:spPr/>
    </dgm:pt>
    <dgm:pt modelId="{B8447DAA-0AC3-4DD0-B392-A8A3BF4F1BF7}" type="pres">
      <dgm:prSet presAssocID="{7CE7DFC2-E77D-47C8-A739-57DA41D94904}" presName="Name37" presStyleLbl="parChTrans1D4" presStyleIdx="1" presStyleCnt="4"/>
      <dgm:spPr/>
    </dgm:pt>
    <dgm:pt modelId="{7AC93518-DEF9-48EE-B4E8-B17A3A2AF813}" type="pres">
      <dgm:prSet presAssocID="{1F10082C-5D58-4CF9-B693-E20A52FB461E}" presName="hierRoot2" presStyleCnt="0">
        <dgm:presLayoutVars>
          <dgm:hierBranch val="init"/>
        </dgm:presLayoutVars>
      </dgm:prSet>
      <dgm:spPr/>
    </dgm:pt>
    <dgm:pt modelId="{6BB95B52-C316-4A87-972C-F9843FF2199C}" type="pres">
      <dgm:prSet presAssocID="{1F10082C-5D58-4CF9-B693-E20A52FB461E}" presName="rootComposite" presStyleCnt="0"/>
      <dgm:spPr/>
    </dgm:pt>
    <dgm:pt modelId="{62E88A8F-5B3D-4683-8EB8-43DB4538D1CD}" type="pres">
      <dgm:prSet presAssocID="{1F10082C-5D58-4CF9-B693-E20A52FB461E}" presName="rootText" presStyleLbl="node4" presStyleIdx="1" presStyleCnt="4">
        <dgm:presLayoutVars>
          <dgm:chPref val="3"/>
        </dgm:presLayoutVars>
      </dgm:prSet>
      <dgm:spPr/>
    </dgm:pt>
    <dgm:pt modelId="{8419EB5A-574A-4F84-B0AF-BDD8CF243E06}" type="pres">
      <dgm:prSet presAssocID="{1F10082C-5D58-4CF9-B693-E20A52FB461E}" presName="rootConnector" presStyleLbl="node4" presStyleIdx="1" presStyleCnt="4"/>
      <dgm:spPr/>
    </dgm:pt>
    <dgm:pt modelId="{C39843BC-CC74-4E8B-8ECB-3019DD31A792}" type="pres">
      <dgm:prSet presAssocID="{1F10082C-5D58-4CF9-B693-E20A52FB461E}" presName="hierChild4" presStyleCnt="0"/>
      <dgm:spPr/>
    </dgm:pt>
    <dgm:pt modelId="{12541209-000C-432C-AFD1-19303A4E3B02}" type="pres">
      <dgm:prSet presAssocID="{1F10082C-5D58-4CF9-B693-E20A52FB461E}" presName="hierChild5" presStyleCnt="0"/>
      <dgm:spPr/>
    </dgm:pt>
    <dgm:pt modelId="{CC1959D0-46D4-465D-ADF7-6681D46542EE}" type="pres">
      <dgm:prSet presAssocID="{6A158CE8-1CE9-4F50-A9F8-3FA0A8FE9000}" presName="Name37" presStyleLbl="parChTrans1D4" presStyleIdx="2" presStyleCnt="4"/>
      <dgm:spPr/>
    </dgm:pt>
    <dgm:pt modelId="{D705FAB5-06D8-47AE-8545-DABE8A3DC214}" type="pres">
      <dgm:prSet presAssocID="{13D52AEB-22EE-4500-9B40-CF748696A813}" presName="hierRoot2" presStyleCnt="0">
        <dgm:presLayoutVars>
          <dgm:hierBranch val="init"/>
        </dgm:presLayoutVars>
      </dgm:prSet>
      <dgm:spPr/>
    </dgm:pt>
    <dgm:pt modelId="{89F6FF13-5569-41C9-B874-980DA28B13A3}" type="pres">
      <dgm:prSet presAssocID="{13D52AEB-22EE-4500-9B40-CF748696A813}" presName="rootComposite" presStyleCnt="0"/>
      <dgm:spPr/>
    </dgm:pt>
    <dgm:pt modelId="{526AD985-F638-4760-8443-DF60DBA8EE81}" type="pres">
      <dgm:prSet presAssocID="{13D52AEB-22EE-4500-9B40-CF748696A813}" presName="rootText" presStyleLbl="node4" presStyleIdx="2" presStyleCnt="4">
        <dgm:presLayoutVars>
          <dgm:chPref val="3"/>
        </dgm:presLayoutVars>
      </dgm:prSet>
      <dgm:spPr/>
    </dgm:pt>
    <dgm:pt modelId="{E9243F8A-C571-4497-94F5-C09F1086A152}" type="pres">
      <dgm:prSet presAssocID="{13D52AEB-22EE-4500-9B40-CF748696A813}" presName="rootConnector" presStyleLbl="node4" presStyleIdx="2" presStyleCnt="4"/>
      <dgm:spPr/>
    </dgm:pt>
    <dgm:pt modelId="{7F9FE0AB-07C3-47B8-9321-9B33F7D8E4C3}" type="pres">
      <dgm:prSet presAssocID="{13D52AEB-22EE-4500-9B40-CF748696A813}" presName="hierChild4" presStyleCnt="0"/>
      <dgm:spPr/>
    </dgm:pt>
    <dgm:pt modelId="{97F3F9B5-9EFC-4D46-A03A-A07A2B64C713}" type="pres">
      <dgm:prSet presAssocID="{13D52AEB-22EE-4500-9B40-CF748696A813}" presName="hierChild5" presStyleCnt="0"/>
      <dgm:spPr/>
    </dgm:pt>
    <dgm:pt modelId="{2213354A-0355-4E88-8E29-DF73D8535287}" type="pres">
      <dgm:prSet presAssocID="{B45BB5E1-EFC0-4674-94A7-831B18FB0F3D}" presName="Name37" presStyleLbl="parChTrans1D4" presStyleIdx="3" presStyleCnt="4"/>
      <dgm:spPr/>
    </dgm:pt>
    <dgm:pt modelId="{FF75FCAF-3DC6-4BDF-9A5C-FD3B9ACE4C46}" type="pres">
      <dgm:prSet presAssocID="{C9CED193-6480-41B9-B773-08ED5088C9CA}" presName="hierRoot2" presStyleCnt="0">
        <dgm:presLayoutVars>
          <dgm:hierBranch val="init"/>
        </dgm:presLayoutVars>
      </dgm:prSet>
      <dgm:spPr/>
    </dgm:pt>
    <dgm:pt modelId="{7B955373-26F1-42C4-A0C2-6E081A66FDED}" type="pres">
      <dgm:prSet presAssocID="{C9CED193-6480-41B9-B773-08ED5088C9CA}" presName="rootComposite" presStyleCnt="0"/>
      <dgm:spPr/>
    </dgm:pt>
    <dgm:pt modelId="{42B5E61C-5997-4E80-AD47-0528A643073C}" type="pres">
      <dgm:prSet presAssocID="{C9CED193-6480-41B9-B773-08ED5088C9CA}" presName="rootText" presStyleLbl="node4" presStyleIdx="3" presStyleCnt="4">
        <dgm:presLayoutVars>
          <dgm:chPref val="3"/>
        </dgm:presLayoutVars>
      </dgm:prSet>
      <dgm:spPr/>
    </dgm:pt>
    <dgm:pt modelId="{51664A37-629B-440C-A149-897E9ABB1E57}" type="pres">
      <dgm:prSet presAssocID="{C9CED193-6480-41B9-B773-08ED5088C9CA}" presName="rootConnector" presStyleLbl="node4" presStyleIdx="3" presStyleCnt="4"/>
      <dgm:spPr/>
    </dgm:pt>
    <dgm:pt modelId="{F5B5A122-4568-4813-B7D1-7CFF539A9EAE}" type="pres">
      <dgm:prSet presAssocID="{C9CED193-6480-41B9-B773-08ED5088C9CA}" presName="hierChild4" presStyleCnt="0"/>
      <dgm:spPr/>
    </dgm:pt>
    <dgm:pt modelId="{6F9BD03F-018F-4D94-AAE2-F3A11D1DCDC8}" type="pres">
      <dgm:prSet presAssocID="{C9CED193-6480-41B9-B773-08ED5088C9CA}" presName="hierChild5" presStyleCnt="0"/>
      <dgm:spPr/>
    </dgm:pt>
    <dgm:pt modelId="{E84F87B6-FCA2-4D3B-B2AA-15421185D63C}" type="pres">
      <dgm:prSet presAssocID="{7FA94D91-74D7-4A65-904A-885E5F807483}" presName="hierChild5" presStyleCnt="0"/>
      <dgm:spPr/>
    </dgm:pt>
    <dgm:pt modelId="{6696AEF4-02DF-4228-BE96-96E3DE16247F}" type="pres">
      <dgm:prSet presAssocID="{F3621507-6E0A-44D4-9B0B-BA4122B2EB7E}" presName="hierChild5" presStyleCnt="0"/>
      <dgm:spPr/>
    </dgm:pt>
    <dgm:pt modelId="{99E52197-2BC0-42A9-AA63-79CD20D18EDB}" type="pres">
      <dgm:prSet presAssocID="{DE1B577B-FA6F-4A72-B197-842B7595D417}" presName="Name37" presStyleLbl="parChTrans1D2" presStyleIdx="2" presStyleCnt="4"/>
      <dgm:spPr/>
    </dgm:pt>
    <dgm:pt modelId="{4D6A442C-6EFB-40CC-9B96-CC1D84E6F4C7}" type="pres">
      <dgm:prSet presAssocID="{84BBA344-34FC-4EF5-92EE-6B96D3FD6AD6}" presName="hierRoot2" presStyleCnt="0">
        <dgm:presLayoutVars>
          <dgm:hierBranch val="init"/>
        </dgm:presLayoutVars>
      </dgm:prSet>
      <dgm:spPr/>
    </dgm:pt>
    <dgm:pt modelId="{9A92D093-CB5B-40A0-A4A2-5830CB70A8C5}" type="pres">
      <dgm:prSet presAssocID="{84BBA344-34FC-4EF5-92EE-6B96D3FD6AD6}" presName="rootComposite" presStyleCnt="0"/>
      <dgm:spPr/>
    </dgm:pt>
    <dgm:pt modelId="{83FA3F57-84E5-408B-AC7D-F1EC22EFDB79}" type="pres">
      <dgm:prSet presAssocID="{84BBA344-34FC-4EF5-92EE-6B96D3FD6AD6}" presName="rootText" presStyleLbl="node2" presStyleIdx="2" presStyleCnt="3">
        <dgm:presLayoutVars>
          <dgm:chPref val="3"/>
        </dgm:presLayoutVars>
      </dgm:prSet>
      <dgm:spPr/>
    </dgm:pt>
    <dgm:pt modelId="{1E2C22B2-D7B5-47DF-8E02-D9322CCC4ABF}" type="pres">
      <dgm:prSet presAssocID="{84BBA344-34FC-4EF5-92EE-6B96D3FD6AD6}" presName="rootConnector" presStyleLbl="node2" presStyleIdx="2" presStyleCnt="3"/>
      <dgm:spPr/>
    </dgm:pt>
    <dgm:pt modelId="{EA00065A-C16D-4C45-A081-2F5674F29405}" type="pres">
      <dgm:prSet presAssocID="{84BBA344-34FC-4EF5-92EE-6B96D3FD6AD6}" presName="hierChild4" presStyleCnt="0"/>
      <dgm:spPr/>
    </dgm:pt>
    <dgm:pt modelId="{C408ADBC-A9AD-4349-842D-37D071A7917B}" type="pres">
      <dgm:prSet presAssocID="{84BBA344-34FC-4EF5-92EE-6B96D3FD6AD6}" presName="hierChild5" presStyleCnt="0"/>
      <dgm:spPr/>
    </dgm:pt>
    <dgm:pt modelId="{A607D129-120E-4AC5-9ADB-6F58BAEA2665}" type="pres">
      <dgm:prSet presAssocID="{285DE7D9-8C78-4F14-B7AB-2FF9637A240D}" presName="hierChild3" presStyleCnt="0"/>
      <dgm:spPr/>
    </dgm:pt>
    <dgm:pt modelId="{8B8928DF-88FD-499C-A968-73A04256B78C}" type="pres">
      <dgm:prSet presAssocID="{E13639D5-59E6-4D5D-8C7C-A6F9DA1602D6}" presName="Name111" presStyleLbl="parChTrans1D2" presStyleIdx="3" presStyleCnt="4"/>
      <dgm:spPr/>
    </dgm:pt>
    <dgm:pt modelId="{C44E0167-7662-49A9-A70B-B7992525A43B}" type="pres">
      <dgm:prSet presAssocID="{F998A1CD-A0F7-4A76-9A64-E23B3EADC56B}" presName="hierRoot3" presStyleCnt="0">
        <dgm:presLayoutVars>
          <dgm:hierBranch val="init"/>
        </dgm:presLayoutVars>
      </dgm:prSet>
      <dgm:spPr/>
    </dgm:pt>
    <dgm:pt modelId="{B854A963-E5F3-4644-8C43-0BC891158624}" type="pres">
      <dgm:prSet presAssocID="{F998A1CD-A0F7-4A76-9A64-E23B3EADC56B}" presName="rootComposite3" presStyleCnt="0"/>
      <dgm:spPr/>
    </dgm:pt>
    <dgm:pt modelId="{DB5EE8CD-AFB2-4F90-9AA9-238CFE9FD4AE}" type="pres">
      <dgm:prSet presAssocID="{F998A1CD-A0F7-4A76-9A64-E23B3EADC56B}" presName="rootText3" presStyleLbl="asst1" presStyleIdx="0" presStyleCnt="1">
        <dgm:presLayoutVars>
          <dgm:chPref val="3"/>
        </dgm:presLayoutVars>
      </dgm:prSet>
      <dgm:spPr/>
    </dgm:pt>
    <dgm:pt modelId="{4AEA7129-3A38-4186-BA11-C8344A0A7CA9}" type="pres">
      <dgm:prSet presAssocID="{F998A1CD-A0F7-4A76-9A64-E23B3EADC56B}" presName="rootConnector3" presStyleLbl="asst1" presStyleIdx="0" presStyleCnt="1"/>
      <dgm:spPr/>
    </dgm:pt>
    <dgm:pt modelId="{66D69C02-CFC5-4667-B87B-FBA88C57087C}" type="pres">
      <dgm:prSet presAssocID="{F998A1CD-A0F7-4A76-9A64-E23B3EADC56B}" presName="hierChild6" presStyleCnt="0"/>
      <dgm:spPr/>
    </dgm:pt>
    <dgm:pt modelId="{E471005D-1D97-46C0-81FD-8E5889990C11}" type="pres">
      <dgm:prSet presAssocID="{F998A1CD-A0F7-4A76-9A64-E23B3EADC56B}" presName="hierChild7" presStyleCnt="0"/>
      <dgm:spPr/>
    </dgm:pt>
  </dgm:ptLst>
  <dgm:cxnLst>
    <dgm:cxn modelId="{A6602505-216B-4C0A-9155-754883349BBE}" srcId="{285DE7D9-8C78-4F14-B7AB-2FF9637A240D}" destId="{84BBA344-34FC-4EF5-92EE-6B96D3FD6AD6}" srcOrd="3" destOrd="0" parTransId="{DE1B577B-FA6F-4A72-B197-842B7595D417}" sibTransId="{29CD9938-1565-498A-A34E-380B071A59F1}"/>
    <dgm:cxn modelId="{03F8F106-E82D-4C24-A0AA-EC8A9AD70553}" type="presOf" srcId="{285DE7D9-8C78-4F14-B7AB-2FF9637A240D}" destId="{C12B285A-917B-47E1-8F11-1E0820B347D5}" srcOrd="0" destOrd="0" presId="urn:microsoft.com/office/officeart/2005/8/layout/orgChart1"/>
    <dgm:cxn modelId="{D1AFCE0A-50ED-4544-86DA-A3074D198B43}" type="presOf" srcId="{DB5A69B8-B752-4B80-B36A-129EC560B576}" destId="{C852FEBA-6E14-413C-BEA8-8653B253D0CD}" srcOrd="0" destOrd="0" presId="urn:microsoft.com/office/officeart/2005/8/layout/orgChart1"/>
    <dgm:cxn modelId="{6C97E20A-CEA2-430C-84A9-308FAF860D1C}" type="presOf" srcId="{13D52AEB-22EE-4500-9B40-CF748696A813}" destId="{E9243F8A-C571-4497-94F5-C09F1086A152}" srcOrd="1" destOrd="0" presId="urn:microsoft.com/office/officeart/2005/8/layout/orgChart1"/>
    <dgm:cxn modelId="{A366480B-C5DD-4B98-A635-60206FDEB893}" srcId="{285DE7D9-8C78-4F14-B7AB-2FF9637A240D}" destId="{F3621507-6E0A-44D4-9B0B-BA4122B2EB7E}" srcOrd="2" destOrd="0" parTransId="{B35AD7BB-929F-4788-A946-F6533DD75463}" sibTransId="{60A90753-9E6B-4F9A-99BE-ACFC697E3369}"/>
    <dgm:cxn modelId="{A154C60C-A832-47E4-9B27-C1731903D55D}" type="presOf" srcId="{93E61B3A-DA8E-4E9A-802F-7036B2734F37}" destId="{3FDBA31F-C13F-40E4-9B99-6406F2FFDFA4}" srcOrd="0" destOrd="0" presId="urn:microsoft.com/office/officeart/2005/8/layout/orgChart1"/>
    <dgm:cxn modelId="{3669F814-C073-4373-93F6-A34153524F49}" type="presOf" srcId="{B32B39B0-2699-44ED-9F79-EF2D2A51DF0A}" destId="{DD1A1C69-AF18-41C7-AFB2-2DC9ED4BC2D6}" srcOrd="1" destOrd="0" presId="urn:microsoft.com/office/officeart/2005/8/layout/orgChart1"/>
    <dgm:cxn modelId="{FC424016-EAC1-4C83-886B-22BFC7FAAD75}" type="presOf" srcId="{60BAB261-EA76-46A2-A80A-FE7F305652E6}" destId="{603670ED-15B2-4CE9-9067-4FCD011C99FE}" srcOrd="0" destOrd="0" presId="urn:microsoft.com/office/officeart/2005/8/layout/orgChart1"/>
    <dgm:cxn modelId="{790AD821-7313-47EC-9C2F-50B70AF32B56}" type="presOf" srcId="{733AD12A-456E-413E-968C-EC18A5D85D78}" destId="{9C680B0F-1355-4EAB-BDFF-3EDA8A1D86FA}" srcOrd="1" destOrd="0" presId="urn:microsoft.com/office/officeart/2005/8/layout/orgChart1"/>
    <dgm:cxn modelId="{1A1CF326-C4DC-478E-A904-01C3C92B8632}" srcId="{285DE7D9-8C78-4F14-B7AB-2FF9637A240D}" destId="{F998A1CD-A0F7-4A76-9A64-E23B3EADC56B}" srcOrd="0" destOrd="0" parTransId="{E13639D5-59E6-4D5D-8C7C-A6F9DA1602D6}" sibTransId="{13CACF34-AD98-4ED1-8647-A00D1E4827E0}"/>
    <dgm:cxn modelId="{D6EB7729-F3C7-4042-83C1-EBD0418F63EC}" type="presOf" srcId="{733AD12A-456E-413E-968C-EC18A5D85D78}" destId="{878BA2F0-E9C7-437A-B75D-A63F15C19E7D}" srcOrd="0" destOrd="0" presId="urn:microsoft.com/office/officeart/2005/8/layout/orgChart1"/>
    <dgm:cxn modelId="{4966702C-9806-45C0-9150-27D15A1F3C13}" type="presOf" srcId="{47FC99E7-645C-4A5E-A294-1046709BFF1E}" destId="{DE01C033-95B6-469D-8565-F94DD9992D63}" srcOrd="0" destOrd="0" presId="urn:microsoft.com/office/officeart/2005/8/layout/orgChart1"/>
    <dgm:cxn modelId="{8C1DE937-E89F-4088-90E7-D298F4D47072}" type="presOf" srcId="{84BBA344-34FC-4EF5-92EE-6B96D3FD6AD6}" destId="{1E2C22B2-D7B5-47DF-8E02-D9322CCC4ABF}" srcOrd="1" destOrd="0" presId="urn:microsoft.com/office/officeart/2005/8/layout/orgChart1"/>
    <dgm:cxn modelId="{2468DB3B-1589-4282-A51E-E952AA6AAA13}" type="presOf" srcId="{F998A1CD-A0F7-4A76-9A64-E23B3EADC56B}" destId="{DB5EE8CD-AFB2-4F90-9AA9-238CFE9FD4AE}" srcOrd="0" destOrd="0" presId="urn:microsoft.com/office/officeart/2005/8/layout/orgChart1"/>
    <dgm:cxn modelId="{9ABD0B3E-1F1B-49C3-94A8-A64F30687D75}" srcId="{F3621507-6E0A-44D4-9B0B-BA4122B2EB7E}" destId="{7FA94D91-74D7-4A65-904A-885E5F807483}" srcOrd="2" destOrd="0" parTransId="{43491D31-BD3A-410C-9D3C-28AA74EC3E84}" sibTransId="{FD947DF9-F5E0-4C02-A333-273ED660F6B3}"/>
    <dgm:cxn modelId="{CA04D63E-7646-4DF6-94B4-CB9D0FC78ACA}" type="presOf" srcId="{7CE7DFC2-E77D-47C8-A739-57DA41D94904}" destId="{B8447DAA-0AC3-4DD0-B392-A8A3BF4F1BF7}" srcOrd="0" destOrd="0" presId="urn:microsoft.com/office/officeart/2005/8/layout/orgChart1"/>
    <dgm:cxn modelId="{5C1E855E-9C5E-4B54-A7DB-19B35E1C7634}" type="presOf" srcId="{DE1B577B-FA6F-4A72-B197-842B7595D417}" destId="{99E52197-2BC0-42A9-AA63-79CD20D18EDB}" srcOrd="0" destOrd="0" presId="urn:microsoft.com/office/officeart/2005/8/layout/orgChart1"/>
    <dgm:cxn modelId="{D2E5D941-C138-48DF-97DC-D97ABA2BA95C}" type="presOf" srcId="{43491D31-BD3A-410C-9D3C-28AA74EC3E84}" destId="{8EF47901-94F4-44CA-85DF-05E2CE032E23}" srcOrd="0" destOrd="0" presId="urn:microsoft.com/office/officeart/2005/8/layout/orgChart1"/>
    <dgm:cxn modelId="{479A8042-DDC7-4503-8708-740E621F25D6}" type="presOf" srcId="{EC73EF67-60B3-44DF-B528-0A13E785F9D2}" destId="{8CC2F427-DDEA-4C51-9DAC-2A5469A094ED}" srcOrd="0" destOrd="0" presId="urn:microsoft.com/office/officeart/2005/8/layout/orgChart1"/>
    <dgm:cxn modelId="{F3530844-7DFD-4700-ABC9-ACC8CECA7170}" type="presOf" srcId="{F998A1CD-A0F7-4A76-9A64-E23B3EADC56B}" destId="{4AEA7129-3A38-4186-BA11-C8344A0A7CA9}" srcOrd="1" destOrd="0" presId="urn:microsoft.com/office/officeart/2005/8/layout/orgChart1"/>
    <dgm:cxn modelId="{1269D164-1EA7-405C-B35F-C4F1CF6974F7}" srcId="{7FA94D91-74D7-4A65-904A-885E5F807483}" destId="{13D52AEB-22EE-4500-9B40-CF748696A813}" srcOrd="1" destOrd="0" parTransId="{6A158CE8-1CE9-4F50-A9F8-3FA0A8FE9000}" sibTransId="{22A9D256-A233-4D7A-BD70-3A3ED958361F}"/>
    <dgm:cxn modelId="{9B34D865-2CA9-49C8-AE80-069582C4B388}" type="presOf" srcId="{C9CED193-6480-41B9-B773-08ED5088C9CA}" destId="{51664A37-629B-440C-A149-897E9ABB1E57}" srcOrd="1" destOrd="0" presId="urn:microsoft.com/office/officeart/2005/8/layout/orgChart1"/>
    <dgm:cxn modelId="{A3E7894D-0421-436F-B2A9-20E043836E44}" type="presOf" srcId="{1F10082C-5D58-4CF9-B693-E20A52FB461E}" destId="{8419EB5A-574A-4F84-B0AF-BDD8CF243E06}" srcOrd="1" destOrd="0" presId="urn:microsoft.com/office/officeart/2005/8/layout/orgChart1"/>
    <dgm:cxn modelId="{3031974D-CF03-4E65-B87C-001AD715FBEF}" type="presOf" srcId="{7678EED6-0D8C-4F12-B8C4-9385F7D0DE54}" destId="{8EAE17A4-C827-438B-8C10-2AD218FBD78C}" srcOrd="0" destOrd="0" presId="urn:microsoft.com/office/officeart/2005/8/layout/orgChart1"/>
    <dgm:cxn modelId="{5361276E-B334-48CE-B339-55F82BC10D03}" type="presOf" srcId="{21996068-74C4-4CC2-B4C9-12BEAC74C077}" destId="{37FAF4C9-DD94-4574-A7B6-6EDBCC56A815}" srcOrd="0" destOrd="0" presId="urn:microsoft.com/office/officeart/2005/8/layout/orgChart1"/>
    <dgm:cxn modelId="{87256070-BB22-48D2-AAC9-E771626E8908}" type="presOf" srcId="{5BD9FC1A-C20D-4177-AD41-ADD798EBECF0}" destId="{60D9C0D3-94C9-4CF7-A26A-031EE640253E}" srcOrd="0" destOrd="0" presId="urn:microsoft.com/office/officeart/2005/8/layout/orgChart1"/>
    <dgm:cxn modelId="{74C09C56-3B9C-4950-A155-E0C31D9A2CBA}" srcId="{AA4B3C14-68DE-4FD5-A53B-9E56111C074A}" destId="{285DE7D9-8C78-4F14-B7AB-2FF9637A240D}" srcOrd="0" destOrd="0" parTransId="{99AFC76E-0A32-4E5C-AE0D-EFB3B7DD2345}" sibTransId="{8F7D230F-D80C-4850-92B3-B4F81BEAEAAA}"/>
    <dgm:cxn modelId="{36454A57-9EE3-4394-BBA5-7B9ABD33E034}" type="presOf" srcId="{F3621507-6E0A-44D4-9B0B-BA4122B2EB7E}" destId="{31B838F8-1249-44A7-8AB2-9EF32FEE1444}" srcOrd="1" destOrd="0" presId="urn:microsoft.com/office/officeart/2005/8/layout/orgChart1"/>
    <dgm:cxn modelId="{AA9B4C7C-0200-4E23-AC04-8249081FBEF6}" srcId="{B32B39B0-2699-44ED-9F79-EF2D2A51DF0A}" destId="{84EC4234-BAA3-469D-874F-34FF88E84F61}" srcOrd="0" destOrd="0" parTransId="{7678EED6-0D8C-4F12-B8C4-9385F7D0DE54}" sibTransId="{106DBAA4-F3D0-48F0-9B83-D1E60501F988}"/>
    <dgm:cxn modelId="{A0EA1981-2E90-4FEB-8EA0-C04C86470022}" srcId="{7FA94D91-74D7-4A65-904A-885E5F807483}" destId="{1F10082C-5D58-4CF9-B693-E20A52FB461E}" srcOrd="0" destOrd="0" parTransId="{7CE7DFC2-E77D-47C8-A739-57DA41D94904}" sibTransId="{30B9EA7A-4F7B-4E1B-96E4-FAC4C32F2067}"/>
    <dgm:cxn modelId="{B29EC681-F4F0-41FE-BBDF-4CCACDFF686A}" type="presOf" srcId="{4893549B-4508-4FCE-B350-E4D7E420E926}" destId="{23937325-81E7-4080-96FF-EF0C02483B65}" srcOrd="0" destOrd="0" presId="urn:microsoft.com/office/officeart/2005/8/layout/orgChart1"/>
    <dgm:cxn modelId="{3D1D9787-41D3-44D3-AC92-3E68B4D72E96}" srcId="{F3621507-6E0A-44D4-9B0B-BA4122B2EB7E}" destId="{5BD9FC1A-C20D-4177-AD41-ADD798EBECF0}" srcOrd="0" destOrd="0" parTransId="{4893549B-4508-4FCE-B350-E4D7E420E926}" sibTransId="{5D1878D7-26AE-4E8C-9359-ACBE4BF9A965}"/>
    <dgm:cxn modelId="{EEC9218D-C3E8-4EFB-A2F4-7EB853F36A8D}" type="presOf" srcId="{5BD9FC1A-C20D-4177-AD41-ADD798EBECF0}" destId="{2CB7D983-D97D-4EAA-BD10-2549034A07E0}" srcOrd="1" destOrd="0" presId="urn:microsoft.com/office/officeart/2005/8/layout/orgChart1"/>
    <dgm:cxn modelId="{57D0CE8D-258C-4AF8-8E84-873102CA79DD}" srcId="{285DE7D9-8C78-4F14-B7AB-2FF9637A240D}" destId="{B32B39B0-2699-44ED-9F79-EF2D2A51DF0A}" srcOrd="1" destOrd="0" parTransId="{8FA100B4-25CB-4FFE-9C07-824865D5863E}" sibTransId="{F1C4EA7F-9B04-496B-81FD-3A9BAC106F32}"/>
    <dgm:cxn modelId="{A34E5E8F-A797-422B-8342-4DB8024504C2}" type="presOf" srcId="{E13639D5-59E6-4D5D-8C7C-A6F9DA1602D6}" destId="{8B8928DF-88FD-499C-A968-73A04256B78C}" srcOrd="0" destOrd="0" presId="urn:microsoft.com/office/officeart/2005/8/layout/orgChart1"/>
    <dgm:cxn modelId="{177E3D91-8C33-4B76-8577-A78E5476D763}" type="presOf" srcId="{B45BB5E1-EFC0-4674-94A7-831B18FB0F3D}" destId="{2213354A-0355-4E88-8E29-DF73D8535287}" srcOrd="0" destOrd="0" presId="urn:microsoft.com/office/officeart/2005/8/layout/orgChart1"/>
    <dgm:cxn modelId="{D9C5CF94-6BCD-4459-A2AC-03730EDE1900}" type="presOf" srcId="{B35AD7BB-929F-4788-A946-F6533DD75463}" destId="{A2FF2250-9555-4217-B763-3B914FB0A114}" srcOrd="0" destOrd="0" presId="urn:microsoft.com/office/officeart/2005/8/layout/orgChart1"/>
    <dgm:cxn modelId="{7F8F8C98-B66F-4A0E-8BF8-7571E0316822}" type="presOf" srcId="{6A158CE8-1CE9-4F50-A9F8-3FA0A8FE9000}" destId="{CC1959D0-46D4-465D-ADF7-6681D46542EE}" srcOrd="0" destOrd="0" presId="urn:microsoft.com/office/officeart/2005/8/layout/orgChart1"/>
    <dgm:cxn modelId="{61EFDEAA-A2B6-4473-803C-949DFB0C49B9}" type="presOf" srcId="{285DE7D9-8C78-4F14-B7AB-2FF9637A240D}" destId="{0A35AFC0-B9D9-4FE4-BB0F-4F1B6F0AC585}" srcOrd="1" destOrd="0" presId="urn:microsoft.com/office/officeart/2005/8/layout/orgChart1"/>
    <dgm:cxn modelId="{FC64A2AC-EF3F-4453-B58F-3F5E7134340B}" type="presOf" srcId="{13D52AEB-22EE-4500-9B40-CF748696A813}" destId="{526AD985-F638-4760-8443-DF60DBA8EE81}" srcOrd="0" destOrd="0" presId="urn:microsoft.com/office/officeart/2005/8/layout/orgChart1"/>
    <dgm:cxn modelId="{802745B0-538C-4D2E-BDCA-63B7D30AC5D2}" type="presOf" srcId="{F3621507-6E0A-44D4-9B0B-BA4122B2EB7E}" destId="{491DFC7A-E4DB-4953-918D-1CD4CADD1663}" srcOrd="0" destOrd="0" presId="urn:microsoft.com/office/officeart/2005/8/layout/orgChart1"/>
    <dgm:cxn modelId="{8624BCB1-CF90-470B-AA36-975539F70103}" srcId="{7FA94D91-74D7-4A65-904A-885E5F807483}" destId="{C9CED193-6480-41B9-B773-08ED5088C9CA}" srcOrd="2" destOrd="0" parTransId="{B45BB5E1-EFC0-4674-94A7-831B18FB0F3D}" sibTransId="{5AC54E6C-0220-4998-8682-47965EA8CB59}"/>
    <dgm:cxn modelId="{BDEA53B9-2232-4745-924E-5B879712AD35}" type="presOf" srcId="{1F10082C-5D58-4CF9-B693-E20A52FB461E}" destId="{62E88A8F-5B3D-4683-8EB8-43DB4538D1CD}" srcOrd="0" destOrd="0" presId="urn:microsoft.com/office/officeart/2005/8/layout/orgChart1"/>
    <dgm:cxn modelId="{59A39EBB-981D-435B-B352-1D57F667C4B0}" type="presOf" srcId="{93E61B3A-DA8E-4E9A-802F-7036B2734F37}" destId="{4AC41421-94CF-4398-B806-82778A8D70B3}" srcOrd="1" destOrd="0" presId="urn:microsoft.com/office/officeart/2005/8/layout/orgChart1"/>
    <dgm:cxn modelId="{A8424ABC-A482-49F7-B963-0DD3BF8A208C}" type="presOf" srcId="{84EC4234-BAA3-469D-874F-34FF88E84F61}" destId="{0CABBCE9-BAF7-4BA6-A742-A4B897AC35B2}" srcOrd="1" destOrd="0" presId="urn:microsoft.com/office/officeart/2005/8/layout/orgChart1"/>
    <dgm:cxn modelId="{310509C0-780D-4B62-BF61-CA7989F7136A}" type="presOf" srcId="{AA4B3C14-68DE-4FD5-A53B-9E56111C074A}" destId="{5983CF65-D74B-4A7F-AA34-3A596C78D87C}" srcOrd="0" destOrd="0" presId="urn:microsoft.com/office/officeart/2005/8/layout/orgChart1"/>
    <dgm:cxn modelId="{A86EC3C6-C3BA-4226-B6C8-B93288DA8F59}" type="presOf" srcId="{B32B39B0-2699-44ED-9F79-EF2D2A51DF0A}" destId="{1CEFF478-B5DA-46C0-8775-1F96110299B7}" srcOrd="0" destOrd="0" presId="urn:microsoft.com/office/officeart/2005/8/layout/orgChart1"/>
    <dgm:cxn modelId="{91CF6DC8-6D66-463F-913C-4655AD3F7CCB}" type="presOf" srcId="{7FA94D91-74D7-4A65-904A-885E5F807483}" destId="{AF57546C-C645-4334-975A-49E8CD0ED8EE}" srcOrd="0" destOrd="0" presId="urn:microsoft.com/office/officeart/2005/8/layout/orgChart1"/>
    <dgm:cxn modelId="{B63D61C9-9364-4633-9904-AD9FCC104CE9}" srcId="{84EC4234-BAA3-469D-874F-34FF88E84F61}" destId="{60BAB261-EA76-46A2-A80A-FE7F305652E6}" srcOrd="0" destOrd="0" parTransId="{47FC99E7-645C-4A5E-A294-1046709BFF1E}" sibTransId="{9C8DD376-EC7E-4DBB-9323-9EF1BB253421}"/>
    <dgm:cxn modelId="{E97562D5-E407-48D2-A4EF-1CBC3DF280A6}" type="presOf" srcId="{84EC4234-BAA3-469D-874F-34FF88E84F61}" destId="{18102B3B-C1C4-4E93-9D4B-425D9C91AE01}" srcOrd="0" destOrd="0" presId="urn:microsoft.com/office/officeart/2005/8/layout/orgChart1"/>
    <dgm:cxn modelId="{A44061D6-BAC0-49F4-8576-C729A17942AE}" srcId="{B32B39B0-2699-44ED-9F79-EF2D2A51DF0A}" destId="{7974EA8A-41DB-4AC0-AF4B-FE68C1F7A167}" srcOrd="2" destOrd="0" parTransId="{21996068-74C4-4CC2-B4C9-12BEAC74C077}" sibTransId="{2263E26D-A7FC-4E68-925D-84A77C69A464}"/>
    <dgm:cxn modelId="{0F3F13DC-8BB5-45C3-A49F-6D8ADAD95F3F}" srcId="{B32B39B0-2699-44ED-9F79-EF2D2A51DF0A}" destId="{733AD12A-456E-413E-968C-EC18A5D85D78}" srcOrd="1" destOrd="0" parTransId="{EC73EF67-60B3-44DF-B528-0A13E785F9D2}" sibTransId="{FA9D9EE2-224A-4BD2-80A0-216CC70BD61A}"/>
    <dgm:cxn modelId="{0B5BBFE1-EF71-4397-B7C8-5A59B03736F1}" type="presOf" srcId="{C9CED193-6480-41B9-B773-08ED5088C9CA}" destId="{42B5E61C-5997-4E80-AD47-0528A643073C}" srcOrd="0" destOrd="0" presId="urn:microsoft.com/office/officeart/2005/8/layout/orgChart1"/>
    <dgm:cxn modelId="{1206E6E2-0D2F-4998-BECE-7A0B69E96D51}" type="presOf" srcId="{7974EA8A-41DB-4AC0-AF4B-FE68C1F7A167}" destId="{28E6AF4B-60C4-45EE-A57A-81283B055021}" srcOrd="1" destOrd="0" presId="urn:microsoft.com/office/officeart/2005/8/layout/orgChart1"/>
    <dgm:cxn modelId="{A67007E5-16BC-42DB-8B88-40A6B9D6BC75}" type="presOf" srcId="{60BAB261-EA76-46A2-A80A-FE7F305652E6}" destId="{3883DB77-0308-4C30-95FC-46EA549A7839}" srcOrd="1" destOrd="0" presId="urn:microsoft.com/office/officeart/2005/8/layout/orgChart1"/>
    <dgm:cxn modelId="{E42B6FE7-35F1-487C-BE98-22447ED6CE00}" type="presOf" srcId="{8FA100B4-25CB-4FFE-9C07-824865D5863E}" destId="{FCEEFC75-1F72-4CE4-861D-73439F4464D3}" srcOrd="0" destOrd="0" presId="urn:microsoft.com/office/officeart/2005/8/layout/orgChart1"/>
    <dgm:cxn modelId="{ED2CADE8-EABD-4932-8DBA-EBA78B2E7E66}" type="presOf" srcId="{7974EA8A-41DB-4AC0-AF4B-FE68C1F7A167}" destId="{1C0B2D8A-C09C-47F3-AEF4-22CA24013705}" srcOrd="0" destOrd="0" presId="urn:microsoft.com/office/officeart/2005/8/layout/orgChart1"/>
    <dgm:cxn modelId="{CE4546EA-32AB-4F80-8986-BF9F7F763318}" srcId="{F3621507-6E0A-44D4-9B0B-BA4122B2EB7E}" destId="{93E61B3A-DA8E-4E9A-802F-7036B2734F37}" srcOrd="1" destOrd="0" parTransId="{DB5A69B8-B752-4B80-B36A-129EC560B576}" sibTransId="{C8CCC105-F1CC-4C2E-A080-4F640695ED1C}"/>
    <dgm:cxn modelId="{3833A7EA-464C-4093-94D3-0E0C5DE403F2}" type="presOf" srcId="{84BBA344-34FC-4EF5-92EE-6B96D3FD6AD6}" destId="{83FA3F57-84E5-408B-AC7D-F1EC22EFDB79}" srcOrd="0" destOrd="0" presId="urn:microsoft.com/office/officeart/2005/8/layout/orgChart1"/>
    <dgm:cxn modelId="{81082BFF-3D95-41AC-BAFE-5B079E38CF48}" type="presOf" srcId="{7FA94D91-74D7-4A65-904A-885E5F807483}" destId="{E3046D48-6265-4037-87EA-22FFA977FB5B}" srcOrd="1" destOrd="0" presId="urn:microsoft.com/office/officeart/2005/8/layout/orgChart1"/>
    <dgm:cxn modelId="{87551F2A-4392-4A2E-B6AD-7EDF69698C26}" type="presParOf" srcId="{5983CF65-D74B-4A7F-AA34-3A596C78D87C}" destId="{9B01D25F-5B05-4015-ADC4-89CB6A5EEAAB}" srcOrd="0" destOrd="0" presId="urn:microsoft.com/office/officeart/2005/8/layout/orgChart1"/>
    <dgm:cxn modelId="{9486B61F-E6C8-48B9-815C-DBD5BA91EA9C}" type="presParOf" srcId="{9B01D25F-5B05-4015-ADC4-89CB6A5EEAAB}" destId="{DFA96019-BFAA-4BF7-AB96-10FDD8D247D3}" srcOrd="0" destOrd="0" presId="urn:microsoft.com/office/officeart/2005/8/layout/orgChart1"/>
    <dgm:cxn modelId="{F4107B9F-0BA1-4007-86A5-64AE223DA8B2}" type="presParOf" srcId="{DFA96019-BFAA-4BF7-AB96-10FDD8D247D3}" destId="{C12B285A-917B-47E1-8F11-1E0820B347D5}" srcOrd="0" destOrd="0" presId="urn:microsoft.com/office/officeart/2005/8/layout/orgChart1"/>
    <dgm:cxn modelId="{4B61D84A-76B4-40B8-835E-63FB0E24FB82}" type="presParOf" srcId="{DFA96019-BFAA-4BF7-AB96-10FDD8D247D3}" destId="{0A35AFC0-B9D9-4FE4-BB0F-4F1B6F0AC585}" srcOrd="1" destOrd="0" presId="urn:microsoft.com/office/officeart/2005/8/layout/orgChart1"/>
    <dgm:cxn modelId="{0C23B2F3-C25D-4C0F-A019-322C31EB9CB9}" type="presParOf" srcId="{9B01D25F-5B05-4015-ADC4-89CB6A5EEAAB}" destId="{F19416D6-E400-40D8-9ADE-6DEABDEF6C53}" srcOrd="1" destOrd="0" presId="urn:microsoft.com/office/officeart/2005/8/layout/orgChart1"/>
    <dgm:cxn modelId="{2CAE9232-E36C-4DA8-9FFB-A0E6F2837CF1}" type="presParOf" srcId="{F19416D6-E400-40D8-9ADE-6DEABDEF6C53}" destId="{FCEEFC75-1F72-4CE4-861D-73439F4464D3}" srcOrd="0" destOrd="0" presId="urn:microsoft.com/office/officeart/2005/8/layout/orgChart1"/>
    <dgm:cxn modelId="{DE3F2BCC-3AC0-486D-8095-E65ABAB4E434}" type="presParOf" srcId="{F19416D6-E400-40D8-9ADE-6DEABDEF6C53}" destId="{7346B9AE-99AD-4EEA-87CE-846088A8DB45}" srcOrd="1" destOrd="0" presId="urn:microsoft.com/office/officeart/2005/8/layout/orgChart1"/>
    <dgm:cxn modelId="{6CB71350-780F-4E35-BD7A-D022B3854590}" type="presParOf" srcId="{7346B9AE-99AD-4EEA-87CE-846088A8DB45}" destId="{836DE1B2-7828-4662-8DF4-BE60F5322919}" srcOrd="0" destOrd="0" presId="urn:microsoft.com/office/officeart/2005/8/layout/orgChart1"/>
    <dgm:cxn modelId="{4D46106E-5825-4FEC-BD40-7AAA819FCB10}" type="presParOf" srcId="{836DE1B2-7828-4662-8DF4-BE60F5322919}" destId="{1CEFF478-B5DA-46C0-8775-1F96110299B7}" srcOrd="0" destOrd="0" presId="urn:microsoft.com/office/officeart/2005/8/layout/orgChart1"/>
    <dgm:cxn modelId="{BB18E3F4-FD74-4EA9-AB2D-0B588D8BE930}" type="presParOf" srcId="{836DE1B2-7828-4662-8DF4-BE60F5322919}" destId="{DD1A1C69-AF18-41C7-AFB2-2DC9ED4BC2D6}" srcOrd="1" destOrd="0" presId="urn:microsoft.com/office/officeart/2005/8/layout/orgChart1"/>
    <dgm:cxn modelId="{5C5B3F47-A77E-40C8-B3ED-3FA728CD807E}" type="presParOf" srcId="{7346B9AE-99AD-4EEA-87CE-846088A8DB45}" destId="{9FFB25B7-15DB-4D5B-A020-A75B238D000F}" srcOrd="1" destOrd="0" presId="urn:microsoft.com/office/officeart/2005/8/layout/orgChart1"/>
    <dgm:cxn modelId="{6EF0FF45-5483-4066-BAAD-84DCEFB696E2}" type="presParOf" srcId="{9FFB25B7-15DB-4D5B-A020-A75B238D000F}" destId="{8EAE17A4-C827-438B-8C10-2AD218FBD78C}" srcOrd="0" destOrd="0" presId="urn:microsoft.com/office/officeart/2005/8/layout/orgChart1"/>
    <dgm:cxn modelId="{FE59B420-3ED4-4953-84C2-72BDF1255A85}" type="presParOf" srcId="{9FFB25B7-15DB-4D5B-A020-A75B238D000F}" destId="{D2A30A73-3A28-4E9D-AE88-65201E05F19E}" srcOrd="1" destOrd="0" presId="urn:microsoft.com/office/officeart/2005/8/layout/orgChart1"/>
    <dgm:cxn modelId="{ACEF93F4-EDAE-4379-9EA1-B5343AB4634C}" type="presParOf" srcId="{D2A30A73-3A28-4E9D-AE88-65201E05F19E}" destId="{496CE91A-F857-455C-8693-E1AE57CCED8D}" srcOrd="0" destOrd="0" presId="urn:microsoft.com/office/officeart/2005/8/layout/orgChart1"/>
    <dgm:cxn modelId="{25A8D20D-9C68-4E62-8FE5-DFA6AD2931BB}" type="presParOf" srcId="{496CE91A-F857-455C-8693-E1AE57CCED8D}" destId="{18102B3B-C1C4-4E93-9D4B-425D9C91AE01}" srcOrd="0" destOrd="0" presId="urn:microsoft.com/office/officeart/2005/8/layout/orgChart1"/>
    <dgm:cxn modelId="{6C005113-03A2-4FE3-87C1-20E56B03382A}" type="presParOf" srcId="{496CE91A-F857-455C-8693-E1AE57CCED8D}" destId="{0CABBCE9-BAF7-4BA6-A742-A4B897AC35B2}" srcOrd="1" destOrd="0" presId="urn:microsoft.com/office/officeart/2005/8/layout/orgChart1"/>
    <dgm:cxn modelId="{38951981-8548-4AD6-BDD0-B46CCDE34E73}" type="presParOf" srcId="{D2A30A73-3A28-4E9D-AE88-65201E05F19E}" destId="{A7A96967-4450-44B3-ACD0-1A82CC480C33}" srcOrd="1" destOrd="0" presId="urn:microsoft.com/office/officeart/2005/8/layout/orgChart1"/>
    <dgm:cxn modelId="{5E49CC3A-B8B9-4715-979D-25670CAFF0E7}" type="presParOf" srcId="{A7A96967-4450-44B3-ACD0-1A82CC480C33}" destId="{DE01C033-95B6-469D-8565-F94DD9992D63}" srcOrd="0" destOrd="0" presId="urn:microsoft.com/office/officeart/2005/8/layout/orgChart1"/>
    <dgm:cxn modelId="{A69AAC00-32C7-48F0-AEE6-CDA376CAC1EE}" type="presParOf" srcId="{A7A96967-4450-44B3-ACD0-1A82CC480C33}" destId="{752A94F5-A764-49FE-96B0-7A338CBD2036}" srcOrd="1" destOrd="0" presId="urn:microsoft.com/office/officeart/2005/8/layout/orgChart1"/>
    <dgm:cxn modelId="{7BFBE1D1-DD16-401E-A633-B17ECACA8AE7}" type="presParOf" srcId="{752A94F5-A764-49FE-96B0-7A338CBD2036}" destId="{E3B57156-0DF0-4CEB-AFB6-4D38E2AFCEDB}" srcOrd="0" destOrd="0" presId="urn:microsoft.com/office/officeart/2005/8/layout/orgChart1"/>
    <dgm:cxn modelId="{6532BE56-9095-4908-967D-9CF1BB5F17F1}" type="presParOf" srcId="{E3B57156-0DF0-4CEB-AFB6-4D38E2AFCEDB}" destId="{603670ED-15B2-4CE9-9067-4FCD011C99FE}" srcOrd="0" destOrd="0" presId="urn:microsoft.com/office/officeart/2005/8/layout/orgChart1"/>
    <dgm:cxn modelId="{194240BD-F870-48CC-BDFB-3023BB9308A5}" type="presParOf" srcId="{E3B57156-0DF0-4CEB-AFB6-4D38E2AFCEDB}" destId="{3883DB77-0308-4C30-95FC-46EA549A7839}" srcOrd="1" destOrd="0" presId="urn:microsoft.com/office/officeart/2005/8/layout/orgChart1"/>
    <dgm:cxn modelId="{817AFC19-E03A-419E-B8C9-95906FD3994F}" type="presParOf" srcId="{752A94F5-A764-49FE-96B0-7A338CBD2036}" destId="{81041C81-2784-4E6D-84DF-6ABA1E888145}" srcOrd="1" destOrd="0" presId="urn:microsoft.com/office/officeart/2005/8/layout/orgChart1"/>
    <dgm:cxn modelId="{4DE4BE4C-3C69-4BBA-A1CF-470BB34D8923}" type="presParOf" srcId="{752A94F5-A764-49FE-96B0-7A338CBD2036}" destId="{B6E79F1E-9132-432B-AC24-78DC59B6ACF0}" srcOrd="2" destOrd="0" presId="urn:microsoft.com/office/officeart/2005/8/layout/orgChart1"/>
    <dgm:cxn modelId="{28D12179-EFAB-4509-A72A-53A55F75DB24}" type="presParOf" srcId="{D2A30A73-3A28-4E9D-AE88-65201E05F19E}" destId="{25E99D40-804C-41C4-826B-A0B8F52F14EA}" srcOrd="2" destOrd="0" presId="urn:microsoft.com/office/officeart/2005/8/layout/orgChart1"/>
    <dgm:cxn modelId="{393002E0-9FCE-4843-9569-B81FDCC0CC4D}" type="presParOf" srcId="{9FFB25B7-15DB-4D5B-A020-A75B238D000F}" destId="{8CC2F427-DDEA-4C51-9DAC-2A5469A094ED}" srcOrd="2" destOrd="0" presId="urn:microsoft.com/office/officeart/2005/8/layout/orgChart1"/>
    <dgm:cxn modelId="{8326C892-B0EC-4902-869C-4AB98F189D28}" type="presParOf" srcId="{9FFB25B7-15DB-4D5B-A020-A75B238D000F}" destId="{959F191C-BDCD-40B8-9071-E539DA66D721}" srcOrd="3" destOrd="0" presId="urn:microsoft.com/office/officeart/2005/8/layout/orgChart1"/>
    <dgm:cxn modelId="{FC1CF489-D0EF-4520-884D-18501242A09D}" type="presParOf" srcId="{959F191C-BDCD-40B8-9071-E539DA66D721}" destId="{685A02F1-4F74-4FF3-BCAF-4DDE4D853FDE}" srcOrd="0" destOrd="0" presId="urn:microsoft.com/office/officeart/2005/8/layout/orgChart1"/>
    <dgm:cxn modelId="{BD881F39-A8B1-42B4-B4F6-77383EEA4BC9}" type="presParOf" srcId="{685A02F1-4F74-4FF3-BCAF-4DDE4D853FDE}" destId="{878BA2F0-E9C7-437A-B75D-A63F15C19E7D}" srcOrd="0" destOrd="0" presId="urn:microsoft.com/office/officeart/2005/8/layout/orgChart1"/>
    <dgm:cxn modelId="{71016AE7-0A9E-4FBD-B62D-496226B72868}" type="presParOf" srcId="{685A02F1-4F74-4FF3-BCAF-4DDE4D853FDE}" destId="{9C680B0F-1355-4EAB-BDFF-3EDA8A1D86FA}" srcOrd="1" destOrd="0" presId="urn:microsoft.com/office/officeart/2005/8/layout/orgChart1"/>
    <dgm:cxn modelId="{D70DA4D0-1544-4C16-957A-97994614346A}" type="presParOf" srcId="{959F191C-BDCD-40B8-9071-E539DA66D721}" destId="{E8DD6F1D-6CD9-4FA3-BF67-59282925C387}" srcOrd="1" destOrd="0" presId="urn:microsoft.com/office/officeart/2005/8/layout/orgChart1"/>
    <dgm:cxn modelId="{B4EF8004-C27F-418B-AD80-3CABEC44914E}" type="presParOf" srcId="{959F191C-BDCD-40B8-9071-E539DA66D721}" destId="{CA867423-F54C-4D62-8CE2-0D36403E5BCB}" srcOrd="2" destOrd="0" presId="urn:microsoft.com/office/officeart/2005/8/layout/orgChart1"/>
    <dgm:cxn modelId="{0264C2AF-ECB1-40AE-BEFE-52B6B9D02A1D}" type="presParOf" srcId="{9FFB25B7-15DB-4D5B-A020-A75B238D000F}" destId="{37FAF4C9-DD94-4574-A7B6-6EDBCC56A815}" srcOrd="4" destOrd="0" presId="urn:microsoft.com/office/officeart/2005/8/layout/orgChart1"/>
    <dgm:cxn modelId="{9CA5A5E7-FBCC-421E-BD0F-C9A31045CC20}" type="presParOf" srcId="{9FFB25B7-15DB-4D5B-A020-A75B238D000F}" destId="{251CF687-987E-4C95-B01F-1A223009A6B4}" srcOrd="5" destOrd="0" presId="urn:microsoft.com/office/officeart/2005/8/layout/orgChart1"/>
    <dgm:cxn modelId="{AAFF8C7E-EA48-4FAC-B3AB-6D3700F29D3A}" type="presParOf" srcId="{251CF687-987E-4C95-B01F-1A223009A6B4}" destId="{2AEDF97E-D039-4614-A656-7D185A837674}" srcOrd="0" destOrd="0" presId="urn:microsoft.com/office/officeart/2005/8/layout/orgChart1"/>
    <dgm:cxn modelId="{3A5C428C-5065-4A36-988F-CFE10ED52FCD}" type="presParOf" srcId="{2AEDF97E-D039-4614-A656-7D185A837674}" destId="{1C0B2D8A-C09C-47F3-AEF4-22CA24013705}" srcOrd="0" destOrd="0" presId="urn:microsoft.com/office/officeart/2005/8/layout/orgChart1"/>
    <dgm:cxn modelId="{1BC4A700-0EB3-4095-95C1-8C27A9642446}" type="presParOf" srcId="{2AEDF97E-D039-4614-A656-7D185A837674}" destId="{28E6AF4B-60C4-45EE-A57A-81283B055021}" srcOrd="1" destOrd="0" presId="urn:microsoft.com/office/officeart/2005/8/layout/orgChart1"/>
    <dgm:cxn modelId="{4E705C3E-27B1-4CA6-838D-092D0A9D788E}" type="presParOf" srcId="{251CF687-987E-4C95-B01F-1A223009A6B4}" destId="{8608F9A5-D350-4685-A101-814D1F694235}" srcOrd="1" destOrd="0" presId="urn:microsoft.com/office/officeart/2005/8/layout/orgChart1"/>
    <dgm:cxn modelId="{054F3130-0A58-40FD-AB72-ABC2D88730C6}" type="presParOf" srcId="{251CF687-987E-4C95-B01F-1A223009A6B4}" destId="{843ADBDF-B82C-43A0-8233-F19942275810}" srcOrd="2" destOrd="0" presId="urn:microsoft.com/office/officeart/2005/8/layout/orgChart1"/>
    <dgm:cxn modelId="{05773EBC-AE1D-4C91-B552-E6860C22EBF4}" type="presParOf" srcId="{7346B9AE-99AD-4EEA-87CE-846088A8DB45}" destId="{CDE63688-B307-45FD-B416-24A846618F76}" srcOrd="2" destOrd="0" presId="urn:microsoft.com/office/officeart/2005/8/layout/orgChart1"/>
    <dgm:cxn modelId="{389AF596-4E44-49DF-9CCF-E3F7920A4196}" type="presParOf" srcId="{F19416D6-E400-40D8-9ADE-6DEABDEF6C53}" destId="{A2FF2250-9555-4217-B763-3B914FB0A114}" srcOrd="2" destOrd="0" presId="urn:microsoft.com/office/officeart/2005/8/layout/orgChart1"/>
    <dgm:cxn modelId="{2ADC467A-719A-4756-87A8-B5CDAD79C418}" type="presParOf" srcId="{F19416D6-E400-40D8-9ADE-6DEABDEF6C53}" destId="{9FFEA0A7-27E9-44EF-90F6-F4756F4DB7EE}" srcOrd="3" destOrd="0" presId="urn:microsoft.com/office/officeart/2005/8/layout/orgChart1"/>
    <dgm:cxn modelId="{3634FB1A-487D-4AA5-B21A-DB0A8FB34019}" type="presParOf" srcId="{9FFEA0A7-27E9-44EF-90F6-F4756F4DB7EE}" destId="{B4E9E590-4189-49B4-97E5-8E3F27961A2C}" srcOrd="0" destOrd="0" presId="urn:microsoft.com/office/officeart/2005/8/layout/orgChart1"/>
    <dgm:cxn modelId="{0562D930-1EF2-4074-9B20-B851ED6FD5CD}" type="presParOf" srcId="{B4E9E590-4189-49B4-97E5-8E3F27961A2C}" destId="{491DFC7A-E4DB-4953-918D-1CD4CADD1663}" srcOrd="0" destOrd="0" presId="urn:microsoft.com/office/officeart/2005/8/layout/orgChart1"/>
    <dgm:cxn modelId="{68524781-DC77-4C9D-B86C-F0FE376A59E8}" type="presParOf" srcId="{B4E9E590-4189-49B4-97E5-8E3F27961A2C}" destId="{31B838F8-1249-44A7-8AB2-9EF32FEE1444}" srcOrd="1" destOrd="0" presId="urn:microsoft.com/office/officeart/2005/8/layout/orgChart1"/>
    <dgm:cxn modelId="{E8F2B86C-7F91-4A2C-BF98-778FFCED7E7A}" type="presParOf" srcId="{9FFEA0A7-27E9-44EF-90F6-F4756F4DB7EE}" destId="{C2B8B9A2-A1D0-4781-8B60-92C4B19AE2FA}" srcOrd="1" destOrd="0" presId="urn:microsoft.com/office/officeart/2005/8/layout/orgChart1"/>
    <dgm:cxn modelId="{5CBDD096-D9F7-4587-BD37-D424DAC83BB4}" type="presParOf" srcId="{C2B8B9A2-A1D0-4781-8B60-92C4B19AE2FA}" destId="{23937325-81E7-4080-96FF-EF0C02483B65}" srcOrd="0" destOrd="0" presId="urn:microsoft.com/office/officeart/2005/8/layout/orgChart1"/>
    <dgm:cxn modelId="{11311390-69BB-4EF3-82E6-D9DD4505D32A}" type="presParOf" srcId="{C2B8B9A2-A1D0-4781-8B60-92C4B19AE2FA}" destId="{7CF959F4-17A1-409A-8BEE-FE34B50916C3}" srcOrd="1" destOrd="0" presId="urn:microsoft.com/office/officeart/2005/8/layout/orgChart1"/>
    <dgm:cxn modelId="{D4A56E6C-7F02-430E-973B-DD5EE493C776}" type="presParOf" srcId="{7CF959F4-17A1-409A-8BEE-FE34B50916C3}" destId="{A7364355-6CDA-46ED-BED6-B8D398E04FEA}" srcOrd="0" destOrd="0" presId="urn:microsoft.com/office/officeart/2005/8/layout/orgChart1"/>
    <dgm:cxn modelId="{4BF0D6C4-9FC8-4C61-A86F-6CB551B662FB}" type="presParOf" srcId="{A7364355-6CDA-46ED-BED6-B8D398E04FEA}" destId="{60D9C0D3-94C9-4CF7-A26A-031EE640253E}" srcOrd="0" destOrd="0" presId="urn:microsoft.com/office/officeart/2005/8/layout/orgChart1"/>
    <dgm:cxn modelId="{8215B4BA-43AD-4066-98A3-B6E0C057B164}" type="presParOf" srcId="{A7364355-6CDA-46ED-BED6-B8D398E04FEA}" destId="{2CB7D983-D97D-4EAA-BD10-2549034A07E0}" srcOrd="1" destOrd="0" presId="urn:microsoft.com/office/officeart/2005/8/layout/orgChart1"/>
    <dgm:cxn modelId="{5EC32F6E-5A42-4350-B826-49FF6CB42418}" type="presParOf" srcId="{7CF959F4-17A1-409A-8BEE-FE34B50916C3}" destId="{55E60AC8-2C20-4D4C-8EC7-3FE02C5C488D}" srcOrd="1" destOrd="0" presId="urn:microsoft.com/office/officeart/2005/8/layout/orgChart1"/>
    <dgm:cxn modelId="{FB3D8728-D9D7-42AF-B403-09CCDA603639}" type="presParOf" srcId="{7CF959F4-17A1-409A-8BEE-FE34B50916C3}" destId="{0FC7EB8D-7813-438B-8BA1-DE8674E9A8CD}" srcOrd="2" destOrd="0" presId="urn:microsoft.com/office/officeart/2005/8/layout/orgChart1"/>
    <dgm:cxn modelId="{8955FCF0-7E34-4C7F-9ADF-EB785ECE51D6}" type="presParOf" srcId="{C2B8B9A2-A1D0-4781-8B60-92C4B19AE2FA}" destId="{C852FEBA-6E14-413C-BEA8-8653B253D0CD}" srcOrd="2" destOrd="0" presId="urn:microsoft.com/office/officeart/2005/8/layout/orgChart1"/>
    <dgm:cxn modelId="{29902F4E-C53C-438A-95DF-053D3B536246}" type="presParOf" srcId="{C2B8B9A2-A1D0-4781-8B60-92C4B19AE2FA}" destId="{BC690394-BF77-46EB-AC58-9C08E5FEB449}" srcOrd="3" destOrd="0" presId="urn:microsoft.com/office/officeart/2005/8/layout/orgChart1"/>
    <dgm:cxn modelId="{89F61A6B-3AAC-42C1-BF9E-0BD300C5B64D}" type="presParOf" srcId="{BC690394-BF77-46EB-AC58-9C08E5FEB449}" destId="{8B067457-3201-4406-B6D9-B807A0D17538}" srcOrd="0" destOrd="0" presId="urn:microsoft.com/office/officeart/2005/8/layout/orgChart1"/>
    <dgm:cxn modelId="{AE22E25F-B13A-491C-A63E-7CB275A7D3F3}" type="presParOf" srcId="{8B067457-3201-4406-B6D9-B807A0D17538}" destId="{3FDBA31F-C13F-40E4-9B99-6406F2FFDFA4}" srcOrd="0" destOrd="0" presId="urn:microsoft.com/office/officeart/2005/8/layout/orgChart1"/>
    <dgm:cxn modelId="{FFEAFE15-D006-49C9-903C-BDF1BAAA6295}" type="presParOf" srcId="{8B067457-3201-4406-B6D9-B807A0D17538}" destId="{4AC41421-94CF-4398-B806-82778A8D70B3}" srcOrd="1" destOrd="0" presId="urn:microsoft.com/office/officeart/2005/8/layout/orgChart1"/>
    <dgm:cxn modelId="{5F3F8B02-DB32-4AA6-B1AD-A43305E72BAB}" type="presParOf" srcId="{BC690394-BF77-46EB-AC58-9C08E5FEB449}" destId="{FC2368CC-9D34-4E64-ACFD-7E7A04D97658}" srcOrd="1" destOrd="0" presId="urn:microsoft.com/office/officeart/2005/8/layout/orgChart1"/>
    <dgm:cxn modelId="{747F8240-D1EA-4C84-87F4-7745AF5F1635}" type="presParOf" srcId="{BC690394-BF77-46EB-AC58-9C08E5FEB449}" destId="{541D73C7-3665-495E-8ACC-CE37EEC0A185}" srcOrd="2" destOrd="0" presId="urn:microsoft.com/office/officeart/2005/8/layout/orgChart1"/>
    <dgm:cxn modelId="{295092A8-D7F1-437E-A3D9-21971014501A}" type="presParOf" srcId="{C2B8B9A2-A1D0-4781-8B60-92C4B19AE2FA}" destId="{8EF47901-94F4-44CA-85DF-05E2CE032E23}" srcOrd="4" destOrd="0" presId="urn:microsoft.com/office/officeart/2005/8/layout/orgChart1"/>
    <dgm:cxn modelId="{4A752655-13C1-4093-94E6-E2BEC3BB4288}" type="presParOf" srcId="{C2B8B9A2-A1D0-4781-8B60-92C4B19AE2FA}" destId="{CA655D45-5D0C-4177-9F2A-CB2A10C3248B}" srcOrd="5" destOrd="0" presId="urn:microsoft.com/office/officeart/2005/8/layout/orgChart1"/>
    <dgm:cxn modelId="{CD64E259-1230-46D1-97F1-73394C530722}" type="presParOf" srcId="{CA655D45-5D0C-4177-9F2A-CB2A10C3248B}" destId="{FDDEB15D-D97C-447C-B149-A93E84897DCA}" srcOrd="0" destOrd="0" presId="urn:microsoft.com/office/officeart/2005/8/layout/orgChart1"/>
    <dgm:cxn modelId="{B5899BAD-E08E-4FFB-ABBE-08A16AACCA30}" type="presParOf" srcId="{FDDEB15D-D97C-447C-B149-A93E84897DCA}" destId="{AF57546C-C645-4334-975A-49E8CD0ED8EE}" srcOrd="0" destOrd="0" presId="urn:microsoft.com/office/officeart/2005/8/layout/orgChart1"/>
    <dgm:cxn modelId="{72FDB559-E482-4073-9E91-1F3704F47551}" type="presParOf" srcId="{FDDEB15D-D97C-447C-B149-A93E84897DCA}" destId="{E3046D48-6265-4037-87EA-22FFA977FB5B}" srcOrd="1" destOrd="0" presId="urn:microsoft.com/office/officeart/2005/8/layout/orgChart1"/>
    <dgm:cxn modelId="{1F93D090-B4EC-4DB3-8651-1B10C6BD961D}" type="presParOf" srcId="{CA655D45-5D0C-4177-9F2A-CB2A10C3248B}" destId="{AFEFD1B3-988A-4C3E-B5B6-415382853D2B}" srcOrd="1" destOrd="0" presId="urn:microsoft.com/office/officeart/2005/8/layout/orgChart1"/>
    <dgm:cxn modelId="{CB8A5DAF-229A-483C-86AD-0E7FB625EFA8}" type="presParOf" srcId="{AFEFD1B3-988A-4C3E-B5B6-415382853D2B}" destId="{B8447DAA-0AC3-4DD0-B392-A8A3BF4F1BF7}" srcOrd="0" destOrd="0" presId="urn:microsoft.com/office/officeart/2005/8/layout/orgChart1"/>
    <dgm:cxn modelId="{D0D04F6C-785E-47C1-99F1-0FFC56D1B986}" type="presParOf" srcId="{AFEFD1B3-988A-4C3E-B5B6-415382853D2B}" destId="{7AC93518-DEF9-48EE-B4E8-B17A3A2AF813}" srcOrd="1" destOrd="0" presId="urn:microsoft.com/office/officeart/2005/8/layout/orgChart1"/>
    <dgm:cxn modelId="{D20BBDF4-9B75-4E52-9E3F-CD16334C28B7}" type="presParOf" srcId="{7AC93518-DEF9-48EE-B4E8-B17A3A2AF813}" destId="{6BB95B52-C316-4A87-972C-F9843FF2199C}" srcOrd="0" destOrd="0" presId="urn:microsoft.com/office/officeart/2005/8/layout/orgChart1"/>
    <dgm:cxn modelId="{5556ACA5-5EC8-4C49-8051-83CB715B1BD0}" type="presParOf" srcId="{6BB95B52-C316-4A87-972C-F9843FF2199C}" destId="{62E88A8F-5B3D-4683-8EB8-43DB4538D1CD}" srcOrd="0" destOrd="0" presId="urn:microsoft.com/office/officeart/2005/8/layout/orgChart1"/>
    <dgm:cxn modelId="{0A63A3B9-957B-483E-9BEA-C764E28C6652}" type="presParOf" srcId="{6BB95B52-C316-4A87-972C-F9843FF2199C}" destId="{8419EB5A-574A-4F84-B0AF-BDD8CF243E06}" srcOrd="1" destOrd="0" presId="urn:microsoft.com/office/officeart/2005/8/layout/orgChart1"/>
    <dgm:cxn modelId="{088F9FF0-9179-4880-A9CE-A66DEA4E2110}" type="presParOf" srcId="{7AC93518-DEF9-48EE-B4E8-B17A3A2AF813}" destId="{C39843BC-CC74-4E8B-8ECB-3019DD31A792}" srcOrd="1" destOrd="0" presId="urn:microsoft.com/office/officeart/2005/8/layout/orgChart1"/>
    <dgm:cxn modelId="{F64B937D-B9B6-4CEB-A4FF-0F5A61E3E66E}" type="presParOf" srcId="{7AC93518-DEF9-48EE-B4E8-B17A3A2AF813}" destId="{12541209-000C-432C-AFD1-19303A4E3B02}" srcOrd="2" destOrd="0" presId="urn:microsoft.com/office/officeart/2005/8/layout/orgChart1"/>
    <dgm:cxn modelId="{07732D8B-1BFF-45F7-84DF-3283DB8D9F27}" type="presParOf" srcId="{AFEFD1B3-988A-4C3E-B5B6-415382853D2B}" destId="{CC1959D0-46D4-465D-ADF7-6681D46542EE}" srcOrd="2" destOrd="0" presId="urn:microsoft.com/office/officeart/2005/8/layout/orgChart1"/>
    <dgm:cxn modelId="{8B0AAD00-4FC9-4E45-BF02-426FF27C8A68}" type="presParOf" srcId="{AFEFD1B3-988A-4C3E-B5B6-415382853D2B}" destId="{D705FAB5-06D8-47AE-8545-DABE8A3DC214}" srcOrd="3" destOrd="0" presId="urn:microsoft.com/office/officeart/2005/8/layout/orgChart1"/>
    <dgm:cxn modelId="{F2B557E2-3511-4D6B-AF4B-5E597E9A1BD8}" type="presParOf" srcId="{D705FAB5-06D8-47AE-8545-DABE8A3DC214}" destId="{89F6FF13-5569-41C9-B874-980DA28B13A3}" srcOrd="0" destOrd="0" presId="urn:microsoft.com/office/officeart/2005/8/layout/orgChart1"/>
    <dgm:cxn modelId="{D4DF8B30-8AE9-4D0E-A7DF-BA99B6CC747F}" type="presParOf" srcId="{89F6FF13-5569-41C9-B874-980DA28B13A3}" destId="{526AD985-F638-4760-8443-DF60DBA8EE81}" srcOrd="0" destOrd="0" presId="urn:microsoft.com/office/officeart/2005/8/layout/orgChart1"/>
    <dgm:cxn modelId="{F7DD5F3F-7FFE-4B5A-B08B-DDEFFB9181BA}" type="presParOf" srcId="{89F6FF13-5569-41C9-B874-980DA28B13A3}" destId="{E9243F8A-C571-4497-94F5-C09F1086A152}" srcOrd="1" destOrd="0" presId="urn:microsoft.com/office/officeart/2005/8/layout/orgChart1"/>
    <dgm:cxn modelId="{CB63EB03-48A7-4DE2-9DFE-2617CC97E80C}" type="presParOf" srcId="{D705FAB5-06D8-47AE-8545-DABE8A3DC214}" destId="{7F9FE0AB-07C3-47B8-9321-9B33F7D8E4C3}" srcOrd="1" destOrd="0" presId="urn:microsoft.com/office/officeart/2005/8/layout/orgChart1"/>
    <dgm:cxn modelId="{904C8165-8F5E-49B5-B877-FBDED89A5795}" type="presParOf" srcId="{D705FAB5-06D8-47AE-8545-DABE8A3DC214}" destId="{97F3F9B5-9EFC-4D46-A03A-A07A2B64C713}" srcOrd="2" destOrd="0" presId="urn:microsoft.com/office/officeart/2005/8/layout/orgChart1"/>
    <dgm:cxn modelId="{7361B633-E4D2-4EEF-BFD2-B645723500A7}" type="presParOf" srcId="{AFEFD1B3-988A-4C3E-B5B6-415382853D2B}" destId="{2213354A-0355-4E88-8E29-DF73D8535287}" srcOrd="4" destOrd="0" presId="urn:microsoft.com/office/officeart/2005/8/layout/orgChart1"/>
    <dgm:cxn modelId="{0BFB920C-D0B8-4E71-B6FB-A9C5B2CCC4AB}" type="presParOf" srcId="{AFEFD1B3-988A-4C3E-B5B6-415382853D2B}" destId="{FF75FCAF-3DC6-4BDF-9A5C-FD3B9ACE4C46}" srcOrd="5" destOrd="0" presId="urn:microsoft.com/office/officeart/2005/8/layout/orgChart1"/>
    <dgm:cxn modelId="{4E8EDCC2-059C-4B86-9581-FDF76C525628}" type="presParOf" srcId="{FF75FCAF-3DC6-4BDF-9A5C-FD3B9ACE4C46}" destId="{7B955373-26F1-42C4-A0C2-6E081A66FDED}" srcOrd="0" destOrd="0" presId="urn:microsoft.com/office/officeart/2005/8/layout/orgChart1"/>
    <dgm:cxn modelId="{BA252E7A-4FC5-43D0-8A60-D57D871DD268}" type="presParOf" srcId="{7B955373-26F1-42C4-A0C2-6E081A66FDED}" destId="{42B5E61C-5997-4E80-AD47-0528A643073C}" srcOrd="0" destOrd="0" presId="urn:microsoft.com/office/officeart/2005/8/layout/orgChart1"/>
    <dgm:cxn modelId="{ADEA92D9-06EA-4126-A2B9-85C6B56C4F5B}" type="presParOf" srcId="{7B955373-26F1-42C4-A0C2-6E081A66FDED}" destId="{51664A37-629B-440C-A149-897E9ABB1E57}" srcOrd="1" destOrd="0" presId="urn:microsoft.com/office/officeart/2005/8/layout/orgChart1"/>
    <dgm:cxn modelId="{4FE1C53E-EE17-4A24-9210-7924993B5B1B}" type="presParOf" srcId="{FF75FCAF-3DC6-4BDF-9A5C-FD3B9ACE4C46}" destId="{F5B5A122-4568-4813-B7D1-7CFF539A9EAE}" srcOrd="1" destOrd="0" presId="urn:microsoft.com/office/officeart/2005/8/layout/orgChart1"/>
    <dgm:cxn modelId="{B132FBEB-6209-42D9-811D-95022FE81082}" type="presParOf" srcId="{FF75FCAF-3DC6-4BDF-9A5C-FD3B9ACE4C46}" destId="{6F9BD03F-018F-4D94-AAE2-F3A11D1DCDC8}" srcOrd="2" destOrd="0" presId="urn:microsoft.com/office/officeart/2005/8/layout/orgChart1"/>
    <dgm:cxn modelId="{76FF0323-9674-40DA-8C61-DEE7ED986443}" type="presParOf" srcId="{CA655D45-5D0C-4177-9F2A-CB2A10C3248B}" destId="{E84F87B6-FCA2-4D3B-B2AA-15421185D63C}" srcOrd="2" destOrd="0" presId="urn:microsoft.com/office/officeart/2005/8/layout/orgChart1"/>
    <dgm:cxn modelId="{1DE24434-964B-48A5-BE34-546864150D9C}" type="presParOf" srcId="{9FFEA0A7-27E9-44EF-90F6-F4756F4DB7EE}" destId="{6696AEF4-02DF-4228-BE96-96E3DE16247F}" srcOrd="2" destOrd="0" presId="urn:microsoft.com/office/officeart/2005/8/layout/orgChart1"/>
    <dgm:cxn modelId="{E662AB8B-4CD0-4726-A54F-071E0545115F}" type="presParOf" srcId="{F19416D6-E400-40D8-9ADE-6DEABDEF6C53}" destId="{99E52197-2BC0-42A9-AA63-79CD20D18EDB}" srcOrd="4" destOrd="0" presId="urn:microsoft.com/office/officeart/2005/8/layout/orgChart1"/>
    <dgm:cxn modelId="{8FA2E823-6B51-4926-90BD-2A09E8DB9D8B}" type="presParOf" srcId="{F19416D6-E400-40D8-9ADE-6DEABDEF6C53}" destId="{4D6A442C-6EFB-40CC-9B96-CC1D84E6F4C7}" srcOrd="5" destOrd="0" presId="urn:microsoft.com/office/officeart/2005/8/layout/orgChart1"/>
    <dgm:cxn modelId="{B13F246E-519D-4E4A-ABFE-8247F0677646}" type="presParOf" srcId="{4D6A442C-6EFB-40CC-9B96-CC1D84E6F4C7}" destId="{9A92D093-CB5B-40A0-A4A2-5830CB70A8C5}" srcOrd="0" destOrd="0" presId="urn:microsoft.com/office/officeart/2005/8/layout/orgChart1"/>
    <dgm:cxn modelId="{4D16905B-00A4-430B-98C3-8009DA20BD7A}" type="presParOf" srcId="{9A92D093-CB5B-40A0-A4A2-5830CB70A8C5}" destId="{83FA3F57-84E5-408B-AC7D-F1EC22EFDB79}" srcOrd="0" destOrd="0" presId="urn:microsoft.com/office/officeart/2005/8/layout/orgChart1"/>
    <dgm:cxn modelId="{E5355C0E-CE99-4C6E-B94D-F835BAB1CF77}" type="presParOf" srcId="{9A92D093-CB5B-40A0-A4A2-5830CB70A8C5}" destId="{1E2C22B2-D7B5-47DF-8E02-D9322CCC4ABF}" srcOrd="1" destOrd="0" presId="urn:microsoft.com/office/officeart/2005/8/layout/orgChart1"/>
    <dgm:cxn modelId="{D666603D-4FB9-49D2-BD2A-308EC6771876}" type="presParOf" srcId="{4D6A442C-6EFB-40CC-9B96-CC1D84E6F4C7}" destId="{EA00065A-C16D-4C45-A081-2F5674F29405}" srcOrd="1" destOrd="0" presId="urn:microsoft.com/office/officeart/2005/8/layout/orgChart1"/>
    <dgm:cxn modelId="{9716B9FC-BEBD-4A34-8C17-9F4DE63EE18B}" type="presParOf" srcId="{4D6A442C-6EFB-40CC-9B96-CC1D84E6F4C7}" destId="{C408ADBC-A9AD-4349-842D-37D071A7917B}" srcOrd="2" destOrd="0" presId="urn:microsoft.com/office/officeart/2005/8/layout/orgChart1"/>
    <dgm:cxn modelId="{A1880A7E-DD2B-4F1C-AAEF-1133428D5094}" type="presParOf" srcId="{9B01D25F-5B05-4015-ADC4-89CB6A5EEAAB}" destId="{A607D129-120E-4AC5-9ADB-6F58BAEA2665}" srcOrd="2" destOrd="0" presId="urn:microsoft.com/office/officeart/2005/8/layout/orgChart1"/>
    <dgm:cxn modelId="{1A9245BC-C45A-4A96-AEA5-FF8ED255C676}" type="presParOf" srcId="{A607D129-120E-4AC5-9ADB-6F58BAEA2665}" destId="{8B8928DF-88FD-499C-A968-73A04256B78C}" srcOrd="0" destOrd="0" presId="urn:microsoft.com/office/officeart/2005/8/layout/orgChart1"/>
    <dgm:cxn modelId="{E992F6F8-FEF8-4AF2-B49C-1D522407C8BD}" type="presParOf" srcId="{A607D129-120E-4AC5-9ADB-6F58BAEA2665}" destId="{C44E0167-7662-49A9-A70B-B7992525A43B}" srcOrd="1" destOrd="0" presId="urn:microsoft.com/office/officeart/2005/8/layout/orgChart1"/>
    <dgm:cxn modelId="{D396B9AC-50F4-421C-9E9A-E2F92F74669E}" type="presParOf" srcId="{C44E0167-7662-49A9-A70B-B7992525A43B}" destId="{B854A963-E5F3-4644-8C43-0BC891158624}" srcOrd="0" destOrd="0" presId="urn:microsoft.com/office/officeart/2005/8/layout/orgChart1"/>
    <dgm:cxn modelId="{03D45D54-7228-4A10-84EA-2438560BE999}" type="presParOf" srcId="{B854A963-E5F3-4644-8C43-0BC891158624}" destId="{DB5EE8CD-AFB2-4F90-9AA9-238CFE9FD4AE}" srcOrd="0" destOrd="0" presId="urn:microsoft.com/office/officeart/2005/8/layout/orgChart1"/>
    <dgm:cxn modelId="{F7F73640-40CA-465F-A4A9-C719BAE51C48}" type="presParOf" srcId="{B854A963-E5F3-4644-8C43-0BC891158624}" destId="{4AEA7129-3A38-4186-BA11-C8344A0A7CA9}" srcOrd="1" destOrd="0" presId="urn:microsoft.com/office/officeart/2005/8/layout/orgChart1"/>
    <dgm:cxn modelId="{83FC7AE1-A744-41B9-ABA2-E1652B3859FB}" type="presParOf" srcId="{C44E0167-7662-49A9-A70B-B7992525A43B}" destId="{66D69C02-CFC5-4667-B87B-FBA88C57087C}" srcOrd="1" destOrd="0" presId="urn:microsoft.com/office/officeart/2005/8/layout/orgChart1"/>
    <dgm:cxn modelId="{BDDC36DF-F340-45A1-B418-1194F8CFBDD6}" type="presParOf" srcId="{C44E0167-7662-49A9-A70B-B7992525A43B}" destId="{E471005D-1D97-46C0-81FD-8E5889990C11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A538B7B-90A8-472F-A854-EFFF55084F6B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9B76ABA-C47F-499D-B9A8-CB7F5F8BBFD7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1C0C351C-C901-415D-AB5C-A101F69D4A62}" type="parTrans" cxnId="{7B86361F-BC0C-423E-8269-AB58AAA95E1B}">
      <dgm:prSet/>
      <dgm:spPr/>
      <dgm:t>
        <a:bodyPr/>
        <a:lstStyle/>
        <a:p>
          <a:endParaRPr lang="en-US"/>
        </a:p>
      </dgm:t>
    </dgm:pt>
    <dgm:pt modelId="{5DF666D0-A300-4842-A74F-4182B50935A4}" type="sibTrans" cxnId="{7B86361F-BC0C-423E-8269-AB58AAA95E1B}">
      <dgm:prSet/>
      <dgm:spPr/>
      <dgm:t>
        <a:bodyPr/>
        <a:lstStyle/>
        <a:p>
          <a:endParaRPr lang="en-US"/>
        </a:p>
      </dgm:t>
    </dgm:pt>
    <dgm:pt modelId="{A68ECF60-1E14-467B-B33B-782ED214E109}" type="asst">
      <dgm:prSet phldrT="[Text]" phldr="1"/>
      <dgm:spPr/>
      <dgm:t>
        <a:bodyPr/>
        <a:lstStyle/>
        <a:p>
          <a:endParaRPr lang="en-US"/>
        </a:p>
      </dgm:t>
    </dgm:pt>
    <dgm:pt modelId="{553E959F-738F-4113-991F-850A280191AE}" type="parTrans" cxnId="{6A93663C-78AA-40A9-BB3C-EE02B1FF3E15}">
      <dgm:prSet/>
      <dgm:spPr/>
      <dgm:t>
        <a:bodyPr/>
        <a:lstStyle/>
        <a:p>
          <a:endParaRPr lang="en-US"/>
        </a:p>
      </dgm:t>
    </dgm:pt>
    <dgm:pt modelId="{6E1CF8FC-3923-407D-93C4-4EE237969C4B}" type="sibTrans" cxnId="{6A93663C-78AA-40A9-BB3C-EE02B1FF3E15}">
      <dgm:prSet/>
      <dgm:spPr/>
      <dgm:t>
        <a:bodyPr/>
        <a:lstStyle/>
        <a:p>
          <a:endParaRPr lang="en-US"/>
        </a:p>
      </dgm:t>
    </dgm:pt>
    <dgm:pt modelId="{5ACC285D-43E8-415C-B7E8-DFA3D57950BB}">
      <dgm:prSet phldrT="[Text]" phldr="1"/>
      <dgm:spPr/>
      <dgm:t>
        <a:bodyPr/>
        <a:lstStyle/>
        <a:p>
          <a:endParaRPr lang="en-US"/>
        </a:p>
      </dgm:t>
    </dgm:pt>
    <dgm:pt modelId="{B9C31A35-219F-478D-916E-65D415525034}" type="parTrans" cxnId="{2440918B-F872-40AE-BDCD-EEAB9661EB84}">
      <dgm:prSet/>
      <dgm:spPr/>
      <dgm:t>
        <a:bodyPr/>
        <a:lstStyle/>
        <a:p>
          <a:endParaRPr lang="en-US"/>
        </a:p>
      </dgm:t>
    </dgm:pt>
    <dgm:pt modelId="{CFE75B1F-CAA8-499D-A8D2-D2D52A4AC9AC}" type="sibTrans" cxnId="{2440918B-F872-40AE-BDCD-EEAB9661EB84}">
      <dgm:prSet/>
      <dgm:spPr/>
      <dgm:t>
        <a:bodyPr/>
        <a:lstStyle/>
        <a:p>
          <a:endParaRPr lang="en-US"/>
        </a:p>
      </dgm:t>
    </dgm:pt>
    <dgm:pt modelId="{B7A595F1-DAA7-4CB3-B8BD-05C278F20FB7}">
      <dgm:prSet phldrT="[Text]" phldr="1"/>
      <dgm:spPr/>
      <dgm:t>
        <a:bodyPr/>
        <a:lstStyle/>
        <a:p>
          <a:endParaRPr lang="en-US"/>
        </a:p>
      </dgm:t>
    </dgm:pt>
    <dgm:pt modelId="{6542EA12-04F7-4490-B1BA-908A40331568}" type="parTrans" cxnId="{72F468C7-A328-4F7D-9D54-BC35287FDB45}">
      <dgm:prSet/>
      <dgm:spPr/>
      <dgm:t>
        <a:bodyPr/>
        <a:lstStyle/>
        <a:p>
          <a:endParaRPr lang="en-US"/>
        </a:p>
      </dgm:t>
    </dgm:pt>
    <dgm:pt modelId="{DCA22151-82AD-48CC-8E2A-28AEEB8B95C0}" type="sibTrans" cxnId="{72F468C7-A328-4F7D-9D54-BC35287FDB45}">
      <dgm:prSet/>
      <dgm:spPr/>
      <dgm:t>
        <a:bodyPr/>
        <a:lstStyle/>
        <a:p>
          <a:endParaRPr lang="en-US"/>
        </a:p>
      </dgm:t>
    </dgm:pt>
    <dgm:pt modelId="{A92EAE62-2F19-442C-AD07-A1B0718B5C1C}">
      <dgm:prSet phldrT="[Text]" phldr="1"/>
      <dgm:spPr/>
      <dgm:t>
        <a:bodyPr/>
        <a:lstStyle/>
        <a:p>
          <a:endParaRPr lang="en-US"/>
        </a:p>
      </dgm:t>
    </dgm:pt>
    <dgm:pt modelId="{ECD838F6-9F48-4CFC-9969-411CF6D411F2}" type="parTrans" cxnId="{65F7C7F4-B9D8-4B93-AED1-5F1EC7323F16}">
      <dgm:prSet/>
      <dgm:spPr/>
      <dgm:t>
        <a:bodyPr/>
        <a:lstStyle/>
        <a:p>
          <a:endParaRPr lang="en-US"/>
        </a:p>
      </dgm:t>
    </dgm:pt>
    <dgm:pt modelId="{5BE2A17B-314F-4BC3-BA33-EDF91E9371A3}" type="sibTrans" cxnId="{65F7C7F4-B9D8-4B93-AED1-5F1EC7323F16}">
      <dgm:prSet/>
      <dgm:spPr/>
      <dgm:t>
        <a:bodyPr/>
        <a:lstStyle/>
        <a:p>
          <a:endParaRPr lang="en-US"/>
        </a:p>
      </dgm:t>
    </dgm:pt>
    <dgm:pt modelId="{45E3FCE2-8A13-47C9-BE2D-910C7EC0C18C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CF513C6F-88B2-4EF0-8B5A-7D002A7D6C1C}" type="parTrans" cxnId="{F1005AF6-F02F-49C3-957D-C10C377E8EFE}">
      <dgm:prSet/>
      <dgm:spPr/>
    </dgm:pt>
    <dgm:pt modelId="{7270FD6F-B6B4-4BF6-BBE6-6AB5A9B62A0F}" type="sibTrans" cxnId="{F1005AF6-F02F-49C3-957D-C10C377E8EFE}">
      <dgm:prSet/>
      <dgm:spPr/>
    </dgm:pt>
    <dgm:pt modelId="{97FD5525-599C-4E61-AD32-9EE2A26CB5F6}">
      <dgm:prSet phldrT="[Text]"/>
      <dgm:spPr/>
      <dgm:t>
        <a:bodyPr/>
        <a:lstStyle/>
        <a:p>
          <a:r>
            <a:rPr lang="en-US"/>
            <a:t>M1R1</a:t>
          </a:r>
        </a:p>
      </dgm:t>
    </dgm:pt>
    <dgm:pt modelId="{05152648-27E0-40C7-8968-90386C94FE10}" type="parTrans" cxnId="{BF6EF8BA-23BE-49DF-B8B8-F46E642DD916}">
      <dgm:prSet/>
      <dgm:spPr/>
    </dgm:pt>
    <dgm:pt modelId="{C3BDDF3A-063E-4A23-B1DC-300C94FC317A}" type="sibTrans" cxnId="{BF6EF8BA-23BE-49DF-B8B8-F46E642DD916}">
      <dgm:prSet/>
      <dgm:spPr/>
    </dgm:pt>
    <dgm:pt modelId="{AB8F3199-DE2F-4463-BD15-2DB884298495}">
      <dgm:prSet phldrT="[Text]"/>
      <dgm:spPr/>
      <dgm:t>
        <a:bodyPr/>
        <a:lstStyle/>
        <a:p>
          <a:r>
            <a:rPr lang="en-US"/>
            <a:t>M1R2</a:t>
          </a:r>
        </a:p>
      </dgm:t>
    </dgm:pt>
    <dgm:pt modelId="{031E2BB4-252B-4311-9599-D45088ED770E}" type="parTrans" cxnId="{C606A2C4-53BB-4671-9887-BE6A9373FFF5}">
      <dgm:prSet/>
      <dgm:spPr/>
    </dgm:pt>
    <dgm:pt modelId="{B1DE2B00-F9EB-4573-A346-44BECABD2F62}" type="sibTrans" cxnId="{C606A2C4-53BB-4671-9887-BE6A9373FFF5}">
      <dgm:prSet/>
      <dgm:spPr/>
    </dgm:pt>
    <dgm:pt modelId="{7D5D901A-A8CF-49B7-A2F5-850CAC6B0BAC}">
      <dgm:prSet phldrT="[Text]"/>
      <dgm:spPr/>
      <dgm:t>
        <a:bodyPr/>
        <a:lstStyle/>
        <a:p>
          <a:r>
            <a:rPr lang="en-US"/>
            <a:t>M1R3</a:t>
          </a:r>
        </a:p>
      </dgm:t>
    </dgm:pt>
    <dgm:pt modelId="{6DBC9279-9448-4C6E-AAA5-14E8A6F75349}" type="parTrans" cxnId="{3E7F0214-918A-441F-A69D-19F5989226AE}">
      <dgm:prSet/>
      <dgm:spPr/>
    </dgm:pt>
    <dgm:pt modelId="{362293C7-0F33-4D8E-820E-A4193C40B7A9}" type="sibTrans" cxnId="{3E7F0214-918A-441F-A69D-19F5989226AE}">
      <dgm:prSet/>
      <dgm:spPr/>
    </dgm:pt>
    <dgm:pt modelId="{5A01F13C-C88F-49A5-8F31-39212E96A701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FE6E7499-D2EC-4781-8EC3-C3E00107B083}" type="parTrans" cxnId="{46430764-C025-4BA2-BE3F-0A9DFCDBE9A3}">
      <dgm:prSet/>
      <dgm:spPr/>
    </dgm:pt>
    <dgm:pt modelId="{1B3E07F8-6DE8-4751-865C-40538DB3484B}" type="sibTrans" cxnId="{46430764-C025-4BA2-BE3F-0A9DFCDBE9A3}">
      <dgm:prSet/>
      <dgm:spPr/>
    </dgm:pt>
    <dgm:pt modelId="{8DF7F5A3-D95E-4639-8832-21FE0A95A016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5487FCE8-DCFE-4E45-8A6E-527137B9FBBE}" type="parTrans" cxnId="{324CD9DD-EA69-4582-B6DD-8E5740899482}">
      <dgm:prSet/>
      <dgm:spPr/>
    </dgm:pt>
    <dgm:pt modelId="{20C18521-F965-428B-83CF-F3C183E3DA0C}" type="sibTrans" cxnId="{324CD9DD-EA69-4582-B6DD-8E5740899482}">
      <dgm:prSet/>
      <dgm:spPr/>
    </dgm:pt>
    <dgm:pt modelId="{BC2A6DD3-66AD-4FDD-9F5F-11426DC64E2F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94B6B3A0-0469-45BF-9C77-15B8B4557DBD}" type="parTrans" cxnId="{2102E457-31E6-41A0-99F0-43A913B0809A}">
      <dgm:prSet/>
      <dgm:spPr/>
    </dgm:pt>
    <dgm:pt modelId="{93FF378B-0FC1-4247-A0E9-22D6E68086C9}" type="sibTrans" cxnId="{2102E457-31E6-41A0-99F0-43A913B0809A}">
      <dgm:prSet/>
      <dgm:spPr/>
    </dgm:pt>
    <dgm:pt modelId="{833B473C-BBF5-43A6-B7E6-C05B6FB63A9A}">
      <dgm:prSet phldrT="[Text]"/>
      <dgm:spPr/>
      <dgm:t>
        <a:bodyPr/>
        <a:lstStyle/>
        <a:p>
          <a:r>
            <a:rPr lang="en-US"/>
            <a:t>M5</a:t>
          </a:r>
        </a:p>
      </dgm:t>
    </dgm:pt>
    <dgm:pt modelId="{BA84D7F3-E50F-4EBB-9A15-26CAB02B2A96}" type="parTrans" cxnId="{3F21F03C-1CA1-4EA7-88A5-8A2118A4E068}">
      <dgm:prSet/>
      <dgm:spPr/>
    </dgm:pt>
    <dgm:pt modelId="{4ACDCAD8-2306-4E6D-BB98-4583434D811A}" type="sibTrans" cxnId="{3F21F03C-1CA1-4EA7-88A5-8A2118A4E068}">
      <dgm:prSet/>
      <dgm:spPr/>
    </dgm:pt>
    <dgm:pt modelId="{0751CB5B-F68E-4F07-8143-1B9061EC3481}" type="pres">
      <dgm:prSet presAssocID="{6A538B7B-90A8-472F-A854-EFFF55084F6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97100F8-BAA1-42D8-8C2A-C305B1141D16}" type="pres">
      <dgm:prSet presAssocID="{59B76ABA-C47F-499D-B9A8-CB7F5F8BBFD7}" presName="hierRoot1" presStyleCnt="0">
        <dgm:presLayoutVars>
          <dgm:hierBranch val="init"/>
        </dgm:presLayoutVars>
      </dgm:prSet>
      <dgm:spPr/>
    </dgm:pt>
    <dgm:pt modelId="{3564BC01-BCF3-4706-94AC-564A309E096F}" type="pres">
      <dgm:prSet presAssocID="{59B76ABA-C47F-499D-B9A8-CB7F5F8BBFD7}" presName="rootComposite1" presStyleCnt="0"/>
      <dgm:spPr/>
    </dgm:pt>
    <dgm:pt modelId="{DAA6665B-2B0A-451E-8D06-CF373DF6016E}" type="pres">
      <dgm:prSet presAssocID="{59B76ABA-C47F-499D-B9A8-CB7F5F8BBFD7}" presName="rootText1" presStyleLbl="node0" presStyleIdx="0" presStyleCnt="1">
        <dgm:presLayoutVars>
          <dgm:chPref val="3"/>
        </dgm:presLayoutVars>
      </dgm:prSet>
      <dgm:spPr/>
    </dgm:pt>
    <dgm:pt modelId="{128A735D-DC59-441D-97C4-AC4088736F32}" type="pres">
      <dgm:prSet presAssocID="{59B76ABA-C47F-499D-B9A8-CB7F5F8BBFD7}" presName="rootConnector1" presStyleLbl="node1" presStyleIdx="0" presStyleCnt="0"/>
      <dgm:spPr/>
    </dgm:pt>
    <dgm:pt modelId="{4D708EE2-DED1-4D74-B204-3E3BD6970CEE}" type="pres">
      <dgm:prSet presAssocID="{59B76ABA-C47F-499D-B9A8-CB7F5F8BBFD7}" presName="hierChild2" presStyleCnt="0"/>
      <dgm:spPr/>
    </dgm:pt>
    <dgm:pt modelId="{60CF717F-B75B-4E87-9D0D-477F85483960}" type="pres">
      <dgm:prSet presAssocID="{B9C31A35-219F-478D-916E-65D415525034}" presName="Name37" presStyleLbl="parChTrans1D2" presStyleIdx="0" presStyleCnt="4"/>
      <dgm:spPr/>
    </dgm:pt>
    <dgm:pt modelId="{E3DA92C4-CB09-4065-913A-A26845F8B303}" type="pres">
      <dgm:prSet presAssocID="{5ACC285D-43E8-415C-B7E8-DFA3D57950BB}" presName="hierRoot2" presStyleCnt="0">
        <dgm:presLayoutVars>
          <dgm:hierBranch val="init"/>
        </dgm:presLayoutVars>
      </dgm:prSet>
      <dgm:spPr/>
    </dgm:pt>
    <dgm:pt modelId="{8233FBB6-6BBC-4B1B-8E79-D28140EBF2C3}" type="pres">
      <dgm:prSet presAssocID="{5ACC285D-43E8-415C-B7E8-DFA3D57950BB}" presName="rootComposite" presStyleCnt="0"/>
      <dgm:spPr/>
    </dgm:pt>
    <dgm:pt modelId="{C38218A2-5959-4550-A811-4D52B8A60F80}" type="pres">
      <dgm:prSet presAssocID="{5ACC285D-43E8-415C-B7E8-DFA3D57950BB}" presName="rootText" presStyleLbl="node2" presStyleIdx="0" presStyleCnt="3">
        <dgm:presLayoutVars>
          <dgm:chPref val="3"/>
        </dgm:presLayoutVars>
      </dgm:prSet>
      <dgm:spPr/>
    </dgm:pt>
    <dgm:pt modelId="{C88828C7-73E5-4AB7-B9D9-AA56CD14E3A1}" type="pres">
      <dgm:prSet presAssocID="{5ACC285D-43E8-415C-B7E8-DFA3D57950BB}" presName="rootConnector" presStyleLbl="node2" presStyleIdx="0" presStyleCnt="3"/>
      <dgm:spPr/>
    </dgm:pt>
    <dgm:pt modelId="{6A83BD25-2E4C-4DDC-8416-590B2330921A}" type="pres">
      <dgm:prSet presAssocID="{5ACC285D-43E8-415C-B7E8-DFA3D57950BB}" presName="hierChild4" presStyleCnt="0"/>
      <dgm:spPr/>
    </dgm:pt>
    <dgm:pt modelId="{8EB33818-ACDF-4ABB-9307-2BE4183902F4}" type="pres">
      <dgm:prSet presAssocID="{CF513C6F-88B2-4EF0-8B5A-7D002A7D6C1C}" presName="Name37" presStyleLbl="parChTrans1D3" presStyleIdx="0" presStyleCnt="7"/>
      <dgm:spPr/>
    </dgm:pt>
    <dgm:pt modelId="{1B49A6B1-FF22-4E5C-B70B-BAADA7B35F4A}" type="pres">
      <dgm:prSet presAssocID="{45E3FCE2-8A13-47C9-BE2D-910C7EC0C18C}" presName="hierRoot2" presStyleCnt="0">
        <dgm:presLayoutVars>
          <dgm:hierBranch val="init"/>
        </dgm:presLayoutVars>
      </dgm:prSet>
      <dgm:spPr/>
    </dgm:pt>
    <dgm:pt modelId="{3A74C614-4F7F-43F3-9B7E-721F3A2C779F}" type="pres">
      <dgm:prSet presAssocID="{45E3FCE2-8A13-47C9-BE2D-910C7EC0C18C}" presName="rootComposite" presStyleCnt="0"/>
      <dgm:spPr/>
    </dgm:pt>
    <dgm:pt modelId="{7CC71783-BD01-4ECB-B602-FF4ABC9FED79}" type="pres">
      <dgm:prSet presAssocID="{45E3FCE2-8A13-47C9-BE2D-910C7EC0C18C}" presName="rootText" presStyleLbl="node3" presStyleIdx="0" presStyleCnt="7">
        <dgm:presLayoutVars>
          <dgm:chPref val="3"/>
        </dgm:presLayoutVars>
      </dgm:prSet>
      <dgm:spPr/>
    </dgm:pt>
    <dgm:pt modelId="{9625CF51-117F-4944-9C64-8738C2241A77}" type="pres">
      <dgm:prSet presAssocID="{45E3FCE2-8A13-47C9-BE2D-910C7EC0C18C}" presName="rootConnector" presStyleLbl="node3" presStyleIdx="0" presStyleCnt="7"/>
      <dgm:spPr/>
    </dgm:pt>
    <dgm:pt modelId="{1D196956-6489-448A-A143-83665CBFA36D}" type="pres">
      <dgm:prSet presAssocID="{45E3FCE2-8A13-47C9-BE2D-910C7EC0C18C}" presName="hierChild4" presStyleCnt="0"/>
      <dgm:spPr/>
    </dgm:pt>
    <dgm:pt modelId="{308A73FB-76E4-47B0-A47E-B8ABCBCD8052}" type="pres">
      <dgm:prSet presAssocID="{6DBC9279-9448-4C6E-AAA5-14E8A6F75349}" presName="Name37" presStyleLbl="parChTrans1D4" presStyleIdx="0" presStyleCnt="1"/>
      <dgm:spPr/>
    </dgm:pt>
    <dgm:pt modelId="{C17873A3-C203-4A46-B7BF-468B2819A728}" type="pres">
      <dgm:prSet presAssocID="{7D5D901A-A8CF-49B7-A2F5-850CAC6B0BAC}" presName="hierRoot2" presStyleCnt="0">
        <dgm:presLayoutVars>
          <dgm:hierBranch val="init"/>
        </dgm:presLayoutVars>
      </dgm:prSet>
      <dgm:spPr/>
    </dgm:pt>
    <dgm:pt modelId="{82058843-E07E-4BDC-ABFE-33513BFFC517}" type="pres">
      <dgm:prSet presAssocID="{7D5D901A-A8CF-49B7-A2F5-850CAC6B0BAC}" presName="rootComposite" presStyleCnt="0"/>
      <dgm:spPr/>
    </dgm:pt>
    <dgm:pt modelId="{E30DE75C-46A4-4893-AF38-7A6EA862D371}" type="pres">
      <dgm:prSet presAssocID="{7D5D901A-A8CF-49B7-A2F5-850CAC6B0BAC}" presName="rootText" presStyleLbl="node4" presStyleIdx="0" presStyleCnt="1">
        <dgm:presLayoutVars>
          <dgm:chPref val="3"/>
        </dgm:presLayoutVars>
      </dgm:prSet>
      <dgm:spPr/>
    </dgm:pt>
    <dgm:pt modelId="{103E1829-B9B6-48FA-847B-FE622F7F8433}" type="pres">
      <dgm:prSet presAssocID="{7D5D901A-A8CF-49B7-A2F5-850CAC6B0BAC}" presName="rootConnector" presStyleLbl="node4" presStyleIdx="0" presStyleCnt="1"/>
      <dgm:spPr/>
    </dgm:pt>
    <dgm:pt modelId="{AD115B98-1FEE-432D-B571-C8738CDBCD8F}" type="pres">
      <dgm:prSet presAssocID="{7D5D901A-A8CF-49B7-A2F5-850CAC6B0BAC}" presName="hierChild4" presStyleCnt="0"/>
      <dgm:spPr/>
    </dgm:pt>
    <dgm:pt modelId="{473BD538-E7D3-42FA-A18C-A78A8A971337}" type="pres">
      <dgm:prSet presAssocID="{7D5D901A-A8CF-49B7-A2F5-850CAC6B0BAC}" presName="hierChild5" presStyleCnt="0"/>
      <dgm:spPr/>
    </dgm:pt>
    <dgm:pt modelId="{A4BBBEC6-78A6-4AA1-8892-A0CA5EC33E09}" type="pres">
      <dgm:prSet presAssocID="{45E3FCE2-8A13-47C9-BE2D-910C7EC0C18C}" presName="hierChild5" presStyleCnt="0"/>
      <dgm:spPr/>
    </dgm:pt>
    <dgm:pt modelId="{667490EF-7F0C-4114-A553-CAD301A41AF2}" type="pres">
      <dgm:prSet presAssocID="{031E2BB4-252B-4311-9599-D45088ED770E}" presName="Name37" presStyleLbl="parChTrans1D3" presStyleIdx="1" presStyleCnt="7"/>
      <dgm:spPr/>
    </dgm:pt>
    <dgm:pt modelId="{E0439119-E2FC-4931-BA96-633B038D185C}" type="pres">
      <dgm:prSet presAssocID="{AB8F3199-DE2F-4463-BD15-2DB884298495}" presName="hierRoot2" presStyleCnt="0">
        <dgm:presLayoutVars>
          <dgm:hierBranch val="init"/>
        </dgm:presLayoutVars>
      </dgm:prSet>
      <dgm:spPr/>
    </dgm:pt>
    <dgm:pt modelId="{0B146339-9F17-4033-88D8-568D98250B85}" type="pres">
      <dgm:prSet presAssocID="{AB8F3199-DE2F-4463-BD15-2DB884298495}" presName="rootComposite" presStyleCnt="0"/>
      <dgm:spPr/>
    </dgm:pt>
    <dgm:pt modelId="{B9218DC9-9925-4A91-AAE0-0482CB1CACF3}" type="pres">
      <dgm:prSet presAssocID="{AB8F3199-DE2F-4463-BD15-2DB884298495}" presName="rootText" presStyleLbl="node3" presStyleIdx="1" presStyleCnt="7">
        <dgm:presLayoutVars>
          <dgm:chPref val="3"/>
        </dgm:presLayoutVars>
      </dgm:prSet>
      <dgm:spPr/>
    </dgm:pt>
    <dgm:pt modelId="{5758DC7D-70E0-4901-B730-7199810D6893}" type="pres">
      <dgm:prSet presAssocID="{AB8F3199-DE2F-4463-BD15-2DB884298495}" presName="rootConnector" presStyleLbl="node3" presStyleIdx="1" presStyleCnt="7"/>
      <dgm:spPr/>
    </dgm:pt>
    <dgm:pt modelId="{DCB04684-7FF3-451E-AE1C-AC669627894E}" type="pres">
      <dgm:prSet presAssocID="{AB8F3199-DE2F-4463-BD15-2DB884298495}" presName="hierChild4" presStyleCnt="0"/>
      <dgm:spPr/>
    </dgm:pt>
    <dgm:pt modelId="{86BD1F02-6BF2-47F8-8DD3-765C75A494BC}" type="pres">
      <dgm:prSet presAssocID="{AB8F3199-DE2F-4463-BD15-2DB884298495}" presName="hierChild5" presStyleCnt="0"/>
      <dgm:spPr/>
    </dgm:pt>
    <dgm:pt modelId="{1F07493D-CF6C-4EAC-B68B-8301A6E0802A}" type="pres">
      <dgm:prSet presAssocID="{05152648-27E0-40C7-8968-90386C94FE10}" presName="Name37" presStyleLbl="parChTrans1D3" presStyleIdx="2" presStyleCnt="7"/>
      <dgm:spPr/>
    </dgm:pt>
    <dgm:pt modelId="{A2700DEA-AE73-419D-9FA9-8FF842ED50E0}" type="pres">
      <dgm:prSet presAssocID="{97FD5525-599C-4E61-AD32-9EE2A26CB5F6}" presName="hierRoot2" presStyleCnt="0">
        <dgm:presLayoutVars>
          <dgm:hierBranch val="init"/>
        </dgm:presLayoutVars>
      </dgm:prSet>
      <dgm:spPr/>
    </dgm:pt>
    <dgm:pt modelId="{F0383EF0-EB8E-4330-BBC7-8E38A7A88B52}" type="pres">
      <dgm:prSet presAssocID="{97FD5525-599C-4E61-AD32-9EE2A26CB5F6}" presName="rootComposite" presStyleCnt="0"/>
      <dgm:spPr/>
    </dgm:pt>
    <dgm:pt modelId="{8FE173DD-E6EE-4A7B-9091-F933F1B4E3B8}" type="pres">
      <dgm:prSet presAssocID="{97FD5525-599C-4E61-AD32-9EE2A26CB5F6}" presName="rootText" presStyleLbl="node3" presStyleIdx="2" presStyleCnt="7">
        <dgm:presLayoutVars>
          <dgm:chPref val="3"/>
        </dgm:presLayoutVars>
      </dgm:prSet>
      <dgm:spPr/>
    </dgm:pt>
    <dgm:pt modelId="{2A38B8F0-D968-40BC-A5D1-728F886DF220}" type="pres">
      <dgm:prSet presAssocID="{97FD5525-599C-4E61-AD32-9EE2A26CB5F6}" presName="rootConnector" presStyleLbl="node3" presStyleIdx="2" presStyleCnt="7"/>
      <dgm:spPr/>
    </dgm:pt>
    <dgm:pt modelId="{D11C3C12-6ECA-4DC0-9859-4275C27DC87C}" type="pres">
      <dgm:prSet presAssocID="{97FD5525-599C-4E61-AD32-9EE2A26CB5F6}" presName="hierChild4" presStyleCnt="0"/>
      <dgm:spPr/>
    </dgm:pt>
    <dgm:pt modelId="{289FADD7-260C-40B3-AAFF-FEE875E97DF0}" type="pres">
      <dgm:prSet presAssocID="{97FD5525-599C-4E61-AD32-9EE2A26CB5F6}" presName="hierChild5" presStyleCnt="0"/>
      <dgm:spPr/>
    </dgm:pt>
    <dgm:pt modelId="{8480FA41-D858-498C-9740-D38AB64CB9DD}" type="pres">
      <dgm:prSet presAssocID="{5ACC285D-43E8-415C-B7E8-DFA3D57950BB}" presName="hierChild5" presStyleCnt="0"/>
      <dgm:spPr/>
    </dgm:pt>
    <dgm:pt modelId="{EFE62B1C-C66B-4245-B331-349FC8C299FC}" type="pres">
      <dgm:prSet presAssocID="{6542EA12-04F7-4490-B1BA-908A40331568}" presName="Name37" presStyleLbl="parChTrans1D2" presStyleIdx="1" presStyleCnt="4"/>
      <dgm:spPr/>
    </dgm:pt>
    <dgm:pt modelId="{0DAD4C50-F1DD-4E51-9655-5339C4B74D40}" type="pres">
      <dgm:prSet presAssocID="{B7A595F1-DAA7-4CB3-B8BD-05C278F20FB7}" presName="hierRoot2" presStyleCnt="0">
        <dgm:presLayoutVars>
          <dgm:hierBranch val="init"/>
        </dgm:presLayoutVars>
      </dgm:prSet>
      <dgm:spPr/>
    </dgm:pt>
    <dgm:pt modelId="{F13654D7-B71E-419B-A981-0282E344F697}" type="pres">
      <dgm:prSet presAssocID="{B7A595F1-DAA7-4CB3-B8BD-05C278F20FB7}" presName="rootComposite" presStyleCnt="0"/>
      <dgm:spPr/>
    </dgm:pt>
    <dgm:pt modelId="{D2CD798C-7A03-4FE3-938C-EB31559BC5EF}" type="pres">
      <dgm:prSet presAssocID="{B7A595F1-DAA7-4CB3-B8BD-05C278F20FB7}" presName="rootText" presStyleLbl="node2" presStyleIdx="1" presStyleCnt="3">
        <dgm:presLayoutVars>
          <dgm:chPref val="3"/>
        </dgm:presLayoutVars>
      </dgm:prSet>
      <dgm:spPr/>
    </dgm:pt>
    <dgm:pt modelId="{049A2922-91A3-4606-A45E-5DFF814025AA}" type="pres">
      <dgm:prSet presAssocID="{B7A595F1-DAA7-4CB3-B8BD-05C278F20FB7}" presName="rootConnector" presStyleLbl="node2" presStyleIdx="1" presStyleCnt="3"/>
      <dgm:spPr/>
    </dgm:pt>
    <dgm:pt modelId="{2107DF23-70C2-430D-90DF-E344B9AA1045}" type="pres">
      <dgm:prSet presAssocID="{B7A595F1-DAA7-4CB3-B8BD-05C278F20FB7}" presName="hierChild4" presStyleCnt="0"/>
      <dgm:spPr/>
    </dgm:pt>
    <dgm:pt modelId="{40C10FC2-ADE4-4FFE-A876-8C164FCC1FCD}" type="pres">
      <dgm:prSet presAssocID="{FE6E7499-D2EC-4781-8EC3-C3E00107B083}" presName="Name37" presStyleLbl="parChTrans1D3" presStyleIdx="3" presStyleCnt="7"/>
      <dgm:spPr/>
    </dgm:pt>
    <dgm:pt modelId="{561A5162-2665-4B50-A9C6-306E91422491}" type="pres">
      <dgm:prSet presAssocID="{5A01F13C-C88F-49A5-8F31-39212E96A701}" presName="hierRoot2" presStyleCnt="0">
        <dgm:presLayoutVars>
          <dgm:hierBranch val="init"/>
        </dgm:presLayoutVars>
      </dgm:prSet>
      <dgm:spPr/>
    </dgm:pt>
    <dgm:pt modelId="{88E09771-DE86-4C88-B26F-67053F3B7CB8}" type="pres">
      <dgm:prSet presAssocID="{5A01F13C-C88F-49A5-8F31-39212E96A701}" presName="rootComposite" presStyleCnt="0"/>
      <dgm:spPr/>
    </dgm:pt>
    <dgm:pt modelId="{798417F2-D705-40D2-89AC-5419645195BD}" type="pres">
      <dgm:prSet presAssocID="{5A01F13C-C88F-49A5-8F31-39212E96A701}" presName="rootText" presStyleLbl="node3" presStyleIdx="3" presStyleCnt="7">
        <dgm:presLayoutVars>
          <dgm:chPref val="3"/>
        </dgm:presLayoutVars>
      </dgm:prSet>
      <dgm:spPr/>
    </dgm:pt>
    <dgm:pt modelId="{B7A946E4-8D1C-400B-A738-9144FD764954}" type="pres">
      <dgm:prSet presAssocID="{5A01F13C-C88F-49A5-8F31-39212E96A701}" presName="rootConnector" presStyleLbl="node3" presStyleIdx="3" presStyleCnt="7"/>
      <dgm:spPr/>
    </dgm:pt>
    <dgm:pt modelId="{CBB622B7-6CFC-4D8D-AEB8-066CF85003D7}" type="pres">
      <dgm:prSet presAssocID="{5A01F13C-C88F-49A5-8F31-39212E96A701}" presName="hierChild4" presStyleCnt="0"/>
      <dgm:spPr/>
    </dgm:pt>
    <dgm:pt modelId="{286DDF4B-A0B8-4FB2-AFF5-88686840A37E}" type="pres">
      <dgm:prSet presAssocID="{5A01F13C-C88F-49A5-8F31-39212E96A701}" presName="hierChild5" presStyleCnt="0"/>
      <dgm:spPr/>
    </dgm:pt>
    <dgm:pt modelId="{2506B39B-FE3D-4520-B475-3A80B76FBDD0}" type="pres">
      <dgm:prSet presAssocID="{5487FCE8-DCFE-4E45-8A6E-527137B9FBBE}" presName="Name37" presStyleLbl="parChTrans1D3" presStyleIdx="4" presStyleCnt="7"/>
      <dgm:spPr/>
    </dgm:pt>
    <dgm:pt modelId="{10D7BBED-5E63-4B62-87D3-4F6B1A61A542}" type="pres">
      <dgm:prSet presAssocID="{8DF7F5A3-D95E-4639-8832-21FE0A95A016}" presName="hierRoot2" presStyleCnt="0">
        <dgm:presLayoutVars>
          <dgm:hierBranch val="init"/>
        </dgm:presLayoutVars>
      </dgm:prSet>
      <dgm:spPr/>
    </dgm:pt>
    <dgm:pt modelId="{355DB7CB-167D-44BB-A4C2-85F45F4A432A}" type="pres">
      <dgm:prSet presAssocID="{8DF7F5A3-D95E-4639-8832-21FE0A95A016}" presName="rootComposite" presStyleCnt="0"/>
      <dgm:spPr/>
    </dgm:pt>
    <dgm:pt modelId="{54FF58C6-9556-4429-A09C-5305E941BA78}" type="pres">
      <dgm:prSet presAssocID="{8DF7F5A3-D95E-4639-8832-21FE0A95A016}" presName="rootText" presStyleLbl="node3" presStyleIdx="4" presStyleCnt="7">
        <dgm:presLayoutVars>
          <dgm:chPref val="3"/>
        </dgm:presLayoutVars>
      </dgm:prSet>
      <dgm:spPr/>
    </dgm:pt>
    <dgm:pt modelId="{52515286-02E4-4ED4-90F2-45EB2FBCC5E8}" type="pres">
      <dgm:prSet presAssocID="{8DF7F5A3-D95E-4639-8832-21FE0A95A016}" presName="rootConnector" presStyleLbl="node3" presStyleIdx="4" presStyleCnt="7"/>
      <dgm:spPr/>
    </dgm:pt>
    <dgm:pt modelId="{A823AC1D-23F6-46D8-AD15-4BE696ABE3F2}" type="pres">
      <dgm:prSet presAssocID="{8DF7F5A3-D95E-4639-8832-21FE0A95A016}" presName="hierChild4" presStyleCnt="0"/>
      <dgm:spPr/>
    </dgm:pt>
    <dgm:pt modelId="{3B478ADF-07D1-494F-8B83-C924B4976E8A}" type="pres">
      <dgm:prSet presAssocID="{8DF7F5A3-D95E-4639-8832-21FE0A95A016}" presName="hierChild5" presStyleCnt="0"/>
      <dgm:spPr/>
    </dgm:pt>
    <dgm:pt modelId="{67084468-E4A3-4315-BF4E-9944C2B2DB0E}" type="pres">
      <dgm:prSet presAssocID="{94B6B3A0-0469-45BF-9C77-15B8B4557DBD}" presName="Name37" presStyleLbl="parChTrans1D3" presStyleIdx="5" presStyleCnt="7"/>
      <dgm:spPr/>
    </dgm:pt>
    <dgm:pt modelId="{A73E5F83-CEC5-42B2-91A2-F2CAD6A3036F}" type="pres">
      <dgm:prSet presAssocID="{BC2A6DD3-66AD-4FDD-9F5F-11426DC64E2F}" presName="hierRoot2" presStyleCnt="0">
        <dgm:presLayoutVars>
          <dgm:hierBranch val="init"/>
        </dgm:presLayoutVars>
      </dgm:prSet>
      <dgm:spPr/>
    </dgm:pt>
    <dgm:pt modelId="{96AAFB0C-01E4-4645-8B6F-83ED929D61B8}" type="pres">
      <dgm:prSet presAssocID="{BC2A6DD3-66AD-4FDD-9F5F-11426DC64E2F}" presName="rootComposite" presStyleCnt="0"/>
      <dgm:spPr/>
    </dgm:pt>
    <dgm:pt modelId="{3BF19928-78AC-4F17-8D8C-B3452870CFC1}" type="pres">
      <dgm:prSet presAssocID="{BC2A6DD3-66AD-4FDD-9F5F-11426DC64E2F}" presName="rootText" presStyleLbl="node3" presStyleIdx="5" presStyleCnt="7">
        <dgm:presLayoutVars>
          <dgm:chPref val="3"/>
        </dgm:presLayoutVars>
      </dgm:prSet>
      <dgm:spPr/>
    </dgm:pt>
    <dgm:pt modelId="{6258DCF8-CE0B-4F7C-A930-628BA573E496}" type="pres">
      <dgm:prSet presAssocID="{BC2A6DD3-66AD-4FDD-9F5F-11426DC64E2F}" presName="rootConnector" presStyleLbl="node3" presStyleIdx="5" presStyleCnt="7"/>
      <dgm:spPr/>
    </dgm:pt>
    <dgm:pt modelId="{2A57C7FA-0FEE-49B7-B88A-A95AD10ED7DF}" type="pres">
      <dgm:prSet presAssocID="{BC2A6DD3-66AD-4FDD-9F5F-11426DC64E2F}" presName="hierChild4" presStyleCnt="0"/>
      <dgm:spPr/>
    </dgm:pt>
    <dgm:pt modelId="{624A613E-EF0A-4AB6-97DA-D639B59A4E6F}" type="pres">
      <dgm:prSet presAssocID="{BC2A6DD3-66AD-4FDD-9F5F-11426DC64E2F}" presName="hierChild5" presStyleCnt="0"/>
      <dgm:spPr/>
    </dgm:pt>
    <dgm:pt modelId="{88B3C08E-5DAC-4D78-9DEA-ACE674CF0FB6}" type="pres">
      <dgm:prSet presAssocID="{B7A595F1-DAA7-4CB3-B8BD-05C278F20FB7}" presName="hierChild5" presStyleCnt="0"/>
      <dgm:spPr/>
    </dgm:pt>
    <dgm:pt modelId="{00B738C1-3400-4A7F-BDA5-7EEA263B309F}" type="pres">
      <dgm:prSet presAssocID="{ECD838F6-9F48-4CFC-9969-411CF6D411F2}" presName="Name37" presStyleLbl="parChTrans1D2" presStyleIdx="2" presStyleCnt="4"/>
      <dgm:spPr/>
    </dgm:pt>
    <dgm:pt modelId="{C9441146-3A78-499C-AD84-15C703351637}" type="pres">
      <dgm:prSet presAssocID="{A92EAE62-2F19-442C-AD07-A1B0718B5C1C}" presName="hierRoot2" presStyleCnt="0">
        <dgm:presLayoutVars>
          <dgm:hierBranch val="init"/>
        </dgm:presLayoutVars>
      </dgm:prSet>
      <dgm:spPr/>
    </dgm:pt>
    <dgm:pt modelId="{92AE607D-4C30-4C4E-8BC3-F562C88CE67F}" type="pres">
      <dgm:prSet presAssocID="{A92EAE62-2F19-442C-AD07-A1B0718B5C1C}" presName="rootComposite" presStyleCnt="0"/>
      <dgm:spPr/>
    </dgm:pt>
    <dgm:pt modelId="{A9EC7CA0-DC24-40BF-A324-F097DB9F00B9}" type="pres">
      <dgm:prSet presAssocID="{A92EAE62-2F19-442C-AD07-A1B0718B5C1C}" presName="rootText" presStyleLbl="node2" presStyleIdx="2" presStyleCnt="3">
        <dgm:presLayoutVars>
          <dgm:chPref val="3"/>
        </dgm:presLayoutVars>
      </dgm:prSet>
      <dgm:spPr/>
    </dgm:pt>
    <dgm:pt modelId="{2D920520-265C-4F06-AC3A-62434E2E32E7}" type="pres">
      <dgm:prSet presAssocID="{A92EAE62-2F19-442C-AD07-A1B0718B5C1C}" presName="rootConnector" presStyleLbl="node2" presStyleIdx="2" presStyleCnt="3"/>
      <dgm:spPr/>
    </dgm:pt>
    <dgm:pt modelId="{3270E057-F814-4BCD-93E1-1146ED7A4EE0}" type="pres">
      <dgm:prSet presAssocID="{A92EAE62-2F19-442C-AD07-A1B0718B5C1C}" presName="hierChild4" presStyleCnt="0"/>
      <dgm:spPr/>
    </dgm:pt>
    <dgm:pt modelId="{655662C8-A43E-4D67-9648-B7B79671E7E3}" type="pres">
      <dgm:prSet presAssocID="{BA84D7F3-E50F-4EBB-9A15-26CAB02B2A96}" presName="Name37" presStyleLbl="parChTrans1D3" presStyleIdx="6" presStyleCnt="7"/>
      <dgm:spPr/>
    </dgm:pt>
    <dgm:pt modelId="{FE8206C8-B1D7-42ED-95CB-B83582F130C1}" type="pres">
      <dgm:prSet presAssocID="{833B473C-BBF5-43A6-B7E6-C05B6FB63A9A}" presName="hierRoot2" presStyleCnt="0">
        <dgm:presLayoutVars>
          <dgm:hierBranch val="init"/>
        </dgm:presLayoutVars>
      </dgm:prSet>
      <dgm:spPr/>
    </dgm:pt>
    <dgm:pt modelId="{D7552757-9C9B-422C-8422-BC6D551902F6}" type="pres">
      <dgm:prSet presAssocID="{833B473C-BBF5-43A6-B7E6-C05B6FB63A9A}" presName="rootComposite" presStyleCnt="0"/>
      <dgm:spPr/>
    </dgm:pt>
    <dgm:pt modelId="{2731F09C-CD26-46A7-9CD2-3544DE85CFCB}" type="pres">
      <dgm:prSet presAssocID="{833B473C-BBF5-43A6-B7E6-C05B6FB63A9A}" presName="rootText" presStyleLbl="node3" presStyleIdx="6" presStyleCnt="7">
        <dgm:presLayoutVars>
          <dgm:chPref val="3"/>
        </dgm:presLayoutVars>
      </dgm:prSet>
      <dgm:spPr/>
    </dgm:pt>
    <dgm:pt modelId="{038C84F4-2258-41CA-9E61-9621436393EC}" type="pres">
      <dgm:prSet presAssocID="{833B473C-BBF5-43A6-B7E6-C05B6FB63A9A}" presName="rootConnector" presStyleLbl="node3" presStyleIdx="6" presStyleCnt="7"/>
      <dgm:spPr/>
    </dgm:pt>
    <dgm:pt modelId="{E17409DE-298C-4384-BF9C-AB89A0FDD2E3}" type="pres">
      <dgm:prSet presAssocID="{833B473C-BBF5-43A6-B7E6-C05B6FB63A9A}" presName="hierChild4" presStyleCnt="0"/>
      <dgm:spPr/>
    </dgm:pt>
    <dgm:pt modelId="{4C9314DA-E839-4F06-BEF1-2E6ED8C2F5D0}" type="pres">
      <dgm:prSet presAssocID="{833B473C-BBF5-43A6-B7E6-C05B6FB63A9A}" presName="hierChild5" presStyleCnt="0"/>
      <dgm:spPr/>
    </dgm:pt>
    <dgm:pt modelId="{5061E41B-EC46-42D6-A309-D202938C97F1}" type="pres">
      <dgm:prSet presAssocID="{A92EAE62-2F19-442C-AD07-A1B0718B5C1C}" presName="hierChild5" presStyleCnt="0"/>
      <dgm:spPr/>
    </dgm:pt>
    <dgm:pt modelId="{7F8F974C-70AB-48F7-A5DA-4FC1E9F3EABB}" type="pres">
      <dgm:prSet presAssocID="{59B76ABA-C47F-499D-B9A8-CB7F5F8BBFD7}" presName="hierChild3" presStyleCnt="0"/>
      <dgm:spPr/>
    </dgm:pt>
    <dgm:pt modelId="{3BB19A94-E8A8-49D2-AACF-3C54C477467E}" type="pres">
      <dgm:prSet presAssocID="{553E959F-738F-4113-991F-850A280191AE}" presName="Name111" presStyleLbl="parChTrans1D2" presStyleIdx="3" presStyleCnt="4"/>
      <dgm:spPr/>
    </dgm:pt>
    <dgm:pt modelId="{EE8DA1F5-29FD-4CB7-B97C-7728F08AAE09}" type="pres">
      <dgm:prSet presAssocID="{A68ECF60-1E14-467B-B33B-782ED214E109}" presName="hierRoot3" presStyleCnt="0">
        <dgm:presLayoutVars>
          <dgm:hierBranch val="init"/>
        </dgm:presLayoutVars>
      </dgm:prSet>
      <dgm:spPr/>
    </dgm:pt>
    <dgm:pt modelId="{49B74211-5493-4C2C-AB18-9A3B4D90FC0F}" type="pres">
      <dgm:prSet presAssocID="{A68ECF60-1E14-467B-B33B-782ED214E109}" presName="rootComposite3" presStyleCnt="0"/>
      <dgm:spPr/>
    </dgm:pt>
    <dgm:pt modelId="{4630ED53-85C1-4847-A8D2-2DAC55FE4C6A}" type="pres">
      <dgm:prSet presAssocID="{A68ECF60-1E14-467B-B33B-782ED214E109}" presName="rootText3" presStyleLbl="asst1" presStyleIdx="0" presStyleCnt="1">
        <dgm:presLayoutVars>
          <dgm:chPref val="3"/>
        </dgm:presLayoutVars>
      </dgm:prSet>
      <dgm:spPr/>
    </dgm:pt>
    <dgm:pt modelId="{947FA0C1-4A56-47A0-9379-7F451A249D3C}" type="pres">
      <dgm:prSet presAssocID="{A68ECF60-1E14-467B-B33B-782ED214E109}" presName="rootConnector3" presStyleLbl="asst1" presStyleIdx="0" presStyleCnt="1"/>
      <dgm:spPr/>
    </dgm:pt>
    <dgm:pt modelId="{2CA91DCE-1F49-46FB-9028-29BE053C446A}" type="pres">
      <dgm:prSet presAssocID="{A68ECF60-1E14-467B-B33B-782ED214E109}" presName="hierChild6" presStyleCnt="0"/>
      <dgm:spPr/>
    </dgm:pt>
    <dgm:pt modelId="{67BD196C-CBD8-4233-AA84-654C9DF346C6}" type="pres">
      <dgm:prSet presAssocID="{A68ECF60-1E14-467B-B33B-782ED214E109}" presName="hierChild7" presStyleCnt="0"/>
      <dgm:spPr/>
    </dgm:pt>
  </dgm:ptLst>
  <dgm:cxnLst>
    <dgm:cxn modelId="{0AE30D02-9A4F-4B2D-8800-A670C1306067}" type="presOf" srcId="{94B6B3A0-0469-45BF-9C77-15B8B4557DBD}" destId="{67084468-E4A3-4315-BF4E-9944C2B2DB0E}" srcOrd="0" destOrd="0" presId="urn:microsoft.com/office/officeart/2005/8/layout/orgChart1"/>
    <dgm:cxn modelId="{E6B5930A-0A10-4B4B-B459-E96F750EE7F5}" type="presOf" srcId="{833B473C-BBF5-43A6-B7E6-C05B6FB63A9A}" destId="{038C84F4-2258-41CA-9E61-9621436393EC}" srcOrd="1" destOrd="0" presId="urn:microsoft.com/office/officeart/2005/8/layout/orgChart1"/>
    <dgm:cxn modelId="{B09F5F0F-D180-4F5D-A5EA-F704CE93DA09}" type="presOf" srcId="{A92EAE62-2F19-442C-AD07-A1B0718B5C1C}" destId="{2D920520-265C-4F06-AC3A-62434E2E32E7}" srcOrd="1" destOrd="0" presId="urn:microsoft.com/office/officeart/2005/8/layout/orgChart1"/>
    <dgm:cxn modelId="{986B8F11-B567-4B2C-95EF-D4C99E05363C}" type="presOf" srcId="{97FD5525-599C-4E61-AD32-9EE2A26CB5F6}" destId="{2A38B8F0-D968-40BC-A5D1-728F886DF220}" srcOrd="1" destOrd="0" presId="urn:microsoft.com/office/officeart/2005/8/layout/orgChart1"/>
    <dgm:cxn modelId="{3E7F0214-918A-441F-A69D-19F5989226AE}" srcId="{45E3FCE2-8A13-47C9-BE2D-910C7EC0C18C}" destId="{7D5D901A-A8CF-49B7-A2F5-850CAC6B0BAC}" srcOrd="0" destOrd="0" parTransId="{6DBC9279-9448-4C6E-AAA5-14E8A6F75349}" sibTransId="{362293C7-0F33-4D8E-820E-A4193C40B7A9}"/>
    <dgm:cxn modelId="{853DFF1A-95C3-4638-8FDA-D12566062D91}" type="presOf" srcId="{8DF7F5A3-D95E-4639-8832-21FE0A95A016}" destId="{52515286-02E4-4ED4-90F2-45EB2FBCC5E8}" srcOrd="1" destOrd="0" presId="urn:microsoft.com/office/officeart/2005/8/layout/orgChart1"/>
    <dgm:cxn modelId="{951C431C-DAD8-449F-98B6-AB24120DA84A}" type="presOf" srcId="{BA84D7F3-E50F-4EBB-9A15-26CAB02B2A96}" destId="{655662C8-A43E-4D67-9648-B7B79671E7E3}" srcOrd="0" destOrd="0" presId="urn:microsoft.com/office/officeart/2005/8/layout/orgChart1"/>
    <dgm:cxn modelId="{7B86361F-BC0C-423E-8269-AB58AAA95E1B}" srcId="{6A538B7B-90A8-472F-A854-EFFF55084F6B}" destId="{59B76ABA-C47F-499D-B9A8-CB7F5F8BBFD7}" srcOrd="0" destOrd="0" parTransId="{1C0C351C-C901-415D-AB5C-A101F69D4A62}" sibTransId="{5DF666D0-A300-4842-A74F-4182B50935A4}"/>
    <dgm:cxn modelId="{B9DB401F-AB01-4052-A2EF-E9821D35FEBD}" type="presOf" srcId="{6DBC9279-9448-4C6E-AAA5-14E8A6F75349}" destId="{308A73FB-76E4-47B0-A47E-B8ABCBCD8052}" srcOrd="0" destOrd="0" presId="urn:microsoft.com/office/officeart/2005/8/layout/orgChart1"/>
    <dgm:cxn modelId="{D0A8D627-9C49-426D-9626-A485CCF46459}" type="presOf" srcId="{031E2BB4-252B-4311-9599-D45088ED770E}" destId="{667490EF-7F0C-4114-A553-CAD301A41AF2}" srcOrd="0" destOrd="0" presId="urn:microsoft.com/office/officeart/2005/8/layout/orgChart1"/>
    <dgm:cxn modelId="{59933D2B-AF11-43C7-AD67-970C7188024C}" type="presOf" srcId="{B7A595F1-DAA7-4CB3-B8BD-05C278F20FB7}" destId="{049A2922-91A3-4606-A45E-5DFF814025AA}" srcOrd="1" destOrd="0" presId="urn:microsoft.com/office/officeart/2005/8/layout/orgChart1"/>
    <dgm:cxn modelId="{B20C4530-889F-441F-9020-A8DA92D5D1D7}" type="presOf" srcId="{5487FCE8-DCFE-4E45-8A6E-527137B9FBBE}" destId="{2506B39B-FE3D-4520-B475-3A80B76FBDD0}" srcOrd="0" destOrd="0" presId="urn:microsoft.com/office/officeart/2005/8/layout/orgChart1"/>
    <dgm:cxn modelId="{15A7ED30-ECAA-4082-BA19-5B22DE0FA8B9}" type="presOf" srcId="{97FD5525-599C-4E61-AD32-9EE2A26CB5F6}" destId="{8FE173DD-E6EE-4A7B-9091-F933F1B4E3B8}" srcOrd="0" destOrd="0" presId="urn:microsoft.com/office/officeart/2005/8/layout/orgChart1"/>
    <dgm:cxn modelId="{6CC54039-9A0E-454E-99B3-5538BF87D510}" type="presOf" srcId="{8DF7F5A3-D95E-4639-8832-21FE0A95A016}" destId="{54FF58C6-9556-4429-A09C-5305E941BA78}" srcOrd="0" destOrd="0" presId="urn:microsoft.com/office/officeart/2005/8/layout/orgChart1"/>
    <dgm:cxn modelId="{6BAE8A3B-CD78-4F24-A8AC-71F329DDCB42}" type="presOf" srcId="{A92EAE62-2F19-442C-AD07-A1B0718B5C1C}" destId="{A9EC7CA0-DC24-40BF-A324-F097DB9F00B9}" srcOrd="0" destOrd="0" presId="urn:microsoft.com/office/officeart/2005/8/layout/orgChart1"/>
    <dgm:cxn modelId="{6A93663C-78AA-40A9-BB3C-EE02B1FF3E15}" srcId="{59B76ABA-C47F-499D-B9A8-CB7F5F8BBFD7}" destId="{A68ECF60-1E14-467B-B33B-782ED214E109}" srcOrd="0" destOrd="0" parTransId="{553E959F-738F-4113-991F-850A280191AE}" sibTransId="{6E1CF8FC-3923-407D-93C4-4EE237969C4B}"/>
    <dgm:cxn modelId="{3F21F03C-1CA1-4EA7-88A5-8A2118A4E068}" srcId="{A92EAE62-2F19-442C-AD07-A1B0718B5C1C}" destId="{833B473C-BBF5-43A6-B7E6-C05B6FB63A9A}" srcOrd="0" destOrd="0" parTransId="{BA84D7F3-E50F-4EBB-9A15-26CAB02B2A96}" sibTransId="{4ACDCAD8-2306-4E6D-BB98-4583434D811A}"/>
    <dgm:cxn modelId="{46430764-C025-4BA2-BE3F-0A9DFCDBE9A3}" srcId="{B7A595F1-DAA7-4CB3-B8BD-05C278F20FB7}" destId="{5A01F13C-C88F-49A5-8F31-39212E96A701}" srcOrd="0" destOrd="0" parTransId="{FE6E7499-D2EC-4781-8EC3-C3E00107B083}" sibTransId="{1B3E07F8-6DE8-4751-865C-40538DB3484B}"/>
    <dgm:cxn modelId="{91CCC445-476D-4033-8162-D44366402385}" type="presOf" srcId="{A68ECF60-1E14-467B-B33B-782ED214E109}" destId="{947FA0C1-4A56-47A0-9379-7F451A249D3C}" srcOrd="1" destOrd="0" presId="urn:microsoft.com/office/officeart/2005/8/layout/orgChart1"/>
    <dgm:cxn modelId="{099A184B-6DCF-4798-8CE8-D65BF8422E84}" type="presOf" srcId="{BC2A6DD3-66AD-4FDD-9F5F-11426DC64E2F}" destId="{3BF19928-78AC-4F17-8D8C-B3452870CFC1}" srcOrd="0" destOrd="0" presId="urn:microsoft.com/office/officeart/2005/8/layout/orgChart1"/>
    <dgm:cxn modelId="{EE6DAF6B-BFF7-4FCC-9E8E-9F3F7EF9CD02}" type="presOf" srcId="{A68ECF60-1E14-467B-B33B-782ED214E109}" destId="{4630ED53-85C1-4847-A8D2-2DAC55FE4C6A}" srcOrd="0" destOrd="0" presId="urn:microsoft.com/office/officeart/2005/8/layout/orgChart1"/>
    <dgm:cxn modelId="{26B34A4E-88D2-4CEE-A8D9-89D98B268C25}" type="presOf" srcId="{AB8F3199-DE2F-4463-BD15-2DB884298495}" destId="{5758DC7D-70E0-4901-B730-7199810D6893}" srcOrd="1" destOrd="0" presId="urn:microsoft.com/office/officeart/2005/8/layout/orgChart1"/>
    <dgm:cxn modelId="{88D1DD70-192B-4A90-A453-B3E0E2559936}" type="presOf" srcId="{6542EA12-04F7-4490-B1BA-908A40331568}" destId="{EFE62B1C-C66B-4245-B331-349FC8C299FC}" srcOrd="0" destOrd="0" presId="urn:microsoft.com/office/officeart/2005/8/layout/orgChart1"/>
    <dgm:cxn modelId="{CF2B6072-E93D-4FB7-A8DA-AD630EEF9DE1}" type="presOf" srcId="{553E959F-738F-4113-991F-850A280191AE}" destId="{3BB19A94-E8A8-49D2-AACF-3C54C477467E}" srcOrd="0" destOrd="0" presId="urn:microsoft.com/office/officeart/2005/8/layout/orgChart1"/>
    <dgm:cxn modelId="{33B5A073-E094-4815-B74C-B476DC3DEF92}" type="presOf" srcId="{CF513C6F-88B2-4EF0-8B5A-7D002A7D6C1C}" destId="{8EB33818-ACDF-4ABB-9307-2BE4183902F4}" srcOrd="0" destOrd="0" presId="urn:microsoft.com/office/officeart/2005/8/layout/orgChart1"/>
    <dgm:cxn modelId="{28D44677-7C0B-446D-940A-1856545F85D8}" type="presOf" srcId="{B7A595F1-DAA7-4CB3-B8BD-05C278F20FB7}" destId="{D2CD798C-7A03-4FE3-938C-EB31559BC5EF}" srcOrd="0" destOrd="0" presId="urn:microsoft.com/office/officeart/2005/8/layout/orgChart1"/>
    <dgm:cxn modelId="{2102E457-31E6-41A0-99F0-43A913B0809A}" srcId="{B7A595F1-DAA7-4CB3-B8BD-05C278F20FB7}" destId="{BC2A6DD3-66AD-4FDD-9F5F-11426DC64E2F}" srcOrd="2" destOrd="0" parTransId="{94B6B3A0-0469-45BF-9C77-15B8B4557DBD}" sibTransId="{93FF378B-0FC1-4247-A0E9-22D6E68086C9}"/>
    <dgm:cxn modelId="{6EF0BF7C-7EE5-4DB5-954C-A08F6B054EEA}" type="presOf" srcId="{B9C31A35-219F-478D-916E-65D415525034}" destId="{60CF717F-B75B-4E87-9D0D-477F85483960}" srcOrd="0" destOrd="0" presId="urn:microsoft.com/office/officeart/2005/8/layout/orgChart1"/>
    <dgm:cxn modelId="{4496627D-69B9-41AB-A5F4-F7E5C712364C}" type="presOf" srcId="{FE6E7499-D2EC-4781-8EC3-C3E00107B083}" destId="{40C10FC2-ADE4-4FFE-A876-8C164FCC1FCD}" srcOrd="0" destOrd="0" presId="urn:microsoft.com/office/officeart/2005/8/layout/orgChart1"/>
    <dgm:cxn modelId="{5C18CB84-9C68-4871-AF1D-C14C15A545CB}" type="presOf" srcId="{05152648-27E0-40C7-8968-90386C94FE10}" destId="{1F07493D-CF6C-4EAC-B68B-8301A6E0802A}" srcOrd="0" destOrd="0" presId="urn:microsoft.com/office/officeart/2005/8/layout/orgChart1"/>
    <dgm:cxn modelId="{BBE67388-5488-4BF8-8EB2-E8F961FCB088}" type="presOf" srcId="{7D5D901A-A8CF-49B7-A2F5-850CAC6B0BAC}" destId="{E30DE75C-46A4-4893-AF38-7A6EA862D371}" srcOrd="0" destOrd="0" presId="urn:microsoft.com/office/officeart/2005/8/layout/orgChart1"/>
    <dgm:cxn modelId="{2440918B-F872-40AE-BDCD-EEAB9661EB84}" srcId="{59B76ABA-C47F-499D-B9A8-CB7F5F8BBFD7}" destId="{5ACC285D-43E8-415C-B7E8-DFA3D57950BB}" srcOrd="1" destOrd="0" parTransId="{B9C31A35-219F-478D-916E-65D415525034}" sibTransId="{CFE75B1F-CAA8-499D-A8D2-D2D52A4AC9AC}"/>
    <dgm:cxn modelId="{D7907492-8266-4F6F-8D89-58F0F19AFC49}" type="presOf" srcId="{ECD838F6-9F48-4CFC-9969-411CF6D411F2}" destId="{00B738C1-3400-4A7F-BDA5-7EEA263B309F}" srcOrd="0" destOrd="0" presId="urn:microsoft.com/office/officeart/2005/8/layout/orgChart1"/>
    <dgm:cxn modelId="{5CB203AA-D57E-4D6C-B7E0-D12C0792BAC2}" type="presOf" srcId="{45E3FCE2-8A13-47C9-BE2D-910C7EC0C18C}" destId="{9625CF51-117F-4944-9C64-8738C2241A77}" srcOrd="1" destOrd="0" presId="urn:microsoft.com/office/officeart/2005/8/layout/orgChart1"/>
    <dgm:cxn modelId="{530ED1AB-814D-43F5-AB6A-09E5250324BF}" type="presOf" srcId="{45E3FCE2-8A13-47C9-BE2D-910C7EC0C18C}" destId="{7CC71783-BD01-4ECB-B602-FF4ABC9FED79}" srcOrd="0" destOrd="0" presId="urn:microsoft.com/office/officeart/2005/8/layout/orgChart1"/>
    <dgm:cxn modelId="{37CF6FB4-7D41-4407-93E8-05EF1F4A1DF8}" type="presOf" srcId="{AB8F3199-DE2F-4463-BD15-2DB884298495}" destId="{B9218DC9-9925-4A91-AAE0-0482CB1CACF3}" srcOrd="0" destOrd="0" presId="urn:microsoft.com/office/officeart/2005/8/layout/orgChart1"/>
    <dgm:cxn modelId="{BF6EF8BA-23BE-49DF-B8B8-F46E642DD916}" srcId="{5ACC285D-43E8-415C-B7E8-DFA3D57950BB}" destId="{97FD5525-599C-4E61-AD32-9EE2A26CB5F6}" srcOrd="2" destOrd="0" parTransId="{05152648-27E0-40C7-8968-90386C94FE10}" sibTransId="{C3BDDF3A-063E-4A23-B1DC-300C94FC317A}"/>
    <dgm:cxn modelId="{AB91D5BC-6C4B-40DD-A3D7-58DC67EA126A}" type="presOf" srcId="{833B473C-BBF5-43A6-B7E6-C05B6FB63A9A}" destId="{2731F09C-CD26-46A7-9CD2-3544DE85CFCB}" srcOrd="0" destOrd="0" presId="urn:microsoft.com/office/officeart/2005/8/layout/orgChart1"/>
    <dgm:cxn modelId="{C606A2C4-53BB-4671-9887-BE6A9373FFF5}" srcId="{5ACC285D-43E8-415C-B7E8-DFA3D57950BB}" destId="{AB8F3199-DE2F-4463-BD15-2DB884298495}" srcOrd="1" destOrd="0" parTransId="{031E2BB4-252B-4311-9599-D45088ED770E}" sibTransId="{B1DE2B00-F9EB-4573-A346-44BECABD2F62}"/>
    <dgm:cxn modelId="{72F468C7-A328-4F7D-9D54-BC35287FDB45}" srcId="{59B76ABA-C47F-499D-B9A8-CB7F5F8BBFD7}" destId="{B7A595F1-DAA7-4CB3-B8BD-05C278F20FB7}" srcOrd="2" destOrd="0" parTransId="{6542EA12-04F7-4490-B1BA-908A40331568}" sibTransId="{DCA22151-82AD-48CC-8E2A-28AEEB8B95C0}"/>
    <dgm:cxn modelId="{DD5815CA-F2EE-4FDE-B310-77A9BA23391B}" type="presOf" srcId="{59B76ABA-C47F-499D-B9A8-CB7F5F8BBFD7}" destId="{DAA6665B-2B0A-451E-8D06-CF373DF6016E}" srcOrd="0" destOrd="0" presId="urn:microsoft.com/office/officeart/2005/8/layout/orgChart1"/>
    <dgm:cxn modelId="{BEA126CF-0196-411E-8B6A-E28FF2AA23AC}" type="presOf" srcId="{5A01F13C-C88F-49A5-8F31-39212E96A701}" destId="{B7A946E4-8D1C-400B-A738-9144FD764954}" srcOrd="1" destOrd="0" presId="urn:microsoft.com/office/officeart/2005/8/layout/orgChart1"/>
    <dgm:cxn modelId="{7FC3AAD6-B366-497F-90EA-049206642186}" type="presOf" srcId="{59B76ABA-C47F-499D-B9A8-CB7F5F8BBFD7}" destId="{128A735D-DC59-441D-97C4-AC4088736F32}" srcOrd="1" destOrd="0" presId="urn:microsoft.com/office/officeart/2005/8/layout/orgChart1"/>
    <dgm:cxn modelId="{324CD9DD-EA69-4582-B6DD-8E5740899482}" srcId="{B7A595F1-DAA7-4CB3-B8BD-05C278F20FB7}" destId="{8DF7F5A3-D95E-4639-8832-21FE0A95A016}" srcOrd="1" destOrd="0" parTransId="{5487FCE8-DCFE-4E45-8A6E-527137B9FBBE}" sibTransId="{20C18521-F965-428B-83CF-F3C183E3DA0C}"/>
    <dgm:cxn modelId="{781082DF-4DED-4C32-AF6B-68A40139AE38}" type="presOf" srcId="{7D5D901A-A8CF-49B7-A2F5-850CAC6B0BAC}" destId="{103E1829-B9B6-48FA-847B-FE622F7F8433}" srcOrd="1" destOrd="0" presId="urn:microsoft.com/office/officeart/2005/8/layout/orgChart1"/>
    <dgm:cxn modelId="{776676E0-4736-48B1-B3F2-29F131FA52DB}" type="presOf" srcId="{5ACC285D-43E8-415C-B7E8-DFA3D57950BB}" destId="{C38218A2-5959-4550-A811-4D52B8A60F80}" srcOrd="0" destOrd="0" presId="urn:microsoft.com/office/officeart/2005/8/layout/orgChart1"/>
    <dgm:cxn modelId="{4D4372F2-44DF-47AD-988A-68AC8D9E8516}" type="presOf" srcId="{5A01F13C-C88F-49A5-8F31-39212E96A701}" destId="{798417F2-D705-40D2-89AC-5419645195BD}" srcOrd="0" destOrd="0" presId="urn:microsoft.com/office/officeart/2005/8/layout/orgChart1"/>
    <dgm:cxn modelId="{65F7C7F4-B9D8-4B93-AED1-5F1EC7323F16}" srcId="{59B76ABA-C47F-499D-B9A8-CB7F5F8BBFD7}" destId="{A92EAE62-2F19-442C-AD07-A1B0718B5C1C}" srcOrd="3" destOrd="0" parTransId="{ECD838F6-9F48-4CFC-9969-411CF6D411F2}" sibTransId="{5BE2A17B-314F-4BC3-BA33-EDF91E9371A3}"/>
    <dgm:cxn modelId="{F1005AF6-F02F-49C3-957D-C10C377E8EFE}" srcId="{5ACC285D-43E8-415C-B7E8-DFA3D57950BB}" destId="{45E3FCE2-8A13-47C9-BE2D-910C7EC0C18C}" srcOrd="0" destOrd="0" parTransId="{CF513C6F-88B2-4EF0-8B5A-7D002A7D6C1C}" sibTransId="{7270FD6F-B6B4-4BF6-BBE6-6AB5A9B62A0F}"/>
    <dgm:cxn modelId="{53E6A7F6-4230-4676-BE5D-4CA7A7F92380}" type="presOf" srcId="{5ACC285D-43E8-415C-B7E8-DFA3D57950BB}" destId="{C88828C7-73E5-4AB7-B9D9-AA56CD14E3A1}" srcOrd="1" destOrd="0" presId="urn:microsoft.com/office/officeart/2005/8/layout/orgChart1"/>
    <dgm:cxn modelId="{4DE0B3F7-57FD-4EB3-BF07-DDC477EB19AC}" type="presOf" srcId="{6A538B7B-90A8-472F-A854-EFFF55084F6B}" destId="{0751CB5B-F68E-4F07-8143-1B9061EC3481}" srcOrd="0" destOrd="0" presId="urn:microsoft.com/office/officeart/2005/8/layout/orgChart1"/>
    <dgm:cxn modelId="{3055B1FC-FB7E-4504-BD87-C3AF045A9BC2}" type="presOf" srcId="{BC2A6DD3-66AD-4FDD-9F5F-11426DC64E2F}" destId="{6258DCF8-CE0B-4F7C-A930-628BA573E496}" srcOrd="1" destOrd="0" presId="urn:microsoft.com/office/officeart/2005/8/layout/orgChart1"/>
    <dgm:cxn modelId="{8816CDEF-AE56-4308-9ADA-65CE2B2B9B41}" type="presParOf" srcId="{0751CB5B-F68E-4F07-8143-1B9061EC3481}" destId="{097100F8-BAA1-42D8-8C2A-C305B1141D16}" srcOrd="0" destOrd="0" presId="urn:microsoft.com/office/officeart/2005/8/layout/orgChart1"/>
    <dgm:cxn modelId="{764C5CE3-23AB-4099-9CBB-0F4B4E281B18}" type="presParOf" srcId="{097100F8-BAA1-42D8-8C2A-C305B1141D16}" destId="{3564BC01-BCF3-4706-94AC-564A309E096F}" srcOrd="0" destOrd="0" presId="urn:microsoft.com/office/officeart/2005/8/layout/orgChart1"/>
    <dgm:cxn modelId="{3D253F52-E80F-4F74-9B27-17434D445D43}" type="presParOf" srcId="{3564BC01-BCF3-4706-94AC-564A309E096F}" destId="{DAA6665B-2B0A-451E-8D06-CF373DF6016E}" srcOrd="0" destOrd="0" presId="urn:microsoft.com/office/officeart/2005/8/layout/orgChart1"/>
    <dgm:cxn modelId="{9DF2C3D8-D679-44C1-A974-5A7BD2BD571E}" type="presParOf" srcId="{3564BC01-BCF3-4706-94AC-564A309E096F}" destId="{128A735D-DC59-441D-97C4-AC4088736F32}" srcOrd="1" destOrd="0" presId="urn:microsoft.com/office/officeart/2005/8/layout/orgChart1"/>
    <dgm:cxn modelId="{E217D9FF-783B-437B-BE86-E25E07253DC9}" type="presParOf" srcId="{097100F8-BAA1-42D8-8C2A-C305B1141D16}" destId="{4D708EE2-DED1-4D74-B204-3E3BD6970CEE}" srcOrd="1" destOrd="0" presId="urn:microsoft.com/office/officeart/2005/8/layout/orgChart1"/>
    <dgm:cxn modelId="{25DE6D4B-335C-4193-AF3E-0526786E6E1C}" type="presParOf" srcId="{4D708EE2-DED1-4D74-B204-3E3BD6970CEE}" destId="{60CF717F-B75B-4E87-9D0D-477F85483960}" srcOrd="0" destOrd="0" presId="urn:microsoft.com/office/officeart/2005/8/layout/orgChart1"/>
    <dgm:cxn modelId="{BE871B56-52C1-46DF-8C68-A9965EBA5705}" type="presParOf" srcId="{4D708EE2-DED1-4D74-B204-3E3BD6970CEE}" destId="{E3DA92C4-CB09-4065-913A-A26845F8B303}" srcOrd="1" destOrd="0" presId="urn:microsoft.com/office/officeart/2005/8/layout/orgChart1"/>
    <dgm:cxn modelId="{0A31845B-FB45-4671-94AE-1A8E40ADB4E5}" type="presParOf" srcId="{E3DA92C4-CB09-4065-913A-A26845F8B303}" destId="{8233FBB6-6BBC-4B1B-8E79-D28140EBF2C3}" srcOrd="0" destOrd="0" presId="urn:microsoft.com/office/officeart/2005/8/layout/orgChart1"/>
    <dgm:cxn modelId="{8F339B16-2CC2-421B-B1CF-9DCD00F8B6D8}" type="presParOf" srcId="{8233FBB6-6BBC-4B1B-8E79-D28140EBF2C3}" destId="{C38218A2-5959-4550-A811-4D52B8A60F80}" srcOrd="0" destOrd="0" presId="urn:microsoft.com/office/officeart/2005/8/layout/orgChart1"/>
    <dgm:cxn modelId="{68C5AFB8-F12A-424A-A1D4-6EE9CA9CCF87}" type="presParOf" srcId="{8233FBB6-6BBC-4B1B-8E79-D28140EBF2C3}" destId="{C88828C7-73E5-4AB7-B9D9-AA56CD14E3A1}" srcOrd="1" destOrd="0" presId="urn:microsoft.com/office/officeart/2005/8/layout/orgChart1"/>
    <dgm:cxn modelId="{2561DCB0-E7F8-4B0D-A62A-4C44467DD0FB}" type="presParOf" srcId="{E3DA92C4-CB09-4065-913A-A26845F8B303}" destId="{6A83BD25-2E4C-4DDC-8416-590B2330921A}" srcOrd="1" destOrd="0" presId="urn:microsoft.com/office/officeart/2005/8/layout/orgChart1"/>
    <dgm:cxn modelId="{FFECEE3F-18D5-4710-BA45-B000EFD7E48B}" type="presParOf" srcId="{6A83BD25-2E4C-4DDC-8416-590B2330921A}" destId="{8EB33818-ACDF-4ABB-9307-2BE4183902F4}" srcOrd="0" destOrd="0" presId="urn:microsoft.com/office/officeart/2005/8/layout/orgChart1"/>
    <dgm:cxn modelId="{206A35CC-FCB4-4F16-B521-64A6FAEBFB9F}" type="presParOf" srcId="{6A83BD25-2E4C-4DDC-8416-590B2330921A}" destId="{1B49A6B1-FF22-4E5C-B70B-BAADA7B35F4A}" srcOrd="1" destOrd="0" presId="urn:microsoft.com/office/officeart/2005/8/layout/orgChart1"/>
    <dgm:cxn modelId="{2ACEDE91-6B1A-4091-8F48-4888213848ED}" type="presParOf" srcId="{1B49A6B1-FF22-4E5C-B70B-BAADA7B35F4A}" destId="{3A74C614-4F7F-43F3-9B7E-721F3A2C779F}" srcOrd="0" destOrd="0" presId="urn:microsoft.com/office/officeart/2005/8/layout/orgChart1"/>
    <dgm:cxn modelId="{57D7FA4F-7FDF-4649-B7BC-60911B0F0401}" type="presParOf" srcId="{3A74C614-4F7F-43F3-9B7E-721F3A2C779F}" destId="{7CC71783-BD01-4ECB-B602-FF4ABC9FED79}" srcOrd="0" destOrd="0" presId="urn:microsoft.com/office/officeart/2005/8/layout/orgChart1"/>
    <dgm:cxn modelId="{ACA7C6F0-16EC-476B-BA0C-21B4F0DDBFA8}" type="presParOf" srcId="{3A74C614-4F7F-43F3-9B7E-721F3A2C779F}" destId="{9625CF51-117F-4944-9C64-8738C2241A77}" srcOrd="1" destOrd="0" presId="urn:microsoft.com/office/officeart/2005/8/layout/orgChart1"/>
    <dgm:cxn modelId="{0674F7F2-6244-491D-B13D-6CF8BA80C6A7}" type="presParOf" srcId="{1B49A6B1-FF22-4E5C-B70B-BAADA7B35F4A}" destId="{1D196956-6489-448A-A143-83665CBFA36D}" srcOrd="1" destOrd="0" presId="urn:microsoft.com/office/officeart/2005/8/layout/orgChart1"/>
    <dgm:cxn modelId="{A56C66E0-DC99-4F0E-86FA-A841EFDE08E4}" type="presParOf" srcId="{1D196956-6489-448A-A143-83665CBFA36D}" destId="{308A73FB-76E4-47B0-A47E-B8ABCBCD8052}" srcOrd="0" destOrd="0" presId="urn:microsoft.com/office/officeart/2005/8/layout/orgChart1"/>
    <dgm:cxn modelId="{928AF550-D9CE-4256-8BBC-43256B790CFB}" type="presParOf" srcId="{1D196956-6489-448A-A143-83665CBFA36D}" destId="{C17873A3-C203-4A46-B7BF-468B2819A728}" srcOrd="1" destOrd="0" presId="urn:microsoft.com/office/officeart/2005/8/layout/orgChart1"/>
    <dgm:cxn modelId="{5C33D621-5EB8-44A1-826E-BC4B1BCA6229}" type="presParOf" srcId="{C17873A3-C203-4A46-B7BF-468B2819A728}" destId="{82058843-E07E-4BDC-ABFE-33513BFFC517}" srcOrd="0" destOrd="0" presId="urn:microsoft.com/office/officeart/2005/8/layout/orgChart1"/>
    <dgm:cxn modelId="{061DBB06-6437-47D5-8810-AE0062241F75}" type="presParOf" srcId="{82058843-E07E-4BDC-ABFE-33513BFFC517}" destId="{E30DE75C-46A4-4893-AF38-7A6EA862D371}" srcOrd="0" destOrd="0" presId="urn:microsoft.com/office/officeart/2005/8/layout/orgChart1"/>
    <dgm:cxn modelId="{445676B6-05A2-4724-A650-66076F9F65D4}" type="presParOf" srcId="{82058843-E07E-4BDC-ABFE-33513BFFC517}" destId="{103E1829-B9B6-48FA-847B-FE622F7F8433}" srcOrd="1" destOrd="0" presId="urn:microsoft.com/office/officeart/2005/8/layout/orgChart1"/>
    <dgm:cxn modelId="{4504CD61-DB5E-4854-8941-CE074484860E}" type="presParOf" srcId="{C17873A3-C203-4A46-B7BF-468B2819A728}" destId="{AD115B98-1FEE-432D-B571-C8738CDBCD8F}" srcOrd="1" destOrd="0" presId="urn:microsoft.com/office/officeart/2005/8/layout/orgChart1"/>
    <dgm:cxn modelId="{49C30122-C4C8-4705-903B-6FB078E00ABB}" type="presParOf" srcId="{C17873A3-C203-4A46-B7BF-468B2819A728}" destId="{473BD538-E7D3-42FA-A18C-A78A8A971337}" srcOrd="2" destOrd="0" presId="urn:microsoft.com/office/officeart/2005/8/layout/orgChart1"/>
    <dgm:cxn modelId="{E336A432-8989-4134-A5EA-9C558AF0AB0D}" type="presParOf" srcId="{1B49A6B1-FF22-4E5C-B70B-BAADA7B35F4A}" destId="{A4BBBEC6-78A6-4AA1-8892-A0CA5EC33E09}" srcOrd="2" destOrd="0" presId="urn:microsoft.com/office/officeart/2005/8/layout/orgChart1"/>
    <dgm:cxn modelId="{58343B77-C991-4BCB-8B39-66D68881EC71}" type="presParOf" srcId="{6A83BD25-2E4C-4DDC-8416-590B2330921A}" destId="{667490EF-7F0C-4114-A553-CAD301A41AF2}" srcOrd="2" destOrd="0" presId="urn:microsoft.com/office/officeart/2005/8/layout/orgChart1"/>
    <dgm:cxn modelId="{C6B59790-51E2-4C87-AE92-7AC79D28FCE0}" type="presParOf" srcId="{6A83BD25-2E4C-4DDC-8416-590B2330921A}" destId="{E0439119-E2FC-4931-BA96-633B038D185C}" srcOrd="3" destOrd="0" presId="urn:microsoft.com/office/officeart/2005/8/layout/orgChart1"/>
    <dgm:cxn modelId="{A3399B4F-45E2-496B-8198-D75BBCD75F18}" type="presParOf" srcId="{E0439119-E2FC-4931-BA96-633B038D185C}" destId="{0B146339-9F17-4033-88D8-568D98250B85}" srcOrd="0" destOrd="0" presId="urn:microsoft.com/office/officeart/2005/8/layout/orgChart1"/>
    <dgm:cxn modelId="{57681E4A-CF1D-48FC-A11C-A64F82AE5377}" type="presParOf" srcId="{0B146339-9F17-4033-88D8-568D98250B85}" destId="{B9218DC9-9925-4A91-AAE0-0482CB1CACF3}" srcOrd="0" destOrd="0" presId="urn:microsoft.com/office/officeart/2005/8/layout/orgChart1"/>
    <dgm:cxn modelId="{9A32176F-4218-4E89-B647-8B6D687C66DC}" type="presParOf" srcId="{0B146339-9F17-4033-88D8-568D98250B85}" destId="{5758DC7D-70E0-4901-B730-7199810D6893}" srcOrd="1" destOrd="0" presId="urn:microsoft.com/office/officeart/2005/8/layout/orgChart1"/>
    <dgm:cxn modelId="{A45946F2-912F-4D0C-8484-FF89D6844E0E}" type="presParOf" srcId="{E0439119-E2FC-4931-BA96-633B038D185C}" destId="{DCB04684-7FF3-451E-AE1C-AC669627894E}" srcOrd="1" destOrd="0" presId="urn:microsoft.com/office/officeart/2005/8/layout/orgChart1"/>
    <dgm:cxn modelId="{540C94F0-D128-4081-A591-71482CCE5979}" type="presParOf" srcId="{E0439119-E2FC-4931-BA96-633B038D185C}" destId="{86BD1F02-6BF2-47F8-8DD3-765C75A494BC}" srcOrd="2" destOrd="0" presId="urn:microsoft.com/office/officeart/2005/8/layout/orgChart1"/>
    <dgm:cxn modelId="{A659500F-8C20-47BA-81CA-9AF9C5B57984}" type="presParOf" srcId="{6A83BD25-2E4C-4DDC-8416-590B2330921A}" destId="{1F07493D-CF6C-4EAC-B68B-8301A6E0802A}" srcOrd="4" destOrd="0" presId="urn:microsoft.com/office/officeart/2005/8/layout/orgChart1"/>
    <dgm:cxn modelId="{98E05A90-B225-431A-81DB-1C1B57484D84}" type="presParOf" srcId="{6A83BD25-2E4C-4DDC-8416-590B2330921A}" destId="{A2700DEA-AE73-419D-9FA9-8FF842ED50E0}" srcOrd="5" destOrd="0" presId="urn:microsoft.com/office/officeart/2005/8/layout/orgChart1"/>
    <dgm:cxn modelId="{144D0306-99EC-40D9-9F79-B06DFC32174F}" type="presParOf" srcId="{A2700DEA-AE73-419D-9FA9-8FF842ED50E0}" destId="{F0383EF0-EB8E-4330-BBC7-8E38A7A88B52}" srcOrd="0" destOrd="0" presId="urn:microsoft.com/office/officeart/2005/8/layout/orgChart1"/>
    <dgm:cxn modelId="{07E712E0-071C-4DAD-8998-E5CFD4311AE4}" type="presParOf" srcId="{F0383EF0-EB8E-4330-BBC7-8E38A7A88B52}" destId="{8FE173DD-E6EE-4A7B-9091-F933F1B4E3B8}" srcOrd="0" destOrd="0" presId="urn:microsoft.com/office/officeart/2005/8/layout/orgChart1"/>
    <dgm:cxn modelId="{738C5EB4-37E1-47D9-93C6-AB4B424FC998}" type="presParOf" srcId="{F0383EF0-EB8E-4330-BBC7-8E38A7A88B52}" destId="{2A38B8F0-D968-40BC-A5D1-728F886DF220}" srcOrd="1" destOrd="0" presId="urn:microsoft.com/office/officeart/2005/8/layout/orgChart1"/>
    <dgm:cxn modelId="{061A45FE-BD93-476B-BB3C-6C6B5CCC56F8}" type="presParOf" srcId="{A2700DEA-AE73-419D-9FA9-8FF842ED50E0}" destId="{D11C3C12-6ECA-4DC0-9859-4275C27DC87C}" srcOrd="1" destOrd="0" presId="urn:microsoft.com/office/officeart/2005/8/layout/orgChart1"/>
    <dgm:cxn modelId="{75A3A34A-7D34-4F53-AFA9-82406210CA8F}" type="presParOf" srcId="{A2700DEA-AE73-419D-9FA9-8FF842ED50E0}" destId="{289FADD7-260C-40B3-AAFF-FEE875E97DF0}" srcOrd="2" destOrd="0" presId="urn:microsoft.com/office/officeart/2005/8/layout/orgChart1"/>
    <dgm:cxn modelId="{7779968D-83F3-42E5-A1BE-0E61482C39B3}" type="presParOf" srcId="{E3DA92C4-CB09-4065-913A-A26845F8B303}" destId="{8480FA41-D858-498C-9740-D38AB64CB9DD}" srcOrd="2" destOrd="0" presId="urn:microsoft.com/office/officeart/2005/8/layout/orgChart1"/>
    <dgm:cxn modelId="{32BA340D-441A-4CE2-9DDD-EB222CB36535}" type="presParOf" srcId="{4D708EE2-DED1-4D74-B204-3E3BD6970CEE}" destId="{EFE62B1C-C66B-4245-B331-349FC8C299FC}" srcOrd="2" destOrd="0" presId="urn:microsoft.com/office/officeart/2005/8/layout/orgChart1"/>
    <dgm:cxn modelId="{C99A65CE-429C-4DAB-8933-47EA1A087FE6}" type="presParOf" srcId="{4D708EE2-DED1-4D74-B204-3E3BD6970CEE}" destId="{0DAD4C50-F1DD-4E51-9655-5339C4B74D40}" srcOrd="3" destOrd="0" presId="urn:microsoft.com/office/officeart/2005/8/layout/orgChart1"/>
    <dgm:cxn modelId="{B8B70A4B-C384-4D38-911C-46067D958ED6}" type="presParOf" srcId="{0DAD4C50-F1DD-4E51-9655-5339C4B74D40}" destId="{F13654D7-B71E-419B-A981-0282E344F697}" srcOrd="0" destOrd="0" presId="urn:microsoft.com/office/officeart/2005/8/layout/orgChart1"/>
    <dgm:cxn modelId="{C77F7D25-5AEE-4862-A61B-1B439046DB16}" type="presParOf" srcId="{F13654D7-B71E-419B-A981-0282E344F697}" destId="{D2CD798C-7A03-4FE3-938C-EB31559BC5EF}" srcOrd="0" destOrd="0" presId="urn:microsoft.com/office/officeart/2005/8/layout/orgChart1"/>
    <dgm:cxn modelId="{1B03D801-71F0-425E-A69D-5B320AFCCCA3}" type="presParOf" srcId="{F13654D7-B71E-419B-A981-0282E344F697}" destId="{049A2922-91A3-4606-A45E-5DFF814025AA}" srcOrd="1" destOrd="0" presId="urn:microsoft.com/office/officeart/2005/8/layout/orgChart1"/>
    <dgm:cxn modelId="{1F253841-2174-428F-BE8F-2C6A99D4B8A2}" type="presParOf" srcId="{0DAD4C50-F1DD-4E51-9655-5339C4B74D40}" destId="{2107DF23-70C2-430D-90DF-E344B9AA1045}" srcOrd="1" destOrd="0" presId="urn:microsoft.com/office/officeart/2005/8/layout/orgChart1"/>
    <dgm:cxn modelId="{37433A71-657A-4DAE-BF64-A6BE4FA6A511}" type="presParOf" srcId="{2107DF23-70C2-430D-90DF-E344B9AA1045}" destId="{40C10FC2-ADE4-4FFE-A876-8C164FCC1FCD}" srcOrd="0" destOrd="0" presId="urn:microsoft.com/office/officeart/2005/8/layout/orgChart1"/>
    <dgm:cxn modelId="{FEB30C3A-0FE4-4F2A-B243-DC1D611018BE}" type="presParOf" srcId="{2107DF23-70C2-430D-90DF-E344B9AA1045}" destId="{561A5162-2665-4B50-A9C6-306E91422491}" srcOrd="1" destOrd="0" presId="urn:microsoft.com/office/officeart/2005/8/layout/orgChart1"/>
    <dgm:cxn modelId="{C5EE4905-CDF6-4148-87E0-D53FE56DAD35}" type="presParOf" srcId="{561A5162-2665-4B50-A9C6-306E91422491}" destId="{88E09771-DE86-4C88-B26F-67053F3B7CB8}" srcOrd="0" destOrd="0" presId="urn:microsoft.com/office/officeart/2005/8/layout/orgChart1"/>
    <dgm:cxn modelId="{4B751B69-21DA-469D-8F65-1C6428FBCA18}" type="presParOf" srcId="{88E09771-DE86-4C88-B26F-67053F3B7CB8}" destId="{798417F2-D705-40D2-89AC-5419645195BD}" srcOrd="0" destOrd="0" presId="urn:microsoft.com/office/officeart/2005/8/layout/orgChart1"/>
    <dgm:cxn modelId="{7B07FDE6-0E89-42B6-B8C0-1C9F13FB94F5}" type="presParOf" srcId="{88E09771-DE86-4C88-B26F-67053F3B7CB8}" destId="{B7A946E4-8D1C-400B-A738-9144FD764954}" srcOrd="1" destOrd="0" presId="urn:microsoft.com/office/officeart/2005/8/layout/orgChart1"/>
    <dgm:cxn modelId="{1558F051-5737-4AB5-9455-D4EC1ED91C86}" type="presParOf" srcId="{561A5162-2665-4B50-A9C6-306E91422491}" destId="{CBB622B7-6CFC-4D8D-AEB8-066CF85003D7}" srcOrd="1" destOrd="0" presId="urn:microsoft.com/office/officeart/2005/8/layout/orgChart1"/>
    <dgm:cxn modelId="{FF9FC4CE-B533-4808-8362-45C96F0D3DE5}" type="presParOf" srcId="{561A5162-2665-4B50-A9C6-306E91422491}" destId="{286DDF4B-A0B8-4FB2-AFF5-88686840A37E}" srcOrd="2" destOrd="0" presId="urn:microsoft.com/office/officeart/2005/8/layout/orgChart1"/>
    <dgm:cxn modelId="{174AAA13-6C09-49FB-AB4C-90F327324E5A}" type="presParOf" srcId="{2107DF23-70C2-430D-90DF-E344B9AA1045}" destId="{2506B39B-FE3D-4520-B475-3A80B76FBDD0}" srcOrd="2" destOrd="0" presId="urn:microsoft.com/office/officeart/2005/8/layout/orgChart1"/>
    <dgm:cxn modelId="{4E0354D9-022A-4BCE-9C0C-EFA5D72EE891}" type="presParOf" srcId="{2107DF23-70C2-430D-90DF-E344B9AA1045}" destId="{10D7BBED-5E63-4B62-87D3-4F6B1A61A542}" srcOrd="3" destOrd="0" presId="urn:microsoft.com/office/officeart/2005/8/layout/orgChart1"/>
    <dgm:cxn modelId="{BAFD9A49-45E1-44E4-878A-8794AC5ACE9A}" type="presParOf" srcId="{10D7BBED-5E63-4B62-87D3-4F6B1A61A542}" destId="{355DB7CB-167D-44BB-A4C2-85F45F4A432A}" srcOrd="0" destOrd="0" presId="urn:microsoft.com/office/officeart/2005/8/layout/orgChart1"/>
    <dgm:cxn modelId="{A99D99B9-0446-473C-8193-BCA1EA419AFB}" type="presParOf" srcId="{355DB7CB-167D-44BB-A4C2-85F45F4A432A}" destId="{54FF58C6-9556-4429-A09C-5305E941BA78}" srcOrd="0" destOrd="0" presId="urn:microsoft.com/office/officeart/2005/8/layout/orgChart1"/>
    <dgm:cxn modelId="{7C2E7D70-2DB9-4459-9491-362D9FFD84AF}" type="presParOf" srcId="{355DB7CB-167D-44BB-A4C2-85F45F4A432A}" destId="{52515286-02E4-4ED4-90F2-45EB2FBCC5E8}" srcOrd="1" destOrd="0" presId="urn:microsoft.com/office/officeart/2005/8/layout/orgChart1"/>
    <dgm:cxn modelId="{41DC5404-4877-40C3-88CB-2FB2C2C2D683}" type="presParOf" srcId="{10D7BBED-5E63-4B62-87D3-4F6B1A61A542}" destId="{A823AC1D-23F6-46D8-AD15-4BE696ABE3F2}" srcOrd="1" destOrd="0" presId="urn:microsoft.com/office/officeart/2005/8/layout/orgChart1"/>
    <dgm:cxn modelId="{BAA2BCF0-0C73-45DC-BFF0-5EA50CD1867D}" type="presParOf" srcId="{10D7BBED-5E63-4B62-87D3-4F6B1A61A542}" destId="{3B478ADF-07D1-494F-8B83-C924B4976E8A}" srcOrd="2" destOrd="0" presId="urn:microsoft.com/office/officeart/2005/8/layout/orgChart1"/>
    <dgm:cxn modelId="{85DB88B1-8F37-454B-AAD7-65ADC03BB55F}" type="presParOf" srcId="{2107DF23-70C2-430D-90DF-E344B9AA1045}" destId="{67084468-E4A3-4315-BF4E-9944C2B2DB0E}" srcOrd="4" destOrd="0" presId="urn:microsoft.com/office/officeart/2005/8/layout/orgChart1"/>
    <dgm:cxn modelId="{E42493AB-9985-405C-9BAA-07456C97C8FD}" type="presParOf" srcId="{2107DF23-70C2-430D-90DF-E344B9AA1045}" destId="{A73E5F83-CEC5-42B2-91A2-F2CAD6A3036F}" srcOrd="5" destOrd="0" presId="urn:microsoft.com/office/officeart/2005/8/layout/orgChart1"/>
    <dgm:cxn modelId="{84B1CAC2-D7D2-4BD8-B81F-BB7D80EE0BBE}" type="presParOf" srcId="{A73E5F83-CEC5-42B2-91A2-F2CAD6A3036F}" destId="{96AAFB0C-01E4-4645-8B6F-83ED929D61B8}" srcOrd="0" destOrd="0" presId="urn:microsoft.com/office/officeart/2005/8/layout/orgChart1"/>
    <dgm:cxn modelId="{34A8112B-878F-4B5E-B81B-8BF952F3F9D6}" type="presParOf" srcId="{96AAFB0C-01E4-4645-8B6F-83ED929D61B8}" destId="{3BF19928-78AC-4F17-8D8C-B3452870CFC1}" srcOrd="0" destOrd="0" presId="urn:microsoft.com/office/officeart/2005/8/layout/orgChart1"/>
    <dgm:cxn modelId="{3388B16E-FD50-4F82-AC1A-547740EA69F2}" type="presParOf" srcId="{96AAFB0C-01E4-4645-8B6F-83ED929D61B8}" destId="{6258DCF8-CE0B-4F7C-A930-628BA573E496}" srcOrd="1" destOrd="0" presId="urn:microsoft.com/office/officeart/2005/8/layout/orgChart1"/>
    <dgm:cxn modelId="{E53EE3AB-95C5-4902-8A94-0B60430684E3}" type="presParOf" srcId="{A73E5F83-CEC5-42B2-91A2-F2CAD6A3036F}" destId="{2A57C7FA-0FEE-49B7-B88A-A95AD10ED7DF}" srcOrd="1" destOrd="0" presId="urn:microsoft.com/office/officeart/2005/8/layout/orgChart1"/>
    <dgm:cxn modelId="{76EE2AE5-D266-4570-913C-04B5E5A32E17}" type="presParOf" srcId="{A73E5F83-CEC5-42B2-91A2-F2CAD6A3036F}" destId="{624A613E-EF0A-4AB6-97DA-D639B59A4E6F}" srcOrd="2" destOrd="0" presId="urn:microsoft.com/office/officeart/2005/8/layout/orgChart1"/>
    <dgm:cxn modelId="{BE14F486-AF8C-4464-A9DC-C73C8062E9F2}" type="presParOf" srcId="{0DAD4C50-F1DD-4E51-9655-5339C4B74D40}" destId="{88B3C08E-5DAC-4D78-9DEA-ACE674CF0FB6}" srcOrd="2" destOrd="0" presId="urn:microsoft.com/office/officeart/2005/8/layout/orgChart1"/>
    <dgm:cxn modelId="{4ADA7717-D319-461B-ABBD-618439E3A666}" type="presParOf" srcId="{4D708EE2-DED1-4D74-B204-3E3BD6970CEE}" destId="{00B738C1-3400-4A7F-BDA5-7EEA263B309F}" srcOrd="4" destOrd="0" presId="urn:microsoft.com/office/officeart/2005/8/layout/orgChart1"/>
    <dgm:cxn modelId="{B3CB41F3-ED9D-4852-B8C8-82ECACC8B6D1}" type="presParOf" srcId="{4D708EE2-DED1-4D74-B204-3E3BD6970CEE}" destId="{C9441146-3A78-499C-AD84-15C703351637}" srcOrd="5" destOrd="0" presId="urn:microsoft.com/office/officeart/2005/8/layout/orgChart1"/>
    <dgm:cxn modelId="{030F88B1-046A-4BF5-8AB3-65109FA263E0}" type="presParOf" srcId="{C9441146-3A78-499C-AD84-15C703351637}" destId="{92AE607D-4C30-4C4E-8BC3-F562C88CE67F}" srcOrd="0" destOrd="0" presId="urn:microsoft.com/office/officeart/2005/8/layout/orgChart1"/>
    <dgm:cxn modelId="{869E4135-5437-458D-A7EE-3D7AA452516E}" type="presParOf" srcId="{92AE607D-4C30-4C4E-8BC3-F562C88CE67F}" destId="{A9EC7CA0-DC24-40BF-A324-F097DB9F00B9}" srcOrd="0" destOrd="0" presId="urn:microsoft.com/office/officeart/2005/8/layout/orgChart1"/>
    <dgm:cxn modelId="{E865EB60-5697-44F1-9A55-16E2032CCCDC}" type="presParOf" srcId="{92AE607D-4C30-4C4E-8BC3-F562C88CE67F}" destId="{2D920520-265C-4F06-AC3A-62434E2E32E7}" srcOrd="1" destOrd="0" presId="urn:microsoft.com/office/officeart/2005/8/layout/orgChart1"/>
    <dgm:cxn modelId="{7E6E6DB0-B3CA-4341-AF6C-3F2A2CD68BBD}" type="presParOf" srcId="{C9441146-3A78-499C-AD84-15C703351637}" destId="{3270E057-F814-4BCD-93E1-1146ED7A4EE0}" srcOrd="1" destOrd="0" presId="urn:microsoft.com/office/officeart/2005/8/layout/orgChart1"/>
    <dgm:cxn modelId="{A6D7C9FF-0163-4551-A3DB-7485BCD07BB1}" type="presParOf" srcId="{3270E057-F814-4BCD-93E1-1146ED7A4EE0}" destId="{655662C8-A43E-4D67-9648-B7B79671E7E3}" srcOrd="0" destOrd="0" presId="urn:microsoft.com/office/officeart/2005/8/layout/orgChart1"/>
    <dgm:cxn modelId="{99F15012-E27E-47B3-8A2C-7D5C2EBBD8BF}" type="presParOf" srcId="{3270E057-F814-4BCD-93E1-1146ED7A4EE0}" destId="{FE8206C8-B1D7-42ED-95CB-B83582F130C1}" srcOrd="1" destOrd="0" presId="urn:microsoft.com/office/officeart/2005/8/layout/orgChart1"/>
    <dgm:cxn modelId="{09361DA1-8B39-4274-8A9C-4D65A49B6EEF}" type="presParOf" srcId="{FE8206C8-B1D7-42ED-95CB-B83582F130C1}" destId="{D7552757-9C9B-422C-8422-BC6D551902F6}" srcOrd="0" destOrd="0" presId="urn:microsoft.com/office/officeart/2005/8/layout/orgChart1"/>
    <dgm:cxn modelId="{9A6E79FF-ED93-4174-B23F-630B34D9D405}" type="presParOf" srcId="{D7552757-9C9B-422C-8422-BC6D551902F6}" destId="{2731F09C-CD26-46A7-9CD2-3544DE85CFCB}" srcOrd="0" destOrd="0" presId="urn:microsoft.com/office/officeart/2005/8/layout/orgChart1"/>
    <dgm:cxn modelId="{3CA1EA73-285B-4E4A-B7E2-8C8C9BB318CC}" type="presParOf" srcId="{D7552757-9C9B-422C-8422-BC6D551902F6}" destId="{038C84F4-2258-41CA-9E61-9621436393EC}" srcOrd="1" destOrd="0" presId="urn:microsoft.com/office/officeart/2005/8/layout/orgChart1"/>
    <dgm:cxn modelId="{114FDBDC-044F-4074-98FF-1442B0607ECA}" type="presParOf" srcId="{FE8206C8-B1D7-42ED-95CB-B83582F130C1}" destId="{E17409DE-298C-4384-BF9C-AB89A0FDD2E3}" srcOrd="1" destOrd="0" presId="urn:microsoft.com/office/officeart/2005/8/layout/orgChart1"/>
    <dgm:cxn modelId="{3F7E2EF5-6353-420D-B45A-28CDFD70F8AB}" type="presParOf" srcId="{FE8206C8-B1D7-42ED-95CB-B83582F130C1}" destId="{4C9314DA-E839-4F06-BEF1-2E6ED8C2F5D0}" srcOrd="2" destOrd="0" presId="urn:microsoft.com/office/officeart/2005/8/layout/orgChart1"/>
    <dgm:cxn modelId="{AA8F291B-2A35-498B-8C95-A618CB11D200}" type="presParOf" srcId="{C9441146-3A78-499C-AD84-15C703351637}" destId="{5061E41B-EC46-42D6-A309-D202938C97F1}" srcOrd="2" destOrd="0" presId="urn:microsoft.com/office/officeart/2005/8/layout/orgChart1"/>
    <dgm:cxn modelId="{A9103E3C-AC57-4DC6-922A-1BF0F9CF381A}" type="presParOf" srcId="{097100F8-BAA1-42D8-8C2A-C305B1141D16}" destId="{7F8F974C-70AB-48F7-A5DA-4FC1E9F3EABB}" srcOrd="2" destOrd="0" presId="urn:microsoft.com/office/officeart/2005/8/layout/orgChart1"/>
    <dgm:cxn modelId="{2997BC37-4C47-4492-8EF2-6F3109A6643B}" type="presParOf" srcId="{7F8F974C-70AB-48F7-A5DA-4FC1E9F3EABB}" destId="{3BB19A94-E8A8-49D2-AACF-3C54C477467E}" srcOrd="0" destOrd="0" presId="urn:microsoft.com/office/officeart/2005/8/layout/orgChart1"/>
    <dgm:cxn modelId="{200D1DAF-7067-4870-B5C4-3FDDD6BFB538}" type="presParOf" srcId="{7F8F974C-70AB-48F7-A5DA-4FC1E9F3EABB}" destId="{EE8DA1F5-29FD-4CB7-B97C-7728F08AAE09}" srcOrd="1" destOrd="0" presId="urn:microsoft.com/office/officeart/2005/8/layout/orgChart1"/>
    <dgm:cxn modelId="{9BDF782B-FEC2-4E08-9787-3A9042B883F3}" type="presParOf" srcId="{EE8DA1F5-29FD-4CB7-B97C-7728F08AAE09}" destId="{49B74211-5493-4C2C-AB18-9A3B4D90FC0F}" srcOrd="0" destOrd="0" presId="urn:microsoft.com/office/officeart/2005/8/layout/orgChart1"/>
    <dgm:cxn modelId="{4D2C5FFB-B763-4C60-AD44-B13BF866C4DD}" type="presParOf" srcId="{49B74211-5493-4C2C-AB18-9A3B4D90FC0F}" destId="{4630ED53-85C1-4847-A8D2-2DAC55FE4C6A}" srcOrd="0" destOrd="0" presId="urn:microsoft.com/office/officeart/2005/8/layout/orgChart1"/>
    <dgm:cxn modelId="{BA73F136-6F68-4ED8-B569-D211E56EF661}" type="presParOf" srcId="{49B74211-5493-4C2C-AB18-9A3B4D90FC0F}" destId="{947FA0C1-4A56-47A0-9379-7F451A249D3C}" srcOrd="1" destOrd="0" presId="urn:microsoft.com/office/officeart/2005/8/layout/orgChart1"/>
    <dgm:cxn modelId="{366AC444-0134-47FF-B8EE-25C1B686C0B9}" type="presParOf" srcId="{EE8DA1F5-29FD-4CB7-B97C-7728F08AAE09}" destId="{2CA91DCE-1F49-46FB-9028-29BE053C446A}" srcOrd="1" destOrd="0" presId="urn:microsoft.com/office/officeart/2005/8/layout/orgChart1"/>
    <dgm:cxn modelId="{65428A02-B963-42F0-BCFD-92E1C664CE4B}" type="presParOf" srcId="{EE8DA1F5-29FD-4CB7-B97C-7728F08AAE09}" destId="{67BD196C-CBD8-4233-AA84-654C9DF346C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3DE242D-0A5B-4907-AE25-5B58854FE61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7344BBB-E380-485F-A854-B9AA758FAB12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2629DACE-9261-4CE6-BAB8-B8FAE04B1292}" type="parTrans" cxnId="{742EE32C-D3C6-473C-8855-A3036B78659B}">
      <dgm:prSet/>
      <dgm:spPr/>
      <dgm:t>
        <a:bodyPr/>
        <a:lstStyle/>
        <a:p>
          <a:endParaRPr lang="en-US"/>
        </a:p>
      </dgm:t>
    </dgm:pt>
    <dgm:pt modelId="{DBADBB12-E2FA-4A5B-8213-134D0A6670C7}" type="sibTrans" cxnId="{742EE32C-D3C6-473C-8855-A3036B78659B}">
      <dgm:prSet/>
      <dgm:spPr/>
      <dgm:t>
        <a:bodyPr/>
        <a:lstStyle/>
        <a:p>
          <a:endParaRPr lang="en-US"/>
        </a:p>
      </dgm:t>
    </dgm:pt>
    <dgm:pt modelId="{FE7F481A-33B4-4E74-9B99-0953B4743BB0}" type="asst">
      <dgm:prSet phldrT="[Text]" phldr="1"/>
      <dgm:spPr/>
      <dgm:t>
        <a:bodyPr/>
        <a:lstStyle/>
        <a:p>
          <a:endParaRPr lang="en-US"/>
        </a:p>
      </dgm:t>
    </dgm:pt>
    <dgm:pt modelId="{046214B3-C045-4922-8CF2-68149CA6C329}" type="parTrans" cxnId="{8BD7A119-2382-41DA-B2C1-B5F91E4B3BFD}">
      <dgm:prSet/>
      <dgm:spPr/>
      <dgm:t>
        <a:bodyPr/>
        <a:lstStyle/>
        <a:p>
          <a:endParaRPr lang="en-US"/>
        </a:p>
      </dgm:t>
    </dgm:pt>
    <dgm:pt modelId="{022E148E-158E-421F-9555-EA014FDF4780}" type="sibTrans" cxnId="{8BD7A119-2382-41DA-B2C1-B5F91E4B3BFD}">
      <dgm:prSet/>
      <dgm:spPr/>
      <dgm:t>
        <a:bodyPr/>
        <a:lstStyle/>
        <a:p>
          <a:endParaRPr lang="en-US"/>
        </a:p>
      </dgm:t>
    </dgm:pt>
    <dgm:pt modelId="{13B4D8B3-4758-4419-BFEC-5E6563DE3346}">
      <dgm:prSet phldrT="[Text]" phldr="1"/>
      <dgm:spPr/>
      <dgm:t>
        <a:bodyPr/>
        <a:lstStyle/>
        <a:p>
          <a:endParaRPr lang="en-US"/>
        </a:p>
      </dgm:t>
    </dgm:pt>
    <dgm:pt modelId="{DA76C1CD-6DD5-4174-BF41-20846FC0C095}" type="parTrans" cxnId="{42C5D107-4853-40AA-A28D-90DC8AB40631}">
      <dgm:prSet/>
      <dgm:spPr/>
      <dgm:t>
        <a:bodyPr/>
        <a:lstStyle/>
        <a:p>
          <a:endParaRPr lang="en-US"/>
        </a:p>
      </dgm:t>
    </dgm:pt>
    <dgm:pt modelId="{D0573AD8-E551-465E-8D02-123E6AC9393A}" type="sibTrans" cxnId="{42C5D107-4853-40AA-A28D-90DC8AB40631}">
      <dgm:prSet/>
      <dgm:spPr/>
      <dgm:t>
        <a:bodyPr/>
        <a:lstStyle/>
        <a:p>
          <a:endParaRPr lang="en-US"/>
        </a:p>
      </dgm:t>
    </dgm:pt>
    <dgm:pt modelId="{573BC777-B933-4429-BA7A-80CB28ADBE91}">
      <dgm:prSet phldrT="[Text]" phldr="1"/>
      <dgm:spPr/>
      <dgm:t>
        <a:bodyPr/>
        <a:lstStyle/>
        <a:p>
          <a:endParaRPr lang="en-US"/>
        </a:p>
      </dgm:t>
    </dgm:pt>
    <dgm:pt modelId="{6B83E229-C305-4F8E-8E90-965958C57500}" type="parTrans" cxnId="{80775B47-2BB0-4318-8A3D-E8E696160B55}">
      <dgm:prSet/>
      <dgm:spPr/>
      <dgm:t>
        <a:bodyPr/>
        <a:lstStyle/>
        <a:p>
          <a:endParaRPr lang="en-US"/>
        </a:p>
      </dgm:t>
    </dgm:pt>
    <dgm:pt modelId="{27AEA214-384D-4140-8437-2E47DA246096}" type="sibTrans" cxnId="{80775B47-2BB0-4318-8A3D-E8E696160B55}">
      <dgm:prSet/>
      <dgm:spPr/>
      <dgm:t>
        <a:bodyPr/>
        <a:lstStyle/>
        <a:p>
          <a:endParaRPr lang="en-US"/>
        </a:p>
      </dgm:t>
    </dgm:pt>
    <dgm:pt modelId="{50583EF0-FEAD-4193-8689-E0E1FFFF87D8}">
      <dgm:prSet phldrT="[Text]" phldr="1"/>
      <dgm:spPr/>
      <dgm:t>
        <a:bodyPr/>
        <a:lstStyle/>
        <a:p>
          <a:endParaRPr lang="en-US"/>
        </a:p>
      </dgm:t>
    </dgm:pt>
    <dgm:pt modelId="{A93B4600-D61C-40C9-ABA4-DEEED79F75B4}" type="parTrans" cxnId="{5ED69501-AB31-44F0-9EB7-12FB9511E977}">
      <dgm:prSet/>
      <dgm:spPr/>
      <dgm:t>
        <a:bodyPr/>
        <a:lstStyle/>
        <a:p>
          <a:endParaRPr lang="en-US"/>
        </a:p>
      </dgm:t>
    </dgm:pt>
    <dgm:pt modelId="{77150649-6DEB-42F1-BBC4-82E084ABD42E}" type="sibTrans" cxnId="{5ED69501-AB31-44F0-9EB7-12FB9511E977}">
      <dgm:prSet/>
      <dgm:spPr/>
      <dgm:t>
        <a:bodyPr/>
        <a:lstStyle/>
        <a:p>
          <a:endParaRPr lang="en-US"/>
        </a:p>
      </dgm:t>
    </dgm:pt>
    <dgm:pt modelId="{5E5AF1B2-67A3-413D-99E3-4A276D1ED6D3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9CCF41F7-F026-4B24-A1E6-C58742DB3607}" type="parTrans" cxnId="{1E36E6F1-CA52-4202-9B32-B90407233AC6}">
      <dgm:prSet/>
      <dgm:spPr/>
    </dgm:pt>
    <dgm:pt modelId="{E914FAB8-17A1-400D-9BE6-AE7BF4B7A575}" type="sibTrans" cxnId="{1E36E6F1-CA52-4202-9B32-B90407233AC6}">
      <dgm:prSet/>
      <dgm:spPr/>
    </dgm:pt>
    <dgm:pt modelId="{F43753D3-253C-4D34-807C-81B7DF75FF27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339D2F39-FE43-458B-ABCD-028C8AAD9CAF}" type="parTrans" cxnId="{F8CC037A-7711-4D7B-B8AD-905E4D3E775F}">
      <dgm:prSet/>
      <dgm:spPr/>
    </dgm:pt>
    <dgm:pt modelId="{05CA16E3-3BC6-44E8-B82D-B9385A6CD863}" type="sibTrans" cxnId="{F8CC037A-7711-4D7B-B8AD-905E4D3E775F}">
      <dgm:prSet/>
      <dgm:spPr/>
    </dgm:pt>
    <dgm:pt modelId="{D07AA40F-72FB-490C-9D48-0BEDE1384E48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1002B1FB-2809-42F7-A7B5-B115AB52BBC4}" type="parTrans" cxnId="{73BAC573-1719-4C79-A7AA-2C8059B7EE68}">
      <dgm:prSet/>
      <dgm:spPr/>
    </dgm:pt>
    <dgm:pt modelId="{EFE95983-0E11-4B13-A574-B2EBAB28DFE2}" type="sibTrans" cxnId="{73BAC573-1719-4C79-A7AA-2C8059B7EE68}">
      <dgm:prSet/>
      <dgm:spPr/>
    </dgm:pt>
    <dgm:pt modelId="{07484D33-EB2D-4F02-B2ED-C31A55D69F7D}">
      <dgm:prSet phldrT="[Text]"/>
      <dgm:spPr/>
      <dgm:t>
        <a:bodyPr/>
        <a:lstStyle/>
        <a:p>
          <a:r>
            <a:rPr lang="en-US"/>
            <a:t>M3R1</a:t>
          </a:r>
        </a:p>
      </dgm:t>
    </dgm:pt>
    <dgm:pt modelId="{6635154C-8FC5-4487-ABBB-0AAE55DC22C9}" type="parTrans" cxnId="{97F52BF3-377F-4D72-A17F-2792AD6F1FC0}">
      <dgm:prSet/>
      <dgm:spPr/>
    </dgm:pt>
    <dgm:pt modelId="{7F238616-8FC7-419A-8B86-16025A487DAA}" type="sibTrans" cxnId="{97F52BF3-377F-4D72-A17F-2792AD6F1FC0}">
      <dgm:prSet/>
      <dgm:spPr/>
    </dgm:pt>
    <dgm:pt modelId="{1367323B-1FDC-45E8-8203-E210E6DDDFF0}">
      <dgm:prSet phldrT="[Text]"/>
      <dgm:spPr/>
      <dgm:t>
        <a:bodyPr/>
        <a:lstStyle/>
        <a:p>
          <a:r>
            <a:rPr lang="en-US"/>
            <a:t>M3R2</a:t>
          </a:r>
        </a:p>
      </dgm:t>
    </dgm:pt>
    <dgm:pt modelId="{74B785D0-11D2-48CA-B65B-C4AF75C72412}" type="parTrans" cxnId="{BAF07CB0-6533-4668-95F3-F4BDFC3ABE21}">
      <dgm:prSet/>
      <dgm:spPr/>
    </dgm:pt>
    <dgm:pt modelId="{D89534C6-88A1-4297-9E4E-F767DBD78730}" type="sibTrans" cxnId="{BAF07CB0-6533-4668-95F3-F4BDFC3ABE21}">
      <dgm:prSet/>
      <dgm:spPr/>
    </dgm:pt>
    <dgm:pt modelId="{70060A28-971E-48B4-AEF1-2AAE68CA21AC}">
      <dgm:prSet phldrT="[Text]"/>
      <dgm:spPr/>
      <dgm:t>
        <a:bodyPr/>
        <a:lstStyle/>
        <a:p>
          <a:r>
            <a:rPr lang="en-US"/>
            <a:t>M3R3</a:t>
          </a:r>
        </a:p>
      </dgm:t>
    </dgm:pt>
    <dgm:pt modelId="{9A59A962-1A79-4909-B268-2DF2D568353B}" type="parTrans" cxnId="{C2EE7EA1-2A7D-45A0-8A3F-9306A159F7B9}">
      <dgm:prSet/>
      <dgm:spPr/>
    </dgm:pt>
    <dgm:pt modelId="{E1A38349-A552-437A-B1D7-DF4FAC582949}" type="sibTrans" cxnId="{C2EE7EA1-2A7D-45A0-8A3F-9306A159F7B9}">
      <dgm:prSet/>
      <dgm:spPr/>
    </dgm:pt>
    <dgm:pt modelId="{0250AB25-AD3A-4207-BE1B-3F09B9B732AA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F395F4D1-CACC-4CE5-8ED2-C294EA6920B9}" type="parTrans" cxnId="{68BF4C41-8E36-4002-BA06-49AFEC183EA1}">
      <dgm:prSet/>
      <dgm:spPr/>
    </dgm:pt>
    <dgm:pt modelId="{670F2C3C-569E-4769-A428-AEF0977FC716}" type="sibTrans" cxnId="{68BF4C41-8E36-4002-BA06-49AFEC183EA1}">
      <dgm:prSet/>
      <dgm:spPr/>
    </dgm:pt>
    <dgm:pt modelId="{127F2003-4694-4C3E-BC35-9BB3D0D444B6}">
      <dgm:prSet phldrT="[Text]"/>
      <dgm:spPr/>
      <dgm:t>
        <a:bodyPr/>
        <a:lstStyle/>
        <a:p>
          <a:r>
            <a:rPr lang="en-US"/>
            <a:t>M5</a:t>
          </a:r>
        </a:p>
      </dgm:t>
    </dgm:pt>
    <dgm:pt modelId="{D6F4B3BC-7846-4566-A1D8-C6867B730633}" type="parTrans" cxnId="{6EE1D866-438D-42D8-92CD-A499780A95FE}">
      <dgm:prSet/>
      <dgm:spPr/>
    </dgm:pt>
    <dgm:pt modelId="{4C03B608-BAA7-43C1-8B35-EF75AD189D1A}" type="sibTrans" cxnId="{6EE1D866-438D-42D8-92CD-A499780A95FE}">
      <dgm:prSet/>
      <dgm:spPr/>
    </dgm:pt>
    <dgm:pt modelId="{83A19010-6684-4928-B75D-2A4E2299CF07}" type="pres">
      <dgm:prSet presAssocID="{43DE242D-0A5B-4907-AE25-5B58854FE61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284B274-E23E-4157-B8F6-C214939C665E}" type="pres">
      <dgm:prSet presAssocID="{F7344BBB-E380-485F-A854-B9AA758FAB12}" presName="hierRoot1" presStyleCnt="0">
        <dgm:presLayoutVars>
          <dgm:hierBranch val="init"/>
        </dgm:presLayoutVars>
      </dgm:prSet>
      <dgm:spPr/>
    </dgm:pt>
    <dgm:pt modelId="{C22D496E-C4C8-4177-8042-CFC1E4F0DB2E}" type="pres">
      <dgm:prSet presAssocID="{F7344BBB-E380-485F-A854-B9AA758FAB12}" presName="rootComposite1" presStyleCnt="0"/>
      <dgm:spPr/>
    </dgm:pt>
    <dgm:pt modelId="{73ECACD1-9047-442C-B368-D783B8E82A1E}" type="pres">
      <dgm:prSet presAssocID="{F7344BBB-E380-485F-A854-B9AA758FAB12}" presName="rootText1" presStyleLbl="node0" presStyleIdx="0" presStyleCnt="1">
        <dgm:presLayoutVars>
          <dgm:chPref val="3"/>
        </dgm:presLayoutVars>
      </dgm:prSet>
      <dgm:spPr/>
    </dgm:pt>
    <dgm:pt modelId="{4022E280-06A6-4ACB-95B8-FFB5E18A4363}" type="pres">
      <dgm:prSet presAssocID="{F7344BBB-E380-485F-A854-B9AA758FAB12}" presName="rootConnector1" presStyleLbl="node1" presStyleIdx="0" presStyleCnt="0"/>
      <dgm:spPr/>
    </dgm:pt>
    <dgm:pt modelId="{310B4A32-2FD7-40F5-9CC5-6C99B4359139}" type="pres">
      <dgm:prSet presAssocID="{F7344BBB-E380-485F-A854-B9AA758FAB12}" presName="hierChild2" presStyleCnt="0"/>
      <dgm:spPr/>
    </dgm:pt>
    <dgm:pt modelId="{FFE262B6-E66D-45EE-B894-5D31EA6E99B9}" type="pres">
      <dgm:prSet presAssocID="{DA76C1CD-6DD5-4174-BF41-20846FC0C095}" presName="Name37" presStyleLbl="parChTrans1D2" presStyleIdx="0" presStyleCnt="4"/>
      <dgm:spPr/>
    </dgm:pt>
    <dgm:pt modelId="{827BD1B2-8235-48FE-AE85-567F3E15533E}" type="pres">
      <dgm:prSet presAssocID="{13B4D8B3-4758-4419-BFEC-5E6563DE3346}" presName="hierRoot2" presStyleCnt="0">
        <dgm:presLayoutVars>
          <dgm:hierBranch val="init"/>
        </dgm:presLayoutVars>
      </dgm:prSet>
      <dgm:spPr/>
    </dgm:pt>
    <dgm:pt modelId="{C6427893-D859-433E-9FD3-FDB92CD65894}" type="pres">
      <dgm:prSet presAssocID="{13B4D8B3-4758-4419-BFEC-5E6563DE3346}" presName="rootComposite" presStyleCnt="0"/>
      <dgm:spPr/>
    </dgm:pt>
    <dgm:pt modelId="{D6268DA8-CF9B-421E-A54E-4A812F5E077B}" type="pres">
      <dgm:prSet presAssocID="{13B4D8B3-4758-4419-BFEC-5E6563DE3346}" presName="rootText" presStyleLbl="node2" presStyleIdx="0" presStyleCnt="3">
        <dgm:presLayoutVars>
          <dgm:chPref val="3"/>
        </dgm:presLayoutVars>
      </dgm:prSet>
      <dgm:spPr/>
    </dgm:pt>
    <dgm:pt modelId="{883B17CD-A52A-466A-B537-5896C80CBC9E}" type="pres">
      <dgm:prSet presAssocID="{13B4D8B3-4758-4419-BFEC-5E6563DE3346}" presName="rootConnector" presStyleLbl="node2" presStyleIdx="0" presStyleCnt="3"/>
      <dgm:spPr/>
    </dgm:pt>
    <dgm:pt modelId="{F6A4C27F-C83E-418C-9928-729CABA86751}" type="pres">
      <dgm:prSet presAssocID="{13B4D8B3-4758-4419-BFEC-5E6563DE3346}" presName="hierChild4" presStyleCnt="0"/>
      <dgm:spPr/>
    </dgm:pt>
    <dgm:pt modelId="{CF9FDF71-DC65-4D38-8F5D-17D4E85C1909}" type="pres">
      <dgm:prSet presAssocID="{9CCF41F7-F026-4B24-A1E6-C58742DB3607}" presName="Name37" presStyleLbl="parChTrans1D3" presStyleIdx="0" presStyleCnt="5"/>
      <dgm:spPr/>
    </dgm:pt>
    <dgm:pt modelId="{EB18B47F-F8ED-4B12-AFB0-70A87ED34F8A}" type="pres">
      <dgm:prSet presAssocID="{5E5AF1B2-67A3-413D-99E3-4A276D1ED6D3}" presName="hierRoot2" presStyleCnt="0">
        <dgm:presLayoutVars>
          <dgm:hierBranch val="init"/>
        </dgm:presLayoutVars>
      </dgm:prSet>
      <dgm:spPr/>
    </dgm:pt>
    <dgm:pt modelId="{C2BD600A-AF4F-42D1-98AA-9346D5D0ED20}" type="pres">
      <dgm:prSet presAssocID="{5E5AF1B2-67A3-413D-99E3-4A276D1ED6D3}" presName="rootComposite" presStyleCnt="0"/>
      <dgm:spPr/>
    </dgm:pt>
    <dgm:pt modelId="{3810D81A-2528-4432-9449-84ABF4FF493B}" type="pres">
      <dgm:prSet presAssocID="{5E5AF1B2-67A3-413D-99E3-4A276D1ED6D3}" presName="rootText" presStyleLbl="node3" presStyleIdx="0" presStyleCnt="5">
        <dgm:presLayoutVars>
          <dgm:chPref val="3"/>
        </dgm:presLayoutVars>
      </dgm:prSet>
      <dgm:spPr/>
    </dgm:pt>
    <dgm:pt modelId="{860EB59D-D2D9-46B1-A46B-E173B5CFC6E5}" type="pres">
      <dgm:prSet presAssocID="{5E5AF1B2-67A3-413D-99E3-4A276D1ED6D3}" presName="rootConnector" presStyleLbl="node3" presStyleIdx="0" presStyleCnt="5"/>
      <dgm:spPr/>
    </dgm:pt>
    <dgm:pt modelId="{81D5BC16-7E96-438D-A101-502B0204613C}" type="pres">
      <dgm:prSet presAssocID="{5E5AF1B2-67A3-413D-99E3-4A276D1ED6D3}" presName="hierChild4" presStyleCnt="0"/>
      <dgm:spPr/>
    </dgm:pt>
    <dgm:pt modelId="{EE95EED1-AE01-4CE1-8DB6-FD1086C930DC}" type="pres">
      <dgm:prSet presAssocID="{5E5AF1B2-67A3-413D-99E3-4A276D1ED6D3}" presName="hierChild5" presStyleCnt="0"/>
      <dgm:spPr/>
    </dgm:pt>
    <dgm:pt modelId="{D8551C59-0672-4301-B147-9B112D9E030C}" type="pres">
      <dgm:prSet presAssocID="{339D2F39-FE43-458B-ABCD-028C8AAD9CAF}" presName="Name37" presStyleLbl="parChTrans1D3" presStyleIdx="1" presStyleCnt="5"/>
      <dgm:spPr/>
    </dgm:pt>
    <dgm:pt modelId="{08352A6E-0BBD-4351-A6EF-98EF01B8DC5D}" type="pres">
      <dgm:prSet presAssocID="{F43753D3-253C-4D34-807C-81B7DF75FF27}" presName="hierRoot2" presStyleCnt="0">
        <dgm:presLayoutVars>
          <dgm:hierBranch val="init"/>
        </dgm:presLayoutVars>
      </dgm:prSet>
      <dgm:spPr/>
    </dgm:pt>
    <dgm:pt modelId="{44FF5C23-7889-4A3F-B2F1-D825B3CA13E6}" type="pres">
      <dgm:prSet presAssocID="{F43753D3-253C-4D34-807C-81B7DF75FF27}" presName="rootComposite" presStyleCnt="0"/>
      <dgm:spPr/>
    </dgm:pt>
    <dgm:pt modelId="{0A384E3E-36A1-499B-B2EB-1E6C8CB174AA}" type="pres">
      <dgm:prSet presAssocID="{F43753D3-253C-4D34-807C-81B7DF75FF27}" presName="rootText" presStyleLbl="node3" presStyleIdx="1" presStyleCnt="5">
        <dgm:presLayoutVars>
          <dgm:chPref val="3"/>
        </dgm:presLayoutVars>
      </dgm:prSet>
      <dgm:spPr/>
    </dgm:pt>
    <dgm:pt modelId="{41320531-949A-457B-AE6A-A6A29DB739FB}" type="pres">
      <dgm:prSet presAssocID="{F43753D3-253C-4D34-807C-81B7DF75FF27}" presName="rootConnector" presStyleLbl="node3" presStyleIdx="1" presStyleCnt="5"/>
      <dgm:spPr/>
    </dgm:pt>
    <dgm:pt modelId="{4F80A1EC-8914-477C-B076-FA26D920AB6A}" type="pres">
      <dgm:prSet presAssocID="{F43753D3-253C-4D34-807C-81B7DF75FF27}" presName="hierChild4" presStyleCnt="0"/>
      <dgm:spPr/>
    </dgm:pt>
    <dgm:pt modelId="{4452FDE7-51EA-4666-9930-94DA938BADB0}" type="pres">
      <dgm:prSet presAssocID="{F43753D3-253C-4D34-807C-81B7DF75FF27}" presName="hierChild5" presStyleCnt="0"/>
      <dgm:spPr/>
    </dgm:pt>
    <dgm:pt modelId="{74B3B86F-BBA5-4E43-8A19-0BCA304B1100}" type="pres">
      <dgm:prSet presAssocID="{1002B1FB-2809-42F7-A7B5-B115AB52BBC4}" presName="Name37" presStyleLbl="parChTrans1D3" presStyleIdx="2" presStyleCnt="5"/>
      <dgm:spPr/>
    </dgm:pt>
    <dgm:pt modelId="{5E08F1AA-CA26-4BEF-9114-57BFB907B9D1}" type="pres">
      <dgm:prSet presAssocID="{D07AA40F-72FB-490C-9D48-0BEDE1384E48}" presName="hierRoot2" presStyleCnt="0">
        <dgm:presLayoutVars>
          <dgm:hierBranch val="init"/>
        </dgm:presLayoutVars>
      </dgm:prSet>
      <dgm:spPr/>
    </dgm:pt>
    <dgm:pt modelId="{0A9045A0-5D02-47F4-8F28-A7733204EE67}" type="pres">
      <dgm:prSet presAssocID="{D07AA40F-72FB-490C-9D48-0BEDE1384E48}" presName="rootComposite" presStyleCnt="0"/>
      <dgm:spPr/>
    </dgm:pt>
    <dgm:pt modelId="{D3E02EB5-3BAE-4689-AF5B-DDAD2147CFED}" type="pres">
      <dgm:prSet presAssocID="{D07AA40F-72FB-490C-9D48-0BEDE1384E48}" presName="rootText" presStyleLbl="node3" presStyleIdx="2" presStyleCnt="5">
        <dgm:presLayoutVars>
          <dgm:chPref val="3"/>
        </dgm:presLayoutVars>
      </dgm:prSet>
      <dgm:spPr/>
    </dgm:pt>
    <dgm:pt modelId="{DDD9D1E3-6520-4D81-8FEF-E67A15C02339}" type="pres">
      <dgm:prSet presAssocID="{D07AA40F-72FB-490C-9D48-0BEDE1384E48}" presName="rootConnector" presStyleLbl="node3" presStyleIdx="2" presStyleCnt="5"/>
      <dgm:spPr/>
    </dgm:pt>
    <dgm:pt modelId="{9D9CA8A8-EE4A-43AD-9286-FCD62FB2DFB7}" type="pres">
      <dgm:prSet presAssocID="{D07AA40F-72FB-490C-9D48-0BEDE1384E48}" presName="hierChild4" presStyleCnt="0"/>
      <dgm:spPr/>
    </dgm:pt>
    <dgm:pt modelId="{D0A5A7C0-5179-434D-937F-C5A69D8CB127}" type="pres">
      <dgm:prSet presAssocID="{6635154C-8FC5-4487-ABBB-0AAE55DC22C9}" presName="Name37" presStyleLbl="parChTrans1D4" presStyleIdx="0" presStyleCnt="3"/>
      <dgm:spPr/>
    </dgm:pt>
    <dgm:pt modelId="{EB35D255-D8C0-458D-95FC-555C56DB96A4}" type="pres">
      <dgm:prSet presAssocID="{07484D33-EB2D-4F02-B2ED-C31A55D69F7D}" presName="hierRoot2" presStyleCnt="0">
        <dgm:presLayoutVars>
          <dgm:hierBranch val="init"/>
        </dgm:presLayoutVars>
      </dgm:prSet>
      <dgm:spPr/>
    </dgm:pt>
    <dgm:pt modelId="{96218093-78FE-4D38-B208-D182A12C09C5}" type="pres">
      <dgm:prSet presAssocID="{07484D33-EB2D-4F02-B2ED-C31A55D69F7D}" presName="rootComposite" presStyleCnt="0"/>
      <dgm:spPr/>
    </dgm:pt>
    <dgm:pt modelId="{220B0ED7-F9DC-4C17-B93E-C7384671A7EA}" type="pres">
      <dgm:prSet presAssocID="{07484D33-EB2D-4F02-B2ED-C31A55D69F7D}" presName="rootText" presStyleLbl="node4" presStyleIdx="0" presStyleCnt="3">
        <dgm:presLayoutVars>
          <dgm:chPref val="3"/>
        </dgm:presLayoutVars>
      </dgm:prSet>
      <dgm:spPr/>
    </dgm:pt>
    <dgm:pt modelId="{B4F1669F-651D-466E-8F21-24ED12A569D4}" type="pres">
      <dgm:prSet presAssocID="{07484D33-EB2D-4F02-B2ED-C31A55D69F7D}" presName="rootConnector" presStyleLbl="node4" presStyleIdx="0" presStyleCnt="3"/>
      <dgm:spPr/>
    </dgm:pt>
    <dgm:pt modelId="{B5155546-1BF9-4D26-AA95-81FE311CB6B0}" type="pres">
      <dgm:prSet presAssocID="{07484D33-EB2D-4F02-B2ED-C31A55D69F7D}" presName="hierChild4" presStyleCnt="0"/>
      <dgm:spPr/>
    </dgm:pt>
    <dgm:pt modelId="{F0587AD2-409D-47E6-937D-C98DECE32661}" type="pres">
      <dgm:prSet presAssocID="{07484D33-EB2D-4F02-B2ED-C31A55D69F7D}" presName="hierChild5" presStyleCnt="0"/>
      <dgm:spPr/>
    </dgm:pt>
    <dgm:pt modelId="{22BCD52F-1A60-4016-AD0E-82F93F4AD6A0}" type="pres">
      <dgm:prSet presAssocID="{74B785D0-11D2-48CA-B65B-C4AF75C72412}" presName="Name37" presStyleLbl="parChTrans1D4" presStyleIdx="1" presStyleCnt="3"/>
      <dgm:spPr/>
    </dgm:pt>
    <dgm:pt modelId="{DFFF1260-2BEE-4A97-B867-2E1B7DE3025B}" type="pres">
      <dgm:prSet presAssocID="{1367323B-1FDC-45E8-8203-E210E6DDDFF0}" presName="hierRoot2" presStyleCnt="0">
        <dgm:presLayoutVars>
          <dgm:hierBranch val="init"/>
        </dgm:presLayoutVars>
      </dgm:prSet>
      <dgm:spPr/>
    </dgm:pt>
    <dgm:pt modelId="{B2C99AAC-819F-4708-81C0-A27007009C7C}" type="pres">
      <dgm:prSet presAssocID="{1367323B-1FDC-45E8-8203-E210E6DDDFF0}" presName="rootComposite" presStyleCnt="0"/>
      <dgm:spPr/>
    </dgm:pt>
    <dgm:pt modelId="{F6AC0FD1-16DD-4776-A378-AB972B0D5500}" type="pres">
      <dgm:prSet presAssocID="{1367323B-1FDC-45E8-8203-E210E6DDDFF0}" presName="rootText" presStyleLbl="node4" presStyleIdx="1" presStyleCnt="3">
        <dgm:presLayoutVars>
          <dgm:chPref val="3"/>
        </dgm:presLayoutVars>
      </dgm:prSet>
      <dgm:spPr/>
    </dgm:pt>
    <dgm:pt modelId="{67BDF723-B10C-4CD7-A87C-BFE1D813C81E}" type="pres">
      <dgm:prSet presAssocID="{1367323B-1FDC-45E8-8203-E210E6DDDFF0}" presName="rootConnector" presStyleLbl="node4" presStyleIdx="1" presStyleCnt="3"/>
      <dgm:spPr/>
    </dgm:pt>
    <dgm:pt modelId="{0E7DABFD-A16E-4829-A18F-569A8DFD2830}" type="pres">
      <dgm:prSet presAssocID="{1367323B-1FDC-45E8-8203-E210E6DDDFF0}" presName="hierChild4" presStyleCnt="0"/>
      <dgm:spPr/>
    </dgm:pt>
    <dgm:pt modelId="{EE59BA8B-57B3-44C6-AEB9-56AD8866EAF9}" type="pres">
      <dgm:prSet presAssocID="{1367323B-1FDC-45E8-8203-E210E6DDDFF0}" presName="hierChild5" presStyleCnt="0"/>
      <dgm:spPr/>
    </dgm:pt>
    <dgm:pt modelId="{B49AB249-9288-4275-979E-20D4459AE655}" type="pres">
      <dgm:prSet presAssocID="{9A59A962-1A79-4909-B268-2DF2D568353B}" presName="Name37" presStyleLbl="parChTrans1D4" presStyleIdx="2" presStyleCnt="3"/>
      <dgm:spPr/>
    </dgm:pt>
    <dgm:pt modelId="{935048E2-2A17-4A99-8037-3BF34631C618}" type="pres">
      <dgm:prSet presAssocID="{70060A28-971E-48B4-AEF1-2AAE68CA21AC}" presName="hierRoot2" presStyleCnt="0">
        <dgm:presLayoutVars>
          <dgm:hierBranch val="init"/>
        </dgm:presLayoutVars>
      </dgm:prSet>
      <dgm:spPr/>
    </dgm:pt>
    <dgm:pt modelId="{15D9C386-8A84-411A-8DDC-6D8F5FC3ACAF}" type="pres">
      <dgm:prSet presAssocID="{70060A28-971E-48B4-AEF1-2AAE68CA21AC}" presName="rootComposite" presStyleCnt="0"/>
      <dgm:spPr/>
    </dgm:pt>
    <dgm:pt modelId="{E9593097-69B6-43CB-BD9D-EE6EB6F524F4}" type="pres">
      <dgm:prSet presAssocID="{70060A28-971E-48B4-AEF1-2AAE68CA21AC}" presName="rootText" presStyleLbl="node4" presStyleIdx="2" presStyleCnt="3">
        <dgm:presLayoutVars>
          <dgm:chPref val="3"/>
        </dgm:presLayoutVars>
      </dgm:prSet>
      <dgm:spPr/>
    </dgm:pt>
    <dgm:pt modelId="{3E0B99E7-C100-4B79-85CF-C07B840BFC82}" type="pres">
      <dgm:prSet presAssocID="{70060A28-971E-48B4-AEF1-2AAE68CA21AC}" presName="rootConnector" presStyleLbl="node4" presStyleIdx="2" presStyleCnt="3"/>
      <dgm:spPr/>
    </dgm:pt>
    <dgm:pt modelId="{313BC49B-08DA-40B9-9D37-42F264C94D66}" type="pres">
      <dgm:prSet presAssocID="{70060A28-971E-48B4-AEF1-2AAE68CA21AC}" presName="hierChild4" presStyleCnt="0"/>
      <dgm:spPr/>
    </dgm:pt>
    <dgm:pt modelId="{AC399D2A-9A23-484C-A6C6-5CEAA667994E}" type="pres">
      <dgm:prSet presAssocID="{70060A28-971E-48B4-AEF1-2AAE68CA21AC}" presName="hierChild5" presStyleCnt="0"/>
      <dgm:spPr/>
    </dgm:pt>
    <dgm:pt modelId="{5E6A3629-AC8B-4CF6-8A68-6359B25BAC3A}" type="pres">
      <dgm:prSet presAssocID="{D07AA40F-72FB-490C-9D48-0BEDE1384E48}" presName="hierChild5" presStyleCnt="0"/>
      <dgm:spPr/>
    </dgm:pt>
    <dgm:pt modelId="{58EB3AC9-E0DB-4A39-AF40-005886380AAB}" type="pres">
      <dgm:prSet presAssocID="{13B4D8B3-4758-4419-BFEC-5E6563DE3346}" presName="hierChild5" presStyleCnt="0"/>
      <dgm:spPr/>
    </dgm:pt>
    <dgm:pt modelId="{418D80A6-F4BE-430C-BB20-1D28F576E434}" type="pres">
      <dgm:prSet presAssocID="{6B83E229-C305-4F8E-8E90-965958C57500}" presName="Name37" presStyleLbl="parChTrans1D2" presStyleIdx="1" presStyleCnt="4"/>
      <dgm:spPr/>
    </dgm:pt>
    <dgm:pt modelId="{AA904728-BB24-40BC-B2B3-04860A5C1D96}" type="pres">
      <dgm:prSet presAssocID="{573BC777-B933-4429-BA7A-80CB28ADBE91}" presName="hierRoot2" presStyleCnt="0">
        <dgm:presLayoutVars>
          <dgm:hierBranch val="init"/>
        </dgm:presLayoutVars>
      </dgm:prSet>
      <dgm:spPr/>
    </dgm:pt>
    <dgm:pt modelId="{FDBD9A25-1ABC-498F-9D5A-5E02CF25CA3A}" type="pres">
      <dgm:prSet presAssocID="{573BC777-B933-4429-BA7A-80CB28ADBE91}" presName="rootComposite" presStyleCnt="0"/>
      <dgm:spPr/>
    </dgm:pt>
    <dgm:pt modelId="{28DF2576-B9D3-4430-AE6A-EB0EB945E6F6}" type="pres">
      <dgm:prSet presAssocID="{573BC777-B933-4429-BA7A-80CB28ADBE91}" presName="rootText" presStyleLbl="node2" presStyleIdx="1" presStyleCnt="3">
        <dgm:presLayoutVars>
          <dgm:chPref val="3"/>
        </dgm:presLayoutVars>
      </dgm:prSet>
      <dgm:spPr/>
    </dgm:pt>
    <dgm:pt modelId="{F8F38FE0-DC9B-49C7-BD5B-A9D11AA511C3}" type="pres">
      <dgm:prSet presAssocID="{573BC777-B933-4429-BA7A-80CB28ADBE91}" presName="rootConnector" presStyleLbl="node2" presStyleIdx="1" presStyleCnt="3"/>
      <dgm:spPr/>
    </dgm:pt>
    <dgm:pt modelId="{ADAB195D-34FC-4408-B01F-4FC894AA39FF}" type="pres">
      <dgm:prSet presAssocID="{573BC777-B933-4429-BA7A-80CB28ADBE91}" presName="hierChild4" presStyleCnt="0"/>
      <dgm:spPr/>
    </dgm:pt>
    <dgm:pt modelId="{B46F872C-3DAE-4618-97C6-D47700EBECAA}" type="pres">
      <dgm:prSet presAssocID="{F395F4D1-CACC-4CE5-8ED2-C294EA6920B9}" presName="Name37" presStyleLbl="parChTrans1D3" presStyleIdx="3" presStyleCnt="5"/>
      <dgm:spPr/>
    </dgm:pt>
    <dgm:pt modelId="{50B12CE5-677A-4011-ADE7-138A386099AC}" type="pres">
      <dgm:prSet presAssocID="{0250AB25-AD3A-4207-BE1B-3F09B9B732AA}" presName="hierRoot2" presStyleCnt="0">
        <dgm:presLayoutVars>
          <dgm:hierBranch val="init"/>
        </dgm:presLayoutVars>
      </dgm:prSet>
      <dgm:spPr/>
    </dgm:pt>
    <dgm:pt modelId="{A66BFBB4-E572-46D2-9899-A73C1C165646}" type="pres">
      <dgm:prSet presAssocID="{0250AB25-AD3A-4207-BE1B-3F09B9B732AA}" presName="rootComposite" presStyleCnt="0"/>
      <dgm:spPr/>
    </dgm:pt>
    <dgm:pt modelId="{329AE372-6C40-4E85-B7F0-48C90C5B36F0}" type="pres">
      <dgm:prSet presAssocID="{0250AB25-AD3A-4207-BE1B-3F09B9B732AA}" presName="rootText" presStyleLbl="node3" presStyleIdx="3" presStyleCnt="5">
        <dgm:presLayoutVars>
          <dgm:chPref val="3"/>
        </dgm:presLayoutVars>
      </dgm:prSet>
      <dgm:spPr/>
    </dgm:pt>
    <dgm:pt modelId="{A2EA9160-E4BF-4359-B671-D86F1039BE41}" type="pres">
      <dgm:prSet presAssocID="{0250AB25-AD3A-4207-BE1B-3F09B9B732AA}" presName="rootConnector" presStyleLbl="node3" presStyleIdx="3" presStyleCnt="5"/>
      <dgm:spPr/>
    </dgm:pt>
    <dgm:pt modelId="{3B52628F-CA74-477E-B0D9-6C03B86AE2FA}" type="pres">
      <dgm:prSet presAssocID="{0250AB25-AD3A-4207-BE1B-3F09B9B732AA}" presName="hierChild4" presStyleCnt="0"/>
      <dgm:spPr/>
    </dgm:pt>
    <dgm:pt modelId="{84297339-4702-4FC5-8CEA-72EB992C06FC}" type="pres">
      <dgm:prSet presAssocID="{0250AB25-AD3A-4207-BE1B-3F09B9B732AA}" presName="hierChild5" presStyleCnt="0"/>
      <dgm:spPr/>
    </dgm:pt>
    <dgm:pt modelId="{E16D5A05-36ED-43CE-8FD8-40EA48E8ABAD}" type="pres">
      <dgm:prSet presAssocID="{D6F4B3BC-7846-4566-A1D8-C6867B730633}" presName="Name37" presStyleLbl="parChTrans1D3" presStyleIdx="4" presStyleCnt="5"/>
      <dgm:spPr/>
    </dgm:pt>
    <dgm:pt modelId="{DF42FA47-0AFB-4168-B1F1-E2446A3C42AC}" type="pres">
      <dgm:prSet presAssocID="{127F2003-4694-4C3E-BC35-9BB3D0D444B6}" presName="hierRoot2" presStyleCnt="0">
        <dgm:presLayoutVars>
          <dgm:hierBranch val="init"/>
        </dgm:presLayoutVars>
      </dgm:prSet>
      <dgm:spPr/>
    </dgm:pt>
    <dgm:pt modelId="{1782B832-BE28-4DFC-8385-640F8AB9908C}" type="pres">
      <dgm:prSet presAssocID="{127F2003-4694-4C3E-BC35-9BB3D0D444B6}" presName="rootComposite" presStyleCnt="0"/>
      <dgm:spPr/>
    </dgm:pt>
    <dgm:pt modelId="{87717112-5E5A-4012-94A6-E4047778D8DF}" type="pres">
      <dgm:prSet presAssocID="{127F2003-4694-4C3E-BC35-9BB3D0D444B6}" presName="rootText" presStyleLbl="node3" presStyleIdx="4" presStyleCnt="5">
        <dgm:presLayoutVars>
          <dgm:chPref val="3"/>
        </dgm:presLayoutVars>
      </dgm:prSet>
      <dgm:spPr/>
    </dgm:pt>
    <dgm:pt modelId="{BF85405B-2272-49E1-961A-DE1207B42EEA}" type="pres">
      <dgm:prSet presAssocID="{127F2003-4694-4C3E-BC35-9BB3D0D444B6}" presName="rootConnector" presStyleLbl="node3" presStyleIdx="4" presStyleCnt="5"/>
      <dgm:spPr/>
    </dgm:pt>
    <dgm:pt modelId="{1E73D0F6-C765-4171-99B7-FAAA48F01733}" type="pres">
      <dgm:prSet presAssocID="{127F2003-4694-4C3E-BC35-9BB3D0D444B6}" presName="hierChild4" presStyleCnt="0"/>
      <dgm:spPr/>
    </dgm:pt>
    <dgm:pt modelId="{787D0422-9A1E-4E75-B560-B446336C7A00}" type="pres">
      <dgm:prSet presAssocID="{127F2003-4694-4C3E-BC35-9BB3D0D444B6}" presName="hierChild5" presStyleCnt="0"/>
      <dgm:spPr/>
    </dgm:pt>
    <dgm:pt modelId="{CD0E3B21-523B-4DAD-AC06-25A179270D02}" type="pres">
      <dgm:prSet presAssocID="{573BC777-B933-4429-BA7A-80CB28ADBE91}" presName="hierChild5" presStyleCnt="0"/>
      <dgm:spPr/>
    </dgm:pt>
    <dgm:pt modelId="{360A9B1E-F536-4B1F-BA3C-B2AE4828541E}" type="pres">
      <dgm:prSet presAssocID="{A93B4600-D61C-40C9-ABA4-DEEED79F75B4}" presName="Name37" presStyleLbl="parChTrans1D2" presStyleIdx="2" presStyleCnt="4"/>
      <dgm:spPr/>
    </dgm:pt>
    <dgm:pt modelId="{EE0720E7-7DA9-4350-B49D-62D422628012}" type="pres">
      <dgm:prSet presAssocID="{50583EF0-FEAD-4193-8689-E0E1FFFF87D8}" presName="hierRoot2" presStyleCnt="0">
        <dgm:presLayoutVars>
          <dgm:hierBranch val="init"/>
        </dgm:presLayoutVars>
      </dgm:prSet>
      <dgm:spPr/>
    </dgm:pt>
    <dgm:pt modelId="{FC1B0202-5BD4-4A58-B744-BB683D153F56}" type="pres">
      <dgm:prSet presAssocID="{50583EF0-FEAD-4193-8689-E0E1FFFF87D8}" presName="rootComposite" presStyleCnt="0"/>
      <dgm:spPr/>
    </dgm:pt>
    <dgm:pt modelId="{D56798AF-6E74-4410-B57A-261BA6EC136D}" type="pres">
      <dgm:prSet presAssocID="{50583EF0-FEAD-4193-8689-E0E1FFFF87D8}" presName="rootText" presStyleLbl="node2" presStyleIdx="2" presStyleCnt="3">
        <dgm:presLayoutVars>
          <dgm:chPref val="3"/>
        </dgm:presLayoutVars>
      </dgm:prSet>
      <dgm:spPr/>
    </dgm:pt>
    <dgm:pt modelId="{F3B0A0CA-983F-44BB-ACC7-185DF31A3DC9}" type="pres">
      <dgm:prSet presAssocID="{50583EF0-FEAD-4193-8689-E0E1FFFF87D8}" presName="rootConnector" presStyleLbl="node2" presStyleIdx="2" presStyleCnt="3"/>
      <dgm:spPr/>
    </dgm:pt>
    <dgm:pt modelId="{FF25A8DC-7E1A-495A-BF2C-B0E2052CF421}" type="pres">
      <dgm:prSet presAssocID="{50583EF0-FEAD-4193-8689-E0E1FFFF87D8}" presName="hierChild4" presStyleCnt="0"/>
      <dgm:spPr/>
    </dgm:pt>
    <dgm:pt modelId="{C0D1E9D7-1855-47A8-B01B-AC441CC55863}" type="pres">
      <dgm:prSet presAssocID="{50583EF0-FEAD-4193-8689-E0E1FFFF87D8}" presName="hierChild5" presStyleCnt="0"/>
      <dgm:spPr/>
    </dgm:pt>
    <dgm:pt modelId="{5A9F98F0-71D6-417D-8462-3A52E49D22F1}" type="pres">
      <dgm:prSet presAssocID="{F7344BBB-E380-485F-A854-B9AA758FAB12}" presName="hierChild3" presStyleCnt="0"/>
      <dgm:spPr/>
    </dgm:pt>
    <dgm:pt modelId="{6D4737E3-C9FC-4B5B-B0A2-61D82A8E7EB4}" type="pres">
      <dgm:prSet presAssocID="{046214B3-C045-4922-8CF2-68149CA6C329}" presName="Name111" presStyleLbl="parChTrans1D2" presStyleIdx="3" presStyleCnt="4"/>
      <dgm:spPr/>
    </dgm:pt>
    <dgm:pt modelId="{B0B3CA2F-D724-4BC8-9655-8438F28ED90C}" type="pres">
      <dgm:prSet presAssocID="{FE7F481A-33B4-4E74-9B99-0953B4743BB0}" presName="hierRoot3" presStyleCnt="0">
        <dgm:presLayoutVars>
          <dgm:hierBranch val="init"/>
        </dgm:presLayoutVars>
      </dgm:prSet>
      <dgm:spPr/>
    </dgm:pt>
    <dgm:pt modelId="{B20CBB91-74C9-4BC5-BE14-2B8F67804ECA}" type="pres">
      <dgm:prSet presAssocID="{FE7F481A-33B4-4E74-9B99-0953B4743BB0}" presName="rootComposite3" presStyleCnt="0"/>
      <dgm:spPr/>
    </dgm:pt>
    <dgm:pt modelId="{0EA26A7D-C0EF-4A0C-9EA8-7A5963CDD97C}" type="pres">
      <dgm:prSet presAssocID="{FE7F481A-33B4-4E74-9B99-0953B4743BB0}" presName="rootText3" presStyleLbl="asst1" presStyleIdx="0" presStyleCnt="1">
        <dgm:presLayoutVars>
          <dgm:chPref val="3"/>
        </dgm:presLayoutVars>
      </dgm:prSet>
      <dgm:spPr/>
    </dgm:pt>
    <dgm:pt modelId="{0DD188F1-C754-4AC2-BDA3-1A5AF634832E}" type="pres">
      <dgm:prSet presAssocID="{FE7F481A-33B4-4E74-9B99-0953B4743BB0}" presName="rootConnector3" presStyleLbl="asst1" presStyleIdx="0" presStyleCnt="1"/>
      <dgm:spPr/>
    </dgm:pt>
    <dgm:pt modelId="{1290F56A-81EB-46A3-AD10-41F05F44E90B}" type="pres">
      <dgm:prSet presAssocID="{FE7F481A-33B4-4E74-9B99-0953B4743BB0}" presName="hierChild6" presStyleCnt="0"/>
      <dgm:spPr/>
    </dgm:pt>
    <dgm:pt modelId="{035C7E7E-12A7-414F-B505-080C9B680CCA}" type="pres">
      <dgm:prSet presAssocID="{FE7F481A-33B4-4E74-9B99-0953B4743BB0}" presName="hierChild7" presStyleCnt="0"/>
      <dgm:spPr/>
    </dgm:pt>
  </dgm:ptLst>
  <dgm:cxnLst>
    <dgm:cxn modelId="{5ED69501-AB31-44F0-9EB7-12FB9511E977}" srcId="{F7344BBB-E380-485F-A854-B9AA758FAB12}" destId="{50583EF0-FEAD-4193-8689-E0E1FFFF87D8}" srcOrd="3" destOrd="0" parTransId="{A93B4600-D61C-40C9-ABA4-DEEED79F75B4}" sibTransId="{77150649-6DEB-42F1-BBC4-82E084ABD42E}"/>
    <dgm:cxn modelId="{BFF2DE03-DD42-410D-9678-8EB5CCE2BFC8}" type="presOf" srcId="{5E5AF1B2-67A3-413D-99E3-4A276D1ED6D3}" destId="{860EB59D-D2D9-46B1-A46B-E173B5CFC6E5}" srcOrd="1" destOrd="0" presId="urn:microsoft.com/office/officeart/2005/8/layout/orgChart1"/>
    <dgm:cxn modelId="{08978007-B2F4-4DE8-BE47-4DEE89FAD550}" type="presOf" srcId="{D6F4B3BC-7846-4566-A1D8-C6867B730633}" destId="{E16D5A05-36ED-43CE-8FD8-40EA48E8ABAD}" srcOrd="0" destOrd="0" presId="urn:microsoft.com/office/officeart/2005/8/layout/orgChart1"/>
    <dgm:cxn modelId="{42C5D107-4853-40AA-A28D-90DC8AB40631}" srcId="{F7344BBB-E380-485F-A854-B9AA758FAB12}" destId="{13B4D8B3-4758-4419-BFEC-5E6563DE3346}" srcOrd="1" destOrd="0" parTransId="{DA76C1CD-6DD5-4174-BF41-20846FC0C095}" sibTransId="{D0573AD8-E551-465E-8D02-123E6AC9393A}"/>
    <dgm:cxn modelId="{079D8C10-F53E-423F-B1E5-C5871F1C377D}" type="presOf" srcId="{D07AA40F-72FB-490C-9D48-0BEDE1384E48}" destId="{DDD9D1E3-6520-4D81-8FEF-E67A15C02339}" srcOrd="1" destOrd="0" presId="urn:microsoft.com/office/officeart/2005/8/layout/orgChart1"/>
    <dgm:cxn modelId="{17F31614-DBFB-460D-A9A0-CAE67971664E}" type="presOf" srcId="{F43753D3-253C-4D34-807C-81B7DF75FF27}" destId="{0A384E3E-36A1-499B-B2EB-1E6C8CB174AA}" srcOrd="0" destOrd="0" presId="urn:microsoft.com/office/officeart/2005/8/layout/orgChart1"/>
    <dgm:cxn modelId="{8BD7A119-2382-41DA-B2C1-B5F91E4B3BFD}" srcId="{F7344BBB-E380-485F-A854-B9AA758FAB12}" destId="{FE7F481A-33B4-4E74-9B99-0953B4743BB0}" srcOrd="0" destOrd="0" parTransId="{046214B3-C045-4922-8CF2-68149CA6C329}" sibTransId="{022E148E-158E-421F-9555-EA014FDF4780}"/>
    <dgm:cxn modelId="{4BEB8C1B-F7FA-476F-8CA7-E419FBF5D800}" type="presOf" srcId="{43DE242D-0A5B-4907-AE25-5B58854FE613}" destId="{83A19010-6684-4928-B75D-2A4E2299CF07}" srcOrd="0" destOrd="0" presId="urn:microsoft.com/office/officeart/2005/8/layout/orgChart1"/>
    <dgm:cxn modelId="{17F25C1F-576D-4D2E-BA70-15244911DE11}" type="presOf" srcId="{FE7F481A-33B4-4E74-9B99-0953B4743BB0}" destId="{0EA26A7D-C0EF-4A0C-9EA8-7A5963CDD97C}" srcOrd="0" destOrd="0" presId="urn:microsoft.com/office/officeart/2005/8/layout/orgChart1"/>
    <dgm:cxn modelId="{742EE32C-D3C6-473C-8855-A3036B78659B}" srcId="{43DE242D-0A5B-4907-AE25-5B58854FE613}" destId="{F7344BBB-E380-485F-A854-B9AA758FAB12}" srcOrd="0" destOrd="0" parTransId="{2629DACE-9261-4CE6-BAB8-B8FAE04B1292}" sibTransId="{DBADBB12-E2FA-4A5B-8213-134D0A6670C7}"/>
    <dgm:cxn modelId="{691F812D-4B51-4A5B-9D19-3A3A79A2F1CF}" type="presOf" srcId="{07484D33-EB2D-4F02-B2ED-C31A55D69F7D}" destId="{220B0ED7-F9DC-4C17-B93E-C7384671A7EA}" srcOrd="0" destOrd="0" presId="urn:microsoft.com/office/officeart/2005/8/layout/orgChart1"/>
    <dgm:cxn modelId="{68BF4C41-8E36-4002-BA06-49AFEC183EA1}" srcId="{573BC777-B933-4429-BA7A-80CB28ADBE91}" destId="{0250AB25-AD3A-4207-BE1B-3F09B9B732AA}" srcOrd="0" destOrd="0" parTransId="{F395F4D1-CACC-4CE5-8ED2-C294EA6920B9}" sibTransId="{670F2C3C-569E-4769-A428-AEF0977FC716}"/>
    <dgm:cxn modelId="{8664EB63-7E5A-4A26-9CEF-61ABF3136554}" type="presOf" srcId="{50583EF0-FEAD-4193-8689-E0E1FFFF87D8}" destId="{F3B0A0CA-983F-44BB-ACC7-185DF31A3DC9}" srcOrd="1" destOrd="0" presId="urn:microsoft.com/office/officeart/2005/8/layout/orgChart1"/>
    <dgm:cxn modelId="{6F5CEF43-1F1C-49CB-935D-F617B8034211}" type="presOf" srcId="{6B83E229-C305-4F8E-8E90-965958C57500}" destId="{418D80A6-F4BE-430C-BB20-1D28F576E434}" srcOrd="0" destOrd="0" presId="urn:microsoft.com/office/officeart/2005/8/layout/orgChart1"/>
    <dgm:cxn modelId="{84748545-759A-42B2-BE42-B6C650CBDCAF}" type="presOf" srcId="{9CCF41F7-F026-4B24-A1E6-C58742DB3607}" destId="{CF9FDF71-DC65-4D38-8F5D-17D4E85C1909}" srcOrd="0" destOrd="0" presId="urn:microsoft.com/office/officeart/2005/8/layout/orgChart1"/>
    <dgm:cxn modelId="{6EE1D866-438D-42D8-92CD-A499780A95FE}" srcId="{573BC777-B933-4429-BA7A-80CB28ADBE91}" destId="{127F2003-4694-4C3E-BC35-9BB3D0D444B6}" srcOrd="1" destOrd="0" parTransId="{D6F4B3BC-7846-4566-A1D8-C6867B730633}" sibTransId="{4C03B608-BAA7-43C1-8B35-EF75AD189D1A}"/>
    <dgm:cxn modelId="{DC063067-9BDF-4F53-9C5E-89A972A9E62C}" type="presOf" srcId="{1367323B-1FDC-45E8-8203-E210E6DDDFF0}" destId="{67BDF723-B10C-4CD7-A87C-BFE1D813C81E}" srcOrd="1" destOrd="0" presId="urn:microsoft.com/office/officeart/2005/8/layout/orgChart1"/>
    <dgm:cxn modelId="{80775B47-2BB0-4318-8A3D-E8E696160B55}" srcId="{F7344BBB-E380-485F-A854-B9AA758FAB12}" destId="{573BC777-B933-4429-BA7A-80CB28ADBE91}" srcOrd="2" destOrd="0" parTransId="{6B83E229-C305-4F8E-8E90-965958C57500}" sibTransId="{27AEA214-384D-4140-8437-2E47DA246096}"/>
    <dgm:cxn modelId="{3DAE604D-C8C0-49C5-840E-8FB4C27D2EA4}" type="presOf" srcId="{74B785D0-11D2-48CA-B65B-C4AF75C72412}" destId="{22BCD52F-1A60-4016-AD0E-82F93F4AD6A0}" srcOrd="0" destOrd="0" presId="urn:microsoft.com/office/officeart/2005/8/layout/orgChart1"/>
    <dgm:cxn modelId="{A3DEAB6E-7406-429F-913A-9B3467C07868}" type="presOf" srcId="{127F2003-4694-4C3E-BC35-9BB3D0D444B6}" destId="{BF85405B-2272-49E1-961A-DE1207B42EEA}" srcOrd="1" destOrd="0" presId="urn:microsoft.com/office/officeart/2005/8/layout/orgChart1"/>
    <dgm:cxn modelId="{AB5DA470-B62B-44D9-A133-859322477187}" type="presOf" srcId="{D07AA40F-72FB-490C-9D48-0BEDE1384E48}" destId="{D3E02EB5-3BAE-4689-AF5B-DDAD2147CFED}" srcOrd="0" destOrd="0" presId="urn:microsoft.com/office/officeart/2005/8/layout/orgChart1"/>
    <dgm:cxn modelId="{9C6B8472-10F7-4C23-9190-B4A4D1ED042D}" type="presOf" srcId="{07484D33-EB2D-4F02-B2ED-C31A55D69F7D}" destId="{B4F1669F-651D-466E-8F21-24ED12A569D4}" srcOrd="1" destOrd="0" presId="urn:microsoft.com/office/officeart/2005/8/layout/orgChart1"/>
    <dgm:cxn modelId="{73BAC573-1719-4C79-A7AA-2C8059B7EE68}" srcId="{13B4D8B3-4758-4419-BFEC-5E6563DE3346}" destId="{D07AA40F-72FB-490C-9D48-0BEDE1384E48}" srcOrd="2" destOrd="0" parTransId="{1002B1FB-2809-42F7-A7B5-B115AB52BBC4}" sibTransId="{EFE95983-0E11-4B13-A574-B2EBAB28DFE2}"/>
    <dgm:cxn modelId="{DA37DB73-4CC3-4D71-8DE9-C7E2E5C7B5FC}" type="presOf" srcId="{573BC777-B933-4429-BA7A-80CB28ADBE91}" destId="{F8F38FE0-DC9B-49C7-BD5B-A9D11AA511C3}" srcOrd="1" destOrd="0" presId="urn:microsoft.com/office/officeart/2005/8/layout/orgChart1"/>
    <dgm:cxn modelId="{BA5C0056-CEAF-4EE1-9215-A7081A1155EC}" type="presOf" srcId="{F7344BBB-E380-485F-A854-B9AA758FAB12}" destId="{73ECACD1-9047-442C-B368-D783B8E82A1E}" srcOrd="0" destOrd="0" presId="urn:microsoft.com/office/officeart/2005/8/layout/orgChart1"/>
    <dgm:cxn modelId="{F8CC037A-7711-4D7B-B8AD-905E4D3E775F}" srcId="{13B4D8B3-4758-4419-BFEC-5E6563DE3346}" destId="{F43753D3-253C-4D34-807C-81B7DF75FF27}" srcOrd="1" destOrd="0" parTransId="{339D2F39-FE43-458B-ABCD-028C8AAD9CAF}" sibTransId="{05CA16E3-3BC6-44E8-B82D-B9385A6CD863}"/>
    <dgm:cxn modelId="{3F90BA7B-5D82-4C68-A62D-A3425EA91B74}" type="presOf" srcId="{50583EF0-FEAD-4193-8689-E0E1FFFF87D8}" destId="{D56798AF-6E74-4410-B57A-261BA6EC136D}" srcOrd="0" destOrd="0" presId="urn:microsoft.com/office/officeart/2005/8/layout/orgChart1"/>
    <dgm:cxn modelId="{BE5C8A7D-762B-4EE9-BD8A-945573319427}" type="presOf" srcId="{F43753D3-253C-4D34-807C-81B7DF75FF27}" destId="{41320531-949A-457B-AE6A-A6A29DB739FB}" srcOrd="1" destOrd="0" presId="urn:microsoft.com/office/officeart/2005/8/layout/orgChart1"/>
    <dgm:cxn modelId="{CC6CB68B-5F14-491E-B167-AA38B36DFF44}" type="presOf" srcId="{A93B4600-D61C-40C9-ABA4-DEEED79F75B4}" destId="{360A9B1E-F536-4B1F-BA3C-B2AE4828541E}" srcOrd="0" destOrd="0" presId="urn:microsoft.com/office/officeart/2005/8/layout/orgChart1"/>
    <dgm:cxn modelId="{A511B88D-FA97-4169-AB55-9AF4BF234733}" type="presOf" srcId="{70060A28-971E-48B4-AEF1-2AAE68CA21AC}" destId="{E9593097-69B6-43CB-BD9D-EE6EB6F524F4}" srcOrd="0" destOrd="0" presId="urn:microsoft.com/office/officeart/2005/8/layout/orgChart1"/>
    <dgm:cxn modelId="{84A464A1-9D28-48B5-9CA6-53A56568FC5A}" type="presOf" srcId="{F395F4D1-CACC-4CE5-8ED2-C294EA6920B9}" destId="{B46F872C-3DAE-4618-97C6-D47700EBECAA}" srcOrd="0" destOrd="0" presId="urn:microsoft.com/office/officeart/2005/8/layout/orgChart1"/>
    <dgm:cxn modelId="{C2EE7EA1-2A7D-45A0-8A3F-9306A159F7B9}" srcId="{D07AA40F-72FB-490C-9D48-0BEDE1384E48}" destId="{70060A28-971E-48B4-AEF1-2AAE68CA21AC}" srcOrd="2" destOrd="0" parTransId="{9A59A962-1A79-4909-B268-2DF2D568353B}" sibTransId="{E1A38349-A552-437A-B1D7-DF4FAC582949}"/>
    <dgm:cxn modelId="{6A827DA9-2436-418A-98B6-8F444FB69D32}" type="presOf" srcId="{DA76C1CD-6DD5-4174-BF41-20846FC0C095}" destId="{FFE262B6-E66D-45EE-B894-5D31EA6E99B9}" srcOrd="0" destOrd="0" presId="urn:microsoft.com/office/officeart/2005/8/layout/orgChart1"/>
    <dgm:cxn modelId="{BDDA2AAC-1793-49F2-A3A7-1C5C2B7D1E13}" type="presOf" srcId="{573BC777-B933-4429-BA7A-80CB28ADBE91}" destId="{28DF2576-B9D3-4430-AE6A-EB0EB945E6F6}" srcOrd="0" destOrd="0" presId="urn:microsoft.com/office/officeart/2005/8/layout/orgChart1"/>
    <dgm:cxn modelId="{BAF07CB0-6533-4668-95F3-F4BDFC3ABE21}" srcId="{D07AA40F-72FB-490C-9D48-0BEDE1384E48}" destId="{1367323B-1FDC-45E8-8203-E210E6DDDFF0}" srcOrd="1" destOrd="0" parTransId="{74B785D0-11D2-48CA-B65B-C4AF75C72412}" sibTransId="{D89534C6-88A1-4297-9E4E-F767DBD78730}"/>
    <dgm:cxn modelId="{3B2EF0B6-0D9B-44AC-B0C3-184650B7C9F0}" type="presOf" srcId="{127F2003-4694-4C3E-BC35-9BB3D0D444B6}" destId="{87717112-5E5A-4012-94A6-E4047778D8DF}" srcOrd="0" destOrd="0" presId="urn:microsoft.com/office/officeart/2005/8/layout/orgChart1"/>
    <dgm:cxn modelId="{FD6C23B8-A947-4FF3-89B1-CB51C79011A1}" type="presOf" srcId="{1367323B-1FDC-45E8-8203-E210E6DDDFF0}" destId="{F6AC0FD1-16DD-4776-A378-AB972B0D5500}" srcOrd="0" destOrd="0" presId="urn:microsoft.com/office/officeart/2005/8/layout/orgChart1"/>
    <dgm:cxn modelId="{B68B8DBA-C9D3-4052-84EB-C773CBEEABC7}" type="presOf" srcId="{046214B3-C045-4922-8CF2-68149CA6C329}" destId="{6D4737E3-C9FC-4B5B-B0A2-61D82A8E7EB4}" srcOrd="0" destOrd="0" presId="urn:microsoft.com/office/officeart/2005/8/layout/orgChart1"/>
    <dgm:cxn modelId="{F89C39C6-F7F8-4C48-A4C2-4C4839FB2319}" type="presOf" srcId="{13B4D8B3-4758-4419-BFEC-5E6563DE3346}" destId="{D6268DA8-CF9B-421E-A54E-4A812F5E077B}" srcOrd="0" destOrd="0" presId="urn:microsoft.com/office/officeart/2005/8/layout/orgChart1"/>
    <dgm:cxn modelId="{972166C7-D69E-4494-891D-E802F210E3E7}" type="presOf" srcId="{0250AB25-AD3A-4207-BE1B-3F09B9B732AA}" destId="{A2EA9160-E4BF-4359-B671-D86F1039BE41}" srcOrd="1" destOrd="0" presId="urn:microsoft.com/office/officeart/2005/8/layout/orgChart1"/>
    <dgm:cxn modelId="{5BE4A6D4-B503-4A2F-8E5A-9B5C58AD1AB2}" type="presOf" srcId="{13B4D8B3-4758-4419-BFEC-5E6563DE3346}" destId="{883B17CD-A52A-466A-B537-5896C80CBC9E}" srcOrd="1" destOrd="0" presId="urn:microsoft.com/office/officeart/2005/8/layout/orgChart1"/>
    <dgm:cxn modelId="{3E733DD8-D18E-4111-8721-847A8F6C4C91}" type="presOf" srcId="{FE7F481A-33B4-4E74-9B99-0953B4743BB0}" destId="{0DD188F1-C754-4AC2-BDA3-1A5AF634832E}" srcOrd="1" destOrd="0" presId="urn:microsoft.com/office/officeart/2005/8/layout/orgChart1"/>
    <dgm:cxn modelId="{EA28F7DD-6146-444E-828F-88738CD1B4A3}" type="presOf" srcId="{9A59A962-1A79-4909-B268-2DF2D568353B}" destId="{B49AB249-9288-4275-979E-20D4459AE655}" srcOrd="0" destOrd="0" presId="urn:microsoft.com/office/officeart/2005/8/layout/orgChart1"/>
    <dgm:cxn modelId="{AA9027DE-D505-42E3-BB35-75A5B7B6E2EC}" type="presOf" srcId="{70060A28-971E-48B4-AEF1-2AAE68CA21AC}" destId="{3E0B99E7-C100-4B79-85CF-C07B840BFC82}" srcOrd="1" destOrd="0" presId="urn:microsoft.com/office/officeart/2005/8/layout/orgChart1"/>
    <dgm:cxn modelId="{B3E75AE0-AF0F-4F38-870D-CEBB15F0A9E7}" type="presOf" srcId="{0250AB25-AD3A-4207-BE1B-3F09B9B732AA}" destId="{329AE372-6C40-4E85-B7F0-48C90C5B36F0}" srcOrd="0" destOrd="0" presId="urn:microsoft.com/office/officeart/2005/8/layout/orgChart1"/>
    <dgm:cxn modelId="{453200E3-2835-4F54-A8A5-BEBF48207704}" type="presOf" srcId="{5E5AF1B2-67A3-413D-99E3-4A276D1ED6D3}" destId="{3810D81A-2528-4432-9449-84ABF4FF493B}" srcOrd="0" destOrd="0" presId="urn:microsoft.com/office/officeart/2005/8/layout/orgChart1"/>
    <dgm:cxn modelId="{7B7FCCF1-FAE9-4516-8C8E-26331199A6C7}" type="presOf" srcId="{6635154C-8FC5-4487-ABBB-0AAE55DC22C9}" destId="{D0A5A7C0-5179-434D-937F-C5A69D8CB127}" srcOrd="0" destOrd="0" presId="urn:microsoft.com/office/officeart/2005/8/layout/orgChart1"/>
    <dgm:cxn modelId="{1E36E6F1-CA52-4202-9B32-B90407233AC6}" srcId="{13B4D8B3-4758-4419-BFEC-5E6563DE3346}" destId="{5E5AF1B2-67A3-413D-99E3-4A276D1ED6D3}" srcOrd="0" destOrd="0" parTransId="{9CCF41F7-F026-4B24-A1E6-C58742DB3607}" sibTransId="{E914FAB8-17A1-400D-9BE6-AE7BF4B7A575}"/>
    <dgm:cxn modelId="{97F52BF3-377F-4D72-A17F-2792AD6F1FC0}" srcId="{D07AA40F-72FB-490C-9D48-0BEDE1384E48}" destId="{07484D33-EB2D-4F02-B2ED-C31A55D69F7D}" srcOrd="0" destOrd="0" parTransId="{6635154C-8FC5-4487-ABBB-0AAE55DC22C9}" sibTransId="{7F238616-8FC7-419A-8B86-16025A487DAA}"/>
    <dgm:cxn modelId="{6D10EAF7-FB83-4F11-9C78-DAC1E36D5276}" type="presOf" srcId="{1002B1FB-2809-42F7-A7B5-B115AB52BBC4}" destId="{74B3B86F-BBA5-4E43-8A19-0BCA304B1100}" srcOrd="0" destOrd="0" presId="urn:microsoft.com/office/officeart/2005/8/layout/orgChart1"/>
    <dgm:cxn modelId="{A3FE3DF9-CC2B-4EB4-91B6-5FD616D0FC34}" type="presOf" srcId="{F7344BBB-E380-485F-A854-B9AA758FAB12}" destId="{4022E280-06A6-4ACB-95B8-FFB5E18A4363}" srcOrd="1" destOrd="0" presId="urn:microsoft.com/office/officeart/2005/8/layout/orgChart1"/>
    <dgm:cxn modelId="{39327DFC-EEA5-4886-8DCE-7366CE648C23}" type="presOf" srcId="{339D2F39-FE43-458B-ABCD-028C8AAD9CAF}" destId="{D8551C59-0672-4301-B147-9B112D9E030C}" srcOrd="0" destOrd="0" presId="urn:microsoft.com/office/officeart/2005/8/layout/orgChart1"/>
    <dgm:cxn modelId="{2AA018F4-6981-43E1-B249-66BA9569BCBF}" type="presParOf" srcId="{83A19010-6684-4928-B75D-2A4E2299CF07}" destId="{2284B274-E23E-4157-B8F6-C214939C665E}" srcOrd="0" destOrd="0" presId="urn:microsoft.com/office/officeart/2005/8/layout/orgChart1"/>
    <dgm:cxn modelId="{597EE19B-1697-4B9D-989D-1947C2594251}" type="presParOf" srcId="{2284B274-E23E-4157-B8F6-C214939C665E}" destId="{C22D496E-C4C8-4177-8042-CFC1E4F0DB2E}" srcOrd="0" destOrd="0" presId="urn:microsoft.com/office/officeart/2005/8/layout/orgChart1"/>
    <dgm:cxn modelId="{D2A14197-B001-4690-BF3E-FAF29CDAB757}" type="presParOf" srcId="{C22D496E-C4C8-4177-8042-CFC1E4F0DB2E}" destId="{73ECACD1-9047-442C-B368-D783B8E82A1E}" srcOrd="0" destOrd="0" presId="urn:microsoft.com/office/officeart/2005/8/layout/orgChart1"/>
    <dgm:cxn modelId="{78EEADD3-A65D-4365-AB82-3D6CEFB86EC6}" type="presParOf" srcId="{C22D496E-C4C8-4177-8042-CFC1E4F0DB2E}" destId="{4022E280-06A6-4ACB-95B8-FFB5E18A4363}" srcOrd="1" destOrd="0" presId="urn:microsoft.com/office/officeart/2005/8/layout/orgChart1"/>
    <dgm:cxn modelId="{0E67B46B-2458-4DAA-B95D-42E374486421}" type="presParOf" srcId="{2284B274-E23E-4157-B8F6-C214939C665E}" destId="{310B4A32-2FD7-40F5-9CC5-6C99B4359139}" srcOrd="1" destOrd="0" presId="urn:microsoft.com/office/officeart/2005/8/layout/orgChart1"/>
    <dgm:cxn modelId="{F247FD47-A65C-4901-A497-0033D6F7CB3D}" type="presParOf" srcId="{310B4A32-2FD7-40F5-9CC5-6C99B4359139}" destId="{FFE262B6-E66D-45EE-B894-5D31EA6E99B9}" srcOrd="0" destOrd="0" presId="urn:microsoft.com/office/officeart/2005/8/layout/orgChart1"/>
    <dgm:cxn modelId="{C33E3F95-7DD1-485C-B247-17C6A966D023}" type="presParOf" srcId="{310B4A32-2FD7-40F5-9CC5-6C99B4359139}" destId="{827BD1B2-8235-48FE-AE85-567F3E15533E}" srcOrd="1" destOrd="0" presId="urn:microsoft.com/office/officeart/2005/8/layout/orgChart1"/>
    <dgm:cxn modelId="{009A38C7-D255-41D6-BD0A-F722C454B685}" type="presParOf" srcId="{827BD1B2-8235-48FE-AE85-567F3E15533E}" destId="{C6427893-D859-433E-9FD3-FDB92CD65894}" srcOrd="0" destOrd="0" presId="urn:microsoft.com/office/officeart/2005/8/layout/orgChart1"/>
    <dgm:cxn modelId="{D5BA1365-FECD-41B1-8E07-2C6380BDE459}" type="presParOf" srcId="{C6427893-D859-433E-9FD3-FDB92CD65894}" destId="{D6268DA8-CF9B-421E-A54E-4A812F5E077B}" srcOrd="0" destOrd="0" presId="urn:microsoft.com/office/officeart/2005/8/layout/orgChart1"/>
    <dgm:cxn modelId="{2682402A-AEA1-4586-AE99-E533F7DD9C56}" type="presParOf" srcId="{C6427893-D859-433E-9FD3-FDB92CD65894}" destId="{883B17CD-A52A-466A-B537-5896C80CBC9E}" srcOrd="1" destOrd="0" presId="urn:microsoft.com/office/officeart/2005/8/layout/orgChart1"/>
    <dgm:cxn modelId="{4AB2F2CC-A0C7-4600-A807-E65ED82801C6}" type="presParOf" srcId="{827BD1B2-8235-48FE-AE85-567F3E15533E}" destId="{F6A4C27F-C83E-418C-9928-729CABA86751}" srcOrd="1" destOrd="0" presId="urn:microsoft.com/office/officeart/2005/8/layout/orgChart1"/>
    <dgm:cxn modelId="{2C5E1AEE-FDE3-46A9-9769-C9ECDE6075C3}" type="presParOf" srcId="{F6A4C27F-C83E-418C-9928-729CABA86751}" destId="{CF9FDF71-DC65-4D38-8F5D-17D4E85C1909}" srcOrd="0" destOrd="0" presId="urn:microsoft.com/office/officeart/2005/8/layout/orgChart1"/>
    <dgm:cxn modelId="{3D7EFE39-66C1-4C99-84BA-05C74EC807A8}" type="presParOf" srcId="{F6A4C27F-C83E-418C-9928-729CABA86751}" destId="{EB18B47F-F8ED-4B12-AFB0-70A87ED34F8A}" srcOrd="1" destOrd="0" presId="urn:microsoft.com/office/officeart/2005/8/layout/orgChart1"/>
    <dgm:cxn modelId="{0DAAAF4C-363F-448F-94BF-D4A65D8757DB}" type="presParOf" srcId="{EB18B47F-F8ED-4B12-AFB0-70A87ED34F8A}" destId="{C2BD600A-AF4F-42D1-98AA-9346D5D0ED20}" srcOrd="0" destOrd="0" presId="urn:microsoft.com/office/officeart/2005/8/layout/orgChart1"/>
    <dgm:cxn modelId="{99CC6210-288E-4AEA-822B-8766EB8BB5F0}" type="presParOf" srcId="{C2BD600A-AF4F-42D1-98AA-9346D5D0ED20}" destId="{3810D81A-2528-4432-9449-84ABF4FF493B}" srcOrd="0" destOrd="0" presId="urn:microsoft.com/office/officeart/2005/8/layout/orgChart1"/>
    <dgm:cxn modelId="{CB2D596D-3FD5-494F-A4C4-EF87657ED7CC}" type="presParOf" srcId="{C2BD600A-AF4F-42D1-98AA-9346D5D0ED20}" destId="{860EB59D-D2D9-46B1-A46B-E173B5CFC6E5}" srcOrd="1" destOrd="0" presId="urn:microsoft.com/office/officeart/2005/8/layout/orgChart1"/>
    <dgm:cxn modelId="{48834537-C5F0-41B1-A378-812B580032DD}" type="presParOf" srcId="{EB18B47F-F8ED-4B12-AFB0-70A87ED34F8A}" destId="{81D5BC16-7E96-438D-A101-502B0204613C}" srcOrd="1" destOrd="0" presId="urn:microsoft.com/office/officeart/2005/8/layout/orgChart1"/>
    <dgm:cxn modelId="{62477668-5940-4EE1-A9AE-F24BCB498F56}" type="presParOf" srcId="{EB18B47F-F8ED-4B12-AFB0-70A87ED34F8A}" destId="{EE95EED1-AE01-4CE1-8DB6-FD1086C930DC}" srcOrd="2" destOrd="0" presId="urn:microsoft.com/office/officeart/2005/8/layout/orgChart1"/>
    <dgm:cxn modelId="{174F84D4-6D9B-48DB-B5A5-B0D89CFB7942}" type="presParOf" srcId="{F6A4C27F-C83E-418C-9928-729CABA86751}" destId="{D8551C59-0672-4301-B147-9B112D9E030C}" srcOrd="2" destOrd="0" presId="urn:microsoft.com/office/officeart/2005/8/layout/orgChart1"/>
    <dgm:cxn modelId="{2AA71B62-95C9-4A3A-A21F-777A5E1B0652}" type="presParOf" srcId="{F6A4C27F-C83E-418C-9928-729CABA86751}" destId="{08352A6E-0BBD-4351-A6EF-98EF01B8DC5D}" srcOrd="3" destOrd="0" presId="urn:microsoft.com/office/officeart/2005/8/layout/orgChart1"/>
    <dgm:cxn modelId="{B7623F77-E8FA-4A4D-9888-E66EC2A2CAB3}" type="presParOf" srcId="{08352A6E-0BBD-4351-A6EF-98EF01B8DC5D}" destId="{44FF5C23-7889-4A3F-B2F1-D825B3CA13E6}" srcOrd="0" destOrd="0" presId="urn:microsoft.com/office/officeart/2005/8/layout/orgChart1"/>
    <dgm:cxn modelId="{3972366F-7F33-478C-B766-A63FEE2502D5}" type="presParOf" srcId="{44FF5C23-7889-4A3F-B2F1-D825B3CA13E6}" destId="{0A384E3E-36A1-499B-B2EB-1E6C8CB174AA}" srcOrd="0" destOrd="0" presId="urn:microsoft.com/office/officeart/2005/8/layout/orgChart1"/>
    <dgm:cxn modelId="{8F15A060-FBFE-4872-A201-4AB89D1DD12D}" type="presParOf" srcId="{44FF5C23-7889-4A3F-B2F1-D825B3CA13E6}" destId="{41320531-949A-457B-AE6A-A6A29DB739FB}" srcOrd="1" destOrd="0" presId="urn:microsoft.com/office/officeart/2005/8/layout/orgChart1"/>
    <dgm:cxn modelId="{982C7CBF-C43B-4D5D-B61F-E0FEA785DA53}" type="presParOf" srcId="{08352A6E-0BBD-4351-A6EF-98EF01B8DC5D}" destId="{4F80A1EC-8914-477C-B076-FA26D920AB6A}" srcOrd="1" destOrd="0" presId="urn:microsoft.com/office/officeart/2005/8/layout/orgChart1"/>
    <dgm:cxn modelId="{8F7779BD-9ECF-4B1F-8D20-861F1986D6CA}" type="presParOf" srcId="{08352A6E-0BBD-4351-A6EF-98EF01B8DC5D}" destId="{4452FDE7-51EA-4666-9930-94DA938BADB0}" srcOrd="2" destOrd="0" presId="urn:microsoft.com/office/officeart/2005/8/layout/orgChart1"/>
    <dgm:cxn modelId="{1C45F763-B662-41E7-AA63-C3548FB4B399}" type="presParOf" srcId="{F6A4C27F-C83E-418C-9928-729CABA86751}" destId="{74B3B86F-BBA5-4E43-8A19-0BCA304B1100}" srcOrd="4" destOrd="0" presId="urn:microsoft.com/office/officeart/2005/8/layout/orgChart1"/>
    <dgm:cxn modelId="{CB571961-2003-425A-AB5A-05263D18D79B}" type="presParOf" srcId="{F6A4C27F-C83E-418C-9928-729CABA86751}" destId="{5E08F1AA-CA26-4BEF-9114-57BFB907B9D1}" srcOrd="5" destOrd="0" presId="urn:microsoft.com/office/officeart/2005/8/layout/orgChart1"/>
    <dgm:cxn modelId="{C0EAAC40-00E4-4AEC-B2E4-3B45AD224EC1}" type="presParOf" srcId="{5E08F1AA-CA26-4BEF-9114-57BFB907B9D1}" destId="{0A9045A0-5D02-47F4-8F28-A7733204EE67}" srcOrd="0" destOrd="0" presId="urn:microsoft.com/office/officeart/2005/8/layout/orgChart1"/>
    <dgm:cxn modelId="{8B6DF521-1EFD-48D6-AEAE-1FE843123C35}" type="presParOf" srcId="{0A9045A0-5D02-47F4-8F28-A7733204EE67}" destId="{D3E02EB5-3BAE-4689-AF5B-DDAD2147CFED}" srcOrd="0" destOrd="0" presId="urn:microsoft.com/office/officeart/2005/8/layout/orgChart1"/>
    <dgm:cxn modelId="{F3930DA7-FF9E-47B8-AF30-14B1D5576859}" type="presParOf" srcId="{0A9045A0-5D02-47F4-8F28-A7733204EE67}" destId="{DDD9D1E3-6520-4D81-8FEF-E67A15C02339}" srcOrd="1" destOrd="0" presId="urn:microsoft.com/office/officeart/2005/8/layout/orgChart1"/>
    <dgm:cxn modelId="{372CADB2-1447-43CC-9D5D-64E65F2C1293}" type="presParOf" srcId="{5E08F1AA-CA26-4BEF-9114-57BFB907B9D1}" destId="{9D9CA8A8-EE4A-43AD-9286-FCD62FB2DFB7}" srcOrd="1" destOrd="0" presId="urn:microsoft.com/office/officeart/2005/8/layout/orgChart1"/>
    <dgm:cxn modelId="{19F560C9-96A7-428A-A891-EEDC9561B178}" type="presParOf" srcId="{9D9CA8A8-EE4A-43AD-9286-FCD62FB2DFB7}" destId="{D0A5A7C0-5179-434D-937F-C5A69D8CB127}" srcOrd="0" destOrd="0" presId="urn:microsoft.com/office/officeart/2005/8/layout/orgChart1"/>
    <dgm:cxn modelId="{713DF8FF-670E-4065-9DD9-BE99C297C13E}" type="presParOf" srcId="{9D9CA8A8-EE4A-43AD-9286-FCD62FB2DFB7}" destId="{EB35D255-D8C0-458D-95FC-555C56DB96A4}" srcOrd="1" destOrd="0" presId="urn:microsoft.com/office/officeart/2005/8/layout/orgChart1"/>
    <dgm:cxn modelId="{710A34DC-F64E-485D-83EA-5634D8EB046E}" type="presParOf" srcId="{EB35D255-D8C0-458D-95FC-555C56DB96A4}" destId="{96218093-78FE-4D38-B208-D182A12C09C5}" srcOrd="0" destOrd="0" presId="urn:microsoft.com/office/officeart/2005/8/layout/orgChart1"/>
    <dgm:cxn modelId="{104C8175-5F9C-48C9-83C9-83A06E59BFAB}" type="presParOf" srcId="{96218093-78FE-4D38-B208-D182A12C09C5}" destId="{220B0ED7-F9DC-4C17-B93E-C7384671A7EA}" srcOrd="0" destOrd="0" presId="urn:microsoft.com/office/officeart/2005/8/layout/orgChart1"/>
    <dgm:cxn modelId="{C065C665-7916-4C5E-9CBC-B55395545FC5}" type="presParOf" srcId="{96218093-78FE-4D38-B208-D182A12C09C5}" destId="{B4F1669F-651D-466E-8F21-24ED12A569D4}" srcOrd="1" destOrd="0" presId="urn:microsoft.com/office/officeart/2005/8/layout/orgChart1"/>
    <dgm:cxn modelId="{39366A12-DBFA-4280-9B98-E4039D7F4072}" type="presParOf" srcId="{EB35D255-D8C0-458D-95FC-555C56DB96A4}" destId="{B5155546-1BF9-4D26-AA95-81FE311CB6B0}" srcOrd="1" destOrd="0" presId="urn:microsoft.com/office/officeart/2005/8/layout/orgChart1"/>
    <dgm:cxn modelId="{6EA3411C-17D4-402B-A2F7-B166505A60DC}" type="presParOf" srcId="{EB35D255-D8C0-458D-95FC-555C56DB96A4}" destId="{F0587AD2-409D-47E6-937D-C98DECE32661}" srcOrd="2" destOrd="0" presId="urn:microsoft.com/office/officeart/2005/8/layout/orgChart1"/>
    <dgm:cxn modelId="{2D92B375-599D-46E3-8003-C96A3CE6E315}" type="presParOf" srcId="{9D9CA8A8-EE4A-43AD-9286-FCD62FB2DFB7}" destId="{22BCD52F-1A60-4016-AD0E-82F93F4AD6A0}" srcOrd="2" destOrd="0" presId="urn:microsoft.com/office/officeart/2005/8/layout/orgChart1"/>
    <dgm:cxn modelId="{5AE91526-2950-46AF-A6F1-54A2BC734264}" type="presParOf" srcId="{9D9CA8A8-EE4A-43AD-9286-FCD62FB2DFB7}" destId="{DFFF1260-2BEE-4A97-B867-2E1B7DE3025B}" srcOrd="3" destOrd="0" presId="urn:microsoft.com/office/officeart/2005/8/layout/orgChart1"/>
    <dgm:cxn modelId="{74E8D7C9-BA00-4770-AFB9-4D3AF843A9FA}" type="presParOf" srcId="{DFFF1260-2BEE-4A97-B867-2E1B7DE3025B}" destId="{B2C99AAC-819F-4708-81C0-A27007009C7C}" srcOrd="0" destOrd="0" presId="urn:microsoft.com/office/officeart/2005/8/layout/orgChart1"/>
    <dgm:cxn modelId="{51E913FA-D5C8-41D9-BB6D-A5BEA3C55B05}" type="presParOf" srcId="{B2C99AAC-819F-4708-81C0-A27007009C7C}" destId="{F6AC0FD1-16DD-4776-A378-AB972B0D5500}" srcOrd="0" destOrd="0" presId="urn:microsoft.com/office/officeart/2005/8/layout/orgChart1"/>
    <dgm:cxn modelId="{D62C089E-46FC-45E1-8C08-D8EFB297E5A9}" type="presParOf" srcId="{B2C99AAC-819F-4708-81C0-A27007009C7C}" destId="{67BDF723-B10C-4CD7-A87C-BFE1D813C81E}" srcOrd="1" destOrd="0" presId="urn:microsoft.com/office/officeart/2005/8/layout/orgChart1"/>
    <dgm:cxn modelId="{DA613CC4-86AF-4CA6-A5D4-835B476E7AC0}" type="presParOf" srcId="{DFFF1260-2BEE-4A97-B867-2E1B7DE3025B}" destId="{0E7DABFD-A16E-4829-A18F-569A8DFD2830}" srcOrd="1" destOrd="0" presId="urn:microsoft.com/office/officeart/2005/8/layout/orgChart1"/>
    <dgm:cxn modelId="{CDCC5B33-6202-4B32-A94D-6D04D223D5B0}" type="presParOf" srcId="{DFFF1260-2BEE-4A97-B867-2E1B7DE3025B}" destId="{EE59BA8B-57B3-44C6-AEB9-56AD8866EAF9}" srcOrd="2" destOrd="0" presId="urn:microsoft.com/office/officeart/2005/8/layout/orgChart1"/>
    <dgm:cxn modelId="{F678E7FC-51D4-49AE-86B4-C99E2E5FF081}" type="presParOf" srcId="{9D9CA8A8-EE4A-43AD-9286-FCD62FB2DFB7}" destId="{B49AB249-9288-4275-979E-20D4459AE655}" srcOrd="4" destOrd="0" presId="urn:microsoft.com/office/officeart/2005/8/layout/orgChart1"/>
    <dgm:cxn modelId="{A8B45304-A724-4944-937A-CB339BD877E1}" type="presParOf" srcId="{9D9CA8A8-EE4A-43AD-9286-FCD62FB2DFB7}" destId="{935048E2-2A17-4A99-8037-3BF34631C618}" srcOrd="5" destOrd="0" presId="urn:microsoft.com/office/officeart/2005/8/layout/orgChart1"/>
    <dgm:cxn modelId="{1DA5F37E-EACA-4016-862E-673D7D5B8A86}" type="presParOf" srcId="{935048E2-2A17-4A99-8037-3BF34631C618}" destId="{15D9C386-8A84-411A-8DDC-6D8F5FC3ACAF}" srcOrd="0" destOrd="0" presId="urn:microsoft.com/office/officeart/2005/8/layout/orgChart1"/>
    <dgm:cxn modelId="{D5CCC155-AD42-4B50-83CB-1E1246400F29}" type="presParOf" srcId="{15D9C386-8A84-411A-8DDC-6D8F5FC3ACAF}" destId="{E9593097-69B6-43CB-BD9D-EE6EB6F524F4}" srcOrd="0" destOrd="0" presId="urn:microsoft.com/office/officeart/2005/8/layout/orgChart1"/>
    <dgm:cxn modelId="{8813EEE5-58A6-43B2-BAF0-01B5CBF1EC27}" type="presParOf" srcId="{15D9C386-8A84-411A-8DDC-6D8F5FC3ACAF}" destId="{3E0B99E7-C100-4B79-85CF-C07B840BFC82}" srcOrd="1" destOrd="0" presId="urn:microsoft.com/office/officeart/2005/8/layout/orgChart1"/>
    <dgm:cxn modelId="{FC955A6C-3901-40EF-B8E4-A86CE5F7CC6C}" type="presParOf" srcId="{935048E2-2A17-4A99-8037-3BF34631C618}" destId="{313BC49B-08DA-40B9-9D37-42F264C94D66}" srcOrd="1" destOrd="0" presId="urn:microsoft.com/office/officeart/2005/8/layout/orgChart1"/>
    <dgm:cxn modelId="{FA40B8E4-AFFC-4872-9530-13249D144B44}" type="presParOf" srcId="{935048E2-2A17-4A99-8037-3BF34631C618}" destId="{AC399D2A-9A23-484C-A6C6-5CEAA667994E}" srcOrd="2" destOrd="0" presId="urn:microsoft.com/office/officeart/2005/8/layout/orgChart1"/>
    <dgm:cxn modelId="{9E0A93FC-BA87-4653-9EFD-392077734304}" type="presParOf" srcId="{5E08F1AA-CA26-4BEF-9114-57BFB907B9D1}" destId="{5E6A3629-AC8B-4CF6-8A68-6359B25BAC3A}" srcOrd="2" destOrd="0" presId="urn:microsoft.com/office/officeart/2005/8/layout/orgChart1"/>
    <dgm:cxn modelId="{F4032D76-8CC0-4C56-8EA2-8599296908E7}" type="presParOf" srcId="{827BD1B2-8235-48FE-AE85-567F3E15533E}" destId="{58EB3AC9-E0DB-4A39-AF40-005886380AAB}" srcOrd="2" destOrd="0" presId="urn:microsoft.com/office/officeart/2005/8/layout/orgChart1"/>
    <dgm:cxn modelId="{6CA25914-AE4E-4C45-82A7-94D220EF1C16}" type="presParOf" srcId="{310B4A32-2FD7-40F5-9CC5-6C99B4359139}" destId="{418D80A6-F4BE-430C-BB20-1D28F576E434}" srcOrd="2" destOrd="0" presId="urn:microsoft.com/office/officeart/2005/8/layout/orgChart1"/>
    <dgm:cxn modelId="{1E07FD34-5329-4D17-97A9-99FF0CC20D1E}" type="presParOf" srcId="{310B4A32-2FD7-40F5-9CC5-6C99B4359139}" destId="{AA904728-BB24-40BC-B2B3-04860A5C1D96}" srcOrd="3" destOrd="0" presId="urn:microsoft.com/office/officeart/2005/8/layout/orgChart1"/>
    <dgm:cxn modelId="{252B8E33-9633-4DB0-B990-D0BCBE37E35D}" type="presParOf" srcId="{AA904728-BB24-40BC-B2B3-04860A5C1D96}" destId="{FDBD9A25-1ABC-498F-9D5A-5E02CF25CA3A}" srcOrd="0" destOrd="0" presId="urn:microsoft.com/office/officeart/2005/8/layout/orgChart1"/>
    <dgm:cxn modelId="{7A71F8EC-28FE-4B04-83B9-DB696FD77387}" type="presParOf" srcId="{FDBD9A25-1ABC-498F-9D5A-5E02CF25CA3A}" destId="{28DF2576-B9D3-4430-AE6A-EB0EB945E6F6}" srcOrd="0" destOrd="0" presId="urn:microsoft.com/office/officeart/2005/8/layout/orgChart1"/>
    <dgm:cxn modelId="{81017C5B-42F2-4BDB-BB68-C7530027312D}" type="presParOf" srcId="{FDBD9A25-1ABC-498F-9D5A-5E02CF25CA3A}" destId="{F8F38FE0-DC9B-49C7-BD5B-A9D11AA511C3}" srcOrd="1" destOrd="0" presId="urn:microsoft.com/office/officeart/2005/8/layout/orgChart1"/>
    <dgm:cxn modelId="{5CA9EAC2-5335-4D36-B05C-24C8625A6E9F}" type="presParOf" srcId="{AA904728-BB24-40BC-B2B3-04860A5C1D96}" destId="{ADAB195D-34FC-4408-B01F-4FC894AA39FF}" srcOrd="1" destOrd="0" presId="urn:microsoft.com/office/officeart/2005/8/layout/orgChart1"/>
    <dgm:cxn modelId="{EF04EC15-78DB-40FD-8403-0C7D73AF65DA}" type="presParOf" srcId="{ADAB195D-34FC-4408-B01F-4FC894AA39FF}" destId="{B46F872C-3DAE-4618-97C6-D47700EBECAA}" srcOrd="0" destOrd="0" presId="urn:microsoft.com/office/officeart/2005/8/layout/orgChart1"/>
    <dgm:cxn modelId="{8E9F7F3A-150B-4A29-B7A1-5E0995A0A2F7}" type="presParOf" srcId="{ADAB195D-34FC-4408-B01F-4FC894AA39FF}" destId="{50B12CE5-677A-4011-ADE7-138A386099AC}" srcOrd="1" destOrd="0" presId="urn:microsoft.com/office/officeart/2005/8/layout/orgChart1"/>
    <dgm:cxn modelId="{5E837E73-67DD-4D67-B319-4BF13148A01C}" type="presParOf" srcId="{50B12CE5-677A-4011-ADE7-138A386099AC}" destId="{A66BFBB4-E572-46D2-9899-A73C1C165646}" srcOrd="0" destOrd="0" presId="urn:microsoft.com/office/officeart/2005/8/layout/orgChart1"/>
    <dgm:cxn modelId="{FC4F4392-3B66-427F-AD80-12BC572F7D1C}" type="presParOf" srcId="{A66BFBB4-E572-46D2-9899-A73C1C165646}" destId="{329AE372-6C40-4E85-B7F0-48C90C5B36F0}" srcOrd="0" destOrd="0" presId="urn:microsoft.com/office/officeart/2005/8/layout/orgChart1"/>
    <dgm:cxn modelId="{F26DAEAA-7D47-4F97-90BF-7C9D7CF8E11D}" type="presParOf" srcId="{A66BFBB4-E572-46D2-9899-A73C1C165646}" destId="{A2EA9160-E4BF-4359-B671-D86F1039BE41}" srcOrd="1" destOrd="0" presId="urn:microsoft.com/office/officeart/2005/8/layout/orgChart1"/>
    <dgm:cxn modelId="{1D81EECA-943F-4478-AE97-C9557D79B1B6}" type="presParOf" srcId="{50B12CE5-677A-4011-ADE7-138A386099AC}" destId="{3B52628F-CA74-477E-B0D9-6C03B86AE2FA}" srcOrd="1" destOrd="0" presId="urn:microsoft.com/office/officeart/2005/8/layout/orgChart1"/>
    <dgm:cxn modelId="{9C5091A7-F723-4E46-9782-E9538C574B5E}" type="presParOf" srcId="{50B12CE5-677A-4011-ADE7-138A386099AC}" destId="{84297339-4702-4FC5-8CEA-72EB992C06FC}" srcOrd="2" destOrd="0" presId="urn:microsoft.com/office/officeart/2005/8/layout/orgChart1"/>
    <dgm:cxn modelId="{E0EF1B9E-7094-482E-A9CF-4292B77C07B8}" type="presParOf" srcId="{ADAB195D-34FC-4408-B01F-4FC894AA39FF}" destId="{E16D5A05-36ED-43CE-8FD8-40EA48E8ABAD}" srcOrd="2" destOrd="0" presId="urn:microsoft.com/office/officeart/2005/8/layout/orgChart1"/>
    <dgm:cxn modelId="{AB31A4BC-552E-4B58-8224-B5F27E48F670}" type="presParOf" srcId="{ADAB195D-34FC-4408-B01F-4FC894AA39FF}" destId="{DF42FA47-0AFB-4168-B1F1-E2446A3C42AC}" srcOrd="3" destOrd="0" presId="urn:microsoft.com/office/officeart/2005/8/layout/orgChart1"/>
    <dgm:cxn modelId="{078AC270-6212-47DC-A520-FF35EE430644}" type="presParOf" srcId="{DF42FA47-0AFB-4168-B1F1-E2446A3C42AC}" destId="{1782B832-BE28-4DFC-8385-640F8AB9908C}" srcOrd="0" destOrd="0" presId="urn:microsoft.com/office/officeart/2005/8/layout/orgChart1"/>
    <dgm:cxn modelId="{780FDE56-B708-4226-9BAC-2FD4C7E27C63}" type="presParOf" srcId="{1782B832-BE28-4DFC-8385-640F8AB9908C}" destId="{87717112-5E5A-4012-94A6-E4047778D8DF}" srcOrd="0" destOrd="0" presId="urn:microsoft.com/office/officeart/2005/8/layout/orgChart1"/>
    <dgm:cxn modelId="{3C9DA910-EBB5-42F3-BA7D-BE842F491E2B}" type="presParOf" srcId="{1782B832-BE28-4DFC-8385-640F8AB9908C}" destId="{BF85405B-2272-49E1-961A-DE1207B42EEA}" srcOrd="1" destOrd="0" presId="urn:microsoft.com/office/officeart/2005/8/layout/orgChart1"/>
    <dgm:cxn modelId="{2DB682AB-1C80-40EE-9613-4516DF1967FD}" type="presParOf" srcId="{DF42FA47-0AFB-4168-B1F1-E2446A3C42AC}" destId="{1E73D0F6-C765-4171-99B7-FAAA48F01733}" srcOrd="1" destOrd="0" presId="urn:microsoft.com/office/officeart/2005/8/layout/orgChart1"/>
    <dgm:cxn modelId="{19BA365E-1E8D-4B0F-AA9B-F95B86FC12F6}" type="presParOf" srcId="{DF42FA47-0AFB-4168-B1F1-E2446A3C42AC}" destId="{787D0422-9A1E-4E75-B560-B446336C7A00}" srcOrd="2" destOrd="0" presId="urn:microsoft.com/office/officeart/2005/8/layout/orgChart1"/>
    <dgm:cxn modelId="{30A42099-E673-46AE-B1BC-DC87C7D95206}" type="presParOf" srcId="{AA904728-BB24-40BC-B2B3-04860A5C1D96}" destId="{CD0E3B21-523B-4DAD-AC06-25A179270D02}" srcOrd="2" destOrd="0" presId="urn:microsoft.com/office/officeart/2005/8/layout/orgChart1"/>
    <dgm:cxn modelId="{692D69C0-B4CE-401E-9529-FA30C4AA0919}" type="presParOf" srcId="{310B4A32-2FD7-40F5-9CC5-6C99B4359139}" destId="{360A9B1E-F536-4B1F-BA3C-B2AE4828541E}" srcOrd="4" destOrd="0" presId="urn:microsoft.com/office/officeart/2005/8/layout/orgChart1"/>
    <dgm:cxn modelId="{3A2CFFCC-D7FC-4D58-9722-FA9BCCD116D5}" type="presParOf" srcId="{310B4A32-2FD7-40F5-9CC5-6C99B4359139}" destId="{EE0720E7-7DA9-4350-B49D-62D422628012}" srcOrd="5" destOrd="0" presId="urn:microsoft.com/office/officeart/2005/8/layout/orgChart1"/>
    <dgm:cxn modelId="{F9CABD24-8F2E-4259-AD09-56167FC6C13A}" type="presParOf" srcId="{EE0720E7-7DA9-4350-B49D-62D422628012}" destId="{FC1B0202-5BD4-4A58-B744-BB683D153F56}" srcOrd="0" destOrd="0" presId="urn:microsoft.com/office/officeart/2005/8/layout/orgChart1"/>
    <dgm:cxn modelId="{615F36D6-043F-4CCD-9A88-05A0C7D04D1E}" type="presParOf" srcId="{FC1B0202-5BD4-4A58-B744-BB683D153F56}" destId="{D56798AF-6E74-4410-B57A-261BA6EC136D}" srcOrd="0" destOrd="0" presId="urn:microsoft.com/office/officeart/2005/8/layout/orgChart1"/>
    <dgm:cxn modelId="{2FF5FED7-2915-4C63-A770-23B229D818D7}" type="presParOf" srcId="{FC1B0202-5BD4-4A58-B744-BB683D153F56}" destId="{F3B0A0CA-983F-44BB-ACC7-185DF31A3DC9}" srcOrd="1" destOrd="0" presId="urn:microsoft.com/office/officeart/2005/8/layout/orgChart1"/>
    <dgm:cxn modelId="{9581134B-85D5-4D68-B6B5-9D0568BDC4F5}" type="presParOf" srcId="{EE0720E7-7DA9-4350-B49D-62D422628012}" destId="{FF25A8DC-7E1A-495A-BF2C-B0E2052CF421}" srcOrd="1" destOrd="0" presId="urn:microsoft.com/office/officeart/2005/8/layout/orgChart1"/>
    <dgm:cxn modelId="{E6EB5295-A437-4DAC-9EC2-EF46E132B1DB}" type="presParOf" srcId="{EE0720E7-7DA9-4350-B49D-62D422628012}" destId="{C0D1E9D7-1855-47A8-B01B-AC441CC55863}" srcOrd="2" destOrd="0" presId="urn:microsoft.com/office/officeart/2005/8/layout/orgChart1"/>
    <dgm:cxn modelId="{4941F0B5-C3D7-4CF5-9B99-3FED7CCF907B}" type="presParOf" srcId="{2284B274-E23E-4157-B8F6-C214939C665E}" destId="{5A9F98F0-71D6-417D-8462-3A52E49D22F1}" srcOrd="2" destOrd="0" presId="urn:microsoft.com/office/officeart/2005/8/layout/orgChart1"/>
    <dgm:cxn modelId="{4514B3EF-25AD-478E-A93A-3682DC571926}" type="presParOf" srcId="{5A9F98F0-71D6-417D-8462-3A52E49D22F1}" destId="{6D4737E3-C9FC-4B5B-B0A2-61D82A8E7EB4}" srcOrd="0" destOrd="0" presId="urn:microsoft.com/office/officeart/2005/8/layout/orgChart1"/>
    <dgm:cxn modelId="{2BF41353-8CF0-4B34-9ACC-26735718FDB4}" type="presParOf" srcId="{5A9F98F0-71D6-417D-8462-3A52E49D22F1}" destId="{B0B3CA2F-D724-4BC8-9655-8438F28ED90C}" srcOrd="1" destOrd="0" presId="urn:microsoft.com/office/officeart/2005/8/layout/orgChart1"/>
    <dgm:cxn modelId="{A5926C79-6540-4878-8AEB-4260DDA9D899}" type="presParOf" srcId="{B0B3CA2F-D724-4BC8-9655-8438F28ED90C}" destId="{B20CBB91-74C9-4BC5-BE14-2B8F67804ECA}" srcOrd="0" destOrd="0" presId="urn:microsoft.com/office/officeart/2005/8/layout/orgChart1"/>
    <dgm:cxn modelId="{1C1639DA-1B92-46D7-B905-EB0655EB401E}" type="presParOf" srcId="{B20CBB91-74C9-4BC5-BE14-2B8F67804ECA}" destId="{0EA26A7D-C0EF-4A0C-9EA8-7A5963CDD97C}" srcOrd="0" destOrd="0" presId="urn:microsoft.com/office/officeart/2005/8/layout/orgChart1"/>
    <dgm:cxn modelId="{214B2F6F-1250-440A-88C4-547096E086A4}" type="presParOf" srcId="{B20CBB91-74C9-4BC5-BE14-2B8F67804ECA}" destId="{0DD188F1-C754-4AC2-BDA3-1A5AF634832E}" srcOrd="1" destOrd="0" presId="urn:microsoft.com/office/officeart/2005/8/layout/orgChart1"/>
    <dgm:cxn modelId="{24C5C60D-E667-477E-928E-1A2FD5331E11}" type="presParOf" srcId="{B0B3CA2F-D724-4BC8-9655-8438F28ED90C}" destId="{1290F56A-81EB-46A3-AD10-41F05F44E90B}" srcOrd="1" destOrd="0" presId="urn:microsoft.com/office/officeart/2005/8/layout/orgChart1"/>
    <dgm:cxn modelId="{855CB24B-145C-4B20-9B2D-F39A63D36840}" type="presParOf" srcId="{B0B3CA2F-D724-4BC8-9655-8438F28ED90C}" destId="{035C7E7E-12A7-414F-B505-080C9B680CC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DC4A28B-6F8B-4EBB-9521-D441EFEFEA4C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82F243-B029-42FB-8FA3-132047E2FAD4}">
      <dgm:prSet phldrT="[Text]"/>
      <dgm:spPr/>
      <dgm:t>
        <a:bodyPr/>
        <a:lstStyle/>
        <a:p>
          <a:r>
            <a:rPr lang="en-US"/>
            <a:t>CEO</a:t>
          </a:r>
        </a:p>
      </dgm:t>
    </dgm:pt>
    <dgm:pt modelId="{018B92DC-5448-41E9-873A-59D855BCAEE7}" type="parTrans" cxnId="{50F2451E-D7DF-43B0-8257-605295D6FC1E}">
      <dgm:prSet/>
      <dgm:spPr/>
      <dgm:t>
        <a:bodyPr/>
        <a:lstStyle/>
        <a:p>
          <a:endParaRPr lang="en-US"/>
        </a:p>
      </dgm:t>
    </dgm:pt>
    <dgm:pt modelId="{752694B7-00B0-4EBF-AA27-FA77C226B964}" type="sibTrans" cxnId="{50F2451E-D7DF-43B0-8257-605295D6FC1E}">
      <dgm:prSet/>
      <dgm:spPr/>
      <dgm:t>
        <a:bodyPr/>
        <a:lstStyle/>
        <a:p>
          <a:endParaRPr lang="en-US"/>
        </a:p>
      </dgm:t>
    </dgm:pt>
    <dgm:pt modelId="{E5F78ECE-E492-4F70-B8E3-2A66B58B1DC0}" type="asst">
      <dgm:prSet phldrT="[Text]" phldr="1"/>
      <dgm:spPr/>
      <dgm:t>
        <a:bodyPr/>
        <a:lstStyle/>
        <a:p>
          <a:endParaRPr lang="en-US"/>
        </a:p>
      </dgm:t>
    </dgm:pt>
    <dgm:pt modelId="{D5F74C9D-CF48-43D4-8E67-7DF5C839665A}" type="parTrans" cxnId="{084281D6-CA39-412B-9AEB-8B99714F0608}">
      <dgm:prSet/>
      <dgm:spPr/>
      <dgm:t>
        <a:bodyPr/>
        <a:lstStyle/>
        <a:p>
          <a:endParaRPr lang="en-US"/>
        </a:p>
      </dgm:t>
    </dgm:pt>
    <dgm:pt modelId="{DB5F73C9-B622-4C00-996C-9269A8E23C13}" type="sibTrans" cxnId="{084281D6-CA39-412B-9AEB-8B99714F0608}">
      <dgm:prSet/>
      <dgm:spPr/>
      <dgm:t>
        <a:bodyPr/>
        <a:lstStyle/>
        <a:p>
          <a:endParaRPr lang="en-US"/>
        </a:p>
      </dgm:t>
    </dgm:pt>
    <dgm:pt modelId="{C521B472-7DF0-423B-997B-5D152AC46B86}">
      <dgm:prSet phldrT="[Text]" phldr="1"/>
      <dgm:spPr/>
      <dgm:t>
        <a:bodyPr/>
        <a:lstStyle/>
        <a:p>
          <a:endParaRPr lang="en-US"/>
        </a:p>
      </dgm:t>
    </dgm:pt>
    <dgm:pt modelId="{6103D69A-AEFC-4A96-BE29-563AEC856639}" type="parTrans" cxnId="{3D52B556-0066-4C07-B857-51178210EF48}">
      <dgm:prSet/>
      <dgm:spPr/>
      <dgm:t>
        <a:bodyPr/>
        <a:lstStyle/>
        <a:p>
          <a:endParaRPr lang="en-US"/>
        </a:p>
      </dgm:t>
    </dgm:pt>
    <dgm:pt modelId="{631591FA-9A4C-4B26-B51C-2F46C0E0377E}" type="sibTrans" cxnId="{3D52B556-0066-4C07-B857-51178210EF48}">
      <dgm:prSet/>
      <dgm:spPr/>
      <dgm:t>
        <a:bodyPr/>
        <a:lstStyle/>
        <a:p>
          <a:endParaRPr lang="en-US"/>
        </a:p>
      </dgm:t>
    </dgm:pt>
    <dgm:pt modelId="{0FAE582D-9A14-4B3F-939F-E33F2DDF3BB3}">
      <dgm:prSet phldrT="[Text]" phldr="1"/>
      <dgm:spPr/>
      <dgm:t>
        <a:bodyPr/>
        <a:lstStyle/>
        <a:p>
          <a:endParaRPr lang="en-US"/>
        </a:p>
      </dgm:t>
    </dgm:pt>
    <dgm:pt modelId="{6964B548-07E4-4BDA-9B2B-1F12CBACF10E}" type="parTrans" cxnId="{E579C530-B7DC-409D-A7AA-5C66F6FAC8F7}">
      <dgm:prSet/>
      <dgm:spPr/>
      <dgm:t>
        <a:bodyPr/>
        <a:lstStyle/>
        <a:p>
          <a:endParaRPr lang="en-US"/>
        </a:p>
      </dgm:t>
    </dgm:pt>
    <dgm:pt modelId="{E03A9B19-E716-400B-B02A-4E4090DDA906}" type="sibTrans" cxnId="{E579C530-B7DC-409D-A7AA-5C66F6FAC8F7}">
      <dgm:prSet/>
      <dgm:spPr/>
      <dgm:t>
        <a:bodyPr/>
        <a:lstStyle/>
        <a:p>
          <a:endParaRPr lang="en-US"/>
        </a:p>
      </dgm:t>
    </dgm:pt>
    <dgm:pt modelId="{C4D2B58C-1B07-4591-888C-48EA10099B15}">
      <dgm:prSet phldrT="[Text]" phldr="1"/>
      <dgm:spPr/>
      <dgm:t>
        <a:bodyPr/>
        <a:lstStyle/>
        <a:p>
          <a:endParaRPr lang="en-US"/>
        </a:p>
      </dgm:t>
    </dgm:pt>
    <dgm:pt modelId="{271876AF-74AC-461B-914A-B219B3258952}" type="parTrans" cxnId="{6788B706-6F60-4580-A29A-523F100CD05F}">
      <dgm:prSet/>
      <dgm:spPr/>
      <dgm:t>
        <a:bodyPr/>
        <a:lstStyle/>
        <a:p>
          <a:endParaRPr lang="en-US"/>
        </a:p>
      </dgm:t>
    </dgm:pt>
    <dgm:pt modelId="{6B326609-6879-4F68-90DD-C0E7955A8404}" type="sibTrans" cxnId="{6788B706-6F60-4580-A29A-523F100CD05F}">
      <dgm:prSet/>
      <dgm:spPr/>
      <dgm:t>
        <a:bodyPr/>
        <a:lstStyle/>
        <a:p>
          <a:endParaRPr lang="en-US"/>
        </a:p>
      </dgm:t>
    </dgm:pt>
    <dgm:pt modelId="{77DFA9D4-F3A4-4201-A77F-6B4F8D07BF44}">
      <dgm:prSet phldrT="[Text]"/>
      <dgm:spPr/>
      <dgm:t>
        <a:bodyPr/>
        <a:lstStyle/>
        <a:p>
          <a:r>
            <a:rPr lang="en-US"/>
            <a:t>M1</a:t>
          </a:r>
        </a:p>
      </dgm:t>
    </dgm:pt>
    <dgm:pt modelId="{6A8FDC70-3B65-4977-80BF-D68E6EA9F313}" type="parTrans" cxnId="{4C6DAF5F-08C6-4237-B027-36186C67D4CC}">
      <dgm:prSet/>
      <dgm:spPr/>
    </dgm:pt>
    <dgm:pt modelId="{E9B865EF-9EB5-48EC-BF25-360068BC91D4}" type="sibTrans" cxnId="{4C6DAF5F-08C6-4237-B027-36186C67D4CC}">
      <dgm:prSet/>
      <dgm:spPr/>
    </dgm:pt>
    <dgm:pt modelId="{47DAC757-BE02-49F6-BE25-624AA40F3332}">
      <dgm:prSet phldrT="[Text]"/>
      <dgm:spPr/>
      <dgm:t>
        <a:bodyPr/>
        <a:lstStyle/>
        <a:p>
          <a:r>
            <a:rPr lang="en-US"/>
            <a:t>M2</a:t>
          </a:r>
        </a:p>
      </dgm:t>
    </dgm:pt>
    <dgm:pt modelId="{E251D8DD-D502-4B49-930A-3E94825989F5}" type="parTrans" cxnId="{994C1ED0-02FB-4C0A-982B-CBD2658C2282}">
      <dgm:prSet/>
      <dgm:spPr/>
    </dgm:pt>
    <dgm:pt modelId="{B8968965-2A0F-4283-9B45-C94372CE4CAA}" type="sibTrans" cxnId="{994C1ED0-02FB-4C0A-982B-CBD2658C2282}">
      <dgm:prSet/>
      <dgm:spPr/>
    </dgm:pt>
    <dgm:pt modelId="{572F09DF-5E1A-4C90-9C0E-8940FA58BE23}">
      <dgm:prSet phldrT="[Text]"/>
      <dgm:spPr/>
      <dgm:t>
        <a:bodyPr/>
        <a:lstStyle/>
        <a:p>
          <a:r>
            <a:rPr lang="en-US"/>
            <a:t>M3</a:t>
          </a:r>
        </a:p>
      </dgm:t>
    </dgm:pt>
    <dgm:pt modelId="{D2BC43EB-7F01-49DC-BEDA-284FF915AEF1}" type="parTrans" cxnId="{8E4A210A-5A0D-4167-95BE-70C8577FD361}">
      <dgm:prSet/>
      <dgm:spPr/>
    </dgm:pt>
    <dgm:pt modelId="{051D91B3-5163-4DCF-BA60-4E86C3D9805F}" type="sibTrans" cxnId="{8E4A210A-5A0D-4167-95BE-70C8577FD361}">
      <dgm:prSet/>
      <dgm:spPr/>
    </dgm:pt>
    <dgm:pt modelId="{31251144-35B5-4201-9B78-534F8B169EF5}">
      <dgm:prSet phldrT="[Text]"/>
      <dgm:spPr/>
      <dgm:t>
        <a:bodyPr/>
        <a:lstStyle/>
        <a:p>
          <a:r>
            <a:rPr lang="en-US"/>
            <a:t>M4</a:t>
          </a:r>
        </a:p>
      </dgm:t>
    </dgm:pt>
    <dgm:pt modelId="{44D08F47-060C-4425-A253-6251A5AEAA06}" type="parTrans" cxnId="{EBD276ED-32DF-4035-8A0C-464C4E9D150C}">
      <dgm:prSet/>
      <dgm:spPr/>
    </dgm:pt>
    <dgm:pt modelId="{E60C5FD6-7580-493A-A068-9C1B8BD428B8}" type="sibTrans" cxnId="{EBD276ED-32DF-4035-8A0C-464C4E9D150C}">
      <dgm:prSet/>
      <dgm:spPr/>
    </dgm:pt>
    <dgm:pt modelId="{45608393-F0B9-4596-B940-6E5DA6E3A2CF}">
      <dgm:prSet phldrT="[Text]"/>
      <dgm:spPr/>
      <dgm:t>
        <a:bodyPr/>
        <a:lstStyle/>
        <a:p>
          <a:r>
            <a:rPr lang="en-US"/>
            <a:t>M5</a:t>
          </a:r>
        </a:p>
      </dgm:t>
    </dgm:pt>
    <dgm:pt modelId="{70AC5631-540F-45DA-B11B-652172FECE01}" type="parTrans" cxnId="{21A2D431-51BA-4709-8A14-81800EB2EB03}">
      <dgm:prSet/>
      <dgm:spPr/>
    </dgm:pt>
    <dgm:pt modelId="{EAA12B17-236E-494E-B14B-D6F99D4260A5}" type="sibTrans" cxnId="{21A2D431-51BA-4709-8A14-81800EB2EB03}">
      <dgm:prSet/>
      <dgm:spPr/>
    </dgm:pt>
    <dgm:pt modelId="{8B91879A-109A-4334-BF9B-369A3615D4BB}">
      <dgm:prSet phldrT="[Text]"/>
      <dgm:spPr/>
      <dgm:t>
        <a:bodyPr/>
        <a:lstStyle/>
        <a:p>
          <a:r>
            <a:rPr lang="en-US"/>
            <a:t>M5R1</a:t>
          </a:r>
        </a:p>
      </dgm:t>
    </dgm:pt>
    <dgm:pt modelId="{D6D06323-CFFE-429E-9B90-5CFB52C4F85F}" type="parTrans" cxnId="{48F32DD9-927B-4E1D-9507-51B7C605975A}">
      <dgm:prSet/>
      <dgm:spPr/>
    </dgm:pt>
    <dgm:pt modelId="{EEC07410-6CA0-4EB2-BA4A-AE6F8E320F8E}" type="sibTrans" cxnId="{48F32DD9-927B-4E1D-9507-51B7C605975A}">
      <dgm:prSet/>
      <dgm:spPr/>
    </dgm:pt>
    <dgm:pt modelId="{FCC776E9-C2E9-43D7-949A-1AE9B4032079}">
      <dgm:prSet phldrT="[Text]"/>
      <dgm:spPr/>
      <dgm:t>
        <a:bodyPr/>
        <a:lstStyle/>
        <a:p>
          <a:r>
            <a:rPr lang="en-US"/>
            <a:t>M5R2</a:t>
          </a:r>
        </a:p>
      </dgm:t>
    </dgm:pt>
    <dgm:pt modelId="{1DDA9AA5-9730-4D02-A801-DC45126A425C}" type="parTrans" cxnId="{C9A979A9-3B93-4F60-99B1-D877C9E08DA2}">
      <dgm:prSet/>
      <dgm:spPr/>
    </dgm:pt>
    <dgm:pt modelId="{31A3788B-146E-46A0-B9B4-F3923235C606}" type="sibTrans" cxnId="{C9A979A9-3B93-4F60-99B1-D877C9E08DA2}">
      <dgm:prSet/>
      <dgm:spPr/>
    </dgm:pt>
    <dgm:pt modelId="{A9183185-9676-43D9-9783-9F295A8B7ABD}">
      <dgm:prSet phldrT="[Text]"/>
      <dgm:spPr/>
      <dgm:t>
        <a:bodyPr/>
        <a:lstStyle/>
        <a:p>
          <a:r>
            <a:rPr lang="en-US"/>
            <a:t>M5R3</a:t>
          </a:r>
        </a:p>
      </dgm:t>
    </dgm:pt>
    <dgm:pt modelId="{2DFA530D-3769-4310-99CA-9A83D9A7C2A3}" type="parTrans" cxnId="{95E28318-1D42-4F07-9EA8-4D2946327ACC}">
      <dgm:prSet/>
      <dgm:spPr/>
    </dgm:pt>
    <dgm:pt modelId="{FCFEBEE6-414F-4415-A3F8-F26BB0E5B2DC}" type="sibTrans" cxnId="{95E28318-1D42-4F07-9EA8-4D2946327ACC}">
      <dgm:prSet/>
      <dgm:spPr/>
    </dgm:pt>
    <dgm:pt modelId="{954B132D-8D61-4551-BE52-16AA8E030FDD}" type="pres">
      <dgm:prSet presAssocID="{1DC4A28B-6F8B-4EBB-9521-D441EFEFEA4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25BA5F25-0A48-420F-A2E4-4704DC6E411C}" type="pres">
      <dgm:prSet presAssocID="{0282F243-B029-42FB-8FA3-132047E2FAD4}" presName="hierRoot1" presStyleCnt="0">
        <dgm:presLayoutVars>
          <dgm:hierBranch val="init"/>
        </dgm:presLayoutVars>
      </dgm:prSet>
      <dgm:spPr/>
    </dgm:pt>
    <dgm:pt modelId="{4F9D8A03-CD14-477D-8C24-CF298CF55163}" type="pres">
      <dgm:prSet presAssocID="{0282F243-B029-42FB-8FA3-132047E2FAD4}" presName="rootComposite1" presStyleCnt="0"/>
      <dgm:spPr/>
    </dgm:pt>
    <dgm:pt modelId="{6D322E04-3D22-4979-B9A0-4F9034133BB2}" type="pres">
      <dgm:prSet presAssocID="{0282F243-B029-42FB-8FA3-132047E2FAD4}" presName="rootText1" presStyleLbl="node0" presStyleIdx="0" presStyleCnt="1">
        <dgm:presLayoutVars>
          <dgm:chPref val="3"/>
        </dgm:presLayoutVars>
      </dgm:prSet>
      <dgm:spPr/>
    </dgm:pt>
    <dgm:pt modelId="{1747D9F5-CEB1-48D0-805D-0F2F3D9D77D8}" type="pres">
      <dgm:prSet presAssocID="{0282F243-B029-42FB-8FA3-132047E2FAD4}" presName="rootConnector1" presStyleLbl="node1" presStyleIdx="0" presStyleCnt="0"/>
      <dgm:spPr/>
    </dgm:pt>
    <dgm:pt modelId="{B067A723-89E7-4C1A-B61B-EA012CD1141C}" type="pres">
      <dgm:prSet presAssocID="{0282F243-B029-42FB-8FA3-132047E2FAD4}" presName="hierChild2" presStyleCnt="0"/>
      <dgm:spPr/>
    </dgm:pt>
    <dgm:pt modelId="{4650F97D-6550-4171-B7D3-F22BDEE93E4F}" type="pres">
      <dgm:prSet presAssocID="{6103D69A-AEFC-4A96-BE29-563AEC856639}" presName="Name37" presStyleLbl="parChTrans1D2" presStyleIdx="0" presStyleCnt="4"/>
      <dgm:spPr/>
    </dgm:pt>
    <dgm:pt modelId="{08AFFD4D-CA61-499F-AD13-945196C5178A}" type="pres">
      <dgm:prSet presAssocID="{C521B472-7DF0-423B-997B-5D152AC46B86}" presName="hierRoot2" presStyleCnt="0">
        <dgm:presLayoutVars>
          <dgm:hierBranch val="init"/>
        </dgm:presLayoutVars>
      </dgm:prSet>
      <dgm:spPr/>
    </dgm:pt>
    <dgm:pt modelId="{3373BBEA-9FB1-4351-AECB-C8A9DD63908D}" type="pres">
      <dgm:prSet presAssocID="{C521B472-7DF0-423B-997B-5D152AC46B86}" presName="rootComposite" presStyleCnt="0"/>
      <dgm:spPr/>
    </dgm:pt>
    <dgm:pt modelId="{4CF6409D-DD3D-4968-B708-389C822EB670}" type="pres">
      <dgm:prSet presAssocID="{C521B472-7DF0-423B-997B-5D152AC46B86}" presName="rootText" presStyleLbl="node2" presStyleIdx="0" presStyleCnt="3">
        <dgm:presLayoutVars>
          <dgm:chPref val="3"/>
        </dgm:presLayoutVars>
      </dgm:prSet>
      <dgm:spPr/>
    </dgm:pt>
    <dgm:pt modelId="{10CC3C73-A578-4D27-BCCB-5A54C8D4C095}" type="pres">
      <dgm:prSet presAssocID="{C521B472-7DF0-423B-997B-5D152AC46B86}" presName="rootConnector" presStyleLbl="node2" presStyleIdx="0" presStyleCnt="3"/>
      <dgm:spPr/>
    </dgm:pt>
    <dgm:pt modelId="{CAEEEAED-6B5C-48BC-A7B7-C5DAA3866E41}" type="pres">
      <dgm:prSet presAssocID="{C521B472-7DF0-423B-997B-5D152AC46B86}" presName="hierChild4" presStyleCnt="0"/>
      <dgm:spPr/>
    </dgm:pt>
    <dgm:pt modelId="{7E644DF0-1578-40E4-929A-4BC51001FA47}" type="pres">
      <dgm:prSet presAssocID="{6A8FDC70-3B65-4977-80BF-D68E6EA9F313}" presName="Name37" presStyleLbl="parChTrans1D3" presStyleIdx="0" presStyleCnt="6"/>
      <dgm:spPr/>
    </dgm:pt>
    <dgm:pt modelId="{FB81A675-84AF-45C3-B216-81F3976A1CA4}" type="pres">
      <dgm:prSet presAssocID="{77DFA9D4-F3A4-4201-A77F-6B4F8D07BF44}" presName="hierRoot2" presStyleCnt="0">
        <dgm:presLayoutVars>
          <dgm:hierBranch val="init"/>
        </dgm:presLayoutVars>
      </dgm:prSet>
      <dgm:spPr/>
    </dgm:pt>
    <dgm:pt modelId="{74555291-CD15-43B1-A856-A0CB2984CA75}" type="pres">
      <dgm:prSet presAssocID="{77DFA9D4-F3A4-4201-A77F-6B4F8D07BF44}" presName="rootComposite" presStyleCnt="0"/>
      <dgm:spPr/>
    </dgm:pt>
    <dgm:pt modelId="{80E72B02-9793-4B3C-8F6E-07AC79AC977A}" type="pres">
      <dgm:prSet presAssocID="{77DFA9D4-F3A4-4201-A77F-6B4F8D07BF44}" presName="rootText" presStyleLbl="node3" presStyleIdx="0" presStyleCnt="6">
        <dgm:presLayoutVars>
          <dgm:chPref val="3"/>
        </dgm:presLayoutVars>
      </dgm:prSet>
      <dgm:spPr/>
    </dgm:pt>
    <dgm:pt modelId="{3F5BE857-A4C2-4736-89ED-6591D493EAC3}" type="pres">
      <dgm:prSet presAssocID="{77DFA9D4-F3A4-4201-A77F-6B4F8D07BF44}" presName="rootConnector" presStyleLbl="node3" presStyleIdx="0" presStyleCnt="6"/>
      <dgm:spPr/>
    </dgm:pt>
    <dgm:pt modelId="{739DEDA7-A7EA-4704-A2C6-B14450D62F2E}" type="pres">
      <dgm:prSet presAssocID="{77DFA9D4-F3A4-4201-A77F-6B4F8D07BF44}" presName="hierChild4" presStyleCnt="0"/>
      <dgm:spPr/>
    </dgm:pt>
    <dgm:pt modelId="{188783FA-5C25-4F45-A8C4-548ABFAB1B5E}" type="pres">
      <dgm:prSet presAssocID="{77DFA9D4-F3A4-4201-A77F-6B4F8D07BF44}" presName="hierChild5" presStyleCnt="0"/>
      <dgm:spPr/>
    </dgm:pt>
    <dgm:pt modelId="{0321FA0D-2F60-47C2-89A4-74D06B630909}" type="pres">
      <dgm:prSet presAssocID="{E251D8DD-D502-4B49-930A-3E94825989F5}" presName="Name37" presStyleLbl="parChTrans1D3" presStyleIdx="1" presStyleCnt="6"/>
      <dgm:spPr/>
    </dgm:pt>
    <dgm:pt modelId="{6BD39362-EFC9-4176-93F7-E81CB05B504F}" type="pres">
      <dgm:prSet presAssocID="{47DAC757-BE02-49F6-BE25-624AA40F3332}" presName="hierRoot2" presStyleCnt="0">
        <dgm:presLayoutVars>
          <dgm:hierBranch val="init"/>
        </dgm:presLayoutVars>
      </dgm:prSet>
      <dgm:spPr/>
    </dgm:pt>
    <dgm:pt modelId="{CE0AF812-CFC3-4D9E-A4FD-1E0E7F329097}" type="pres">
      <dgm:prSet presAssocID="{47DAC757-BE02-49F6-BE25-624AA40F3332}" presName="rootComposite" presStyleCnt="0"/>
      <dgm:spPr/>
    </dgm:pt>
    <dgm:pt modelId="{BFEA7ECC-417B-418A-B849-DC3B4B6F23D0}" type="pres">
      <dgm:prSet presAssocID="{47DAC757-BE02-49F6-BE25-624AA40F3332}" presName="rootText" presStyleLbl="node3" presStyleIdx="1" presStyleCnt="6">
        <dgm:presLayoutVars>
          <dgm:chPref val="3"/>
        </dgm:presLayoutVars>
      </dgm:prSet>
      <dgm:spPr/>
    </dgm:pt>
    <dgm:pt modelId="{920C3820-64B8-4474-A2B5-5F8D431182C0}" type="pres">
      <dgm:prSet presAssocID="{47DAC757-BE02-49F6-BE25-624AA40F3332}" presName="rootConnector" presStyleLbl="node3" presStyleIdx="1" presStyleCnt="6"/>
      <dgm:spPr/>
    </dgm:pt>
    <dgm:pt modelId="{9C32B4D2-1173-4F3D-8C67-A3742F88951D}" type="pres">
      <dgm:prSet presAssocID="{47DAC757-BE02-49F6-BE25-624AA40F3332}" presName="hierChild4" presStyleCnt="0"/>
      <dgm:spPr/>
    </dgm:pt>
    <dgm:pt modelId="{318EABEF-B98A-4FD8-A301-15793C61CA14}" type="pres">
      <dgm:prSet presAssocID="{47DAC757-BE02-49F6-BE25-624AA40F3332}" presName="hierChild5" presStyleCnt="0"/>
      <dgm:spPr/>
    </dgm:pt>
    <dgm:pt modelId="{897EAFF9-C65E-4CCA-8296-A9F21E660C2E}" type="pres">
      <dgm:prSet presAssocID="{D2BC43EB-7F01-49DC-BEDA-284FF915AEF1}" presName="Name37" presStyleLbl="parChTrans1D3" presStyleIdx="2" presStyleCnt="6"/>
      <dgm:spPr/>
    </dgm:pt>
    <dgm:pt modelId="{E2EB5FF3-2249-4E52-AA7E-D6A565BEAC37}" type="pres">
      <dgm:prSet presAssocID="{572F09DF-5E1A-4C90-9C0E-8940FA58BE23}" presName="hierRoot2" presStyleCnt="0">
        <dgm:presLayoutVars>
          <dgm:hierBranch val="init"/>
        </dgm:presLayoutVars>
      </dgm:prSet>
      <dgm:spPr/>
    </dgm:pt>
    <dgm:pt modelId="{D5CF1D3B-3E06-4395-8048-E6D58498A688}" type="pres">
      <dgm:prSet presAssocID="{572F09DF-5E1A-4C90-9C0E-8940FA58BE23}" presName="rootComposite" presStyleCnt="0"/>
      <dgm:spPr/>
    </dgm:pt>
    <dgm:pt modelId="{3528EA76-6400-4590-9635-A4735BF7F951}" type="pres">
      <dgm:prSet presAssocID="{572F09DF-5E1A-4C90-9C0E-8940FA58BE23}" presName="rootText" presStyleLbl="node3" presStyleIdx="2" presStyleCnt="6">
        <dgm:presLayoutVars>
          <dgm:chPref val="3"/>
        </dgm:presLayoutVars>
      </dgm:prSet>
      <dgm:spPr/>
    </dgm:pt>
    <dgm:pt modelId="{7CAC1D5B-78D6-429D-A2AB-3E826265BE86}" type="pres">
      <dgm:prSet presAssocID="{572F09DF-5E1A-4C90-9C0E-8940FA58BE23}" presName="rootConnector" presStyleLbl="node3" presStyleIdx="2" presStyleCnt="6"/>
      <dgm:spPr/>
    </dgm:pt>
    <dgm:pt modelId="{D76191BF-6A21-4865-BA25-0B966CAFDCC2}" type="pres">
      <dgm:prSet presAssocID="{572F09DF-5E1A-4C90-9C0E-8940FA58BE23}" presName="hierChild4" presStyleCnt="0"/>
      <dgm:spPr/>
    </dgm:pt>
    <dgm:pt modelId="{4493E30D-65AA-400C-9211-47B88F68B7D8}" type="pres">
      <dgm:prSet presAssocID="{572F09DF-5E1A-4C90-9C0E-8940FA58BE23}" presName="hierChild5" presStyleCnt="0"/>
      <dgm:spPr/>
    </dgm:pt>
    <dgm:pt modelId="{B5A7822A-B4B5-41C6-9C66-9BD23CF06547}" type="pres">
      <dgm:prSet presAssocID="{C521B472-7DF0-423B-997B-5D152AC46B86}" presName="hierChild5" presStyleCnt="0"/>
      <dgm:spPr/>
    </dgm:pt>
    <dgm:pt modelId="{8A899FBE-0F38-4FD7-BA42-5926BC0DA2CB}" type="pres">
      <dgm:prSet presAssocID="{6964B548-07E4-4BDA-9B2B-1F12CBACF10E}" presName="Name37" presStyleLbl="parChTrans1D2" presStyleIdx="1" presStyleCnt="4"/>
      <dgm:spPr/>
    </dgm:pt>
    <dgm:pt modelId="{5E631081-948F-4506-980D-C98DEF4C72B2}" type="pres">
      <dgm:prSet presAssocID="{0FAE582D-9A14-4B3F-939F-E33F2DDF3BB3}" presName="hierRoot2" presStyleCnt="0">
        <dgm:presLayoutVars>
          <dgm:hierBranch val="init"/>
        </dgm:presLayoutVars>
      </dgm:prSet>
      <dgm:spPr/>
    </dgm:pt>
    <dgm:pt modelId="{D3B57A0A-3669-4DB7-8D16-6413FADC855E}" type="pres">
      <dgm:prSet presAssocID="{0FAE582D-9A14-4B3F-939F-E33F2DDF3BB3}" presName="rootComposite" presStyleCnt="0"/>
      <dgm:spPr/>
    </dgm:pt>
    <dgm:pt modelId="{428CF145-4EAA-4028-8625-AC6F9E19C0DF}" type="pres">
      <dgm:prSet presAssocID="{0FAE582D-9A14-4B3F-939F-E33F2DDF3BB3}" presName="rootText" presStyleLbl="node2" presStyleIdx="1" presStyleCnt="3">
        <dgm:presLayoutVars>
          <dgm:chPref val="3"/>
        </dgm:presLayoutVars>
      </dgm:prSet>
      <dgm:spPr/>
    </dgm:pt>
    <dgm:pt modelId="{0C3780E0-AAB0-46F0-8CC1-37CC37519F8C}" type="pres">
      <dgm:prSet presAssocID="{0FAE582D-9A14-4B3F-939F-E33F2DDF3BB3}" presName="rootConnector" presStyleLbl="node2" presStyleIdx="1" presStyleCnt="3"/>
      <dgm:spPr/>
    </dgm:pt>
    <dgm:pt modelId="{298A1173-9E63-4964-97FC-BD220814220E}" type="pres">
      <dgm:prSet presAssocID="{0FAE582D-9A14-4B3F-939F-E33F2DDF3BB3}" presName="hierChild4" presStyleCnt="0"/>
      <dgm:spPr/>
    </dgm:pt>
    <dgm:pt modelId="{B5DE4D75-4237-43DE-8D2E-0A91DF1C6F1F}" type="pres">
      <dgm:prSet presAssocID="{44D08F47-060C-4425-A253-6251A5AEAA06}" presName="Name37" presStyleLbl="parChTrans1D3" presStyleIdx="3" presStyleCnt="6"/>
      <dgm:spPr/>
    </dgm:pt>
    <dgm:pt modelId="{E05DE60F-278F-4FCD-BEA7-13629525A45C}" type="pres">
      <dgm:prSet presAssocID="{31251144-35B5-4201-9B78-534F8B169EF5}" presName="hierRoot2" presStyleCnt="0">
        <dgm:presLayoutVars>
          <dgm:hierBranch val="init"/>
        </dgm:presLayoutVars>
      </dgm:prSet>
      <dgm:spPr/>
    </dgm:pt>
    <dgm:pt modelId="{743DC594-9AAA-435A-999E-6343393BA004}" type="pres">
      <dgm:prSet presAssocID="{31251144-35B5-4201-9B78-534F8B169EF5}" presName="rootComposite" presStyleCnt="0"/>
      <dgm:spPr/>
    </dgm:pt>
    <dgm:pt modelId="{76EC8C3E-0455-4F24-A562-7F45F759D165}" type="pres">
      <dgm:prSet presAssocID="{31251144-35B5-4201-9B78-534F8B169EF5}" presName="rootText" presStyleLbl="node3" presStyleIdx="3" presStyleCnt="6">
        <dgm:presLayoutVars>
          <dgm:chPref val="3"/>
        </dgm:presLayoutVars>
      </dgm:prSet>
      <dgm:spPr/>
    </dgm:pt>
    <dgm:pt modelId="{567473A7-A6B8-42CF-B13D-A3FFB8B1C15C}" type="pres">
      <dgm:prSet presAssocID="{31251144-35B5-4201-9B78-534F8B169EF5}" presName="rootConnector" presStyleLbl="node3" presStyleIdx="3" presStyleCnt="6"/>
      <dgm:spPr/>
    </dgm:pt>
    <dgm:pt modelId="{DCE0E84C-C34C-485E-A177-B37A66066EA5}" type="pres">
      <dgm:prSet presAssocID="{31251144-35B5-4201-9B78-534F8B169EF5}" presName="hierChild4" presStyleCnt="0"/>
      <dgm:spPr/>
    </dgm:pt>
    <dgm:pt modelId="{31D5101E-08AE-4DC9-BD8E-B410D0CBA3A4}" type="pres">
      <dgm:prSet presAssocID="{31251144-35B5-4201-9B78-534F8B169EF5}" presName="hierChild5" presStyleCnt="0"/>
      <dgm:spPr/>
    </dgm:pt>
    <dgm:pt modelId="{A409A074-6FE9-4D6B-91FE-FDC5B7B57EF6}" type="pres">
      <dgm:prSet presAssocID="{70AC5631-540F-45DA-B11B-652172FECE01}" presName="Name37" presStyleLbl="parChTrans1D3" presStyleIdx="4" presStyleCnt="6"/>
      <dgm:spPr/>
    </dgm:pt>
    <dgm:pt modelId="{220AB681-5857-4495-84F7-95659AAC5218}" type="pres">
      <dgm:prSet presAssocID="{45608393-F0B9-4596-B940-6E5DA6E3A2CF}" presName="hierRoot2" presStyleCnt="0">
        <dgm:presLayoutVars>
          <dgm:hierBranch val="init"/>
        </dgm:presLayoutVars>
      </dgm:prSet>
      <dgm:spPr/>
    </dgm:pt>
    <dgm:pt modelId="{7A96F21F-D1A5-4775-A3AB-B69E2A242F37}" type="pres">
      <dgm:prSet presAssocID="{45608393-F0B9-4596-B940-6E5DA6E3A2CF}" presName="rootComposite" presStyleCnt="0"/>
      <dgm:spPr/>
    </dgm:pt>
    <dgm:pt modelId="{AF9FA780-73ED-4FFA-B2A2-A1D39E7EF9B9}" type="pres">
      <dgm:prSet presAssocID="{45608393-F0B9-4596-B940-6E5DA6E3A2CF}" presName="rootText" presStyleLbl="node3" presStyleIdx="4" presStyleCnt="6">
        <dgm:presLayoutVars>
          <dgm:chPref val="3"/>
        </dgm:presLayoutVars>
      </dgm:prSet>
      <dgm:spPr/>
    </dgm:pt>
    <dgm:pt modelId="{288F9E08-5370-4C0F-833B-7E0B02BE6E7B}" type="pres">
      <dgm:prSet presAssocID="{45608393-F0B9-4596-B940-6E5DA6E3A2CF}" presName="rootConnector" presStyleLbl="node3" presStyleIdx="4" presStyleCnt="6"/>
      <dgm:spPr/>
    </dgm:pt>
    <dgm:pt modelId="{8CB6A840-19B9-4567-959F-5C30699FC193}" type="pres">
      <dgm:prSet presAssocID="{45608393-F0B9-4596-B940-6E5DA6E3A2CF}" presName="hierChild4" presStyleCnt="0"/>
      <dgm:spPr/>
    </dgm:pt>
    <dgm:pt modelId="{785A00C7-FA7B-427B-92D5-9EB26BC80735}" type="pres">
      <dgm:prSet presAssocID="{1DDA9AA5-9730-4D02-A801-DC45126A425C}" presName="Name37" presStyleLbl="parChTrans1D4" presStyleIdx="0" presStyleCnt="2"/>
      <dgm:spPr/>
    </dgm:pt>
    <dgm:pt modelId="{2F601ABB-A69D-4D65-87A9-88BC4DA98D25}" type="pres">
      <dgm:prSet presAssocID="{FCC776E9-C2E9-43D7-949A-1AE9B4032079}" presName="hierRoot2" presStyleCnt="0">
        <dgm:presLayoutVars>
          <dgm:hierBranch val="init"/>
        </dgm:presLayoutVars>
      </dgm:prSet>
      <dgm:spPr/>
    </dgm:pt>
    <dgm:pt modelId="{FC082FAC-912C-4034-8E53-274670E9E8B6}" type="pres">
      <dgm:prSet presAssocID="{FCC776E9-C2E9-43D7-949A-1AE9B4032079}" presName="rootComposite" presStyleCnt="0"/>
      <dgm:spPr/>
    </dgm:pt>
    <dgm:pt modelId="{AF1712CA-2606-48E4-BB31-AD9703C08C14}" type="pres">
      <dgm:prSet presAssocID="{FCC776E9-C2E9-43D7-949A-1AE9B4032079}" presName="rootText" presStyleLbl="node4" presStyleIdx="0" presStyleCnt="2">
        <dgm:presLayoutVars>
          <dgm:chPref val="3"/>
        </dgm:presLayoutVars>
      </dgm:prSet>
      <dgm:spPr/>
    </dgm:pt>
    <dgm:pt modelId="{54EDF011-0CC2-4268-9F6E-422A4F9DA39D}" type="pres">
      <dgm:prSet presAssocID="{FCC776E9-C2E9-43D7-949A-1AE9B4032079}" presName="rootConnector" presStyleLbl="node4" presStyleIdx="0" presStyleCnt="2"/>
      <dgm:spPr/>
    </dgm:pt>
    <dgm:pt modelId="{24D5640B-D344-4F62-9AC6-48C33E81440A}" type="pres">
      <dgm:prSet presAssocID="{FCC776E9-C2E9-43D7-949A-1AE9B4032079}" presName="hierChild4" presStyleCnt="0"/>
      <dgm:spPr/>
    </dgm:pt>
    <dgm:pt modelId="{2CE0BD12-B816-47B6-959F-E0BD52CB9EFC}" type="pres">
      <dgm:prSet presAssocID="{FCC776E9-C2E9-43D7-949A-1AE9B4032079}" presName="hierChild5" presStyleCnt="0"/>
      <dgm:spPr/>
    </dgm:pt>
    <dgm:pt modelId="{E5204FFF-68CE-4246-9227-FD70E1FE1BB3}" type="pres">
      <dgm:prSet presAssocID="{2DFA530D-3769-4310-99CA-9A83D9A7C2A3}" presName="Name37" presStyleLbl="parChTrans1D4" presStyleIdx="1" presStyleCnt="2"/>
      <dgm:spPr/>
    </dgm:pt>
    <dgm:pt modelId="{01C2AF24-C8D8-4E9C-9666-7F3B38CB627C}" type="pres">
      <dgm:prSet presAssocID="{A9183185-9676-43D9-9783-9F295A8B7ABD}" presName="hierRoot2" presStyleCnt="0">
        <dgm:presLayoutVars>
          <dgm:hierBranch val="init"/>
        </dgm:presLayoutVars>
      </dgm:prSet>
      <dgm:spPr/>
    </dgm:pt>
    <dgm:pt modelId="{7E425E25-D5DF-49D5-8A11-4AD6734DE6B7}" type="pres">
      <dgm:prSet presAssocID="{A9183185-9676-43D9-9783-9F295A8B7ABD}" presName="rootComposite" presStyleCnt="0"/>
      <dgm:spPr/>
    </dgm:pt>
    <dgm:pt modelId="{05B972CF-6E9B-467E-AF8B-3EEA33CC11BB}" type="pres">
      <dgm:prSet presAssocID="{A9183185-9676-43D9-9783-9F295A8B7ABD}" presName="rootText" presStyleLbl="node4" presStyleIdx="1" presStyleCnt="2">
        <dgm:presLayoutVars>
          <dgm:chPref val="3"/>
        </dgm:presLayoutVars>
      </dgm:prSet>
      <dgm:spPr/>
    </dgm:pt>
    <dgm:pt modelId="{F45D2A79-5DCB-4F84-A1BA-56EEEC5EEC02}" type="pres">
      <dgm:prSet presAssocID="{A9183185-9676-43D9-9783-9F295A8B7ABD}" presName="rootConnector" presStyleLbl="node4" presStyleIdx="1" presStyleCnt="2"/>
      <dgm:spPr/>
    </dgm:pt>
    <dgm:pt modelId="{7E6DE4CC-E0BE-407A-96ED-6A57C81E83B6}" type="pres">
      <dgm:prSet presAssocID="{A9183185-9676-43D9-9783-9F295A8B7ABD}" presName="hierChild4" presStyleCnt="0"/>
      <dgm:spPr/>
    </dgm:pt>
    <dgm:pt modelId="{984D9A61-F813-4C8E-9389-03D68F091AA5}" type="pres">
      <dgm:prSet presAssocID="{A9183185-9676-43D9-9783-9F295A8B7ABD}" presName="hierChild5" presStyleCnt="0"/>
      <dgm:spPr/>
    </dgm:pt>
    <dgm:pt modelId="{3E205137-E696-45A7-871B-D037B0CA6151}" type="pres">
      <dgm:prSet presAssocID="{45608393-F0B9-4596-B940-6E5DA6E3A2CF}" presName="hierChild5" presStyleCnt="0"/>
      <dgm:spPr/>
    </dgm:pt>
    <dgm:pt modelId="{31D7DA4A-09BF-421C-88BC-6684046FA2B5}" type="pres">
      <dgm:prSet presAssocID="{D6D06323-CFFE-429E-9B90-5CFB52C4F85F}" presName="Name37" presStyleLbl="parChTrans1D3" presStyleIdx="5" presStyleCnt="6"/>
      <dgm:spPr/>
    </dgm:pt>
    <dgm:pt modelId="{01D2A269-902D-42A9-A9FD-119C3F62F64C}" type="pres">
      <dgm:prSet presAssocID="{8B91879A-109A-4334-BF9B-369A3615D4BB}" presName="hierRoot2" presStyleCnt="0">
        <dgm:presLayoutVars>
          <dgm:hierBranch val="init"/>
        </dgm:presLayoutVars>
      </dgm:prSet>
      <dgm:spPr/>
    </dgm:pt>
    <dgm:pt modelId="{D0F6CB96-A0CB-41E2-BF1A-004613BDCAF4}" type="pres">
      <dgm:prSet presAssocID="{8B91879A-109A-4334-BF9B-369A3615D4BB}" presName="rootComposite" presStyleCnt="0"/>
      <dgm:spPr/>
    </dgm:pt>
    <dgm:pt modelId="{42580C95-D01C-40CB-9031-70E2C2C3223B}" type="pres">
      <dgm:prSet presAssocID="{8B91879A-109A-4334-BF9B-369A3615D4BB}" presName="rootText" presStyleLbl="node3" presStyleIdx="5" presStyleCnt="6">
        <dgm:presLayoutVars>
          <dgm:chPref val="3"/>
        </dgm:presLayoutVars>
      </dgm:prSet>
      <dgm:spPr/>
    </dgm:pt>
    <dgm:pt modelId="{B141B49C-9E8F-41F2-A2EA-F97CC6B86BAF}" type="pres">
      <dgm:prSet presAssocID="{8B91879A-109A-4334-BF9B-369A3615D4BB}" presName="rootConnector" presStyleLbl="node3" presStyleIdx="5" presStyleCnt="6"/>
      <dgm:spPr/>
    </dgm:pt>
    <dgm:pt modelId="{9CC3E9EB-CE87-4C60-A88B-8FFA88E72AD3}" type="pres">
      <dgm:prSet presAssocID="{8B91879A-109A-4334-BF9B-369A3615D4BB}" presName="hierChild4" presStyleCnt="0"/>
      <dgm:spPr/>
    </dgm:pt>
    <dgm:pt modelId="{3629D0CD-48A0-44AD-BB9E-3C5196AD2C22}" type="pres">
      <dgm:prSet presAssocID="{8B91879A-109A-4334-BF9B-369A3615D4BB}" presName="hierChild5" presStyleCnt="0"/>
      <dgm:spPr/>
    </dgm:pt>
    <dgm:pt modelId="{982C10FD-13F9-4294-97D0-3AEE4CBEB2EE}" type="pres">
      <dgm:prSet presAssocID="{0FAE582D-9A14-4B3F-939F-E33F2DDF3BB3}" presName="hierChild5" presStyleCnt="0"/>
      <dgm:spPr/>
    </dgm:pt>
    <dgm:pt modelId="{7D221E6E-35C3-4C9B-AFF5-B7F7E93EFB62}" type="pres">
      <dgm:prSet presAssocID="{271876AF-74AC-461B-914A-B219B3258952}" presName="Name37" presStyleLbl="parChTrans1D2" presStyleIdx="2" presStyleCnt="4"/>
      <dgm:spPr/>
    </dgm:pt>
    <dgm:pt modelId="{C3170248-EFF2-4026-9811-5B13C9A1A7CE}" type="pres">
      <dgm:prSet presAssocID="{C4D2B58C-1B07-4591-888C-48EA10099B15}" presName="hierRoot2" presStyleCnt="0">
        <dgm:presLayoutVars>
          <dgm:hierBranch val="init"/>
        </dgm:presLayoutVars>
      </dgm:prSet>
      <dgm:spPr/>
    </dgm:pt>
    <dgm:pt modelId="{E3C58374-90D2-4B77-A1A2-7645836C6001}" type="pres">
      <dgm:prSet presAssocID="{C4D2B58C-1B07-4591-888C-48EA10099B15}" presName="rootComposite" presStyleCnt="0"/>
      <dgm:spPr/>
    </dgm:pt>
    <dgm:pt modelId="{D7E840EC-A8D4-454A-85D8-569CDEDEA0DD}" type="pres">
      <dgm:prSet presAssocID="{C4D2B58C-1B07-4591-888C-48EA10099B15}" presName="rootText" presStyleLbl="node2" presStyleIdx="2" presStyleCnt="3">
        <dgm:presLayoutVars>
          <dgm:chPref val="3"/>
        </dgm:presLayoutVars>
      </dgm:prSet>
      <dgm:spPr/>
    </dgm:pt>
    <dgm:pt modelId="{849DBEFE-EB69-4A59-B44F-9675CAA67693}" type="pres">
      <dgm:prSet presAssocID="{C4D2B58C-1B07-4591-888C-48EA10099B15}" presName="rootConnector" presStyleLbl="node2" presStyleIdx="2" presStyleCnt="3"/>
      <dgm:spPr/>
    </dgm:pt>
    <dgm:pt modelId="{39C65A0B-9124-455F-BF70-BBE381546A87}" type="pres">
      <dgm:prSet presAssocID="{C4D2B58C-1B07-4591-888C-48EA10099B15}" presName="hierChild4" presStyleCnt="0"/>
      <dgm:spPr/>
    </dgm:pt>
    <dgm:pt modelId="{018F0B59-F6AD-49E6-A86E-097046F93CDB}" type="pres">
      <dgm:prSet presAssocID="{C4D2B58C-1B07-4591-888C-48EA10099B15}" presName="hierChild5" presStyleCnt="0"/>
      <dgm:spPr/>
    </dgm:pt>
    <dgm:pt modelId="{D8DEFC93-30C0-4037-9C92-B4EEE77213F1}" type="pres">
      <dgm:prSet presAssocID="{0282F243-B029-42FB-8FA3-132047E2FAD4}" presName="hierChild3" presStyleCnt="0"/>
      <dgm:spPr/>
    </dgm:pt>
    <dgm:pt modelId="{E466DF3C-3266-4FCC-8F77-52E2F2B2B8B1}" type="pres">
      <dgm:prSet presAssocID="{D5F74C9D-CF48-43D4-8E67-7DF5C839665A}" presName="Name111" presStyleLbl="parChTrans1D2" presStyleIdx="3" presStyleCnt="4"/>
      <dgm:spPr/>
    </dgm:pt>
    <dgm:pt modelId="{5D016718-E1AB-4299-BE75-30D0317AC96E}" type="pres">
      <dgm:prSet presAssocID="{E5F78ECE-E492-4F70-B8E3-2A66B58B1DC0}" presName="hierRoot3" presStyleCnt="0">
        <dgm:presLayoutVars>
          <dgm:hierBranch val="init"/>
        </dgm:presLayoutVars>
      </dgm:prSet>
      <dgm:spPr/>
    </dgm:pt>
    <dgm:pt modelId="{C458B296-DC21-4CCC-8007-D38CE7849072}" type="pres">
      <dgm:prSet presAssocID="{E5F78ECE-E492-4F70-B8E3-2A66B58B1DC0}" presName="rootComposite3" presStyleCnt="0"/>
      <dgm:spPr/>
    </dgm:pt>
    <dgm:pt modelId="{6E6A2C7C-54DC-48A1-A971-7B35779B4278}" type="pres">
      <dgm:prSet presAssocID="{E5F78ECE-E492-4F70-B8E3-2A66B58B1DC0}" presName="rootText3" presStyleLbl="asst1" presStyleIdx="0" presStyleCnt="1">
        <dgm:presLayoutVars>
          <dgm:chPref val="3"/>
        </dgm:presLayoutVars>
      </dgm:prSet>
      <dgm:spPr/>
    </dgm:pt>
    <dgm:pt modelId="{224B0BC7-B7CD-4DBA-8652-579F3D4D43DA}" type="pres">
      <dgm:prSet presAssocID="{E5F78ECE-E492-4F70-B8E3-2A66B58B1DC0}" presName="rootConnector3" presStyleLbl="asst1" presStyleIdx="0" presStyleCnt="1"/>
      <dgm:spPr/>
    </dgm:pt>
    <dgm:pt modelId="{57773941-2F83-4391-A7A3-7ABE0FC45EAE}" type="pres">
      <dgm:prSet presAssocID="{E5F78ECE-E492-4F70-B8E3-2A66B58B1DC0}" presName="hierChild6" presStyleCnt="0"/>
      <dgm:spPr/>
    </dgm:pt>
    <dgm:pt modelId="{3626167B-4481-4D5F-B6E0-BF1F53D7B2C9}" type="pres">
      <dgm:prSet presAssocID="{E5F78ECE-E492-4F70-B8E3-2A66B58B1DC0}" presName="hierChild7" presStyleCnt="0"/>
      <dgm:spPr/>
    </dgm:pt>
  </dgm:ptLst>
  <dgm:cxnLst>
    <dgm:cxn modelId="{238C1D00-9A5D-4D52-B52C-4CF27AA6FE6F}" type="presOf" srcId="{0282F243-B029-42FB-8FA3-132047E2FAD4}" destId="{6D322E04-3D22-4979-B9A0-4F9034133BB2}" srcOrd="0" destOrd="0" presId="urn:microsoft.com/office/officeart/2005/8/layout/orgChart1"/>
    <dgm:cxn modelId="{AE222606-741F-469D-B2C4-A266EBAE3E35}" type="presOf" srcId="{C4D2B58C-1B07-4591-888C-48EA10099B15}" destId="{849DBEFE-EB69-4A59-B44F-9675CAA67693}" srcOrd="1" destOrd="0" presId="urn:microsoft.com/office/officeart/2005/8/layout/orgChart1"/>
    <dgm:cxn modelId="{8CF06B06-D89F-4994-8B1A-E8E09DF81A4A}" type="presOf" srcId="{A9183185-9676-43D9-9783-9F295A8B7ABD}" destId="{05B972CF-6E9B-467E-AF8B-3EEA33CC11BB}" srcOrd="0" destOrd="0" presId="urn:microsoft.com/office/officeart/2005/8/layout/orgChart1"/>
    <dgm:cxn modelId="{6788B706-6F60-4580-A29A-523F100CD05F}" srcId="{0282F243-B029-42FB-8FA3-132047E2FAD4}" destId="{C4D2B58C-1B07-4591-888C-48EA10099B15}" srcOrd="3" destOrd="0" parTransId="{271876AF-74AC-461B-914A-B219B3258952}" sibTransId="{6B326609-6879-4F68-90DD-C0E7955A8404}"/>
    <dgm:cxn modelId="{8E4A210A-5A0D-4167-95BE-70C8577FD361}" srcId="{C521B472-7DF0-423B-997B-5D152AC46B86}" destId="{572F09DF-5E1A-4C90-9C0E-8940FA58BE23}" srcOrd="2" destOrd="0" parTransId="{D2BC43EB-7F01-49DC-BEDA-284FF915AEF1}" sibTransId="{051D91B3-5163-4DCF-BA60-4E86C3D9805F}"/>
    <dgm:cxn modelId="{E0272413-A388-4950-A65C-F658B14B14A4}" type="presOf" srcId="{8B91879A-109A-4334-BF9B-369A3615D4BB}" destId="{B141B49C-9E8F-41F2-A2EA-F97CC6B86BAF}" srcOrd="1" destOrd="0" presId="urn:microsoft.com/office/officeart/2005/8/layout/orgChart1"/>
    <dgm:cxn modelId="{57194B18-84D6-44CB-8059-58CAA234BA8D}" type="presOf" srcId="{0FAE582D-9A14-4B3F-939F-E33F2DDF3BB3}" destId="{428CF145-4EAA-4028-8625-AC6F9E19C0DF}" srcOrd="0" destOrd="0" presId="urn:microsoft.com/office/officeart/2005/8/layout/orgChart1"/>
    <dgm:cxn modelId="{95E28318-1D42-4F07-9EA8-4D2946327ACC}" srcId="{45608393-F0B9-4596-B940-6E5DA6E3A2CF}" destId="{A9183185-9676-43D9-9783-9F295A8B7ABD}" srcOrd="1" destOrd="0" parTransId="{2DFA530D-3769-4310-99CA-9A83D9A7C2A3}" sibTransId="{FCFEBEE6-414F-4415-A3F8-F26BB0E5B2DC}"/>
    <dgm:cxn modelId="{A835041C-81AB-434C-A073-787AF9B75071}" type="presOf" srcId="{C521B472-7DF0-423B-997B-5D152AC46B86}" destId="{10CC3C73-A578-4D27-BCCB-5A54C8D4C095}" srcOrd="1" destOrd="0" presId="urn:microsoft.com/office/officeart/2005/8/layout/orgChart1"/>
    <dgm:cxn modelId="{50F2451E-D7DF-43B0-8257-605295D6FC1E}" srcId="{1DC4A28B-6F8B-4EBB-9521-D441EFEFEA4C}" destId="{0282F243-B029-42FB-8FA3-132047E2FAD4}" srcOrd="0" destOrd="0" parTransId="{018B92DC-5448-41E9-873A-59D855BCAEE7}" sibTransId="{752694B7-00B0-4EBF-AA27-FA77C226B964}"/>
    <dgm:cxn modelId="{01AF5A23-D4B7-4671-A704-3239348C7D63}" type="presOf" srcId="{45608393-F0B9-4596-B940-6E5DA6E3A2CF}" destId="{AF9FA780-73ED-4FFA-B2A2-A1D39E7EF9B9}" srcOrd="0" destOrd="0" presId="urn:microsoft.com/office/officeart/2005/8/layout/orgChart1"/>
    <dgm:cxn modelId="{B303AA24-31AF-4B6A-BD60-A4D633FFBD4E}" type="presOf" srcId="{572F09DF-5E1A-4C90-9C0E-8940FA58BE23}" destId="{7CAC1D5B-78D6-429D-A2AB-3E826265BE86}" srcOrd="1" destOrd="0" presId="urn:microsoft.com/office/officeart/2005/8/layout/orgChart1"/>
    <dgm:cxn modelId="{E579C530-B7DC-409D-A7AA-5C66F6FAC8F7}" srcId="{0282F243-B029-42FB-8FA3-132047E2FAD4}" destId="{0FAE582D-9A14-4B3F-939F-E33F2DDF3BB3}" srcOrd="2" destOrd="0" parTransId="{6964B548-07E4-4BDA-9B2B-1F12CBACF10E}" sibTransId="{E03A9B19-E716-400B-B02A-4E4090DDA906}"/>
    <dgm:cxn modelId="{21A2D431-51BA-4709-8A14-81800EB2EB03}" srcId="{0FAE582D-9A14-4B3F-939F-E33F2DDF3BB3}" destId="{45608393-F0B9-4596-B940-6E5DA6E3A2CF}" srcOrd="1" destOrd="0" parTransId="{70AC5631-540F-45DA-B11B-652172FECE01}" sibTransId="{EAA12B17-236E-494E-B14B-D6F99D4260A5}"/>
    <dgm:cxn modelId="{82E4635F-B131-4F50-ADD3-F2176A575FEF}" type="presOf" srcId="{47DAC757-BE02-49F6-BE25-624AA40F3332}" destId="{920C3820-64B8-4474-A2B5-5F8D431182C0}" srcOrd="1" destOrd="0" presId="urn:microsoft.com/office/officeart/2005/8/layout/orgChart1"/>
    <dgm:cxn modelId="{4C6DAF5F-08C6-4237-B027-36186C67D4CC}" srcId="{C521B472-7DF0-423B-997B-5D152AC46B86}" destId="{77DFA9D4-F3A4-4201-A77F-6B4F8D07BF44}" srcOrd="0" destOrd="0" parTransId="{6A8FDC70-3B65-4977-80BF-D68E6EA9F313}" sibTransId="{E9B865EF-9EB5-48EC-BF25-360068BC91D4}"/>
    <dgm:cxn modelId="{DC698860-34B4-46C5-A8CB-0647C701871B}" type="presOf" srcId="{77DFA9D4-F3A4-4201-A77F-6B4F8D07BF44}" destId="{80E72B02-9793-4B3C-8F6E-07AC79AC977A}" srcOrd="0" destOrd="0" presId="urn:microsoft.com/office/officeart/2005/8/layout/orgChart1"/>
    <dgm:cxn modelId="{A3B39E41-AE13-480E-AEF6-1FA9057FE5CA}" type="presOf" srcId="{1DC4A28B-6F8B-4EBB-9521-D441EFEFEA4C}" destId="{954B132D-8D61-4551-BE52-16AA8E030FDD}" srcOrd="0" destOrd="0" presId="urn:microsoft.com/office/officeart/2005/8/layout/orgChart1"/>
    <dgm:cxn modelId="{56D4C464-781F-4B0D-96DE-B6D411B20B4A}" type="presOf" srcId="{31251144-35B5-4201-9B78-534F8B169EF5}" destId="{76EC8C3E-0455-4F24-A562-7F45F759D165}" srcOrd="0" destOrd="0" presId="urn:microsoft.com/office/officeart/2005/8/layout/orgChart1"/>
    <dgm:cxn modelId="{C20F0646-9139-4EAC-9161-F738ADC68EDF}" type="presOf" srcId="{D2BC43EB-7F01-49DC-BEDA-284FF915AEF1}" destId="{897EAFF9-C65E-4CCA-8296-A9F21E660C2E}" srcOrd="0" destOrd="0" presId="urn:microsoft.com/office/officeart/2005/8/layout/orgChart1"/>
    <dgm:cxn modelId="{0D6F074E-C4CC-483C-95BB-4748566ADE8E}" type="presOf" srcId="{1DDA9AA5-9730-4D02-A801-DC45126A425C}" destId="{785A00C7-FA7B-427B-92D5-9EB26BC80735}" srcOrd="0" destOrd="0" presId="urn:microsoft.com/office/officeart/2005/8/layout/orgChart1"/>
    <dgm:cxn modelId="{D67CBD4F-FADC-4DE8-920D-7DCA07828001}" type="presOf" srcId="{E251D8DD-D502-4B49-930A-3E94825989F5}" destId="{0321FA0D-2F60-47C2-89A4-74D06B630909}" srcOrd="0" destOrd="0" presId="urn:microsoft.com/office/officeart/2005/8/layout/orgChart1"/>
    <dgm:cxn modelId="{B5CC1252-B39D-43E8-A8C7-A4321A40435A}" type="presOf" srcId="{6964B548-07E4-4BDA-9B2B-1F12CBACF10E}" destId="{8A899FBE-0F38-4FD7-BA42-5926BC0DA2CB}" srcOrd="0" destOrd="0" presId="urn:microsoft.com/office/officeart/2005/8/layout/orgChart1"/>
    <dgm:cxn modelId="{CAC63C52-3F9E-4688-BBD0-B3771D5184F6}" type="presOf" srcId="{D5F74C9D-CF48-43D4-8E67-7DF5C839665A}" destId="{E466DF3C-3266-4FCC-8F77-52E2F2B2B8B1}" srcOrd="0" destOrd="0" presId="urn:microsoft.com/office/officeart/2005/8/layout/orgChart1"/>
    <dgm:cxn modelId="{72810D53-2FCD-4A3E-887F-9542902866FD}" type="presOf" srcId="{6103D69A-AEFC-4A96-BE29-563AEC856639}" destId="{4650F97D-6550-4171-B7D3-F22BDEE93E4F}" srcOrd="0" destOrd="0" presId="urn:microsoft.com/office/officeart/2005/8/layout/orgChart1"/>
    <dgm:cxn modelId="{3D52B556-0066-4C07-B857-51178210EF48}" srcId="{0282F243-B029-42FB-8FA3-132047E2FAD4}" destId="{C521B472-7DF0-423B-997B-5D152AC46B86}" srcOrd="1" destOrd="0" parTransId="{6103D69A-AEFC-4A96-BE29-563AEC856639}" sibTransId="{631591FA-9A4C-4B26-B51C-2F46C0E0377E}"/>
    <dgm:cxn modelId="{060CB857-8A1A-46CB-98BE-891FB55FB8F6}" type="presOf" srcId="{FCC776E9-C2E9-43D7-949A-1AE9B4032079}" destId="{AF1712CA-2606-48E4-BB31-AD9703C08C14}" srcOrd="0" destOrd="0" presId="urn:microsoft.com/office/officeart/2005/8/layout/orgChart1"/>
    <dgm:cxn modelId="{7332367B-52DF-483D-AEC2-7646052023DC}" type="presOf" srcId="{C4D2B58C-1B07-4591-888C-48EA10099B15}" destId="{D7E840EC-A8D4-454A-85D8-569CDEDEA0DD}" srcOrd="0" destOrd="0" presId="urn:microsoft.com/office/officeart/2005/8/layout/orgChart1"/>
    <dgm:cxn modelId="{19E6CA7E-1873-4E1B-B0CA-AD329407150D}" type="presOf" srcId="{FCC776E9-C2E9-43D7-949A-1AE9B4032079}" destId="{54EDF011-0CC2-4268-9F6E-422A4F9DA39D}" srcOrd="1" destOrd="0" presId="urn:microsoft.com/office/officeart/2005/8/layout/orgChart1"/>
    <dgm:cxn modelId="{4EAEFA7F-A8A8-4534-A1D1-5E73DEBBDE17}" type="presOf" srcId="{2DFA530D-3769-4310-99CA-9A83D9A7C2A3}" destId="{E5204FFF-68CE-4246-9227-FD70E1FE1BB3}" srcOrd="0" destOrd="0" presId="urn:microsoft.com/office/officeart/2005/8/layout/orgChart1"/>
    <dgm:cxn modelId="{3EA85688-855B-443B-86ED-4AF61FB3831A}" type="presOf" srcId="{271876AF-74AC-461B-914A-B219B3258952}" destId="{7D221E6E-35C3-4C9B-AFF5-B7F7E93EFB62}" srcOrd="0" destOrd="0" presId="urn:microsoft.com/office/officeart/2005/8/layout/orgChart1"/>
    <dgm:cxn modelId="{C2CF9A8B-5134-4211-AA50-7CC07C465DDD}" type="presOf" srcId="{A9183185-9676-43D9-9783-9F295A8B7ABD}" destId="{F45D2A79-5DCB-4F84-A1BA-56EEEC5EEC02}" srcOrd="1" destOrd="0" presId="urn:microsoft.com/office/officeart/2005/8/layout/orgChart1"/>
    <dgm:cxn modelId="{C092B596-3956-4AE5-A8D0-75A8EB5EC89C}" type="presOf" srcId="{70AC5631-540F-45DA-B11B-652172FECE01}" destId="{A409A074-6FE9-4D6B-91FE-FDC5B7B57EF6}" srcOrd="0" destOrd="0" presId="urn:microsoft.com/office/officeart/2005/8/layout/orgChart1"/>
    <dgm:cxn modelId="{95820A98-B3BA-4084-B5E5-9B6D363BBA0B}" type="presOf" srcId="{0282F243-B029-42FB-8FA3-132047E2FAD4}" destId="{1747D9F5-CEB1-48D0-805D-0F2F3D9D77D8}" srcOrd="1" destOrd="0" presId="urn:microsoft.com/office/officeart/2005/8/layout/orgChart1"/>
    <dgm:cxn modelId="{8C22599C-B13B-40DC-80E3-1B1AC3E0EDEC}" type="presOf" srcId="{8B91879A-109A-4334-BF9B-369A3615D4BB}" destId="{42580C95-D01C-40CB-9031-70E2C2C3223B}" srcOrd="0" destOrd="0" presId="urn:microsoft.com/office/officeart/2005/8/layout/orgChart1"/>
    <dgm:cxn modelId="{2358CCA2-DF80-49C4-99D8-C08529F0492E}" type="presOf" srcId="{C521B472-7DF0-423B-997B-5D152AC46B86}" destId="{4CF6409D-DD3D-4968-B708-389C822EB670}" srcOrd="0" destOrd="0" presId="urn:microsoft.com/office/officeart/2005/8/layout/orgChart1"/>
    <dgm:cxn modelId="{98315DA7-C5A0-4291-B9F3-38C89BD35607}" type="presOf" srcId="{45608393-F0B9-4596-B940-6E5DA6E3A2CF}" destId="{288F9E08-5370-4C0F-833B-7E0B02BE6E7B}" srcOrd="1" destOrd="0" presId="urn:microsoft.com/office/officeart/2005/8/layout/orgChart1"/>
    <dgm:cxn modelId="{C9A979A9-3B93-4F60-99B1-D877C9E08DA2}" srcId="{45608393-F0B9-4596-B940-6E5DA6E3A2CF}" destId="{FCC776E9-C2E9-43D7-949A-1AE9B4032079}" srcOrd="0" destOrd="0" parTransId="{1DDA9AA5-9730-4D02-A801-DC45126A425C}" sibTransId="{31A3788B-146E-46A0-B9B4-F3923235C606}"/>
    <dgm:cxn modelId="{25BC37B0-7BFC-4658-AB0C-A9D44A9ED0B3}" type="presOf" srcId="{6A8FDC70-3B65-4977-80BF-D68E6EA9F313}" destId="{7E644DF0-1578-40E4-929A-4BC51001FA47}" srcOrd="0" destOrd="0" presId="urn:microsoft.com/office/officeart/2005/8/layout/orgChart1"/>
    <dgm:cxn modelId="{994C1ED0-02FB-4C0A-982B-CBD2658C2282}" srcId="{C521B472-7DF0-423B-997B-5D152AC46B86}" destId="{47DAC757-BE02-49F6-BE25-624AA40F3332}" srcOrd="1" destOrd="0" parTransId="{E251D8DD-D502-4B49-930A-3E94825989F5}" sibTransId="{B8968965-2A0F-4283-9B45-C94372CE4CAA}"/>
    <dgm:cxn modelId="{471C33D6-94D3-4DF8-8C32-9788D300EA4D}" type="presOf" srcId="{D6D06323-CFFE-429E-9B90-5CFB52C4F85F}" destId="{31D7DA4A-09BF-421C-88BC-6684046FA2B5}" srcOrd="0" destOrd="0" presId="urn:microsoft.com/office/officeart/2005/8/layout/orgChart1"/>
    <dgm:cxn modelId="{084281D6-CA39-412B-9AEB-8B99714F0608}" srcId="{0282F243-B029-42FB-8FA3-132047E2FAD4}" destId="{E5F78ECE-E492-4F70-B8E3-2A66B58B1DC0}" srcOrd="0" destOrd="0" parTransId="{D5F74C9D-CF48-43D4-8E67-7DF5C839665A}" sibTransId="{DB5F73C9-B622-4C00-996C-9269A8E23C13}"/>
    <dgm:cxn modelId="{655B8AD6-88AA-4C5B-93F7-C67265FE35A3}" type="presOf" srcId="{572F09DF-5E1A-4C90-9C0E-8940FA58BE23}" destId="{3528EA76-6400-4590-9635-A4735BF7F951}" srcOrd="0" destOrd="0" presId="urn:microsoft.com/office/officeart/2005/8/layout/orgChart1"/>
    <dgm:cxn modelId="{48F32DD9-927B-4E1D-9507-51B7C605975A}" srcId="{0FAE582D-9A14-4B3F-939F-E33F2DDF3BB3}" destId="{8B91879A-109A-4334-BF9B-369A3615D4BB}" srcOrd="2" destOrd="0" parTransId="{D6D06323-CFFE-429E-9B90-5CFB52C4F85F}" sibTransId="{EEC07410-6CA0-4EB2-BA4A-AE6F8E320F8E}"/>
    <dgm:cxn modelId="{10891BDD-58E8-4038-9C48-FB25B8ACC90B}" type="presOf" srcId="{31251144-35B5-4201-9B78-534F8B169EF5}" destId="{567473A7-A6B8-42CF-B13D-A3FFB8B1C15C}" srcOrd="1" destOrd="0" presId="urn:microsoft.com/office/officeart/2005/8/layout/orgChart1"/>
    <dgm:cxn modelId="{19BA7DE1-BFC2-43F9-A15C-311E584975D3}" type="presOf" srcId="{E5F78ECE-E492-4F70-B8E3-2A66B58B1DC0}" destId="{224B0BC7-B7CD-4DBA-8652-579F3D4D43DA}" srcOrd="1" destOrd="0" presId="urn:microsoft.com/office/officeart/2005/8/layout/orgChart1"/>
    <dgm:cxn modelId="{27BA03E5-65FF-432B-A0A2-3C152A2C9410}" type="presOf" srcId="{E5F78ECE-E492-4F70-B8E3-2A66B58B1DC0}" destId="{6E6A2C7C-54DC-48A1-A971-7B35779B4278}" srcOrd="0" destOrd="0" presId="urn:microsoft.com/office/officeart/2005/8/layout/orgChart1"/>
    <dgm:cxn modelId="{0DC1DCE8-1E08-4118-8DDE-8F21FD2AD946}" type="presOf" srcId="{47DAC757-BE02-49F6-BE25-624AA40F3332}" destId="{BFEA7ECC-417B-418A-B849-DC3B4B6F23D0}" srcOrd="0" destOrd="0" presId="urn:microsoft.com/office/officeart/2005/8/layout/orgChart1"/>
    <dgm:cxn modelId="{2F87AFE9-5645-4C75-975A-C1ABEC15061F}" type="presOf" srcId="{77DFA9D4-F3A4-4201-A77F-6B4F8D07BF44}" destId="{3F5BE857-A4C2-4736-89ED-6591D493EAC3}" srcOrd="1" destOrd="0" presId="urn:microsoft.com/office/officeart/2005/8/layout/orgChart1"/>
    <dgm:cxn modelId="{EBD276ED-32DF-4035-8A0C-464C4E9D150C}" srcId="{0FAE582D-9A14-4B3F-939F-E33F2DDF3BB3}" destId="{31251144-35B5-4201-9B78-534F8B169EF5}" srcOrd="0" destOrd="0" parTransId="{44D08F47-060C-4425-A253-6251A5AEAA06}" sibTransId="{E60C5FD6-7580-493A-A068-9C1B8BD428B8}"/>
    <dgm:cxn modelId="{C391AFEF-015B-4B32-8612-B7B19644C3D3}" type="presOf" srcId="{44D08F47-060C-4425-A253-6251A5AEAA06}" destId="{B5DE4D75-4237-43DE-8D2E-0A91DF1C6F1F}" srcOrd="0" destOrd="0" presId="urn:microsoft.com/office/officeart/2005/8/layout/orgChart1"/>
    <dgm:cxn modelId="{1CB40FF5-A730-4DFC-8793-D88AC951ACF4}" type="presOf" srcId="{0FAE582D-9A14-4B3F-939F-E33F2DDF3BB3}" destId="{0C3780E0-AAB0-46F0-8CC1-37CC37519F8C}" srcOrd="1" destOrd="0" presId="urn:microsoft.com/office/officeart/2005/8/layout/orgChart1"/>
    <dgm:cxn modelId="{21FA9EB6-6E89-49E1-8917-5AE8DD8B41F7}" type="presParOf" srcId="{954B132D-8D61-4551-BE52-16AA8E030FDD}" destId="{25BA5F25-0A48-420F-A2E4-4704DC6E411C}" srcOrd="0" destOrd="0" presId="urn:microsoft.com/office/officeart/2005/8/layout/orgChart1"/>
    <dgm:cxn modelId="{6786A095-6311-496B-AA25-AA6943A59520}" type="presParOf" srcId="{25BA5F25-0A48-420F-A2E4-4704DC6E411C}" destId="{4F9D8A03-CD14-477D-8C24-CF298CF55163}" srcOrd="0" destOrd="0" presId="urn:microsoft.com/office/officeart/2005/8/layout/orgChart1"/>
    <dgm:cxn modelId="{0379C210-27E6-4B74-9F1D-8CF7C6EFCB6D}" type="presParOf" srcId="{4F9D8A03-CD14-477D-8C24-CF298CF55163}" destId="{6D322E04-3D22-4979-B9A0-4F9034133BB2}" srcOrd="0" destOrd="0" presId="urn:microsoft.com/office/officeart/2005/8/layout/orgChart1"/>
    <dgm:cxn modelId="{C2817DF2-281A-459B-862A-2CF62D7ECED5}" type="presParOf" srcId="{4F9D8A03-CD14-477D-8C24-CF298CF55163}" destId="{1747D9F5-CEB1-48D0-805D-0F2F3D9D77D8}" srcOrd="1" destOrd="0" presId="urn:microsoft.com/office/officeart/2005/8/layout/orgChart1"/>
    <dgm:cxn modelId="{53AC71F3-E6EF-48A5-B559-B8523D56D534}" type="presParOf" srcId="{25BA5F25-0A48-420F-A2E4-4704DC6E411C}" destId="{B067A723-89E7-4C1A-B61B-EA012CD1141C}" srcOrd="1" destOrd="0" presId="urn:microsoft.com/office/officeart/2005/8/layout/orgChart1"/>
    <dgm:cxn modelId="{674A6880-8A29-457E-A016-18CD80439613}" type="presParOf" srcId="{B067A723-89E7-4C1A-B61B-EA012CD1141C}" destId="{4650F97D-6550-4171-B7D3-F22BDEE93E4F}" srcOrd="0" destOrd="0" presId="urn:microsoft.com/office/officeart/2005/8/layout/orgChart1"/>
    <dgm:cxn modelId="{72F3A2E9-4A11-4DA0-8EBA-3EE2F8C6FC92}" type="presParOf" srcId="{B067A723-89E7-4C1A-B61B-EA012CD1141C}" destId="{08AFFD4D-CA61-499F-AD13-945196C5178A}" srcOrd="1" destOrd="0" presId="urn:microsoft.com/office/officeart/2005/8/layout/orgChart1"/>
    <dgm:cxn modelId="{9C70965A-4F4D-4CA3-9245-4ECA849027E6}" type="presParOf" srcId="{08AFFD4D-CA61-499F-AD13-945196C5178A}" destId="{3373BBEA-9FB1-4351-AECB-C8A9DD63908D}" srcOrd="0" destOrd="0" presId="urn:microsoft.com/office/officeart/2005/8/layout/orgChart1"/>
    <dgm:cxn modelId="{043F6852-26D9-435E-84A9-AB23F86AB161}" type="presParOf" srcId="{3373BBEA-9FB1-4351-AECB-C8A9DD63908D}" destId="{4CF6409D-DD3D-4968-B708-389C822EB670}" srcOrd="0" destOrd="0" presId="urn:microsoft.com/office/officeart/2005/8/layout/orgChart1"/>
    <dgm:cxn modelId="{E9C5082B-E2BC-41CE-BBD0-7600F511E8FF}" type="presParOf" srcId="{3373BBEA-9FB1-4351-AECB-C8A9DD63908D}" destId="{10CC3C73-A578-4D27-BCCB-5A54C8D4C095}" srcOrd="1" destOrd="0" presId="urn:microsoft.com/office/officeart/2005/8/layout/orgChart1"/>
    <dgm:cxn modelId="{F2A25CC0-7D1E-4991-86B7-67DC676BE4F3}" type="presParOf" srcId="{08AFFD4D-CA61-499F-AD13-945196C5178A}" destId="{CAEEEAED-6B5C-48BC-A7B7-C5DAA3866E41}" srcOrd="1" destOrd="0" presId="urn:microsoft.com/office/officeart/2005/8/layout/orgChart1"/>
    <dgm:cxn modelId="{C46BAF1C-5BDA-4418-8207-F4BA9C7748F5}" type="presParOf" srcId="{CAEEEAED-6B5C-48BC-A7B7-C5DAA3866E41}" destId="{7E644DF0-1578-40E4-929A-4BC51001FA47}" srcOrd="0" destOrd="0" presId="urn:microsoft.com/office/officeart/2005/8/layout/orgChart1"/>
    <dgm:cxn modelId="{E941179B-CE99-44B0-ABFD-27B019D084BB}" type="presParOf" srcId="{CAEEEAED-6B5C-48BC-A7B7-C5DAA3866E41}" destId="{FB81A675-84AF-45C3-B216-81F3976A1CA4}" srcOrd="1" destOrd="0" presId="urn:microsoft.com/office/officeart/2005/8/layout/orgChart1"/>
    <dgm:cxn modelId="{04F31D28-D3FF-4122-8A5E-AB7C6121598F}" type="presParOf" srcId="{FB81A675-84AF-45C3-B216-81F3976A1CA4}" destId="{74555291-CD15-43B1-A856-A0CB2984CA75}" srcOrd="0" destOrd="0" presId="urn:microsoft.com/office/officeart/2005/8/layout/orgChart1"/>
    <dgm:cxn modelId="{755C7AB5-753D-4B54-8186-F0A131A68FF7}" type="presParOf" srcId="{74555291-CD15-43B1-A856-A0CB2984CA75}" destId="{80E72B02-9793-4B3C-8F6E-07AC79AC977A}" srcOrd="0" destOrd="0" presId="urn:microsoft.com/office/officeart/2005/8/layout/orgChart1"/>
    <dgm:cxn modelId="{B4C6527C-9544-4C29-9C4D-922582434734}" type="presParOf" srcId="{74555291-CD15-43B1-A856-A0CB2984CA75}" destId="{3F5BE857-A4C2-4736-89ED-6591D493EAC3}" srcOrd="1" destOrd="0" presId="urn:microsoft.com/office/officeart/2005/8/layout/orgChart1"/>
    <dgm:cxn modelId="{2513162C-A13E-49B1-8AAB-BA4A2E0D130E}" type="presParOf" srcId="{FB81A675-84AF-45C3-B216-81F3976A1CA4}" destId="{739DEDA7-A7EA-4704-A2C6-B14450D62F2E}" srcOrd="1" destOrd="0" presId="urn:microsoft.com/office/officeart/2005/8/layout/orgChart1"/>
    <dgm:cxn modelId="{2F3537A6-911F-489C-9294-834A53EF2580}" type="presParOf" srcId="{FB81A675-84AF-45C3-B216-81F3976A1CA4}" destId="{188783FA-5C25-4F45-A8C4-548ABFAB1B5E}" srcOrd="2" destOrd="0" presId="urn:microsoft.com/office/officeart/2005/8/layout/orgChart1"/>
    <dgm:cxn modelId="{6DA6EFD6-D41D-4BB0-BE1E-523214808E7B}" type="presParOf" srcId="{CAEEEAED-6B5C-48BC-A7B7-C5DAA3866E41}" destId="{0321FA0D-2F60-47C2-89A4-74D06B630909}" srcOrd="2" destOrd="0" presId="urn:microsoft.com/office/officeart/2005/8/layout/orgChart1"/>
    <dgm:cxn modelId="{ED16AA8B-7482-48EA-9765-C12A0417CD25}" type="presParOf" srcId="{CAEEEAED-6B5C-48BC-A7B7-C5DAA3866E41}" destId="{6BD39362-EFC9-4176-93F7-E81CB05B504F}" srcOrd="3" destOrd="0" presId="urn:microsoft.com/office/officeart/2005/8/layout/orgChart1"/>
    <dgm:cxn modelId="{03C0F93E-80E5-47E3-9566-880B4912C178}" type="presParOf" srcId="{6BD39362-EFC9-4176-93F7-E81CB05B504F}" destId="{CE0AF812-CFC3-4D9E-A4FD-1E0E7F329097}" srcOrd="0" destOrd="0" presId="urn:microsoft.com/office/officeart/2005/8/layout/orgChart1"/>
    <dgm:cxn modelId="{0D814916-A329-48E6-AC00-4271514AF531}" type="presParOf" srcId="{CE0AF812-CFC3-4D9E-A4FD-1E0E7F329097}" destId="{BFEA7ECC-417B-418A-B849-DC3B4B6F23D0}" srcOrd="0" destOrd="0" presId="urn:microsoft.com/office/officeart/2005/8/layout/orgChart1"/>
    <dgm:cxn modelId="{C031FFF3-5F4B-459C-BCC0-C2BCC83E0F2F}" type="presParOf" srcId="{CE0AF812-CFC3-4D9E-A4FD-1E0E7F329097}" destId="{920C3820-64B8-4474-A2B5-5F8D431182C0}" srcOrd="1" destOrd="0" presId="urn:microsoft.com/office/officeart/2005/8/layout/orgChart1"/>
    <dgm:cxn modelId="{E95B84BA-7089-4525-8DB3-6063D01D94C1}" type="presParOf" srcId="{6BD39362-EFC9-4176-93F7-E81CB05B504F}" destId="{9C32B4D2-1173-4F3D-8C67-A3742F88951D}" srcOrd="1" destOrd="0" presId="urn:microsoft.com/office/officeart/2005/8/layout/orgChart1"/>
    <dgm:cxn modelId="{D02827A6-2D13-44AD-B319-73D475062CCB}" type="presParOf" srcId="{6BD39362-EFC9-4176-93F7-E81CB05B504F}" destId="{318EABEF-B98A-4FD8-A301-15793C61CA14}" srcOrd="2" destOrd="0" presId="urn:microsoft.com/office/officeart/2005/8/layout/orgChart1"/>
    <dgm:cxn modelId="{72FBD66B-DF58-41C1-8D33-56E72A0E1462}" type="presParOf" srcId="{CAEEEAED-6B5C-48BC-A7B7-C5DAA3866E41}" destId="{897EAFF9-C65E-4CCA-8296-A9F21E660C2E}" srcOrd="4" destOrd="0" presId="urn:microsoft.com/office/officeart/2005/8/layout/orgChart1"/>
    <dgm:cxn modelId="{4B42B7B9-3310-4FB3-9CD7-1ACD61B3902E}" type="presParOf" srcId="{CAEEEAED-6B5C-48BC-A7B7-C5DAA3866E41}" destId="{E2EB5FF3-2249-4E52-AA7E-D6A565BEAC37}" srcOrd="5" destOrd="0" presId="urn:microsoft.com/office/officeart/2005/8/layout/orgChart1"/>
    <dgm:cxn modelId="{CF40C3F3-4C0C-4A61-B32E-929B2C7E31C3}" type="presParOf" srcId="{E2EB5FF3-2249-4E52-AA7E-D6A565BEAC37}" destId="{D5CF1D3B-3E06-4395-8048-E6D58498A688}" srcOrd="0" destOrd="0" presId="urn:microsoft.com/office/officeart/2005/8/layout/orgChart1"/>
    <dgm:cxn modelId="{41BA3BAC-EA5E-46C6-8C0A-7591480001DE}" type="presParOf" srcId="{D5CF1D3B-3E06-4395-8048-E6D58498A688}" destId="{3528EA76-6400-4590-9635-A4735BF7F951}" srcOrd="0" destOrd="0" presId="urn:microsoft.com/office/officeart/2005/8/layout/orgChart1"/>
    <dgm:cxn modelId="{8AF4C32C-5EC9-4404-8C11-15D2BB8D7B66}" type="presParOf" srcId="{D5CF1D3B-3E06-4395-8048-E6D58498A688}" destId="{7CAC1D5B-78D6-429D-A2AB-3E826265BE86}" srcOrd="1" destOrd="0" presId="urn:microsoft.com/office/officeart/2005/8/layout/orgChart1"/>
    <dgm:cxn modelId="{15C9603D-7779-4F90-AE43-073A8D0221FA}" type="presParOf" srcId="{E2EB5FF3-2249-4E52-AA7E-D6A565BEAC37}" destId="{D76191BF-6A21-4865-BA25-0B966CAFDCC2}" srcOrd="1" destOrd="0" presId="urn:microsoft.com/office/officeart/2005/8/layout/orgChart1"/>
    <dgm:cxn modelId="{47E9CB08-1D8C-4907-A029-654B63515FA0}" type="presParOf" srcId="{E2EB5FF3-2249-4E52-AA7E-D6A565BEAC37}" destId="{4493E30D-65AA-400C-9211-47B88F68B7D8}" srcOrd="2" destOrd="0" presId="urn:microsoft.com/office/officeart/2005/8/layout/orgChart1"/>
    <dgm:cxn modelId="{B6CFFA29-DC07-4918-BC87-1023B23A61BB}" type="presParOf" srcId="{08AFFD4D-CA61-499F-AD13-945196C5178A}" destId="{B5A7822A-B4B5-41C6-9C66-9BD23CF06547}" srcOrd="2" destOrd="0" presId="urn:microsoft.com/office/officeart/2005/8/layout/orgChart1"/>
    <dgm:cxn modelId="{D28EBB22-A08A-4027-8800-864351DFABBE}" type="presParOf" srcId="{B067A723-89E7-4C1A-B61B-EA012CD1141C}" destId="{8A899FBE-0F38-4FD7-BA42-5926BC0DA2CB}" srcOrd="2" destOrd="0" presId="urn:microsoft.com/office/officeart/2005/8/layout/orgChart1"/>
    <dgm:cxn modelId="{9AC329FC-9F83-44A2-B85B-0D18C185AF82}" type="presParOf" srcId="{B067A723-89E7-4C1A-B61B-EA012CD1141C}" destId="{5E631081-948F-4506-980D-C98DEF4C72B2}" srcOrd="3" destOrd="0" presId="urn:microsoft.com/office/officeart/2005/8/layout/orgChart1"/>
    <dgm:cxn modelId="{228F7F89-917C-4148-BB09-6DE6ACD1F5BF}" type="presParOf" srcId="{5E631081-948F-4506-980D-C98DEF4C72B2}" destId="{D3B57A0A-3669-4DB7-8D16-6413FADC855E}" srcOrd="0" destOrd="0" presId="urn:microsoft.com/office/officeart/2005/8/layout/orgChart1"/>
    <dgm:cxn modelId="{CDE88F0D-8888-4376-BBD7-3DA66557CC9F}" type="presParOf" srcId="{D3B57A0A-3669-4DB7-8D16-6413FADC855E}" destId="{428CF145-4EAA-4028-8625-AC6F9E19C0DF}" srcOrd="0" destOrd="0" presId="urn:microsoft.com/office/officeart/2005/8/layout/orgChart1"/>
    <dgm:cxn modelId="{97715BF4-B531-4A43-9520-D14CF1F35F7C}" type="presParOf" srcId="{D3B57A0A-3669-4DB7-8D16-6413FADC855E}" destId="{0C3780E0-AAB0-46F0-8CC1-37CC37519F8C}" srcOrd="1" destOrd="0" presId="urn:microsoft.com/office/officeart/2005/8/layout/orgChart1"/>
    <dgm:cxn modelId="{7A5763A3-598F-4E7D-8CDA-C8BF9316986C}" type="presParOf" srcId="{5E631081-948F-4506-980D-C98DEF4C72B2}" destId="{298A1173-9E63-4964-97FC-BD220814220E}" srcOrd="1" destOrd="0" presId="urn:microsoft.com/office/officeart/2005/8/layout/orgChart1"/>
    <dgm:cxn modelId="{3A2F2DA8-69C5-4483-9965-81DD21178430}" type="presParOf" srcId="{298A1173-9E63-4964-97FC-BD220814220E}" destId="{B5DE4D75-4237-43DE-8D2E-0A91DF1C6F1F}" srcOrd="0" destOrd="0" presId="urn:microsoft.com/office/officeart/2005/8/layout/orgChart1"/>
    <dgm:cxn modelId="{3AA68124-FE5A-4A5F-972D-910A4996A4D3}" type="presParOf" srcId="{298A1173-9E63-4964-97FC-BD220814220E}" destId="{E05DE60F-278F-4FCD-BEA7-13629525A45C}" srcOrd="1" destOrd="0" presId="urn:microsoft.com/office/officeart/2005/8/layout/orgChart1"/>
    <dgm:cxn modelId="{660C31DA-0AE1-4F5D-AB1D-599C78DF4CED}" type="presParOf" srcId="{E05DE60F-278F-4FCD-BEA7-13629525A45C}" destId="{743DC594-9AAA-435A-999E-6343393BA004}" srcOrd="0" destOrd="0" presId="urn:microsoft.com/office/officeart/2005/8/layout/orgChart1"/>
    <dgm:cxn modelId="{6D2C8338-B6BD-448E-93DF-4EB741675D13}" type="presParOf" srcId="{743DC594-9AAA-435A-999E-6343393BA004}" destId="{76EC8C3E-0455-4F24-A562-7F45F759D165}" srcOrd="0" destOrd="0" presId="urn:microsoft.com/office/officeart/2005/8/layout/orgChart1"/>
    <dgm:cxn modelId="{10555C0F-8523-46D5-A63A-6E676238E1E0}" type="presParOf" srcId="{743DC594-9AAA-435A-999E-6343393BA004}" destId="{567473A7-A6B8-42CF-B13D-A3FFB8B1C15C}" srcOrd="1" destOrd="0" presId="urn:microsoft.com/office/officeart/2005/8/layout/orgChart1"/>
    <dgm:cxn modelId="{B3A95E8D-7D72-4FC4-8862-D856806A02AA}" type="presParOf" srcId="{E05DE60F-278F-4FCD-BEA7-13629525A45C}" destId="{DCE0E84C-C34C-485E-A177-B37A66066EA5}" srcOrd="1" destOrd="0" presId="urn:microsoft.com/office/officeart/2005/8/layout/orgChart1"/>
    <dgm:cxn modelId="{52861BCA-C49E-4058-A094-346E08B2F58D}" type="presParOf" srcId="{E05DE60F-278F-4FCD-BEA7-13629525A45C}" destId="{31D5101E-08AE-4DC9-BD8E-B410D0CBA3A4}" srcOrd="2" destOrd="0" presId="urn:microsoft.com/office/officeart/2005/8/layout/orgChart1"/>
    <dgm:cxn modelId="{1BFFEE7D-4730-4EC5-BFB8-223A637A139B}" type="presParOf" srcId="{298A1173-9E63-4964-97FC-BD220814220E}" destId="{A409A074-6FE9-4D6B-91FE-FDC5B7B57EF6}" srcOrd="2" destOrd="0" presId="urn:microsoft.com/office/officeart/2005/8/layout/orgChart1"/>
    <dgm:cxn modelId="{3B7DA5C6-6B82-4E04-82E4-47C3F8628B18}" type="presParOf" srcId="{298A1173-9E63-4964-97FC-BD220814220E}" destId="{220AB681-5857-4495-84F7-95659AAC5218}" srcOrd="3" destOrd="0" presId="urn:microsoft.com/office/officeart/2005/8/layout/orgChart1"/>
    <dgm:cxn modelId="{5E51AA31-25A7-474F-BC09-5BEE384E9D60}" type="presParOf" srcId="{220AB681-5857-4495-84F7-95659AAC5218}" destId="{7A96F21F-D1A5-4775-A3AB-B69E2A242F37}" srcOrd="0" destOrd="0" presId="urn:microsoft.com/office/officeart/2005/8/layout/orgChart1"/>
    <dgm:cxn modelId="{841AF949-5909-4507-BA28-C5A35E75DC0A}" type="presParOf" srcId="{7A96F21F-D1A5-4775-A3AB-B69E2A242F37}" destId="{AF9FA780-73ED-4FFA-B2A2-A1D39E7EF9B9}" srcOrd="0" destOrd="0" presId="urn:microsoft.com/office/officeart/2005/8/layout/orgChart1"/>
    <dgm:cxn modelId="{9FEB6BC9-0085-42AF-B019-2F5B2E197EBC}" type="presParOf" srcId="{7A96F21F-D1A5-4775-A3AB-B69E2A242F37}" destId="{288F9E08-5370-4C0F-833B-7E0B02BE6E7B}" srcOrd="1" destOrd="0" presId="urn:microsoft.com/office/officeart/2005/8/layout/orgChart1"/>
    <dgm:cxn modelId="{23EE050E-3221-43A1-897E-5AC1F45C6B5C}" type="presParOf" srcId="{220AB681-5857-4495-84F7-95659AAC5218}" destId="{8CB6A840-19B9-4567-959F-5C30699FC193}" srcOrd="1" destOrd="0" presId="urn:microsoft.com/office/officeart/2005/8/layout/orgChart1"/>
    <dgm:cxn modelId="{AC8F0B1C-1D21-492F-A3B9-9AC23CA71E6E}" type="presParOf" srcId="{8CB6A840-19B9-4567-959F-5C30699FC193}" destId="{785A00C7-FA7B-427B-92D5-9EB26BC80735}" srcOrd="0" destOrd="0" presId="urn:microsoft.com/office/officeart/2005/8/layout/orgChart1"/>
    <dgm:cxn modelId="{929C87F1-74BC-4281-8F4B-9ECC056C0246}" type="presParOf" srcId="{8CB6A840-19B9-4567-959F-5C30699FC193}" destId="{2F601ABB-A69D-4D65-87A9-88BC4DA98D25}" srcOrd="1" destOrd="0" presId="urn:microsoft.com/office/officeart/2005/8/layout/orgChart1"/>
    <dgm:cxn modelId="{5010D3C4-CEDF-41BB-9A98-466564B2580C}" type="presParOf" srcId="{2F601ABB-A69D-4D65-87A9-88BC4DA98D25}" destId="{FC082FAC-912C-4034-8E53-274670E9E8B6}" srcOrd="0" destOrd="0" presId="urn:microsoft.com/office/officeart/2005/8/layout/orgChart1"/>
    <dgm:cxn modelId="{86C963BA-732F-4CC6-BCE5-8025B721026D}" type="presParOf" srcId="{FC082FAC-912C-4034-8E53-274670E9E8B6}" destId="{AF1712CA-2606-48E4-BB31-AD9703C08C14}" srcOrd="0" destOrd="0" presId="urn:microsoft.com/office/officeart/2005/8/layout/orgChart1"/>
    <dgm:cxn modelId="{4B2C09DB-943E-415A-89BE-C2FE2B88995D}" type="presParOf" srcId="{FC082FAC-912C-4034-8E53-274670E9E8B6}" destId="{54EDF011-0CC2-4268-9F6E-422A4F9DA39D}" srcOrd="1" destOrd="0" presId="urn:microsoft.com/office/officeart/2005/8/layout/orgChart1"/>
    <dgm:cxn modelId="{A4F083BF-CBA7-4C36-9C60-EA6B8D410360}" type="presParOf" srcId="{2F601ABB-A69D-4D65-87A9-88BC4DA98D25}" destId="{24D5640B-D344-4F62-9AC6-48C33E81440A}" srcOrd="1" destOrd="0" presId="urn:microsoft.com/office/officeart/2005/8/layout/orgChart1"/>
    <dgm:cxn modelId="{33CDA56E-28FD-46CC-A413-2A1D7831CAB4}" type="presParOf" srcId="{2F601ABB-A69D-4D65-87A9-88BC4DA98D25}" destId="{2CE0BD12-B816-47B6-959F-E0BD52CB9EFC}" srcOrd="2" destOrd="0" presId="urn:microsoft.com/office/officeart/2005/8/layout/orgChart1"/>
    <dgm:cxn modelId="{C25582E3-3684-4FD5-BA94-15DA30460C21}" type="presParOf" srcId="{8CB6A840-19B9-4567-959F-5C30699FC193}" destId="{E5204FFF-68CE-4246-9227-FD70E1FE1BB3}" srcOrd="2" destOrd="0" presId="urn:microsoft.com/office/officeart/2005/8/layout/orgChart1"/>
    <dgm:cxn modelId="{494EAB81-BED2-4295-8AAC-08D0ECCDE259}" type="presParOf" srcId="{8CB6A840-19B9-4567-959F-5C30699FC193}" destId="{01C2AF24-C8D8-4E9C-9666-7F3B38CB627C}" srcOrd="3" destOrd="0" presId="urn:microsoft.com/office/officeart/2005/8/layout/orgChart1"/>
    <dgm:cxn modelId="{FB05A283-054A-4B62-B192-E49500CD07FA}" type="presParOf" srcId="{01C2AF24-C8D8-4E9C-9666-7F3B38CB627C}" destId="{7E425E25-D5DF-49D5-8A11-4AD6734DE6B7}" srcOrd="0" destOrd="0" presId="urn:microsoft.com/office/officeart/2005/8/layout/orgChart1"/>
    <dgm:cxn modelId="{8C21CAEC-2388-414D-8C32-4275CE28A15E}" type="presParOf" srcId="{7E425E25-D5DF-49D5-8A11-4AD6734DE6B7}" destId="{05B972CF-6E9B-467E-AF8B-3EEA33CC11BB}" srcOrd="0" destOrd="0" presId="urn:microsoft.com/office/officeart/2005/8/layout/orgChart1"/>
    <dgm:cxn modelId="{8A183884-2973-411F-8AB0-29ECF98D53BA}" type="presParOf" srcId="{7E425E25-D5DF-49D5-8A11-4AD6734DE6B7}" destId="{F45D2A79-5DCB-4F84-A1BA-56EEEC5EEC02}" srcOrd="1" destOrd="0" presId="urn:microsoft.com/office/officeart/2005/8/layout/orgChart1"/>
    <dgm:cxn modelId="{EF342324-569D-4DB9-8C0D-AFE7C84449B6}" type="presParOf" srcId="{01C2AF24-C8D8-4E9C-9666-7F3B38CB627C}" destId="{7E6DE4CC-E0BE-407A-96ED-6A57C81E83B6}" srcOrd="1" destOrd="0" presId="urn:microsoft.com/office/officeart/2005/8/layout/orgChart1"/>
    <dgm:cxn modelId="{F4CC5C62-F910-46EC-B9C0-77CA2DEA8F64}" type="presParOf" srcId="{01C2AF24-C8D8-4E9C-9666-7F3B38CB627C}" destId="{984D9A61-F813-4C8E-9389-03D68F091AA5}" srcOrd="2" destOrd="0" presId="urn:microsoft.com/office/officeart/2005/8/layout/orgChart1"/>
    <dgm:cxn modelId="{90FAD8A9-F18F-4D53-B8B2-4F5C9CB9C054}" type="presParOf" srcId="{220AB681-5857-4495-84F7-95659AAC5218}" destId="{3E205137-E696-45A7-871B-D037B0CA6151}" srcOrd="2" destOrd="0" presId="urn:microsoft.com/office/officeart/2005/8/layout/orgChart1"/>
    <dgm:cxn modelId="{7CB2DCD2-AF8E-4FC8-9FD1-4029CAC224CE}" type="presParOf" srcId="{298A1173-9E63-4964-97FC-BD220814220E}" destId="{31D7DA4A-09BF-421C-88BC-6684046FA2B5}" srcOrd="4" destOrd="0" presId="urn:microsoft.com/office/officeart/2005/8/layout/orgChart1"/>
    <dgm:cxn modelId="{A5F57697-41CE-4936-8478-F90AC98EAD6E}" type="presParOf" srcId="{298A1173-9E63-4964-97FC-BD220814220E}" destId="{01D2A269-902D-42A9-A9FD-119C3F62F64C}" srcOrd="5" destOrd="0" presId="urn:microsoft.com/office/officeart/2005/8/layout/orgChart1"/>
    <dgm:cxn modelId="{8013C694-71BB-4823-9051-E0638DA0F26C}" type="presParOf" srcId="{01D2A269-902D-42A9-A9FD-119C3F62F64C}" destId="{D0F6CB96-A0CB-41E2-BF1A-004613BDCAF4}" srcOrd="0" destOrd="0" presId="urn:microsoft.com/office/officeart/2005/8/layout/orgChart1"/>
    <dgm:cxn modelId="{38E5F9F9-8B7B-488A-AC6C-71C5DE0B6784}" type="presParOf" srcId="{D0F6CB96-A0CB-41E2-BF1A-004613BDCAF4}" destId="{42580C95-D01C-40CB-9031-70E2C2C3223B}" srcOrd="0" destOrd="0" presId="urn:microsoft.com/office/officeart/2005/8/layout/orgChart1"/>
    <dgm:cxn modelId="{56B4F15A-071E-41CD-B6C7-61A846A908BE}" type="presParOf" srcId="{D0F6CB96-A0CB-41E2-BF1A-004613BDCAF4}" destId="{B141B49C-9E8F-41F2-A2EA-F97CC6B86BAF}" srcOrd="1" destOrd="0" presId="urn:microsoft.com/office/officeart/2005/8/layout/orgChart1"/>
    <dgm:cxn modelId="{C7987967-3354-418E-BC02-800B172682E5}" type="presParOf" srcId="{01D2A269-902D-42A9-A9FD-119C3F62F64C}" destId="{9CC3E9EB-CE87-4C60-A88B-8FFA88E72AD3}" srcOrd="1" destOrd="0" presId="urn:microsoft.com/office/officeart/2005/8/layout/orgChart1"/>
    <dgm:cxn modelId="{AAE29787-6D11-41B4-8411-4993F4CDEAFA}" type="presParOf" srcId="{01D2A269-902D-42A9-A9FD-119C3F62F64C}" destId="{3629D0CD-48A0-44AD-BB9E-3C5196AD2C22}" srcOrd="2" destOrd="0" presId="urn:microsoft.com/office/officeart/2005/8/layout/orgChart1"/>
    <dgm:cxn modelId="{B6B67506-B1F4-4E81-A62C-1A8AC175E996}" type="presParOf" srcId="{5E631081-948F-4506-980D-C98DEF4C72B2}" destId="{982C10FD-13F9-4294-97D0-3AEE4CBEB2EE}" srcOrd="2" destOrd="0" presId="urn:microsoft.com/office/officeart/2005/8/layout/orgChart1"/>
    <dgm:cxn modelId="{B9DE281C-D5C1-4700-9E40-DEF5E9BAFE6B}" type="presParOf" srcId="{B067A723-89E7-4C1A-B61B-EA012CD1141C}" destId="{7D221E6E-35C3-4C9B-AFF5-B7F7E93EFB62}" srcOrd="4" destOrd="0" presId="urn:microsoft.com/office/officeart/2005/8/layout/orgChart1"/>
    <dgm:cxn modelId="{01D38B9C-A6BB-425B-A068-7B51137EC3C0}" type="presParOf" srcId="{B067A723-89E7-4C1A-B61B-EA012CD1141C}" destId="{C3170248-EFF2-4026-9811-5B13C9A1A7CE}" srcOrd="5" destOrd="0" presId="urn:microsoft.com/office/officeart/2005/8/layout/orgChart1"/>
    <dgm:cxn modelId="{394F5643-1F90-475F-A9C2-9FA6C2FC28CE}" type="presParOf" srcId="{C3170248-EFF2-4026-9811-5B13C9A1A7CE}" destId="{E3C58374-90D2-4B77-A1A2-7645836C6001}" srcOrd="0" destOrd="0" presId="urn:microsoft.com/office/officeart/2005/8/layout/orgChart1"/>
    <dgm:cxn modelId="{5C60BBB3-AD81-430A-89B3-2294EF8BBE6C}" type="presParOf" srcId="{E3C58374-90D2-4B77-A1A2-7645836C6001}" destId="{D7E840EC-A8D4-454A-85D8-569CDEDEA0DD}" srcOrd="0" destOrd="0" presId="urn:microsoft.com/office/officeart/2005/8/layout/orgChart1"/>
    <dgm:cxn modelId="{39396047-C669-4A29-B370-BF1C1031CA71}" type="presParOf" srcId="{E3C58374-90D2-4B77-A1A2-7645836C6001}" destId="{849DBEFE-EB69-4A59-B44F-9675CAA67693}" srcOrd="1" destOrd="0" presId="urn:microsoft.com/office/officeart/2005/8/layout/orgChart1"/>
    <dgm:cxn modelId="{03B090CB-7281-4574-9A45-28F3020FADA2}" type="presParOf" srcId="{C3170248-EFF2-4026-9811-5B13C9A1A7CE}" destId="{39C65A0B-9124-455F-BF70-BBE381546A87}" srcOrd="1" destOrd="0" presId="urn:microsoft.com/office/officeart/2005/8/layout/orgChart1"/>
    <dgm:cxn modelId="{528E1074-CB45-4597-B77A-0094AAB21AE3}" type="presParOf" srcId="{C3170248-EFF2-4026-9811-5B13C9A1A7CE}" destId="{018F0B59-F6AD-49E6-A86E-097046F93CDB}" srcOrd="2" destOrd="0" presId="urn:microsoft.com/office/officeart/2005/8/layout/orgChart1"/>
    <dgm:cxn modelId="{511EE690-6AD3-4776-B84D-81597CCD5072}" type="presParOf" srcId="{25BA5F25-0A48-420F-A2E4-4704DC6E411C}" destId="{D8DEFC93-30C0-4037-9C92-B4EEE77213F1}" srcOrd="2" destOrd="0" presId="urn:microsoft.com/office/officeart/2005/8/layout/orgChart1"/>
    <dgm:cxn modelId="{61466731-4314-48DB-8B2D-5A7BF7544C38}" type="presParOf" srcId="{D8DEFC93-30C0-4037-9C92-B4EEE77213F1}" destId="{E466DF3C-3266-4FCC-8F77-52E2F2B2B8B1}" srcOrd="0" destOrd="0" presId="urn:microsoft.com/office/officeart/2005/8/layout/orgChart1"/>
    <dgm:cxn modelId="{AC439447-0A66-4FFB-B500-3A9C05563DFA}" type="presParOf" srcId="{D8DEFC93-30C0-4037-9C92-B4EEE77213F1}" destId="{5D016718-E1AB-4299-BE75-30D0317AC96E}" srcOrd="1" destOrd="0" presId="urn:microsoft.com/office/officeart/2005/8/layout/orgChart1"/>
    <dgm:cxn modelId="{EB1CBD4A-5416-469E-A860-F15A227E101B}" type="presParOf" srcId="{5D016718-E1AB-4299-BE75-30D0317AC96E}" destId="{C458B296-DC21-4CCC-8007-D38CE7849072}" srcOrd="0" destOrd="0" presId="urn:microsoft.com/office/officeart/2005/8/layout/orgChart1"/>
    <dgm:cxn modelId="{53071CC7-8EDA-458D-BCD8-CF44151332F6}" type="presParOf" srcId="{C458B296-DC21-4CCC-8007-D38CE7849072}" destId="{6E6A2C7C-54DC-48A1-A971-7B35779B4278}" srcOrd="0" destOrd="0" presId="urn:microsoft.com/office/officeart/2005/8/layout/orgChart1"/>
    <dgm:cxn modelId="{E842FC54-C28A-4AF2-9451-24D3F3D4D962}" type="presParOf" srcId="{C458B296-DC21-4CCC-8007-D38CE7849072}" destId="{224B0BC7-B7CD-4DBA-8652-579F3D4D43DA}" srcOrd="1" destOrd="0" presId="urn:microsoft.com/office/officeart/2005/8/layout/orgChart1"/>
    <dgm:cxn modelId="{58F6B2B8-720A-4C0E-AC18-F7E118643E2A}" type="presParOf" srcId="{5D016718-E1AB-4299-BE75-30D0317AC96E}" destId="{57773941-2F83-4391-A7A3-7ABE0FC45EAE}" srcOrd="1" destOrd="0" presId="urn:microsoft.com/office/officeart/2005/8/layout/orgChart1"/>
    <dgm:cxn modelId="{C2119677-6862-4551-BC03-1BA6E2109B8D}" type="presParOf" srcId="{5D016718-E1AB-4299-BE75-30D0317AC96E}" destId="{3626167B-4481-4D5F-B6E0-BF1F53D7B2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FDDC6-A82C-4073-A095-C8850B26BE52}">
      <dsp:nvSpPr>
        <dsp:cNvPr id="0" name=""/>
        <dsp:cNvSpPr/>
      </dsp:nvSpPr>
      <dsp:spPr>
        <a:xfrm>
          <a:off x="6716481" y="874713"/>
          <a:ext cx="183641" cy="804522"/>
        </a:xfrm>
        <a:custGeom>
          <a:avLst/>
          <a:gdLst/>
          <a:ahLst/>
          <a:cxnLst/>
          <a:rect l="0" t="0" r="0" b="0"/>
          <a:pathLst>
            <a:path>
              <a:moveTo>
                <a:pt x="183641" y="0"/>
              </a:moveTo>
              <a:lnTo>
                <a:pt x="183641" y="804522"/>
              </a:lnTo>
              <a:lnTo>
                <a:pt x="0" y="80452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3E8AA3-11C7-48F6-8912-2A04DF07E529}">
      <dsp:nvSpPr>
        <dsp:cNvPr id="0" name=""/>
        <dsp:cNvSpPr/>
      </dsp:nvSpPr>
      <dsp:spPr>
        <a:xfrm>
          <a:off x="6900122" y="874713"/>
          <a:ext cx="2955747" cy="1609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5404"/>
              </a:lnTo>
              <a:lnTo>
                <a:pt x="2955747" y="1425404"/>
              </a:lnTo>
              <a:lnTo>
                <a:pt x="2955747" y="16090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02D46-3101-47EF-91A0-65266585706A}">
      <dsp:nvSpPr>
        <dsp:cNvPr id="0" name=""/>
        <dsp:cNvSpPr/>
      </dsp:nvSpPr>
      <dsp:spPr>
        <a:xfrm>
          <a:off x="7040039" y="3358240"/>
          <a:ext cx="262344" cy="804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4522"/>
              </a:lnTo>
              <a:lnTo>
                <a:pt x="262344" y="8045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ECFDEC-6BDB-448E-80C8-0461E09FE07E}">
      <dsp:nvSpPr>
        <dsp:cNvPr id="0" name=""/>
        <dsp:cNvSpPr/>
      </dsp:nvSpPr>
      <dsp:spPr>
        <a:xfrm>
          <a:off x="6900122" y="874713"/>
          <a:ext cx="839502" cy="16090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25404"/>
              </a:lnTo>
              <a:lnTo>
                <a:pt x="839502" y="1425404"/>
              </a:lnTo>
              <a:lnTo>
                <a:pt x="839502" y="16090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EC5C3B-1D54-4008-A6B3-CA3C1FCD7678}">
      <dsp:nvSpPr>
        <dsp:cNvPr id="0" name=""/>
        <dsp:cNvSpPr/>
      </dsp:nvSpPr>
      <dsp:spPr>
        <a:xfrm>
          <a:off x="3944375" y="3358240"/>
          <a:ext cx="2116245" cy="3672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641"/>
              </a:lnTo>
              <a:lnTo>
                <a:pt x="2116245" y="183641"/>
              </a:lnTo>
              <a:lnTo>
                <a:pt x="2116245" y="3672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5DA74C-58F9-45EB-BF62-D161956FADBB}">
      <dsp:nvSpPr>
        <dsp:cNvPr id="0" name=""/>
        <dsp:cNvSpPr/>
      </dsp:nvSpPr>
      <dsp:spPr>
        <a:xfrm>
          <a:off x="3898655" y="3358240"/>
          <a:ext cx="91440" cy="3672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72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0999C-472C-496E-A13D-9F39ACF4A94D}">
      <dsp:nvSpPr>
        <dsp:cNvPr id="0" name=""/>
        <dsp:cNvSpPr/>
      </dsp:nvSpPr>
      <dsp:spPr>
        <a:xfrm>
          <a:off x="1128544" y="4600004"/>
          <a:ext cx="262344" cy="80452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04522"/>
              </a:lnTo>
              <a:lnTo>
                <a:pt x="262344" y="80452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90FEF1-6575-4121-B092-9EFD659398AF}">
      <dsp:nvSpPr>
        <dsp:cNvPr id="0" name=""/>
        <dsp:cNvSpPr/>
      </dsp:nvSpPr>
      <dsp:spPr>
        <a:xfrm>
          <a:off x="1828129" y="3358240"/>
          <a:ext cx="2116245" cy="367282"/>
        </a:xfrm>
        <a:custGeom>
          <a:avLst/>
          <a:gdLst/>
          <a:ahLst/>
          <a:cxnLst/>
          <a:rect l="0" t="0" r="0" b="0"/>
          <a:pathLst>
            <a:path>
              <a:moveTo>
                <a:pt x="2116245" y="0"/>
              </a:moveTo>
              <a:lnTo>
                <a:pt x="2116245" y="183641"/>
              </a:lnTo>
              <a:lnTo>
                <a:pt x="0" y="183641"/>
              </a:lnTo>
              <a:lnTo>
                <a:pt x="0" y="36728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255C6B-6AA6-4390-B5D8-FD40EA4D4BDF}">
      <dsp:nvSpPr>
        <dsp:cNvPr id="0" name=""/>
        <dsp:cNvSpPr/>
      </dsp:nvSpPr>
      <dsp:spPr>
        <a:xfrm>
          <a:off x="3944375" y="874713"/>
          <a:ext cx="2955747" cy="1609045"/>
        </a:xfrm>
        <a:custGeom>
          <a:avLst/>
          <a:gdLst/>
          <a:ahLst/>
          <a:cxnLst/>
          <a:rect l="0" t="0" r="0" b="0"/>
          <a:pathLst>
            <a:path>
              <a:moveTo>
                <a:pt x="2955747" y="0"/>
              </a:moveTo>
              <a:lnTo>
                <a:pt x="2955747" y="1425404"/>
              </a:lnTo>
              <a:lnTo>
                <a:pt x="0" y="1425404"/>
              </a:lnTo>
              <a:lnTo>
                <a:pt x="0" y="16090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AEEB4-24CE-4997-94F7-93F530951E13}">
      <dsp:nvSpPr>
        <dsp:cNvPr id="0" name=""/>
        <dsp:cNvSpPr/>
      </dsp:nvSpPr>
      <dsp:spPr>
        <a:xfrm>
          <a:off x="6025641" y="231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CEO</a:t>
          </a:r>
        </a:p>
      </dsp:txBody>
      <dsp:txXfrm>
        <a:off x="6025641" y="231"/>
        <a:ext cx="1748963" cy="874481"/>
      </dsp:txXfrm>
    </dsp:sp>
    <dsp:sp modelId="{8E0CC80B-0CAC-47B3-B582-0ECEE409893B}">
      <dsp:nvSpPr>
        <dsp:cNvPr id="0" name=""/>
        <dsp:cNvSpPr/>
      </dsp:nvSpPr>
      <dsp:spPr>
        <a:xfrm>
          <a:off x="3069893" y="2483759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300" kern="1200"/>
        </a:p>
      </dsp:txBody>
      <dsp:txXfrm>
        <a:off x="3069893" y="2483759"/>
        <a:ext cx="1748963" cy="874481"/>
      </dsp:txXfrm>
    </dsp:sp>
    <dsp:sp modelId="{25125F6A-6E8E-45AC-B4F2-712B8E1C5DDE}">
      <dsp:nvSpPr>
        <dsp:cNvPr id="0" name=""/>
        <dsp:cNvSpPr/>
      </dsp:nvSpPr>
      <dsp:spPr>
        <a:xfrm>
          <a:off x="953648" y="3725522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M1</a:t>
          </a:r>
        </a:p>
      </dsp:txBody>
      <dsp:txXfrm>
        <a:off x="953648" y="3725522"/>
        <a:ext cx="1748963" cy="874481"/>
      </dsp:txXfrm>
    </dsp:sp>
    <dsp:sp modelId="{BD9A9417-D18D-4230-BB7A-5483DB4E8919}">
      <dsp:nvSpPr>
        <dsp:cNvPr id="0" name=""/>
        <dsp:cNvSpPr/>
      </dsp:nvSpPr>
      <dsp:spPr>
        <a:xfrm>
          <a:off x="1390889" y="4967286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M1R3</a:t>
          </a:r>
        </a:p>
      </dsp:txBody>
      <dsp:txXfrm>
        <a:off x="1390889" y="4967286"/>
        <a:ext cx="1748963" cy="874481"/>
      </dsp:txXfrm>
    </dsp:sp>
    <dsp:sp modelId="{043D6D8F-CC69-4347-9906-F9C1FC7E69EB}">
      <dsp:nvSpPr>
        <dsp:cNvPr id="0" name=""/>
        <dsp:cNvSpPr/>
      </dsp:nvSpPr>
      <dsp:spPr>
        <a:xfrm>
          <a:off x="3069893" y="3725522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M1R2</a:t>
          </a:r>
        </a:p>
      </dsp:txBody>
      <dsp:txXfrm>
        <a:off x="3069893" y="3725522"/>
        <a:ext cx="1748963" cy="874481"/>
      </dsp:txXfrm>
    </dsp:sp>
    <dsp:sp modelId="{9D751ABC-9649-47FE-BF1B-0104D5459938}">
      <dsp:nvSpPr>
        <dsp:cNvPr id="0" name=""/>
        <dsp:cNvSpPr/>
      </dsp:nvSpPr>
      <dsp:spPr>
        <a:xfrm>
          <a:off x="5186138" y="3725522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M1R1</a:t>
          </a:r>
        </a:p>
      </dsp:txBody>
      <dsp:txXfrm>
        <a:off x="5186138" y="3725522"/>
        <a:ext cx="1748963" cy="874481"/>
      </dsp:txXfrm>
    </dsp:sp>
    <dsp:sp modelId="{BD1475B4-A178-422E-ABBF-AD1633CADB3B}">
      <dsp:nvSpPr>
        <dsp:cNvPr id="0" name=""/>
        <dsp:cNvSpPr/>
      </dsp:nvSpPr>
      <dsp:spPr>
        <a:xfrm>
          <a:off x="6865143" y="2483759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300" kern="1200"/>
        </a:p>
      </dsp:txBody>
      <dsp:txXfrm>
        <a:off x="6865143" y="2483759"/>
        <a:ext cx="1748963" cy="874481"/>
      </dsp:txXfrm>
    </dsp:sp>
    <dsp:sp modelId="{C5FF7990-912C-437B-99EA-1B59FACC0F12}">
      <dsp:nvSpPr>
        <dsp:cNvPr id="0" name=""/>
        <dsp:cNvSpPr/>
      </dsp:nvSpPr>
      <dsp:spPr>
        <a:xfrm>
          <a:off x="7302384" y="3725522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/>
            <a:t>M2</a:t>
          </a:r>
        </a:p>
      </dsp:txBody>
      <dsp:txXfrm>
        <a:off x="7302384" y="3725522"/>
        <a:ext cx="1748963" cy="874481"/>
      </dsp:txXfrm>
    </dsp:sp>
    <dsp:sp modelId="{79C1592E-D471-4D31-8F1A-D81599271BA2}">
      <dsp:nvSpPr>
        <dsp:cNvPr id="0" name=""/>
        <dsp:cNvSpPr/>
      </dsp:nvSpPr>
      <dsp:spPr>
        <a:xfrm>
          <a:off x="8981388" y="2483759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300" kern="1200"/>
        </a:p>
      </dsp:txBody>
      <dsp:txXfrm>
        <a:off x="8981388" y="2483759"/>
        <a:ext cx="1748963" cy="874481"/>
      </dsp:txXfrm>
    </dsp:sp>
    <dsp:sp modelId="{62352747-BF81-40FD-A961-21A0982D8475}">
      <dsp:nvSpPr>
        <dsp:cNvPr id="0" name=""/>
        <dsp:cNvSpPr/>
      </dsp:nvSpPr>
      <dsp:spPr>
        <a:xfrm>
          <a:off x="4967518" y="1241995"/>
          <a:ext cx="1748963" cy="87448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655" tIns="33655" rIns="33655" bIns="33655" numCol="1" spcCol="1270" anchor="ctr" anchorCtr="0">
          <a:noAutofit/>
        </a:bodyPr>
        <a:lstStyle/>
        <a:p>
          <a:pPr marL="0" lvl="0" indent="0" algn="ctr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300" kern="1200"/>
        </a:p>
      </dsp:txBody>
      <dsp:txXfrm>
        <a:off x="4967518" y="1241995"/>
        <a:ext cx="1748963" cy="8744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570A1-45F2-4C52-A5B1-69EFB10E428E}">
      <dsp:nvSpPr>
        <dsp:cNvPr id="0" name=""/>
        <dsp:cNvSpPr/>
      </dsp:nvSpPr>
      <dsp:spPr>
        <a:xfrm>
          <a:off x="6563157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478BC0-BD80-4BC0-B207-8B4EF3F8C71A}">
      <dsp:nvSpPr>
        <dsp:cNvPr id="0" name=""/>
        <dsp:cNvSpPr/>
      </dsp:nvSpPr>
      <dsp:spPr>
        <a:xfrm>
          <a:off x="6714600" y="721469"/>
          <a:ext cx="174520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1745201" y="1175486"/>
              </a:lnTo>
              <a:lnTo>
                <a:pt x="174520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9F51D-90C0-42FE-8BEF-630FFFA21B54}">
      <dsp:nvSpPr>
        <dsp:cNvPr id="0" name=""/>
        <dsp:cNvSpPr/>
      </dsp:nvSpPr>
      <dsp:spPr>
        <a:xfrm>
          <a:off x="6668880" y="721469"/>
          <a:ext cx="91440" cy="132692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C88CDE-EA84-4470-88EE-B5480F67B599}">
      <dsp:nvSpPr>
        <dsp:cNvPr id="0" name=""/>
        <dsp:cNvSpPr/>
      </dsp:nvSpPr>
      <dsp:spPr>
        <a:xfrm>
          <a:off x="4969399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5F9284-9263-4530-9CE0-362430A04958}">
      <dsp:nvSpPr>
        <dsp:cNvPr id="0" name=""/>
        <dsp:cNvSpPr/>
      </dsp:nvSpPr>
      <dsp:spPr>
        <a:xfrm>
          <a:off x="4392473" y="3793600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3295E3-BDFD-406A-A4D7-EC300AEA10F4}">
      <dsp:nvSpPr>
        <dsp:cNvPr id="0" name=""/>
        <dsp:cNvSpPr/>
      </dsp:nvSpPr>
      <dsp:spPr>
        <a:xfrm>
          <a:off x="4392473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98C2CC-1474-48E1-A447-E38AA54FE5E7}">
      <dsp:nvSpPr>
        <dsp:cNvPr id="0" name=""/>
        <dsp:cNvSpPr/>
      </dsp:nvSpPr>
      <dsp:spPr>
        <a:xfrm>
          <a:off x="4923679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3C8720-7932-4849-9C2C-14182C2D9778}">
      <dsp:nvSpPr>
        <dsp:cNvPr id="0" name=""/>
        <dsp:cNvSpPr/>
      </dsp:nvSpPr>
      <dsp:spPr>
        <a:xfrm>
          <a:off x="322419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300A83-9FF0-4D67-80E0-88137CE2F0C5}">
      <dsp:nvSpPr>
        <dsp:cNvPr id="0" name=""/>
        <dsp:cNvSpPr/>
      </dsp:nvSpPr>
      <dsp:spPr>
        <a:xfrm>
          <a:off x="4969399" y="721469"/>
          <a:ext cx="1745201" cy="1326929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DCEC70-1029-4745-9152-B5285FDB2A4C}">
      <dsp:nvSpPr>
        <dsp:cNvPr id="0" name=""/>
        <dsp:cNvSpPr/>
      </dsp:nvSpPr>
      <dsp:spPr>
        <a:xfrm>
          <a:off x="5993443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993443" y="311"/>
        <a:ext cx="1442315" cy="721157"/>
      </dsp:txXfrm>
    </dsp:sp>
    <dsp:sp modelId="{E08C6589-4CAB-4256-A52B-14233FAACE59}">
      <dsp:nvSpPr>
        <dsp:cNvPr id="0" name=""/>
        <dsp:cNvSpPr/>
      </dsp:nvSpPr>
      <dsp:spPr>
        <a:xfrm>
          <a:off x="4248241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4248241" y="2048399"/>
        <a:ext cx="1442315" cy="721157"/>
      </dsp:txXfrm>
    </dsp:sp>
    <dsp:sp modelId="{7431316E-2F77-4625-925F-258E7B2C3F8C}">
      <dsp:nvSpPr>
        <dsp:cNvPr id="0" name=""/>
        <dsp:cNvSpPr/>
      </dsp:nvSpPr>
      <dsp:spPr>
        <a:xfrm>
          <a:off x="250304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2503040" y="3072443"/>
        <a:ext cx="1442315" cy="721157"/>
      </dsp:txXfrm>
    </dsp:sp>
    <dsp:sp modelId="{A93E0E34-5FAA-4D79-9685-C61B67212894}">
      <dsp:nvSpPr>
        <dsp:cNvPr id="0" name=""/>
        <dsp:cNvSpPr/>
      </dsp:nvSpPr>
      <dsp:spPr>
        <a:xfrm>
          <a:off x="424824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4248241" y="3072443"/>
        <a:ext cx="1442315" cy="721157"/>
      </dsp:txXfrm>
    </dsp:sp>
    <dsp:sp modelId="{F3FA8B07-6791-4D6B-9AF8-76A8D673F721}">
      <dsp:nvSpPr>
        <dsp:cNvPr id="0" name=""/>
        <dsp:cNvSpPr/>
      </dsp:nvSpPr>
      <dsp:spPr>
        <a:xfrm>
          <a:off x="4608820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M2R2</a:t>
          </a:r>
        </a:p>
      </dsp:txBody>
      <dsp:txXfrm>
        <a:off x="4608820" y="4096486"/>
        <a:ext cx="1442315" cy="721157"/>
      </dsp:txXfrm>
    </dsp:sp>
    <dsp:sp modelId="{2248358F-BBC8-44EA-8F0E-F4E33160B236}">
      <dsp:nvSpPr>
        <dsp:cNvPr id="0" name=""/>
        <dsp:cNvSpPr/>
      </dsp:nvSpPr>
      <dsp:spPr>
        <a:xfrm>
          <a:off x="4608820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M2R3</a:t>
          </a:r>
        </a:p>
      </dsp:txBody>
      <dsp:txXfrm>
        <a:off x="4608820" y="5120530"/>
        <a:ext cx="1442315" cy="721157"/>
      </dsp:txXfrm>
    </dsp:sp>
    <dsp:sp modelId="{10699ACE-3D4B-49FA-9289-43547B2C0687}">
      <dsp:nvSpPr>
        <dsp:cNvPr id="0" name=""/>
        <dsp:cNvSpPr/>
      </dsp:nvSpPr>
      <dsp:spPr>
        <a:xfrm>
          <a:off x="599344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M2R1</a:t>
          </a:r>
        </a:p>
      </dsp:txBody>
      <dsp:txXfrm>
        <a:off x="5993443" y="3072443"/>
        <a:ext cx="1442315" cy="721157"/>
      </dsp:txXfrm>
    </dsp:sp>
    <dsp:sp modelId="{1B2B7E84-6728-43AD-9C21-C8EC69BB9339}">
      <dsp:nvSpPr>
        <dsp:cNvPr id="0" name=""/>
        <dsp:cNvSpPr/>
      </dsp:nvSpPr>
      <dsp:spPr>
        <a:xfrm>
          <a:off x="5993443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5993443" y="2048399"/>
        <a:ext cx="1442315" cy="721157"/>
      </dsp:txXfrm>
    </dsp:sp>
    <dsp:sp modelId="{6E301C5F-BBF1-421E-939F-92EBD07DCC68}">
      <dsp:nvSpPr>
        <dsp:cNvPr id="0" name=""/>
        <dsp:cNvSpPr/>
      </dsp:nvSpPr>
      <dsp:spPr>
        <a:xfrm>
          <a:off x="7738644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7738644" y="2048399"/>
        <a:ext cx="1442315" cy="721157"/>
      </dsp:txXfrm>
    </dsp:sp>
    <dsp:sp modelId="{F6481C1B-118E-46E5-B07A-05F4FC1F6006}">
      <dsp:nvSpPr>
        <dsp:cNvPr id="0" name=""/>
        <dsp:cNvSpPr/>
      </dsp:nvSpPr>
      <dsp:spPr>
        <a:xfrm>
          <a:off x="5120842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5120842" y="1024355"/>
        <a:ext cx="1442315" cy="7211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84B724-5574-49F0-9127-55A8C9CDC0A6}">
      <dsp:nvSpPr>
        <dsp:cNvPr id="0" name=""/>
        <dsp:cNvSpPr/>
      </dsp:nvSpPr>
      <dsp:spPr>
        <a:xfrm>
          <a:off x="6670127" y="983181"/>
          <a:ext cx="173906" cy="761877"/>
        </a:xfrm>
        <a:custGeom>
          <a:avLst/>
          <a:gdLst/>
          <a:ahLst/>
          <a:cxnLst/>
          <a:rect l="0" t="0" r="0" b="0"/>
          <a:pathLst>
            <a:path>
              <a:moveTo>
                <a:pt x="173906" y="0"/>
              </a:moveTo>
              <a:lnTo>
                <a:pt x="173906" y="761877"/>
              </a:lnTo>
              <a:lnTo>
                <a:pt x="0" y="76187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889120-B903-4FD4-BB67-89C6EDE03132}">
      <dsp:nvSpPr>
        <dsp:cNvPr id="0" name=""/>
        <dsp:cNvSpPr/>
      </dsp:nvSpPr>
      <dsp:spPr>
        <a:xfrm>
          <a:off x="6844034" y="983181"/>
          <a:ext cx="4008138" cy="15237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9848"/>
              </a:lnTo>
              <a:lnTo>
                <a:pt x="4008138" y="1349848"/>
              </a:lnTo>
              <a:lnTo>
                <a:pt x="4008138" y="15237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19B27B-D67D-4993-94B0-720C0DE15CB3}">
      <dsp:nvSpPr>
        <dsp:cNvPr id="0" name=""/>
        <dsp:cNvSpPr/>
      </dsp:nvSpPr>
      <dsp:spPr>
        <a:xfrm>
          <a:off x="8848103" y="3335063"/>
          <a:ext cx="2004069" cy="347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06"/>
              </a:lnTo>
              <a:lnTo>
                <a:pt x="2004069" y="173906"/>
              </a:lnTo>
              <a:lnTo>
                <a:pt x="2004069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8B1FA9-153B-4FBE-B75A-25AE307AFD0A}">
      <dsp:nvSpPr>
        <dsp:cNvPr id="0" name=""/>
        <dsp:cNvSpPr/>
      </dsp:nvSpPr>
      <dsp:spPr>
        <a:xfrm>
          <a:off x="8802383" y="3335063"/>
          <a:ext cx="91440" cy="3478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018458-466A-456E-B4C3-0355B2C01CBA}">
      <dsp:nvSpPr>
        <dsp:cNvPr id="0" name=""/>
        <dsp:cNvSpPr/>
      </dsp:nvSpPr>
      <dsp:spPr>
        <a:xfrm>
          <a:off x="6181532" y="4511005"/>
          <a:ext cx="248438" cy="761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1877"/>
              </a:lnTo>
              <a:lnTo>
                <a:pt x="248438" y="7618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619D46-1BF7-4A8C-B7CC-FB85F99506DA}">
      <dsp:nvSpPr>
        <dsp:cNvPr id="0" name=""/>
        <dsp:cNvSpPr/>
      </dsp:nvSpPr>
      <dsp:spPr>
        <a:xfrm>
          <a:off x="6844034" y="3335063"/>
          <a:ext cx="2004069" cy="347813"/>
        </a:xfrm>
        <a:custGeom>
          <a:avLst/>
          <a:gdLst/>
          <a:ahLst/>
          <a:cxnLst/>
          <a:rect l="0" t="0" r="0" b="0"/>
          <a:pathLst>
            <a:path>
              <a:moveTo>
                <a:pt x="2004069" y="0"/>
              </a:moveTo>
              <a:lnTo>
                <a:pt x="2004069" y="173906"/>
              </a:lnTo>
              <a:lnTo>
                <a:pt x="0" y="173906"/>
              </a:lnTo>
              <a:lnTo>
                <a:pt x="0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528D74-7387-4AFB-94BF-52433D5E81A2}">
      <dsp:nvSpPr>
        <dsp:cNvPr id="0" name=""/>
        <dsp:cNvSpPr/>
      </dsp:nvSpPr>
      <dsp:spPr>
        <a:xfrm>
          <a:off x="6844034" y="983181"/>
          <a:ext cx="2004069" cy="152375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9848"/>
              </a:lnTo>
              <a:lnTo>
                <a:pt x="2004069" y="1349848"/>
              </a:lnTo>
              <a:lnTo>
                <a:pt x="2004069" y="15237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1356E5-A172-4A09-BDA6-76919360256C}">
      <dsp:nvSpPr>
        <dsp:cNvPr id="0" name=""/>
        <dsp:cNvSpPr/>
      </dsp:nvSpPr>
      <dsp:spPr>
        <a:xfrm>
          <a:off x="2835896" y="3335063"/>
          <a:ext cx="2004069" cy="3478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3906"/>
              </a:lnTo>
              <a:lnTo>
                <a:pt x="2004069" y="173906"/>
              </a:lnTo>
              <a:lnTo>
                <a:pt x="2004069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E27F0-6A75-4926-910C-D6BB378764AE}">
      <dsp:nvSpPr>
        <dsp:cNvPr id="0" name=""/>
        <dsp:cNvSpPr/>
      </dsp:nvSpPr>
      <dsp:spPr>
        <a:xfrm>
          <a:off x="2790176" y="3335063"/>
          <a:ext cx="91440" cy="3478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00DA93-B5A0-4A01-8D30-B68FA8C84CBE}">
      <dsp:nvSpPr>
        <dsp:cNvPr id="0" name=""/>
        <dsp:cNvSpPr/>
      </dsp:nvSpPr>
      <dsp:spPr>
        <a:xfrm>
          <a:off x="169324" y="4511005"/>
          <a:ext cx="248438" cy="7618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1877"/>
              </a:lnTo>
              <a:lnTo>
                <a:pt x="248438" y="761877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06A0E-CEFC-4D61-856E-2562C99B0931}">
      <dsp:nvSpPr>
        <dsp:cNvPr id="0" name=""/>
        <dsp:cNvSpPr/>
      </dsp:nvSpPr>
      <dsp:spPr>
        <a:xfrm>
          <a:off x="831827" y="3335063"/>
          <a:ext cx="2004069" cy="347813"/>
        </a:xfrm>
        <a:custGeom>
          <a:avLst/>
          <a:gdLst/>
          <a:ahLst/>
          <a:cxnLst/>
          <a:rect l="0" t="0" r="0" b="0"/>
          <a:pathLst>
            <a:path>
              <a:moveTo>
                <a:pt x="2004069" y="0"/>
              </a:moveTo>
              <a:lnTo>
                <a:pt x="2004069" y="173906"/>
              </a:lnTo>
              <a:lnTo>
                <a:pt x="0" y="173906"/>
              </a:lnTo>
              <a:lnTo>
                <a:pt x="0" y="3478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9D5F64-8FA0-4D85-B928-32F10846B102}">
      <dsp:nvSpPr>
        <dsp:cNvPr id="0" name=""/>
        <dsp:cNvSpPr/>
      </dsp:nvSpPr>
      <dsp:spPr>
        <a:xfrm>
          <a:off x="2835896" y="983181"/>
          <a:ext cx="4008138" cy="1523755"/>
        </a:xfrm>
        <a:custGeom>
          <a:avLst/>
          <a:gdLst/>
          <a:ahLst/>
          <a:cxnLst/>
          <a:rect l="0" t="0" r="0" b="0"/>
          <a:pathLst>
            <a:path>
              <a:moveTo>
                <a:pt x="4008138" y="0"/>
              </a:moveTo>
              <a:lnTo>
                <a:pt x="4008138" y="1349848"/>
              </a:lnTo>
              <a:lnTo>
                <a:pt x="0" y="1349848"/>
              </a:lnTo>
              <a:lnTo>
                <a:pt x="0" y="152375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6CCBA1-42BC-40F9-9F4B-0B3CC3DCB38F}">
      <dsp:nvSpPr>
        <dsp:cNvPr id="0" name=""/>
        <dsp:cNvSpPr/>
      </dsp:nvSpPr>
      <dsp:spPr>
        <a:xfrm>
          <a:off x="6015906" y="155053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CEO</a:t>
          </a:r>
        </a:p>
      </dsp:txBody>
      <dsp:txXfrm>
        <a:off x="6015906" y="155053"/>
        <a:ext cx="1656255" cy="828127"/>
      </dsp:txXfrm>
    </dsp:sp>
    <dsp:sp modelId="{CE56AF3A-7AD1-43AD-8D08-654D48A7B40A}">
      <dsp:nvSpPr>
        <dsp:cNvPr id="0" name=""/>
        <dsp:cNvSpPr/>
      </dsp:nvSpPr>
      <dsp:spPr>
        <a:xfrm>
          <a:off x="2007768" y="2506936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0" kern="1200"/>
        </a:p>
      </dsp:txBody>
      <dsp:txXfrm>
        <a:off x="2007768" y="2506936"/>
        <a:ext cx="1656255" cy="828127"/>
      </dsp:txXfrm>
    </dsp:sp>
    <dsp:sp modelId="{0E309403-4B2F-442B-BB65-116D07DD9D14}">
      <dsp:nvSpPr>
        <dsp:cNvPr id="0" name=""/>
        <dsp:cNvSpPr/>
      </dsp:nvSpPr>
      <dsp:spPr>
        <a:xfrm>
          <a:off x="3699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M1</a:t>
          </a:r>
        </a:p>
      </dsp:txBody>
      <dsp:txXfrm>
        <a:off x="3699" y="3682877"/>
        <a:ext cx="1656255" cy="828127"/>
      </dsp:txXfrm>
    </dsp:sp>
    <dsp:sp modelId="{A4D8D394-F87E-4587-A0F5-9ED0C8CFF5E1}">
      <dsp:nvSpPr>
        <dsp:cNvPr id="0" name=""/>
        <dsp:cNvSpPr/>
      </dsp:nvSpPr>
      <dsp:spPr>
        <a:xfrm>
          <a:off x="417763" y="4858818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M1R3</a:t>
          </a:r>
        </a:p>
      </dsp:txBody>
      <dsp:txXfrm>
        <a:off x="417763" y="4858818"/>
        <a:ext cx="1656255" cy="828127"/>
      </dsp:txXfrm>
    </dsp:sp>
    <dsp:sp modelId="{B650AEFA-43CD-447B-B6EE-8FE51379B87F}">
      <dsp:nvSpPr>
        <dsp:cNvPr id="0" name=""/>
        <dsp:cNvSpPr/>
      </dsp:nvSpPr>
      <dsp:spPr>
        <a:xfrm>
          <a:off x="2007768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M1R2</a:t>
          </a:r>
        </a:p>
      </dsp:txBody>
      <dsp:txXfrm>
        <a:off x="2007768" y="3682877"/>
        <a:ext cx="1656255" cy="828127"/>
      </dsp:txXfrm>
    </dsp:sp>
    <dsp:sp modelId="{00B79FFC-102A-441A-9F10-3AB25F9C52F0}">
      <dsp:nvSpPr>
        <dsp:cNvPr id="0" name=""/>
        <dsp:cNvSpPr/>
      </dsp:nvSpPr>
      <dsp:spPr>
        <a:xfrm>
          <a:off x="4011837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M1R1</a:t>
          </a:r>
        </a:p>
      </dsp:txBody>
      <dsp:txXfrm>
        <a:off x="4011837" y="3682877"/>
        <a:ext cx="1656255" cy="828127"/>
      </dsp:txXfrm>
    </dsp:sp>
    <dsp:sp modelId="{EEBAF4E1-7393-4706-A8D1-4F9847F0351B}">
      <dsp:nvSpPr>
        <dsp:cNvPr id="0" name=""/>
        <dsp:cNvSpPr/>
      </dsp:nvSpPr>
      <dsp:spPr>
        <a:xfrm>
          <a:off x="8019975" y="2506936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0" kern="1200"/>
        </a:p>
      </dsp:txBody>
      <dsp:txXfrm>
        <a:off x="8019975" y="2506936"/>
        <a:ext cx="1656255" cy="828127"/>
      </dsp:txXfrm>
    </dsp:sp>
    <dsp:sp modelId="{92B93234-19AD-41DA-8333-EB28BA3B7C04}">
      <dsp:nvSpPr>
        <dsp:cNvPr id="0" name=""/>
        <dsp:cNvSpPr/>
      </dsp:nvSpPr>
      <dsp:spPr>
        <a:xfrm>
          <a:off x="6015906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M2</a:t>
          </a:r>
        </a:p>
      </dsp:txBody>
      <dsp:txXfrm>
        <a:off x="6015906" y="3682877"/>
        <a:ext cx="1656255" cy="828127"/>
      </dsp:txXfrm>
    </dsp:sp>
    <dsp:sp modelId="{D2672C35-3D36-4330-9B6E-D7AA94DF51FF}">
      <dsp:nvSpPr>
        <dsp:cNvPr id="0" name=""/>
        <dsp:cNvSpPr/>
      </dsp:nvSpPr>
      <dsp:spPr>
        <a:xfrm>
          <a:off x="6429970" y="4858818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M2R3</a:t>
          </a:r>
        </a:p>
      </dsp:txBody>
      <dsp:txXfrm>
        <a:off x="6429970" y="4858818"/>
        <a:ext cx="1656255" cy="828127"/>
      </dsp:txXfrm>
    </dsp:sp>
    <dsp:sp modelId="{77E4CB4B-62B5-4B32-9ECD-90D62688D44B}">
      <dsp:nvSpPr>
        <dsp:cNvPr id="0" name=""/>
        <dsp:cNvSpPr/>
      </dsp:nvSpPr>
      <dsp:spPr>
        <a:xfrm>
          <a:off x="8019975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M2R2</a:t>
          </a:r>
        </a:p>
      </dsp:txBody>
      <dsp:txXfrm>
        <a:off x="8019975" y="3682877"/>
        <a:ext cx="1656255" cy="828127"/>
      </dsp:txXfrm>
    </dsp:sp>
    <dsp:sp modelId="{84320453-5487-4F5A-8580-65583830F3F7}">
      <dsp:nvSpPr>
        <dsp:cNvPr id="0" name=""/>
        <dsp:cNvSpPr/>
      </dsp:nvSpPr>
      <dsp:spPr>
        <a:xfrm>
          <a:off x="10024045" y="3682877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M2R1</a:t>
          </a:r>
        </a:p>
      </dsp:txBody>
      <dsp:txXfrm>
        <a:off x="10024045" y="3682877"/>
        <a:ext cx="1656255" cy="828127"/>
      </dsp:txXfrm>
    </dsp:sp>
    <dsp:sp modelId="{65DDF9E7-7F96-4A76-AFCE-41AD2A4B006C}">
      <dsp:nvSpPr>
        <dsp:cNvPr id="0" name=""/>
        <dsp:cNvSpPr/>
      </dsp:nvSpPr>
      <dsp:spPr>
        <a:xfrm>
          <a:off x="10024045" y="2506936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0" kern="1200"/>
        </a:p>
      </dsp:txBody>
      <dsp:txXfrm>
        <a:off x="10024045" y="2506936"/>
        <a:ext cx="1656255" cy="828127"/>
      </dsp:txXfrm>
    </dsp:sp>
    <dsp:sp modelId="{D4D26765-2EE9-473F-951C-1C8D4FDC3389}">
      <dsp:nvSpPr>
        <dsp:cNvPr id="0" name=""/>
        <dsp:cNvSpPr/>
      </dsp:nvSpPr>
      <dsp:spPr>
        <a:xfrm>
          <a:off x="5013872" y="1330994"/>
          <a:ext cx="1656255" cy="8281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0" kern="1200"/>
        </a:p>
      </dsp:txBody>
      <dsp:txXfrm>
        <a:off x="5013872" y="1330994"/>
        <a:ext cx="1656255" cy="8281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35B80E-E06B-41B0-B4C9-B7BC9AF3510E}">
      <dsp:nvSpPr>
        <dsp:cNvPr id="0" name=""/>
        <dsp:cNvSpPr/>
      </dsp:nvSpPr>
      <dsp:spPr>
        <a:xfrm>
          <a:off x="6563157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E0801D-4316-4453-9FC1-C8BFA12D618A}">
      <dsp:nvSpPr>
        <dsp:cNvPr id="0" name=""/>
        <dsp:cNvSpPr/>
      </dsp:nvSpPr>
      <dsp:spPr>
        <a:xfrm>
          <a:off x="6714600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2437512" y="1175486"/>
              </a:lnTo>
              <a:lnTo>
                <a:pt x="2437512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FD77F-39E9-4658-AA2B-67C14CD29D9A}">
      <dsp:nvSpPr>
        <dsp:cNvPr id="0" name=""/>
        <dsp:cNvSpPr/>
      </dsp:nvSpPr>
      <dsp:spPr>
        <a:xfrm>
          <a:off x="6829985" y="2769556"/>
          <a:ext cx="216347" cy="2711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552"/>
              </a:lnTo>
              <a:lnTo>
                <a:pt x="216347" y="27115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F741F-C743-4DB5-B0C5-DA79FB9C07BE}">
      <dsp:nvSpPr>
        <dsp:cNvPr id="0" name=""/>
        <dsp:cNvSpPr/>
      </dsp:nvSpPr>
      <dsp:spPr>
        <a:xfrm>
          <a:off x="6829985" y="2769556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FC3CB7-11BC-4852-BB94-ED3BD36C03F2}">
      <dsp:nvSpPr>
        <dsp:cNvPr id="0" name=""/>
        <dsp:cNvSpPr/>
      </dsp:nvSpPr>
      <dsp:spPr>
        <a:xfrm>
          <a:off x="6829985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97CEA-FDC9-48E0-A690-87FF64455072}">
      <dsp:nvSpPr>
        <dsp:cNvPr id="0" name=""/>
        <dsp:cNvSpPr/>
      </dsp:nvSpPr>
      <dsp:spPr>
        <a:xfrm>
          <a:off x="6714600" y="721469"/>
          <a:ext cx="69231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692311" y="1175486"/>
              </a:lnTo>
              <a:lnTo>
                <a:pt x="69231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925899-BF97-4D73-8E61-C1D910BF4300}">
      <dsp:nvSpPr>
        <dsp:cNvPr id="0" name=""/>
        <dsp:cNvSpPr/>
      </dsp:nvSpPr>
      <dsp:spPr>
        <a:xfrm>
          <a:off x="427708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136DEC-116F-450F-B115-5F879E31DD7B}">
      <dsp:nvSpPr>
        <dsp:cNvPr id="0" name=""/>
        <dsp:cNvSpPr/>
      </dsp:nvSpPr>
      <dsp:spPr>
        <a:xfrm>
          <a:off x="4231368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0ADE5A-03F2-4E0E-83C6-792162DEA48A}">
      <dsp:nvSpPr>
        <dsp:cNvPr id="0" name=""/>
        <dsp:cNvSpPr/>
      </dsp:nvSpPr>
      <dsp:spPr>
        <a:xfrm>
          <a:off x="1954960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4508FD-BC83-4A55-99A2-4F2D99AE0043}">
      <dsp:nvSpPr>
        <dsp:cNvPr id="0" name=""/>
        <dsp:cNvSpPr/>
      </dsp:nvSpPr>
      <dsp:spPr>
        <a:xfrm>
          <a:off x="2531886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4F4CD5-B8DA-4656-80F8-BCEEA60DEE55}">
      <dsp:nvSpPr>
        <dsp:cNvPr id="0" name=""/>
        <dsp:cNvSpPr/>
      </dsp:nvSpPr>
      <dsp:spPr>
        <a:xfrm>
          <a:off x="4277088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2437512" y="0"/>
              </a:moveTo>
              <a:lnTo>
                <a:pt x="2437512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32B819-3694-4FA2-A92D-273F91AA5D98}">
      <dsp:nvSpPr>
        <dsp:cNvPr id="0" name=""/>
        <dsp:cNvSpPr/>
      </dsp:nvSpPr>
      <dsp:spPr>
        <a:xfrm>
          <a:off x="5993443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993443" y="311"/>
        <a:ext cx="1442315" cy="721157"/>
      </dsp:txXfrm>
    </dsp:sp>
    <dsp:sp modelId="{9187D5C8-2F03-4AED-AD41-03FDF38647DE}">
      <dsp:nvSpPr>
        <dsp:cNvPr id="0" name=""/>
        <dsp:cNvSpPr/>
      </dsp:nvSpPr>
      <dsp:spPr>
        <a:xfrm>
          <a:off x="3555930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3555930" y="2048399"/>
        <a:ext cx="1442315" cy="721157"/>
      </dsp:txXfrm>
    </dsp:sp>
    <dsp:sp modelId="{96F55B4F-1C6E-494B-8970-40484061868F}">
      <dsp:nvSpPr>
        <dsp:cNvPr id="0" name=""/>
        <dsp:cNvSpPr/>
      </dsp:nvSpPr>
      <dsp:spPr>
        <a:xfrm>
          <a:off x="1810729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1810729" y="3072443"/>
        <a:ext cx="1442315" cy="721157"/>
      </dsp:txXfrm>
    </dsp:sp>
    <dsp:sp modelId="{911EBBD1-B5EC-4222-9FD9-F5AC8645C846}">
      <dsp:nvSpPr>
        <dsp:cNvPr id="0" name=""/>
        <dsp:cNvSpPr/>
      </dsp:nvSpPr>
      <dsp:spPr>
        <a:xfrm>
          <a:off x="2171308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M1R3</a:t>
          </a:r>
        </a:p>
      </dsp:txBody>
      <dsp:txXfrm>
        <a:off x="2171308" y="4096486"/>
        <a:ext cx="1442315" cy="721157"/>
      </dsp:txXfrm>
    </dsp:sp>
    <dsp:sp modelId="{365D3FEB-BA3B-49B1-91C7-FCF207881AC3}">
      <dsp:nvSpPr>
        <dsp:cNvPr id="0" name=""/>
        <dsp:cNvSpPr/>
      </dsp:nvSpPr>
      <dsp:spPr>
        <a:xfrm>
          <a:off x="355593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M1R2</a:t>
          </a:r>
        </a:p>
      </dsp:txBody>
      <dsp:txXfrm>
        <a:off x="3555930" y="3072443"/>
        <a:ext cx="1442315" cy="721157"/>
      </dsp:txXfrm>
    </dsp:sp>
    <dsp:sp modelId="{5B2668CA-C908-4EE1-9DDE-A7D834962123}">
      <dsp:nvSpPr>
        <dsp:cNvPr id="0" name=""/>
        <dsp:cNvSpPr/>
      </dsp:nvSpPr>
      <dsp:spPr>
        <a:xfrm>
          <a:off x="530113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M1R1</a:t>
          </a:r>
        </a:p>
      </dsp:txBody>
      <dsp:txXfrm>
        <a:off x="5301131" y="3072443"/>
        <a:ext cx="1442315" cy="721157"/>
      </dsp:txXfrm>
    </dsp:sp>
    <dsp:sp modelId="{7CC14C65-A95C-4618-8B25-A79A993F287C}">
      <dsp:nvSpPr>
        <dsp:cNvPr id="0" name=""/>
        <dsp:cNvSpPr/>
      </dsp:nvSpPr>
      <dsp:spPr>
        <a:xfrm>
          <a:off x="6685754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6685754" y="2048399"/>
        <a:ext cx="1442315" cy="721157"/>
      </dsp:txXfrm>
    </dsp:sp>
    <dsp:sp modelId="{C12CBE26-52C5-4FBB-901A-886D2E575D55}">
      <dsp:nvSpPr>
        <dsp:cNvPr id="0" name=""/>
        <dsp:cNvSpPr/>
      </dsp:nvSpPr>
      <dsp:spPr>
        <a:xfrm>
          <a:off x="704633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7046333" y="3072443"/>
        <a:ext cx="1442315" cy="721157"/>
      </dsp:txXfrm>
    </dsp:sp>
    <dsp:sp modelId="{D73FD78C-D1AD-47BB-A97D-D75F3141BF68}">
      <dsp:nvSpPr>
        <dsp:cNvPr id="0" name=""/>
        <dsp:cNvSpPr/>
      </dsp:nvSpPr>
      <dsp:spPr>
        <a:xfrm>
          <a:off x="7046333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M3</a:t>
          </a:r>
        </a:p>
      </dsp:txBody>
      <dsp:txXfrm>
        <a:off x="7046333" y="4096486"/>
        <a:ext cx="1442315" cy="721157"/>
      </dsp:txXfrm>
    </dsp:sp>
    <dsp:sp modelId="{87A75A74-EF70-49AD-994A-CB1EF6AB2B55}">
      <dsp:nvSpPr>
        <dsp:cNvPr id="0" name=""/>
        <dsp:cNvSpPr/>
      </dsp:nvSpPr>
      <dsp:spPr>
        <a:xfrm>
          <a:off x="7046333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</a:t>
          </a:r>
        </a:p>
      </dsp:txBody>
      <dsp:txXfrm>
        <a:off x="7046333" y="5120530"/>
        <a:ext cx="1442315" cy="721157"/>
      </dsp:txXfrm>
    </dsp:sp>
    <dsp:sp modelId="{4FBF5D52-9999-44AF-AD11-57A614788F09}">
      <dsp:nvSpPr>
        <dsp:cNvPr id="0" name=""/>
        <dsp:cNvSpPr/>
      </dsp:nvSpPr>
      <dsp:spPr>
        <a:xfrm>
          <a:off x="8430955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8430955" y="2048399"/>
        <a:ext cx="1442315" cy="721157"/>
      </dsp:txXfrm>
    </dsp:sp>
    <dsp:sp modelId="{FA06092A-8E24-4F60-8ACC-9C3A7CEF84FD}">
      <dsp:nvSpPr>
        <dsp:cNvPr id="0" name=""/>
        <dsp:cNvSpPr/>
      </dsp:nvSpPr>
      <dsp:spPr>
        <a:xfrm>
          <a:off x="5120842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5120842" y="1024355"/>
        <a:ext cx="1442315" cy="7211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31CB0D-8FA0-4029-BE96-BD2084925451}">
      <dsp:nvSpPr>
        <dsp:cNvPr id="0" name=""/>
        <dsp:cNvSpPr/>
      </dsp:nvSpPr>
      <dsp:spPr>
        <a:xfrm>
          <a:off x="6563157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6E7800-8149-4E2F-8C6C-11622239E422}">
      <dsp:nvSpPr>
        <dsp:cNvPr id="0" name=""/>
        <dsp:cNvSpPr/>
      </dsp:nvSpPr>
      <dsp:spPr>
        <a:xfrm>
          <a:off x="6714600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2437512" y="1175486"/>
              </a:lnTo>
              <a:lnTo>
                <a:pt x="2437512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8827F2-1B29-4E53-8F19-02449E9CD730}">
      <dsp:nvSpPr>
        <dsp:cNvPr id="0" name=""/>
        <dsp:cNvSpPr/>
      </dsp:nvSpPr>
      <dsp:spPr>
        <a:xfrm>
          <a:off x="6829985" y="2769556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68C1A1-1F1C-4245-833B-A9E56B02DCE0}">
      <dsp:nvSpPr>
        <dsp:cNvPr id="0" name=""/>
        <dsp:cNvSpPr/>
      </dsp:nvSpPr>
      <dsp:spPr>
        <a:xfrm>
          <a:off x="6829985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27B12A-04B7-46F2-BD20-A768FE80B2DE}">
      <dsp:nvSpPr>
        <dsp:cNvPr id="0" name=""/>
        <dsp:cNvSpPr/>
      </dsp:nvSpPr>
      <dsp:spPr>
        <a:xfrm>
          <a:off x="6714600" y="721469"/>
          <a:ext cx="69231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692311" y="1175486"/>
              </a:lnTo>
              <a:lnTo>
                <a:pt x="69231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2901AA-FFCB-4098-A1BC-B523F337B507}">
      <dsp:nvSpPr>
        <dsp:cNvPr id="0" name=""/>
        <dsp:cNvSpPr/>
      </dsp:nvSpPr>
      <dsp:spPr>
        <a:xfrm>
          <a:off x="427708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6FA377-15BC-46D9-AAE2-66C8CF2DB307}">
      <dsp:nvSpPr>
        <dsp:cNvPr id="0" name=""/>
        <dsp:cNvSpPr/>
      </dsp:nvSpPr>
      <dsp:spPr>
        <a:xfrm>
          <a:off x="3700162" y="3793600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C35F8F-27D8-4CB2-A21E-5CDF1607E1A0}">
      <dsp:nvSpPr>
        <dsp:cNvPr id="0" name=""/>
        <dsp:cNvSpPr/>
      </dsp:nvSpPr>
      <dsp:spPr>
        <a:xfrm>
          <a:off x="3700162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F9BD5B-9CD1-4A64-8CB4-4F3D98CB6F7A}">
      <dsp:nvSpPr>
        <dsp:cNvPr id="0" name=""/>
        <dsp:cNvSpPr/>
      </dsp:nvSpPr>
      <dsp:spPr>
        <a:xfrm>
          <a:off x="4231368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F71AFE-CE64-40E5-A9E5-AE16BE6EF27C}">
      <dsp:nvSpPr>
        <dsp:cNvPr id="0" name=""/>
        <dsp:cNvSpPr/>
      </dsp:nvSpPr>
      <dsp:spPr>
        <a:xfrm>
          <a:off x="2531886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FED01D-D1BB-4FDE-8CFD-081325BBA9F2}">
      <dsp:nvSpPr>
        <dsp:cNvPr id="0" name=""/>
        <dsp:cNvSpPr/>
      </dsp:nvSpPr>
      <dsp:spPr>
        <a:xfrm>
          <a:off x="4277088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2437512" y="0"/>
              </a:moveTo>
              <a:lnTo>
                <a:pt x="2437512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54279A-90EF-4E8D-A8F3-C8A9A2733521}">
      <dsp:nvSpPr>
        <dsp:cNvPr id="0" name=""/>
        <dsp:cNvSpPr/>
      </dsp:nvSpPr>
      <dsp:spPr>
        <a:xfrm>
          <a:off x="5993443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993443" y="311"/>
        <a:ext cx="1442315" cy="721157"/>
      </dsp:txXfrm>
    </dsp:sp>
    <dsp:sp modelId="{A27A2CFC-37DA-47C5-ADB5-872883FDAE54}">
      <dsp:nvSpPr>
        <dsp:cNvPr id="0" name=""/>
        <dsp:cNvSpPr/>
      </dsp:nvSpPr>
      <dsp:spPr>
        <a:xfrm>
          <a:off x="3555930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3555930" y="2048399"/>
        <a:ext cx="1442315" cy="721157"/>
      </dsp:txXfrm>
    </dsp:sp>
    <dsp:sp modelId="{A075FCD9-024C-4CA0-8463-3ED12F39FB4E}">
      <dsp:nvSpPr>
        <dsp:cNvPr id="0" name=""/>
        <dsp:cNvSpPr/>
      </dsp:nvSpPr>
      <dsp:spPr>
        <a:xfrm>
          <a:off x="1810729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1810729" y="3072443"/>
        <a:ext cx="1442315" cy="721157"/>
      </dsp:txXfrm>
    </dsp:sp>
    <dsp:sp modelId="{AF70D474-5C23-4537-976F-A8FE35523E0D}">
      <dsp:nvSpPr>
        <dsp:cNvPr id="0" name=""/>
        <dsp:cNvSpPr/>
      </dsp:nvSpPr>
      <dsp:spPr>
        <a:xfrm>
          <a:off x="355593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3555930" y="3072443"/>
        <a:ext cx="1442315" cy="721157"/>
      </dsp:txXfrm>
    </dsp:sp>
    <dsp:sp modelId="{D78DDC26-FF1A-44FD-845A-CD49D9B5988B}">
      <dsp:nvSpPr>
        <dsp:cNvPr id="0" name=""/>
        <dsp:cNvSpPr/>
      </dsp:nvSpPr>
      <dsp:spPr>
        <a:xfrm>
          <a:off x="3916509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M2R2</a:t>
          </a:r>
        </a:p>
      </dsp:txBody>
      <dsp:txXfrm>
        <a:off x="3916509" y="4096486"/>
        <a:ext cx="1442315" cy="721157"/>
      </dsp:txXfrm>
    </dsp:sp>
    <dsp:sp modelId="{A3743C7B-3A97-4B42-8550-D868405361AC}">
      <dsp:nvSpPr>
        <dsp:cNvPr id="0" name=""/>
        <dsp:cNvSpPr/>
      </dsp:nvSpPr>
      <dsp:spPr>
        <a:xfrm>
          <a:off x="3916509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M2R3</a:t>
          </a:r>
        </a:p>
      </dsp:txBody>
      <dsp:txXfrm>
        <a:off x="3916509" y="5120530"/>
        <a:ext cx="1442315" cy="721157"/>
      </dsp:txXfrm>
    </dsp:sp>
    <dsp:sp modelId="{D84BC931-142B-4C75-830B-E33640BB8132}">
      <dsp:nvSpPr>
        <dsp:cNvPr id="0" name=""/>
        <dsp:cNvSpPr/>
      </dsp:nvSpPr>
      <dsp:spPr>
        <a:xfrm>
          <a:off x="530113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M2R1</a:t>
          </a:r>
        </a:p>
      </dsp:txBody>
      <dsp:txXfrm>
        <a:off x="5301131" y="3072443"/>
        <a:ext cx="1442315" cy="721157"/>
      </dsp:txXfrm>
    </dsp:sp>
    <dsp:sp modelId="{B0946154-5838-42FB-8665-95989C656178}">
      <dsp:nvSpPr>
        <dsp:cNvPr id="0" name=""/>
        <dsp:cNvSpPr/>
      </dsp:nvSpPr>
      <dsp:spPr>
        <a:xfrm>
          <a:off x="6685754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6685754" y="2048399"/>
        <a:ext cx="1442315" cy="721157"/>
      </dsp:txXfrm>
    </dsp:sp>
    <dsp:sp modelId="{502CA699-D971-485D-B7B0-3D9CAFF2C206}">
      <dsp:nvSpPr>
        <dsp:cNvPr id="0" name=""/>
        <dsp:cNvSpPr/>
      </dsp:nvSpPr>
      <dsp:spPr>
        <a:xfrm>
          <a:off x="704633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M3</a:t>
          </a:r>
        </a:p>
      </dsp:txBody>
      <dsp:txXfrm>
        <a:off x="7046333" y="3072443"/>
        <a:ext cx="1442315" cy="721157"/>
      </dsp:txXfrm>
    </dsp:sp>
    <dsp:sp modelId="{66A42085-67A4-4749-B39C-CC457FCE487E}">
      <dsp:nvSpPr>
        <dsp:cNvPr id="0" name=""/>
        <dsp:cNvSpPr/>
      </dsp:nvSpPr>
      <dsp:spPr>
        <a:xfrm>
          <a:off x="7046333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</a:t>
          </a:r>
        </a:p>
      </dsp:txBody>
      <dsp:txXfrm>
        <a:off x="7046333" y="4096486"/>
        <a:ext cx="1442315" cy="721157"/>
      </dsp:txXfrm>
    </dsp:sp>
    <dsp:sp modelId="{FBCFF6AC-E8E7-4292-BB70-752F497C92CF}">
      <dsp:nvSpPr>
        <dsp:cNvPr id="0" name=""/>
        <dsp:cNvSpPr/>
      </dsp:nvSpPr>
      <dsp:spPr>
        <a:xfrm>
          <a:off x="8430955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8430955" y="2048399"/>
        <a:ext cx="1442315" cy="721157"/>
      </dsp:txXfrm>
    </dsp:sp>
    <dsp:sp modelId="{93DD675E-24D1-4605-AB59-593850AF0DE8}">
      <dsp:nvSpPr>
        <dsp:cNvPr id="0" name=""/>
        <dsp:cNvSpPr/>
      </dsp:nvSpPr>
      <dsp:spPr>
        <a:xfrm>
          <a:off x="5120842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5120842" y="1024355"/>
        <a:ext cx="1442315" cy="7211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FD46B2-B7FC-4209-8C28-72ACC719C6C2}">
      <dsp:nvSpPr>
        <dsp:cNvPr id="0" name=""/>
        <dsp:cNvSpPr/>
      </dsp:nvSpPr>
      <dsp:spPr>
        <a:xfrm>
          <a:off x="6455295" y="615007"/>
          <a:ext cx="128792" cy="564232"/>
        </a:xfrm>
        <a:custGeom>
          <a:avLst/>
          <a:gdLst/>
          <a:ahLst/>
          <a:cxnLst/>
          <a:rect l="0" t="0" r="0" b="0"/>
          <a:pathLst>
            <a:path>
              <a:moveTo>
                <a:pt x="128792" y="0"/>
              </a:moveTo>
              <a:lnTo>
                <a:pt x="128792" y="564232"/>
              </a:lnTo>
              <a:lnTo>
                <a:pt x="0" y="5642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30314C-C356-4103-88FB-3DE2E8D10FC4}">
      <dsp:nvSpPr>
        <dsp:cNvPr id="0" name=""/>
        <dsp:cNvSpPr/>
      </dsp:nvSpPr>
      <dsp:spPr>
        <a:xfrm>
          <a:off x="6584088" y="615007"/>
          <a:ext cx="2072940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2072940" y="999672"/>
              </a:lnTo>
              <a:lnTo>
                <a:pt x="2072940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C1B086-FD3A-4E1D-88CB-A5BBD0C06C96}">
      <dsp:nvSpPr>
        <dsp:cNvPr id="0" name=""/>
        <dsp:cNvSpPr/>
      </dsp:nvSpPr>
      <dsp:spPr>
        <a:xfrm>
          <a:off x="6682215" y="235676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78EEE5-FD79-4020-85DA-110D574B66C4}">
      <dsp:nvSpPr>
        <dsp:cNvPr id="0" name=""/>
        <dsp:cNvSpPr/>
      </dsp:nvSpPr>
      <dsp:spPr>
        <a:xfrm>
          <a:off x="6584088" y="615007"/>
          <a:ext cx="588764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588764" y="999672"/>
              </a:lnTo>
              <a:lnTo>
                <a:pt x="588764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B7C214-F630-453A-83BA-9F48F0387637}">
      <dsp:nvSpPr>
        <dsp:cNvPr id="0" name=""/>
        <dsp:cNvSpPr/>
      </dsp:nvSpPr>
      <dsp:spPr>
        <a:xfrm>
          <a:off x="5504687" y="3227647"/>
          <a:ext cx="183988" cy="2305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5992"/>
              </a:lnTo>
              <a:lnTo>
                <a:pt x="183988" y="23059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24B281-9CFB-4A4E-B088-8F71F0827E1F}">
      <dsp:nvSpPr>
        <dsp:cNvPr id="0" name=""/>
        <dsp:cNvSpPr/>
      </dsp:nvSpPr>
      <dsp:spPr>
        <a:xfrm>
          <a:off x="5504687" y="3227647"/>
          <a:ext cx="183988" cy="1435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5112"/>
              </a:lnTo>
              <a:lnTo>
                <a:pt x="183988" y="14351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26F305-EC9B-425A-BDEF-B25C8E714830}">
      <dsp:nvSpPr>
        <dsp:cNvPr id="0" name=""/>
        <dsp:cNvSpPr/>
      </dsp:nvSpPr>
      <dsp:spPr>
        <a:xfrm>
          <a:off x="5504687" y="322764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C338A-4E8E-4D5D-BE32-87B5D73E6B2D}">
      <dsp:nvSpPr>
        <dsp:cNvPr id="0" name=""/>
        <dsp:cNvSpPr/>
      </dsp:nvSpPr>
      <dsp:spPr>
        <a:xfrm>
          <a:off x="4511147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92"/>
              </a:lnTo>
              <a:lnTo>
                <a:pt x="1484176" y="128792"/>
              </a:lnTo>
              <a:lnTo>
                <a:pt x="1484176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23D3CC-45CE-4661-A945-8FC12339D3C3}">
      <dsp:nvSpPr>
        <dsp:cNvPr id="0" name=""/>
        <dsp:cNvSpPr/>
      </dsp:nvSpPr>
      <dsp:spPr>
        <a:xfrm>
          <a:off x="4465427" y="2356767"/>
          <a:ext cx="91440" cy="257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035AB-77E8-456A-AA60-6AD7A131CBE7}">
      <dsp:nvSpPr>
        <dsp:cNvPr id="0" name=""/>
        <dsp:cNvSpPr/>
      </dsp:nvSpPr>
      <dsp:spPr>
        <a:xfrm>
          <a:off x="3026971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1484176" y="0"/>
              </a:moveTo>
              <a:lnTo>
                <a:pt x="1484176" y="128792"/>
              </a:lnTo>
              <a:lnTo>
                <a:pt x="0" y="128792"/>
              </a:lnTo>
              <a:lnTo>
                <a:pt x="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3669D3-57EF-4BFA-AFA8-9EA79A792379}">
      <dsp:nvSpPr>
        <dsp:cNvPr id="0" name=""/>
        <dsp:cNvSpPr/>
      </dsp:nvSpPr>
      <dsp:spPr>
        <a:xfrm>
          <a:off x="4511147" y="615007"/>
          <a:ext cx="2072940" cy="1128464"/>
        </a:xfrm>
        <a:custGeom>
          <a:avLst/>
          <a:gdLst/>
          <a:ahLst/>
          <a:cxnLst/>
          <a:rect l="0" t="0" r="0" b="0"/>
          <a:pathLst>
            <a:path>
              <a:moveTo>
                <a:pt x="2072940" y="0"/>
              </a:moveTo>
              <a:lnTo>
                <a:pt x="2072940" y="999672"/>
              </a:lnTo>
              <a:lnTo>
                <a:pt x="0" y="999672"/>
              </a:lnTo>
              <a:lnTo>
                <a:pt x="0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58B9A-EAB3-436C-8891-1327543E09AF}">
      <dsp:nvSpPr>
        <dsp:cNvPr id="0" name=""/>
        <dsp:cNvSpPr/>
      </dsp:nvSpPr>
      <dsp:spPr>
        <a:xfrm>
          <a:off x="5970792" y="171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CEO</a:t>
          </a:r>
        </a:p>
      </dsp:txBody>
      <dsp:txXfrm>
        <a:off x="5970792" y="1711"/>
        <a:ext cx="1226591" cy="613295"/>
      </dsp:txXfrm>
    </dsp:sp>
    <dsp:sp modelId="{C8854265-6E3B-48E6-AA96-B602A5C8185F}">
      <dsp:nvSpPr>
        <dsp:cNvPr id="0" name=""/>
        <dsp:cNvSpPr/>
      </dsp:nvSpPr>
      <dsp:spPr>
        <a:xfrm>
          <a:off x="3897852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3897852" y="1743471"/>
        <a:ext cx="1226591" cy="613295"/>
      </dsp:txXfrm>
    </dsp:sp>
    <dsp:sp modelId="{86F29C2B-0DBE-47AC-8C9E-FB9CBD796151}">
      <dsp:nvSpPr>
        <dsp:cNvPr id="0" name=""/>
        <dsp:cNvSpPr/>
      </dsp:nvSpPr>
      <dsp:spPr>
        <a:xfrm>
          <a:off x="2413675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</a:t>
          </a:r>
        </a:p>
      </dsp:txBody>
      <dsp:txXfrm>
        <a:off x="2413675" y="2614352"/>
        <a:ext cx="1226591" cy="613295"/>
      </dsp:txXfrm>
    </dsp:sp>
    <dsp:sp modelId="{CE2FE268-7BB9-4AD6-8F62-DB0A7C7E5E17}">
      <dsp:nvSpPr>
        <dsp:cNvPr id="0" name=""/>
        <dsp:cNvSpPr/>
      </dsp:nvSpPr>
      <dsp:spPr>
        <a:xfrm>
          <a:off x="3897852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M2</a:t>
          </a:r>
        </a:p>
      </dsp:txBody>
      <dsp:txXfrm>
        <a:off x="3897852" y="2614352"/>
        <a:ext cx="1226591" cy="613295"/>
      </dsp:txXfrm>
    </dsp:sp>
    <dsp:sp modelId="{7C8CB5EA-117C-4E91-921A-FD2D455F9426}">
      <dsp:nvSpPr>
        <dsp:cNvPr id="0" name=""/>
        <dsp:cNvSpPr/>
      </dsp:nvSpPr>
      <dsp:spPr>
        <a:xfrm>
          <a:off x="5382028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</a:t>
          </a:r>
        </a:p>
      </dsp:txBody>
      <dsp:txXfrm>
        <a:off x="5382028" y="2614352"/>
        <a:ext cx="1226591" cy="613295"/>
      </dsp:txXfrm>
    </dsp:sp>
    <dsp:sp modelId="{5E8579CF-7496-4BC5-8B68-9246CB1413F9}">
      <dsp:nvSpPr>
        <dsp:cNvPr id="0" name=""/>
        <dsp:cNvSpPr/>
      </dsp:nvSpPr>
      <dsp:spPr>
        <a:xfrm>
          <a:off x="5688676" y="348523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M3R1</a:t>
          </a:r>
        </a:p>
      </dsp:txBody>
      <dsp:txXfrm>
        <a:off x="5688676" y="3485232"/>
        <a:ext cx="1226591" cy="613295"/>
      </dsp:txXfrm>
    </dsp:sp>
    <dsp:sp modelId="{6FA8C4F3-5E63-4D54-9E57-A77B3CD81BEB}">
      <dsp:nvSpPr>
        <dsp:cNvPr id="0" name=""/>
        <dsp:cNvSpPr/>
      </dsp:nvSpPr>
      <dsp:spPr>
        <a:xfrm>
          <a:off x="5688676" y="435611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M3R2</a:t>
          </a:r>
        </a:p>
      </dsp:txBody>
      <dsp:txXfrm>
        <a:off x="5688676" y="4356112"/>
        <a:ext cx="1226591" cy="613295"/>
      </dsp:txXfrm>
    </dsp:sp>
    <dsp:sp modelId="{089B03C9-9804-4A5E-866B-4090BAAE6D55}">
      <dsp:nvSpPr>
        <dsp:cNvPr id="0" name=""/>
        <dsp:cNvSpPr/>
      </dsp:nvSpPr>
      <dsp:spPr>
        <a:xfrm>
          <a:off x="5688676" y="522699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M3R3</a:t>
          </a:r>
        </a:p>
      </dsp:txBody>
      <dsp:txXfrm>
        <a:off x="5688676" y="5226992"/>
        <a:ext cx="1226591" cy="613295"/>
      </dsp:txXfrm>
    </dsp:sp>
    <dsp:sp modelId="{8FB0238A-8693-4D84-B2DA-C22951BF85B8}">
      <dsp:nvSpPr>
        <dsp:cNvPr id="0" name=""/>
        <dsp:cNvSpPr/>
      </dsp:nvSpPr>
      <dsp:spPr>
        <a:xfrm>
          <a:off x="6559556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6559556" y="1743471"/>
        <a:ext cx="1226591" cy="613295"/>
      </dsp:txXfrm>
    </dsp:sp>
    <dsp:sp modelId="{E1B1A5FF-F850-4DF8-A94A-29449A46D604}">
      <dsp:nvSpPr>
        <dsp:cNvPr id="0" name=""/>
        <dsp:cNvSpPr/>
      </dsp:nvSpPr>
      <dsp:spPr>
        <a:xfrm>
          <a:off x="6866204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</a:t>
          </a:r>
        </a:p>
      </dsp:txBody>
      <dsp:txXfrm>
        <a:off x="6866204" y="2614352"/>
        <a:ext cx="1226591" cy="613295"/>
      </dsp:txXfrm>
    </dsp:sp>
    <dsp:sp modelId="{DEA73841-96BA-408D-8D8B-06247C50D410}">
      <dsp:nvSpPr>
        <dsp:cNvPr id="0" name=""/>
        <dsp:cNvSpPr/>
      </dsp:nvSpPr>
      <dsp:spPr>
        <a:xfrm>
          <a:off x="8043732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8043732" y="1743471"/>
        <a:ext cx="1226591" cy="613295"/>
      </dsp:txXfrm>
    </dsp:sp>
    <dsp:sp modelId="{122DB099-7821-415F-9599-3DC258B7E624}">
      <dsp:nvSpPr>
        <dsp:cNvPr id="0" name=""/>
        <dsp:cNvSpPr/>
      </dsp:nvSpPr>
      <dsp:spPr>
        <a:xfrm>
          <a:off x="5228704" y="87259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5228704" y="872591"/>
        <a:ext cx="1226591" cy="6132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D08F34-C417-4262-AC4F-8576963713C3}">
      <dsp:nvSpPr>
        <dsp:cNvPr id="0" name=""/>
        <dsp:cNvSpPr/>
      </dsp:nvSpPr>
      <dsp:spPr>
        <a:xfrm>
          <a:off x="5690556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95EDE3-1066-4CCF-A2B3-70BF5B9E26CC}">
      <dsp:nvSpPr>
        <dsp:cNvPr id="0" name=""/>
        <dsp:cNvSpPr/>
      </dsp:nvSpPr>
      <dsp:spPr>
        <a:xfrm>
          <a:off x="5842000" y="721469"/>
          <a:ext cx="279809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2798091" y="1175486"/>
              </a:lnTo>
              <a:lnTo>
                <a:pt x="279809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068951-63A0-45BA-AF5B-5B4F54F29DFA}">
      <dsp:nvSpPr>
        <dsp:cNvPr id="0" name=""/>
        <dsp:cNvSpPr/>
      </dsp:nvSpPr>
      <dsp:spPr>
        <a:xfrm>
          <a:off x="6894889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CEA0C9-4B0F-47A1-A958-1C88B771C93B}">
      <dsp:nvSpPr>
        <dsp:cNvPr id="0" name=""/>
        <dsp:cNvSpPr/>
      </dsp:nvSpPr>
      <dsp:spPr>
        <a:xfrm>
          <a:off x="6849169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AAFABE-A868-4111-9FEE-BBD854E81D5E}">
      <dsp:nvSpPr>
        <dsp:cNvPr id="0" name=""/>
        <dsp:cNvSpPr/>
      </dsp:nvSpPr>
      <dsp:spPr>
        <a:xfrm>
          <a:off x="4572762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2D5FC2-301C-46CE-AFCD-88FAE10B3AFE}">
      <dsp:nvSpPr>
        <dsp:cNvPr id="0" name=""/>
        <dsp:cNvSpPr/>
      </dsp:nvSpPr>
      <dsp:spPr>
        <a:xfrm>
          <a:off x="514968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A5FE0E-5DEC-4DB4-8B2D-33D2582389AB}">
      <dsp:nvSpPr>
        <dsp:cNvPr id="0" name=""/>
        <dsp:cNvSpPr/>
      </dsp:nvSpPr>
      <dsp:spPr>
        <a:xfrm>
          <a:off x="5842000" y="721469"/>
          <a:ext cx="1052889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1052889" y="1175486"/>
              </a:lnTo>
              <a:lnTo>
                <a:pt x="1052889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B496AA-BB0E-4CF5-A47F-15D9FF1BC52B}">
      <dsp:nvSpPr>
        <dsp:cNvPr id="0" name=""/>
        <dsp:cNvSpPr/>
      </dsp:nvSpPr>
      <dsp:spPr>
        <a:xfrm>
          <a:off x="2466982" y="2769556"/>
          <a:ext cx="216347" cy="2711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552"/>
              </a:lnTo>
              <a:lnTo>
                <a:pt x="216347" y="27115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F4DBE4-E778-4435-8BB0-4B356449B1DE}">
      <dsp:nvSpPr>
        <dsp:cNvPr id="0" name=""/>
        <dsp:cNvSpPr/>
      </dsp:nvSpPr>
      <dsp:spPr>
        <a:xfrm>
          <a:off x="2466982" y="2769556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33D6A0-A2B7-4E7A-BEC4-B4BB11EBD3D8}">
      <dsp:nvSpPr>
        <dsp:cNvPr id="0" name=""/>
        <dsp:cNvSpPr/>
      </dsp:nvSpPr>
      <dsp:spPr>
        <a:xfrm>
          <a:off x="2466982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F1E29D-CA44-4688-8FFB-23392B84A1EF}">
      <dsp:nvSpPr>
        <dsp:cNvPr id="0" name=""/>
        <dsp:cNvSpPr/>
      </dsp:nvSpPr>
      <dsp:spPr>
        <a:xfrm>
          <a:off x="3043908" y="721469"/>
          <a:ext cx="2798091" cy="1326929"/>
        </a:xfrm>
        <a:custGeom>
          <a:avLst/>
          <a:gdLst/>
          <a:ahLst/>
          <a:cxnLst/>
          <a:rect l="0" t="0" r="0" b="0"/>
          <a:pathLst>
            <a:path>
              <a:moveTo>
                <a:pt x="2798091" y="0"/>
              </a:moveTo>
              <a:lnTo>
                <a:pt x="2798091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7EDB44-06A4-4C28-BCD8-59DC5FBB1D96}">
      <dsp:nvSpPr>
        <dsp:cNvPr id="0" name=""/>
        <dsp:cNvSpPr/>
      </dsp:nvSpPr>
      <dsp:spPr>
        <a:xfrm>
          <a:off x="5120842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120842" y="311"/>
        <a:ext cx="1442315" cy="721157"/>
      </dsp:txXfrm>
    </dsp:sp>
    <dsp:sp modelId="{2DB5F27C-8E5C-42BE-83BF-555C995E71F5}">
      <dsp:nvSpPr>
        <dsp:cNvPr id="0" name=""/>
        <dsp:cNvSpPr/>
      </dsp:nvSpPr>
      <dsp:spPr>
        <a:xfrm>
          <a:off x="2322751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2322751" y="2048399"/>
        <a:ext cx="1442315" cy="721157"/>
      </dsp:txXfrm>
    </dsp:sp>
    <dsp:sp modelId="{0A238ACC-FACA-48B5-B73A-356CC4BFAC06}">
      <dsp:nvSpPr>
        <dsp:cNvPr id="0" name=""/>
        <dsp:cNvSpPr/>
      </dsp:nvSpPr>
      <dsp:spPr>
        <a:xfrm>
          <a:off x="268333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2683330" y="3072443"/>
        <a:ext cx="1442315" cy="721157"/>
      </dsp:txXfrm>
    </dsp:sp>
    <dsp:sp modelId="{AD7DC4B4-BF1A-4433-AF5D-FD14C8D66E02}">
      <dsp:nvSpPr>
        <dsp:cNvPr id="0" name=""/>
        <dsp:cNvSpPr/>
      </dsp:nvSpPr>
      <dsp:spPr>
        <a:xfrm>
          <a:off x="2683330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2683330" y="4096486"/>
        <a:ext cx="1442315" cy="721157"/>
      </dsp:txXfrm>
    </dsp:sp>
    <dsp:sp modelId="{479565B0-8B31-47F0-898F-2267EFE6DE06}">
      <dsp:nvSpPr>
        <dsp:cNvPr id="0" name=""/>
        <dsp:cNvSpPr/>
      </dsp:nvSpPr>
      <dsp:spPr>
        <a:xfrm>
          <a:off x="2683330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M3</a:t>
          </a:r>
        </a:p>
      </dsp:txBody>
      <dsp:txXfrm>
        <a:off x="2683330" y="5120530"/>
        <a:ext cx="1442315" cy="721157"/>
      </dsp:txXfrm>
    </dsp:sp>
    <dsp:sp modelId="{55B48AD6-392F-4DF4-B43A-6272E9020614}">
      <dsp:nvSpPr>
        <dsp:cNvPr id="0" name=""/>
        <dsp:cNvSpPr/>
      </dsp:nvSpPr>
      <dsp:spPr>
        <a:xfrm>
          <a:off x="6173732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6173732" y="2048399"/>
        <a:ext cx="1442315" cy="721157"/>
      </dsp:txXfrm>
    </dsp:sp>
    <dsp:sp modelId="{784B83AE-AB83-407B-B141-53B854FE45BD}">
      <dsp:nvSpPr>
        <dsp:cNvPr id="0" name=""/>
        <dsp:cNvSpPr/>
      </dsp:nvSpPr>
      <dsp:spPr>
        <a:xfrm>
          <a:off x="442853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</a:t>
          </a:r>
        </a:p>
      </dsp:txBody>
      <dsp:txXfrm>
        <a:off x="4428531" y="3072443"/>
        <a:ext cx="1442315" cy="721157"/>
      </dsp:txXfrm>
    </dsp:sp>
    <dsp:sp modelId="{4573F794-AA6A-462C-94EA-54909519945C}">
      <dsp:nvSpPr>
        <dsp:cNvPr id="0" name=""/>
        <dsp:cNvSpPr/>
      </dsp:nvSpPr>
      <dsp:spPr>
        <a:xfrm>
          <a:off x="4789110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M4R3</a:t>
          </a:r>
        </a:p>
      </dsp:txBody>
      <dsp:txXfrm>
        <a:off x="4789110" y="4096486"/>
        <a:ext cx="1442315" cy="721157"/>
      </dsp:txXfrm>
    </dsp:sp>
    <dsp:sp modelId="{5FF84869-CB39-408C-B5A9-14983CCF1572}">
      <dsp:nvSpPr>
        <dsp:cNvPr id="0" name=""/>
        <dsp:cNvSpPr/>
      </dsp:nvSpPr>
      <dsp:spPr>
        <a:xfrm>
          <a:off x="6173732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M4R2</a:t>
          </a:r>
        </a:p>
      </dsp:txBody>
      <dsp:txXfrm>
        <a:off x="6173732" y="3072443"/>
        <a:ext cx="1442315" cy="721157"/>
      </dsp:txXfrm>
    </dsp:sp>
    <dsp:sp modelId="{8A4E6053-CB34-4FEE-A720-96673A81200E}">
      <dsp:nvSpPr>
        <dsp:cNvPr id="0" name=""/>
        <dsp:cNvSpPr/>
      </dsp:nvSpPr>
      <dsp:spPr>
        <a:xfrm>
          <a:off x="791893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M4R1</a:t>
          </a:r>
        </a:p>
      </dsp:txBody>
      <dsp:txXfrm>
        <a:off x="7918933" y="3072443"/>
        <a:ext cx="1442315" cy="721157"/>
      </dsp:txXfrm>
    </dsp:sp>
    <dsp:sp modelId="{4E552DFD-8CA5-4CF2-9DE2-2B2189A62D15}">
      <dsp:nvSpPr>
        <dsp:cNvPr id="0" name=""/>
        <dsp:cNvSpPr/>
      </dsp:nvSpPr>
      <dsp:spPr>
        <a:xfrm>
          <a:off x="7918933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7918933" y="2048399"/>
        <a:ext cx="1442315" cy="721157"/>
      </dsp:txXfrm>
    </dsp:sp>
    <dsp:sp modelId="{16A7EFA3-984E-4134-A6B7-9336C4FF1C65}">
      <dsp:nvSpPr>
        <dsp:cNvPr id="0" name=""/>
        <dsp:cNvSpPr/>
      </dsp:nvSpPr>
      <dsp:spPr>
        <a:xfrm>
          <a:off x="4248241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4248241" y="1024355"/>
        <a:ext cx="1442315" cy="72115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8928DF-88FD-499C-A968-73A04256B78C}">
      <dsp:nvSpPr>
        <dsp:cNvPr id="0" name=""/>
        <dsp:cNvSpPr/>
      </dsp:nvSpPr>
      <dsp:spPr>
        <a:xfrm>
          <a:off x="6301971" y="615007"/>
          <a:ext cx="128792" cy="564232"/>
        </a:xfrm>
        <a:custGeom>
          <a:avLst/>
          <a:gdLst/>
          <a:ahLst/>
          <a:cxnLst/>
          <a:rect l="0" t="0" r="0" b="0"/>
          <a:pathLst>
            <a:path>
              <a:moveTo>
                <a:pt x="128792" y="0"/>
              </a:moveTo>
              <a:lnTo>
                <a:pt x="128792" y="564232"/>
              </a:lnTo>
              <a:lnTo>
                <a:pt x="0" y="5642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E52197-2BC0-42A9-AA63-79CD20D18EDB}">
      <dsp:nvSpPr>
        <dsp:cNvPr id="0" name=""/>
        <dsp:cNvSpPr/>
      </dsp:nvSpPr>
      <dsp:spPr>
        <a:xfrm>
          <a:off x="6430764" y="615007"/>
          <a:ext cx="2968352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2968352" y="999672"/>
              </a:lnTo>
              <a:lnTo>
                <a:pt x="2968352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13354A-0355-4E88-8E29-DF73D8535287}">
      <dsp:nvSpPr>
        <dsp:cNvPr id="0" name=""/>
        <dsp:cNvSpPr/>
      </dsp:nvSpPr>
      <dsp:spPr>
        <a:xfrm>
          <a:off x="8908479" y="3227647"/>
          <a:ext cx="183988" cy="2305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5992"/>
              </a:lnTo>
              <a:lnTo>
                <a:pt x="183988" y="23059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1959D0-46D4-465D-ADF7-6681D46542EE}">
      <dsp:nvSpPr>
        <dsp:cNvPr id="0" name=""/>
        <dsp:cNvSpPr/>
      </dsp:nvSpPr>
      <dsp:spPr>
        <a:xfrm>
          <a:off x="8908479" y="3227647"/>
          <a:ext cx="183988" cy="1435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5112"/>
              </a:lnTo>
              <a:lnTo>
                <a:pt x="183988" y="14351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447DAA-0AC3-4DD0-B392-A8A3BF4F1BF7}">
      <dsp:nvSpPr>
        <dsp:cNvPr id="0" name=""/>
        <dsp:cNvSpPr/>
      </dsp:nvSpPr>
      <dsp:spPr>
        <a:xfrm>
          <a:off x="8908479" y="322764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F47901-94F4-44CA-85DF-05E2CE032E23}">
      <dsp:nvSpPr>
        <dsp:cNvPr id="0" name=""/>
        <dsp:cNvSpPr/>
      </dsp:nvSpPr>
      <dsp:spPr>
        <a:xfrm>
          <a:off x="7914940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92"/>
              </a:lnTo>
              <a:lnTo>
                <a:pt x="1484176" y="128792"/>
              </a:lnTo>
              <a:lnTo>
                <a:pt x="1484176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52FEBA-6E14-413C-BEA8-8653B253D0CD}">
      <dsp:nvSpPr>
        <dsp:cNvPr id="0" name=""/>
        <dsp:cNvSpPr/>
      </dsp:nvSpPr>
      <dsp:spPr>
        <a:xfrm>
          <a:off x="7869220" y="2356767"/>
          <a:ext cx="91440" cy="257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37325-81E7-4080-96FF-EF0C02483B65}">
      <dsp:nvSpPr>
        <dsp:cNvPr id="0" name=""/>
        <dsp:cNvSpPr/>
      </dsp:nvSpPr>
      <dsp:spPr>
        <a:xfrm>
          <a:off x="6430764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1484176" y="0"/>
              </a:moveTo>
              <a:lnTo>
                <a:pt x="1484176" y="128792"/>
              </a:lnTo>
              <a:lnTo>
                <a:pt x="0" y="128792"/>
              </a:lnTo>
              <a:lnTo>
                <a:pt x="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FF2250-9555-4217-B763-3B914FB0A114}">
      <dsp:nvSpPr>
        <dsp:cNvPr id="0" name=""/>
        <dsp:cNvSpPr/>
      </dsp:nvSpPr>
      <dsp:spPr>
        <a:xfrm>
          <a:off x="6430764" y="615007"/>
          <a:ext cx="1484176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1484176" y="999672"/>
              </a:lnTo>
              <a:lnTo>
                <a:pt x="1484176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FAF4C9-DD94-4574-A7B6-6EDBCC56A815}">
      <dsp:nvSpPr>
        <dsp:cNvPr id="0" name=""/>
        <dsp:cNvSpPr/>
      </dsp:nvSpPr>
      <dsp:spPr>
        <a:xfrm>
          <a:off x="3462411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92"/>
              </a:lnTo>
              <a:lnTo>
                <a:pt x="1484176" y="128792"/>
              </a:lnTo>
              <a:lnTo>
                <a:pt x="1484176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C2F427-DDEA-4C51-9DAC-2A5469A094ED}">
      <dsp:nvSpPr>
        <dsp:cNvPr id="0" name=""/>
        <dsp:cNvSpPr/>
      </dsp:nvSpPr>
      <dsp:spPr>
        <a:xfrm>
          <a:off x="3416691" y="2356767"/>
          <a:ext cx="91440" cy="257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E01C033-95B6-469D-8565-F94DD9992D63}">
      <dsp:nvSpPr>
        <dsp:cNvPr id="0" name=""/>
        <dsp:cNvSpPr/>
      </dsp:nvSpPr>
      <dsp:spPr>
        <a:xfrm>
          <a:off x="1487599" y="322764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AE17A4-C827-438B-8C10-2AD218FBD78C}">
      <dsp:nvSpPr>
        <dsp:cNvPr id="0" name=""/>
        <dsp:cNvSpPr/>
      </dsp:nvSpPr>
      <dsp:spPr>
        <a:xfrm>
          <a:off x="1978235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1484176" y="0"/>
              </a:moveTo>
              <a:lnTo>
                <a:pt x="1484176" y="128792"/>
              </a:lnTo>
              <a:lnTo>
                <a:pt x="0" y="128792"/>
              </a:lnTo>
              <a:lnTo>
                <a:pt x="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EEFC75-1F72-4CE4-861D-73439F4464D3}">
      <dsp:nvSpPr>
        <dsp:cNvPr id="0" name=""/>
        <dsp:cNvSpPr/>
      </dsp:nvSpPr>
      <dsp:spPr>
        <a:xfrm>
          <a:off x="3462411" y="615007"/>
          <a:ext cx="2968352" cy="1128464"/>
        </a:xfrm>
        <a:custGeom>
          <a:avLst/>
          <a:gdLst/>
          <a:ahLst/>
          <a:cxnLst/>
          <a:rect l="0" t="0" r="0" b="0"/>
          <a:pathLst>
            <a:path>
              <a:moveTo>
                <a:pt x="2968352" y="0"/>
              </a:moveTo>
              <a:lnTo>
                <a:pt x="2968352" y="999672"/>
              </a:lnTo>
              <a:lnTo>
                <a:pt x="0" y="999672"/>
              </a:lnTo>
              <a:lnTo>
                <a:pt x="0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2B285A-917B-47E1-8F11-1E0820B347D5}">
      <dsp:nvSpPr>
        <dsp:cNvPr id="0" name=""/>
        <dsp:cNvSpPr/>
      </dsp:nvSpPr>
      <dsp:spPr>
        <a:xfrm>
          <a:off x="5817468" y="171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CEO</a:t>
          </a:r>
        </a:p>
      </dsp:txBody>
      <dsp:txXfrm>
        <a:off x="5817468" y="1711"/>
        <a:ext cx="1226591" cy="613295"/>
      </dsp:txXfrm>
    </dsp:sp>
    <dsp:sp modelId="{1CEFF478-B5DA-46C0-8775-1F96110299B7}">
      <dsp:nvSpPr>
        <dsp:cNvPr id="0" name=""/>
        <dsp:cNvSpPr/>
      </dsp:nvSpPr>
      <dsp:spPr>
        <a:xfrm>
          <a:off x="2849116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2849116" y="1743471"/>
        <a:ext cx="1226591" cy="613295"/>
      </dsp:txXfrm>
    </dsp:sp>
    <dsp:sp modelId="{18102B3B-C1C4-4E93-9D4B-425D9C91AE01}">
      <dsp:nvSpPr>
        <dsp:cNvPr id="0" name=""/>
        <dsp:cNvSpPr/>
      </dsp:nvSpPr>
      <dsp:spPr>
        <a:xfrm>
          <a:off x="1364939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</a:t>
          </a:r>
        </a:p>
      </dsp:txBody>
      <dsp:txXfrm>
        <a:off x="1364939" y="2614352"/>
        <a:ext cx="1226591" cy="613295"/>
      </dsp:txXfrm>
    </dsp:sp>
    <dsp:sp modelId="{603670ED-15B2-4CE9-9067-4FCD011C99FE}">
      <dsp:nvSpPr>
        <dsp:cNvPr id="0" name=""/>
        <dsp:cNvSpPr/>
      </dsp:nvSpPr>
      <dsp:spPr>
        <a:xfrm>
          <a:off x="1671587" y="348523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M1R3</a:t>
          </a:r>
        </a:p>
      </dsp:txBody>
      <dsp:txXfrm>
        <a:off x="1671587" y="3485232"/>
        <a:ext cx="1226591" cy="613295"/>
      </dsp:txXfrm>
    </dsp:sp>
    <dsp:sp modelId="{878BA2F0-E9C7-437A-B75D-A63F15C19E7D}">
      <dsp:nvSpPr>
        <dsp:cNvPr id="0" name=""/>
        <dsp:cNvSpPr/>
      </dsp:nvSpPr>
      <dsp:spPr>
        <a:xfrm>
          <a:off x="2849116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M1R2</a:t>
          </a:r>
        </a:p>
      </dsp:txBody>
      <dsp:txXfrm>
        <a:off x="2849116" y="2614352"/>
        <a:ext cx="1226591" cy="613295"/>
      </dsp:txXfrm>
    </dsp:sp>
    <dsp:sp modelId="{1C0B2D8A-C09C-47F3-AEF4-22CA24013705}">
      <dsp:nvSpPr>
        <dsp:cNvPr id="0" name=""/>
        <dsp:cNvSpPr/>
      </dsp:nvSpPr>
      <dsp:spPr>
        <a:xfrm>
          <a:off x="4333292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M1R1</a:t>
          </a:r>
        </a:p>
      </dsp:txBody>
      <dsp:txXfrm>
        <a:off x="4333292" y="2614352"/>
        <a:ext cx="1226591" cy="613295"/>
      </dsp:txXfrm>
    </dsp:sp>
    <dsp:sp modelId="{491DFC7A-E4DB-4953-918D-1CD4CADD1663}">
      <dsp:nvSpPr>
        <dsp:cNvPr id="0" name=""/>
        <dsp:cNvSpPr/>
      </dsp:nvSpPr>
      <dsp:spPr>
        <a:xfrm>
          <a:off x="7301644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7301644" y="1743471"/>
        <a:ext cx="1226591" cy="613295"/>
      </dsp:txXfrm>
    </dsp:sp>
    <dsp:sp modelId="{60D9C0D3-94C9-4CF7-A26A-031EE640253E}">
      <dsp:nvSpPr>
        <dsp:cNvPr id="0" name=""/>
        <dsp:cNvSpPr/>
      </dsp:nvSpPr>
      <dsp:spPr>
        <a:xfrm>
          <a:off x="5817468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M2</a:t>
          </a:r>
        </a:p>
      </dsp:txBody>
      <dsp:txXfrm>
        <a:off x="5817468" y="2614352"/>
        <a:ext cx="1226591" cy="613295"/>
      </dsp:txXfrm>
    </dsp:sp>
    <dsp:sp modelId="{3FDBA31F-C13F-40E4-9B99-6406F2FFDFA4}">
      <dsp:nvSpPr>
        <dsp:cNvPr id="0" name=""/>
        <dsp:cNvSpPr/>
      </dsp:nvSpPr>
      <dsp:spPr>
        <a:xfrm>
          <a:off x="7301644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</a:t>
          </a:r>
        </a:p>
      </dsp:txBody>
      <dsp:txXfrm>
        <a:off x="7301644" y="2614352"/>
        <a:ext cx="1226591" cy="613295"/>
      </dsp:txXfrm>
    </dsp:sp>
    <dsp:sp modelId="{AF57546C-C645-4334-975A-49E8CD0ED8EE}">
      <dsp:nvSpPr>
        <dsp:cNvPr id="0" name=""/>
        <dsp:cNvSpPr/>
      </dsp:nvSpPr>
      <dsp:spPr>
        <a:xfrm>
          <a:off x="8785820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</a:t>
          </a:r>
        </a:p>
      </dsp:txBody>
      <dsp:txXfrm>
        <a:off x="8785820" y="2614352"/>
        <a:ext cx="1226591" cy="613295"/>
      </dsp:txXfrm>
    </dsp:sp>
    <dsp:sp modelId="{62E88A8F-5B3D-4683-8EB8-43DB4538D1CD}">
      <dsp:nvSpPr>
        <dsp:cNvPr id="0" name=""/>
        <dsp:cNvSpPr/>
      </dsp:nvSpPr>
      <dsp:spPr>
        <a:xfrm>
          <a:off x="9092468" y="348523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M4R1</a:t>
          </a:r>
        </a:p>
      </dsp:txBody>
      <dsp:txXfrm>
        <a:off x="9092468" y="3485232"/>
        <a:ext cx="1226591" cy="613295"/>
      </dsp:txXfrm>
    </dsp:sp>
    <dsp:sp modelId="{526AD985-F638-4760-8443-DF60DBA8EE81}">
      <dsp:nvSpPr>
        <dsp:cNvPr id="0" name=""/>
        <dsp:cNvSpPr/>
      </dsp:nvSpPr>
      <dsp:spPr>
        <a:xfrm>
          <a:off x="9092468" y="435611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M4R2</a:t>
          </a:r>
        </a:p>
      </dsp:txBody>
      <dsp:txXfrm>
        <a:off x="9092468" y="4356112"/>
        <a:ext cx="1226591" cy="613295"/>
      </dsp:txXfrm>
    </dsp:sp>
    <dsp:sp modelId="{42B5E61C-5997-4E80-AD47-0528A643073C}">
      <dsp:nvSpPr>
        <dsp:cNvPr id="0" name=""/>
        <dsp:cNvSpPr/>
      </dsp:nvSpPr>
      <dsp:spPr>
        <a:xfrm>
          <a:off x="9092468" y="522699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M4R3</a:t>
          </a:r>
        </a:p>
      </dsp:txBody>
      <dsp:txXfrm>
        <a:off x="9092468" y="5226992"/>
        <a:ext cx="1226591" cy="613295"/>
      </dsp:txXfrm>
    </dsp:sp>
    <dsp:sp modelId="{83FA3F57-84E5-408B-AC7D-F1EC22EFDB79}">
      <dsp:nvSpPr>
        <dsp:cNvPr id="0" name=""/>
        <dsp:cNvSpPr/>
      </dsp:nvSpPr>
      <dsp:spPr>
        <a:xfrm>
          <a:off x="8785820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8785820" y="1743471"/>
        <a:ext cx="1226591" cy="613295"/>
      </dsp:txXfrm>
    </dsp:sp>
    <dsp:sp modelId="{DB5EE8CD-AFB2-4F90-9AA9-238CFE9FD4AE}">
      <dsp:nvSpPr>
        <dsp:cNvPr id="0" name=""/>
        <dsp:cNvSpPr/>
      </dsp:nvSpPr>
      <dsp:spPr>
        <a:xfrm>
          <a:off x="5075380" y="87259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5075380" y="872591"/>
        <a:ext cx="1226591" cy="6132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19A94-E8A8-49D2-AACF-3C54C477467E}">
      <dsp:nvSpPr>
        <dsp:cNvPr id="0" name=""/>
        <dsp:cNvSpPr/>
      </dsp:nvSpPr>
      <dsp:spPr>
        <a:xfrm>
          <a:off x="6382868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5662C8-A43E-4D67-9648-B7B79671E7E3}">
      <dsp:nvSpPr>
        <dsp:cNvPr id="0" name=""/>
        <dsp:cNvSpPr/>
      </dsp:nvSpPr>
      <dsp:spPr>
        <a:xfrm>
          <a:off x="8394897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B738C1-3400-4A7F-BDA5-7EEA263B309F}">
      <dsp:nvSpPr>
        <dsp:cNvPr id="0" name=""/>
        <dsp:cNvSpPr/>
      </dsp:nvSpPr>
      <dsp:spPr>
        <a:xfrm>
          <a:off x="6534311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2437512" y="1175486"/>
              </a:lnTo>
              <a:lnTo>
                <a:pt x="2437512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084468-E4A3-4315-BF4E-9944C2B2DB0E}">
      <dsp:nvSpPr>
        <dsp:cNvPr id="0" name=""/>
        <dsp:cNvSpPr/>
      </dsp:nvSpPr>
      <dsp:spPr>
        <a:xfrm>
          <a:off x="6649696" y="2769556"/>
          <a:ext cx="216347" cy="2711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552"/>
              </a:lnTo>
              <a:lnTo>
                <a:pt x="216347" y="27115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6B39B-FE3D-4520-B475-3A80B76FBDD0}">
      <dsp:nvSpPr>
        <dsp:cNvPr id="0" name=""/>
        <dsp:cNvSpPr/>
      </dsp:nvSpPr>
      <dsp:spPr>
        <a:xfrm>
          <a:off x="6649696" y="2769556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C10FC2-ADE4-4FFE-A876-8C164FCC1FCD}">
      <dsp:nvSpPr>
        <dsp:cNvPr id="0" name=""/>
        <dsp:cNvSpPr/>
      </dsp:nvSpPr>
      <dsp:spPr>
        <a:xfrm>
          <a:off x="6649696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E62B1C-C66B-4245-B331-349FC8C299FC}">
      <dsp:nvSpPr>
        <dsp:cNvPr id="0" name=""/>
        <dsp:cNvSpPr/>
      </dsp:nvSpPr>
      <dsp:spPr>
        <a:xfrm>
          <a:off x="6534311" y="721469"/>
          <a:ext cx="69231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692311" y="1175486"/>
              </a:lnTo>
              <a:lnTo>
                <a:pt x="69231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07493D-CF6C-4EAC-B68B-8301A6E0802A}">
      <dsp:nvSpPr>
        <dsp:cNvPr id="0" name=""/>
        <dsp:cNvSpPr/>
      </dsp:nvSpPr>
      <dsp:spPr>
        <a:xfrm>
          <a:off x="409679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7490EF-7F0C-4114-A553-CAD301A41AF2}">
      <dsp:nvSpPr>
        <dsp:cNvPr id="0" name=""/>
        <dsp:cNvSpPr/>
      </dsp:nvSpPr>
      <dsp:spPr>
        <a:xfrm>
          <a:off x="4051078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8A73FB-76E4-47B0-A47E-B8ABCBCD8052}">
      <dsp:nvSpPr>
        <dsp:cNvPr id="0" name=""/>
        <dsp:cNvSpPr/>
      </dsp:nvSpPr>
      <dsp:spPr>
        <a:xfrm>
          <a:off x="1774671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B33818-ACDF-4ABB-9307-2BE4183902F4}">
      <dsp:nvSpPr>
        <dsp:cNvPr id="0" name=""/>
        <dsp:cNvSpPr/>
      </dsp:nvSpPr>
      <dsp:spPr>
        <a:xfrm>
          <a:off x="2351597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CF717F-B75B-4E87-9D0D-477F85483960}">
      <dsp:nvSpPr>
        <dsp:cNvPr id="0" name=""/>
        <dsp:cNvSpPr/>
      </dsp:nvSpPr>
      <dsp:spPr>
        <a:xfrm>
          <a:off x="4096798" y="721469"/>
          <a:ext cx="2437512" cy="1326929"/>
        </a:xfrm>
        <a:custGeom>
          <a:avLst/>
          <a:gdLst/>
          <a:ahLst/>
          <a:cxnLst/>
          <a:rect l="0" t="0" r="0" b="0"/>
          <a:pathLst>
            <a:path>
              <a:moveTo>
                <a:pt x="2437512" y="0"/>
              </a:moveTo>
              <a:lnTo>
                <a:pt x="2437512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A6665B-2B0A-451E-8D06-CF373DF6016E}">
      <dsp:nvSpPr>
        <dsp:cNvPr id="0" name=""/>
        <dsp:cNvSpPr/>
      </dsp:nvSpPr>
      <dsp:spPr>
        <a:xfrm>
          <a:off x="5813153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813153" y="311"/>
        <a:ext cx="1442315" cy="721157"/>
      </dsp:txXfrm>
    </dsp:sp>
    <dsp:sp modelId="{C38218A2-5959-4550-A811-4D52B8A60F80}">
      <dsp:nvSpPr>
        <dsp:cNvPr id="0" name=""/>
        <dsp:cNvSpPr/>
      </dsp:nvSpPr>
      <dsp:spPr>
        <a:xfrm>
          <a:off x="3375641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3375641" y="2048399"/>
        <a:ext cx="1442315" cy="721157"/>
      </dsp:txXfrm>
    </dsp:sp>
    <dsp:sp modelId="{7CC71783-BD01-4ECB-B602-FF4ABC9FED79}">
      <dsp:nvSpPr>
        <dsp:cNvPr id="0" name=""/>
        <dsp:cNvSpPr/>
      </dsp:nvSpPr>
      <dsp:spPr>
        <a:xfrm>
          <a:off x="163044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1630440" y="3072443"/>
        <a:ext cx="1442315" cy="721157"/>
      </dsp:txXfrm>
    </dsp:sp>
    <dsp:sp modelId="{E30DE75C-46A4-4893-AF38-7A6EA862D371}">
      <dsp:nvSpPr>
        <dsp:cNvPr id="0" name=""/>
        <dsp:cNvSpPr/>
      </dsp:nvSpPr>
      <dsp:spPr>
        <a:xfrm>
          <a:off x="1991018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M1R3</a:t>
          </a:r>
        </a:p>
      </dsp:txBody>
      <dsp:txXfrm>
        <a:off x="1991018" y="4096486"/>
        <a:ext cx="1442315" cy="721157"/>
      </dsp:txXfrm>
    </dsp:sp>
    <dsp:sp modelId="{B9218DC9-9925-4A91-AAE0-0482CB1CACF3}">
      <dsp:nvSpPr>
        <dsp:cNvPr id="0" name=""/>
        <dsp:cNvSpPr/>
      </dsp:nvSpPr>
      <dsp:spPr>
        <a:xfrm>
          <a:off x="337564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M1R2</a:t>
          </a:r>
        </a:p>
      </dsp:txBody>
      <dsp:txXfrm>
        <a:off x="3375641" y="3072443"/>
        <a:ext cx="1442315" cy="721157"/>
      </dsp:txXfrm>
    </dsp:sp>
    <dsp:sp modelId="{8FE173DD-E6EE-4A7B-9091-F933F1B4E3B8}">
      <dsp:nvSpPr>
        <dsp:cNvPr id="0" name=""/>
        <dsp:cNvSpPr/>
      </dsp:nvSpPr>
      <dsp:spPr>
        <a:xfrm>
          <a:off x="5120842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M1R1</a:t>
          </a:r>
        </a:p>
      </dsp:txBody>
      <dsp:txXfrm>
        <a:off x="5120842" y="3072443"/>
        <a:ext cx="1442315" cy="721157"/>
      </dsp:txXfrm>
    </dsp:sp>
    <dsp:sp modelId="{D2CD798C-7A03-4FE3-938C-EB31559BC5EF}">
      <dsp:nvSpPr>
        <dsp:cNvPr id="0" name=""/>
        <dsp:cNvSpPr/>
      </dsp:nvSpPr>
      <dsp:spPr>
        <a:xfrm>
          <a:off x="6505464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6505464" y="2048399"/>
        <a:ext cx="1442315" cy="721157"/>
      </dsp:txXfrm>
    </dsp:sp>
    <dsp:sp modelId="{798417F2-D705-40D2-89AC-5419645195BD}">
      <dsp:nvSpPr>
        <dsp:cNvPr id="0" name=""/>
        <dsp:cNvSpPr/>
      </dsp:nvSpPr>
      <dsp:spPr>
        <a:xfrm>
          <a:off x="686604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6866043" y="3072443"/>
        <a:ext cx="1442315" cy="721157"/>
      </dsp:txXfrm>
    </dsp:sp>
    <dsp:sp modelId="{54FF58C6-9556-4429-A09C-5305E941BA78}">
      <dsp:nvSpPr>
        <dsp:cNvPr id="0" name=""/>
        <dsp:cNvSpPr/>
      </dsp:nvSpPr>
      <dsp:spPr>
        <a:xfrm>
          <a:off x="6866043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M3</a:t>
          </a:r>
        </a:p>
      </dsp:txBody>
      <dsp:txXfrm>
        <a:off x="6866043" y="4096486"/>
        <a:ext cx="1442315" cy="721157"/>
      </dsp:txXfrm>
    </dsp:sp>
    <dsp:sp modelId="{3BF19928-78AC-4F17-8D8C-B3452870CFC1}">
      <dsp:nvSpPr>
        <dsp:cNvPr id="0" name=""/>
        <dsp:cNvSpPr/>
      </dsp:nvSpPr>
      <dsp:spPr>
        <a:xfrm>
          <a:off x="6866043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</a:t>
          </a:r>
        </a:p>
      </dsp:txBody>
      <dsp:txXfrm>
        <a:off x="6866043" y="5120530"/>
        <a:ext cx="1442315" cy="721157"/>
      </dsp:txXfrm>
    </dsp:sp>
    <dsp:sp modelId="{A9EC7CA0-DC24-40BF-A324-F097DB9F00B9}">
      <dsp:nvSpPr>
        <dsp:cNvPr id="0" name=""/>
        <dsp:cNvSpPr/>
      </dsp:nvSpPr>
      <dsp:spPr>
        <a:xfrm>
          <a:off x="8250666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8250666" y="2048399"/>
        <a:ext cx="1442315" cy="721157"/>
      </dsp:txXfrm>
    </dsp:sp>
    <dsp:sp modelId="{2731F09C-CD26-46A7-9CD2-3544DE85CFCB}">
      <dsp:nvSpPr>
        <dsp:cNvPr id="0" name=""/>
        <dsp:cNvSpPr/>
      </dsp:nvSpPr>
      <dsp:spPr>
        <a:xfrm>
          <a:off x="8611244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M5</a:t>
          </a:r>
        </a:p>
      </dsp:txBody>
      <dsp:txXfrm>
        <a:off x="8611244" y="3072443"/>
        <a:ext cx="1442315" cy="721157"/>
      </dsp:txXfrm>
    </dsp:sp>
    <dsp:sp modelId="{4630ED53-85C1-4847-A8D2-2DAC55FE4C6A}">
      <dsp:nvSpPr>
        <dsp:cNvPr id="0" name=""/>
        <dsp:cNvSpPr/>
      </dsp:nvSpPr>
      <dsp:spPr>
        <a:xfrm>
          <a:off x="4940553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4940553" y="1024355"/>
        <a:ext cx="1442315" cy="72115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4737E3-C9FC-4B5B-B0A2-61D82A8E7EB4}">
      <dsp:nvSpPr>
        <dsp:cNvPr id="0" name=""/>
        <dsp:cNvSpPr/>
      </dsp:nvSpPr>
      <dsp:spPr>
        <a:xfrm>
          <a:off x="6455295" y="615007"/>
          <a:ext cx="128792" cy="564232"/>
        </a:xfrm>
        <a:custGeom>
          <a:avLst/>
          <a:gdLst/>
          <a:ahLst/>
          <a:cxnLst/>
          <a:rect l="0" t="0" r="0" b="0"/>
          <a:pathLst>
            <a:path>
              <a:moveTo>
                <a:pt x="128792" y="0"/>
              </a:moveTo>
              <a:lnTo>
                <a:pt x="128792" y="564232"/>
              </a:lnTo>
              <a:lnTo>
                <a:pt x="0" y="56423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0A9B1E-F536-4B1F-BA3C-B2AE4828541E}">
      <dsp:nvSpPr>
        <dsp:cNvPr id="0" name=""/>
        <dsp:cNvSpPr/>
      </dsp:nvSpPr>
      <dsp:spPr>
        <a:xfrm>
          <a:off x="6584088" y="615007"/>
          <a:ext cx="2226264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2226264" y="999672"/>
              </a:lnTo>
              <a:lnTo>
                <a:pt x="2226264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6D5A05-36ED-43CE-8FD8-40EA48E8ABAD}">
      <dsp:nvSpPr>
        <dsp:cNvPr id="0" name=""/>
        <dsp:cNvSpPr/>
      </dsp:nvSpPr>
      <dsp:spPr>
        <a:xfrm>
          <a:off x="6835539" y="2356767"/>
          <a:ext cx="183988" cy="1435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5112"/>
              </a:lnTo>
              <a:lnTo>
                <a:pt x="183988" y="14351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6F872C-3DAE-4618-97C6-D47700EBECAA}">
      <dsp:nvSpPr>
        <dsp:cNvPr id="0" name=""/>
        <dsp:cNvSpPr/>
      </dsp:nvSpPr>
      <dsp:spPr>
        <a:xfrm>
          <a:off x="6835539" y="235676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8D80A6-F4BE-430C-BB20-1D28F576E434}">
      <dsp:nvSpPr>
        <dsp:cNvPr id="0" name=""/>
        <dsp:cNvSpPr/>
      </dsp:nvSpPr>
      <dsp:spPr>
        <a:xfrm>
          <a:off x="6584088" y="615007"/>
          <a:ext cx="742088" cy="1128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99672"/>
              </a:lnTo>
              <a:lnTo>
                <a:pt x="742088" y="999672"/>
              </a:lnTo>
              <a:lnTo>
                <a:pt x="742088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9AB249-9288-4275-979E-20D4459AE655}">
      <dsp:nvSpPr>
        <dsp:cNvPr id="0" name=""/>
        <dsp:cNvSpPr/>
      </dsp:nvSpPr>
      <dsp:spPr>
        <a:xfrm>
          <a:off x="5351363" y="3227647"/>
          <a:ext cx="183988" cy="23059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05992"/>
              </a:lnTo>
              <a:lnTo>
                <a:pt x="183988" y="230599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BCD52F-1A60-4016-AD0E-82F93F4AD6A0}">
      <dsp:nvSpPr>
        <dsp:cNvPr id="0" name=""/>
        <dsp:cNvSpPr/>
      </dsp:nvSpPr>
      <dsp:spPr>
        <a:xfrm>
          <a:off x="5351363" y="3227647"/>
          <a:ext cx="183988" cy="1435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5112"/>
              </a:lnTo>
              <a:lnTo>
                <a:pt x="183988" y="143511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A5A7C0-5179-434D-937F-C5A69D8CB127}">
      <dsp:nvSpPr>
        <dsp:cNvPr id="0" name=""/>
        <dsp:cNvSpPr/>
      </dsp:nvSpPr>
      <dsp:spPr>
        <a:xfrm>
          <a:off x="5351363" y="3227647"/>
          <a:ext cx="183988" cy="564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64232"/>
              </a:lnTo>
              <a:lnTo>
                <a:pt x="183988" y="56423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B3B86F-BBA5-4E43-8A19-0BCA304B1100}">
      <dsp:nvSpPr>
        <dsp:cNvPr id="0" name=""/>
        <dsp:cNvSpPr/>
      </dsp:nvSpPr>
      <dsp:spPr>
        <a:xfrm>
          <a:off x="4357823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8792"/>
              </a:lnTo>
              <a:lnTo>
                <a:pt x="1484176" y="128792"/>
              </a:lnTo>
              <a:lnTo>
                <a:pt x="1484176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51C59-0672-4301-B147-9B112D9E030C}">
      <dsp:nvSpPr>
        <dsp:cNvPr id="0" name=""/>
        <dsp:cNvSpPr/>
      </dsp:nvSpPr>
      <dsp:spPr>
        <a:xfrm>
          <a:off x="4312103" y="2356767"/>
          <a:ext cx="91440" cy="25758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9FDF71-DC65-4D38-8F5D-17D4E85C1909}">
      <dsp:nvSpPr>
        <dsp:cNvPr id="0" name=""/>
        <dsp:cNvSpPr/>
      </dsp:nvSpPr>
      <dsp:spPr>
        <a:xfrm>
          <a:off x="2873647" y="2356767"/>
          <a:ext cx="1484176" cy="257584"/>
        </a:xfrm>
        <a:custGeom>
          <a:avLst/>
          <a:gdLst/>
          <a:ahLst/>
          <a:cxnLst/>
          <a:rect l="0" t="0" r="0" b="0"/>
          <a:pathLst>
            <a:path>
              <a:moveTo>
                <a:pt x="1484176" y="0"/>
              </a:moveTo>
              <a:lnTo>
                <a:pt x="1484176" y="128792"/>
              </a:lnTo>
              <a:lnTo>
                <a:pt x="0" y="128792"/>
              </a:lnTo>
              <a:lnTo>
                <a:pt x="0" y="25758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E262B6-E66D-45EE-B894-5D31EA6E99B9}">
      <dsp:nvSpPr>
        <dsp:cNvPr id="0" name=""/>
        <dsp:cNvSpPr/>
      </dsp:nvSpPr>
      <dsp:spPr>
        <a:xfrm>
          <a:off x="4357823" y="615007"/>
          <a:ext cx="2226264" cy="1128464"/>
        </a:xfrm>
        <a:custGeom>
          <a:avLst/>
          <a:gdLst/>
          <a:ahLst/>
          <a:cxnLst/>
          <a:rect l="0" t="0" r="0" b="0"/>
          <a:pathLst>
            <a:path>
              <a:moveTo>
                <a:pt x="2226264" y="0"/>
              </a:moveTo>
              <a:lnTo>
                <a:pt x="2226264" y="999672"/>
              </a:lnTo>
              <a:lnTo>
                <a:pt x="0" y="999672"/>
              </a:lnTo>
              <a:lnTo>
                <a:pt x="0" y="1128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ECACD1-9047-442C-B368-D783B8E82A1E}">
      <dsp:nvSpPr>
        <dsp:cNvPr id="0" name=""/>
        <dsp:cNvSpPr/>
      </dsp:nvSpPr>
      <dsp:spPr>
        <a:xfrm>
          <a:off x="5970792" y="171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CEO</a:t>
          </a:r>
        </a:p>
      </dsp:txBody>
      <dsp:txXfrm>
        <a:off x="5970792" y="1711"/>
        <a:ext cx="1226591" cy="613295"/>
      </dsp:txXfrm>
    </dsp:sp>
    <dsp:sp modelId="{D6268DA8-CF9B-421E-A54E-4A812F5E077B}">
      <dsp:nvSpPr>
        <dsp:cNvPr id="0" name=""/>
        <dsp:cNvSpPr/>
      </dsp:nvSpPr>
      <dsp:spPr>
        <a:xfrm>
          <a:off x="3744528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3744528" y="1743471"/>
        <a:ext cx="1226591" cy="613295"/>
      </dsp:txXfrm>
    </dsp:sp>
    <dsp:sp modelId="{3810D81A-2528-4432-9449-84ABF4FF493B}">
      <dsp:nvSpPr>
        <dsp:cNvPr id="0" name=""/>
        <dsp:cNvSpPr/>
      </dsp:nvSpPr>
      <dsp:spPr>
        <a:xfrm>
          <a:off x="2260351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M1</a:t>
          </a:r>
        </a:p>
      </dsp:txBody>
      <dsp:txXfrm>
        <a:off x="2260351" y="2614352"/>
        <a:ext cx="1226591" cy="613295"/>
      </dsp:txXfrm>
    </dsp:sp>
    <dsp:sp modelId="{0A384E3E-36A1-499B-B2EB-1E6C8CB174AA}">
      <dsp:nvSpPr>
        <dsp:cNvPr id="0" name=""/>
        <dsp:cNvSpPr/>
      </dsp:nvSpPr>
      <dsp:spPr>
        <a:xfrm>
          <a:off x="3744528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M2</a:t>
          </a:r>
        </a:p>
      </dsp:txBody>
      <dsp:txXfrm>
        <a:off x="3744528" y="2614352"/>
        <a:ext cx="1226591" cy="613295"/>
      </dsp:txXfrm>
    </dsp:sp>
    <dsp:sp modelId="{D3E02EB5-3BAE-4689-AF5B-DDAD2147CFED}">
      <dsp:nvSpPr>
        <dsp:cNvPr id="0" name=""/>
        <dsp:cNvSpPr/>
      </dsp:nvSpPr>
      <dsp:spPr>
        <a:xfrm>
          <a:off x="5228704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</a:t>
          </a:r>
        </a:p>
      </dsp:txBody>
      <dsp:txXfrm>
        <a:off x="5228704" y="2614352"/>
        <a:ext cx="1226591" cy="613295"/>
      </dsp:txXfrm>
    </dsp:sp>
    <dsp:sp modelId="{220B0ED7-F9DC-4C17-B93E-C7384671A7EA}">
      <dsp:nvSpPr>
        <dsp:cNvPr id="0" name=""/>
        <dsp:cNvSpPr/>
      </dsp:nvSpPr>
      <dsp:spPr>
        <a:xfrm>
          <a:off x="5535352" y="348523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M3R1</a:t>
          </a:r>
        </a:p>
      </dsp:txBody>
      <dsp:txXfrm>
        <a:off x="5535352" y="3485232"/>
        <a:ext cx="1226591" cy="613295"/>
      </dsp:txXfrm>
    </dsp:sp>
    <dsp:sp modelId="{F6AC0FD1-16DD-4776-A378-AB972B0D5500}">
      <dsp:nvSpPr>
        <dsp:cNvPr id="0" name=""/>
        <dsp:cNvSpPr/>
      </dsp:nvSpPr>
      <dsp:spPr>
        <a:xfrm>
          <a:off x="5535352" y="435611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M3R2</a:t>
          </a:r>
        </a:p>
      </dsp:txBody>
      <dsp:txXfrm>
        <a:off x="5535352" y="4356112"/>
        <a:ext cx="1226591" cy="613295"/>
      </dsp:txXfrm>
    </dsp:sp>
    <dsp:sp modelId="{E9593097-69B6-43CB-BD9D-EE6EB6F524F4}">
      <dsp:nvSpPr>
        <dsp:cNvPr id="0" name=""/>
        <dsp:cNvSpPr/>
      </dsp:nvSpPr>
      <dsp:spPr>
        <a:xfrm>
          <a:off x="5535352" y="522699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M3R3</a:t>
          </a:r>
        </a:p>
      </dsp:txBody>
      <dsp:txXfrm>
        <a:off x="5535352" y="5226992"/>
        <a:ext cx="1226591" cy="613295"/>
      </dsp:txXfrm>
    </dsp:sp>
    <dsp:sp modelId="{28DF2576-B9D3-4430-AE6A-EB0EB945E6F6}">
      <dsp:nvSpPr>
        <dsp:cNvPr id="0" name=""/>
        <dsp:cNvSpPr/>
      </dsp:nvSpPr>
      <dsp:spPr>
        <a:xfrm>
          <a:off x="6712880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6712880" y="1743471"/>
        <a:ext cx="1226591" cy="613295"/>
      </dsp:txXfrm>
    </dsp:sp>
    <dsp:sp modelId="{329AE372-6C40-4E85-B7F0-48C90C5B36F0}">
      <dsp:nvSpPr>
        <dsp:cNvPr id="0" name=""/>
        <dsp:cNvSpPr/>
      </dsp:nvSpPr>
      <dsp:spPr>
        <a:xfrm>
          <a:off x="7019528" y="261435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M4</a:t>
          </a:r>
        </a:p>
      </dsp:txBody>
      <dsp:txXfrm>
        <a:off x="7019528" y="2614352"/>
        <a:ext cx="1226591" cy="613295"/>
      </dsp:txXfrm>
    </dsp:sp>
    <dsp:sp modelId="{87717112-5E5A-4012-94A6-E4047778D8DF}">
      <dsp:nvSpPr>
        <dsp:cNvPr id="0" name=""/>
        <dsp:cNvSpPr/>
      </dsp:nvSpPr>
      <dsp:spPr>
        <a:xfrm>
          <a:off x="7019528" y="3485232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M5</a:t>
          </a:r>
        </a:p>
      </dsp:txBody>
      <dsp:txXfrm>
        <a:off x="7019528" y="3485232"/>
        <a:ext cx="1226591" cy="613295"/>
      </dsp:txXfrm>
    </dsp:sp>
    <dsp:sp modelId="{D56798AF-6E74-4410-B57A-261BA6EC136D}">
      <dsp:nvSpPr>
        <dsp:cNvPr id="0" name=""/>
        <dsp:cNvSpPr/>
      </dsp:nvSpPr>
      <dsp:spPr>
        <a:xfrm>
          <a:off x="8197056" y="174347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8197056" y="1743471"/>
        <a:ext cx="1226591" cy="613295"/>
      </dsp:txXfrm>
    </dsp:sp>
    <dsp:sp modelId="{0EA26A7D-C0EF-4A0C-9EA8-7A5963CDD97C}">
      <dsp:nvSpPr>
        <dsp:cNvPr id="0" name=""/>
        <dsp:cNvSpPr/>
      </dsp:nvSpPr>
      <dsp:spPr>
        <a:xfrm>
          <a:off x="5228704" y="872591"/>
          <a:ext cx="1226591" cy="61329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5" tIns="23495" rIns="23495" bIns="2349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700" kern="1200"/>
        </a:p>
      </dsp:txBody>
      <dsp:txXfrm>
        <a:off x="5228704" y="872591"/>
        <a:ext cx="1226591" cy="6132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66DF3C-3266-4FCC-8F77-52E2F2B2B8B1}">
      <dsp:nvSpPr>
        <dsp:cNvPr id="0" name=""/>
        <dsp:cNvSpPr/>
      </dsp:nvSpPr>
      <dsp:spPr>
        <a:xfrm>
          <a:off x="5690556" y="721469"/>
          <a:ext cx="151443" cy="663464"/>
        </a:xfrm>
        <a:custGeom>
          <a:avLst/>
          <a:gdLst/>
          <a:ahLst/>
          <a:cxnLst/>
          <a:rect l="0" t="0" r="0" b="0"/>
          <a:pathLst>
            <a:path>
              <a:moveTo>
                <a:pt x="151443" y="0"/>
              </a:moveTo>
              <a:lnTo>
                <a:pt x="151443" y="663464"/>
              </a:lnTo>
              <a:lnTo>
                <a:pt x="0" y="6634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21E6E-35C3-4C9B-AFF5-B7F7E93EFB62}">
      <dsp:nvSpPr>
        <dsp:cNvPr id="0" name=""/>
        <dsp:cNvSpPr/>
      </dsp:nvSpPr>
      <dsp:spPr>
        <a:xfrm>
          <a:off x="5842000" y="721469"/>
          <a:ext cx="2798091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2798091" y="1175486"/>
              </a:lnTo>
              <a:lnTo>
                <a:pt x="2798091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D7DA4A-09BF-421C-88BC-6684046FA2B5}">
      <dsp:nvSpPr>
        <dsp:cNvPr id="0" name=""/>
        <dsp:cNvSpPr/>
      </dsp:nvSpPr>
      <dsp:spPr>
        <a:xfrm>
          <a:off x="6894889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443"/>
              </a:lnTo>
              <a:lnTo>
                <a:pt x="1745201" y="151443"/>
              </a:lnTo>
              <a:lnTo>
                <a:pt x="1745201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204FFF-68CE-4246-9227-FD70E1FE1BB3}">
      <dsp:nvSpPr>
        <dsp:cNvPr id="0" name=""/>
        <dsp:cNvSpPr/>
      </dsp:nvSpPr>
      <dsp:spPr>
        <a:xfrm>
          <a:off x="6317963" y="3793600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5A00C7-FA7B-427B-92D5-9EB26BC80735}">
      <dsp:nvSpPr>
        <dsp:cNvPr id="0" name=""/>
        <dsp:cNvSpPr/>
      </dsp:nvSpPr>
      <dsp:spPr>
        <a:xfrm>
          <a:off x="6317963" y="3793600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09A074-6FE9-4D6B-91FE-FDC5B7B57EF6}">
      <dsp:nvSpPr>
        <dsp:cNvPr id="0" name=""/>
        <dsp:cNvSpPr/>
      </dsp:nvSpPr>
      <dsp:spPr>
        <a:xfrm>
          <a:off x="6849169" y="2769556"/>
          <a:ext cx="91440" cy="30288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DE4D75-4237-43DE-8D2E-0A91DF1C6F1F}">
      <dsp:nvSpPr>
        <dsp:cNvPr id="0" name=""/>
        <dsp:cNvSpPr/>
      </dsp:nvSpPr>
      <dsp:spPr>
        <a:xfrm>
          <a:off x="5149688" y="2769556"/>
          <a:ext cx="1745201" cy="302886"/>
        </a:xfrm>
        <a:custGeom>
          <a:avLst/>
          <a:gdLst/>
          <a:ahLst/>
          <a:cxnLst/>
          <a:rect l="0" t="0" r="0" b="0"/>
          <a:pathLst>
            <a:path>
              <a:moveTo>
                <a:pt x="1745201" y="0"/>
              </a:moveTo>
              <a:lnTo>
                <a:pt x="1745201" y="151443"/>
              </a:lnTo>
              <a:lnTo>
                <a:pt x="0" y="151443"/>
              </a:lnTo>
              <a:lnTo>
                <a:pt x="0" y="30288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899FBE-0F38-4FD7-BA42-5926BC0DA2CB}">
      <dsp:nvSpPr>
        <dsp:cNvPr id="0" name=""/>
        <dsp:cNvSpPr/>
      </dsp:nvSpPr>
      <dsp:spPr>
        <a:xfrm>
          <a:off x="5842000" y="721469"/>
          <a:ext cx="1052889" cy="13269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75486"/>
              </a:lnTo>
              <a:lnTo>
                <a:pt x="1052889" y="1175486"/>
              </a:lnTo>
              <a:lnTo>
                <a:pt x="1052889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7EAFF9-C65E-4CCA-8296-A9F21E660C2E}">
      <dsp:nvSpPr>
        <dsp:cNvPr id="0" name=""/>
        <dsp:cNvSpPr/>
      </dsp:nvSpPr>
      <dsp:spPr>
        <a:xfrm>
          <a:off x="2466982" y="2769556"/>
          <a:ext cx="216347" cy="27115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11552"/>
              </a:lnTo>
              <a:lnTo>
                <a:pt x="216347" y="27115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21FA0D-2F60-47C2-89A4-74D06B630909}">
      <dsp:nvSpPr>
        <dsp:cNvPr id="0" name=""/>
        <dsp:cNvSpPr/>
      </dsp:nvSpPr>
      <dsp:spPr>
        <a:xfrm>
          <a:off x="2466982" y="2769556"/>
          <a:ext cx="216347" cy="1687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7508"/>
              </a:lnTo>
              <a:lnTo>
                <a:pt x="216347" y="1687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644DF0-1578-40E4-929A-4BC51001FA47}">
      <dsp:nvSpPr>
        <dsp:cNvPr id="0" name=""/>
        <dsp:cNvSpPr/>
      </dsp:nvSpPr>
      <dsp:spPr>
        <a:xfrm>
          <a:off x="2466982" y="2769556"/>
          <a:ext cx="216347" cy="6634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3464"/>
              </a:lnTo>
              <a:lnTo>
                <a:pt x="216347" y="6634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50F97D-6550-4171-B7D3-F22BDEE93E4F}">
      <dsp:nvSpPr>
        <dsp:cNvPr id="0" name=""/>
        <dsp:cNvSpPr/>
      </dsp:nvSpPr>
      <dsp:spPr>
        <a:xfrm>
          <a:off x="3043908" y="721469"/>
          <a:ext cx="2798091" cy="1326929"/>
        </a:xfrm>
        <a:custGeom>
          <a:avLst/>
          <a:gdLst/>
          <a:ahLst/>
          <a:cxnLst/>
          <a:rect l="0" t="0" r="0" b="0"/>
          <a:pathLst>
            <a:path>
              <a:moveTo>
                <a:pt x="2798091" y="0"/>
              </a:moveTo>
              <a:lnTo>
                <a:pt x="2798091" y="1175486"/>
              </a:lnTo>
              <a:lnTo>
                <a:pt x="0" y="1175486"/>
              </a:lnTo>
              <a:lnTo>
                <a:pt x="0" y="132692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322E04-3D22-4979-B9A0-4F9034133BB2}">
      <dsp:nvSpPr>
        <dsp:cNvPr id="0" name=""/>
        <dsp:cNvSpPr/>
      </dsp:nvSpPr>
      <dsp:spPr>
        <a:xfrm>
          <a:off x="5120842" y="311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CEO</a:t>
          </a:r>
        </a:p>
      </dsp:txBody>
      <dsp:txXfrm>
        <a:off x="5120842" y="311"/>
        <a:ext cx="1442315" cy="721157"/>
      </dsp:txXfrm>
    </dsp:sp>
    <dsp:sp modelId="{4CF6409D-DD3D-4968-B708-389C822EB670}">
      <dsp:nvSpPr>
        <dsp:cNvPr id="0" name=""/>
        <dsp:cNvSpPr/>
      </dsp:nvSpPr>
      <dsp:spPr>
        <a:xfrm>
          <a:off x="2322751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2322751" y="2048399"/>
        <a:ext cx="1442315" cy="721157"/>
      </dsp:txXfrm>
    </dsp:sp>
    <dsp:sp modelId="{80E72B02-9793-4B3C-8F6E-07AC79AC977A}">
      <dsp:nvSpPr>
        <dsp:cNvPr id="0" name=""/>
        <dsp:cNvSpPr/>
      </dsp:nvSpPr>
      <dsp:spPr>
        <a:xfrm>
          <a:off x="2683330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M1</a:t>
          </a:r>
        </a:p>
      </dsp:txBody>
      <dsp:txXfrm>
        <a:off x="2683330" y="3072443"/>
        <a:ext cx="1442315" cy="721157"/>
      </dsp:txXfrm>
    </dsp:sp>
    <dsp:sp modelId="{BFEA7ECC-417B-418A-B849-DC3B4B6F23D0}">
      <dsp:nvSpPr>
        <dsp:cNvPr id="0" name=""/>
        <dsp:cNvSpPr/>
      </dsp:nvSpPr>
      <dsp:spPr>
        <a:xfrm>
          <a:off x="2683330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M2</a:t>
          </a:r>
        </a:p>
      </dsp:txBody>
      <dsp:txXfrm>
        <a:off x="2683330" y="4096486"/>
        <a:ext cx="1442315" cy="721157"/>
      </dsp:txXfrm>
    </dsp:sp>
    <dsp:sp modelId="{3528EA76-6400-4590-9635-A4735BF7F951}">
      <dsp:nvSpPr>
        <dsp:cNvPr id="0" name=""/>
        <dsp:cNvSpPr/>
      </dsp:nvSpPr>
      <dsp:spPr>
        <a:xfrm>
          <a:off x="2683330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M3</a:t>
          </a:r>
        </a:p>
      </dsp:txBody>
      <dsp:txXfrm>
        <a:off x="2683330" y="5120530"/>
        <a:ext cx="1442315" cy="721157"/>
      </dsp:txXfrm>
    </dsp:sp>
    <dsp:sp modelId="{428CF145-4EAA-4028-8625-AC6F9E19C0DF}">
      <dsp:nvSpPr>
        <dsp:cNvPr id="0" name=""/>
        <dsp:cNvSpPr/>
      </dsp:nvSpPr>
      <dsp:spPr>
        <a:xfrm>
          <a:off x="6173732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6173732" y="2048399"/>
        <a:ext cx="1442315" cy="721157"/>
      </dsp:txXfrm>
    </dsp:sp>
    <dsp:sp modelId="{76EC8C3E-0455-4F24-A562-7F45F759D165}">
      <dsp:nvSpPr>
        <dsp:cNvPr id="0" name=""/>
        <dsp:cNvSpPr/>
      </dsp:nvSpPr>
      <dsp:spPr>
        <a:xfrm>
          <a:off x="4428531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M4</a:t>
          </a:r>
        </a:p>
      </dsp:txBody>
      <dsp:txXfrm>
        <a:off x="4428531" y="3072443"/>
        <a:ext cx="1442315" cy="721157"/>
      </dsp:txXfrm>
    </dsp:sp>
    <dsp:sp modelId="{AF9FA780-73ED-4FFA-B2A2-A1D39E7EF9B9}">
      <dsp:nvSpPr>
        <dsp:cNvPr id="0" name=""/>
        <dsp:cNvSpPr/>
      </dsp:nvSpPr>
      <dsp:spPr>
        <a:xfrm>
          <a:off x="6173732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M5</a:t>
          </a:r>
        </a:p>
      </dsp:txBody>
      <dsp:txXfrm>
        <a:off x="6173732" y="3072443"/>
        <a:ext cx="1442315" cy="721157"/>
      </dsp:txXfrm>
    </dsp:sp>
    <dsp:sp modelId="{AF1712CA-2606-48E4-BB31-AD9703C08C14}">
      <dsp:nvSpPr>
        <dsp:cNvPr id="0" name=""/>
        <dsp:cNvSpPr/>
      </dsp:nvSpPr>
      <dsp:spPr>
        <a:xfrm>
          <a:off x="6534311" y="4096486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M5R2</a:t>
          </a:r>
        </a:p>
      </dsp:txBody>
      <dsp:txXfrm>
        <a:off x="6534311" y="4096486"/>
        <a:ext cx="1442315" cy="721157"/>
      </dsp:txXfrm>
    </dsp:sp>
    <dsp:sp modelId="{05B972CF-6E9B-467E-AF8B-3EEA33CC11BB}">
      <dsp:nvSpPr>
        <dsp:cNvPr id="0" name=""/>
        <dsp:cNvSpPr/>
      </dsp:nvSpPr>
      <dsp:spPr>
        <a:xfrm>
          <a:off x="6534311" y="5120530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M5R3</a:t>
          </a:r>
        </a:p>
      </dsp:txBody>
      <dsp:txXfrm>
        <a:off x="6534311" y="5120530"/>
        <a:ext cx="1442315" cy="721157"/>
      </dsp:txXfrm>
    </dsp:sp>
    <dsp:sp modelId="{42580C95-D01C-40CB-9031-70E2C2C3223B}">
      <dsp:nvSpPr>
        <dsp:cNvPr id="0" name=""/>
        <dsp:cNvSpPr/>
      </dsp:nvSpPr>
      <dsp:spPr>
        <a:xfrm>
          <a:off x="7918933" y="3072443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M5R1</a:t>
          </a:r>
        </a:p>
      </dsp:txBody>
      <dsp:txXfrm>
        <a:off x="7918933" y="3072443"/>
        <a:ext cx="1442315" cy="721157"/>
      </dsp:txXfrm>
    </dsp:sp>
    <dsp:sp modelId="{D7E840EC-A8D4-454A-85D8-569CDEDEA0DD}">
      <dsp:nvSpPr>
        <dsp:cNvPr id="0" name=""/>
        <dsp:cNvSpPr/>
      </dsp:nvSpPr>
      <dsp:spPr>
        <a:xfrm>
          <a:off x="7918933" y="2048399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7918933" y="2048399"/>
        <a:ext cx="1442315" cy="721157"/>
      </dsp:txXfrm>
    </dsp:sp>
    <dsp:sp modelId="{6E6A2C7C-54DC-48A1-A971-7B35779B4278}">
      <dsp:nvSpPr>
        <dsp:cNvPr id="0" name=""/>
        <dsp:cNvSpPr/>
      </dsp:nvSpPr>
      <dsp:spPr>
        <a:xfrm>
          <a:off x="4248241" y="1024355"/>
          <a:ext cx="1442315" cy="72115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400" kern="1200"/>
        </a:p>
      </dsp:txBody>
      <dsp:txXfrm>
        <a:off x="4248241" y="1024355"/>
        <a:ext cx="1442315" cy="721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0CE9F-4681-8558-1363-8D012D0AE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424264-C4C7-6C9E-4A59-B3DBFB4546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46D5F-5AF8-14B9-1246-28649B7F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1EA93-C9CA-7569-5BC5-9479FEA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31AE4-75CF-19BF-7EF3-BB7EC6E0C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9D471-85D2-A7E2-73B8-A0589A119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AE33E-DF3F-DEA4-2939-E7B6D3256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A20BB-3533-FB5A-DA01-4B53B2617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E77C-2BFB-952C-AAFB-17BAAF4D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A384-E8A2-F050-9B77-F242C161E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42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6EC8-BECE-B31E-3422-083DA5DB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03676-F1E9-F797-75B0-D06ED778D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404D-0240-0E07-B8EB-3601577E7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3B577-8016-1D16-2149-114A54CE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EC9A-6EF7-1E7A-C90E-4E394121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26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700E-94D9-1BBC-1B6A-2FB1262C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D756-2326-EAC8-98CD-B32CC6D5D2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B34F8F-077F-361F-6E84-7848643E6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4CC17-4DC5-3FF3-6AF3-E3834881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1AF3E-2D9D-0623-4873-87DC15BAC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AC7CD-9CA3-D2CF-89E8-286189DA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80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9230-CEF8-6D6C-000F-8D696742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A49B0-6E3D-8E11-4DF5-0DE067AFA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BC6AD-44E3-E5E1-1015-FCFBB6343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8C1C41-BAB0-8E32-5608-96555D5C82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6B23EF-9E18-A54D-8487-85EA996E8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EA19C-8D4D-2BF0-44F2-C1A353918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0CA8A-3FF0-DBD6-03B8-08FAC8963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B925F-A82A-C6ED-BB23-E6DBFD9F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67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75C7-F85C-78ED-DBB0-DF8AA069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3BD82-6735-093B-2AE2-13BA9AF5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495026-B938-46C0-75FF-A726FB14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749412-03CE-6632-41B3-E6EA3DF28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4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02D27A-4DA3-3944-BB2C-5C0DDFDC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2EF58-99BC-E6C4-812A-26F17525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42EE7-CDF9-AE13-A4E1-40B3048B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845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F843-C80B-EE5C-3463-C2FF41BDB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49651-F818-FA73-2D9F-532460421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C36EF-034C-6F76-8DFE-12411E9C5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159FB-4D3A-9695-CF4B-2E470FC7D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3DE0C-FA2E-1E91-1CB4-CF5221D1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FE574-DAAC-F9DE-4AC5-305EE0787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2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7D6A-69AA-3B54-D7A3-5393F6588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E42D3A-561E-54DC-983D-CE1BB5DE26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26D5D2-773B-BFB0-6B1C-2862A77AE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DB873-8CA9-ECFF-8B46-99229C50C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725E4-8C20-3152-9C51-CEBF3D04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B54BE-FA64-9C93-F0B6-9603DF7E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39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D8F7-9401-6396-9A3C-A3D67D6A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B40557-A860-9467-CF9E-9A949EAC0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8AF4D-2612-CAC7-922B-0A54306D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860DC-1CB4-8CDE-1A90-63EE74336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C69AE-4498-D609-84F3-84249AADA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89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A3C964-4F27-16C7-D2CB-BBF2E1DFBC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854C4-1335-FB23-A1B8-555FA8247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18ECA-9A46-A541-BF20-390C6773C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4CD82-952E-3A3B-19EE-ECA0B898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94191-DBFF-34EA-E96E-53FAF11F9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497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33001-ACBD-282B-B316-C78529DA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595AF-9870-F048-2FA4-F815326D6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8B141-4C5E-342E-CF10-FBA0FF682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0B5B6-5142-48EE-99E8-7E6D07093FE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93642-AA9D-60AC-60C6-EB845AEC2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B34-F9DA-D883-2B91-904C404EE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170083-186E-46CE-8182-ABBF419F46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33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3B6DF-17A9-357D-2BCC-F9544D5D6D11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row2-first (rowWidth=2, managers=1)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3DF5695-F09E-10C9-DE84-A366AC2D0A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444694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081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9476D4-FE01-BC96-94CA-BA360B4EBFA4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row2-last (rowWidth=2, managers=2)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D3DC7B5-F54B-4685-B374-6A2D20F7F0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9184804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217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56935A-45E3-FD54-2A9B-58AF2EB5F54C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row2-both (rowWidth=2, managers=1,2)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8E59360-85E8-4F96-3594-C783721943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774767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075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84AD84-AE31-48AB-FE72-1F5AD6023F50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row4-pos1 (rowWidth=4, managers=1)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4F985E72-B7D2-1E6E-A63F-E9A816824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190730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821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1EC973-9A67-AB23-0D31-782DC7411D34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row4-pos2 (rowWidth=4, managers=2)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3944B83-8AD8-46E2-3D65-5FAA5A281F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7819079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4249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A1DCB3-6021-9EED-02B0-6A35412F3313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row4-pos3 (rowWidth=4, managers=3)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0431C7E-41FE-5F8C-66F8-7870F96F4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993113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7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9C1193-0E1A-EE1A-82DC-209CCF4763B3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row4-pos4 (rowWidth=4, managers=4)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64319C1-8103-6612-CC10-CE681FF490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148289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9490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5D531-F0B4-644A-DCB2-DA9F01205EEF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row4-two-edges (rowWidth=4, managers=1,4)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A1ADA78-761D-8ED1-85AE-B519D44162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0585253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521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F91B01-467E-36A5-B303-395CAFA69296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row5-first (rowWidth=5, managers=1)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938A488-3D5E-3F93-F703-B82955378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5170576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756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A745B5-85BA-769D-CBE7-E8A6AF560984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row5-mid (rowWidth=5, managers=3)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4071C02-AD8E-1E52-218D-660E3FDEA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2224287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128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819C27-0349-2CE4-B1AE-28476EBBD42C}"/>
              </a:ext>
            </a:extLst>
          </p:cNvPr>
          <p:cNvSpPr txBox="1"/>
          <p:nvPr/>
        </p:nvSpPr>
        <p:spPr>
          <a:xfrm>
            <a:off x="254000" y="127000"/>
            <a:ext cx="7620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row5-last (rowWidth=5, managers=5)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AD8225E-06F9-40FA-80C0-F2676BC151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9226724"/>
              </p:ext>
            </p:extLst>
          </p:nvPr>
        </p:nvGraphicFramePr>
        <p:xfrm>
          <a:off x="254000" y="762000"/>
          <a:ext cx="11684000" cy="584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9013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</Words>
  <Application>Microsoft Office PowerPoint</Application>
  <PresentationFormat>Custom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2026-09-05T23:22:56Z</dcterms:created>
  <dcterms:modified xsi:type="dcterms:W3CDTF">2026-09-05T23:23:08Z</dcterms:modified>
</cp:coreProperties>
</file>