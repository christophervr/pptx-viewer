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29D8-8720-CEEE-A5D3-71E2B1777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FE863-90F8-672B-8D8D-70D78AD3A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24B0A-77BB-B137-5CA4-43DA4F4D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FAA50-99E2-8175-913C-601F2845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4489A-6FC8-2EB7-E40C-8075FD71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4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9D05-8323-68F1-AFBD-4CD67FAC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5908-C0BC-C44D-16DD-0D7A86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65796-A1A2-0963-196C-9D8F6BC86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CBDA-BB7F-A315-0733-F033C5C0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1D578-7D33-9ECC-B1BC-8B8DAA2C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4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8B15-9921-5369-09D0-2B0D34EC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03D9F-7549-EEB9-36B7-F065213C0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93491-EF74-899D-0607-28D218BA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02201-541C-2588-A7C4-345FE7B7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3908-B437-CBB0-40BD-4D052138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0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66F4-7FA0-8FFE-F8B5-CF684B14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6E7E-D330-9DEE-65BA-2A4F44A79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6C6B3-E7CC-47A7-046F-78704A606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1412-5D25-FC5F-9A20-ED6BEDB5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C5235-2A6A-30AE-9D30-ECABD636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11851-6684-0D98-C05B-B790AE70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4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428D-6F13-A1E3-A9D9-BC73057A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2A562-47E0-85AF-2F22-8C281746D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9E0AD-36DD-EB0C-ECB3-0797AC0C7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B5D7B-1F54-B11F-66C6-FEB715BF2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A94A8-DEDA-334B-B9D0-FB244EE4F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27DB5-0F8C-9F29-C559-9AA4514A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F3E3B-CA19-5A8F-D77E-18722A44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A0EAA-D478-AB8A-951A-ACA19BE2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0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DFFB-EAF1-F398-15DE-AF1AE775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0715C-9148-D97C-C0E5-523AA239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9F2DE-A5D4-29DC-19A6-90446DD3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4684F-8FE5-8809-390A-5F6CFCBE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5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50DC7-23D8-7DFC-A53A-B4BE2811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D3C0-CE75-5D94-DB15-008DF983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0102A-63B4-8548-B9AE-841CD924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2F9F-761B-1C17-6A59-E241ED44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9191-9F9D-BA58-CC62-F1986028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45774-7AA3-1AEB-5171-E549A3715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64938-F515-1C29-8FE3-EAA616D9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66FB8-C652-7A84-A27C-3BA036B3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1F959-EE40-59DC-ABFA-BEA7F666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8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6FEA-E35B-336C-1BDE-CEEEE5D1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631EC-7B22-EF82-1AB8-FA9F65BD9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F0B62-8856-EC8F-366B-65F486BA9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177B2-E130-BC96-065F-362D7B35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B4599-1B82-53E1-195D-B4DD2ED5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630E4-F94C-6A6B-A318-B800D73D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5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BE8C-37E3-94F2-B635-6DB8DF0F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1FB96-0F11-AD2D-553F-FEE1C3B79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1D98-A4EF-FCA4-70D6-B5074179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3B694-A4A3-9240-3F8D-E17442F4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7E214-6DF1-93CF-593F-3F011B10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9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57FD2-DC34-CE75-7C63-286EF990B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291C6-9F68-27AA-4B45-F606D89E8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AE2A-169C-9D28-03F4-344585D3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35AD-9445-75B3-43D9-F819F4FB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FE6F7-F1FF-7E22-2834-C152ACF5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4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6C4B2-BF24-A5E8-484B-CE00126A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545C8-CF41-7E47-1238-0DF04117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E2438-0D4F-3801-6BC4-4A27C1454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141AD-4A07-4744-9D53-19A4866B8710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D1FEA-8BF3-F55A-5956-1EF43C5D7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3C17-647E-8F74-EFE7-44F52BB04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C3673-BAD7-4C2F-892E-D415491D7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6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2E09-89B1-3743-2050-F9AD7E9EE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OLE &amp; Embedded Media Corpus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94985-AB09-F67B-9CE3-1FE1E31D8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Embedded Excel + Word OLE objects, a video, and an audio clip</a:t>
            </a:r>
          </a:p>
        </p:txBody>
      </p:sp>
    </p:spTree>
    <p:extLst>
      <p:ext uri="{BB962C8B-B14F-4D97-AF65-F5344CB8AC3E}">
        <p14:creationId xmlns:p14="http://schemas.microsoft.com/office/powerpoint/2010/main" val="61969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BD95C8C-EC05-322F-4734-08882C3CB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030468"/>
              </p:ext>
            </p:extLst>
          </p:nvPr>
        </p:nvGraphicFramePr>
        <p:xfrm>
          <a:off x="635000" y="1270000"/>
          <a:ext cx="508000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194" imgH="3248161" progId="Excel.Sheet.12">
                  <p:embed/>
                </p:oleObj>
              </mc:Choice>
              <mc:Fallback>
                <p:oleObj name="Worksheet" r:id="rId2" imgW="4886194" imgH="32481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000" y="1270000"/>
                        <a:ext cx="5080000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EE82D8-4273-68BB-71E3-395D508B33C8}"/>
              </a:ext>
            </a:extLst>
          </p:cNvPr>
          <p:cNvSpPr txBox="1"/>
          <p:nvPr/>
        </p:nvSpPr>
        <p:spPr>
          <a:xfrm>
            <a:off x="635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Embedded Excel worksheet (OLE, ProgID Excel.Sheet.12)</a:t>
            </a:r>
          </a:p>
        </p:txBody>
      </p:sp>
    </p:spTree>
    <p:extLst>
      <p:ext uri="{BB962C8B-B14F-4D97-AF65-F5344CB8AC3E}">
        <p14:creationId xmlns:p14="http://schemas.microsoft.com/office/powerpoint/2010/main" val="354441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694B017-6834-75F6-EAA6-2B0D11CF7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175569"/>
              </p:ext>
            </p:extLst>
          </p:nvPr>
        </p:nvGraphicFramePr>
        <p:xfrm>
          <a:off x="635000" y="1270000"/>
          <a:ext cx="508000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59852" imgH="359637" progId="Word.Document.12">
                  <p:embed/>
                </p:oleObj>
              </mc:Choice>
              <mc:Fallback>
                <p:oleObj name="Document" r:id="rId2" imgW="5759852" imgH="3596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000" y="1270000"/>
                        <a:ext cx="5080000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894C2D-6662-7F63-F17A-6AF7F1FEE9BC}"/>
              </a:ext>
            </a:extLst>
          </p:cNvPr>
          <p:cNvSpPr txBox="1"/>
          <p:nvPr/>
        </p:nvSpPr>
        <p:spPr>
          <a:xfrm>
            <a:off x="635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Embedded Word document (OLE, ProgID Word.Document.12)</a:t>
            </a:r>
          </a:p>
        </p:txBody>
      </p:sp>
    </p:spTree>
    <p:extLst>
      <p:ext uri="{BB962C8B-B14F-4D97-AF65-F5344CB8AC3E}">
        <p14:creationId xmlns:p14="http://schemas.microsoft.com/office/powerpoint/2010/main" val="2467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-clip">
            <a:hlinkClick r:id="" action="ppaction://media"/>
            <a:extLst>
              <a:ext uri="{FF2B5EF4-FFF2-40B4-BE49-F238E27FC236}">
                <a16:creationId xmlns:a16="http://schemas.microsoft.com/office/drawing/2014/main" id="{34838B7B-C19E-5AAF-C192-1898329191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00" y="1270000"/>
            <a:ext cx="4064000" cy="304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DDB25B-9D7F-9989-4A67-53873F7ACA58}"/>
              </a:ext>
            </a:extLst>
          </p:cNvPr>
          <p:cNvSpPr txBox="1"/>
          <p:nvPr/>
        </p:nvSpPr>
        <p:spPr>
          <a:xfrm>
            <a:off x="635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Embedded video clip (mediaType=3)</a:t>
            </a:r>
          </a:p>
        </p:txBody>
      </p:sp>
    </p:spTree>
    <p:extLst>
      <p:ext uri="{BB962C8B-B14F-4D97-AF65-F5344CB8AC3E}">
        <p14:creationId xmlns:p14="http://schemas.microsoft.com/office/powerpoint/2010/main" val="19934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-audio">
            <a:hlinkClick r:id="" action="ppaction://media"/>
            <a:extLst>
              <a:ext uri="{FF2B5EF4-FFF2-40B4-BE49-F238E27FC236}">
                <a16:creationId xmlns:a16="http://schemas.microsoft.com/office/drawing/2014/main" id="{5BEADE42-24F9-94EF-C3E8-52D606AC97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00" y="1270000"/>
            <a:ext cx="762000" cy="76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C9BFE6-C512-A60E-E087-882EF952DA85}"/>
              </a:ext>
            </a:extLst>
          </p:cNvPr>
          <p:cNvSpPr txBox="1"/>
          <p:nvPr/>
        </p:nvSpPr>
        <p:spPr>
          <a:xfrm>
            <a:off x="635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Embedded audio clip (mediaType=2)</a:t>
            </a:r>
          </a:p>
        </p:txBody>
      </p:sp>
    </p:spTree>
    <p:extLst>
      <p:ext uri="{BB962C8B-B14F-4D97-AF65-F5344CB8AC3E}">
        <p14:creationId xmlns:p14="http://schemas.microsoft.com/office/powerpoint/2010/main" val="157911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6</Paragraphs>
  <Slides>5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Microsoft Excel Worksheet</vt:lpstr>
      <vt:lpstr>Microsoft Word Document</vt:lpstr>
      <vt:lpstr>OLE &amp; Embedded Media Corpus Deck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2026-07-08T21:09:58Z</dcterms:created>
  <dcterms:modified xsi:type="dcterms:W3CDTF">2026-07-08T21:10:05Z</dcterms:modified>
</cp:coreProperties>
</file>