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849D-2DB3-6087-0B39-BD795FBBD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9E95B-2549-844A-026E-B7A2DDA1E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C3C9B-901D-ADFF-0574-7C995D11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2BBD-E302-B7B1-5886-A46D10BA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92418-853F-CB2C-AC03-4C1F369C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12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836A-4247-1ED2-574B-7F975184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F2135-EBC7-B3CE-A20A-238EC60D1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1EAA8-724F-0106-88B8-F17BABD8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FA49F-8781-7824-7759-32F7F887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0E4F-3035-B72D-E4E6-BC24FE03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1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6603-A8DE-B3F9-0732-81DD3C01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B68F6-3C99-FDFF-F49E-5C55A00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50BFF-0732-97A4-FFDF-48FFC2FA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BCF7-9487-6E77-5F27-9A14F501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336D1-730C-219E-C88D-CDD990A3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4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16A8-7A15-5CC6-7BAC-0F7898DF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9DF38-2EF4-8C92-688C-41054A016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673E2-8FE6-3405-E437-2813CDA1B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327B-32B8-1DCB-97ED-59873F78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67EB1-3553-29DB-2B92-43851F4D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47CEA-6D73-CBFA-8355-7F8EDAB6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3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EA56-AA39-4F15-FD1A-298EBA23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9E24D-D51F-F963-5E28-721F28BBD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DF6E5-9E01-CF78-3146-44463205F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893AD-4327-DB46-A8F2-BB4BDF760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80F171-E2B2-A4B4-D3A0-F7DFE60B6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70B62-381C-EABA-C97D-0C7C83A5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C3A88-48AC-C240-942B-7107D5AA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704E9D-8AD4-2BDA-CF80-81C69195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5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BCF9-7074-8DDE-59A0-566DCA48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1C56A-07D2-610C-6564-4005FD8E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F3100-9FC0-B74C-3CC2-91A4DC5F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26286-E85F-D60E-1000-6D3F9B9E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4BF0D-F741-85C5-D468-15560AA9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2E0B3-D889-1FEF-1EE8-C24DB1E6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B7C18-B353-449A-C374-9C68D68A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6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B2E5-0B43-CC32-EF65-6C498137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DDA0D-6D9E-E447-CAA5-55AA51064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F7D47-C4F7-9572-139E-55923BCB3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5EF34-19F5-8C41-3C38-571CFF564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0E12E-0E81-73D9-1EBB-9F98C2F6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B2981-16AC-8093-B82A-2B0E4B8B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1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9029-B2F0-DB0A-0A0B-2F7C6CF5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1CD9E-8A45-10D4-B7AA-BB08A9735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87FF5-4D91-23B0-841B-4490DCBE6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9FD88-B224-7B96-0883-F887C520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B43ED-2A97-4FBD-87B5-A507DD93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77634-F728-9C15-66DB-7900CFAE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1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D9649-BBF8-528E-589F-707CEE0A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5683F-6AA2-F4EB-CC84-0B3D3D8DF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B1EF1-F593-ECDF-A050-82FFD76F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14E1-A5B2-60D7-0024-65ECBFEC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EC12-C2FF-4958-C20C-C6AE9776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3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627F9-46C5-0B6E-1E1A-32D8C95A4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0D222-C820-0B84-DCD5-EB6CB0914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FA213-86C5-6AC8-4D3D-ADA997C2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2E4CE-2B98-A432-C0F7-5A6A412F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FCBD3-B345-4C15-1AD2-152E8786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24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0D288-A6BA-C972-684F-0F55DE114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1FFFC-7E27-39E8-89F2-92279D8C7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378B-0766-1F75-CCD7-06232D068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723D2-1C63-43C3-B8BC-CA24395769D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9E8F6-D1CB-7FD3-5465-D30D74F6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002A4-9219-38FC-13B5-39466A0CB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BE82E-C707-4584-9D81-0A211CFE8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7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undTruthRect">
            <a:extLst>
              <a:ext uri="{FF2B5EF4-FFF2-40B4-BE49-F238E27FC236}">
                <a16:creationId xmlns:a16="http://schemas.microsoft.com/office/drawing/2014/main" id="{50C30F95-4379-9FBE-4C5C-B36950BEA500}"/>
              </a:ext>
            </a:extLst>
          </p:cNvPr>
          <p:cNvSpPr/>
          <p:nvPr/>
        </p:nvSpPr>
        <p:spPr>
          <a:xfrm>
            <a:off x="2540000" y="1905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7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5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6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mph" presetSubtype="0" grpId="7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71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3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5" presetClass="emph" presetSubtype="0" grpId="9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2" grpId="4" animBg="1"/>
      <p:bldP spid="2" grpId="5" animBg="1"/>
      <p:bldP spid="2" grpId="6" animBg="1"/>
      <p:bldP spid="2" grpId="7"/>
      <p:bldP spid="2" grpId="8" animBg="1"/>
      <p:bldP spid="2" grpId="9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2026-09-05T19:09:01Z</dcterms:created>
  <dcterms:modified xsi:type="dcterms:W3CDTF">2026-09-05T19:09:02Z</dcterms:modified>
</cp:coreProperties>
</file>