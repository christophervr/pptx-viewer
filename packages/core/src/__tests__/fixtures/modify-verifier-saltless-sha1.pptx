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  <p:modifyVerifier algorithmName="SHA-1" hashData="xYgPgDLdJsjbwIX0TqZpS3y8sj0=" spinCount="100000" cryptAlgorithmType="typeAny" cryptAlgorithmClass="hash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pPr/>
            <a:r>
              <a:rPr lang="en-US" dirty="0" sz="2400" b="1"/>
              <a:t>Salt-less modifyVerifier (SHA-1)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1</Slides>
  <ScaleCrop>false</ScaleCrop>
  <LinksUpToDate>false</LinksUpToDate>
  <SharedDoc>false</SharedDoc>
  <HyperlinksChanged>false</HyperlinksChanged>
  <AppVersion>1.0000</AppVersion>
  <HiddenSlides>0</HiddenSlides>
  <Notes>0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Salt-less modifyVerifier (SHA-1)</dc:title>
  <dc:creator>pptx-viewer-sdk</dc:creator>
  <cp:lastModifiedBy>pptx-viewer-sdk</cp:lastModifiedBy>
  <cp:revision>2</cp:revision>
  <dcterms:created xsi:type="dcterms:W3CDTF">2026-09-06T10:41:47Z</dcterms:created>
  <dcterms:modified xsi:type="dcterms:W3CDTF">2026-09-06T10:41:49Z</dcterms:modified>
</cp:coreProperties>
</file>