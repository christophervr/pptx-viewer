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emf" ContentType="image/x-emf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embeddedFontLst>
    <p:embeddedFont>
      <p:font typeface="Sample Font 1" pitchFamily="2" charset="0"/>
      <p:regular r:id="rId100"/>
    </p:embeddedFont>
    <p:embeddedFont>
      <p:font typeface="Sample Font 2" pitchFamily="2" charset="0"/>
      <p:regular r:id="rId101"/>
    </p:embeddedFont>
    <p:embeddedFont>
      <p:font typeface="Sample Font 3" pitchFamily="2" charset="0"/>
      <p:regular r:id="rId102"/>
    </p:embeddedFont>
  </p:embeddedFon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Relationship Id="rId100" Type="http://schemas.openxmlformats.org/officeDocument/2006/relationships/font" Target="fonts/font1.fntdata"/><Relationship Id="rId101" Type="http://schemas.openxmlformats.org/officeDocument/2006/relationships/font" Target="fonts/font2.fntdata"/><Relationship Id="rId102" Type="http://schemas.openxmlformats.org/officeDocument/2006/relationships/font" Target="fonts/font3.fntdata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emf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Sample Title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Lorem ipsum dolor sit amet.</a:t>
            </a:r>
          </a:p>
        </p:txBody>
      </p:sp>
      <p:pic>
        <p:nvPicPr>
          <p:cNvPr id="5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833" y="0"/>
            <a:ext cx="2212975" cy="598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Sample Slide 2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Consectetur adipiscing elit.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Sample Slide 3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Consectetur adipiscing elit.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ple Theme">
  <a:themeElements>
    <a:clrScheme name="Sampl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ampl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a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Company>Sample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Title</dc:title>
  <dc:creator>Sample Author</dc:creator>
  <cp:lastModifiedBy>Sample Author</cp:lastModifiedBy>
</cp:coreProperties>
</file>