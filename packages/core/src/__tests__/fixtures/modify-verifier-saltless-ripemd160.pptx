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  <p:modifyVerifier algorithmName="RIPEMD-160" hashData="w5ePVWC9oHFdVwLn5vtR7WHEmZc=" spinCount="100000" cryptAlgorithmType="typeAny" cryptAlgorithmClass="hash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2400" b="1"/>
              <a:t>Salt-less modifyVerifier (RIPEMD-160)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Salt-less modifyVerifier (RIPEMD-160)</dc:title>
  <dc:creator>pptx-viewer-sdk</dc:creator>
  <cp:lastModifiedBy>pptx-viewer-sdk</cp:lastModifiedBy>
  <cp:revision>2</cp:revision>
  <dcterms:created xsi:type="dcterms:W3CDTF">2026-09-06T10:41:54Z</dcterms:created>
  <dcterms:modified xsi:type="dcterms:W3CDTF">2026-09-06T10:41:56Z</dcterms:modified>
</cp:coreProperties>
</file>