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SHA-256" hashData="WoLvkyto0AWPqr+uGMZGM/892IexiMz+K15xMalT7cY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(SHA-256)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(SHA-256)</dc:title>
  <dc:creator>pptx-viewer-sdk</dc:creator>
  <cp:lastModifiedBy>pptx-viewer-sdk</cp:lastModifiedBy>
  <cp:revision>2</cp:revision>
  <dcterms:created xsi:type="dcterms:W3CDTF">2026-09-06T10:41:49Z</dcterms:created>
  <dcterms:modified xsi:type="dcterms:W3CDTF">2026-09-06T10:41:52Z</dcterms:modified>
</cp:coreProperties>
</file>