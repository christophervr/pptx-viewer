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CB599-AD47-70B4-1B6E-4B8709515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EE827-85A3-32F7-D705-EFF11F28E6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2FB89-D2B4-256E-CB19-72891B446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772F-0749-4530-A530-BEB1297ABFF6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29EE1-BF5E-1311-3FAC-CE712570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630C9-D276-A6AF-5D76-34C6DF329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9D5E-1903-4E05-A9B4-AD07407FE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63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59244-78E6-BDDC-A7B6-B2A06C82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DFDD3-04F1-9F14-882A-1BBF04F3A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06303-1F69-313B-FCA9-28543028E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772F-0749-4530-A530-BEB1297ABFF6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06F0D-89AD-4D94-9E07-C6E029C1D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46F1F-A64A-97B4-5B68-0D74545A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9D5E-1903-4E05-A9B4-AD07407FE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6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13A0F-657A-564C-87D7-1BB98625E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ADB4A-A077-5A87-1047-C537551EC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B5712-B7EE-A6FA-AA1E-EED065063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772F-0749-4530-A530-BEB1297ABFF6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307FB-D5CE-839E-8098-29937A5D5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9F590-D390-26BA-0FDC-E6817B1B2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9D5E-1903-4E05-A9B4-AD07407FE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614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DC67-713F-18C6-2E23-FF3B6F97A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57871-5F03-F39F-F9D8-FC6AD8928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44882-066D-0B22-8210-51C3C7AD3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91042-6B06-4261-374A-E8A9238B0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772F-0749-4530-A530-BEB1297ABFF6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88056-0C20-CABC-1F07-8BC933C56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A203C-61B2-9B67-D8E5-422FCF7B1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9D5E-1903-4E05-A9B4-AD07407FE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6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36DC0-195F-B384-BE11-0A1928148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300EB-BD9D-6D41-E742-420BBF200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E8524-FC3E-0D95-EA55-1C80FDAD96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5E2D8E-FACF-ED33-A06D-BFDCAF7C16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22C99B-3667-DEA8-7DA5-BE810BEF3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B35CD-D403-9917-3D5F-59991F379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772F-0749-4530-A530-BEB1297ABFF6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BB260E-44C3-D9E7-8B2F-AD64672CD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7A199F-ABC3-3A55-DCB4-F73519882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9D5E-1903-4E05-A9B4-AD07407FE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73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DFA1-81EB-1625-B7D7-16A9F97BD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C40299-3D7C-C75B-C726-E5B3BF1AF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772F-0749-4530-A530-BEB1297ABFF6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E2423-64C1-7749-98A1-1F98E4B97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5FAB3-0832-2D19-0817-A6595A47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9D5E-1903-4E05-A9B4-AD07407FE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33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414358-9E51-1EC8-63D6-24EFEF518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772F-0749-4530-A530-BEB1297ABFF6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E0BF00-9347-821E-CCC5-DFE73F543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4167D-7FDE-58A2-AC11-C8403664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9D5E-1903-4E05-A9B4-AD07407FE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47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FE95-9886-0915-4CF3-A0538F1C0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315EE-A804-8459-DDC6-BD95F4E0B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A6915-02BA-8BA8-FEB8-ADC988A72E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01213-A7A3-4F3A-42C2-DB63A7037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772F-0749-4530-A530-BEB1297ABFF6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5CFDB-BD7A-FF28-4EE5-F3030E81F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46BD6-5CA3-AAF4-7892-EB8844E6C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9D5E-1903-4E05-A9B4-AD07407FE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40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8CC1D-4697-8855-14BA-FED3E138F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EAFF6B-CD5F-75A0-C180-792B61A81A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63131-1888-4848-D16D-AF6EECC8A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898F7-22B8-201C-D9CC-DEBD59E13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772F-0749-4530-A530-BEB1297ABFF6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B9EE9D-2114-6C60-D9E8-3697CD6EA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8A7BA-9CEE-4528-0256-42B117F0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9D5E-1903-4E05-A9B4-AD07407FE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445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EF0F0-9023-C8D6-5343-7A5BBB9C8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42D01-1817-5B0D-9C80-DD5AC4FA2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3D8C0-F9D7-809B-2752-684030D3B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772F-0749-4530-A530-BEB1297ABFF6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37F05-F807-109D-6EE1-6C8F313A4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68816-45FF-D78C-068F-4384C8FC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9D5E-1903-4E05-A9B4-AD07407FE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32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1C1DF6-B3DE-28FB-30BA-BA03087CF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EFBD2-50E4-CA8F-00D8-B6D9010F8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5BD98-C24D-22FD-E85D-23A2B8129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5772F-0749-4530-A530-BEB1297ABFF6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6970A-B4DA-B49B-3A9D-DCC4E024F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E0A52-E590-BC5E-B819-09C390430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9D5E-1903-4E05-A9B4-AD07407FE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196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26B062-FA0C-4B66-D390-5B23C2470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D8ABA-6943-186D-E526-FB159E3BE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E0C85-B987-3C0C-D193-068205AD6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5772F-0749-4530-A530-BEB1297ABFF6}" type="datetimeFigureOut">
              <a:rPr lang="en-US" smtClean="0"/>
              <a:t>2026-08-06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0116E-3B20-87B4-0ED1-1468F79E5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00FC9-0FC0-7FAE-D21C-A83651CD3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E49D5E-1903-4E05-A9B4-AD07407FE6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07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F3AD4D-D78B-594B-A7B2-172453716E7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914400"/>
            <a:ext cx="1828800" cy="12192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DB7D9B-3991-51EB-F48B-5BD8D3573564}"/>
              </a:ext>
            </a:extLst>
          </p:cNvPr>
          <p:cNvSpPr/>
          <p:nvPr/>
        </p:nvSpPr>
        <p:spPr>
          <a:xfrm>
            <a:off x="3810000" y="1270000"/>
            <a:ext cx="1905000" cy="1270000"/>
          </a:xfrm>
          <a:prstGeom prst="rect">
            <a:avLst/>
          </a:prstGeom>
          <a:solidFill>
            <a:srgbClr val="408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82C3D-50B5-FC4C-9992-1B25A99A8185}"/>
              </a:ext>
            </a:extLst>
          </p:cNvPr>
          <p:cNvSpPr txBox="1"/>
          <p:nvPr/>
        </p:nvSpPr>
        <p:spPr>
          <a:xfrm>
            <a:off x="914400" y="3810000"/>
            <a:ext cx="508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Picture fixture</a:t>
            </a:r>
          </a:p>
        </p:txBody>
      </p:sp>
    </p:spTree>
    <p:extLst>
      <p:ext uri="{BB962C8B-B14F-4D97-AF65-F5344CB8AC3E}">
        <p14:creationId xmlns:p14="http://schemas.microsoft.com/office/powerpoint/2010/main" val="459695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2026-08-06T03:20:50Z</dcterms:created>
  <dcterms:modified xsi:type="dcterms:W3CDTF">2026-08-06T03:20:51Z</dcterms:modified>
</cp:coreProperties>
</file>