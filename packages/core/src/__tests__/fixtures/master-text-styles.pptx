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E607B-8A73-7611-C21D-93B7F9026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C8D3F-95EC-EA94-2662-7FBB9F6EB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DB58C-F105-E1AA-327E-33CD2513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C8309-6BE2-32D1-350B-9445CBDB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214AB-9C86-66E2-E201-B4ADAB84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8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4901A-988D-E099-EC2D-34879BCD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CBD2F-D97B-1F29-3C34-2F2648236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0B9C5-19AA-B984-DFD6-6A6A11D6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B75C4-DA77-57A6-901C-68BDDF8B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F21B5-DB56-8659-B3F0-8E450A8D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8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5EB0-EB9D-51C2-36A1-67F9BE7B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FAE8E-3EDC-E099-C6D3-E04CB44D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8D4DF-D601-7066-278F-09DD99B81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ED2F5-D9E0-4E51-DD5C-2BC27A22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D77FA-8F23-B0C4-19C8-4E84272A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3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D6E3-89A4-A99D-7ADB-424D990F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54388-0D84-3126-8A68-69F268274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6EFEA-F143-C753-7540-11020E4E3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178E3-9BF7-2C95-62E9-F710812D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BB0D0-4DF2-27D5-68E5-57D77ADD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6182-CC9A-22D5-8310-67BDFB5C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67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865F-FB43-1FD4-E701-963B0C6F0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D9DE7-0831-BA6E-E0BD-524212779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4CAC1-16EB-8ACE-E617-7EE8DEEE0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D601DD-F481-CF56-62E1-4EB92BD5E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338D3-51EA-FA38-9777-0C6B5A3AE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C262EB-A95E-0302-9A17-59E137C5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C5DD0E-5EB9-7D43-EB06-092D4F02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9C347-E3B1-4F82-4BD4-9BA995EE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0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4546-E26D-0AAB-1D67-FA138D94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FA858-0D73-3315-D3D1-2EDD9FA17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BE7D5-C167-1BE3-9EF9-30312A82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F0518-A0E2-CF67-97EC-9A5B9C67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4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B8C668-8F78-4F47-8D52-8839D3E4E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FC2880-37A4-CD34-C958-D1803480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1E2D4-AF9B-964A-D346-20AA5F77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2145-4713-9CD0-CF4B-190350F25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FC193-2E06-951A-62B9-D0A3B8045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3D9F1-469C-57BC-8679-B2C47C519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2F7BC-155E-DAFE-395C-FB3DE480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36043-4657-1696-A0A5-1752F6A7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F671D-9F5A-6828-A19B-84F0DA60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7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B4B8-9D8E-0E17-CC00-3878F65C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2B2BF-F5C8-DFD9-1270-8E9F684E1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0C50D-00CC-30CF-ED57-2899DC1C1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7F206-F1A9-4A91-4AA1-7674E2CB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77934-F0BC-F8EC-7E26-FD8330990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B07E4-6500-DEB0-C6B2-868D4A1A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5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647F8-DD67-EB1D-4AE3-BBBA3A707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5C175-8680-3DE9-96F4-AE01AE803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163A6-60DF-4ABD-BB5E-A367B037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CC504-3E7F-41A5-62FA-F5B1084E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FEE3B-E73F-D916-1808-1C1304BC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46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ACE80-6753-CEAE-69F3-12D587CF0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27BE3-8725-C325-DD0D-DD5560B8A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CFD9A-4620-D624-C2AC-75402D82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C0240-F088-916D-82FF-325F036A0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75157-D6D9-DE92-8D37-694CE48E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88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2F3C-99F8-1988-6F79-52E8F0047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7634C-6E58-8DC0-E88D-D33F64183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54E99-FD4F-2920-7807-2D0BDEE60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A8CE0-8DF6-3785-F2E4-CC977CF3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91A69-2204-420A-EAE0-60B63BE2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0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A8777-5388-9278-D095-B88E8F28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F7130-78DC-1BE1-BD26-877E964B1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08CD9-B09D-1291-14EF-E277309F9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DAA70-A959-4C6E-803F-B1DCA816D4B9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0F3EB-164A-5EAD-8CA0-765A1D9E5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F653B-3FB5-3094-6027-11E8DE78C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782B5-3C47-4D29-B3DA-27AF5505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4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C00000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i="1" kern="1200">
          <a:solidFill>
            <a:srgbClr val="0000C0"/>
          </a:solidFill>
          <a:latin typeface="Verdan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41814-3634-3E5A-58F9-61EABC15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2865E-0BDB-CBFC-AB87-CC0AACE7D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one</a:t>
            </a:r>
          </a:p>
          <a:p>
            <a:pPr lvl="1"/>
            <a:r>
              <a:rPr lang="en-US"/>
              <a:t>Body two</a:t>
            </a:r>
          </a:p>
        </p:txBody>
      </p:sp>
    </p:spTree>
    <p:extLst>
      <p:ext uri="{BB962C8B-B14F-4D97-AF65-F5344CB8AC3E}">
        <p14:creationId xmlns:p14="http://schemas.microsoft.com/office/powerpoint/2010/main" val="1066534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Georgia</vt:lpstr>
      <vt:lpstr>Verdana</vt:lpstr>
      <vt:lpstr>Office Theme</vt:lpstr>
      <vt:lpstr>Master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2026-09-25T08:01:14Z</dcterms:created>
  <dcterms:modified xsi:type="dcterms:W3CDTF">2026-09-25T08:01:15Z</dcterms:modified>
</cp:coreProperties>
</file>