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E2C3-A696-F21C-CF8E-5D0BACA68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D34C20-E13F-7583-77B8-BB719EE68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91100-2615-4F6C-73D8-9F2848734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8E0-B7F0-40E7-93B1-5FD854A70891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501F8-8F8E-7605-3E1D-84BD78F1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CAB0C-8F86-C372-39A3-FCB05058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8186-76B2-4167-AA9D-411AF630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5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A1379-2723-DF13-6AF2-A5739A37B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A7D9D-0C3A-99DD-F472-19E6E6792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DA970-6B20-775D-DD67-09E737B61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8E0-B7F0-40E7-93B1-5FD854A70891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34663-087F-8FF1-4CAD-EEA4B3F0A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7C80C-9DC6-2092-6BEA-C77E0EF7F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8186-76B2-4167-AA9D-411AF630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41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71213-3CC9-9CBB-8096-01BB39DA6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CB832-B132-8C18-4F1A-C687A177C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7D22D-BD7C-8B04-2D38-735D49A30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8E0-B7F0-40E7-93B1-5FD854A70891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8C07E-27E2-AC42-89EF-B970C763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E63FD-06F7-11B0-6442-56F99F127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8186-76B2-4167-AA9D-411AF630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01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662E-6E69-32A7-CD0F-8BE9DC9E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8F73C-F6C6-774D-BC4B-7428DAF50B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9CCBD-F5E7-E990-23D1-914C621E9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E1BC1-CC72-975D-D1D8-A8FBA7A98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8E0-B7F0-40E7-93B1-5FD854A70891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BB0C1-6B82-A529-F7A2-F38242617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9FC4D-9B3F-E7B8-0F7D-CE37C488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8186-76B2-4167-AA9D-411AF630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4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17FB-9CBA-E0A3-79FE-50CA79DC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1FE5D-7C72-8BE1-F6DF-80335801C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F932A-CD97-6C9D-1630-4E3632AFF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220952-5D03-E04C-DF9F-3ADFF862D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91E783-39A2-9D3B-767A-E218CEE0EE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5CEFD8-A333-1DAD-8BFE-DBC37731B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8E0-B7F0-40E7-93B1-5FD854A70891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CA8476-0848-B7F4-643B-D0D992CED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099758-711B-1725-E584-56D828EFE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8186-76B2-4167-AA9D-411AF630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928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AB0CC-1C75-6470-6561-76913587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5738D0-632A-D4C1-4B4E-B964CF8C1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8E0-B7F0-40E7-93B1-5FD854A70891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6258E1-DBCD-E496-5FC5-751283621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BA74A-6FCE-BB12-7011-D616F1C10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8186-76B2-4167-AA9D-411AF630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81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425C39-5359-0DE0-6B1F-877F95736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8E0-B7F0-40E7-93B1-5FD854A70891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C37D4-906B-745A-34C9-8E3455EB7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B23E7-D5FD-C914-7792-F7C339E06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8186-76B2-4167-AA9D-411AF630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382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DE483-2C53-3C03-F191-01AC2653B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B93FC-98DE-E5D8-4BFF-F1F154200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623D8-1DA3-1512-6FF1-AA302A039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C840B-B132-1309-1D9A-E6A4ECA2F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8E0-B7F0-40E7-93B1-5FD854A70891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4980E-C627-2E51-3771-D3C062525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E94AE-25D2-81B6-99DF-5A8745872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8186-76B2-4167-AA9D-411AF630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2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81814-01C1-F45B-99B2-BF2A52471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F936-E8BA-8833-5416-0DACD10AF8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EC97C-5430-5FDD-890E-0C9C5448B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BD8E5-0891-4784-E858-0724A7BFA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8E0-B7F0-40E7-93B1-5FD854A70891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F9FAE-8EE7-AA4C-1B27-9A3E6CA57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A7CF4-D55C-3C61-8F4D-162FFC554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8186-76B2-4167-AA9D-411AF630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436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7CD9A-11AE-CED8-C415-C150750AF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FFA53-697C-51BC-3EF1-00A9D0F7D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E3A8A-D127-D452-EE9C-84B96543D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8E0-B7F0-40E7-93B1-5FD854A70891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596BF-05C2-58AA-16BB-65B85E481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7A8B-62E8-430E-9950-8942C812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8186-76B2-4167-AA9D-411AF630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24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4AF405-BE62-BFA0-01C5-E7E24A414B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ACD728-1B8C-5FF0-9CE5-E8D320B13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810FC-A98C-F374-6FF3-4BB7B1ADB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E8E0-B7F0-40E7-93B1-5FD854A70891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D9503-1A81-D348-40A1-DDB548A24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2444B-A42B-99F9-0B4A-F650B5728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D8186-76B2-4167-AA9D-411AF630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4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FD8475-A4D8-7B36-DBF0-F61AA188B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88293-4E66-EF2B-5BAF-AEF7F4FFC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58EA6-3E03-7B0D-60D2-34C9306E7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9E8E0-B7F0-40E7-93B1-5FD854A70891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EF07B-6507-B931-D52B-F86F5496A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CDC4C-8B83-9B34-4271-BF0BE62841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D8186-76B2-4167-AA9D-411AF6307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51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5" Type="http://schemas.openxmlformats.org/officeDocument/2006/relationships/image" Target="../media/image4.emf"/><Relationship Id="rId4" Type="http://schemas.openxmlformats.org/officeDocument/2006/relationships/image" Target="../media/image3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img.bmp">
            <a:extLst>
              <a:ext uri="{FF2B5EF4-FFF2-40B4-BE49-F238E27FC236}">
                <a16:creationId xmlns:a16="http://schemas.microsoft.com/office/drawing/2014/main" id="{1D75389F-B09B-E515-8383-CF206C5412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254000"/>
            <a:ext cx="1270000" cy="762000"/>
          </a:xfrm>
          <a:prstGeom prst="rect">
            <a:avLst/>
          </a:prstGeom>
        </p:spPr>
      </p:pic>
      <p:pic>
        <p:nvPicPr>
          <p:cNvPr id="5" name="pic-img.gif">
            <a:extLst>
              <a:ext uri="{FF2B5EF4-FFF2-40B4-BE49-F238E27FC236}">
                <a16:creationId xmlns:a16="http://schemas.microsoft.com/office/drawing/2014/main" id="{47CEC377-E8ED-D5C9-4E19-B51FEA2D88B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00" y="254000"/>
            <a:ext cx="1270000" cy="762000"/>
          </a:xfrm>
          <a:prstGeom prst="rect">
            <a:avLst/>
          </a:prstGeom>
        </p:spPr>
      </p:pic>
      <p:pic>
        <p:nvPicPr>
          <p:cNvPr id="7" name="pic-img.tif">
            <a:extLst>
              <a:ext uri="{FF2B5EF4-FFF2-40B4-BE49-F238E27FC236}">
                <a16:creationId xmlns:a16="http://schemas.microsoft.com/office/drawing/2014/main" id="{824B377D-BA94-54B8-3AE7-6594D2C95DA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54000"/>
            <a:ext cx="1270000" cy="762000"/>
          </a:xfrm>
          <a:prstGeom prst="rect">
            <a:avLst/>
          </a:prstGeom>
        </p:spPr>
      </p:pic>
      <p:pic>
        <p:nvPicPr>
          <p:cNvPr id="9" name="pic-img.emf">
            <a:extLst>
              <a:ext uri="{FF2B5EF4-FFF2-40B4-BE49-F238E27FC236}">
                <a16:creationId xmlns:a16="http://schemas.microsoft.com/office/drawing/2014/main" id="{69B207B7-13DA-CE21-48C1-9C4B1A0652FA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08500" y="254000"/>
            <a:ext cx="1270000" cy="762000"/>
          </a:xfrm>
          <a:prstGeom prst="rect">
            <a:avLst/>
          </a:prstGeom>
        </p:spPr>
      </p:pic>
      <p:pic>
        <p:nvPicPr>
          <p:cNvPr id="11" name="pic-img.wmf">
            <a:extLst>
              <a:ext uri="{FF2B5EF4-FFF2-40B4-BE49-F238E27FC236}">
                <a16:creationId xmlns:a16="http://schemas.microsoft.com/office/drawing/2014/main" id="{E49C4CF1-1697-9248-43FE-841690AC5FF8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0" y="254000"/>
            <a:ext cx="1270000" cy="762000"/>
          </a:xfrm>
          <a:prstGeom prst="rect">
            <a:avLst/>
          </a:prstGeom>
        </p:spPr>
      </p:pic>
      <p:pic>
        <p:nvPicPr>
          <p:cNvPr id="13" name="pic-img.svg">
            <a:extLst>
              <a:ext uri="{FF2B5EF4-FFF2-40B4-BE49-F238E27FC236}">
                <a16:creationId xmlns:a16="http://schemas.microsoft.com/office/drawing/2014/main" id="{4A65FAE9-B464-384B-FFB3-13083805D98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29500" y="254000"/>
            <a:ext cx="1270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449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2026-09-25T07:53:18Z</dcterms:created>
  <dcterms:modified xsi:type="dcterms:W3CDTF">2026-09-25T07:53:18Z</dcterms:modified>
</cp:coreProperties>
</file>