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></Relationship>
  <Relationship Id="rId2" Type="http://schemas.openxmlformats.org/officeDocument/2006/relationships/theme" Target="theme/theme1.xml"></Relationship>
  <Relationship Id="rId3" Type="http://schemas.openxmlformats.org/officeDocument/2006/relationships/presProps" Target="presProps.xml"></Relationship>
  <Relationship Id="rId4" Type="http://schemas.openxmlformats.org/officeDocument/2006/relationships/viewProps" Target="viewProps.xml"></Relationship>
  <Relationship Id="rId5" Type="http://schemas.openxmlformats.org/officeDocument/2006/relationships/tableStyles" Target="tableStyles.xml"></Relationship>
  <Relationship Id="rId6" Type="http://schemas.openxmlformats.org/officeDocument/2006/relationships/slide" Target="slides/slide1.xml"></Relationship>
  <Relationship Id="rId7" Type="http://schemas.openxmlformats.org/officeDocument/2006/relationships/slide" Target="slides/slide2.xml"></Relationship>
  <Relationship Id="rId8" Type="http://schemas.openxmlformats.org/officeDocument/2006/relationships/slide" Target="slides/slide3.xml"></Relationship>
  <Relationship Id="rId9" Type="http://schemas.openxmlformats.org/officeDocument/2006/relationships/slide" Target="slides/slide4.xml"></Relationship>
  <Relationship Id="rId10" Type="http://schemas.openxmlformats.org/officeDocument/2006/relationships/slide" Target="slides/slide5.xml"></Relationship>
  <Relationship Id="rId11" Type="http://schemas.openxmlformats.org/officeDocument/2006/relationships/slide" Target="slides/slide6.xml"></Relationship>
  <Relationship Id="rId12" Type="http://schemas.openxmlformats.org/officeDocument/2006/relationships/slide" Target="slides/slide7.xml"></Relationship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&amp;#x2022;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_rels/slide2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_rels/slide3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_rels/slide4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_rels/slide5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_rels/slide6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_rels/slide7.xml.rels><Relationships xmlns="http://schemas.openxmlformats.org/package/2006/relationships">
  <Relationship Id="rId1" Type="http://schemas.openxmlformats.org/officeDocument/2006/relationships/slideLayout" Target="../slideLayouts/slideLayout1.xml"></Relationship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 txBox="0"/>
          <p:nvPr/>
        </p:nvSpPr>
        <p:spPr>
          <a:xfrm>
            <a:off x="0" y="0"/>
            <a:ext cx="4381500" cy="68580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533400" y="2381250"/>
            <a:ext cx="3429000" cy="1714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4050" b="1">
                <a:solidFill>
                  <a:srgbClr val="ffffff"/>
                </a:solidFill>
              </a:rPr>
              <a:t>Project</a:t>
            </a:r>
            <a:endParaRPr lang="en-US"/>
          </a:p>
          <a:p>
            <a:pPr/>
            <a:r>
              <a:rPr lang="en-US" dirty="0" sz="4050" b="1">
                <a:solidFill>
                  <a:srgbClr val="ffffff"/>
                </a:solidFill>
              </a:rPr>
              <a:t>Atlas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52450" y="4095750"/>
            <a:ext cx="3429000" cy="3429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500">
                <a:solidFill>
                  <a:srgbClr val="c7d2fe"/>
                </a:solidFill>
              </a:rPr>
              <a:t>Product Overview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52450" y="4476750"/>
            <a:ext cx="3429000" cy="2857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200">
                <a:solidFill>
                  <a:srgbClr val="a5b4fc"/>
                </a:solidFill>
              </a:rPr>
              <a:t>Q2 2026</a:t>
            </a:r>
            <a:endParaRPr lang="en-US"/>
          </a:p>
        </p:txBody>
      </p:sp>
      <p:sp>
        <p:nvSpPr>
          <p:cNvPr id="5" name="Rectangle 5"/>
          <p:cNvSpPr txBox="0"/>
          <p:nvPr/>
        </p:nvSpPr>
        <p:spPr>
          <a:xfrm>
            <a:off x="5810250" y="1238250"/>
            <a:ext cx="1428750" cy="1428750"/>
          </a:xfrm>
          <a:prstGeom prst="roundRect">
            <a:avLst/>
          </a:prstGeom>
          <a:solidFill>
            <a:srgbClr val="a5b4fc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Rectangle 6"/>
          <p:cNvSpPr txBox="0"/>
          <p:nvPr/>
        </p:nvSpPr>
        <p:spPr>
          <a:xfrm>
            <a:off x="7486650" y="1238250"/>
            <a:ext cx="14287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7" name="Rectangle 7"/>
          <p:cNvSpPr txBox="0"/>
          <p:nvPr/>
        </p:nvSpPr>
        <p:spPr>
          <a:xfrm>
            <a:off x="9163050" y="1238250"/>
            <a:ext cx="14287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8" name="Rectangle 8"/>
          <p:cNvSpPr txBox="0"/>
          <p:nvPr/>
        </p:nvSpPr>
        <p:spPr>
          <a:xfrm>
            <a:off x="5810250" y="2914650"/>
            <a:ext cx="14287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9" name="Rectangle 9"/>
          <p:cNvSpPr txBox="0"/>
          <p:nvPr/>
        </p:nvSpPr>
        <p:spPr>
          <a:xfrm>
            <a:off x="7486650" y="2914650"/>
            <a:ext cx="14287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0" name="Rectangle 10"/>
          <p:cNvSpPr txBox="0"/>
          <p:nvPr/>
        </p:nvSpPr>
        <p:spPr>
          <a:xfrm>
            <a:off x="9163050" y="2914650"/>
            <a:ext cx="1428750" cy="1428750"/>
          </a:xfrm>
          <a:prstGeom prst="roundRect">
            <a:avLst/>
          </a:prstGeom>
          <a:solidFill>
            <a:srgbClr val="f59e0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1" name="Rectangle 11"/>
          <p:cNvSpPr txBox="0"/>
          <p:nvPr/>
        </p:nvSpPr>
        <p:spPr>
          <a:xfrm>
            <a:off x="5810250" y="4591050"/>
            <a:ext cx="14287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2" name="Rectangle 12"/>
          <p:cNvSpPr txBox="0"/>
          <p:nvPr/>
        </p:nvSpPr>
        <p:spPr>
          <a:xfrm>
            <a:off x="7486650" y="4591050"/>
            <a:ext cx="1428750" cy="1428750"/>
          </a:xfrm>
          <a:prstGeom prst="round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3" name="Rectangle 13"/>
          <p:cNvSpPr txBox="0"/>
          <p:nvPr/>
        </p:nvSpPr>
        <p:spPr>
          <a:xfrm>
            <a:off x="9163050" y="4591050"/>
            <a:ext cx="14287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400" y="876300"/>
            <a:ext cx="666750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3000" b="1">
                <a:solidFill>
                  <a:srgbClr val="0f172a"/>
                </a:solidFill>
              </a:rPr>
              <a:t>Agenda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09600" y="190500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650">
                <a:solidFill>
                  <a:srgbClr val="475569"/>
                </a:solidFill>
              </a:rPr>
              <a:t>1.  Where we are today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09600" y="257175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650">
                <a:solidFill>
                  <a:srgbClr val="475569"/>
                </a:solidFill>
              </a:rPr>
              <a:t>2.  Product highlights</a:t>
            </a:r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09600" y="323850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650">
                <a:solidFill>
                  <a:srgbClr val="475569"/>
                </a:solidFill>
              </a:rPr>
              <a:t>3.  Quarterly growth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09600" y="390525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650">
                <a:solidFill>
                  <a:srgbClr val="475569"/>
                </a:solidFill>
              </a:rPr>
              <a:t>4.  Platform architecture</a:t>
            </a:r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09600" y="457200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650">
                <a:solidFill>
                  <a:srgbClr val="475569"/>
                </a:solidFill>
              </a:rPr>
              <a:t>5.  Roadmap &amp; next steps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1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3400" y="876300"/>
            <a:ext cx="857250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3000" b="1">
                <a:solidFill>
                  <a:srgbClr val="0f172a"/>
                </a:solidFill>
              </a:rPr>
              <a:t>Quarterly Growth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52450" y="1485900"/>
            <a:ext cx="8572500" cy="2857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200">
                <a:solidFill>
                  <a:srgbClr val="475569"/>
                </a:solidFill>
              </a:rPr>
              <a:t>Active users (thousands), by quarter</a:t>
            </a:r>
            <a:endParaRPr lang="en-US"/>
          </a:p>
        </p:txBody>
      </p:sp>
      <p:sp>
        <p:nvSpPr>
          <p:cNvPr id="24" name="Rectangle 24"/>
          <p:cNvSpPr txBox="0"/>
          <p:nvPr/>
        </p:nvSpPr>
        <p:spPr>
          <a:xfrm>
            <a:off x="2428875" y="5905500"/>
            <a:ext cx="7620000" cy="28575"/>
          </a:xfrm>
          <a:prstGeom prst="rect">
            <a:avLst/>
          </a:prstGeom>
          <a:solidFill>
            <a:srgbClr val="e2e8f0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25" name="Rectangle 25"/>
          <p:cNvSpPr txBox="0"/>
          <p:nvPr/>
        </p:nvSpPr>
        <p:spPr>
          <a:xfrm>
            <a:off x="2619375" y="4400550"/>
            <a:ext cx="1238250" cy="1504950"/>
          </a:xfrm>
          <a:prstGeom prst="roundRect">
            <a:avLst/>
          </a:prstGeom>
          <a:solidFill>
            <a:srgbClr val="a5b4fc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19375" y="401955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500" b="1">
                <a:solidFill>
                  <a:srgbClr val="0f172a"/>
                </a:solidFill>
              </a:rPr>
              <a:t>42</a:t>
            </a:r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619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200">
                <a:solidFill>
                  <a:srgbClr val="475569"/>
                </a:solidFill>
              </a:rPr>
              <a:t>Q1</a:t>
            </a:r>
            <a:endParaRPr lang="en-US"/>
          </a:p>
        </p:txBody>
      </p:sp>
      <p:sp>
        <p:nvSpPr>
          <p:cNvPr id="28" name="Rectangle 28"/>
          <p:cNvSpPr txBox="0"/>
          <p:nvPr/>
        </p:nvSpPr>
        <p:spPr>
          <a:xfrm>
            <a:off x="4524375" y="3829050"/>
            <a:ext cx="1238250" cy="20764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75" y="344805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500" b="1">
                <a:solidFill>
                  <a:srgbClr val="0f172a"/>
                </a:solidFill>
              </a:rPr>
              <a:t>58</a:t>
            </a:r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4524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200">
                <a:solidFill>
                  <a:srgbClr val="475569"/>
                </a:solidFill>
              </a:rPr>
              <a:t>Q2</a:t>
            </a:r>
            <a:endParaRPr lang="en-US"/>
          </a:p>
        </p:txBody>
      </p:sp>
      <p:sp>
        <p:nvSpPr>
          <p:cNvPr id="31" name="Rectangle 31"/>
          <p:cNvSpPr txBox="0"/>
          <p:nvPr/>
        </p:nvSpPr>
        <p:spPr>
          <a:xfrm>
            <a:off x="6429375" y="3371850"/>
            <a:ext cx="1238250" cy="25336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29375" y="299085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500" b="1">
                <a:solidFill>
                  <a:srgbClr val="0f172a"/>
                </a:solidFill>
              </a:rPr>
              <a:t>71</a:t>
            </a:r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6429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200">
                <a:solidFill>
                  <a:srgbClr val="475569"/>
                </a:solidFill>
              </a:rPr>
              <a:t>Q3</a:t>
            </a:r>
            <a:endParaRPr lang="en-US"/>
          </a:p>
        </p:txBody>
      </p:sp>
      <p:sp>
        <p:nvSpPr>
          <p:cNvPr id="34" name="Rectangle 34"/>
          <p:cNvSpPr txBox="0"/>
          <p:nvPr/>
        </p:nvSpPr>
        <p:spPr>
          <a:xfrm>
            <a:off x="8334375" y="2476500"/>
            <a:ext cx="1238250" cy="3429000"/>
          </a:xfrm>
          <a:prstGeom prst="round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4375" y="209550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500" b="1">
                <a:solidFill>
                  <a:srgbClr val="0f172a"/>
                </a:solidFill>
              </a:rPr>
              <a:t>96</a:t>
            </a:r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8334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200">
                <a:solidFill>
                  <a:srgbClr val="475569"/>
                </a:solidFill>
              </a:rPr>
              <a:t>Q4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7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3400" y="876300"/>
            <a:ext cx="952500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3000" b="1">
                <a:solidFill>
                  <a:srgbClr val="0f172a"/>
                </a:solidFill>
              </a:rPr>
              <a:t>Platform Architecture</a:t>
            </a:r>
            <a:endParaRPr lang="en-US"/>
          </a:p>
        </p:txBody>
      </p:sp>
      <p:sp>
        <p:nvSpPr>
          <p:cNvPr id="39" name="Rectangle 39"/>
          <p:cNvSpPr txBox="0"/>
          <p:nvPr/>
        </p:nvSpPr>
        <p:spPr>
          <a:xfrm>
            <a:off x="762000" y="3048000"/>
            <a:ext cx="23812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 anchor="ctr"/>
          <a:lstStyle/>
          <a:p>
            <a:pPr algn="ctr"/>
            <a:r>
              <a:rPr lang="en-US" dirty="0" sz="1650" b="1">
                <a:solidFill>
                  <a:srgbClr val="ffffff"/>
                </a:solidFill>
              </a:rPr>
              <a:t>Client Apps</a:t>
            </a:r>
            <a:endParaRPr lang="en-US"/>
          </a:p>
        </p:txBody>
      </p:sp>
      <p:sp>
        <p:nvSpPr>
          <p:cNvPr id="40" name="Rectangle 40"/>
          <p:cNvSpPr txBox="0"/>
          <p:nvPr/>
        </p:nvSpPr>
        <p:spPr>
          <a:xfrm>
            <a:off x="3162300" y="3609975"/>
            <a:ext cx="342900" cy="304800"/>
          </a:xfrm>
          <a:prstGeom prst="rightArrow">
            <a:avLst/>
          </a:prstGeom>
          <a:solidFill>
            <a:srgbClr val="a5b4fc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1" name="Rectangle 41"/>
          <p:cNvSpPr txBox="0"/>
          <p:nvPr/>
        </p:nvSpPr>
        <p:spPr>
          <a:xfrm>
            <a:off x="3524250" y="3048000"/>
            <a:ext cx="23812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 anchor="ctr"/>
          <a:lstStyle/>
          <a:p>
            <a:pPr algn="ctr"/>
            <a:r>
              <a:rPr lang="en-US" dirty="0" sz="1650" b="1">
                <a:solidFill>
                  <a:srgbClr val="ffffff"/>
                </a:solidFill>
              </a:rPr>
              <a:t>API Gateway</a:t>
            </a:r>
            <a:endParaRPr lang="en-US"/>
          </a:p>
        </p:txBody>
      </p:sp>
      <p:sp>
        <p:nvSpPr>
          <p:cNvPr id="42" name="Rectangle 42"/>
          <p:cNvSpPr txBox="0"/>
          <p:nvPr/>
        </p:nvSpPr>
        <p:spPr>
          <a:xfrm>
            <a:off x="5924550" y="3609975"/>
            <a:ext cx="342900" cy="304800"/>
          </a:xfrm>
          <a:prstGeom prst="rightArrow">
            <a:avLst/>
          </a:prstGeom>
          <a:solidFill>
            <a:srgbClr val="a5b4fc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3" name="Rectangle 43"/>
          <p:cNvSpPr txBox="0"/>
          <p:nvPr/>
        </p:nvSpPr>
        <p:spPr>
          <a:xfrm>
            <a:off x="6286500" y="3048000"/>
            <a:ext cx="2381250" cy="1428750"/>
          </a:xfrm>
          <a:prstGeom prst="roundRect">
            <a:avLst/>
          </a:prstGeom>
          <a:solidFill>
            <a:srgbClr val="4f46e5"/>
          </a:solidFill>
        </p:spPr>
        <p:txBody>
          <a:bodyPr wrap="square" anchor="ctr"/>
          <a:lstStyle/>
          <a:p>
            <a:pPr algn="ctr"/>
            <a:r>
              <a:rPr lang="en-US" dirty="0" sz="1650" b="1">
                <a:solidFill>
                  <a:srgbClr val="ffffff"/>
                </a:solidFill>
              </a:rPr>
              <a:t>Services</a:t>
            </a:r>
            <a:endParaRPr lang="en-US"/>
          </a:p>
        </p:txBody>
      </p:sp>
      <p:sp>
        <p:nvSpPr>
          <p:cNvPr id="44" name="Rectangle 44"/>
          <p:cNvSpPr txBox="0"/>
          <p:nvPr/>
        </p:nvSpPr>
        <p:spPr>
          <a:xfrm>
            <a:off x="8686800" y="3609975"/>
            <a:ext cx="342900" cy="304800"/>
          </a:xfrm>
          <a:prstGeom prst="rightArrow">
            <a:avLst/>
          </a:prstGeom>
          <a:solidFill>
            <a:srgbClr val="a5b4fc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5" name="Rectangle 45"/>
          <p:cNvSpPr txBox="0"/>
          <p:nvPr/>
        </p:nvSpPr>
        <p:spPr>
          <a:xfrm>
            <a:off x="9048750" y="3048000"/>
            <a:ext cx="2381250" cy="1428750"/>
          </a:xfrm>
          <a:prstGeom prst="roundRect">
            <a:avLst/>
          </a:prstGeom>
          <a:solidFill>
            <a:srgbClr val="0f172a"/>
          </a:solidFill>
        </p:spPr>
        <p:txBody>
          <a:bodyPr wrap="square" anchor="ctr"/>
          <a:lstStyle/>
          <a:p>
            <a:pPr algn="ctr"/>
            <a:r>
              <a:rPr lang="en-US" dirty="0" sz="1650" b="1">
                <a:solidFill>
                  <a:srgbClr val="ffffff"/>
                </a:solidFill>
              </a:rPr>
              <a:t>Data Layer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6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33400" y="876300"/>
            <a:ext cx="666750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3000" b="1">
                <a:solidFill>
                  <a:srgbClr val="0f172a"/>
                </a:solidFill>
              </a:rPr>
              <a:t>Plans</a:t>
            </a:r>
            <a:endParaRPr lang="en-US"/>
          </a:p>
        </p:txBody>
      </p:sp>
      <p:graphicFrame>
        <p:nvGraphicFramePr>
          <p:cNvPr id="48" name="Table"/>
          <p:cNvGraphicFramePr>
            <a:graphicFrameLocks noGrp="1"/>
          </p:cNvGraphicFramePr>
          <p:nvPr/>
        </p:nvGraphicFramePr>
        <p:xfrm>
          <a:off x="762000" y="1905000"/>
          <a:ext cx="10668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val="848969692"/>
                    </a:ext>
                  </a:extLst>
                </a:gridCol>
                <a:gridCol w="2286000">
                  <a:extLst>
                    <a:ext uri="{9D8B030D-6E8A-4147-A177-3AD203B41FA5}">
                      <a16:colId val="2517645534"/>
                    </a:ext>
                  </a:extLst>
                </a:gridCol>
                <a:gridCol w="2286000">
                  <a:extLst>
                    <a:ext uri="{9D8B030D-6E8A-4147-A177-3AD203B41FA5}">
                      <a16:colId val="1972897697"/>
                    </a:ext>
                  </a:extLst>
                </a:gridCol>
                <a:gridCol w="2286000">
                  <a:extLst>
                    <a:ext uri="{9D8B030D-6E8A-4147-A177-3AD203B41FA5}">
                      <a16:colId val="21535791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Starter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Enterprise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Projects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Unlimited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Collaborators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Unlimited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Export formats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PDF, PNG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 / 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8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3400" y="876300"/>
            <a:ext cx="666750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3000" b="1">
                <a:solidFill>
                  <a:srgbClr val="0f172a"/>
                </a:solidFill>
              </a:rPr>
              <a:t>Roadmap</a:t>
            </a:r>
            <a:endParaRPr lang="en-US"/>
          </a:p>
        </p:txBody>
      </p:sp>
      <p:sp>
        <p:nvSpPr>
          <p:cNvPr id="50" name="Rectangle 50"/>
          <p:cNvSpPr txBox="0"/>
          <p:nvPr/>
        </p:nvSpPr>
        <p:spPr>
          <a:xfrm>
            <a:off x="809625" y="2381250"/>
            <a:ext cx="3143250" cy="2286000"/>
          </a:xfrm>
          <a:prstGeom prst="roundRect">
            <a:avLst/>
          </a:prstGeom>
          <a:solidFill>
            <a:srgbClr val="f1f5f9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1" name="Rectangle 51"/>
          <p:cNvSpPr txBox="0"/>
          <p:nvPr/>
        </p:nvSpPr>
        <p:spPr>
          <a:xfrm>
            <a:off x="1038225" y="2667000"/>
            <a:ext cx="533400" cy="533400"/>
          </a:xfrm>
          <a:prstGeom prst="ellipse">
            <a:avLst/>
          </a:prstGeom>
          <a:solidFill>
            <a:srgbClr val="4f46e5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38225" y="3429000"/>
            <a:ext cx="2686050" cy="3238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200" b="1">
                <a:solidFill>
                  <a:srgbClr val="4f46e5"/>
                </a:solidFill>
              </a:rPr>
              <a:t>Now</a:t>
            </a:r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1038225" y="3771900"/>
            <a:ext cx="268605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800" b="1">
                <a:solidFill>
                  <a:srgbClr val="0f172a"/>
                </a:solidFill>
              </a:rPr>
              <a:t>Realtime editing</a:t>
            </a:r>
            <a:endParaRPr lang="en-US"/>
          </a:p>
        </p:txBody>
      </p:sp>
      <p:sp>
        <p:nvSpPr>
          <p:cNvPr id="54" name="Rectangle 54"/>
          <p:cNvSpPr txBox="0"/>
          <p:nvPr/>
        </p:nvSpPr>
        <p:spPr>
          <a:xfrm>
            <a:off x="4524375" y="2381250"/>
            <a:ext cx="3143250" cy="2286000"/>
          </a:xfrm>
          <a:prstGeom prst="roundRect">
            <a:avLst/>
          </a:prstGeom>
          <a:solidFill>
            <a:srgbClr val="f1f5f9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5" name="Rectangle 55"/>
          <p:cNvSpPr txBox="0"/>
          <p:nvPr/>
        </p:nvSpPr>
        <p:spPr>
          <a:xfrm>
            <a:off x="4752975" y="2667000"/>
            <a:ext cx="533400" cy="533400"/>
          </a:xfrm>
          <a:prstGeom prst="ellipse">
            <a:avLst/>
          </a:prstGeom>
          <a:solidFill>
            <a:srgbClr val="6366f1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52975" y="3429000"/>
            <a:ext cx="2686050" cy="3238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200" b="1">
                <a:solidFill>
                  <a:srgbClr val="6366f1"/>
                </a:solidFill>
              </a:rPr>
              <a:t>Next</a:t>
            </a:r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4752975" y="3771900"/>
            <a:ext cx="268605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800" b="1">
                <a:solidFill>
                  <a:srgbClr val="0f172a"/>
                </a:solidFill>
              </a:rPr>
              <a:t>Offline mode</a:t>
            </a:r>
            <a:endParaRPr lang="en-US"/>
          </a:p>
        </p:txBody>
      </p:sp>
      <p:sp>
        <p:nvSpPr>
          <p:cNvPr id="58" name="Rectangle 58"/>
          <p:cNvSpPr txBox="0"/>
          <p:nvPr/>
        </p:nvSpPr>
        <p:spPr>
          <a:xfrm>
            <a:off x="8239125" y="2381250"/>
            <a:ext cx="3143250" cy="2286000"/>
          </a:xfrm>
          <a:prstGeom prst="roundRect">
            <a:avLst/>
          </a:prstGeom>
          <a:solidFill>
            <a:srgbClr val="f1f5f9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9" name="Rectangle 59"/>
          <p:cNvSpPr txBox="0"/>
          <p:nvPr/>
        </p:nvSpPr>
        <p:spPr>
          <a:xfrm>
            <a:off x="8467725" y="2667000"/>
            <a:ext cx="533400" cy="533400"/>
          </a:xfrm>
          <a:prstGeom prst="ellipse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67725" y="3429000"/>
            <a:ext cx="2686050" cy="3238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200" b="1">
                <a:solidFill>
                  <a:srgbClr val="818cf8"/>
                </a:solidFill>
              </a:rPr>
              <a:t>Later</a:t>
            </a:r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8467725" y="3771900"/>
            <a:ext cx="2686050" cy="5715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1800" b="1">
                <a:solidFill>
                  <a:srgbClr val="0f172a"/>
                </a:solidFill>
              </a:rPr>
              <a:t>AI summaries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2"/>
          <p:cNvSpPr txBox="1"/>
          <p:nvPr/>
        </p:nvSpPr>
        <p:spPr>
          <a:xfrm>
            <a:off x="1333500" y="2667000"/>
            <a:ext cx="9525000" cy="952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4800" b="1">
                <a:solidFill>
                  <a:srgbClr val="ffffff"/>
                </a:solidFill>
              </a:rPr>
              <a:t>Thank you</a:t>
            </a:r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1333500" y="3810000"/>
            <a:ext cx="9525000" cy="381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dirty="0" sz="1650">
                <a:solidFill>
                  <a:srgbClr val="c7d2fe"/>
                </a:solidFill>
              </a:rPr>
              <a:t>atlas.example.com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7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Atlas — Product Overview</dc:title>
  <dc:creator>pptx-viewer</dc:creator>
  <cp:lastModifiedBy>pptx-viewer</cp:lastModifiedBy>
  <cp:revision>2</cp:revision>
  <dcterms:created xsi:type="dcterms:W3CDTF">2026-06-14T09:54:26Z</dcterms:created>
  <dcterms:modified xsi:type="dcterms:W3CDTF">2026-06-14T09:54:27Z</dcterms:modified>
</cp:coreProperties>
</file>