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iagonal"/>
          <p:cNvSpPr/>
          <p:nvPr/>
        </p:nvSpPr>
        <p:spPr>
          <a:xfrm>
            <a:off x="1270000" y="2540000"/>
            <a:ext cx="3810000" cy="1270000"/>
          </a:xfrm>
          <a:prstGeom prst="line">
            <a:avLst/>
          </a:prstGeom>
          <a:ln w="50800">
            <a:solidFill>
              <a:srgbClr val="00AA00"/>
            </a:solidFill>
          </a:ln>
        </p:spPr>
      </p:sp>
      <p:sp>
        <p:nvSpPr>
          <p:cNvPr id="3" name="horizontal"/>
          <p:cNvSpPr/>
          <p:nvPr/>
        </p:nvSpPr>
        <p:spPr>
          <a:xfrm>
            <a:off x="1270000" y="1270000"/>
            <a:ext cx="3810000" cy="0"/>
          </a:xfrm>
          <a:prstGeom prst="line">
            <a:avLst/>
          </a:prstGeom>
          <a:ln w="50800">
            <a:solidFill>
              <a:srgbClr val="FF0000"/>
            </a:solidFill>
          </a:ln>
        </p:spPr>
      </p:sp>
      <p:sp>
        <p:nvSpPr>
          <p:cNvPr id="4" name="vertical"/>
          <p:cNvSpPr/>
          <p:nvPr/>
        </p:nvSpPr>
        <p:spPr>
          <a:xfrm>
            <a:off x="6350000" y="1016000"/>
            <a:ext cx="0" cy="2540000"/>
          </a:xfrm>
          <a:prstGeom prst="line">
            <a:avLst/>
          </a:prstGeom>
          <a:ln w="50800">
            <a:solidFill>
              <a:srgbClr val="0000FF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