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<Relationships xmlns="http://schemas.openxmlformats.org/package/2006/relationships"><Relationship Id="rId3" Type="http://schemas.openxmlformats.org/officeDocument/2006/relationships/presProps" Target="presProps.xml"></Relationship><Relationship Id="rId1" Type="http://schemas.openxmlformats.org/officeDocument/2006/relationships/slideMaster" Target="slideMasters/slideMaster1.xml"></Relationship><Relationship Id="rId6" Type="http://schemas.openxmlformats.org/officeDocument/2006/relationships/tableStyles" Target="tableStyles.xml"></Relationship><Relationship Id="rId5" Type="http://schemas.openxmlformats.org/officeDocument/2006/relationships/theme" Target="theme/theme1.xml"></Relationship><Relationship Id="rId4" Type="http://schemas.openxmlformats.org/officeDocument/2006/relationships/viewProps" Target="viewProps.xml"></Relationship><Relationship Id="rId2" Type="http://schemas.openxmlformats.org/officeDocument/2006/relationships/slide" Target="slides/slide1.xml"></Relationship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B1BF0-240B-737E-5C48-72AC38F4AF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3220AB-3136-F14A-AE3E-40E7846A4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FBE7-D1A1-A5F4-AB6F-F796922EE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7FBE2-10FC-DA8F-0865-33BC9E136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3474E-2737-9C04-1C3C-A98CE944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86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A949-37CA-463A-82D0-0977B24D2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AB28B-D2AC-09A1-01C1-E0E5A1BBD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E3940-F08A-D29C-F12F-F9948E030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7E25C-ECE0-FC20-53B7-A6038642A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E10B3-7657-D7BF-7DB2-FFBA7B2B5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480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03090-AD49-F07B-4AA3-EDB1F1A58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9C0B28-3012-80EA-B493-668DC2795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ABC54-9422-BE8D-C2E3-0925251D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71731-2B77-34F8-0E33-BAF7357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7E628-025E-36B8-8F75-FB267DBD2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48A55-8B97-E9CE-1A06-95EA68EB1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C9D64-528F-96AD-52E7-50A6731BA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E960F4-6813-A6F0-C9BC-3AC02389B6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E14366-BB4B-1AF8-7EA1-E78A5AA7B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3A29A-2BC5-AFAB-221B-E9E155E3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5A983-520A-F0AA-8E9C-C603B70DD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19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9F95-AB19-E46D-3333-6D88873F2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27257-B49C-0F42-C16D-9AB3969DD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7396F-703F-2012-AC28-132CEE6C7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7501D7-4A67-5691-87F4-733C6877D6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1F873-5A38-375D-F5BC-4DE630C796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0B8B05-2B42-1ACF-AFDF-B678F24EF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D666AB-DD0A-26C6-AA33-485A8317C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ABC5F-EF2B-6EDD-D8D1-A672BB53A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01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A3CEE-1BB0-7F08-C996-D96EAF334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DB59D7-F730-FFB2-9234-9D851D286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C17F89-A0C3-E446-5CC4-BBBCE86A5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2216A-75A1-9009-1C61-F9A379270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671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099EFA-743D-56A4-3022-C51D6E5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76A00E-7BB3-E71F-DDED-19BFAD040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0F08C-3A81-E473-53E6-788D71F5D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470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651E-B5C1-6413-F2B0-980D540FB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5E107-0C41-42AD-A57D-B10163F95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EFF350-C0C6-DC82-4DBE-101A03CAF6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672CD1-862B-5FB6-64BB-E4C8B1D74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A4F71-FA1C-B175-7C89-1C8754BCC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23A5C0-5301-BB50-42CC-2ADA21FEE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44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FF5AB-32F2-020B-E5A3-021B2F311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5A440E-A16A-AA76-B0B4-47C8B67B4D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126C6-9456-12DC-93EA-7AC7FAA5F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D2540-7A18-0384-5CC5-813795F6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8AA74-820B-6411-E382-73D6D9EAD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0CE1F-01B3-3260-F8AE-5DE9A93FD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08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AF5C2-6BD3-5788-C81F-108FE631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7EEE8-4BDB-A817-3E6D-C80F322C7D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180DE-589B-9ECA-8B2E-03FB15E6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DA1589-22B6-0573-261F-BC937797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D89CC-8019-C5B8-AC11-D7278FDCE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35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04E7FD-CDED-8330-43FA-BB0E0856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7888B-1B15-A524-950C-8CFF0E018C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28AC1-FAFF-74F6-ACE7-9505C751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0E73F-7BEA-A02D-54C4-2CFE2F3F7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F97FC-A030-71B2-D6BC-321E19364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4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28BF4-D4E9-036E-64BA-6D913E200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795A9-22DA-0546-C98A-11C3D3435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EEA26-DB59-8F6F-022C-51088C9167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E2534F-01A8-4396-ABB5-D000798765A3}" type="datetimeFigureOut">
              <a:rPr lang="en-US" smtClean="0"/>
              <a:t>2026-09-25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18D83-3E6A-4B62-B27A-2DEA8F5A4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12432-438D-288E-F7E6-77F74C15B3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C3798-ABA5-4AFC-8759-1EEB1944DC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249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3" Type="http://schemas.openxmlformats.org/officeDocument/2006/relationships/slideLayout" Target="../slideLayouts/slideLayout7.xml"></Relationship><Relationship Id="rId2" Type="http://schemas.openxmlformats.org/officeDocument/2006/relationships/video" Target="../media/media1.mp4"></Relationship><Relationship Id="rId1" Type="http://schemas.microsoft.com/office/2007/relationships/media" Target="../media/media1.mp4"></Relationship><Relationship Id="rId4" Type="http://schemas.openxmlformats.org/officeDocument/2006/relationships/image" Target="../media/image1.png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ip">
            <a:hlinkClick r:id="" action="ppaction://media"/>
            <a:extLst>
              <a:ext uri="{FF2B5EF4-FFF2-40B4-BE49-F238E27FC236}">
                <a16:creationId xmlns:a16="http://schemas.microsoft.com/office/drawing/2014/main" id="{B81CC48E-45A9-B7C3-F1D5-56B734FC99BC}"/>
              </a:ext>
            </a:extLst>
          </p:cNvPr>
          <p:cNvPicPr>
            <a:picLocks noChangeAspect="1"/>
          </p:cNvPicPr>
          <p:nvPr>
            <p:extLst>
              <p:ext uri="{DAA4B4D4-6D71-4841-9C94-3DE7FCFB9230}">
                <p14:media xmlns:p14="http://schemas.microsoft.com/office/powerpoint/2010/main" r:embed="rId1">
                  <p14:bmkLst>
                    <p14:bmk name="BM1" time="500"/>
                    <p14:bmk name="BM2" time="1500"/>
                  </p14:bmkLst>
                </p14:media>
              </p:ext>
            </p:extLst>
            <a:videoFile r:link="rId2"/>
          </p:nvPr>
        </p:nvPicPr>
        <p:blipFill>
          <a:blip r:embed="rId4"/>
          <a:stretch>
            <a:fillRect/>
          </a:stretch>
        </p:blipFill>
        <p:spPr>
          <a:xfrm>
            <a:off x="508000" y="508000"/>
            <a:ext cx="3048000" cy="2286000"/>
          </a:xfrm>
          <a:prstGeom prst="rect">
            <a:avLst/>
          </a:prstGeom>
        </p:spPr>
      </p:pic>
      <p:sp>
        <p:nvSpPr>
          <p:cNvPr id="3" name="Bookmark Target">
            <a:extLst>
              <a:ext uri="{FF2B5EF4-FFF2-40B4-BE49-F238E27FC236}">
                <a16:creationId xmlns:a16="http://schemas.microsoft.com/office/drawing/2014/main" id="{06AC60AE-93E4-DDE7-9B47-108B7154C42D}"/>
              </a:ext>
            </a:extLst>
          </p:cNvPr>
          <p:cNvSpPr/>
          <p:nvPr/>
        </p:nvSpPr>
        <p:spPr>
          <a:xfrm>
            <a:off x="5334000" y="508000"/>
            <a:ext cx="20320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BM1</a:t>
            </a:r>
          </a:p>
        </p:txBody>
      </p:sp>
      <p:sp>
        <p:nvSpPr>
          <p:cNvPr id="4" name="Second Shape">
            <a:extLst>
              <a:ext uri="{FF2B5EF4-FFF2-40B4-BE49-F238E27FC236}">
                <a16:creationId xmlns:a16="http://schemas.microsoft.com/office/drawing/2014/main" id="{C960D87A-E198-364B-2B1E-8EBC43C7DCAB}"/>
              </a:ext>
            </a:extLst>
          </p:cNvPr>
          <p:cNvSpPr/>
          <p:nvPr/>
        </p:nvSpPr>
        <p:spPr>
          <a:xfrm>
            <a:off x="5334000" y="2540000"/>
            <a:ext cx="20320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Second</a:t>
            </a:r>
          </a:p>
        </p:txBody>
      </p:sp>
    </p:spTree>
    <p:extLst>
      <p:ext uri="{BB962C8B-B14F-4D97-AF65-F5344CB8AC3E}">
        <p14:creationId xmlns:p14="http://schemas.microsoft.com/office/powerpoint/2010/main" val="22697823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3000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23" fill="hold">
                          <p:stCondLst>
                            <p:cond delay="indefinite"/>
                          </p:stCondLst>
                          <p:childTnLst>
                            <p:par>
                              <p:cTn id="2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10" presetClass="entr" presetSubtype="0" fill="hold" nodeType="clickEffect" dur="500" grpId="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seq concurrent="1" nextAc="seek">
                  <p:cTn id="8" restart="whenNotActive" fill="hold" evtFilter="cancelBubble" nodeType="interactiveSeq">
                    <p:stCondLst>
                      <p:cond evt="onClick" delay="0">
                        <p:tgtEl>
                          <p:spTgt spid="2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2" presetClass="mediacall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togglePause">
                                          <p:cBhvr>
                                            <p:cTn id="12" dur="1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Click" delay="0">
                      <p:tgtEl>
                        <p:spTgt spid="2"/>
                      </p:tgtEl>
                    </p:cond>
                  </p:nextCondLst>
                </p:seq>
                <p:seq concurrent="1" nextAc="seek">
                  <p:cTn id="13" restart="whenNotActive" fill="hold" evtFilter="cancelBubble" nodeType="interactiveSeq">
                    <p:stCondLst>
                      <p:cond evt="onMediaBookmark" delay="0">
                        <p:tgtEl>
                          <p14:bmkTgt spid="2" bmkName="BM1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14" fill="hold">
                          <p:stCondLst>
                            <p:cond delay="0"/>
                          </p:stCondLst>
                          <p:childTnLst>
                            <p:par>
                              <p:cTn id="15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6" presetID="10" presetClass="entr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" dur="50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MediaBookmark" delay="0">
                      <p:tgtEl>
                        <p14:bmkTgt spid="2" bmkName="BM1"/>
                      </p:tgtEl>
                    </p:cond>
                  </p:nextCondLst>
                </p:seq>
                <p:video>
                  <p:cMediaNode vol="80000">
                    <p:cTn id="7" fill="hold" display="0">
                      <p:stCondLst>
                        <p:cond delay="indefinite"/>
                      </p:stCondLst>
                    </p:cTn>
                    <p:tgtEl>
                      <p:spTgt spid="2"/>
                    </p:tgtEl>
                  </p:cMediaNode>
                </p:video>
              </p:childTnLst>
            </p:cTn>
          </p:par>
        </p:tnLst>
        <p:bldLst>
          <p:bldP spid="3" grpId="0" animBg="1"/>
        </p:bldLst>
        <p:extLst>
          <p:ext uri="{4F2D8E71-9C3A-4B16-A5D8-7E0B2C6F91A3}">
            <pptx:editorTiming xmlns:pptx="http://schemas.pptx.ai/pptx/editor-meta" owned="4:entr"/>
          </p:ext>
        </p:ext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" presetClass="mediacall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playFrom(0.0)">
                                          <p:cBhvr>
                                            <p:cTn id="6" dur="3000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23" fill="hold">
                          <p:stCondLst>
                            <p:cond delay="indefinite"/>
                          </p:stCondLst>
                          <p:childTnLst>
                            <p:par>
                              <p:cTn id="2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10" presetClass="entr" presetSubtype="0" fill="hold" nodeType="clickEffect" dur="500" grpId="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  <p:seq concurrent="1" nextAc="seek">
                  <p:cTn id="8" restart="whenNotActive" fill="hold" evtFilter="cancelBubble" nodeType="interactiveSeq">
                    <p:stCondLst>
                      <p:cond evt="onClick" delay="0">
                        <p:tgtEl>
                          <p:spTgt spid="2"/>
                        </p:tgtEl>
                      </p:cond>
                    </p:stCondLst>
                    <p:endSync evt="end" delay="0">
                      <p:rtn val="all"/>
                    </p:endSync>
                    <p:childTnLst>
                      <p:par>
                        <p:cTn id="9" fill="hold">
                          <p:stCondLst>
                            <p:cond delay="0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2" presetClass="mediacall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cmd type="call" cmd="togglePause">
                                          <p:cBhvr>
                                            <p:cTn id="12" dur="1" fill="hold"/>
                                            <p:tgtEl>
                                              <p:spTgt spid="2"/>
                                            </p:tgtEl>
                                          </p:cBhvr>
                                        </p:cmd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nextCondLst>
                    <p:cond evt="onClick" delay="0">
                      <p:tgtEl>
                        <p:spTgt spid="2"/>
                      </p:tgtEl>
                    </p:cond>
                  </p:nextCondLst>
                </p:seq>
                <p:video>
                  <p:cMediaNode vol="80000">
                    <p:cTn id="7" fill="hold" display="0">
                      <p:stCondLst>
                        <p:cond delay="indefinite"/>
                      </p:stCondLst>
                    </p:cTn>
                    <p:tgtEl>
                      <p:spTgt spid="2"/>
                    </p:tgtEl>
                  </p:cMediaNode>
                </p:video>
              </p:childTnLst>
            </p:cTn>
          </p:par>
        </p:tnLst>
        <p:extLst>
          <p:ext uri="{4F2D8E71-9C3A-4B16-A5D8-7E0B2C6F91A3}">
            <pptx:editorTiming xmlns:pptx="http://schemas.pptx.ai/pptx/editor-meta" owned="4:entr"/>
          </p:ext>
        </p:extLst>
      </p:timing>
    </mc:Fallback>
  </mc:AlternateContent>
  <p:extLst>
    <p:ext uri="{A6F62C1B-B45C-4E8A-8B0A-1B3E5F8C8D4A}">
      <pptx:editorMeta>
        <pptx:animations>
          <pptx:animation elementId="4" entrance="fadeIn" durationMs="500" order="0" trigger="onClick"/>
        </pptx:animations>
      </pptx:editorMe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2</Paragraphs>
  <Slides>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/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van Rooyen</dc:creator>
  <cp:lastModifiedBy>Christopher van Rooyen</cp:lastModifiedBy>
  <cp:revision>2</cp:revision>
  <dcterms:created xsi:type="dcterms:W3CDTF">2000-01-01T00:00:00Z</dcterms:created>
  <dcterms:modified xsi:type="dcterms:W3CDTF">2000-01-01T00:00:00Z</dcterms:modified>
</cp:coreProperties>
</file>