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ink="http://schemas.microsoft.com/office/drawing/2010/i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Ink 1"/>
          <p:cNvGraphicFramePr/>
          <p:nvPr/>
        </p:nvGraphicFramePr>
        <p:xfrm>
          <a:off x="571500" y="571500"/>
          <a:ext cx="3048000" cy="1905000"/>
        </p:xfrm>
        <a:graphic>
          <a:graphicData uri="http://schemas.microsoft.com/office/drawing/2010/ink">
            <mc:AlternateContent>
              <mc:Choice xmlns:aink="http://schemas.microsoft.com/office/drawing/2010/ink" Requires="aink">
                <aink:ink>
                  <aink:inkBrush brushColor="E91E63" brushSize="3"/>
                  <aink:trace>10,60 22,71 33,81 45,89 57,94 68,95 80,92 92,86 103,78 115,67 127,55 138,45 150,35 162,29 173,25 185,26 197,30 208,37 220,47 232,58 243,69 255,79 267,88 278,93 290,95</aink:trace>
                  <aink:trace>40,96 48,88 56,80 68,56 80,88 96,120 112,152 120,160</aink:trace>
                </aink:ink>
              </mc:Choice>
              <mc:Fallback>
                <p:sp>
                  <p:nvSpPr>
                    <p:cNvPr id="11" name="Ink fallback"/>
                    <p:cNvSpPr/>
                    <p:nvPr/>
                  </p:nvSpPr>
                  <p:spPr>
                    <a:xfrm>
                      <a:off x="571500" y="571500"/>
                      <a:ext cx="3048000" cy="1905000"/>
                    </a:xfrm>
                    <a:prstGeom prst="rect">
                      <a:avLst/>
                    </a:prstGeom>
                  </p:spPr>
                </p:sp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pptx-viewer-sdk</Application>
  <Slides>1</Slides>
  <ScaleCrop>false</ScaleCrop>
  <LinksUpToDate>false</LinksUpToDate>
  <SharedDoc>false</SharedDoc>
  <HyperlinksChanged>false</HyperlinksChanged>
  <AppVersion>1.0000</AppVersion>
  <HiddenSlides>0</HiddenSlides>
  <Notes>0</Notes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Ink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