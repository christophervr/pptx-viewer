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400" b="1"/>
              <a:t>Pixelate Filter Fixture</a:t>
            </a:r>
            <a:endParaRPr lang="en-US"/>
          </a:p>
        </p:txBody>
      </p:sp>
      <p:sp>
        <p:nvSpPr>
          <p:cNvPr id="60" name="Rectangle 2"/>
          <p:cNvSpPr txBox="0"/>
          <p:nvPr/>
        </p:nvSpPr>
        <p:spPr>
          <a:xfrm>
            <a:off x="571500" y="1524000"/>
            <a:ext cx="4762500" cy="2857500"/>
          </a:xfrm>
          <a:prstGeom prst="rect">
            <a:avLst/>
          </a:prstGeom>
          <a:gradFill>
            <a:gsLst>
              <a:gs pos="0">
                <a:srgbClr val="FF0000"/>
              </a:gs>
              <a:gs pos="250">
                <a:srgbClr val="FFFF00"/>
              </a:gs>
              <a:gs pos="500">
                <a:srgbClr val="00FF00"/>
              </a:gs>
              <a:gs pos="750">
                <a:srgbClr val="00FFFF"/>
              </a:gs>
              <a:gs pos="1000">
                <a:srgbClr val="0000FF"/>
              </a:gs>
            </a:gsLst>
            <a:lin ang="2700000" scaled="1"/>
          </a:gradFill>
        </p:spPr>
        <p:txBody>
          <a:bodyPr wrap="square"/>
          <a:lstStyle/>
          <a:p>
            <a:r>
              <a:rPr lang="en-US"/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ixelate">
                                      <p:cBhvr>
                                        <p:cTn id="6" dur="8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Pixelate Filter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