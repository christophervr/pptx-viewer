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vel Block"/>
          <p:cNvSpPr/>
          <p:nvPr/>
        </p:nvSpPr>
        <p:spPr>
          <a:xfrm>
            <a:off x="571500" y="857250"/>
            <a:ext cx="2095500" cy="1524000"/>
          </a:xfrm>
          <a:prstGeom prst="rect">
            <a:avLst/>
          </a:prstGeom>
          <a:solidFill>
            <a:srgbClr val="3366CC"/>
          </a:solidFill>
          <a:scene3d>
            <a:camera prst="isometricTopUp"/>
            <a:lightRig rig="threePt" dir="t"/>
          </a:scene3d>
          <a:sp3d extrusionH="304800" prstMaterial="metal">
            <a:bevelT w="76200" h="76200" prst="circle"/>
            <a:extrusionClr>
              <a:srgbClr val="1F3F7A"/>
            </a:extrusionClr>
          </a:sp3d>
        </p:spPr>
        <p:txBody>
          <a:bodyPr/>
          <a:lstStyle/>
          <a:p/>
        </p:txBody>
      </p:sp>
      <p:sp>
        <p:nvSpPr>
          <p:cNvPr id="3" name="Flat Block"/>
          <p:cNvSpPr/>
          <p:nvPr/>
        </p:nvSpPr>
        <p:spPr>
          <a:xfrm>
            <a:off x="3048000" y="857250"/>
            <a:ext cx="2095500" cy="1524000"/>
          </a:xfrm>
          <a:prstGeom prst="rect">
            <a:avLst/>
          </a:prstGeom>
          <a:solidFill>
            <a:srgbClr val="3366CC"/>
          </a:solidFill>
        </p:spPr>
        <p:txBody>
          <a:bodyPr/>
          <a:lstStyle/>
          <a:p/>
        </p:txBody>
      </p:sp>
      <p:sp>
        <p:nvSpPr>
          <p:cNvPr id="4" name="Double Outline"/>
          <p:cNvSpPr/>
          <p:nvPr/>
        </p:nvSpPr>
        <p:spPr>
          <a:xfrm>
            <a:off x="571500" y="2857500"/>
            <a:ext cx="2095500" cy="1143000"/>
          </a:xfrm>
          <a:prstGeom prst="rect">
            <a:avLst/>
          </a:prstGeom>
          <a:solidFill>
            <a:srgbClr val="FFFFFF"/>
          </a:solidFill>
          <a:ln w="76200" cmpd="dbl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5" name="Single Outline"/>
          <p:cNvSpPr/>
          <p:nvPr/>
        </p:nvSpPr>
        <p:spPr>
          <a:xfrm>
            <a:off x="3048000" y="2857500"/>
            <a:ext cx="2095500" cy="1143000"/>
          </a:xfrm>
          <a:prstGeom prst="rect">
            <a:avLst/>
          </a:prstGeom>
          <a:solidFill>
            <a:srgbClr val="FFFFFF"/>
          </a:solidFill>
          <a:ln w="76200" cmpd="sng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6" name="Bullet List"/>
          <p:cNvSpPr/>
          <p:nvPr/>
        </p:nvSpPr>
        <p:spPr>
          <a:xfrm>
            <a:off x="5715000" y="857250"/>
            <a:ext cx="2857500" cy="2286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285750" indent="-285750">
              <a:buChar char="•"/>
            </a:pPr>
            <a:r>
              <a:rPr lang="en-US" sz="1800"/>
              <a:t>Visible item</a:t>
            </a:r>
          </a:p>
          <a:p>
            <a:pPr marL="285750" indent="-285750">
              <a:buChar char="•"/>
            </a:pPr>
            <a:r>
              <a:rPr lang="en-US" sz="1800"/>
              <a:t>   </a:t>
            </a:r>
          </a:p>
          <a:p>
            <a:pPr marL="285750" indent="-285750">
              <a:buChar char="•"/>
            </a:pPr>
            <a:r>
              <a:rPr lang="en-US" sz="1800"/>
              <a:t>Another item</a:t>
            </a:r>
          </a:p>
        </p:txBody>
      </p:sp>
      <p:sp>
        <p:nvSpPr>
          <p:cNvPr id="7" name="Blend Overlay"/>
          <p:cNvSpPr/>
          <p:nvPr/>
        </p:nvSpPr>
        <p:spPr>
          <a:xfrm>
            <a:off x="5715000" y="3429000"/>
            <a:ext cx="2095500" cy="1143000"/>
          </a:xfrm>
          <a:prstGeom prst="rect">
            <a:avLst/>
          </a:prstGeom>
          <a:solidFill>
            <a:srgbClr val="3366CC"/>
          </a:solidFill>
          <a:effectLst>
            <a:fillOverlay blend="mult">
              <a:solidFill>
                <a:srgbClr val="FFCC00"/>
              </a:solidFill>
            </a:fillOverlay>
          </a:effectLst>
        </p:spPr>
        <p:txBody>
          <a:bodyPr/>
          <a:lstStyle/>
          <a:p/>
        </p:txBody>
      </p:sp>
      <p:sp>
        <p:nvSpPr>
          <p:cNvPr id="8" name="Heroic Left Facing"/>
          <p:cNvSpPr/>
          <p:nvPr/>
        </p:nvSpPr>
        <p:spPr>
          <a:xfrm>
            <a:off x="571500" y="4476750"/>
            <a:ext cx="2095500" cy="1333500"/>
          </a:xfrm>
          <a:prstGeom prst="rect">
            <a:avLst/>
          </a:prstGeom>
          <a:solidFill>
            <a:srgbClr val="3366CC"/>
          </a:solidFill>
          <a:scene3d>
            <a:camera prst="perspectiveHeroicLeftFacing"/>
            <a:lightRig rig="threePt" dir="t"/>
          </a:scene3d>
          <a:sp3d extrusionH="457200">
            <a:extrusionClr>
              <a:srgbClr val="112255"/>
            </a:extrusionClr>
          </a:sp3d>
        </p:spPr>
        <p:txBody>
          <a:bodyPr/>
          <a:lstStyle/>
          <a:p/>
        </p:txBody>
      </p:sp>
      <p:sp>
        <p:nvSpPr>
          <p:cNvPr id="9" name="Contrasting Left Facing"/>
          <p:cNvSpPr/>
          <p:nvPr/>
        </p:nvSpPr>
        <p:spPr>
          <a:xfrm>
            <a:off x="3048000" y="4476750"/>
            <a:ext cx="2095500" cy="1333500"/>
          </a:xfrm>
          <a:prstGeom prst="rect">
            <a:avLst/>
          </a:prstGeom>
          <a:solidFill>
            <a:srgbClr val="3366CC"/>
          </a:solidFill>
          <a:scene3d>
            <a:camera prst="perspectiveContrastingLeftFacing"/>
            <a:lightRig rig="threePt" dir="t"/>
          </a:scene3d>
        </p:spPr>
        <p:txBody>
          <a:bodyPr/>
          <a:lstStyle/>
          <a:p/>
        </p:txBody>
      </p:sp>
      <p:sp>
        <p:nvSpPr>
          <p:cNvPr id="10" name="Oblique Bottom Right"/>
          <p:cNvSpPr/>
          <p:nvPr/>
        </p:nvSpPr>
        <p:spPr>
          <a:xfrm>
            <a:off x="5715000" y="4667250"/>
            <a:ext cx="2095500" cy="1333500"/>
          </a:xfrm>
          <a:prstGeom prst="rect">
            <a:avLst/>
          </a:prstGeom>
          <a:solidFill>
            <a:srgbClr val="3366CC"/>
          </a:solidFill>
          <a:scene3d>
            <a:camera prst="obliqueBottomRight"/>
            <a:lightRig rig="threePt" dir="t"/>
          </a:scene3d>
          <a:sp3d extrusionH="457200">
            <a:extrusionClr>
              <a:srgbClr val="112255"/>
            </a:extrusionClr>
          </a:sp3d>
        </p:spPr>
        <p:txBody>
          <a:bodyPr/>
          <a:lstStyle/>
          <a:p/>
        </p:txBody>
      </p:sp>
      <p:sp>
        <p:nvSpPr>
          <p:cNvPr id="11" name="Matte Bevel Block"/>
          <p:cNvSpPr/>
          <p:nvPr/>
        </p:nvSpPr>
        <p:spPr>
          <a:xfrm>
            <a:off x="8191500" y="4667250"/>
            <a:ext cx="1905000" cy="1333500"/>
          </a:xfrm>
          <a:prstGeom prst="rect">
            <a:avLst/>
          </a:prstGeom>
          <a:solidFill>
            <a:srgbClr val="999999"/>
          </a:solidFill>
          <a:scene3d>
            <a:camera prst="orthographicFront"/>
            <a:lightRig rig="threePt" dir="t"/>
          </a:scene3d>
          <a:sp3d prstMaterial="matte">
            <a:bevelT w="76200" h="76200" prst="circle"/>
          </a:sp3d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3D and compound outlines</dc:title>
  <dc:creator>pptx-viewer</dc:creator>
  <cp:lastModifiedBy>pptx-viewer</cp:lastModifiedBy>
  <cp:revision>2</cp:revision>
  <dcterms:created xsi:type="dcterms:W3CDTF">2026-09-10T06:15:38Z</dcterms:created>
  <dcterms:modified xsi:type="dcterms:W3CDTF">2026-09-10T06:15:38Z</dcterms:modified>
</cp:coreProperties>
</file>