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derline Words"/>
          <p:cNvSpPr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US" sz="2400" u="words" dirty="0">
                <a:latin typeface="Arial"/>
                <a:cs typeface="Arial"/>
              </a:rPr>
              <a:t>ALPHA BETA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Underline Words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