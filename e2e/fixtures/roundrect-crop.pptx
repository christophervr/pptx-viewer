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media/image1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Rounded Crop"/>
          <p:cNvPicPr/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508000" y="1524000"/>
            <a:ext cx="5080000" cy="2857500"/>
          </a:xfrm>
          <a:prstGeom prst="roundRect">
            <a:avLst>
              <a:gd name="adj" fmla="val 16667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