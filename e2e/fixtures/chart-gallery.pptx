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Clustered Bar</a:t>
            </a:r>
            <a:endParaRPr lang="en-US"/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Line (with trendline)</a:t>
            </a:r>
            <a:endParaRPr lang="en-US"/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Area</a:t>
            </a:r>
            <a:endParaRPr lang="en-US"/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Pie</a:t>
            </a:r>
            <a:endParaRPr lang="en-US"/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Doughnut</a:t>
            </a:r>
            <a:endParaRPr lang="en-US"/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Radar</a:t>
            </a:r>
            <a:endParaRPr lang="en-US"/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Scatter</a:t>
            </a:r>
            <a:endParaRPr lang="en-US"/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Bubble</a:t>
            </a:r>
            <a:endParaRPr lang="en-US"/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Stacked Bar</a:t>
            </a:r>
            <a:endParaRPr lang="en-US"/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0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Percent Stacked Bar</a:t>
            </a:r>
            <a:endParaRPr lang="en-US"/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Funnel</a:t>
            </a:r>
            <a:endParaRPr lang="en-US"/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Sunburst</a:t>
            </a:r>
            <a:endParaRPr lang="en-US"/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Histogram</a:t>
            </a:r>
            <a:endParaRPr lang="en-US"/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Box-Whisker</a:t>
            </a:r>
            <a:endParaRPr lang="en-US"/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2026-07-06T04:53:41Z</dcterms:created>
  <dcterms:modified xsi:type="dcterms:W3CDTF">2026-07-06T04:53:41Z</dcterms:modified>
</cp:coreProperties>
</file>