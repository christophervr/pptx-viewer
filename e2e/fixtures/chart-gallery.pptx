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Relationship Id="rId10" Type="http://schemas.openxmlformats.org/officeDocument/2006/relationships/slide" Target="slides/slide5.xml"></Relationship><Relationship Id="rId11" Type="http://schemas.openxmlformats.org/officeDocument/2006/relationships/slide" Target="slides/slide6.xml"></Relationship><Relationship Id="rId12" Type="http://schemas.openxmlformats.org/officeDocument/2006/relationships/slide" Target="slides/slide7.xml"></Relationship><Relationship Id="rId13" Type="http://schemas.openxmlformats.org/officeDocument/2006/relationships/slide" Target="slides/slide8.xml"></Relationship><Relationship Id="rId14" Type="http://schemas.openxmlformats.org/officeDocument/2006/relationships/slide" Target="slides/slide9.xml"></Relationship><Relationship Id="rId15" Type="http://schemas.openxmlformats.org/officeDocument/2006/relationships/slide" Target="slides/slide10.xml"></Relationship><Relationship Id="rId16" Type="http://schemas.openxmlformats.org/officeDocument/2006/relationships/slide" Target="slides/slide11.xml"></Relationship><Relationship Id="rId17" Type="http://schemas.openxmlformats.org/officeDocument/2006/relationships/slide" Target="slides/slide12.xml"></Relationship><Relationship Id="rId18" Type="http://schemas.openxmlformats.org/officeDocument/2006/relationships/slide" Target="slides/slide13.xml"></Relationship><Relationship Id="rId19" Type="http://schemas.openxmlformats.org/officeDocument/2006/relationships/slide" Target="slides/slide14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Clustered Bar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gapWidth val="15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Line (with trendline)</a:t>
            </a:r>
          </a:p>
        </c:rich>
      </c:tx>
      <c:overlay val="0"/>
    </c:title>
    <c:autoTitleDeleted val="0"/>
    <c:plotArea>
      <c:layout/>
      <c:line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solidFill>
                <a:srgbClr val="4472C4"/>
              </a:solidFill>
            </a:ln>
          </c:spPr>
          <c:trendline>
            <c:spPr>
              <a:ln>
                <a:solidFill>
                  <a:srgbClr val="FF0000"/>
                </a:solidFill>
              </a:ln>
            </c:spPr>
            <c:trendlineType val="linear"/>
          </c:trendline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solidFill>
                <a:srgbClr val="ED7D31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Area</a:t>
            </a:r>
          </a:p>
        </c:rich>
      </c:tx>
      <c:overlay val="0"/>
    </c:title>
    <c:autoTitleDeleted val="0"/>
    <c:plotArea>
      <c:layout/>
      <c:area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Pie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</c:pieChart>
    </c:plotArea>
    <c:legend>
      <c:legendPos val="b"/>
      <c:overlay val="0"/>
    </c:legend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Doughnut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holeSize val="50"/>
      </c:doughnutChart>
    </c:plotArea>
    <c:legend>
      <c:legendPos val="b"/>
      <c:overlay val="0"/>
    </c:legend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Scatter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4472C4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ED7D31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</c:ser>
        <c:axId val="111111111"/>
        <c:axId val="222222222"/>
      </c:scatter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Bubble</a:t>
            </a:r>
          </a:p>
        </c:rich>
      </c:tx>
      <c:overlay val="0"/>
    </c:title>
    <c:autoTitleDeleted val="0"/>
    <c:plotArea>
      <c:layout/>
      <c:bubbleChart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8</c:v>
                </c:pt>
                <c:pt idx="2">
                  <c:v>7</c:v>
                </c:pt>
                <c:pt idx="3">
                  <c:v>9</c:v>
                </c:pt>
              </c:numCache>
            </c:numRef>
          </c:bubbleSize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7</c:v>
                </c:pt>
              </c:numCache>
            </c:numRef>
          </c:bubbleSize>
        </c:ser>
        <c:axId val="111111111"/>
        <c:axId val="222222222"/>
      </c:bubble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Stacked Bar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Percent Stacked Bar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1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Funnel</a:t>
            </a:r>
          </a:p>
        </cx:rich>
      </cx:tx>
    </cx:title>
    <cx:plotArea>
      <cx:plotAreaRegion>
        <cx:series layoutId="funnel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2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</cx:chartData>
  <cx:chart>
    <cx:title>
      <cx:tx>
        <cx:rich>
          <a:p>
            <a:r>
              <a:t>Sunburst</a:t>
            </a:r>
          </a:p>
        </cx:rich>
      </cx:tx>
    </cx:title>
    <cx:plotArea>
      <cx:plotAreaRegion>
        <cx:series layoutId="sunburst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sunburst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</cx:plotAreaRegion>
    </cx:plotArea>
    <cx:legend pos="b"/>
  </cx:chart>
</cx:chartSpace>
</file>

<file path=ppt/charts/chart13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Histogram</a:t>
            </a:r>
          </a:p>
        </cx:rich>
      </cx:tx>
    </cx:title>
    <cx:plotArea>
      <cx:plotAreaRegion>
        <cx:series layoutId="histogram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4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  <cx:data id="2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18</cx:pt>
          <cx:pt idx="1">24</cx:pt>
          <cx:pt idx="2">29</cx:pt>
          <cx:pt idx="3">33</cx:pt>
        </cx:lvl>
      </cx:numDim>
    </cx:data>
  </cx:chartData>
  <cx:chart>
    <cx:title>
      <cx:tx>
        <cx:rich>
          <a:p>
            <a:r>
              <a:t>Box-Whisker</a:t>
            </a:r>
          </a:p>
        </cx:rich>
      </cx:tx>
    </cx:title>
    <cx:plotArea>
      <cx:plotAreaRegion>
        <cx:series layoutId="boxWhisker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boxWhisker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  <cx:series layoutId="boxWhisker" uniqueId="{00000002-0000-0000-0000-000000000000}">
          <cx:tx>
            <cx:txData>
              <cx:f>Sheet1!$B$1</cx:f>
              <cx:v>Profit</cx:v>
            </cx:txData>
          </cx:tx>
          <cx:spPr>
            <a:solidFill>
              <a:srgbClr val="70AD47"/>
            </a:solidFill>
          </cx:spPr>
          <cx:dataId val="2"/>
        </cx:series>
      </cx:plotAreaRegion>
    </cx:plotArea>
    <cx:legend pos="b"/>
  </cx:chart>
</cx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.xml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2.xml"/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3.xml"/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4.xml"/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5.xml"/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6.xml"/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7.xml"/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8.xml"/></Relationships>
</file>

<file path=ppt/slides/_rels/slide9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9.xml"/></Relationships>
</file>

<file path=ppt/slides/_rels/slide10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0.xml"/></Relationships>
</file>

<file path=ppt/slides/_rels/slide1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1.xml"/></Relationships>
</file>

<file path=ppt/slides/_rels/slide1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2.xml"/></Relationships>
</file>

<file path=ppt/slides/_rels/slide1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3.xml"/></Relationships>
</file>

<file path=ppt/slides/_rels/slide1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Clustered Bar</a:t>
            </a:r>
            <a:endParaRPr lang="en-US"/>
          </a:p>
        </p:txBody>
      </p:sp>
      <p:graphicFrame>
        <p:nvGraphicFramePr>
          <p:cNvPr id="101" name="Chart 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Line (with trendline)</a:t>
            </a:r>
            <a:endParaRPr lang="en-US"/>
          </a:p>
        </p:txBody>
      </p:sp>
      <p:graphicFrame>
        <p:nvGraphicFramePr>
          <p:cNvPr id="102" name="Chart 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Area</a:t>
            </a:r>
            <a:endParaRPr lang="en-US"/>
          </a:p>
        </p:txBody>
      </p:sp>
      <p:graphicFrame>
        <p:nvGraphicFramePr>
          <p:cNvPr id="103" name="Chart 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Pie</a:t>
            </a:r>
            <a:endParaRPr lang="en-US"/>
          </a:p>
        </p:txBody>
      </p:sp>
      <p:graphicFrame>
        <p:nvGraphicFramePr>
          <p:cNvPr id="104" name="Chart 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Doughnut</a:t>
            </a:r>
            <a:endParaRPr lang="en-US"/>
          </a:p>
        </p:txBody>
      </p:sp>
      <p:graphicFrame>
        <p:nvGraphicFramePr>
          <p:cNvPr id="105" name="Chart 5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Radar</a:t>
            </a:r>
            <a:endParaRPr lang="en-US"/>
          </a:p>
        </p:txBody>
      </p:sp>
      <p:graphicFrame>
        <p:nvGraphicFramePr>
          <p:cNvPr id="106" name="Chart 6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Scatter</a:t>
            </a:r>
            <a:endParaRPr lang="en-US"/>
          </a:p>
        </p:txBody>
      </p:sp>
      <p:graphicFrame>
        <p:nvGraphicFramePr>
          <p:cNvPr id="107" name="Chart 7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8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Bubble</a:t>
            </a:r>
            <a:endParaRPr lang="en-US"/>
          </a:p>
        </p:txBody>
      </p:sp>
      <p:graphicFrame>
        <p:nvGraphicFramePr>
          <p:cNvPr id="108" name="Chart 8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9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Stacked Bar</a:t>
            </a:r>
            <a:endParaRPr lang="en-US"/>
          </a:p>
        </p:txBody>
      </p:sp>
      <p:graphicFrame>
        <p:nvGraphicFramePr>
          <p:cNvPr id="109" name="Chart 9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0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Percent Stacked Bar</a:t>
            </a:r>
            <a:endParaRPr lang="en-US"/>
          </a:p>
        </p:txBody>
      </p:sp>
      <p:graphicFrame>
        <p:nvGraphicFramePr>
          <p:cNvPr id="110" name="Chart 10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Funnel</a:t>
            </a:r>
            <a:endParaRPr lang="en-US"/>
          </a:p>
        </p:txBody>
      </p:sp>
      <p:graphicFrame>
        <p:nvGraphicFramePr>
          <p:cNvPr id="111" name="Chart 1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Sunburst</a:t>
            </a:r>
            <a:endParaRPr lang="en-US"/>
          </a:p>
        </p:txBody>
      </p:sp>
      <p:graphicFrame>
        <p:nvGraphicFramePr>
          <p:cNvPr id="112" name="Chart 1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Histogram</a:t>
            </a:r>
            <a:endParaRPr lang="en-US"/>
          </a:p>
        </p:txBody>
      </p:sp>
      <p:graphicFrame>
        <p:nvGraphicFramePr>
          <p:cNvPr id="113" name="Chart 1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Box-Whisker</a:t>
            </a:r>
            <a:endParaRPr lang="en-US"/>
          </a:p>
        </p:txBody>
      </p:sp>
      <p:graphicFrame>
        <p:nvGraphicFramePr>
          <p:cNvPr id="114" name="Chart 1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 Gallery Fixture</dc:title>
  <dc:creator>pptx-viewer-sdk</dc:creator>
  <cp:lastModifiedBy>pptx-viewer-sdk</cp:lastModifiedBy>
  <cp:revision>2</cp:revision>
  <dcterms:created xsi:type="dcterms:W3CDTF">2026-07-08T09:29:32Z</dcterms:created>
  <dcterms:modified xsi:type="dcterms:W3CDTF">2026-07-08T09:29:32Z</dcterms:modified>
</cp:coreProperties>
</file>