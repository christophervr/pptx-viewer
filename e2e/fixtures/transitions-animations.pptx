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mc="http://schemas.openxmlformats.org/markup-compatibility/2006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p14: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extLst>
      <p:ext uri="{4F2D8E71-9C3A-4B16-A5D8-7E0B2C6F91A3}">
        <pptx:editorTiming xmlns:pptx="http://schemas.pptx.ai/pptx/editor-meta" owned="2:entr"/>
      </p:ext>
    </p:extLst>
  </p:timing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