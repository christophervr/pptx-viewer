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xmlns:mc="http://schemas.openxmlformats.org/markup-compatibility/2006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p14: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timing>
    <p:tnLst>
      <p:par>
        <p:cTn id="6" dur="indefinite" restart="never" nodeType="tmRoot">
          <p:childTnLst>
            <p:seq concurrent="1" nextAc="seek"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extLst>
      <p:ext uri="{4F2D8E71-9C3A-4B16-A5D8-7E0B2C6F91A3}">
        <pptx:editorTiming xmlns:pptx="http://schemas.pptx.ai/pptx/editor-meta" owned="2:entr"/>
      </p:ext>
    </p:extLst>
  </p:timing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