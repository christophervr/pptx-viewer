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p14: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timing>
    <p:tnLst>
      <p:par>
        <p:cTn id="6" dur="indefinite" restart="never" nodeType="tmRoot">
          <p:childTnLst>
            <p:seq concurrent="1" nextAc="seek"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"/>
      </p:ext>
    </p:ext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