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Slide One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Transition Target</a:t>
            </a:r>
            <a:endParaRPr lang="en-US"/>
          </a:p>
        </p:txBody>
      </p:sp>
    </p:spTree>
  </p:cSld>
  <p:clrMapOvr>
    <a:masterClrMapping/>
  </p:clrMapOvr>
  <p:transition dur="6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ptx="http://schemas.pptx.ai/pptx/editor-meta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Animated Slide</a:t>
            </a:r>
            <a:endParaRPr lang="en-US"/>
          </a:p>
        </p:txBody>
      </p:sp>
      <p:sp>
        <p:nvSpPr>
          <p:cNvPr id="2" name="Rectangle 4"/>
          <p:cNvSpPr txBox="0"/>
          <p:nvPr/>
        </p:nvSpPr>
        <p:spPr>
          <a:xfrm>
            <a:off x="1143000" y="2095500"/>
            <a:ext cx="2857500" cy="142875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 sz="1800" b="1">
                <a:solidFill>
                  <a:srgbClr val="FFFFFF"/>
                </a:solidFill>
              </a:rPr>
              <a:t>ANIMATE ME</a:t>
            </a:r>
            <a:endParaRPr lang="en-US"/>
          </a:p>
        </p:txBody>
      </p:sp>
    </p:spTree>
  </p:cSld>
  <p:clrMapOvr>
    <a:masterClrMapping/>
  </p:clrMapOvr>
  <p:extLst>
    <p:ext uri="{A6F62C1B-B45C-4E8A-8B0A-1B3E5F8C8D4A}">
      <pptx:editorMeta>
        <pptx:animations>
          <pptx:animation elementId="2" entrance="fadeIn" durationMs="500" delayMs="0" trigger="onClick"/>
        </pptx:animations>
      </pptx:editorMeta>
    </p:ext>
  </p:extLst>
  <p:timing>
    <p:tnLst>
      <p:par>
        <p:cTn id="6" dur="indefinite" restart="never" nodeType="tmRoot">
          <p:childTnLst>
            <p:seq>
              <p:cTn id="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0" presetClass="entr" presetSubtype="0" fill="hold" nodeType="clickEffect" dur="5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End 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Transitions &amp; Animations Fixture</dc:title>
  <dc:creator>pptx-viewer-sdk</dc:creator>
  <cp:lastModifiedBy>pptx-viewer-sdk</cp:lastModifiedBy>
  <cp:revision>2</cp:revision>
  <dcterms:created xsi:type="dcterms:W3CDTF">2026-07-15T19:45:47Z</dcterms:created>
  <dcterms:modified xsi:type="dcterms:W3CDTF">2026-07-15T19:45:47Z</dcterms:modified>
</cp:coreProperties>
</file>