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Transition Target</a:t>
            </a:r>
          </a:p>
        </p:txBody>
      </p:sp>
    </p:spTree>
  </p:cSld>
  <p:clrMapOvr>
    <a:masterClrMapping/>
  </p:clrMapOvr>
  <p:transition p14:dur="6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ptx="http://schemas.pptx.ai/pptx/editor-meta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Animated Slide</a:t>
            </a:r>
          </a:p>
        </p:txBody>
      </p:sp>
      <p:sp>
        <p:nvSpPr>
          <p:cNvPr id="2" name="Rectangle 4"/>
          <p:cNvSpPr txBox="0"/>
          <p:nvPr/>
        </p:nvSpPr>
        <p:spPr>
          <a:xfrm>
            <a:off x="1143000" y="2095500"/>
            <a:ext cx="2857500" cy="142875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sz="1800" b="1" dirty="0">
                <a:solidFill>
                  <a:srgbClr val="FFFFFF"/>
                </a:solidFill>
              </a:rPr>
              <a:t>ANIMATE ME</a:t>
            </a:r>
          </a:p>
        </p:txBody>
      </p:sp>
    </p:spTree>
  </p:cSld>
  <p:clrMapOvr>
    <a:masterClrMapping/>
  </p:clrMapOvr>
  <p:timing>
    <p:tnLst>
      <p:par>
        <p:cTn id="6" dur="indefinite" restart="never" nodeType="tmRoot">
          <p:childTnLst>
            <p:seq concurrent="1" nextAc="seek">
              <p:cTn id="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nodeType="clickEffect" dur="500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extLst>
      <p:ext uri="{4F2D8E71-9C3A-4B16-A5D8-7E0B2C6F91A3}">
        <pptx:editorTiming xmlns:pptx="http://schemas.pptx.ai/pptx/editor-meta" owned="2:entr"/>
      </p:ext>
    </p:extLst>
  </p:timing>
  <p:extLst>
    <p:ext uri="{A6F62C1B-B45C-4E8A-8B0A-1B3E5F8C8D4A}">
      <pptx:editorMeta>
        <pptx:animations>
          <pptx:animation elementId="2" entrance="fadeIn" durationMs="500" delayMs="0" trigger="onClick"/>
        </pptx:animations>
      </pptx:editorMeta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End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4</Slides>
  <ScaleCrop>false</ScaleCrop>
  <LinksUpToDate>false</LinksUpToDate>
  <SharedDoc>false</SharedDoc>
  <HyperlinksChanged>false</HyperlinksChanged>
  <AppVersion>1.0000</AppVersion>
  <HiddenSlides>0</HiddenSlides>
  <Notes>0</Notes>
  <Words>10</Words>
  <Paragraphs>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Transitions &amp; Animations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