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4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extLst>
    <p:ext uri="{A6F62C1B-B45C-4E8A-8B0A-1B3E5F8C8D4A}">
      <pptx:editorMeta>
        <pptx:animations>
          <pptx:animation elementId="ppt/slides/slide3.xml-shape-1" entrance="fadeIn" durationMs="500" delayMs="0" trigger="onClick"/>
        </pptx:animations>
      </pptx:editorMeta>
    </p:ext>
  </p:extLst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ppt/slides/slide3.xml-shape-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ppt/slides/slide3.xml-shape-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2026-07-09T00:47:29Z</dcterms:created>
  <dcterms:modified xsi:type="dcterms:W3CDTF">2026-07-09T00:47:29Z</dcterms:modified>
</cp:coreProperties>
</file>