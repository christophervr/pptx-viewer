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North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4</c:v>
              </c:pt>
              <c:pt idx="1">
                <c:v>5</c:v>
              </c:pt>
              <c:pt idx="2">
                <c:v>6</c:v>
              </c:pt>
            </c:numLit>
          </c:val>
        </c:ser>
        <c:ser>
          <c:idx val="1"/>
          <c:order val="1"/>
          <c:tx>
            <c:v>South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3</c:v>
              </c:pt>
              <c:pt idx="1">
                <c:v>2</c:v>
              </c:pt>
              <c:pt idx="2">
                <c:v>5</c:v>
              </c:pt>
            </c:numLit>
          </c:val>
        </c:ser>
        <c:ser>
          <c:idx val="2"/>
          <c:order val="2"/>
          <c:tx>
            <c:v>West</c:v>
          </c:tx>
          <c:cat>
            <c:strLit>
              <c:ptCount val="3"/>
              <c:pt idx="0">
                <c:v>Q1</c:v>
              </c:pt>
              <c:pt idx="1">
                <c:v>Q2</c:v>
              </c:pt>
              <c:pt idx="2">
                <c:v>Q3</c:v>
              </c:pt>
            </c:strLit>
          </c:cat>
          <c:val>
            <c:numLit>
              <c:formatCode>General</c:formatCode>
              <c:ptCount val="3"/>
              <c:pt idx="0">
                <c:v>6</c:v>
              </c:pt>
              <c:pt idx="1">
                <c:v>4</c:v>
              </c:pt>
              <c:pt idx="2">
                <c:v>3</c:v>
              </c:pt>
            </c:numLit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r"/>
      <c:overlay val="0"/>
    </c:legend>
    <c:plotVisOnly val="1"/>
    <c:dispBlanksAs val="gap"/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2" Type="http://schemas.openxmlformats.org/officeDocument/2006/relationships/chart" Target="../charts/chart1.xml"></Relationship><Relationship Id="rId3" Type="http://schemas.openxmlformats.org/officeDocument/2006/relationships/image" Target="../media/image1.png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a16="http://schemas.microsoft.com/office/drawing/2014/main" xmlns:mc="http://schemas.openxmlformats.org/markup-compatibility/2006" mc:Ignorable="a1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 txBox="0"/>
          <p:nvPr/>
        </p:nvSpPr>
        <p:spPr>
          <a:xfrm>
            <a:off x="571500" y="571500"/>
            <a:ext cx="2286000" cy="1333500"/>
          </a:xfrm>
          <a:prstGeom prst="rect">
            <a:avLst/>
          </a:prstGeom>
          <a:solidFill>
            <a:srgbClr val="FF0000"/>
          </a:solidFill>
        </p:spPr>
        <p:txBody>
          <a:bodyPr wrap="square"/>
          <a:lstStyle/>
          <a:p>
            <a:r>
              <a:rPr lang="en-US" dirty="0"/>
              <a:t>GALLERY SHAPE</a:t>
            </a:r>
          </a:p>
        </p:txBody>
      </p:sp>
      <p:graphicFrame>
        <p:nvGraphicFramePr>
          <p:cNvPr id="3" name="Table"/>
          <p:cNvGraphicFramePr>
            <a:graphicFrameLocks noGrp="1"/>
          </p:cNvGraphicFramePr>
          <p:nvPr/>
        </p:nvGraphicFramePr>
        <p:xfrm>
          <a:off x="3429000" y="571500"/>
          <a:ext cx="2857500" cy="1333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val="2183158729"/>
                    </a:ext>
                  </a:extLst>
                </a:gridCol>
                <a:gridCol w="3048000">
                  <a:extLst>
                    <a:ext uri="{9D8B030D-6E8A-4147-A177-3AD203B41FA5}">
                      <a16:colId val="3069516443"/>
                    </a:ext>
                  </a:extLst>
                </a:gridCol>
                <a:gridCol w="3048000">
                  <a:extLst>
                    <a:ext uri="{9D8B030D-6E8A-4147-A177-3AD203B41FA5}">
                      <a16:colId val="1807663294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lang="en-US" dirty="0"/>
                        <a:t>1A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1C</a:t>
                      </a:r>
                      <a:endParaRPr lang="en-US" dirty="0"/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lang="en-US" dirty="0"/>
                        <a:t>2A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2C</a:t>
                      </a:r>
                      <a:endParaRPr lang="en-US" dirty="0"/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lang="en-US" dirty="0"/>
                        <a:t>3A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3C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Chart"/>
          <p:cNvGraphicFramePr/>
          <p:nvPr/>
        </p:nvGraphicFramePr>
        <p:xfrm>
          <a:off x="571500" y="2476500"/>
          <a:ext cx="3810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2" descr="Gallery picture"/>
          <p:cNvPicPr/>
          <p:nvPr/>
        </p:nvPicPr>
        <p:blipFill>
          <a:blip r:embed="rId3"/>
          <a:stretch>
            <a:fillRect/>
          </a:stretch>
        </p:blipFill>
        <p:spPr>
          <a:xfrm>
            <a:off x="4953000" y="2667000"/>
            <a:ext cx="2286000" cy="1714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11</Words>
  <Paragraphs>10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Ribbon Galleries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