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 A"/>
          <p:cNvSpPr/>
          <p:nvPr/>
        </p:nvSpPr>
        <p:spPr>
          <a:xfrm>
            <a:off x="762000" y="762000"/>
            <a:ext cx="1778000" cy="889000"/>
          </a:xfrm>
          <a:prstGeom prst="rect">
            <a:avLst/>
          </a:prstGeom>
          <a:solidFill>
            <a:srgbClr val="DDEBF7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>
                <a:latin typeface="ADLaM Display"/>
              </a:rPr>
              <a:t>Box A</a:t>
            </a:r>
          </a:p>
        </p:txBody>
      </p:sp>
      <p:sp>
        <p:nvSpPr>
          <p:cNvPr id="3" name="Box B"/>
          <p:cNvSpPr/>
          <p:nvPr/>
        </p:nvSpPr>
        <p:spPr>
          <a:xfrm>
            <a:off x="5334000" y="3048000"/>
            <a:ext cx="1778000" cy="889000"/>
          </a:xfrm>
          <a:prstGeom prst="rect">
            <a:avLst/>
          </a:prstGeom>
          <a:solidFill>
            <a:srgbClr val="DDEBF7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>
                <a:latin typeface="ADLaM Display"/>
              </a:rPr>
              <a:t>Box B</a:t>
            </a:r>
          </a:p>
        </p:txBody>
      </p:sp>
      <p:cxnSp>
        <p:nvCxnSpPr>
          <p:cNvPr id="4" name="Link"/>
          <p:cNvCxnSpPr>
            <a:stCxn id="2" idx="2"/>
            <a:endCxn id="3" idx="0"/>
          </p:cNvCxnSpPr>
          <p:nvPr/>
        </p:nvCxnSpPr>
        <p:spPr>
          <a:xfrm>
            <a:off x="1651000" y="1651000"/>
            <a:ext cx="4572000" cy="1397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sp>
        <p:nvSpPr>
          <p:cNvPr id="5" name="Rounded"/>
          <p:cNvSpPr/>
          <p:nvPr/>
        </p:nvSpPr>
        <p:spPr>
          <a:xfrm>
            <a:off x="762000" y="3175000"/>
            <a:ext cx="2794000" cy="1397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>
                <a:latin typeface="ADLaM Display"/>
              </a:rPr>
              <a:t>Rounded</a:t>
            </a:r>
          </a:p>
        </p:txBody>
      </p:sp>
      <p:sp>
        <p:nvSpPr>
          <p:cNvPr id="7" name="Arrow"/>
          <p:cNvSpPr/>
          <p:nvPr/>
        </p:nvSpPr>
        <p:spPr>
          <a:xfrm>
            <a:off x="4064000" y="3175000"/>
            <a:ext cx="2794000" cy="1397000"/>
          </a:xfrm>
          <a:prstGeom prst="rightArrow">
            <a:avLst/>
          </a:prstGeom>
          <a:solidFill>
            <a:srgbClr val="E2EFDA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>
                <a:latin typeface="ADLaM Display"/>
              </a:rPr>
              <a:t>Arrow</a:t>
            </a:r>
          </a:p>
        </p:txBody>
      </p:sp>
      <p:sp>
        <p:nvSpPr>
          <p:cNvPr id="6" name="Pinned"/>
          <p:cNvSpPr>
            <a:spLocks noMove="1" noResize="1" noRot="1"/>
          </p:cNvSpPr>
          <p:nvPr/>
        </p:nvSpPr>
        <p:spPr>
          <a:xfrm>
            <a:off x="5334000" y="762000"/>
            <a:ext cx="1778000" cy="889000"/>
          </a:xfrm>
          <a:prstGeom prst="rect">
            <a:avLst/>
          </a:prstGeom>
          <a:solidFill>
            <a:srgbClr val="F8CBAD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>
                <a:latin typeface="ADLaM Display"/>
              </a:rPr>
              <a:t>Pinned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