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A0E6-DF3E-A4E9-CF62-8821EF2A2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C51D-ED36-0922-F59E-FEF5CFA92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0675C-4E28-3365-8CC5-F6B4A2D4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399A4-6983-DBEF-36F5-7180E557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E787B-09DE-C068-4C80-E04B526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C1E3-03B9-88E8-FCD7-AC620820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7452C-9EF8-F28B-E003-2B8BA7F28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7AE1-71C3-E8AB-B09E-3C784599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3802B-7550-5F46-ECE6-994F9D41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E5A1-5225-B8E3-3078-3850E2BD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E6D5-2219-3CA3-F5C2-E959D660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CA9FF-C891-5EAF-7A40-27C0388FD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12A5-62EA-5ACB-A333-00A399D0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56B4-66A9-C1F1-7B52-2942F2F6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F82F-6C6F-B338-D026-00078228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69EC-1A21-DDC7-3244-5CDF3DE4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B874-8203-621D-6910-A65EFD63E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0F4F8-9331-2571-6CD9-B0BCDC08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BFC80-5BC4-6AAA-51C6-312F4649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21DCE-6710-4B48-A7B2-4E2371A0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7CF6D-12B7-E9AB-3AD2-661BD135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7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5DFA-9713-8956-4AF0-63300434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36050-52DB-9216-6C91-0C54FA065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EC6B3-4287-8192-8E07-A8206F9CF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85988-6B08-CC1E-EBEB-1BFAD8DD3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540F7-AE25-C281-58C4-4B70C9B95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A3099-E485-7BD6-C10B-FD1D02F9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E038D-48B2-129A-F935-E6C78348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B827F-2073-F589-BE50-29EC7B16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3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D790-5DBA-F137-B9E0-5B23D012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DE9F5-49D4-2747-3F6F-B9785DFA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C2E08-5718-0B07-D454-E07A97F3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4350D-DE53-33C8-BB3F-6F37662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B494F-6EBE-17BB-1B8A-0524BE991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DB1FC-3D65-E947-660C-05281B43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53B4-BE61-AAC8-485E-87E99FD9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5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DE64-3CBC-5603-9A0D-0F3ACF1D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620F-61B8-24E6-C612-4EC0AA7F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ECE51-9753-D939-3313-508C2A8CE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64AE2-2C71-889A-4350-EF6901FD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C15C3-D3EB-BB6E-324A-097958BA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15A74-71F0-DDFD-2BE8-0AB789E2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0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0F11-5F67-AABC-DB51-D731F199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E0BF9-04A3-FD8A-6C1F-D22E66BAB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74BDB-F861-3E10-15C3-2C6AAAEF6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465C1-44BB-6383-8FF8-8136C1A8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50ABB-F9BD-A8FC-A509-511BB812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03320-893E-AF7C-5F6C-14DBD2E0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6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2830-D671-5CE4-EA95-594AE235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E8549-B3EC-6DCC-8DAD-228DC0146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08AD1-E38D-42FE-BE94-8C78DB76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C5FD2-8E84-C1ED-AF33-A2F78D94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676E-EE6D-B50A-17B6-EF05E87E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4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3BB72-82E5-7E70-2DA9-DA01AA06E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18668-D029-74B5-5D20-C0A728075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AA81-B5E0-27FC-5ED0-32B060D9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809-E7E1-EF40-301F-07ED25F4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946C1-7D1C-F951-60DB-41F0416B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0705A-2E92-0D5C-65AD-63A1F1AB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7FFCA-812F-0CB5-C4A5-CE0C407C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6A411-20E2-7925-42D4-E173AE2C5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F4BAB-6596-403B-12EE-79C41587A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768E5-0AD9-1773-B85C-B582BA56A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EC00EC-3C78-F2CF-DD5B-505C7842C2CE}"/>
              </a:ext>
            </a:extLst>
          </p:cNvPr>
          <p:cNvSpPr/>
          <p:nvPr/>
        </p:nvSpPr>
        <p:spPr>
          <a:xfrm>
            <a:off x="635000" y="635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Follower</a:t>
            </a:r>
          </a:p>
        </p:txBody>
      </p:sp>
      <p:pic>
        <p:nvPicPr>
          <p:cNvPr id="3" name="silence">
            <a:hlinkClick r:id="" action="ppaction://media"/>
            <a:extLst>
              <a:ext uri="{FF2B5EF4-FFF2-40B4-BE49-F238E27FC236}">
                <a16:creationId xmlns:a16="http://schemas.microsoft.com/office/drawing/2014/main" id="{9FB2F7E8-2C83-F0C0-CC5B-6C602900F5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0" y="635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0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2000-01-01T00:00:00Z</dcterms:created>
  <dcterms:modified xsi:type="dcterms:W3CDTF">2000-01-01T00:00:00Z</dcterms:modified>
</cp:coreProperties>
</file>