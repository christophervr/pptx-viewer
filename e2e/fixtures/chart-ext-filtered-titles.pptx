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3"/>
                <c:pt idx="0">
                  <c:v>Cat1</c:v>
                </c:pt>
                <c:pt idx="1">
                  <c:v>Cat2</c:v>
                </c:pt>
                <c:pt idx="2">
                  <c:v>Cat4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10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8-49F7-A5E4-B5900CF34A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C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3"/>
                <c:pt idx="0">
                  <c:v>Cat1</c:v>
                </c:pt>
                <c:pt idx="1">
                  <c:v>Cat2</c:v>
                </c:pt>
                <c:pt idx="2">
                  <c:v>Cat4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3"/>
                <c:pt idx="0">
                  <c:v>30</c:v>
                </c:pt>
                <c:pt idx="1">
                  <c:v>31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C8-49F7-A5E4-B5900CF34A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43052560"/>
        <c:axId val="1654544399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Series B</c:v>
                      </c:pt>
                    </c:strCache>
                  </c:strRef>
                </c:tx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3"/>
                      <c:pt idx="0">
                        <c:v>Cat1</c:v>
                      </c:pt>
                      <c:pt idx="1">
                        <c:v>Cat2</c:v>
                      </c:pt>
                      <c:pt idx="2">
                        <c:v>Cat4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Sheet1!$C$2:$C$5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20</c:v>
                      </c:pt>
                      <c:pt idx="1">
                        <c:v>21</c:v>
                      </c:pt>
                      <c:pt idx="2">
                        <c:v>23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DC8-49F7-A5E4-B5900CF34A44}"/>
                  </c:ext>
                </c:extLst>
              </c15:ser>
            </c15:filteredBarSeries>
            <c15:filteredSeriesTitle>
              <c15:tx>
                <c:strRef>
                  <c:f>Sheet1!$D$1</c:f>
                  <c:strCache>
                    <c:ptCount val="1"/>
                    <c:pt idx="0">
                      <c:v>Series 3</c:v>
                    </c:pt>
                  </c:strCache>
                </c:strRef>
              </c15:tx>
            </c15:filteredSeriesTitle>
            <c15:filteredCategoryTitle>
              <c15:cat>
                <c:numRef>
                  <c:f>Sheet1!$A$6:$A$8</c:f>
                  <c:numCache>
                    <c:formatCode>General</c:formatCode>
                    <c:ptCount val="3"/>
                    <c:pt idx="0">
                      <c:v>5</c:v>
                    </c:pt>
                    <c:pt idx="1">
                      <c:v>6</c:v>
                    </c:pt>
                    <c:pt idx="2">
                      <c:v>7</c:v>
                    </c:pt>
                  </c:numCache>
                </c:numRef>
              </c15:cat>
            </c15:filteredCategoryTitle>
          </c:ext>
        </c:extLst>
      </c:barChart>
      <c:catAx>
        <c:axId val="843052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54544399"/>
        <c:crosses val="autoZero"/>
        <c:auto val="1"/>
        <c:lblAlgn val="ctr"/>
        <c:lblOffset val="100"/>
        <c:noMultiLvlLbl val="0"/>
      </c:catAx>
      <c:valAx>
        <c:axId val="1654544399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4305256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BE8C-3E27-7573-3D76-9A16F815F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348EE-BB26-BA33-AECB-BD0F16E29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09CDD-8A98-5F18-41C2-A9D81CF1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CAF63-69E4-F280-7F96-3C64FC6E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4AD4D-40D6-A179-4C79-4DD42A79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8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CBFD-C196-EF7F-7DA9-2E2A9871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84C08-BAF9-28DC-75D9-D8717FDC2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36C49-2BB8-4F72-F23A-147BCD5F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000B1-F4A1-AB65-E4E2-952DCFCE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80E37-439A-48EB-F727-28F54F6E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5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B0DD-0129-745D-85B9-609EA1D7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7B9FA-4B8A-4CC4-A27C-756D7250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5DE1B-FF9A-4917-74D1-8E59A630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15715-4D35-A028-215E-18C9302F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45C67-7F72-73EF-07A8-216907C1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6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3A20-0915-D4BD-8913-A089A128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6010-42E3-BB4F-9599-10171B457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DD5BC-448D-879F-D243-0C1E6A4DA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1AFD0-CE84-D290-3E89-9B2AA213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FF56B-94A6-B023-2199-FD4F7F0E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A9715-04AF-B672-DA6A-17C21137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9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3C75-009A-407C-6139-55B3EC44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81BF1-9C28-DE00-DEC5-88080954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FDBAF-AF6E-B1FD-71CE-7851CE37B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DF908-E8E0-4331-5735-3D1FEBA97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ACC5D-2880-2CAA-05B6-C8DA65C3D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BA78C-A1ED-A770-413C-67985B7C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33363-5DB3-51E0-4B7B-FF402879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A4943-444A-6C66-B318-649A24B8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5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2DF4-9BA6-BF84-9304-596F78B5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0FAC6-B669-F21B-26E8-DDC50087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B845-5B85-498C-9BC4-9EB635ED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0909B-42C7-A86A-356A-2E91147E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2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8A920-5642-1251-4709-77B44A14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3A46E-4030-DB7A-CBD3-9B6124FF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8DF74-6B4A-CC71-6F14-62463EB5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7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6B48-95D8-464E-BD4F-406D3BE1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59CEA-951E-B7CB-BAB6-21AA4CF60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85AA6-D8A3-47FD-3820-631A54D3C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C7B9A-475C-F52A-0768-5D181188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9310F-34A3-2B0E-2BAB-B45F77F2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0D840-2ABC-35D2-4A81-FAF10E9B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2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DE44-F86B-961A-55F9-3F85296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842BD-78C4-99B4-B8FF-61C1BE9A4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06290-FC9C-FDD9-3A06-E0B495A31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408EE-082A-32B1-7D30-1A4CE9A94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78841-DE85-69DD-97A3-C2B38EFE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AEE7F-42BE-17DF-B2A7-E7ACC953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6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734D-2335-7D5D-CC1C-CCBC10C3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70042-42FF-7802-6CA6-2085374A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4FC8B-32BC-5F0C-27FD-14D61105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639D7-1225-7C3D-AED3-B6D7E264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07D0-ADB2-548C-46D3-42FC1593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2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7B38F-144A-E488-6670-75862E7EC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EBFEF-FDFB-4C0A-500B-97C8489EC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8BAA6-66BC-19B8-AD94-D2002338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A9E3F-56C5-C86D-BF85-103E92DE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9C5FF-FD8D-4EB4-85DA-A87B35AD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8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4AC58-E863-31DA-E6F3-DD59FE53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F8515-E5E3-8860-8D70-0C975713C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F6D0-A07A-6AE2-E2B3-F94D46BB8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4B31E-3C71-4F30-8C01-B36F6D882A5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A5D7-0BAC-53AE-3784-F0DA9E63D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14D03-A09F-EC57-5371-2279F0BB2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4531A-A956-4EA4-9C3E-2FDD72029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9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9F4A36-8B0D-12EC-6444-50CB5B6E3E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9247864"/>
              </p:ext>
            </p:extLst>
          </p:nvPr>
        </p:nvGraphicFramePr>
        <p:xfrm>
          <a:off x="635000" y="635000"/>
          <a:ext cx="6350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976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2026-09-05T20:42:28Z</dcterms:created>
  <dcterms:modified xsi:type="dcterms:W3CDTF">2026-09-05T20:42:30Z</dcterms:modified>
</cp:coreProperties>
</file>