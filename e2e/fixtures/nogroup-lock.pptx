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Locked A"/>
          <p:cNvSpPr>
            <a:spLocks noGrp="1"/>
          </p:cNvSpPr>
          <p:nvPr/>
        </p:nvSpPr>
        <p:spPr>
          <a:xfrm>
            <a:off x="571500" y="571500"/>
            <a:ext cx="1714500" cy="952500"/>
          </a:xfrm>
          <a:prstGeom prst="rect">
            <a:avLst/>
          </a:prstGeom>
          <a:solidFill>
            <a:srgbClr val="F8CBAD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/>
              <a:t>Locked A</a:t>
            </a:r>
          </a:p>
        </p:txBody>
      </p:sp>
      <p:sp>
        <p:nvSpPr>
          <p:cNvPr id="3" name="Free B"/>
          <p:cNvSpPr/>
          <p:nvPr/>
        </p:nvSpPr>
        <p:spPr>
          <a:xfrm>
            <a:off x="3048000" y="571500"/>
            <a:ext cx="1714500" cy="952500"/>
          </a:xfrm>
          <a:prstGeom prst="rect">
            <a:avLst/>
          </a:prstGeom>
          <a:solidFill>
            <a:srgbClr val="DDEBF7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/>
              <a:t>Free B</a:t>
            </a:r>
          </a:p>
        </p:txBody>
      </p:sp>
      <p:sp>
        <p:nvSpPr>
          <p:cNvPr id="4" name="Free C"/>
          <p:cNvSpPr/>
          <p:nvPr/>
        </p:nvSpPr>
        <p:spPr>
          <a:xfrm>
            <a:off x="5524500" y="571500"/>
            <a:ext cx="1714500" cy="952500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/>
              <a:t>Free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