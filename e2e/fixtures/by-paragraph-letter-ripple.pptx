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DD53-3DBC-CCBC-76C9-843FB7EFD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62175-4293-0716-B5FB-7E043936C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7A1FF-B9DB-D51E-FEC7-214F2C6EA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82ED8-F061-997B-4C29-6DF0C2BC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D8C77-06BE-CDDE-782A-0611CEED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0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DE6A-5A4B-3D22-67F2-72A63BAC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46BEC-D51B-AC24-45F5-AEBCC6C40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6B44A-293B-7818-4C7B-E6B5A95B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29E0-5F16-B88C-97C8-3D287020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E423-DBD6-E709-74C5-EFD199B7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35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1C3B-A9A9-941F-C350-145DFBC1E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5F40-8C59-F3A5-430D-5931A4961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7C0C6-0655-E77B-727B-8D337779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A6F69-D23C-9463-2AA9-A02083D1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0E333-66A1-D8E0-C4C0-3767A9A6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19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5810-189A-2595-0023-DEC8613E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A425F-F0F5-30FD-EB36-634658FDD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D4C47-E938-F3CC-8E8D-871C89CEF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3C8D6-A857-7658-B93B-55F00688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7D77F-7575-CC1A-C854-43CFA313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187E5-F91D-8959-7666-531394C2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53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DC78-7164-7FB9-0218-A0F6CBE4A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0668A-EB39-DFAB-2B92-1D844195C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83B48-1113-5F4D-600C-28A8B08E0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CDC1B-871E-42AE-7F98-0D93D5814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67FB4-3DDB-B778-D3C7-4BA3D3D29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767A69-A42F-3298-6318-73F09840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0C8E27-798F-A9DC-B00E-421EF8A0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0915E-9DEF-ADD4-EB4E-6659B23F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66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57B9-90E8-D8EE-B1DA-1DEADDDD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42937-FB6C-8917-5C83-B18AB8DF6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2576C-9BBC-5A8B-2BAF-9B1DFE38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047D0-805D-A85D-7277-7A392478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B722F-41E5-4376-E66D-A9274BCE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ED609-B68C-0E82-E3B6-28046DBD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B5801-A7CF-772B-84E5-4F8070EC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5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85C9-1832-FEA0-5B2D-FA80255F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A9BB-B17D-FB67-6C35-2458A44D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A35C2-7AC0-EDAE-D794-D5E7CF74F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07507-3152-84A4-3694-DDF0620C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3BF26-293C-549E-DCFA-5868534B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555D1-5A9D-5151-4070-F61205C2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7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049A-DAB8-1C0A-661F-64216AD0D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EC71BD-665A-387A-D418-AA0283FAD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8B90F-B54E-5929-046A-ED7F0BD63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FAE59-D39E-94AC-F4C4-4BFB6789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37C9E-C5F5-C9E6-815A-F1D2CCA4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22194-C1CE-1BD9-E9A9-33C5D65B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8BEA-D31C-0374-DE3B-D715DFF9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02A58-823D-EF95-360E-962D00DE4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3B37-BF21-F5DF-A2AE-D04401E4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A46B6-E157-4EAF-9A05-52BFB511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1C366-15A9-EDF4-7BA3-A5333871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17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E3F67-8791-F28A-96D3-85DC1176A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80538-73E7-B8E6-14DF-F4351218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F3E0F-F6AD-62AC-E4C0-5B94BEBF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C2D98-6676-B91F-6DE4-0C6082F6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E357D-A217-1C8A-C595-65861354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49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4F590-D181-C802-444E-59F0ECEF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F8757-B208-7301-112B-B82DFF514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471A2-58E3-58DF-3873-BA7524EEC8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B73A0-AD3A-4B15-B6AA-6A06795E6BA8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1F465-3D5C-D65A-D2A8-540BF55B6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7E347-31AB-B88D-35DB-C6A0FFFF0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1BDC4-22AA-4794-8692-97DFC88CD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1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74DC2C-301F-2033-BB3C-32540F9F1DD3}"/>
              </a:ext>
            </a:extLst>
          </p:cNvPr>
          <p:cNvSpPr txBox="1"/>
          <p:nvPr/>
        </p:nvSpPr>
        <p:spPr>
          <a:xfrm>
            <a:off x="508000" y="762000"/>
            <a:ext cx="11176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200">
                <a:solidFill>
                  <a:srgbClr val="FF0000"/>
                </a:solidFill>
                <a:latin typeface="Arial" panose="020B0604020202020204" pitchFamily="34" charset="0"/>
              </a:rPr>
              <a:t>ABCDEF</a:t>
            </a:r>
          </a:p>
          <a:p>
            <a:r>
              <a:rPr lang="en-US" sz="7200">
                <a:solidFill>
                  <a:srgbClr val="FF0000"/>
                </a:solidFill>
                <a:latin typeface="Arial" panose="020B0604020202020204" pitchFamily="34" charset="0"/>
              </a:rPr>
              <a:t>GHIJKL</a:t>
            </a:r>
          </a:p>
        </p:txBody>
      </p:sp>
    </p:spTree>
    <p:extLst>
      <p:ext uri="{BB962C8B-B14F-4D97-AF65-F5344CB8AC3E}">
        <p14:creationId xmlns:p14="http://schemas.microsoft.com/office/powerpoint/2010/main" val="271533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2026-09-25T09:39:36Z</dcterms:created>
  <dcterms:modified xsi:type="dcterms:W3CDTF">2026-09-25T09:39:42Z</dcterms:modified>
</cp:coreProperties>
</file>