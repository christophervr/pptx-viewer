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rPr lang="en-US" b="1"/>
              <a:t>Sales </a:t>
            </a:r>
            <a:r>
              <a:rPr lang="en-US" i="1">
                <a:solidFill>
                  <a:srgbClr val="FF0000"/>
                </a:solidFill>
              </a:rPr>
              <a:t>Overview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/>
              <a:t/>
            </a:r>
          </a:p>
        </p:txBody>
      </p:sp>
      <p:graphicFrame>
        <p:nvGraphicFramePr>
          <p:cNvPr id="101" name="Pie Chart"/>
          <p:cNvGraphicFramePr/>
          <p:nvPr/>
        </p:nvGraphicFramePr>
        <p:xfrm>
          <a:off x="571500" y="571500"/>
          <a:ext cx="66675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Title Runs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