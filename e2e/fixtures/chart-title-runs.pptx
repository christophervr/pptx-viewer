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rPr lang="en-US" b="1"/>
              <a:t xml:space="preserve">Sales </a:t>
            </a:r>
            <a:r>
              <a:rPr lang="en-US" i="1">
                <a:solidFill>
                  <a:srgbClr val="FF0000"/>
                </a:solidFill>
              </a:rPr>
              <a:t>Overview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bubble3D val="0"/>
            <c:spPr>
              <a:solidFill>
                <a:srgbClr val="4472C4"/>
              </a:solidFill>
            </c:spPr>
          </c:dPt>
          <c:dPt>
            <c:idx val="1"/>
            <c:bubble3D val="0"/>
            <c:spPr>
              <a:solidFill>
                <a:srgbClr val="ED7D31"/>
              </a:solidFill>
            </c:spPr>
          </c:dPt>
          <c:dPt>
            <c:idx val="2"/>
            <c:bubble3D val="0"/>
            <c:spPr>
              <a:solidFill>
                <a:srgbClr val="70AD47"/>
              </a:solidFill>
            </c:spPr>
          </c:dPt>
          <c:dPt>
            <c:idx val="3"/>
            <c:bubble3D val="0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</c:pieChart>
    </c:plotArea>
    <c:legend>
      <c:legendPos val="b"/>
      <c:overlay val="0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/>
              <a:t/>
            </a:r>
          </a:p>
        </p:txBody>
      </p:sp>
      <p:graphicFrame>
        <p:nvGraphicFramePr>
          <p:cNvPr id="101" name="Pie Chart"/>
          <p:cNvGraphicFramePr/>
          <p:nvPr/>
        </p:nvGraphicFramePr>
        <p:xfrm>
          <a:off x="571500" y="571500"/>
          <a:ext cx="66675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Title Runs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