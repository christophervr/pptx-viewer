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Title"/>
          <p:cNvSpPr txBox="1"/>
          <p:nvPr/>
        </p:nvSpPr>
        <p:spPr>
          <a:xfrm>
            <a:off x="571500" y="333375"/>
            <a:ext cx="11049000" cy="523875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100">
                <a:solidFill>
                  <a:srgbClr val="172033"/>
                </a:solidFill>
                <a:latin typeface="Arial"/>
              </a:rPr>
              <a:t>Native event probe: roman</a:t>
            </a:r>
            <a:endParaRPr lang="en-US"/>
          </a:p>
        </p:txBody>
      </p:sp>
      <p:sp>
        <p:nvSpPr>
          <p:cNvPr id="3" name="RomanMiddleTarget"/>
          <p:cNvSpPr txBox="1"/>
          <p:nvPr/>
        </p:nvSpPr>
        <p:spPr>
          <a:xfrm>
            <a:off x="762000" y="1381125"/>
            <a:ext cx="10096500" cy="4667250"/>
          </a:xfrm>
          <a:prstGeom prst="rect">
            <a:avLst/>
          </a:prstGeom>
        </p:spPr>
        <p:txBody>
          <a:bodyPr wrap="square"/>
          <a:lstStyle/>
          <a:p>
            <a:pPr>
              <a:lnSpc>
                <a:spcPct val="120000"/>
              </a:lnSpc>
              <a:spcAft>
                <a:spcPts val="450"/>
              </a:spcAft>
              <a:buAutoNum type="romanUcPeriod" startAt="3"/>
            </a:pPr>
            <a:r>
              <a:rPr lang="en-US" dirty="0" sz="1800">
                <a:solidFill>
                  <a:srgbClr val="172033"/>
                </a:solidFill>
                <a:latin typeface="Arial"/>
              </a:rPr>
              <a:t>Roman first</a:t>
            </a:r>
            <a:endParaRPr lang="en-US"/>
          </a:p>
          <a:p>
            <a:pPr lvl="1">
              <a:lnSpc>
                <a:spcPct val="120000"/>
              </a:lnSpc>
              <a:spcAft>
                <a:spcPts val="900"/>
              </a:spcAft>
              <a:buAutoNum type="romanUcPeriod" startAt="3"/>
            </a:pPr>
            <a:r>
              <a:rPr lang="en-US" dirty="0" sz="1800">
                <a:solidFill>
                  <a:srgbClr val="172033"/>
                </a:solidFill>
                <a:latin typeface="Arial"/>
              </a:rPr>
              <a:t>Nested middle</a:t>
            </a:r>
            <a:endParaRPr lang="en-US"/>
          </a:p>
          <a:p>
            <a:pPr lvl="1">
              <a:lnSpc>
                <a:spcPct val="120000"/>
              </a:lnSpc>
              <a:spcAft>
                <a:spcPts val="1650"/>
              </a:spcAft>
              <a:buAutoNum type="romanUcPeriod" startAt="3"/>
            </a:pPr>
            <a:r>
              <a:rPr lang="en-US" dirty="0" sz="1800">
                <a:solidFill>
                  <a:srgbClr val="172033"/>
                </a:solidFill>
                <a:latin typeface="Arial"/>
              </a:rPr>
              <a:t>Nested next</a:t>
            </a:r>
            <a:endParaRPr lang="en-US"/>
          </a:p>
          <a:p>
            <a:pPr>
              <a:lnSpc>
                <a:spcPct val="120000"/>
              </a:lnSpc>
              <a:spcAft>
                <a:spcPts val="600"/>
              </a:spcAft>
              <a:buAutoNum type="romanUcPeriod" startAt="3"/>
            </a:pPr>
            <a:r>
              <a:rPr lang="en-US" dirty="0" sz="1800">
                <a:solidFill>
                  <a:srgbClr val="172033"/>
                </a:solidFill>
                <a:latin typeface="Arial"/>
              </a:rPr>
              <a:t>Roman last</a:t>
            </a:r>
            <a:endParaRPr lang="en-US"/>
          </a:p>
          <a:p>
            <a:pPr>
              <a:lnSpc>
                <a:spcPct val="120000"/>
              </a:lnSpc>
              <a:spcAft>
                <a:spcPts val="375"/>
              </a:spcAft>
              <a:buAutoNum type="romanUcPeriod" startAt="3"/>
            </a:pPr>
            <a:r>
              <a:rPr lang="en-US" dirty="0" sz="1800">
                <a:solidFill>
                  <a:srgbClr val="172033"/>
                </a:solidFill>
                <a:latin typeface="Arial"/>
              </a:rPr>
              <a:t>1. literal body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list event probe</dc:title>
  <dc:creator>pptx-viewer-sdk</dc:creator>
  <cp:lastModifiedBy>pptx-viewer-sdk</cp:lastModifiedBy>
  <cp:revision>2</cp:revision>
  <dcterms:created xsi:type="dcterms:W3CDTF">2026-09-13T01:31:36Z</dcterms:created>
  <dcterms:modified xsi:type="dcterms:W3CDTF">2026-09-13T01:31:36Z</dcterms:modified>
</cp:coreProperties>
</file>