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1143000" y="1714500"/>
            <a:ext cx="1905000" cy="1905000"/>
          </a:xfrm>
          <a:prstGeom prst="triangle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2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Start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3810000" y="1714500"/>
            <a:ext cx="1905000" cy="1905000"/>
          </a:xfrm>
          <a:prstGeom prst="hexagon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End</a:t>
            </a:r>
            <a:endParaRPr lang="en-US"/>
          </a:p>
        </p:txBody>
      </p:sp>
    </p:spTree>
  </p:cSld>
  <p:clrMapOvr>
    <a:masterClrMapping/>
  </p:clrMapOvr>
  <p:transition dur="1000">
    <p:extLst>
      <p:ext uri="{C7C9D14B-FE2A-4D35-B620-AB07D5B017F4}">
        <p159:morph xmlns:p159="http://schemas.microsoft.com/office/powerpoint/2015/09/main"/>
      </p:ext>
    </p:extLst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Morph Shape Swap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