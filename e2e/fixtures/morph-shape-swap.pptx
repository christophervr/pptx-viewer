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1143000" y="1714500"/>
            <a:ext cx="1905000" cy="1905000"/>
          </a:xfrm>
          <a:prstGeom prst="triangle">
            <a:avLst/>
          </a:prstGeom>
          <a:solidFill>
            <a:srgbClr val="C0392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100" b="1" dirty="0"/>
              <a:t>Morph 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0"/>
          <p:nvPr/>
        </p:nvSpPr>
        <p:spPr>
          <a:xfrm>
            <a:off x="3810000" y="1714500"/>
            <a:ext cx="1905000" cy="1905000"/>
          </a:xfrm>
          <a:prstGeom prst="hexagon">
            <a:avLst/>
          </a:prstGeom>
          <a:solidFill>
            <a:srgbClr val="C0392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571500" y="3810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100" b="1" dirty="0"/>
              <a:t>Morph 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>
        <p159:morph xmlns:p159="http://schemas.microsoft.com/office/powerpoint/2015/09/main"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2</Slides>
  <ScaleCrop>false</ScaleCrop>
  <LinksUpToDate>false</LinksUpToDate>
  <SharedDoc>false</SharedDoc>
  <HyperlinksChanged>false</HyperlinksChanged>
  <AppVersion>1.0000</AppVersion>
  <HiddenSlides>0</HiddenSlides>
  <Notes>0</Notes>
  <Words>4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 Shape Swap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