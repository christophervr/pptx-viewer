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1143000" y="1714500"/>
            <a:ext cx="1905000" cy="1905000"/>
          </a:xfrm>
          <a:prstGeom prst="triangle">
            <a:avLst/>
          </a:prstGeom>
          <a:solidFill>
            <a:srgbClr val="C0392B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2" name="TextBox 2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100" b="1"/>
              <a:t>Morph Start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3810000" y="1714500"/>
            <a:ext cx="1905000" cy="1905000"/>
          </a:xfrm>
          <a:prstGeom prst="hexagon">
            <a:avLst/>
          </a:prstGeom>
          <a:solidFill>
            <a:srgbClr val="C0392B"/>
          </a:solidFill>
        </p:spPr>
        <p:txBody>
          <a:bodyPr wrap="square"/>
          <a:lstStyle/>
          <a:p>
            <a:r>
              <a:rPr lang="en-US"/>
              <a:t/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1500" y="381000"/>
            <a:ext cx="5715000" cy="57150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100" b="1"/>
              <a:t>Morph End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1000">
        <p159:morph xmlns:p159="http://schemas.microsoft.com/office/powerpoint/2015/09/main"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2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Morph Shape Swap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