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1143000" y="1714500"/>
            <a:ext cx="1905000" cy="1905000"/>
          </a:xfrm>
          <a:prstGeom prst="triangle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2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Start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3810000" y="1714500"/>
            <a:ext cx="1905000" cy="1905000"/>
          </a:xfrm>
          <a:prstGeom prst="hexagon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End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000">
        <p159:morph xmlns:p159="http://schemas.microsoft.com/office/powerpoint/2015/09/main"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Morph Shape Swap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