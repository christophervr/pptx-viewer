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85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94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Cat 1</c:v>
                </c:pt>
                <c:pt idx="1">
                  <c:v>Cat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bubble3D val="0"/>
            <c:spPr>
              <a:solidFill>
                <a:srgbClr val="4EA72E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8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9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10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  <c:pt idx="5">
                  <c:v>Cat 6</c:v>
                </c:pt>
                <c:pt idx="6">
                  <c:v>Cat 7</c:v>
                </c:pt>
                <c:pt idx="7">
                  <c:v>Cat 8</c:v>
                </c:pt>
                <c:pt idx="8">
                  <c:v>Cat 9</c:v>
                </c:pt>
                <c:pt idx="9">
                  <c:v>Cat 10</c:v>
                </c:pt>
                <c:pt idx="10">
                  <c:v>Cat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85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94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Cat 1</c:v>
                </c:pt>
                <c:pt idx="1">
                  <c:v>Cat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bubble3D val="0"/>
            <c:spPr>
              <a:solidFill>
                <a:srgbClr val="4EA72E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8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9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10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  <c:pt idx="5">
                  <c:v>Cat 6</c:v>
                </c:pt>
                <c:pt idx="6">
                  <c:v>Cat 7</c:v>
                </c:pt>
                <c:pt idx="7">
                  <c:v>Cat 8</c:v>
                </c:pt>
                <c:pt idx="8">
                  <c:v>Cat 9</c:v>
                </c:pt>
                <c:pt idx="9">
                  <c:v>Cat 10</c:v>
                </c:pt>
                <c:pt idx="10">
                  <c:v>Cat 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5608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E9713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rgbClr val="196B2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rgbClr val="0F9ED5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rgbClr val="A02B93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solidFill>
                <a:srgbClr val="FFF2CC"/>
              </a:solidFill>
              <a:ln w="9525">
                <a:solidFill>
                  <a:srgbClr val="7F7F7F"/>
                </a:solidFill>
              </a:ln>
            </c:spPr>
            <c:txPr>
              <a:bodyPr/>
              <a:lstStyle/>
              <a:p>
                <a:pPr>
                  <a:defRPr sz="1200" b="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47</c:v>
                </c:pt>
              </c:numCache>
            </c:numRef>
          </c:val>
        </c:ser>
        <c:firstSliceAng val="0"/>
      </c:pie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Pie1" Type="http://schemas.openxmlformats.org/officeDocument/2006/relationships/chart" Target="../charts/chart1.xml"/><Relationship Id="rIdPie2" Type="http://schemas.openxmlformats.org/officeDocument/2006/relationships/chart" Target="../charts/chart2.xml"/><Relationship Id="rIdPie3" Type="http://schemas.openxmlformats.org/officeDocument/2006/relationships/chart" Target="../charts/chart3.xml"/><Relationship Id="rIdPie4" Type="http://schemas.openxmlformats.org/officeDocument/2006/relationships/chart" Target="../charts/chart4.xml"/><Relationship Id="rIdPie5" Type="http://schemas.openxmlformats.org/officeDocument/2006/relationships/chart" Target="../charts/chart5.xml"/><Relationship Id="rIdPie6" Type="http://schemas.openxmlformats.org/officeDocument/2006/relationships/chart" Target="../charts/chart6.xml"/><Relationship Id="rIdPie7" Type="http://schemas.openxmlformats.org/officeDocument/2006/relationships/chart" Target="../charts/chart7.xml"/><Relationship Id="rIdPie8" Type="http://schemas.openxmlformats.org/officeDocument/2006/relationships/chart" Target="../charts/chart8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Pie1" Type="http://schemas.openxmlformats.org/officeDocument/2006/relationships/chart" Target="../charts/chart9.xml"/><Relationship Id="rIdPie2" Type="http://schemas.openxmlformats.org/officeDocument/2006/relationships/chart" Target="../charts/chart10.xml"/><Relationship Id="rIdPie3" Type="http://schemas.openxmlformats.org/officeDocument/2006/relationships/chart" Target="../charts/chart11.xml"/><Relationship Id="rIdPie4" Type="http://schemas.openxmlformats.org/officeDocument/2006/relationships/chart" Target="../charts/chart12.xml"/><Relationship Id="rIdPie5" Type="http://schemas.openxmlformats.org/officeDocument/2006/relationships/chart" Target="../charts/chart13.xml"/><Relationship Id="rIdPie6" Type="http://schemas.openxmlformats.org/officeDocument/2006/relationships/chart" Target="../charts/chart14.xml"/><Relationship Id="rIdPie7" Type="http://schemas.openxmlformats.org/officeDocument/2006/relationships/chart" Target="../charts/chart15.xml"/><Relationship Id="rIdPie8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Pie 1"/>
          <p:cNvGraphicFramePr/>
          <p:nvPr/>
        </p:nvGraphicFramePr>
        <p:xfrm>
          <a:off x="1270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1"/>
          </a:graphicData>
        </a:graphic>
      </p:graphicFrame>
      <p:graphicFrame>
        <p:nvGraphicFramePr>
          <p:cNvPr id="101" name="Pie 2"/>
          <p:cNvGraphicFramePr/>
          <p:nvPr/>
        </p:nvGraphicFramePr>
        <p:xfrm>
          <a:off x="31369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2"/>
          </a:graphicData>
        </a:graphic>
      </p:graphicFrame>
      <p:graphicFrame>
        <p:nvGraphicFramePr>
          <p:cNvPr id="102" name="Pie 3"/>
          <p:cNvGraphicFramePr/>
          <p:nvPr/>
        </p:nvGraphicFramePr>
        <p:xfrm>
          <a:off x="61468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3"/>
          </a:graphicData>
        </a:graphic>
      </p:graphicFrame>
      <p:graphicFrame>
        <p:nvGraphicFramePr>
          <p:cNvPr id="103" name="Pie 4"/>
          <p:cNvGraphicFramePr/>
          <p:nvPr/>
        </p:nvGraphicFramePr>
        <p:xfrm>
          <a:off x="91567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4"/>
          </a:graphicData>
        </a:graphic>
      </p:graphicFrame>
      <p:graphicFrame>
        <p:nvGraphicFramePr>
          <p:cNvPr id="104" name="Pie 5"/>
          <p:cNvGraphicFramePr/>
          <p:nvPr/>
        </p:nvGraphicFramePr>
        <p:xfrm>
          <a:off x="1270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5"/>
          </a:graphicData>
        </a:graphic>
      </p:graphicFrame>
      <p:graphicFrame>
        <p:nvGraphicFramePr>
          <p:cNvPr id="105" name="Pie 6"/>
          <p:cNvGraphicFramePr/>
          <p:nvPr/>
        </p:nvGraphicFramePr>
        <p:xfrm>
          <a:off x="31369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6"/>
          </a:graphicData>
        </a:graphic>
      </p:graphicFrame>
      <p:graphicFrame>
        <p:nvGraphicFramePr>
          <p:cNvPr id="106" name="Pie 7"/>
          <p:cNvGraphicFramePr/>
          <p:nvPr/>
        </p:nvGraphicFramePr>
        <p:xfrm>
          <a:off x="61468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7"/>
          </a:graphicData>
        </a:graphic>
      </p:graphicFrame>
      <p:graphicFrame>
        <p:nvGraphicFramePr>
          <p:cNvPr id="107" name="Pie 8"/>
          <p:cNvGraphicFramePr/>
          <p:nvPr/>
        </p:nvGraphicFramePr>
        <p:xfrm>
          <a:off x="91567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8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Pie 1"/>
          <p:cNvGraphicFramePr/>
          <p:nvPr/>
        </p:nvGraphicFramePr>
        <p:xfrm>
          <a:off x="1270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1"/>
          </a:graphicData>
        </a:graphic>
      </p:graphicFrame>
      <p:graphicFrame>
        <p:nvGraphicFramePr>
          <p:cNvPr id="101" name="Pie 2"/>
          <p:cNvGraphicFramePr/>
          <p:nvPr/>
        </p:nvGraphicFramePr>
        <p:xfrm>
          <a:off x="31369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2"/>
          </a:graphicData>
        </a:graphic>
      </p:graphicFrame>
      <p:graphicFrame>
        <p:nvGraphicFramePr>
          <p:cNvPr id="102" name="Pie 3"/>
          <p:cNvGraphicFramePr/>
          <p:nvPr/>
        </p:nvGraphicFramePr>
        <p:xfrm>
          <a:off x="61468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3"/>
          </a:graphicData>
        </a:graphic>
      </p:graphicFrame>
      <p:graphicFrame>
        <p:nvGraphicFramePr>
          <p:cNvPr id="103" name="Pie 4"/>
          <p:cNvGraphicFramePr/>
          <p:nvPr/>
        </p:nvGraphicFramePr>
        <p:xfrm>
          <a:off x="9156700" y="254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4"/>
          </a:graphicData>
        </a:graphic>
      </p:graphicFrame>
      <p:graphicFrame>
        <p:nvGraphicFramePr>
          <p:cNvPr id="104" name="Pie 5"/>
          <p:cNvGraphicFramePr/>
          <p:nvPr/>
        </p:nvGraphicFramePr>
        <p:xfrm>
          <a:off x="1270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5"/>
          </a:graphicData>
        </a:graphic>
      </p:graphicFrame>
      <p:graphicFrame>
        <p:nvGraphicFramePr>
          <p:cNvPr id="105" name="Pie 6"/>
          <p:cNvGraphicFramePr/>
          <p:nvPr/>
        </p:nvGraphicFramePr>
        <p:xfrm>
          <a:off x="31369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6"/>
          </a:graphicData>
        </a:graphic>
      </p:graphicFrame>
      <p:graphicFrame>
        <p:nvGraphicFramePr>
          <p:cNvPr id="106" name="Pie 7"/>
          <p:cNvGraphicFramePr/>
          <p:nvPr/>
        </p:nvGraphicFramePr>
        <p:xfrm>
          <a:off x="61468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7"/>
          </a:graphicData>
        </a:graphic>
      </p:graphicFrame>
      <p:graphicFrame>
        <p:nvGraphicFramePr>
          <p:cNvPr id="107" name="Pie 8"/>
          <p:cNvGraphicFramePr/>
          <p:nvPr/>
        </p:nvGraphicFramePr>
        <p:xfrm>
          <a:off x="9156700" y="3556000"/>
          <a:ext cx="2921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Pie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2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 Best Fit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