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ng" ContentType="image/png"/>
  <Default Extension="wav" ContentType="audio/x-wav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Coloured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Beta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2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Img" Type="http://schemas.openxmlformats.org/officeDocument/2006/relationships/image" Target="../media/reset-image.png"/><Relationship Id="rIdAudio" Type="http://schemas.openxmlformats.org/officeDocument/2006/relationships/audio" Target="../media/reset-sound.wav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pic>
        <p:nvPicPr>
          <p:cNvPr id="101" name="Reset Picture"/>
          <p:cNvPicPr/>
          <p:nvPr/>
        </p:nvPicPr>
        <p:blipFill>
          <a:blip r:embed="rIdImg">
            <a:lum bright="20000"/>
          </a:blip>
          <a:srcRect l="10000"/>
          <a:stretch>
            <a:fillRect/>
          </a:stretch>
        </p:blipFill>
        <p:spPr>
          <a:xfrm>
            <a:off x="571500" y="571500"/>
            <a:ext cx="1905000" cy="1143000"/>
          </a:xfrm>
          <a:prstGeom prst="rect">
            <a:avLst/>
          </a:prstGeom>
        </p:spPr>
      </p:pic>
      <p:pic>
        <p:nvPicPr>
          <p:cNvPr id="102" name="Trimmed Audio"/>
          <p:cNvPicPr/>
          <p:nvPr>
            <a:audioFile r:link="rIdAudio"/>
            <p:extLst>
              <p:ext uri="{DAA4B4D4-6D71-4841-9C94-3DE7FCFB9230}">
                <p14:media xmlns:p14="http://schemas.microsoft.com/office/powerpoint/2010/main" r:embed="rIdAudio">
                  <p14:trim st="500"/>
                </p14:media>
              </p:ext>
            </p:extLst>
          </p:nvPr>
        </p:nvPicPr>
        <p:blipFill>
          <a:blip r:embed="rIdImg"/>
          <a:stretch>
            <a:fillRect/>
          </a:stretch>
        </p:blipFill>
        <p:spPr>
          <a:xfrm>
            <a:off x="3048000" y="571500"/>
            <a:ext cx="952500" cy="952500"/>
          </a:xfrm>
          <a:prstGeom prst="rect">
            <a:avLst/>
          </a:prstGeom>
        </p:spPr>
      </p:pic>
      <p:graphicFrame>
        <p:nvGraphicFramePr>
          <p:cNvPr id="103" name="Coloured Chart"/>
          <p:cNvGraphicFramePr/>
          <p:nvPr/>
        </p:nvGraphicFramePr>
        <p:xfrm>
          <a:off x="571500" y="2190750"/>
          <a:ext cx="3810000" cy="238125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Inspector Reset Actions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