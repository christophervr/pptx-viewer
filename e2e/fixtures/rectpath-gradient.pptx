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PathGradientShape"/>
          <p:cNvSpPr/>
          <p:nvPr/>
        </p:nvSpPr>
        <p:spPr>
          <a:xfrm>
            <a:off x="2857500" y="1428750"/>
            <a:ext cx="4762500" cy="3333750"/>
          </a:xfrm>
          <a:custGeom>
            <a:avLst/>
            <a:gdLst/>
            <a:ahLst/>
            <a:cxnLst/>
            <a:rect l="0" t="0" r="0" b="0"/>
            <a:pathLst>
              <a:path w="200000" h="200000">
                <a:moveTo>
                  <a:pt x="0" y="0"/>
                </a:moveTo>
                <a:lnTo>
                  <a:pt x="200000" y="0"/>
                </a:lnTo>
                <a:lnTo>
                  <a:pt x="200000" y="200000"/>
                </a:lnTo>
                <a:lnTo>
                  <a:pt x="0" y="200000"/>
                </a:lnTo>
                <a:close/>
              </a:path>
            </a:pathLst>
          </a:custGeom>
          <a:gradFill flip="none" rotWithShape="1">
            <a:gsLst>
              <a:gs pos="0">
                <a:srgbClr val="FF0000"/>
              </a:gs>
              <a:gs pos="50000">
                <a:srgbClr val="00FF00"/>
              </a:gs>
              <a:gs pos="100000">
                <a:srgbClr val="0000FF"/>
              </a:gs>
            </a:gsLst>
            <a:path path="rect">
              <a:fillToRect l="30000" t="30000" r="30000" b="30000"/>
            </a:path>
          </a:gradFill>
          <a:ln w="1270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