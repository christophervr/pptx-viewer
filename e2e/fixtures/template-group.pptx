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MixedTagLayoutGroup"/>
          <p:cNvGrpSpPr/>
          <p:nvPr/>
        </p:nvGrpSpPr>
        <p:grpSpPr>
          <a:xfrm>
            <a:off x="457200" y="5029200"/>
            <a:ext cx="1828800" cy="457200"/>
            <a:chOff x="0" y="0"/>
            <a:chExt cx="1828800" cy="457200"/>
          </a:xfrm>
        </p:grpSpPr>
        <p:sp>
          <p:nvSpPr>
            <p:cNvPr id="201" name="GroupBox1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4472C4"/>
            </a:solidFill>
          </p:spPr>
          <p:txBody>
            <a:bodyPr/>
            <a:lstStyle/>
            <a:p>
              <a:r>
                <a:rPr lang="en-US"/>
                <a:t>GroupBox1</a:t>
              </a:r>
            </a:p>
          </p:txBody>
        </p:sp>
        <p:cxnSp>
          <p:nvCxnSpPr>
            <p:cNvPr id="202" name="GroupLine1"/>
            <p:cNvCxnSpPr/>
            <p:nvPr/>
          </p:nvCxnSpPr>
          <p:spPr>
            <a:xfrm>
              <a:off x="457200" y="0"/>
              <a:ext cx="457200" cy="457200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</p:cxnSp>
        <p:sp>
          <p:nvSpPr>
            <p:cNvPr id="203" name="GroupBox2"/>
            <p:cNvSpPr/>
            <p:nvPr/>
          </p:nvSpPr>
          <p:spPr>
            <a:xfrm>
              <a:off x="914400" y="0"/>
              <a:ext cx="457200" cy="457200"/>
            </a:xfrm>
            <a:prstGeom prst="rect">
              <a:avLst/>
            </a:prstGeom>
            <a:solidFill>
              <a:srgbClr val="4472C4"/>
            </a:solidFill>
          </p:spPr>
          <p:txBody>
            <a:bodyPr/>
            <a:lstStyle/>
            <a:p>
              <a:r>
                <a:rPr lang="en-US"/>
                <a:t>GroupBox2</a:t>
              </a:r>
            </a:p>
          </p:txBody>
        </p:sp>
        <p:cxnSp>
          <p:nvCxnSpPr>
            <p:cNvPr id="204" name="GroupLine2"/>
            <p:cNvCxnSpPr/>
            <p:nvPr/>
          </p:nvCxnSpPr>
          <p:spPr>
            <a:xfrm>
              <a:off x="1371600" y="0"/>
              <a:ext cx="457200" cy="457200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1905000" cy="11430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Group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