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266-41F9-A66E-57E6A2DAD37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266-41F9-A66E-57E6A2DAD37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266-41F9-A66E-57E6A2DAD37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873704287"/>
        <c:axId val="1066199215"/>
        <c:axId val="0"/>
      </c:bar3DChart>
      <c:catAx>
        <c:axId val="8737042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66199215"/>
        <c:crosses val="autoZero"/>
        <c:auto val="1"/>
        <c:lblAlgn val="ctr"/>
        <c:lblOffset val="100"/>
        <c:noMultiLvlLbl val="0"/>
      </c:catAx>
      <c:valAx>
        <c:axId val="10661992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7370428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D67-42AA-83BA-A1D0BB2FF7C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D67-42AA-83BA-A1D0BB2FF7C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D67-42AA-83BA-A1D0BB2FF7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873701503"/>
        <c:axId val="1066203535"/>
        <c:axId val="0"/>
      </c:bar3DChart>
      <c:catAx>
        <c:axId val="8737015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66203535"/>
        <c:crosses val="autoZero"/>
        <c:auto val="1"/>
        <c:lblAlgn val="ctr"/>
        <c:lblOffset val="100"/>
        <c:noMultiLvlLbl val="0"/>
      </c:catAx>
      <c:valAx>
        <c:axId val="10662035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737015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F7A-4D96-BCE5-3A7181220FE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F7A-4D96-BCE5-3A7181220FE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F7A-4D96-BCE5-3A7181220F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820685231"/>
        <c:axId val="1066194415"/>
        <c:axId val="0"/>
      </c:bar3DChart>
      <c:catAx>
        <c:axId val="8206852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66194415"/>
        <c:crosses val="autoZero"/>
        <c:auto val="1"/>
        <c:lblAlgn val="ctr"/>
        <c:lblOffset val="100"/>
        <c:noMultiLvlLbl val="0"/>
      </c:catAx>
      <c:valAx>
        <c:axId val="10661944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2068523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A84-4F03-BC78-124DDD074A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A84-4F03-BC78-124DDD074A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A84-4F03-BC78-124DDD074A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370476880"/>
        <c:axId val="1066195375"/>
        <c:axId val="1062805615"/>
      </c:bar3DChart>
      <c:catAx>
        <c:axId val="1370476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66195375"/>
        <c:crosses val="autoZero"/>
        <c:auto val="1"/>
        <c:lblAlgn val="ctr"/>
        <c:lblOffset val="100"/>
        <c:noMultiLvlLbl val="0"/>
      </c:catAx>
      <c:valAx>
        <c:axId val="10661953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70476880"/>
        <c:crosses val="autoZero"/>
        <c:crossBetween val="between"/>
      </c:valAx>
      <c:serAx>
        <c:axId val="1062805615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66195375"/>
        <c:crosses val="autoZero"/>
      </c:ser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E17-490C-A4D5-7FFE3F0BF87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E17-490C-A4D5-7FFE3F0BF87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E17-490C-A4D5-7FFE3F0BF8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065885007"/>
        <c:axId val="1066195855"/>
        <c:axId val="0"/>
      </c:bar3DChart>
      <c:catAx>
        <c:axId val="106588500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66195855"/>
        <c:crosses val="autoZero"/>
        <c:auto val="1"/>
        <c:lblAlgn val="ctr"/>
        <c:lblOffset val="100"/>
        <c:noMultiLvlLbl val="0"/>
      </c:catAx>
      <c:valAx>
        <c:axId val="106619585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6588500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700-4EF2-B584-E0C5342C9E4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700-4EF2-B584-E0C5342C9E4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700-4EF2-B584-E0C5342C9E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415094368"/>
        <c:axId val="1066205455"/>
        <c:axId val="0"/>
      </c:bar3DChart>
      <c:catAx>
        <c:axId val="141509436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66205455"/>
        <c:crosses val="autoZero"/>
        <c:auto val="1"/>
        <c:lblAlgn val="ctr"/>
        <c:lblOffset val="100"/>
        <c:noMultiLvlLbl val="0"/>
      </c:catAx>
      <c:valAx>
        <c:axId val="106620545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150943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hape val="cylinder"/>
          <c:extLst>
            <c:ext xmlns:c16="http://schemas.microsoft.com/office/drawing/2014/chart" uri="{C3380CC4-5D6E-409C-BE32-E72D297353CC}">
              <c16:uniqueId val="{00000000-416B-4BC6-91A9-A36B56D29A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hape val="cylinder"/>
          <c:extLst>
            <c:ext xmlns:c16="http://schemas.microsoft.com/office/drawing/2014/chart" uri="{C3380CC4-5D6E-409C-BE32-E72D297353CC}">
              <c16:uniqueId val="{00000001-416B-4BC6-91A9-A36B56D29A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hape val="cylinder"/>
          <c:extLst>
            <c:ext xmlns:c16="http://schemas.microsoft.com/office/drawing/2014/chart" uri="{C3380CC4-5D6E-409C-BE32-E72D297353CC}">
              <c16:uniqueId val="{00000002-416B-4BC6-91A9-A36B56D29A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418312080"/>
        <c:axId val="1066246735"/>
        <c:axId val="0"/>
      </c:bar3DChart>
      <c:catAx>
        <c:axId val="14183120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66246735"/>
        <c:crosses val="autoZero"/>
        <c:auto val="1"/>
        <c:lblAlgn val="ctr"/>
        <c:lblOffset val="100"/>
        <c:noMultiLvlLbl val="0"/>
      </c:catAx>
      <c:valAx>
        <c:axId val="10662467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183120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hape val="cone"/>
          <c:extLst>
            <c:ext xmlns:c16="http://schemas.microsoft.com/office/drawing/2014/chart" uri="{C3380CC4-5D6E-409C-BE32-E72D297353CC}">
              <c16:uniqueId val="{00000000-8406-45C0-B606-1EAEC7CD457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hape val="cone"/>
          <c:extLst>
            <c:ext xmlns:c16="http://schemas.microsoft.com/office/drawing/2014/chart" uri="{C3380CC4-5D6E-409C-BE32-E72D297353CC}">
              <c16:uniqueId val="{00000001-8406-45C0-B606-1EAEC7CD457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hape val="cone"/>
          <c:extLst>
            <c:ext xmlns:c16="http://schemas.microsoft.com/office/drawing/2014/chart" uri="{C3380CC4-5D6E-409C-BE32-E72D297353CC}">
              <c16:uniqueId val="{00000002-8406-45C0-B606-1EAEC7CD45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418289808"/>
        <c:axId val="1066245295"/>
        <c:axId val="0"/>
      </c:bar3DChart>
      <c:catAx>
        <c:axId val="1418289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66245295"/>
        <c:crosses val="autoZero"/>
        <c:auto val="1"/>
        <c:lblAlgn val="ctr"/>
        <c:lblOffset val="100"/>
        <c:noMultiLvlLbl val="0"/>
      </c:catAx>
      <c:valAx>
        <c:axId val="10662452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182898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hape val="pyramid"/>
          <c:extLst>
            <c:ext xmlns:c16="http://schemas.microsoft.com/office/drawing/2014/chart" uri="{C3380CC4-5D6E-409C-BE32-E72D297353CC}">
              <c16:uniqueId val="{00000000-19D6-4D42-ACCB-BCAF621F300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hape val="pyramid"/>
          <c:extLst>
            <c:ext xmlns:c16="http://schemas.microsoft.com/office/drawing/2014/chart" uri="{C3380CC4-5D6E-409C-BE32-E72D297353CC}">
              <c16:uniqueId val="{00000001-19D6-4D42-ACCB-BCAF621F300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hape val="pyramid"/>
          <c:extLst>
            <c:ext xmlns:c16="http://schemas.microsoft.com/office/drawing/2014/chart" uri="{C3380CC4-5D6E-409C-BE32-E72D297353CC}">
              <c16:uniqueId val="{00000002-19D6-4D42-ACCB-BCAF621F30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418312544"/>
        <c:axId val="1066238575"/>
        <c:axId val="0"/>
      </c:bar3DChart>
      <c:catAx>
        <c:axId val="14183125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66238575"/>
        <c:crosses val="autoZero"/>
        <c:auto val="1"/>
        <c:lblAlgn val="ctr"/>
        <c:lblOffset val="100"/>
        <c:noMultiLvlLbl val="0"/>
      </c:catAx>
      <c:valAx>
        <c:axId val="10662385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183125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line3D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594-4A67-A0D1-32C9DEDCAB4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594-4A67-A0D1-32C9DEDCAB4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  <a:sp3d/>
          </c:spP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594-4A67-A0D1-32C9DEDCAB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18300480"/>
        <c:axId val="1066244335"/>
        <c:axId val="1062797775"/>
      </c:line3DChart>
      <c:catAx>
        <c:axId val="141830048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66244335"/>
        <c:crosses val="autoZero"/>
        <c:auto val="1"/>
        <c:lblAlgn val="ctr"/>
        <c:lblOffset val="100"/>
        <c:noMultiLvlLbl val="0"/>
      </c:catAx>
      <c:valAx>
        <c:axId val="10662443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18300480"/>
        <c:crosses val="autoZero"/>
        <c:crossBetween val="between"/>
      </c:valAx>
      <c:serAx>
        <c:axId val="1062797775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66244335"/>
        <c:crosses val="autoZero"/>
      </c:ser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depthPercent val="100"/>
      <c:rAngAx val="0"/>
    </c:view3D>
    <c:floor>
      <c:thickness val="0"/>
      <c:spPr>
        <a:noFill/>
        <a:ln w="9525" cap="flat" cmpd="sng" algn="ctr">
          <a:solidFill>
            <a:schemeClr val="tx1">
              <a:lumMod val="15000"/>
              <a:lumOff val="85000"/>
            </a:schemeClr>
          </a:solidFill>
          <a:round/>
        </a:ln>
        <a:effectLst/>
        <a:sp3d contourW="9525">
          <a:contourClr>
            <a:schemeClr val="tx1">
              <a:lumMod val="15000"/>
              <a:lumOff val="85000"/>
            </a:schemeClr>
          </a:contourClr>
        </a:sp3d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area3D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cat>
            <c:strRef>
              <c:f>Sheet1!$A$2:$A$6</c:f>
              <c:strCache>
                <c:ptCount val="5"/>
                <c:pt idx="0">
                  <c:v>1/5/2002</c:v>
                </c:pt>
                <c:pt idx="1">
                  <c:v>1/6/2002</c:v>
                </c:pt>
                <c:pt idx="2">
                  <c:v>1/7/2002</c:v>
                </c:pt>
                <c:pt idx="3">
                  <c:v>1/8/2002</c:v>
                </c:pt>
                <c:pt idx="4">
                  <c:v>1/9/2002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</c:v>
                </c:pt>
                <c:pt idx="1">
                  <c:v>32</c:v>
                </c:pt>
                <c:pt idx="2">
                  <c:v>28</c:v>
                </c:pt>
                <c:pt idx="3">
                  <c:v>12</c:v>
                </c:pt>
                <c:pt idx="4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453-4D8F-89BC-59C55977B1B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cat>
            <c:strRef>
              <c:f>Sheet1!$A$2:$A$6</c:f>
              <c:strCache>
                <c:ptCount val="5"/>
                <c:pt idx="0">
                  <c:v>1/5/2002</c:v>
                </c:pt>
                <c:pt idx="1">
                  <c:v>1/6/2002</c:v>
                </c:pt>
                <c:pt idx="2">
                  <c:v>1/7/2002</c:v>
                </c:pt>
                <c:pt idx="3">
                  <c:v>1/8/2002</c:v>
                </c:pt>
                <c:pt idx="4">
                  <c:v>1/9/2002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</c:v>
                </c:pt>
                <c:pt idx="1">
                  <c:v>12</c:v>
                </c:pt>
                <c:pt idx="2">
                  <c:v>12</c:v>
                </c:pt>
                <c:pt idx="3">
                  <c:v>21</c:v>
                </c:pt>
                <c:pt idx="4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453-4D8F-89BC-59C55977B1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18304656"/>
        <c:axId val="1066242895"/>
        <c:axId val="1062797215"/>
      </c:area3DChart>
      <c:catAx>
        <c:axId val="14183046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66242895"/>
        <c:crosses val="autoZero"/>
        <c:auto val="1"/>
        <c:lblAlgn val="ctr"/>
        <c:lblOffset val="100"/>
        <c:noMultiLvlLbl val="0"/>
      </c:catAx>
      <c:valAx>
        <c:axId val="10662428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18304656"/>
        <c:crosses val="autoZero"/>
        <c:crossBetween val="midCat"/>
      </c:valAx>
      <c:serAx>
        <c:axId val="1062797215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66242895"/>
        <c:crosses val="autoZero"/>
      </c:ser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depthPercent val="100"/>
      <c:rAngAx val="0"/>
    </c:view3D>
    <c:floor>
      <c:thickness val="0"/>
      <c:spPr>
        <a:noFill/>
        <a:ln w="9525" cap="flat" cmpd="sng" algn="ctr">
          <a:solidFill>
            <a:schemeClr val="tx1">
              <a:lumMod val="15000"/>
              <a:lumOff val="85000"/>
            </a:schemeClr>
          </a:solidFill>
          <a:round/>
        </a:ln>
        <a:effectLst/>
        <a:sp3d contourW="9525">
          <a:contourClr>
            <a:schemeClr val="tx1">
              <a:lumMod val="15000"/>
              <a:lumOff val="85000"/>
            </a:schemeClr>
          </a:contourClr>
        </a:sp3d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area3D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cat>
            <c:strRef>
              <c:f>Sheet1!$A$2:$A$6</c:f>
              <c:strCache>
                <c:ptCount val="5"/>
                <c:pt idx="0">
                  <c:v>1/5/2002</c:v>
                </c:pt>
                <c:pt idx="1">
                  <c:v>1/6/2002</c:v>
                </c:pt>
                <c:pt idx="2">
                  <c:v>1/7/2002</c:v>
                </c:pt>
                <c:pt idx="3">
                  <c:v>1/8/2002</c:v>
                </c:pt>
                <c:pt idx="4">
                  <c:v>1/9/2002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</c:v>
                </c:pt>
                <c:pt idx="1">
                  <c:v>32</c:v>
                </c:pt>
                <c:pt idx="2">
                  <c:v>28</c:v>
                </c:pt>
                <c:pt idx="3">
                  <c:v>12</c:v>
                </c:pt>
                <c:pt idx="4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39A-4D3F-B38B-940595E470B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cat>
            <c:strRef>
              <c:f>Sheet1!$A$2:$A$6</c:f>
              <c:strCache>
                <c:ptCount val="5"/>
                <c:pt idx="0">
                  <c:v>1/5/2002</c:v>
                </c:pt>
                <c:pt idx="1">
                  <c:v>1/6/2002</c:v>
                </c:pt>
                <c:pt idx="2">
                  <c:v>1/7/2002</c:v>
                </c:pt>
                <c:pt idx="3">
                  <c:v>1/8/2002</c:v>
                </c:pt>
                <c:pt idx="4">
                  <c:v>1/9/2002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</c:v>
                </c:pt>
                <c:pt idx="1">
                  <c:v>12</c:v>
                </c:pt>
                <c:pt idx="2">
                  <c:v>12</c:v>
                </c:pt>
                <c:pt idx="3">
                  <c:v>21</c:v>
                </c:pt>
                <c:pt idx="4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39A-4D3F-B38B-940595E470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18293984"/>
        <c:axId val="1066240495"/>
        <c:axId val="0"/>
      </c:area3DChart>
      <c:catAx>
        <c:axId val="141829398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66240495"/>
        <c:crosses val="autoZero"/>
        <c:auto val="1"/>
        <c:lblAlgn val="ctr"/>
        <c:lblOffset val="100"/>
        <c:noMultiLvlLbl val="0"/>
      </c:catAx>
      <c:valAx>
        <c:axId val="10662404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1829398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depthPercent val="100"/>
      <c:rAngAx val="0"/>
    </c:view3D>
    <c:floor>
      <c:thickness val="0"/>
      <c:spPr>
        <a:noFill/>
        <a:ln w="9525" cap="flat" cmpd="sng" algn="ctr">
          <a:solidFill>
            <a:schemeClr val="tx1">
              <a:lumMod val="15000"/>
              <a:lumOff val="85000"/>
            </a:schemeClr>
          </a:solidFill>
          <a:round/>
        </a:ln>
        <a:effectLst/>
        <a:sp3d contourW="9525">
          <a:contourClr>
            <a:schemeClr val="tx1">
              <a:lumMod val="15000"/>
              <a:lumOff val="85000"/>
            </a:schemeClr>
          </a:contourClr>
        </a:sp3d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area3DChart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cat>
            <c:strRef>
              <c:f>Sheet1!$A$2:$A$6</c:f>
              <c:strCache>
                <c:ptCount val="5"/>
                <c:pt idx="0">
                  <c:v>1/5/2002</c:v>
                </c:pt>
                <c:pt idx="1">
                  <c:v>1/6/2002</c:v>
                </c:pt>
                <c:pt idx="2">
                  <c:v>1/7/2002</c:v>
                </c:pt>
                <c:pt idx="3">
                  <c:v>1/8/2002</c:v>
                </c:pt>
                <c:pt idx="4">
                  <c:v>1/9/2002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</c:v>
                </c:pt>
                <c:pt idx="1">
                  <c:v>32</c:v>
                </c:pt>
                <c:pt idx="2">
                  <c:v>28</c:v>
                </c:pt>
                <c:pt idx="3">
                  <c:v>12</c:v>
                </c:pt>
                <c:pt idx="4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306-42D1-A2F6-E7596F1DA61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cat>
            <c:strRef>
              <c:f>Sheet1!$A$2:$A$6</c:f>
              <c:strCache>
                <c:ptCount val="5"/>
                <c:pt idx="0">
                  <c:v>1/5/2002</c:v>
                </c:pt>
                <c:pt idx="1">
                  <c:v>1/6/2002</c:v>
                </c:pt>
                <c:pt idx="2">
                  <c:v>1/7/2002</c:v>
                </c:pt>
                <c:pt idx="3">
                  <c:v>1/8/2002</c:v>
                </c:pt>
                <c:pt idx="4">
                  <c:v>1/9/2002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</c:v>
                </c:pt>
                <c:pt idx="1">
                  <c:v>12</c:v>
                </c:pt>
                <c:pt idx="2">
                  <c:v>12</c:v>
                </c:pt>
                <c:pt idx="3">
                  <c:v>21</c:v>
                </c:pt>
                <c:pt idx="4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306-42D1-A2F6-E7596F1DA6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15095296"/>
        <c:axId val="1066237615"/>
        <c:axId val="0"/>
      </c:area3DChart>
      <c:catAx>
        <c:axId val="141509529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66237615"/>
        <c:crosses val="autoZero"/>
        <c:auto val="1"/>
        <c:lblAlgn val="ctr"/>
        <c:lblOffset val="100"/>
        <c:noMultiLvlLbl val="0"/>
      </c:catAx>
      <c:valAx>
        <c:axId val="10662376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15095296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A72-4F1F-8740-7BCFCF511A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explosion val="25"/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215-47AA-BE95-4A7B9D9E83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surface3DChart>
        <c:wireframe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/>
            <a:effectLst/>
            <a:sp3d/>
          </c:spP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E1-4409-A7E6-2AE20D9F498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/>
            <a:effectLst/>
            <a:sp3d/>
          </c:spP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3E1-4409-A7E6-2AE20D9F498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/>
            <a:effectLst/>
            <a:sp3d/>
          </c:spP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3E1-4409-A7E6-2AE20D9F498D}"/>
            </c:ext>
          </c:extLst>
        </c:ser>
        <c:bandFmts>
          <c:bandFmt>
            <c:idx val="0"/>
            <c:spPr>
              <a:solidFill>
                <a:schemeClr val="accent1"/>
              </a:solidFill>
              <a:ln/>
              <a:effectLst/>
              <a:sp3d/>
            </c:spPr>
          </c:bandFmt>
          <c:bandFmt>
            <c:idx val="1"/>
            <c:spPr>
              <a:solidFill>
                <a:schemeClr val="accent2"/>
              </a:solidFill>
              <a:ln/>
              <a:effectLst/>
              <a:sp3d/>
            </c:spPr>
          </c:bandFmt>
          <c:bandFmt>
            <c:idx val="2"/>
            <c:spPr>
              <a:solidFill>
                <a:schemeClr val="accent3"/>
              </a:solidFill>
              <a:ln/>
              <a:effectLst/>
              <a:sp3d/>
            </c:spPr>
          </c:bandFmt>
          <c:bandFmt>
            <c:idx val="3"/>
            <c:spPr>
              <a:solidFill>
                <a:schemeClr val="accent4"/>
              </a:solidFill>
              <a:ln/>
              <a:effectLst/>
              <a:sp3d/>
            </c:spPr>
          </c:bandFmt>
          <c:bandFmt>
            <c:idx val="4"/>
            <c:spPr>
              <a:solidFill>
                <a:schemeClr val="accent5"/>
              </a:solidFill>
              <a:ln/>
              <a:effectLst/>
              <a:sp3d/>
            </c:spPr>
          </c:bandFmt>
          <c:bandFmt>
            <c:idx val="5"/>
            <c:spPr>
              <a:solidFill>
                <a:schemeClr val="accent6"/>
              </a:solidFill>
              <a:ln/>
              <a:effectLst/>
              <a:sp3d/>
            </c:spPr>
          </c:bandFmt>
          <c:bandFmt>
            <c:idx val="6"/>
            <c:spPr>
              <a:solidFill>
                <a:schemeClr val="accent1">
                  <a:lumMod val="60000"/>
                </a:schemeClr>
              </a:solidFill>
              <a:ln/>
              <a:effectLst/>
              <a:sp3d/>
            </c:spPr>
          </c:bandFmt>
          <c:bandFmt>
            <c:idx val="7"/>
            <c:spPr>
              <a:solidFill>
                <a:schemeClr val="accent2">
                  <a:lumMod val="60000"/>
                </a:schemeClr>
              </a:solidFill>
              <a:ln/>
              <a:effectLst/>
              <a:sp3d/>
            </c:spPr>
          </c:bandFmt>
          <c:bandFmt>
            <c:idx val="8"/>
            <c:spPr>
              <a:solidFill>
                <a:schemeClr val="accent3">
                  <a:lumMod val="60000"/>
                </a:schemeClr>
              </a:solidFill>
              <a:ln/>
              <a:effectLst/>
              <a:sp3d/>
            </c:spPr>
          </c:bandFmt>
          <c:bandFmt>
            <c:idx val="9"/>
            <c:spPr>
              <a:solidFill>
                <a:schemeClr val="accent4">
                  <a:lumMod val="60000"/>
                </a:schemeClr>
              </a:solidFill>
              <a:ln/>
              <a:effectLst/>
              <a:sp3d/>
            </c:spPr>
          </c:bandFmt>
          <c:bandFmt>
            <c:idx val="10"/>
            <c:spPr>
              <a:solidFill>
                <a:schemeClr val="accent5">
                  <a:lumMod val="60000"/>
                </a:schemeClr>
              </a:solidFill>
              <a:ln/>
              <a:effectLst/>
              <a:sp3d/>
            </c:spPr>
          </c:bandFmt>
          <c:bandFmt>
            <c:idx val="11"/>
            <c:spPr>
              <a:solidFill>
                <a:schemeClr val="accent6">
                  <a:lumMod val="60000"/>
                </a:schemeClr>
              </a:solidFill>
              <a:ln/>
              <a:effectLst/>
              <a:sp3d/>
            </c:spPr>
          </c:bandFmt>
          <c:bandFmt>
            <c:idx val="12"/>
            <c:spPr>
              <a:solidFill>
                <a:schemeClr val="accent1">
                  <a:lumMod val="80000"/>
                  <a:lumOff val="20000"/>
                </a:schemeClr>
              </a:solidFill>
              <a:ln/>
              <a:effectLst/>
              <a:sp3d/>
            </c:spPr>
          </c:bandFmt>
          <c:bandFmt>
            <c:idx val="13"/>
            <c:spPr>
              <a:solidFill>
                <a:schemeClr val="accent2">
                  <a:lumMod val="80000"/>
                  <a:lumOff val="20000"/>
                </a:schemeClr>
              </a:solidFill>
              <a:ln/>
              <a:effectLst/>
              <a:sp3d/>
            </c:spPr>
          </c:bandFmt>
          <c:bandFmt>
            <c:idx val="14"/>
            <c:spPr>
              <a:solidFill>
                <a:schemeClr val="accent3">
                  <a:lumMod val="80000"/>
                  <a:lumOff val="20000"/>
                </a:schemeClr>
              </a:solidFill>
              <a:ln/>
              <a:effectLst/>
              <a:sp3d/>
            </c:spPr>
          </c:bandFmt>
        </c:bandFmts>
        <c:axId val="1071904191"/>
        <c:axId val="1066257775"/>
        <c:axId val="1255088032"/>
      </c:surface3DChart>
      <c:catAx>
        <c:axId val="107190419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66257775"/>
        <c:crosses val="autoZero"/>
        <c:auto val="1"/>
        <c:lblAlgn val="ctr"/>
        <c:lblOffset val="100"/>
        <c:noMultiLvlLbl val="0"/>
      </c:catAx>
      <c:valAx>
        <c:axId val="10662577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1904191"/>
        <c:crosses val="autoZero"/>
        <c:crossBetween val="midCat"/>
      </c:valAx>
      <c:serAx>
        <c:axId val="1255088032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66257775"/>
        <c:crosses val="autoZero"/>
      </c:ser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surface3DChart>
        <c:wireframe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9525" cap="rnd">
              <a:solidFill>
                <a:schemeClr val="accent1"/>
              </a:solidFill>
              <a:round/>
            </a:ln>
            <a:effectLst/>
          </c:spP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819-4AC9-90BD-400523080AC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9525" cap="rnd">
              <a:solidFill>
                <a:schemeClr val="accent2"/>
              </a:solidFill>
              <a:round/>
            </a:ln>
            <a:effectLst/>
          </c:spP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819-4AC9-90BD-400523080AC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9525" cap="rnd">
              <a:solidFill>
                <a:schemeClr val="accent3"/>
              </a:solidFill>
              <a:round/>
            </a:ln>
            <a:effectLst/>
          </c:spP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819-4AC9-90BD-400523080AC9}"/>
            </c:ext>
          </c:extLst>
        </c:ser>
        <c:bandFmts>
          <c:bandFmt>
            <c:idx val="0"/>
            <c:spPr>
              <a:ln w="9525" cap="rnd">
                <a:solidFill>
                  <a:schemeClr val="accent1"/>
                </a:solidFill>
                <a:round/>
              </a:ln>
              <a:effectLst/>
            </c:spPr>
          </c:bandFmt>
          <c:bandFmt>
            <c:idx val="1"/>
            <c:spPr>
              <a:ln w="9525" cap="rnd">
                <a:solidFill>
                  <a:schemeClr val="accent2"/>
                </a:solidFill>
                <a:round/>
              </a:ln>
              <a:effectLst/>
            </c:spPr>
          </c:bandFmt>
          <c:bandFmt>
            <c:idx val="2"/>
            <c:spPr>
              <a:ln w="9525" cap="rnd">
                <a:solidFill>
                  <a:schemeClr val="accent3"/>
                </a:solidFill>
                <a:round/>
              </a:ln>
              <a:effectLst/>
            </c:spPr>
          </c:bandFmt>
          <c:bandFmt>
            <c:idx val="3"/>
            <c:spPr>
              <a:ln w="9525" cap="rnd">
                <a:solidFill>
                  <a:schemeClr val="accent4"/>
                </a:solidFill>
                <a:round/>
              </a:ln>
              <a:effectLst/>
            </c:spPr>
          </c:bandFmt>
          <c:bandFmt>
            <c:idx val="4"/>
            <c:spPr>
              <a:ln w="9525" cap="rnd">
                <a:solidFill>
                  <a:schemeClr val="accent5"/>
                </a:solidFill>
                <a:round/>
              </a:ln>
              <a:effectLst/>
            </c:spPr>
          </c:bandFmt>
          <c:bandFmt>
            <c:idx val="5"/>
            <c:spPr>
              <a:ln w="9525" cap="rnd">
                <a:solidFill>
                  <a:schemeClr val="accent6"/>
                </a:solidFill>
                <a:round/>
              </a:ln>
              <a:effectLst/>
            </c:spPr>
          </c:bandFmt>
          <c:bandFmt>
            <c:idx val="6"/>
            <c:spPr>
              <a:ln w="9525" cap="rnd">
                <a:solidFill>
                  <a:schemeClr val="accent1">
                    <a:lumMod val="60000"/>
                  </a:schemeClr>
                </a:solidFill>
                <a:round/>
              </a:ln>
              <a:effectLst/>
            </c:spPr>
          </c:bandFmt>
          <c:bandFmt>
            <c:idx val="7"/>
            <c:spPr>
              <a:ln w="9525" cap="rnd">
                <a:solidFill>
                  <a:schemeClr val="accent2">
                    <a:lumMod val="60000"/>
                  </a:schemeClr>
                </a:solidFill>
                <a:round/>
              </a:ln>
              <a:effectLst/>
            </c:spPr>
          </c:bandFmt>
          <c:bandFmt>
            <c:idx val="8"/>
            <c:spPr>
              <a:ln w="9525" cap="rnd">
                <a:solidFill>
                  <a:schemeClr val="accent3">
                    <a:lumMod val="60000"/>
                  </a:schemeClr>
                </a:solidFill>
                <a:round/>
              </a:ln>
              <a:effectLst/>
            </c:spPr>
          </c:bandFmt>
          <c:bandFmt>
            <c:idx val="9"/>
            <c:spPr>
              <a:ln w="9525" cap="rnd">
                <a:solidFill>
                  <a:schemeClr val="accent4">
                    <a:lumMod val="60000"/>
                  </a:schemeClr>
                </a:solidFill>
                <a:round/>
              </a:ln>
              <a:effectLst/>
            </c:spPr>
          </c:bandFmt>
          <c:bandFmt>
            <c:idx val="10"/>
            <c:spPr>
              <a:ln w="9525" cap="rnd">
                <a:solidFill>
                  <a:schemeClr val="accent5">
                    <a:lumMod val="60000"/>
                  </a:schemeClr>
                </a:solidFill>
                <a:round/>
              </a:ln>
              <a:effectLst/>
            </c:spPr>
          </c:bandFmt>
          <c:bandFmt>
            <c:idx val="11"/>
            <c:spPr>
              <a:ln w="9525" cap="rnd">
                <a:solidFill>
                  <a:schemeClr val="accent6">
                    <a:lumMod val="60000"/>
                  </a:schemeClr>
                </a:solidFill>
                <a:round/>
              </a:ln>
              <a:effectLst/>
            </c:spPr>
          </c:bandFmt>
          <c:bandFmt>
            <c:idx val="12"/>
            <c:spPr>
              <a:ln w="9525" cap="rnd">
                <a:solidFill>
                  <a:schemeClr val="accent1">
                    <a:lumMod val="80000"/>
                    <a:lumOff val="20000"/>
                  </a:schemeClr>
                </a:solidFill>
                <a:round/>
              </a:ln>
              <a:effectLst/>
            </c:spPr>
          </c:bandFmt>
          <c:bandFmt>
            <c:idx val="13"/>
            <c:spPr>
              <a:ln w="9525" cap="rnd">
                <a:solidFill>
                  <a:schemeClr val="accent2">
                    <a:lumMod val="80000"/>
                    <a:lumOff val="20000"/>
                  </a:schemeClr>
                </a:solidFill>
                <a:round/>
              </a:ln>
              <a:effectLst/>
            </c:spPr>
          </c:bandFmt>
          <c:bandFmt>
            <c:idx val="14"/>
            <c:spPr>
              <a:ln w="9525" cap="rnd">
                <a:solidFill>
                  <a:schemeClr val="accent3">
                    <a:lumMod val="80000"/>
                    <a:lumOff val="20000"/>
                  </a:schemeClr>
                </a:solidFill>
                <a:round/>
              </a:ln>
              <a:effectLst/>
            </c:spPr>
          </c:bandFmt>
        </c:bandFmts>
        <c:axId val="1420142976"/>
        <c:axId val="1066255855"/>
        <c:axId val="1255090832"/>
      </c:surface3DChart>
      <c:catAx>
        <c:axId val="142014297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66255855"/>
        <c:crosses val="autoZero"/>
        <c:auto val="1"/>
        <c:lblAlgn val="ctr"/>
        <c:lblOffset val="100"/>
        <c:noMultiLvlLbl val="0"/>
      </c:catAx>
      <c:valAx>
        <c:axId val="10662558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20142976"/>
        <c:crosses val="autoZero"/>
        <c:crossBetween val="midCat"/>
      </c:valAx>
      <c:serAx>
        <c:axId val="1255090832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66255855"/>
        <c:crosses val="autoZero"/>
      </c:ser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30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F3DB6-0826-A296-FC66-33E2553ED3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D039CE-C9DB-4FE1-9214-D0FC7816FC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34C79F-6FB3-38F9-16AE-69092F19C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0E7C9-378A-4F59-A016-1530CB9C83B8}" type="datetimeFigureOut">
              <a:rPr lang="en-US" smtClean="0"/>
              <a:t>2026-09-24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41DBED-8AA6-3DA4-61C5-3789DCA9D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DB0CB-CA47-5645-21F9-48884DD1B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3C9E8-FED9-4F8E-800F-D9BE6F7917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204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F803B-94CA-B583-1C25-627E812B4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EB4A1-12D5-0DC7-609C-4908750286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28C5B1-3E37-EDF0-478D-46BBDA79E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0E7C9-378A-4F59-A016-1530CB9C83B8}" type="datetimeFigureOut">
              <a:rPr lang="en-US" smtClean="0"/>
              <a:t>2026-09-24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D82E09-A570-485D-32CB-6E84C8401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521024-3D8D-3B3A-1467-F3EFC0ADD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3C9E8-FED9-4F8E-800F-D9BE6F7917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5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E7804-F201-1B13-500F-6ADEA5E97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52583E-2864-9A41-D5E7-742FC6C15E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38AF49-7A3E-FD15-9800-13886E3F0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0E7C9-378A-4F59-A016-1530CB9C83B8}" type="datetimeFigureOut">
              <a:rPr lang="en-US" smtClean="0"/>
              <a:t>2026-09-24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22C6A-466E-92C5-8F4D-85DF6600B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BB2395-C24E-73F4-3BFA-25222383B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3C9E8-FED9-4F8E-800F-D9BE6F7917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230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15AE7-197C-4023-3489-EFC92CC5D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B75914-74C4-FD97-7CF7-82AB1CF1BF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2A8B78-6425-EAE9-96B6-2E01B4118C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5F1815-CA53-2FB1-D248-6453EF4B4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0E7C9-378A-4F59-A016-1530CB9C83B8}" type="datetimeFigureOut">
              <a:rPr lang="en-US" smtClean="0"/>
              <a:t>2026-09-24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855ABD-F142-2587-E613-FBDD5131E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FB5132-99E7-A53C-EC01-A25FF3690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3C9E8-FED9-4F8E-800F-D9BE6F7917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64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E3D02-F497-262A-95BE-30FD09D81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040A-1330-72C8-E6CD-C6F08C7C2C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7BC95B-4CB2-9356-2CDF-1BC9D7B365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1642C7-6F08-C411-F589-6D008A2A28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1564E9-0035-A97E-2512-29406FBDB7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19AD6E-3213-FA0C-0FBC-015DF0912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0E7C9-378A-4F59-A016-1530CB9C83B8}" type="datetimeFigureOut">
              <a:rPr lang="en-US" smtClean="0"/>
              <a:t>2026-09-24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15CD41-1B28-A5DA-3A65-43078BD01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33092E-21A1-0983-23B6-D30F0ADB2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3C9E8-FED9-4F8E-800F-D9BE6F7917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476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BA775-4B5E-4093-5C71-F3DE95506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BCABBB-2F74-6647-554A-2679FC4AC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0E7C9-378A-4F59-A016-1530CB9C83B8}" type="datetimeFigureOut">
              <a:rPr lang="en-US" smtClean="0"/>
              <a:t>2026-09-24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13AD30-77D1-29E1-F318-E84C3F711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E89884-616A-65AB-2F5A-3300C48BF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3C9E8-FED9-4F8E-800F-D9BE6F7917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270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D60E7F-38F6-2CCD-C6FF-592D965FB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0E7C9-378A-4F59-A016-1530CB9C83B8}" type="datetimeFigureOut">
              <a:rPr lang="en-US" smtClean="0"/>
              <a:t>2026-09-24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1BF38E-1599-1691-3602-90D8BF835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6E97A3-B4F1-C91D-78AB-9CDDA6D0B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3C9E8-FED9-4F8E-800F-D9BE6F7917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3400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526EB-D584-3970-6CA1-B16E077DD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5D7A9-934A-7D30-FD90-B299658F80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D19F2D-C929-4D44-2166-60187C2821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D0B660-2A6B-5389-3BF4-246E26ED4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0E7C9-378A-4F59-A016-1530CB9C83B8}" type="datetimeFigureOut">
              <a:rPr lang="en-US" smtClean="0"/>
              <a:t>2026-09-24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60E9D1-9D10-7D4B-1E15-B42A781A7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6CD4CD-8B65-DDD8-B25E-A75E14C07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3C9E8-FED9-4F8E-800F-D9BE6F7917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867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94D05-32F1-6A56-FBA1-0AA53EB6A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32C51A-9E35-3E91-5B54-E90CB20B5F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DFC8D8-9872-A8EB-AC7D-5AED479582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98488A-9013-377C-FC4A-102B0FEB5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0E7C9-378A-4F59-A016-1530CB9C83B8}" type="datetimeFigureOut">
              <a:rPr lang="en-US" smtClean="0"/>
              <a:t>2026-09-24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661AFA-B21A-97FB-CC6F-B8E4E73FE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693F64-D576-DA1B-4932-F37F752E8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3C9E8-FED9-4F8E-800F-D9BE6F7917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16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D8F65-3445-E834-53A0-7D8913EE9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A33C7D-1CE8-E398-44A8-2384B3CBDE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898CFE-BC54-114B-4D55-D86A29181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0E7C9-378A-4F59-A016-1530CB9C83B8}" type="datetimeFigureOut">
              <a:rPr lang="en-US" smtClean="0"/>
              <a:t>2026-09-24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64ED8E-F928-9C70-0561-5E2259BC7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6B81D6-376E-7E60-1959-EC03D9988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3C9E8-FED9-4F8E-800F-D9BE6F7917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146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DDF66B-1558-0DB7-1176-98F2194E23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B1E2D9-286A-43F3-3BBB-E07C26DDCC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8CC9A6-A163-5AE0-2730-055EE0314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0E7C9-378A-4F59-A016-1530CB9C83B8}" type="datetimeFigureOut">
              <a:rPr lang="en-US" smtClean="0"/>
              <a:t>2026-09-24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4943AF-EE28-A937-CE25-79EFE30D7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402F6F-97E3-F3DF-4352-220674334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3C9E8-FED9-4F8E-800F-D9BE6F7917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138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111E03-CC40-1AFF-1AA5-5A5B11ABC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7EA6F7-5B8C-284A-E075-49F2399209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4C18A2-76B4-627C-D3D3-69BFE6902C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B0E7C9-378A-4F59-A016-1530CB9C83B8}" type="datetimeFigureOut">
              <a:rPr lang="en-US" smtClean="0"/>
              <a:t>2026-09-24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536221-CC9C-79FE-6563-94DE273F02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C70E50-5F19-CCD3-3082-F356BFB6AD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43C9E8-FED9-4F8E-800F-D9BE6F7917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570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4E4EAEAE-691B-6D74-8DB9-8C5E4C9750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74192381"/>
              </p:ext>
            </p:extLst>
          </p:nvPr>
        </p:nvGraphicFramePr>
        <p:xfrm>
          <a:off x="762000" y="508000"/>
          <a:ext cx="10668000" cy="584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9611484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2F3B1454-EBE2-50AC-A13E-1DAD695B85F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74503948"/>
              </p:ext>
            </p:extLst>
          </p:nvPr>
        </p:nvGraphicFramePr>
        <p:xfrm>
          <a:off x="762000" y="508000"/>
          <a:ext cx="10668000" cy="584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0169128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F2213362-DEDB-DA63-9CA3-3D92BBD8F6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12415618"/>
              </p:ext>
            </p:extLst>
          </p:nvPr>
        </p:nvGraphicFramePr>
        <p:xfrm>
          <a:off x="762000" y="508000"/>
          <a:ext cx="10668000" cy="584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86198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F7B9CEF1-B509-8481-1B31-F264AD1D74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95652936"/>
              </p:ext>
            </p:extLst>
          </p:nvPr>
        </p:nvGraphicFramePr>
        <p:xfrm>
          <a:off x="762000" y="508000"/>
          <a:ext cx="10668000" cy="584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766730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9B9A0AA6-4EA2-8052-C94C-265E5D0D8CC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75371786"/>
              </p:ext>
            </p:extLst>
          </p:nvPr>
        </p:nvGraphicFramePr>
        <p:xfrm>
          <a:off x="762000" y="508000"/>
          <a:ext cx="10668000" cy="584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56483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3DE5BC08-DDEB-E3E8-AC7A-E900E0DC80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5737080"/>
              </p:ext>
            </p:extLst>
          </p:nvPr>
        </p:nvGraphicFramePr>
        <p:xfrm>
          <a:off x="762000" y="508000"/>
          <a:ext cx="10668000" cy="584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1066287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8A5CFC62-AD75-65D1-1B59-B62E974E22C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73256152"/>
              </p:ext>
            </p:extLst>
          </p:nvPr>
        </p:nvGraphicFramePr>
        <p:xfrm>
          <a:off x="762000" y="508000"/>
          <a:ext cx="10668000" cy="584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369623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B4D9E7AF-4060-73CE-4866-E4857EBF950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80377626"/>
              </p:ext>
            </p:extLst>
          </p:nvPr>
        </p:nvGraphicFramePr>
        <p:xfrm>
          <a:off x="762000" y="508000"/>
          <a:ext cx="10668000" cy="584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861228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6A39FFAF-495A-07FB-C9E4-65B184C917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96042591"/>
              </p:ext>
            </p:extLst>
          </p:nvPr>
        </p:nvGraphicFramePr>
        <p:xfrm>
          <a:off x="762000" y="508000"/>
          <a:ext cx="10668000" cy="584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326506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B6F2785D-41ED-91D8-871C-9828A7E4C77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24519705"/>
              </p:ext>
            </p:extLst>
          </p:nvPr>
        </p:nvGraphicFramePr>
        <p:xfrm>
          <a:off x="762000" y="508000"/>
          <a:ext cx="10668000" cy="584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847717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03816490-B78A-D50A-787D-AD63DB433D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89952233"/>
              </p:ext>
            </p:extLst>
          </p:nvPr>
        </p:nvGraphicFramePr>
        <p:xfrm>
          <a:off x="762000" y="508000"/>
          <a:ext cx="10668000" cy="584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0206321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8F8DF5A3-0578-E64E-9530-3C1B3E7AA0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8115283"/>
              </p:ext>
            </p:extLst>
          </p:nvPr>
        </p:nvGraphicFramePr>
        <p:xfrm>
          <a:off x="762000" y="508000"/>
          <a:ext cx="10668000" cy="584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8796594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EE1C3F43-3FDB-87C5-889D-C9741069726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11418121"/>
              </p:ext>
            </p:extLst>
          </p:nvPr>
        </p:nvGraphicFramePr>
        <p:xfrm>
          <a:off x="762000" y="508000"/>
          <a:ext cx="10668000" cy="584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770326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3FBE8AC4-E725-4EFB-B2A2-7BC05320A9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82318811"/>
              </p:ext>
            </p:extLst>
          </p:nvPr>
        </p:nvGraphicFramePr>
        <p:xfrm>
          <a:off x="762000" y="508000"/>
          <a:ext cx="10668000" cy="584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496579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47F9FEC0-6E23-660B-C140-DD02B9F8874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93390643"/>
              </p:ext>
            </p:extLst>
          </p:nvPr>
        </p:nvGraphicFramePr>
        <p:xfrm>
          <a:off x="762000" y="508000"/>
          <a:ext cx="10668000" cy="584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1551062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7EE762F1-765F-889D-C768-5815398ADC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12117000"/>
              </p:ext>
            </p:extLst>
          </p:nvPr>
        </p:nvGraphicFramePr>
        <p:xfrm>
          <a:off x="762000" y="508000"/>
          <a:ext cx="10668000" cy="584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640798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B10DF7F1-5072-C464-72AA-28E745E8998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44164510"/>
              </p:ext>
            </p:extLst>
          </p:nvPr>
        </p:nvGraphicFramePr>
        <p:xfrm>
          <a:off x="762000" y="508000"/>
          <a:ext cx="10668000" cy="584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3223218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</Words>
  <Application>Microsoft Office PowerPoint</Application>
  <PresentationFormat>Custom</PresentationFormat>
  <Paragraphs>17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2026-09-23T19:40:35Z</dcterms:created>
  <dcterms:modified xsi:type="dcterms:W3CDTF">2026-09-23T19:41:08Z</dcterms:modified>
</cp:coreProperties>
</file>